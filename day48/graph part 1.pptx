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3:39:56.5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6757 3484 8013,'0'-7'9656,"0"1"-7908,0 6 682,0 0-1611,-10-44-248,7 32-280,-9-32-308,11 44-27,0 8 66,-2 24 17,-3 14-25,2-12 0,-2 3 0,0-1 0,-1 1 3,-2 8 0,-1-1-9,2-9 1,0-1 2,-7 27-6,6-21 124,3-16 297,2-7-174,2-7 168,2-25-308,0-8-23,0-23-33,2-8 0,1-3-48,-2 20 1,1-1-68,1-13 1,1-9 0,2 6 94,1 4 1,1 4-296,0-5 1,0 3 278,3 7 0,1 6-9,7 2-5,7 1-6,4 15-11,5 14 16,3 20 1,3 17-3,-19-7 0,-2 3-3,0 5 1,1 4-56,-3 3 1,2 4 0,-1-2-582,4 7 1,1 0 461,-3-7 1,1 2 0,-2-6 19,-1-7 1,1-3-700,7 6 1,0-2-5263,3 5 6114,5 6 1,-23-27 0,-8-11 0</inkml:trace>
  <inkml:trace contextRef="#ctx0" brushRef="#br0" timeOffset="207">6554 3770 18178,'-6'-5'2512,"-8"-25"1,3-6-2425,13 12-43,-4-17 1,7 1 1,40 10-586,-12 11 1,4 0 478,5-2 0,2 1-323,4 0 0,1-1-1832,1 2 1,-1 0 1643,-6 3 1,-3 1 0,10-2 0,-23 8 0</inkml:trace>
  <inkml:trace contextRef="#ctx0" brushRef="#br0" timeOffset="899">6910 2479 22766,'-7'-31'142,"1"0"1,-21 12-147,9 56 20,-5 22 3,16-21 15,15-9-13,1-12 139,23-8-4,-5-15 20,15-10 12,-10-14 49,-5-4 83,-9-1-128,-10 9 258,-14-3-246,-9 15-126,-13-1 43,-6 11 30,-3 9 64,3 5 35,9 5 53,9 2 8,9 0-183,10-2-156,8 0-58,10-3-96,7-5 8,8-4-6,-7-10-61,-6-3 16,-12-9 104,-8-1 218,-3-2-45,-3 0 78,-2 3-131,-1 6-721,2 5-1713,1 7 0,3 2 0</inkml:trace>
  <inkml:trace contextRef="#ctx0" brushRef="#br0" timeOffset="2286">14138 2887 21987,'-22'-54'242,"-1"20"-186,5 59-39,1 7 302,6 2-56,11 8-120,8-14 18,10 0 137,0-19 167,2-7-152,-5-4 381,8-14 101,-8-2 127,3-13-77,-10 1-180,-3 0 77,-11 2-559,-3 13-327,-13 11 472,-9 19-24,-5 9-106,0 8-18,9-2 130,13-4-81,13-4 84,10-7-251,16-5 1,-4-5-275,13-9 257,-10-5 353,3-7 298,-7-4-58,-10-2-389,-11-2-249,-10 0 0,-9 1-292,-5 4-411,-2 2-438,-3 8-421,13 14 564,2 4-5694,15 22 5813,7-5 1,-2-3 0,0-10 0</inkml:trace>
  <inkml:trace contextRef="#ctx0" brushRef="#br0" timeOffset="3104">14036 4107 23455,'-8'-49'657,"1"0"1,1 9-1,1 7-455,-2 16-180,4 13-39,2 6 51,2 17-6,6 20-6,0 14-16,-1-20 0,0 0-23,5 26 28,-2-4 6,-2-16-12,-1 0 29,-4-23 117,-1 1 101,-1-13-95,-1-9-107,-4-7-16,-3-12-26,-2-6 1,1-4-9,1 3 0,1-2 11,1-10 0,0-5 0,2 2-3,1 1 1,1 0 8,2-14 0,4 1-26,3 15 1,3 5 2,6-12 3,-1 22 1,4 3-9,15 3 11,16 3 5,8 11 1,4 16 5,-31 1 0,-1 3-17,-1 4 1,-2 4-6,-4 2 0,-2 3-12,7 29-22,-16 6 39,-15-28 1,-6 1-160,-4 1 0,-4-1 159,-5-1 1,-3-2 27,-3-3 1,1-3-1,-17 8 34,-14-12-104,20-22 70,1 0 34,11-17-28,19 1-6,1-8 40,11 3 259,16 2-310,23 9 1,14 9-346,-20 7 1,0 2 322,0 3 0,-1 3-6,8 5 0,-2 2 6,13 7-26,-25-7 0,-6 3 26,-13 9-23,-14 11-111,-26 4-858,-8-16 0,-5-2 624,10-7 1,-1-2-1403,-23 8 0,-1-3 1227,23-11 0,2-3 0,-23 9 0,24-9 0</inkml:trace>
  <inkml:trace contextRef="#ctx0" brushRef="#br0" timeOffset="4452">7818 8855 23483,'-53'-20'269,"0"1"0,1 5 0,4 13-191,11 26 1,5 11-1095,-3 1 1,3 2 1051,1 3 1,5 2-26,4 1 0,6 0 114,5-2 0,7-1-139,8-5 0,7-2-79,6-7 1,9-5-504,24-6 0,5-10 2,-14-3 0,3-5 467,7-6 0,6-5 1,-10 1-1,2-3 1,-14 2-1,1-1 1</inkml:trace>
  <inkml:trace contextRef="#ctx0" brushRef="#br0" timeOffset="5185">7731 8128 13066,'1'4'2353,"0"0"-178,-1-4-1470,-18 49 479,16-35 1056,-8 33-1616,23-58-372,2-3 364,-3-13-292,-5 8 57,-11-1-246,-5 11-79,-8 7-23,-3 12-33,-3 12-5,9 4-7,10 1 24,12-9-7,11-6 18,4-8 27,10-4-33,-11-4 39,5-6 28,-15-2 22,-2-4 29,-6 1-35,-12 2-66,1 5-6,-22 6-39,8 9 28,-13 5-34,15 3 11,6-2 17,9-4 23,9-5-23,0-2 34,10-1 61,2-4-66,-3 0 200,4-8-77,-14 0-84,2-2 72,-5-2 28,-5 4-128,2 1-29,-5 1-61,5 7-224,-2 4-1435,3 10 1698,2 13 0,-1-10 0,1 3 0</inkml:trace>
  <inkml:trace contextRef="#ctx0" brushRef="#br0" timeOffset="6254">15258 9046 19384,'8'-55'1002,"1"-1"1,-3 4-1,-4 6-313,-13 1-403,-3 11 302,-23-1-387,-4 22-134,7 10 1,-4 5-26,-2 9 0,-3 8-22,4 2 1,-3 5-1,2 2-716,0 4 1,2 4 0,1 0 698,1 1 1,1 0 0,5 2-4,-5 17 0,11-1-65,15-13 0,10-3 56,6-4 1,6-4 5,8-4 0,6-4 8,5-6 1,5-5 22,4-2 0,2-7-1304,13-11 1,-1-5 1286,-15 4 1,-2-3 41,16-15 0,-5-3-770,-4-7 820,-4-7 1,-2-5-37,-17 10 0,-2-2-30,-2 1 1,1-4-1,-3 2-12,-4-2 1,-2-2 24,-3-2 1,-1-4 0,-1 3 52,-2-1 1,-1 0 140,-1 5 1,0-3 0,-2 3-119,-3 0 0,-1 4 114,-10-19 273,0 23-485,4 21 2659,4 20-2659,-1 19 11,1 28-36,1-13 0,1 3 190,-2 12 0,2 2-199,0-12 0,1 0 1,0 2-10,0 2 0,0 1 0,1 1-30,0 0 0,1 0 1,0 0-193,1-1 0,1 0 0,1-1-899,2-4 0,0 0 0,3-1 1136,5 20 0,2-6 0,-6-24 0,1-3 0,10 18 0</inkml:trace>
  <inkml:trace contextRef="#ctx0" brushRef="#br0" timeOffset="7056">15447 7664 14096,'0'-4'7516,"1"0"-5594,-1 4-7403,-15-50 5537,6 39 1464,-19-31-1424,7 57-1399,-15 30 1326,14-15-7,-3 15 74,24-5 0,10-14 2318,8 11-2083,17-25-2347,-1-13 2139,-1-4 2416,-2-16-2248,-11-1 113,3-18-281,-11 12-27,-5-6 123,-13 5 3291,-3 7-3459,-10-5-40,-6 16-5,1 12 0,-5 12-17,3 17 45,9 1-61,3 10-12,13-18 28,17 5 17,-3-20 0,18 3-3386,-13-9 3419,20-9 23,-9-9-11,3-6 39,-13-8-45,-12 8 12,-6-2-18,-2 9 3399,-3-5-3326,0 5-84,-1 0-33,2 7-106,-3 11-477,-8 15-734,-3 4 1328,-13 17 0,18-21 0,-1 0 0</inkml:trace>
  <inkml:trace contextRef="#ctx0" brushRef="#br0" timeOffset="9118">15400 7744 21321,'19'-41'1994,"-5"8"-1708,-15 32-112,0 0-12,-3 2-123,0 2-5,-3 3-23,-1 5 0,-1 2-5,3-1-3370,-1 8 3381,6-11 5,-2 7 45,4-11 124,3-2 128,4-1 235,10-11-357,-5 3 3626,9-12-3381,-11 3-38,0-2-108,-6 3-38,-3 5-219,-3 5-89,-2 2-258,-3 5-1608,-6 8 1916,-9 12 0,9-7 0,-2 1 0</inkml:trace>
  <inkml:trace contextRef="#ctx0" brushRef="#br0" timeOffset="15819">6854 2471 19535,'-7'-11'1282,"2"2"-1243,5 9-184,0 0 201,6 1-23,3 2-10,10 2 27,5 2 67,7 3-11,-4-2 242,24 5-39,-8-4-146,-10-2 1,1 0 144,27 6-11,0-2 16,-4 2-206,-19-3 1,0-1 93,17 7-179,-20-6 1,0 1 25,-5-1 1,2 0-8,8 1 0,2 0-287,3 1 1,1-1 378,8 1 0,2-1-7,-4 0 0,2-1-44,3 0 0,5 0 0,-1 0-6,-12-2 1,-2-1 0,3 0-512,-1 0 1,2 0-1,0 0 1,-3 0 536,2-1 1,-2-1 0,-1 0 2,1 1 0,0-1 1,0 0-376,-1 1 1,1-1 0,-1 1 284,0-1 0,0 1 0,-1 0 64,1 0 0,1 0 0,-1 0-228,1 0 1,0 0 0,0 0 335,1 0 1,0 0 0,3 0-34,1-1 0,3 1 1,1 0-1,-3 0 24,3 0 0,-3 0 1,4 0-37,2 0 1,5 0 0,0 1 0,-4-2 16,3 1 1,-2-1-1,-1 1 3,2-1 1,0 0 0,-1-1-92,-2 1 1,-1-2-1,-2 1-85,-8-1 0,-1 0 0,-1 0 6,0 0 1,-1 0 0,0 0-15,-1 0 1,0 0 0,-1 1-6,0 0 1,-1 0 0,-2 0-32,6 0 0,1 1 57,-4 1 0,1 0 0,-2 0 59,1 0 0,-2 1-12,9 0 0,1 1 4,4 0 1,-1 0 3,-16-4 1,0 0 14,18 3 0,1-1 22,-10-2 1,0-1 9,10 2 1,1-1 1,-9-1 1,0 1-63,7 0 1,-3 0-66,-11-1 1,-3 0-38,19 2 31,-26-2 0,-2 0 1257,16 1-1328,11 1-31,-4-1 17,1 0 17,2-3 163,3 0-293,3-1 114,-31 0 1,1 0-56,0-1 1,0 0-176,18 0 364,-15-1 0,0 0-40,13-2 11,-16 2 1,1-1-17,17-2 303,-3 0-158,-1-2 144,-1 1-126,-11 1 0,-1 0-203,18-2 202,-18 2 1,-1 0 531,12 0-24,-3-2-6,-2 1 1085,-3-1-910,10-2 366,-13 1-1180,9-1 0,-14 4 0,1 1 0,-2 1 0,-7 1 0,2-1 0,-8 0 0,6 0 0,-5-1 0,-2 1 0,-1-1 0,-6 1 0,-2 2 0,-3 0 0,0-1 0,1 0 0,0 0 0,0-1 0,-1 2 0,-1 1 0,-4-2 0,2 1-700,-3-2-119,2 1 81,-2-1 191,2 2-3,-1-1 131,2 1-38,1 0 125,-1-1 415,0 2-78,-3-2 405,-1 0-49,-5 0 204,-2 1-19,-2 0 308,-2 2 427,-1 4-824,-4 3-457,-9 10 0,-10 8 0,12-8 0,-1 1 0,-15 11 0,14-11 0,-1 1 0,-15 8 0,17-10 0,-2 2 0,-6 3 0,0 1 0,6-3 0,1 0 0,1-1 0,2 0-285,-18 17-171,13-9 336,-7 6-13,2 0-23,-9 8 18,12-12 85,9-8 0,-2 1-341,-14 11-169,14-13 1,-1 3 291,-6 5 0,-1 0 16,7-3 1,-1 2-37,-7 11 0,-1 2 23,4-2 0,1-1 26,7-5 1,-2 1-38,-12 13 1,-2-1-459,14-16 1,-2 1 763,1-1 1,-2 2 0,1-1-47,-1 1 1,0-1-471,1 0 0,-1 0 339,-6 9 1,0 3-1186,-3 2 0,-1 1 1247,9-9 1,-1 1-1,1-1 35,0-1 1,1 0-1,0 0-276,-2 2 1,0 0 0,0 0 264,3-4 1,1-1 0,-3 2-30,-1 1 0,-2 1 1,-1 1-1,2-2 135,-3 2 0,1-3 1,-2 2-72,-6 6 1,-2 1 0,2-4-27,0 1 0,1-2 72,10-8 1,-2 0 0,1 1-91,1 1 1,1 0-1,1 0-36,-9 9 1,0-1-8,-1 4 1,-3 4 49,3-4 1,-3 3 0,0-2-7,4-8 1,1-2 0,-2 2 352,5-2 1,-1 2 0,-2 0 0,0-2-277,-4-1 1,-2 0 0,1-3-1,4-3-5,0 0 0,-2-1-9,-2 2 1,-7 6 0,-1-1 0,8-4 5,1-2 0,2 0 1,-8 6 0,-5 4 1,4-3-2,5-1 0,0 1 8,2-1 1,-3 3 0,-1-1-6,-2 0 0,-1 0 0,-1 0 0,6-5 0,-3 2 0,1-1 0,2-3 0,-1 1 0,1-2 0,-1 1-2,-8 3 0,-2 1 0,1-1 2,5-3 0,1-1 0,2-1-51,6-3 1,2-2 0,-3 2 47,-5 3 0,-4 3 0,0-1 1,5-2-1,-8 6 0,2-1 314,12-7 1,-2 1 0,-1 1-333,-7 5 0,0 2 1,3-3 0,1-2 1,1 0-78,-1 1 1,-5 2 0,2-1 90,5-6 1,1-1-1,2-1 6,-3 1 0,0 0 7,4-2 1,-3 0 0,2-1 198,-7 3 0,2-1-201,0-1 1,2-1-3,4-2 0,2-2 19,-12 6 1612,31-15-1623,-1 0 306,16-8-149,3-1 975,4-5-1155,1-1 888,4-4-876,-1 1 209,-1 1-181,-2 2-23,-3 1 18,-2 2 16,0 1-6,0 1-21,0 0-12,0-1-56,0 0-23,2 2 68,7-3 5,1 0 18,32-8-7,-1 1 3,-9 1 1,2 0-1,7-1 1,1-1-7,-5 2 1,1-1-316,16-2 1,0-1 309,-15 3 1,0 2-1,6-2 0,-1 0-3,12-3 40,-12 4 0,1 0-23,-12 1 0,1 0-14,18-3 0,3 0-411,-6 1 0,-1 0 414,5-1 0,1 1 0,1 0 0,0 1 0,0 0 0,-1 1 0,-13 1 0,-1 2 3,7-2 0,-2 1-9,-11 2 1,1 1 19,16-3 0,2 1-17,-8 1 0,0 1-3,7-1 1,0 1 8,-6 1 0,-1 0-1,2 0 1,0 0-358,2 0 1,-1 0 354,0 0 0,1-1-14,-1 1 0,0 0 6,1-1 0,-1 1 13,1 0 1,-1 1-6,-11-1 0,0 1 5,17 0 1,-1 1-1167,-17-1 1,1 1 1165,16 0 1,1 0-6,-11-1 0,-1 1 26,1-1 1,0-1-27,-1 1 0,3-1-87,-1 0 1,3-2 0,1 1 88,-4 0 0,1-1 0,1 1-1,6-1 1,1-1 0,-3 1 23,6-1 0,-4 0-25,-13 1 0,-1 0 0,8-1 0,0-1 0,-8 2 0,0-1-6,15-2 1,1 0 7,-13 2 1,-3 0 0,1-1 0,-1 0 8,21-2-8,-13 2 0,1 0-6,-11 2 0,1 0 3,18-2 0,3 0 3,-7 2 0,0-1 2,3 1 1,2 0-1,-1 0 1,1 0-3,-10 0 1,1 1 0,-2 0 2,2 0 0,-1 0-5,-4 0 1,2 1 0,-1 0-2,12-1 0,0 1-2,-12 0 0,3-1 1,-1 1 8,0 0 0,-1 0 1,0 1 0,17-2 1,-3 0 5,-11 1 0,-3 0 2,-1 1 1,-1-1 1153,-2 0 1,-2 0-1171,-3 0 0,-1 0 583,27-2-588,-9-1-1,-6 1 1,-2-1 21,-1 1 441,0-2-462,-10 2 743,14-2-732,-16 2-12,14-2 545,-11 1-539,-3 1 99,-3-1-99,-3 1 28,4-1-28,-5 0-3381,13-2 3381,-15 3-11,13-2 16,-8 3 1,11-1 5,0 1-28,0 1 12,-4 0 3408,-2 1-3420,-3 0 17,-2-1 34,3 1-45,-5-1-12,21 0 34,-9 1-5,18-1-6,-20 1-3403,5 0 3408,-5 1-10,0 0-1,3 0 34,-8 1-28,3 0 6,3 1-1,2 1 3399,-1 0-3393,-8 0 17,7 0-23,-14-1 7,7 0-29,-9-2 67,-6 0 40,-3 0-1,-5 0-21,-4 0 302,-1 0-510,-8 2-1720,-9 3 1860,-21 5 0,17-4 0,-6 1 0</inkml:trace>
  <inkml:trace contextRef="#ctx0" brushRef="#br0" timeOffset="18644">6799 2550 20785,'-15'-20'94,"2"4"-345,13 16 860,0 0-231,5 3-453,4 3 81,6 5 0,7 1-159,1 3 328,4 1 15,1 3-336,5 6 76,0 7 182,1 0-15,1 4 11,-1-4-44,-4-7 51,-4-5 0,0 0 35,11 9-65,-11-8 0,-1 0 29,12 15-47,-3 2-16,0 2 8,0 1 48,-7-10 0,1 2-87,-6-9 0,0 0-285,9 9 1,0-1 280,-7-10 1,0-1 14,2 1 1,-1-2 50,15 14 17,-9-9 1,0 0 153,12 13-126,-13-11 0,1 2-35,-6-5 1,0 1-19,0 0 1,1 1-113,1 1 1,1 0 98,1 0 1,1 0 15,1-1 0,1-1-242,3 1 1,-1-2 260,-7-5 1,2 0 44,16 9 0,3 0 18,-15-9 0,3 2-48,9 6 1,5 2 0,-4 0-56,1 0 0,-1 0-35,-5-3 0,1 2 0,-4-3-40,-7-2 1,0-1-21,14 13 1,1 0 6,-13-9 1,-1-1-21,16 13 0,0 0-18,-7-6 1,-1-1-338,1 0 1,1 0 377,1-2 1,1 0 22,0-1 1,0 0 29,1-2 0,1-1 17,0 0 1,1-1-27,0 0 0,-1-1-14,0 0 1,0 1 9,-2-1 0,0 1 25,-1-1 0,-1 1 17,-1 0 0,1 0 192,-3 0 1,3 2-231,8 4 1,5 4-1,-3-2-46,-1 0 1,-2 0 3,-3-3 1,2 1 0,-3-1-8,3 4 0,-4-2 2,-5-3 1,1 1-302,-3-4 0,2 2 1,-1-1 290,11 7 0,-2-2 17,2-1 0,-2-1 50,-6-6 0,0 0-49,1 0 0,1 0 48,1 0 0,0-1-1,0 0 0,1 1-23,9 6 1,-3-1-12,-15-9 0,-1 1-1,10 8 1,-1 0-16,-18-9 1,0 1-3,5 4 1,2 1 120,-2-1 0,0 1-136,-1-1 1,1 0-6,1 1 1,-1-2 27,19 14 26,-10-12 0,1-1 4,-12-8 1,2 0 15,13 6 0,2 0 1,-8-5 1,-1 0-2,0 0 1,-1 1 2,-1-2 0,-2 1-3,-2 1 1,0 0-48,-2-1 1,0 0-59,-1 1 1,-1-1 29,1 0 0,-1 0-5,1 0 1,0-1 8,1-1 1,1 0-2,1 0 1,1-1 4,1 1 1,0 0 200,1 0 1,1 0-164,0 1 0,-1 1-8,1-1 1,-1 1 16,0 1 1,-1 0 8,-1 0 0,0 1 233,0 0 0,-1 1-241,-2-1 0,3 1 13,11 8 1,2 1-9,-11-7 0,0 0-11,10 6 0,2 0 5,3-1 1,-1-2 0,-11-6 0,-1 0 13,14 5 1,-3-1-9,2 2-6,-14-6 1,1-1-6,12 9-3,-14-8 1,2 1 21,-1-2 1,0 0-12,-4-3 1,0 1-126,7 2 0,-2-1 122,14 6-125,-20-9 0,0-1 143,19 9-18,-18-8 1,0 0-6,-2 0 0,0 1 0,26 14 589,-4 0-583,-4 0-12,-1-4 6,-4-2 23,-4-5 168,5-1-180,-15-8 750,11 1-585,-12-6 390,8 0-499,-8-1 164,9-1-115,-10-2-38,0 1-5,-3-1-3385,-8-1 3243,5 0 136,3-2-35,-3 2-23,-1-1 0,-4 2 15,19 5-43,-14 1 3384,17 6-3399,-20 1-19,-3-1 1,-1 1 37,-1-4-26,-2-3-11,-2-2 9,-4-3-49,-2 0-76,-2 1 162,-11 12 0,9-9 0,-9 9 0</inkml:trace>
  <inkml:trace contextRef="#ctx0" brushRef="#br0" timeOffset="23001">6840 2503 13110,'6'-6'5450,"-2"0"-4414,-4 6 1883,0 0-1895,5-50-570,-4 37-303,4-37 0,-7 49-139,-3 4 10,-7 6 0,-5 8 1,-5 9-12,3 3-11,5-1-11,9-2 11,10-4 17,7-3 11,9-4 11,3-6 34,-1-4-23,-6-3 62,1-6 95,-2-6-89,-2-5-6,1-8-51,-9 6 107,-2-8-66,-6 11-24,-4-3-55,-17 12-35,2 9-16,-10 8-5,12 5 5,6 1 11,8 0 17,8-2 17,6-1-17,3-5 22,18-1 23,17-12-23,0-3 51,7-11 0,-29 1 207,-8-12-84,-17 5 6,-9-9-40,-14 7-56,-8 5-44,-1 6-45,2 7-3437,-3 5 3325,13 7-292,3 7-1618,14 8-1619,8 1 3624,8 6 0,-5-16 0,2 0 0</inkml:trace>
  <inkml:trace contextRef="#ctx0" brushRef="#br0" timeOffset="23987">14044 2927 10664,'-5'1'9006,"2"0"-5378,3-1-3157,13-15 157,-9 11-527,9-11 150,-14 15-223,-5 4 673,-6 5-657,-5 5-16,-3 6-5,1 3-18,7-6 18,2 7-34,11-10 33,5 4 28,8-8 23,7-3 28,9-5-17,8-8-50,-5 0 156,16-16 17,-24 6 51,7-7-45,-22 9-152,-8 5 12,-13 2-67,-6 7 5,-15 5 6,-3 6-23,0 7-28,9-1-3386,9 0 3409,9-8 17,6 1-12,8-4 12,4 0-1,10-1-10,5-1 10,4-3 3399,-1-3-3348,-3-7 22,-6-6-5,-5-7 44,-6-4-16,-5-1 11,-16-5-123,1 11-79,-14 1-548,6 12-3008,0 8 3646,3 4 0,8-1 0,4 1 0</inkml:trace>
  <inkml:trace contextRef="#ctx0" brushRef="#br0" timeOffset="25085">7575 8344 2019,'6'2'7947,"-1"0"-1781,-5-2-4821,55-38 541,-27 13-951,11-6 1,-1-1-135,-18 6 412,-3-2-1039,-17 20 1472,-7 1-1500,-5 5-12,-12 5-21,1 4-46,-7 6 6,0 16-40,7 2-5,-2 21 45,15 5-45,5-15-5,15 3 10,12-30 79,24-2-17,4-11 40,11-14-62,-19-2 83,0-13 74,-16 4 168,-1-15-186,-12 6-83,-14-5-45,-11 12-56,-3 8 17,-20 6-34,6 11-16,-14 7-1,8 9 17,5 8-11,11-3-22,3 7 27,10-12-5,2 17-16,9-16-12,8 9 22,1-17 45,10-2-22,0-5-6,5-7 28,0-11-5,-10-4-28,-4-2-23,-7-4 39,-5 1 6,-2-5-28,-3 8-50,-3 5-488,0 15-9293,-5 1 9435,4 2 0,-1 1 0,6-1 0</inkml:trace>
  <inkml:trace contextRef="#ctx0" brushRef="#br0" timeOffset="25977">15347 7699 22711,'14'-34'758,"0"1"1,4-20-568,-32 56 27,-10 8-5,-7 6-56,-5 8-68,2 3-5,6-1-28,8 11-50,11-11-12,12 8 62,11-14 34,13-3-28,7-6 56,4-7 240,1-11-190,-15 1 207,-3-14-72,-16 1-74,-1-6 6,-4-9-117,-3 7 39,-3-4-73,1 16-45,-2 4-50,-1 9 11,-11 7-11,3-1 5,-12 9-5,16-6-364,-8 6-1704,12-3 2079,-1 5 0,7-8 0,2-1 0</inkml:trace>
  <inkml:trace contextRef="#ctx0" brushRef="#br0" timeOffset="50485">6963 2571 22335,'-24'-24'1311,"5"5"-1076,17 12 6,0 1-168,2 0-45,-1 2-45,1 2-17,-1 2 68,1 6-23,0-1 11,0 9 12,0 5-23,0-3-11,0 5 6,7-6 5,2-4 17,6-1 90,1-8-12,-5-3 219,0-5 28,-5-5-50,-1-7 83,-5-9-168,-5 3-10,-3-1-113,1 12 73,-2 2 0,2 7-146,1 0-27,0 3-57,2 4-134,-2 6-22,1 2-180,0 5-5931,6 11 6329,4-6 0,-2 2 0,2-14 0</inkml:trace>
  <inkml:trace contextRef="#ctx0" brushRef="#br0" timeOffset="51276">14094 2973 13838,'-3'-7'6716,"1"1"-6235,2 6 853,0 0-1132,5-19-158,-4 14 40,4-9 23,-5 23-23,0 6-45,0-2 39,1 6-16,2-9-3342,4 6 3336,0-10 140,3 2 151,-3-7 185,2 0 443,0-10-650,-5 1-213,0-6 3504,-5 1-3515,-1 6-51,-2-2-11,-1 4-55,1 2-29,2 1-571,-1 1-701,1 5-5578,-2 7 6895,1 2 0,1-4 0,2-6 0</inkml:trace>
  <inkml:trace contextRef="#ctx0" brushRef="#br0" timeOffset="52059">7624 8372 9464,'1'-4'8513,"0"1"-4699,-1 3-3085,-11-25-230,7 18-371,-7-19-32,9 26-80,1 3 7,0 0 61,-2 14-23,2-1-21,-2 5 4,2 0-32,2-10 66,7 6 56,3-12 96,11 0 565,15-24-526,-14 8 219,11-25 117,-25 7-337,-4-1-172,-6 3 49,-6 10-83,-2 8-85,2 3-352,-2 7-773,2 10-6386,-1 9 7534,1 3 0,4-6 0,2-7 0</inkml:trace>
  <inkml:trace contextRef="#ctx0" brushRef="#br0" timeOffset="52913">15400 7812 24340,'9'-39'683,"-2"7"-632,-9 35 5,-6 7-11,-5 8-34,-5 9-11,1 2-23,4 8 35,7-14 4,6 0 96,4-17 96,5-7 16,4-7-101,-1-1 628,10-26-482,-13 11-6,5-15-50,-13 18-62,-4 6-28,-1 5-73,-3 5 18,-5 2-52,-1 4 12,-7 4-16,2 3-52,3 2-4,5 1-7,5-2-27,6 0 5,3-2-941,21 2-6917,3-4 7083,12 2 0,-17-5 0,-9 0 0</inkml:trace>
  <inkml:trace contextRef="#ctx0" brushRef="#br0" timeOffset="133483">6806 2535 7766,'-9'-3'5820,"2"1"-3770,7 2-1109,0 0-11,-5 10-454,1 1-207,-3 9-96,4-3-5,2-2 79,3-4 129,1-4 228,4-3 141,1-2-168,3-6-135,3-5-5,0-5 6,0-5 168,-5-5-23,-4 6-376,-4 3-167,-5 9-50,-5 9-1,-6 6-5,-4 8-12,0 5 1,7 2 5,5-2 6,8-3 5,6-3 40,5-6 11,6-5 16,4-5 46,2-9 374,2-17-206,-13 1-29,-4-8-55,-16 14-68,-6 4-72,-2 6-68,-4 5-331,0 8-3729,-2 12 3229,4 4 0,6-3 0,6-7 0</inkml:trace>
  <inkml:trace contextRef="#ctx0" brushRef="#br0" timeOffset="136090">14061 3927 18123,'-14'-45'918,"1"0"1,0 5 0,4 7-253,9 18-140,0 6-222,0 3-248,0 5-90,0 1 90,0 9 17,0 4 5,0 11 6,2 6 28,0 7-56,2-5 118,5 25-45,-1-14-65,-1-11 0,-1 0 15,3 9 150,1 16 57,-7-2-180,1 1-10,-3-3 66,-1-11-95,0-15 0,0 5-16,0-19-29,0-4 107,0-4 73,0-4 593,0 0-834,1-5-1076,-1-3-632,0-1 1747,0-8 0,0 11 0,0-4 0</inkml:trace>
  <inkml:trace contextRef="#ctx0" brushRef="#br0" timeOffset="138150">14130 3884 8830,'-8'-6'4291,"1"1"-2359,7 5 1883,0 0-3103,-13-47-236,8 27-146,-10-36-117,12 39-51,2 3-16,1 0-1,3 1 1,1-1-17,4 1-6,4-2 204,1 1-28,2 0 18,1 2 16,3 3 14,1 2-45,2 1-37,2 3-8,8 1-250,-10 2-163,11 0 3,-12 3-42,2 2-23,-6 6 18,-4 7-3396,-7 1 3410,-2 0 79,-3 1 461,-10 17-89,0-6-44,-6 8 70,-1-12 62,1-4-209,-4 4-48,5-6 3439,-4 4-3530,9-12-53,-4 7 44,6-9-29,-1-2-51,0 0 252,-4 0-19,-3 0-69,-1 0-9,3-2-19,5-4-6,2 0 12,2-1-29,1-1 0,1 1-4,-2 2-40,1-1 18,-1-1 67,1 0-25,1-1 356,0-1-477,9-1-23,4-1 15,8-2 14,10-2 3,4 2-5,1 1-20,-1 2-3261,-2 4 3358,-10-1-2267,12 7 2262,-18-4 5,25 14-10,-19-5-1,11 10 12,-13 5 2268,-8-9-2274,1 11 3392,-7-11-3381,1 5 6,-3-1 27,-1 4 18,-6-7-23,0-1 12,-3-8 111,-12 5-5,-11-2-78,-7 4-12,-8-6-33,15-6 22,-6-3-23,9-2 18,-12-1-23,6-2-6,-6-1-11,13-1 12,-10 0-7,4-1 7,5 2 90,-3-3-31,21 3-6,-1-2 40,7 1-72,2 1-23,0-2-35,1 1 16,1 1-22,2-1 33,0 3-1,3-1-8,5 2 42,2 2-4,15 3-11,2 0 2,1-2-33,12-1-13,0-3 8,-10-3 0,2-1 6,23-5 10,-26 2 0,-2-1 28,6-4-3366,7-9 3355,-22 9-229,18-18 254,-25 15 1,11-21-36,-18 18 7,1-15 2,-16 2-67,0 9 3238,-15-9-3283,-24 11 467,11 6-451,-24-3-19,31 12 12,-3 1 37,6 3 30,6 1-2,-6 0-15,0 0-3,0 3 24,-6 1-6,18 0-17,0 1 0,12-3-28,0 2 44,1-1-10,1 3 16,0-2 12,2 0 0,3 0 5,2-2 11,11-3-5,-2-5-11,9-5-1,-1-5 1,1-3 33,0-3 11,-3 0 6,-4-6-33,-7-2-23,-4 5 17,-5-15-29,-4 13 18,-1-15 0,-1 16-34,-4-9 44,1 14-4,-4-9-7,-2 10 6,-3 1-22,3 7 17,-12-1-6,10 8 0,-14-3 11,-1 6 6,-1 0 169,-6 0-13,10 2-10,6-1 2,7 1-46,4 1-208,4 7-2791,3 11 2903,2 5 1,0-5 0,1-6-1</inkml:trace>
  <inkml:trace contextRef="#ctx0" brushRef="#br0" timeOffset="143395">14174 4844 9789,'-9'1'3433,"2"-1"-2907,-25 4 1,-2-1-1,17-1-58,-22 2 0,11-1 126,33-3 61,32-9-453,12 0-144,-6 1 1,3-1-441,-12 3 0,1 0 407,12-1 1,1 0-4,-10 2 1,1 0-15,12-1 0,-2 1-44,-15 1 0,-3 2 108,19-2 197,-52 12-224,-21 4-34,-26 8 3,2-5 0,-5 1 5,1-2 1,-1 0-391,0-1 0,1 0 407,1-1 0,4-3 88,-7 1-35,3 0 805,8-5-989,28-3-45,6-1 241,26-6-84,18-4 0,6-1-15,-5 1 1,3 0-279,21-6 1,-1 1 275,-22 6 0,-1 0-6,6-1 0,0 0-22,-9 2 0,-2 1 23,22-4 910,-13 2-900,-41 8-66,-38 9 61,2-2 5,-5 3 1,-5 0 30,-1 1 1,-2-1-277,2-1 1,0 1 351,-5 1 0,3-2-2747,-11 3 3139,19-5 377,17-4-640,12-2-118,18-4-73,14-5-11,27-9-25,-13 5 0,4-1-118,9-3 0,3 1 123,4-2 1,2 1 1539,-1 0 0,0 0-1439,-1 2 1,-4 1 383,5-1 11,-24 9-324,-58 16-67,-31 10-71,15-7 0,-2 0-275,6-2 1,-3 0 314,-1 0 1,-4 0-1,3 0 128,1-2 1,2-1-118,-18 4 0,3 0-6,21-7 0,5-1 109,-12 1-34,21-3-83,14-3-57,14-5 508,12-4-530,20-8 11,20-5 123,-21 9 0,1 0-154,6-1 1,-1 1 2,-8 2 1,0 1-7,18-5 1,-1 2-37,-20 5 1,-1 0-183,11-1 1,-4 1-1077,-2 3 1306,-36 16 0,-2-7 0,-15 8 0</inkml:trace>
  <inkml:trace contextRef="#ctx0" brushRef="#br0" timeOffset="154729">6135 2866 18031,'-4'6'-220,"0"0"1694,4-6-1372,0 0 1269,-27 37-362,15-21-235,-22 29-16,19-24 519,-1 2-1011,0 1-26,1 0 367,5-7 0,1 1-670,-1 1-256,4-5-50,-2 5-33,3-10 223,-3 11-206,2-4 12,-3 8-22,3-3 120,-1 2-33,2 1 95,-1 3-186,2-7 107,-1 11 87,0-4 22,-1 12-62,1-5 34,0-1 92,2 3-85,-1-2 66,1 0 5,-2 2 136,1-8 70,-3 8 22,0-1 169,-2 7 54,-2 4 86,-1 2-44,0 1 21,-1-5 1,0 4-81,-2 3-14,-1 3-100,3-9-58,2-4 1,-1 3-24,1-2 0,1 0-60,-2 7 0,0 2 6,0 2 0,1-1-68,3-18 0,2-2-26,-8 28 72,4-19 1,1 0-72,-5 11 2084,2-4 0,0 1-2293,-4 12 144,8-26 1,-1 0 23,-2 7 0,1-2-95,-4 10 102,5-17 0,0 0-102,-2 10-20,-2 6 101,4-12 0,-1 2-66,2-7 1,0 1 247,0 6 1,-1-2 53,-1 13-17,-2 12-1723,6-28 0,1 1 1634,-4 22-28,2-8 1,1 2-60,0 11 35,1-7 0,-1 2-192,2-14 0,1 1-237,-2 6 0,0 1 258,2-9 0,-1 1 10,0 7 0,0 1 10,1-7 1,1-1 13,-1-1 1,0-1 15,1-1 1,1-1 19,-1-8 1,1 1 70,1 8 1,-1 1 23,1 7 1,0 0-24,1-7 0,0-1 59,0-2 1,0 0-36,1-3 1,0-1 14,0 22 59,-1-13 1,1 2-1,-2-6 0,1 0 26,-1 7 1,0-1 71,0 14-33,0-15 1,1-1-71,1 17-35,-1-25 0,1 1 7,1 4 0,0-2-73,2 15-3,-1-3 1,0 1-94,-1-18 1,-1 0 34,0 10 1,0-1-290,-1 21 304,-2-30 0,-1 1 44,1 1 0,-1-1-65,-2 21-706,2-13 1,0-2 891,0 1 52,1 3 1,0 1 164,4 3-194,-1-13 1,1 0-32,3 7 2050,6 6-2290,0-10-96,6 8-82,0 0 6,6 11-181,-3-8 306,-8-19 0,1-2-205,10 19-9,5-4 189,-7-11-100,15 7-75,-10-13 3345,5 3-3233,5 1 472,-10-11-290,11 11 65,-6-7 285,3-1 46,-8-4 138,17 5 36,-13-7-25,15 6 4,-10-5-26,-1-1-41,-10-4-85,9 4-47,-11-6 138,21 1-20,-14-7 130,11-2 71,-11-2 72,17-2 5,-13-1 101,7-2 43,-18-2 100,-3-1-33,1 0-139,-1-2-50,2 0-68,-1-1-16,4 0-116,9-5-52,-9 7-260,5-3-119,-17 7-248,0 0-135,-8 3 131,3 0-70,-2-3 397,-2 2 17,3-5-67,-2 3-42,-3-1-15,0 1-10,-1 1-381,-1 1-40,0 1-388,0 0-20,0 1 131,0-2-97,2-6 467,1-1 103,4-5 417,-1 3 173,1 0 52,-3 4 110,0-1-110,-2 4 129,0-2-359,-1 4-123,-1 0-125,0 2-8,1 0 315,0-1-181,0 1 540,0-1-140,0-1-325,0 3 234,-1-2-649,0 0-17,1 2-519,0 0 217,1 0-429,-1 3 74,-1-1 350,0 1-52,-1 1 732,1-2-10,0 0-123,0 0 44,0-2 33,0 2 99,-1 0-5,1-1-37,-1 1 9,1-1-73,0 1-58,0 1 82,0 1-17,0 2 23,0-2-84,0 1 77,0-2-69,0-1 214,0 0 138,0-1 0,0 1 0,0-1 22,0 1-5,0 1-12,0 0 1,0-1-150,0 0-160,0-1 33,0 0 6,0 2-12,0-1 186,0 1-163,-1-1 173,1-1-201,-1 1 200,1-1-124,-1 2 177,1-1-181,-1 1-105,1-2-34,0 0-129,0 2 201,0-2-324,0 3 145,0-2-176,0 1 157,0-1-90,0-1 162,0 1 7,0-1-1,0 1 121,0 0-1,0 1-5,0-1 0,0 1 82,0 1-82,-1-1 75,1 1-69,0 0 5,0-1 0,0 1-11,0 2-11,0-1-82,0 2 71,1-3-119,-1 3 141,1-1-97,0 2 25,1-1-28,0 2-41,1-1 34,0-1 82,1 2 5,-2-2 36,0 0 141,1 0-12,-2 1 246,1 7-23,-1-1 78,1 2-165,-1-3 150,0-1-275,1 5-43,-1-6-109,5 10-337,-3-11 28,6 10-194,0-2 25,-1-3-68,5 10 171,-5-11 23,6 16 136,-3-5 105,2 6 64,-2 0 91,4 10 34,-4-11-49,5 12-61,-3-15-57,8 16 13,-2-8 2,4 8-16,-4-8-39,-4-8 45,9 14 59,-11-20 51,19 30-2,-10-17 15,13 17-91,-12-17 56,7 9-26,1 2-77,-5-9 63,-7-10 1,0 0-65,15 17-268,-5-7 331,-8-11 1,1 0-14,21 16 47,-20-19 1,1 1 5,5 2 0,1-1 13,-5-3 1,2 0-1632,14 10 1,0-1 1647,-15-11 1,0 1 19,23 14 0,1 0-172,-22-16 0,-1-1 185,15 7 0,0 1-9,-5-5 1,-2-1-4,-6-5 0,-1 1-1026,15 6 0,-1-2 1074,3 1-27,5 2 1,3-1-59,-21-9 0,-1-1 40,16 6 1,0 0 33,13 3-51,-23-7 1,0 0 49,-6-3 1,1 1 9,19 6 1,0 0 679,-16-6 1,0 1-686,25 6 1,-1 0 51,-7-4-873,8 2 0,0-1 880,-7-3-61,4 0 0,7 1 283,-6-3 0,0-2-401,-9 1 0,3-1-100,-2-1 0,5 1 1,-7-2 106,-6-1 1,-2-1 93,21 2 0,-1 0-107,-21-3 1,-1 0-4,21 1 1,0 0 798,-17-3 0,0 1-738,9 0 0,1 0 12,-3-1 0,1 0 13,4-1 0,1 0-12,0 0 0,4 0-4,1-2 0,3-1 0,-5 1-11,-10 0 0,1 0-5,7-2 1,6-2 0,-6 1 180,-8 0 1,-2-1-166,9 0 0,2-2-7,-11 2 0,1-1 0,-3 0-825,5-1 0,-1 0 733,11-2 1,0 0-2,-4-1 0,0 0 44,3-1 0,2-1-29,-11 2 1,1-1-1,3 0 6,7-3 1,2 0 0,-2 0 29,-7 1 1,-1 0-1,-1 0 50,1-1 1,-1 0 0,-2-1 60,-5 2 0,-2 0 0,-2 0 55,8-3 0,2-2-54,-1-1 0,6-4 0,1-1 0,-6 3-62,-7 3 0,-4 1 0,3-1-17,3-1 0,3-3 1,1 1-1,-2 0 8,5-3 0,-1 0 0,-4 1-100,5-2 1,1 0 29,-4 1 1,4-2 0,-4 2-45,-2 1 1,0 0 33,-4 1 1,4-1-1,-4 1-40,3-1 1,-1 0 582,-3 1 1,2 0 0,-3 0-486,8-3 0,-3 0-93,-3 1 0,-1 1 110,-4 1 1,0 0 478,-3-1 1,-3 2-133,16-11 9,-18 9 1,-1 1 377,5-5 229,-9 6 0,-1-1-270,-2 1 1079,-5-2-1252,-12 11 370,-1 1-923,1-3-83,-1-1-298,2-2 113,0-1-77,-1-1 38,-2 5 97,1-1 87,-3 4 20,2-6 2,0 1 43,1-3 7,2 2 96,0-1 37,2 0 48,0 0 27,-1 3 50,-1 1-7,0 4 26,-2 4-63,-2 2 9,0 3 115,-2 1-332,1 0 116,-1 0-262,1-1 223,-1 0-336,0-1-9,1 1 153,-1 1-241,2-2 808,-2 2-333,2-3 203,0 1-205,-1 0 241,0 1 129,0 1-260,0 0 30,-1-1-640,0 1 380,0 0-177,2-1 330,-1-1-87,0 0-94,1 1-55,0-1-9,-1 1 257,1-1-196,-2 2-43,1 0 30,0-1-75,0 1-28,0 0 324,0 0-120,-1-1 36,1 1-133,-1-1 39,0 0-425,0 1 121,0 5-42,0 1-153,-1 7-107,-1 3-1898,-2 13-4591,3 2 6270,2 3 1,0-15 0,2-8 0</inkml:trace>
  <inkml:trace contextRef="#ctx0" brushRef="#br0" timeOffset="159874">15856 8578 9490,'-5'0'2627,"1"0"-1094,4 0-879,-9 20-299,7-11 681,-4 24-193,12-19-401,6 7 86,9-5-588,-2-3 521,23 3-292,-5-7 21,23 1 86,-5-6 80,4-6 458,0-3-175,1-4 184,-4-6 37,1-2-288,-15 2-142,-10 2 1,-1 0 259,11-7-371,-12 5 1,-1 0 272,13-12-27,-6-2-126,-3-2-129,-4-1-122,-2-3-124,0-1-64,2-3-270,-6 9-72,15-16-85,-12 12 57,11-15 314,-17 17 1,-2-1-253,10-19 132,-11 15 0,1 0 3,-4 7 0,-1 0 86,1-4 1,1-2 90,1-2 0,0-2-16,1-2 0,0 0-388,-4 8 1,1-1 417,7-17 0,1-2-505,-5 15 0,-1-1 497,0 2 1,2-2 0,-2 0 7,6-10 0,0 0 2,0 0 0,-1-2 1,-2-2 1,0 0-8,-1-1 0,-1-4-36,-3 4 1,0-4 0,-2 3-23,-2 10 1,-1 2-1,0 0-7,0-5 1,1 0-1,-1 0 7,-2 1 1,0-1 0,-1 3-41,0-5 0,0-1 27,-1 3 1,1-3 0,-2 1-30,0-12 1,-2 2-5,-1 0 1,0 2 71,-3 0 1,-2 1 1,1 2 1,-3 0-10,-1 1 0,-3 0-5,1 0 1,-2 0 2,-1 1 1,0 0-1,0-1 1,0 1-4,2 13 1,0-1 25,-5-17 0,0 1-18,4 18 1,-1 1 9,-5-17 1,-2-1-3,2 13 1,-1 2-217,-2 1 1,0 0 209,-2-1 0,-1 2-1,0-1 0,-1 0 5,-1 0 0,0 1 3,0 1 1,-1 0 13,-1 3 0,0 1 34,1 2 1,-1 2 4,1 4 0,0 1 47,1 2 1,0 3 54,-22-15 34,11 12 21,-13 1 66,15 11 12,-16-1 638,19 7-631,-16 4 56,12 2-12,-18 2-24,16 1-144,5 3 1,-1 3 922,-20 8-943,13-3 0,0 3-137,4-1 0,1 2 152,1 1 1,0 0-30,2 1 0,1 0-28,4-2 0,1 1-62,-16 16 282,9-4-149,5-1-26,1-1 208,-1 3-299,-2 2 20,-6 12-33,2 1 814,4-2-1012,10-11 369,10-17-357,4-7 227,3-6 361,3-2-103,-1-2-114,4-8 3,0 2 50,10-20 28,-1 3-138,2-6 0,1-3-14,8-15-474,-7 13 0,0 0 364,8-16-25,0 1 8,1 3-224,-6 11 211,13-12-3038,-1 12 3276,0 0 52,6 5 121,-10 15 337,8-3-329,3 3-136,-9 3 116,19 1-368,-13 6-160,16-2-40,-9 6-213,0 0 3321,-5 1-3377,-4 1 69,-11-1 9,-2 2 328,-12-2 338,0 1 212,-6-1 244,-1 0-616,-4-2-157,-6 1 0,-9-2 0,-13 2 0,-11 3 0,-10 5 0,-3 5 0,11 1 0,12 0 0,1 1 0,-8 8 0,11-6 0,-1 2 0,-1 3 0,2 0 0,-16 13 0,17-12 0,0 2 0,5-1 0,1 2 0,0 4 0,1 1 0,-1 2 0,3 0 0,0 3 0,3-1 0,-5 23 0,7-5 0,5-8 0,5-11 0,5-8 0,3-8 0,5-3-1747,8-3-4440,14 1 6010,2-2 0,-9-2 1,-8-5-1</inkml:trace>
  <inkml:trace contextRef="#ctx0" brushRef="#br0" timeOffset="163652">15813 4586 24443,'48'6'968,"0"-2"-900,-7-5 284,6-4-55,-9-1 80,21-11-69,-29 6-333,2 1 0,2-1-9806,5-1 8896,-1 1 0,-16 6 0,-18 3 0</inkml:trace>
  <inkml:trace contextRef="#ctx0" brushRef="#br0" timeOffset="164260">15754 4005 24183,'-16'-29'-236,"1"0"1,-7-12-365,24 48 830,6 25-4191,-2 19 4099,-2-18 0,-1 1-29,1 5 0,-1 1 176,-1-6 1,1 0-302,-1 0 1,0-1 220,0-1 0,0-1 206,2 30-475,1-3-4799,1-1 4892,1-10 0,-4-19 0,0-13 1</inkml:trace>
  <inkml:trace contextRef="#ctx0" brushRef="#br0" timeOffset="171368">7529 1713 21102,'46'-36'880,"1"1"1,0-1-1,-2 2 1,-1 2-1,-3 5 100,0 5 1,-1 5-608,10-4 0,3 1-217,0 2 1,1 1-121,-1 1 1,-1 0-33,-3 3 1,-2 1-16,-8 3 1,0 0 259,0 1 1,1 0-397,3 0 1,-1 1-134,3-1 1,-2 0 72,-8 3 1,1-1 139,18-1 1,0 0-5,-15 2 1,0 1 16,18-2 1,2 1-2,-10 1 0,1 1-21,2 1 1,1 0 20,3 1 0,2 0 33,3 0 0,1 1 28,-18-1 1,0 0 0,-1-1-48,10 1 0,0 0 505,-1-1 1,4-1 0,-6 1-599,-10 0 1,0 0 108,12 1 1,8-1-1,-7 1-24,-9 0 0,-3 1 40,19 0 0,0 2-11,-15 1 1,-2 0-308,1 2 1,0 0 186,3 2 1,1-1 1,3 2 1,1-1 34,5 1 0,2-1 47,-18-1 0,2-1 0,0 0 1,1 1 1,1 0 0,0-1-117,2 2 0,1-1 0,-3 0-148,9 2 1,0 0 158,-6 1 1,3 0-1,-3 1-74,-1 0 0,0 1 71,-5-1 1,4 1-1,-4-1-112,7 4 1,-4-1-5,-1 0 1,-1 1-85,-1 1 0,0-1 292,-3 0 0,0 2 65,15 6 1,-1 2 65,-13-6 1,-1 0 104,10 6 1,0 1-30,-5 0 1,-4 0-48,9 6-319,-8-3 0,-2-1 583,-3 2-317,-2-1 0,0 1-2,8 10-135,-16-13 0,-1-1-327,9 10 142,-1 0 78,1-2-96,-1 0 86,-3-3 111,-3-2 28,-5-3-11,-5-4-25,-5-3-200,-6-2-269,-3 0 420,-6 1 614,-6 3 423,-6 3 362,-4 0 328,-2-3 300,0-4 762,-10-6 495,4-6-1340,-12-8-1780,3-6 0,-18-12 0,13 4 0,11 0 0,1 0 0,7 1-1162,-9-13-891,21 16-27,-1-1 511,5 5 26,5 6-22,0 2 257,2 1 2321,3 5-1069,6 3 310,5 6 252,7 5 76,2 5 80,11 8 228,-10-9-48,14 9-1947,-4-14 1633,17 2 103,8-5-90,-27-9 1,-1-2 718,31 0 264,-6-9 262,-7-5-906,-7-7-880,-8-4 0,-9-5 0,-12-1 0,-6-3 0,-8 8 0,-8-6-8,1 12-2626,-5-4 17,5 9 351,1 6 865,1 3 965,-2 6 2255,-12 14-135,-1 1 398,-12 14-28,5-5-331,-1 3-1723,-5-1 0,-16 5 0,14-11 0,6-7 0,0-2 0,-10 2 0,-11-1 0,5-7 0,0-11 0,2-8 0,13-4 0,0-4 0,-12-11 0,16 8 0,2-1 0,1-8-405,8 1-2308,7 10 15,4-6 782,3 11 748,1-1 416,0 8 284,2 9 1335,1 4-1014,3 8 103,1 8 86,1 8-230,1 4-287,6 3-67,6-2 302,9-3-666,24-5 2029,-13-11-287,-7-8 1,2-3 1334,17-7-952,-20-1 1,0-2 135,-1-1 1,-1-2 280,26-16-1636,-12-5 0,-9-3 0,-11-2 0,-9 3 0,-8 4 0,-6 5 0,-2 6 0,0 6-1705,0 6-392,-1 3-143,6 21 488,-3 4 676,4 7 198,-12 5 920,-5-9 781,-12 8 447,2-8 118,-28 14 1006,11-15-1114,8-7 1,-2 0-11,-15-2-1270,3-7 0,-2-22 0,-1-19 0,1-9 0,23 16 0,2 0 0,-8-15 0,3 4-1523,11 14-1037,2 6 415,10 11 784,1 3 960,2 4 174,2 3-443,5 3 760,11 14 136,0-6 208,15 13-100,-5-8 213,9 6-237,4-3 362,5-6 1031,-13-7-537,8-8 354,-14-9 365,10-7-1885,10-15 0,-4-13 0,-6-4 0,-16-5 0,-13 9 0,-5-3 0,-3 13 0,0 6-2079,-2 17-7752,-3 16 8946,1 0 0,0 3 0,3-8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3:44:09.05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1576 2098 21814,'9'-37'666,"1"-1"1,5-22-482,-18 66 168,-5 9 0,-11 14-84,-13 15-166,11-16 1,-1 2-171,-4 4 0,-1 4 104,2 3 1,-2 4-1,2-2-503,-3 9 0,1 0 471,5-7 1,1 1-1,5-1 31,8 11 1,7-4-147,5-18 0,3-2 144,7 5 0,5-7-43,22-9 76,1-11 249,-4-11-187,-5-8 973,-5-9-1001,-7-9 287,-2-7-234,-2 2 0,-2-1-15,3-3-30,3 0 0,0 3-42,-2 12 0,12-11-5,-8 19-40,-3 5 29,15 5-40,-6 11-17,10 8 12,-8 12 5,-8 10-16,-9 7-1,-7 6-540,-7-11 0,-1 0-3062,-1 20 3608,0-20 0,0-3 0,2-10 0,0-6 0</inkml:trace>
  <inkml:trace contextRef="#ctx0" brushRef="#br0" timeOffset="1280">2260 2527 18319,'-2'-5'6156,"0"1"-4560,2 4-1568,-29-45-22,24 34 27,-7-30 18,37 49-23,20 6-39,4 8-1,-19-3 1,-3 1 0,10 10 0,-5 24 11,-30-13 11,-13 11 11,-13-5 23,-20-5-22,14-19 77,-4-6 24,21-16 122,-1-16-140,7-2-33,3-11-45,12 4 6,11 0-23,14-1-36,2 9 0,4 2-6,0 1 0,2 2 0,-1 0 0,2 1-196,11 2 1,0 3-136,-12 1 1,0 1 198,5 0 1,1-1 64,-5 0 0,-4-1 171,2-5 196,-15-8-123,-21 2 134,-21-6-28,-13 10-123,-7 2-12,-5 7-33,-8 17-67,14-1 0,7 6 0,2 4-17,-2 19 0,0 9-6,25 2-16,21-23 16,7-5 12,17-17-1,1-15 18,11-8 21,-3-14 29,-24 8 0,-3-3 112,11-19-84,-7 1 151,-10 3 0,-10 12 106,-1-7-145,-4 12-23,-2 6-179,-1 11-22,-1 9 17,-5 19-12,3-2-16,-4 40-40,6-13-33,-2 12-246,5-27 0,2 1-382,4 2 1,1-1 95,7 21-130,-2-20 1,5-6-1187,20-6 1729,-5-5 276,19-19 868,-15-24 39,-6-10-56,-6-12 236,-20-4-567,-8 13 352,-5 1-799,2 22 117,-2 10-241,7 10 39,-2 18-27,7 22-7,0 8-191,0-17 1,0-1 169,0 15 7,-3-18 1,-1 0 3,-4 19-64,1-18 1,0-1 57,-4 11 5,1-10 57,4-23 78,1-8-78,0-33-85,0-5 23,-2-19-59,1 5 1,0 0 64,0-12-340,1 21 0,0-5 0,0 2 339,1-2 1,1-2 9,1 3 0,1-4 0,1 2 10,2-8 0,2 1-17,2-4 1,2 5-86,6-5 54,7 11 7,4 22 16,5 7 427,1 11-422,16 25-2189,-18 7 2181,-9-5 0,-2 3 39,1 25-64,-11 6 28,-19 1-40,-19-5-121,4-27 0,-5-2 74,-6-3 0,-3-2-1330,-5-3 1,-1-2 424,-1-2 1,1-3 991,2-3 0,3 0 0,-6-2 0,16-2 0</inkml:trace>
  <inkml:trace contextRef="#ctx0" brushRef="#br0" timeOffset="1905">3776 2368 20638,'-6'-56'1602,"0"0"0,-1-4 0,0 9-1076,3 21-190,-3-5-240,7 21 4,2 7-32,7 16 21,3 12-16,6 24-59,-8-14 0,-1 3-400,0 8 1,-1 0 404,-1-7 1,-2 2 5,1 20 0,-1 0-11,-3-18 0,0-2-8,1 15 0,-1-3-6,-1 11 5,0-24 281,0-15-6,-1-18-95,6-30-146,0-5-17,7-27 1,2 7 2,1 18 0,2 1-25,10-9 822,5-2-794,-1 30-17,-9 9 6,14 7-34,-1 8 0,-8 2-120,1 8 0,2 5-4184,-3 4 0,-1 1 4321,2-3 0,-1-1 0,12 20 0,-32-40 0</inkml:trace>
  <inkml:trace contextRef="#ctx0" brushRef="#br0" timeOffset="2290">4785 2275 23887,'-4'-39'529,"0"1"0,-12-21-327,-19 66-57,-1 6-50,-1 13-77,14-1 4,7 13-11,18-11-5,8 3 33,7-13 45,2-6-17,-2-6 202,7-10-6,-9-5 51,5-9-17,-9-4-68,-6-2-83,-4 2-23,-4 2-44,-4 5-3427,-9 6 3348,4 4-5,-8 5-23,7 7-73,-3 6-274,5 7-846,3 8-2145,6 6 4214,7 10 0,-3-19 0,3-1 0</inkml:trace>
  <inkml:trace contextRef="#ctx0" brushRef="#br0" timeOffset="2591">4793 2562 25494,'-30'25'74,"-1"1"1,4-3 0,8 0-24,24 4-6,10-6 39,13-8 33,5-6 1,2-10 27,-3-7 79,-6-8 62,-7-4-56,-9-3-79,-10 0-84,-12 2-56,-13 3-33,-14 5-225,-10 6-850,-4 5-119,10 5 1216,-17 9 0,41-6 0,-15 6 0</inkml:trace>
  <inkml:trace contextRef="#ctx0" brushRef="#br0" timeOffset="2940">1101 3628 14042,'-55'4'828,"-1"0"0,1 0 0,0-1 0,2 1 0,3 0 0,6-1-111,-1 2 0,20-3-224,36-4-208,22-2 1,16-2 0,0 0-1565,0-2 0,1-1 0,3 0 1374,1 0 0,3-1 1,3 0-1,0-1-55,-6 2 0,2-1 1,0 1-1,1-1 1,1 1-224,-5 0 1,1 1 0,0-1 0,1 1 0,1 0 0,-1 0 192,5-1 0,-1 1 0,1 0 1,1 0-1,0 0 0,1 1-74,-7 0 0,0 1 0,1 0 0,0 0 1,1 0-1,-1 1 0,1 0 68,1 0 0,0 0 0,0 0 0,1 1 0,-1 0 0,1 0 0,-1 0-142,2 1 0,0-1 1,0 1-1,0 0 1,0 1-1,0-1 0,-1 1 138,0 0 1,0 0 0,-1 0 0,0 1 0,1 0 0,1-1 0,0 1-14,-3 0 1,3 1-1,0-1 1,0 1-1,0-1 1,-2 1-1,-1-1 1,-4 1 7,12 0 1,-5-1-1,-2 1 1,0 0-1,3 0-17,-1 0 1,3-1 0,1 1 0,-1 0 0,-4 0 0,-5 1-640,11 0 0,-6 0 0,2 0 661,-7 1 0,4-1 0,-3 1 0,-5-1 0,9 2 0,-7-1 0,-11 1 0,0 0 0</inkml:trace>
  <inkml:trace contextRef="#ctx0" brushRef="#br0" timeOffset="3426">6777 2542 15090,'39'-18'43,"1"0"1,0 0-1,5-3 1,-2 2 1204,-11 10 1,-2 3-1485,27-5-683,-20 6 1,2 1-68,0 0 1,-1 1-2432,3 0 1,-3 2 3416,6 2 0,-21 0 0,-12 1 0</inkml:trace>
  <inkml:trace contextRef="#ctx0" brushRef="#br0" timeOffset="4193">7207 2442 26497,'-36'-12'86,"-1"1"1,-22 3-98,57 41-22,0 16-29,1-2-420,3-5 1,0 4-1258,-1 1 0,-1 2-1538,-1-4 0,-1 4 0,-1-3 248,0 7 1,-2-2 1611,-6 6 1,-4-6 1945,-8 2 3666,-9 1 2487,8-28-4262,5-15 711,10-21-1378,6-4-353,2-13 846,5 3-2062,5-2-161,1 12 10,19-3-27,4 4-34,26-6 22,-25 9 1,1 1-243,26-7 192,-10 2 0,2-2-535,-15 4 0,0-2 529,18-5 1,1-3 38,-10 3 1,-2-2 27,-1 0 1,-1-2 16,-3 0 1,-2-2-24,-7 2 0,-2-2 214,10-21 89,-17 2-117,-14 12 476,-10-11-37,-5 16-299,-3-7-45,-1 15-89,3 9 943,4 5-1094,2 4 367,2 1-407,-1-2 0,1 0 0,-1-5 0,0-1 0,-2-13 0,0 2 0,0-4 0,-3-5 0,3 12 0,-1-4 0,0 12 0,3 5 0,0 4 0,0 10 0,1 15 0,0 20 0,0-15 0,0 3-268,-1 6 0,-1 1 268,0 3 0,-1 2 0,-2 0 0,0 1-6,1-1 0,0-1-216,0-4 1,2 0-619,7 0 0,4-1-1692,12 15 1728,21-9 1,-20-30-1,0-9 1</inkml:trace>
  <inkml:trace contextRef="#ctx0" brushRef="#br0" timeOffset="4383">7679 2751 18936,'-4'-2'5919,"1"1"-4949,3 1-976,15-38-50,0 27-516,11-10 1,6 0-3014,23 16 3585,-18 1 0,-1 1 0,4-1 0,-16 2 0</inkml:trace>
  <inkml:trace contextRef="#ctx0" brushRef="#br0" timeOffset="4883">8363 2348 16969,'1'-5'7259,"-1"2"-5472,0 3-1283,6-64-201,-4 44-242,1-15 1,0 5-62,-3 25-67,0 11 50,0 12-90,-2 15-514,-2 19-606,0-20 0,-1 1-3589,-3 24 4816,1-22 0,2-6 0,2-14 0,-1-2 0</inkml:trace>
  <inkml:trace contextRef="#ctx0" brushRef="#br0" timeOffset="5373">8792 2725 24279,'10'-58'745,"-1"0"0,-1 6 0,-2 7-365,-4 9-94,-2 13-196,-1 11 44,-1 8-106,-1 4-28,-2 9 11,-3 9-22,0 14-11,1 14 10,6 12-16,5-9 0,6-9 0,4-1-50,12 10-17,-7-14 0,1-1-292,12 7-402,-7-7-478,-11-11-648,-14-5-1905,-19-8 2649,1-4-279,-18-11 1254,12-9 1288,5-11 0,0-5 1244,-5-24-1458,10 13 0,3-1-77,6 10 0,3 1 627,2-29-521,6 16-531,1 14-203,-1 17-162,-5 14 17,-4 17-11,-6 17-17,-9 21-73,5-22 1,-1 3-1696,-7 14 0,-2 0 1768,5-12 0,0-2 0,2-2 0,1-4 0,1-5 0</inkml:trace>
  <inkml:trace contextRef="#ctx0" brushRef="#br0" timeOffset="6114">10380 3130 21808,'10'-56'1133,"1"1"1,0-4-1,-2 4-365,-2-4-258,-1-3-169,-5 20-162,-3 18-223,0 16 55,-1 32 6,1 12-1702,-1 1 0,-1 3 1685,1-7 0,-1 1-3,-2 5 0,0 0-2282,-5 17 2291,3-18 22,-1-9 162,7-22-117,-1-14-23,7-32-27,3-14-12,0 16 0,1-4 902,3-6 0,2-1-902,-3 9 1,2 1-7,1-3 1,2 3 3150,12-5-3145,-2 21-16,9 12 16,8 29 0,1 10-387,-16-4 0,-1 3 376,9 15 0,-14-14 0,0 1 340,-2-2 1,0-1-344,2 6 1,0-1 35,10 13 18,-12-17 89,-13-28-40,8-24-38,8-21-17,-8 8 0,-1-2-29,-2 7 1,-1 1 8,-2-9 1,-3 1 18,-2-12-27,0 6 749,-4 11-1505,-2 24-930,1 7-8162,3 15 9793,6-2 1,-2 5-1,2-8 1</inkml:trace>
  <inkml:trace contextRef="#ctx0" brushRef="#br0" timeOffset="6698">11338 2793 26654,'7'-8'330,"4"1"-168,4 8-61,7-5 56,8-8 28,-4-13-124,-4-3 12,-12-6 50,-15 5-106,0 13 17,-15 3-23,5 13 0,-8 6-28,9 2 12,-6 13 5,5 17-6,3-5 23,6-1 0,3 1-23,5-3-25,6 2 1,2-1 18,6-5 1,13 10-39,25-17-143,-7-17 196,-8-4 0,1-5 13,8-15-10,-12-5 0,0-9-4,-4-14 1,-4-9 14,-5 6 0,0-4 0,-3 1-552,-4 4 1,-2 1-1,-4 0 563,-4 2 0,-3 0 0,-3 7 11,-7-17-2610,-25 5 2593,18 36 1,-11-4-23,17 22 128,1 19-139,2 31 2,4-15 1,2 3 52,2 4 0,2 5 1,1 0-60,0-5 0,0-1 0,1 1-41,2 11 0,0 3 0,0-5-37,0 4 1,0-1-315,-2-6 0,-1 2 1,0-4 667,0-5 0,0-1-3641,1 14 0,1-4 3380,4-1 0,-5-24 0,-2-16 0</inkml:trace>
  <inkml:trace contextRef="#ctx0" brushRef="#br0" timeOffset="7400">11902 2839 22944,'-39'-31'612,"-1"0"0,3 5 1,13 3-378,31 6-224,14 7-16,6-2-21,7 6 1,4 2-568,24 0 568,-16 1 0,2 0 2,-10 2 1,0 0 2,-4-1 1,-2 0 8,25-1 155,-10-2-76,-2-1 70,-21 1-59,-3 2 44,-35 7 6,-3 5 407,-16 8-480,5 7-3392,3 13 3347,12-10 17,7 14 17,17-16-2213,21 9 2202,-3-13 42,23 0 53,-14-17 11,11-3-22,-3-11 50,-3-9 2306,-4-9-2395,-13 2 156,-2-19-146,-16 21 3476,2-19-3319,-16 22-152,-3 5-27,-20 13-50,7 14-12,-6 12 1,16 3-17,7 4 0,10 1 27,3-6 1,24 8-11,1-13-1,21 3 18,-12-13 7,-9-8 1,1-4 42,12-7 78,-9-6 1,-2-5-7,3-14-81,-19 8 1,-4-2 25,-4-17 107,-12-18-197,-6 20 0,-9-4 0,-3 29 0,1 7 0,3 6 0,4 4-74,4 6-201,4 3-374,6 6-785,11 6-1170,15 4 1756,23 4 0,-23-13 0,4-1 0</inkml:trace>
  <inkml:trace contextRef="#ctx0" brushRef="#br0" timeOffset="7813">13543 2639 21556,'0'-3'4252,"0"0"-2734,0 3-1446,-69-33-49,38 34-12,-13-12 0,3 5-33,18 28 27,3 26-10,13-8 5,7 20 22,14-12-11,12-5 6,0-13 17,20-3-17,-14-18 61,13-4 12,-15-17 44,-6-11-16,-6-11-40,-7-10 12,-7-6-3404,-15-12 3336,0 21 12,-19-5-56,-2 26 22,-13 1-6,-2 9-100,7 6-96,11 9-140,14 9-290,15 10-556,15 10-811,14 3-1149,17-2 2770,-16-21 0,3-2 378,9-2 0,-1-3 0,7 0 0,-2-6 0</inkml:trace>
  <inkml:trace contextRef="#ctx0" brushRef="#br0" timeOffset="8121">13860 2685 26609,'-13'-40'334,"0"0"0,2 1 0,1 14-379,7 24 45,3 5-11,8 14 0,8 13 11,9 18-6,-10-20 1,-1 1-9,-1 8 0,-2 0 3,0 14-1,-12-19 1,-5-1 0,-18 2 22,-12 1 0,-2-13 73,1-16-44,16-8 60,5-19 35,20-18-68,17-13-67,-1 21 0,4 2-93,11 3 1,4 3-420,0 6 0,0 3-99,5 2 1,1 3-421,-6 3 1,0 1-2838,9-1 1,-1 0 1243,-14 2 0,-2 0 1978,9-2 1,-6 1-1,-14 2 1,-1-2-1</inkml:trace>
  <inkml:trace contextRef="#ctx0" brushRef="#br0" timeOffset="8329">14554 2482 24351,'-5'-53'982,"0"1"0,1 5 1,0 8-351,-3 16-525,4 12-46,0 3-105,3 11 66,0 13 12,2 16-46,0 4 9,0 4 1,0 5-21,-1 1 1,-1 4-128,-2-6 1,-1 3 0,0 0-879,-1 13 1,-2-1-38,-2-5 1,0-3-3852,2-14 1,2-4 4119,3 7 1,2-13-1,4-23 1</inkml:trace>
  <inkml:trace contextRef="#ctx0" brushRef="#br0" timeOffset="8583">14782 2716 20448,'25'-55'1351,"-1"0"1,-1 2 0,-9 12-1168,-16 33 1,-13-1-11,-14 14 11,-1 5 0,-3 3-56,1 2 0,-1 1-252,-6 6 0,0 3 212,11-3 1,3 1-3137,-14 24 3075,18-11 45,11 17-51,17-17-22,9 15 0,5-19-11,18 0-62,3-12-314,-5-10 1,3-2-466,-1-2 0,1-3-114,12 0 0,2-2 966,5 1 0,-4-1 0,8 0 0,-1 3 0</inkml:trace>
  <inkml:trace contextRef="#ctx0" brushRef="#br0" timeOffset="9216">16917 2859 20582,'-13'-49'996,"0"1"1,0-1 0,-7-16 0,-3 13-840,-12 22 52,3 23 1,0 8-182,2 13 6,-19 24 17,31 15-32,11-20 1,2-1 68,-2 23-60,3-4 5,7-15 1,3 0-344,7 11 329,-3-10 1,3-4 113,8-7 214,13-11-123,-7-20-17,12-10-14,-13-11 1,-3-6-124,-5 5 0,-2-1-248,6-13 0,-2-2 208,-9 9 1,-3 0 36,1-6 1,-4 1-7,-4-11 316,-11 2-371,-15 36-40,-9 8-50,-4 12-89,0 9-331,8 15-1126,11 9-6716,19 5 8346,12-6 0,0-15 0,-1-12 0</inkml:trace>
  <inkml:trace contextRef="#ctx0" brushRef="#br0" timeOffset="9573">17552 2544 18459,'0'-6'4397,"0"2"-2268,0 4-2023,-85 22-441,67 5 1,2 5 337,-16-2 1,-7 3 0,9 7-11,14 13 0,10 8 0,3 4 0,0-3-475,-1-9 0,0-1 1,2 0-1,0 2 442,-1 6 1,1 1 0,1 2 0,1-1-239,1-10 0,2 1 0,0 0 1,-1-2-1,-1-2-258,-3 11 0,-3-4 1,-1 3 134,0 0 1,-2 4-1,-3-1 1,-3-5 127,-9 2 0,-5-6 1,-3-3 191,-1-8 0,-3-3 0,1-4 347,-7 3 0,0-12 497,-2-19 0,5-14 55,10-39-454,12 3 0,7-7-167,14-7 1,10-3-95,-3 15 0,4 0 0,3 0 268,5-2 0,3 1 0,3 1-345,3-2 0,3 2 0,1 0-237,3 1 1,1 2 0,1 0 172,0 1 1,1 1 0,0 0-391,-3 3 0,1 0 1,-1 0 305,1 0 0,-1 1 0,-4 3 1,-4 4-1,-3 3 0,-4 3 1,0 1-1</inkml:trace>
  <inkml:trace contextRef="#ctx0" brushRef="#br0" timeOffset="9996">19359 3048 21198,'14'-43'1027,"1"1"1,-1-1 0,4-13 0,-3 7-400,-4-1-219,-7 19-269,-4 15-191,0 10 12,-3 15 33,-2 13 1,-3 19-90,-3 15-481,5-21 0,1 0-136,-3 24-3713,7-11 1,2 0 4424,6 7 0,0 7 0,-1-40 0</inkml:trace>
  <inkml:trace contextRef="#ctx0" brushRef="#br0" timeOffset="10396">19794 2629 22436,'-28'-47'642,"1"1"0,3 3 1,1 13-520,0 26-67,2 10-17,2 8 17,0 24-28,10-6-6,3 10 1,13-17 173,15-5-95,-6-11 240,17-9-122,-15-11 56,4-8 5,-11-3-96,-6 0-72,-10 1-56,-4 5-39,-5 5-39,-4 6-17,-1 8-29,-2 7-968,-5 31-605,11 1 338,7-9 1,4 1-2557,17 22-2991,17-4 6850,-3-27 0,1-4 0,5 2 0,2-7 0</inkml:trace>
  <inkml:trace contextRef="#ctx0" brushRef="#br0" timeOffset="10972">20030 2818 22060,'23'-43'1152,"0"-1"0,-1 3 1,-6 8-666,-13 23-308,0 1-134,-2 6 22,0 27-50,-1-6 22,1 38 12,-5-6-23,-1-10 0,-2 3-3,-2 0 0,-2-1-6,2-4 1,-1-1 25,-6 18 129,10-33 44,8-16-106,10-17-11,21-24-6,6-9-6,-7 10 1,1-2-31,-8 9 0,0 1-6,2-2 0,0 2 3,15-6-56,-13 16 11,-4 8-11,-5 16 6,1 8 11,6 12-17,3 8 0,9 9 0,-12-14 11,14 4-11,-9-23 11,14-3 3,-14-16 0,1-5 3,-3-1 0,-2-4-6,1-1 0,-1-5 20,-4-5 0,-3-4-212,-5 0 0,-4-2 209,4-12 0,-2-4-639,-3-5 1,-3-2 641,-3-2 0,-1-2-11,-2 15 1,-2-1 0,0 2-335,-3-12 0,-1 3 364,1 7 1,-1 4 27,-6-3-67,3 32 320,2 21-320,-5 39-28,6-13 0,0 5-118,0 8 0,-1 7 1,1-1 113,2-5 1,0-1-1,0 2-58,1 11 1,1 3 0,1-5-29,1 1 1,2-2-241,4 6 0,3-3 69,-1-19 0,2-1-1540,6 10 1,5-2 1273,-3-13 0,0-5 1,12 14-1,-11-28 0</inkml:trace>
  <inkml:trace contextRef="#ctx0" brushRef="#br0" timeOffset="11155">20872 2769 23959,'54'-15'-1967,"0"1"1,0-1 0,2 2 0,0 2 0,-9 5 1673,12 12 1,-10 0 0,-23-3 0</inkml:trace>
  <inkml:trace contextRef="#ctx0" brushRef="#br0" timeOffset="11704">21499 2720 26340,'-35'-3'53,"-1"1"0,-20 2 59,67 16 34,17-2-62,11-4 0,10-4 17,-8-11-56,-11 0 95,-1-9 190,-12-21-229,-6 8-73,-6-10 45,-16 17-12,-13 8-78,3 2 34,-21 6-22,24 7 10,-22 18 12,21 5-20,2 15 0,6 7-5,10-8 0,3 0-114,-3 6 1,6 0 90,15-3 0,9-7 28,7-16 1,2-4 4,-8 4 1,2-5 19,19-7 1,-1-8 0,-1-14-1,-14 3 0,-1-4 29,13-18-6,-8-8 39,-10-2-45,-10 7 280,2-21-263,-13 33 50,9-21-16,0 30-107,-2 5 51,22 6-34,-16 9 242,28 19-253,-27-5-40,0 5 1,-1 4-476,-2 12-706,-6-9 0,0 0-4795,1 11 6027,-1 2 0,-9-34 0,-1-3 0</inkml:trace>
  <inkml:trace contextRef="#ctx0" brushRef="#br0" timeOffset="13273">22869 2751 14493,'5'-7'6940,"-2"1"-6301,9-22 0,0-5 307,-6 10-669,8-12 0,-4 3-53,-15 23-151,-7 6-22,-9 9 10,-10 10-38,-6 12-35,0 13 7,3 8-18,10 5-418,9 3 408,18-2-12,18-3 11,23-7-1637,-3-24 1,3-5 1653,-13-4 1,2-4 2,19 0 0,-1-6-627,0-6 658,-4-7 0,2-3-19,-20 2 1,0-3 93,13-9 0,-2-4 12,-16 3 0,-4 0 69,12-23 6,-19 9 220,-11 18-320,-11 10 2960,2 6-3022,-13 11 964,3 8-959,-6 12 153,3 8-158,7 17-22,22 1-7,16-1 12,24-12 12,7-19 27,-24-15 0,-1-4 67,17-11 118,-20-11 0,-5-7-117,-4-14-32,-14 2 1,-5 1-31,-11-1 28,-19-13-12,0 24-38,0 3 33,-18 2-56,11 19-12,-5 5 1,15 10-39,7 10-79,8 2-213,3 9-1159,20 14-784,11-4 240,-2-15 1,2-2-846,16 5-107,-10-13 1,2-3-617,24-2 3803,-14-10 1,2-4 1203,-8-4 0,-2-2 964,27-13 2201,-20-10-1495,-13 2-1115,3-9 219,0-8-1603,-10 16 696,4-12-947,-15 30 290,2-8 48,-7 16-591,2 5-38,0 14 10,5 14-16,-1 2 11,4 16-22,-4-6 33,1 21-39,-5-21-11,-2 12 61,-2-35 6,0 3 95,1-16-28,5-12 1,10-18-29,6-9 11,11-16-11,-12 23 1,1-1-18,0 3 0,1 2-36,0 1 0,-1 3-14,10-5 6,1 14-28,-17 8-18,15 5-21,-4 16-18,0 7-274,-7 2 1,-2 1-135,2 4-942,-2-4 1,1-1-5153,6-4 6553,8 3 0,-15-15 0,-7-6 0</inkml:trace>
  <inkml:trace contextRef="#ctx0" brushRef="#br0" timeOffset="14238">24778 2813 23943,'10'-40'384,"0"0"1,0 0-1,-4 17-373,-6 31 6,0 0 34,1 17-23,1 3-17,2 11 6,0-7 89,1 26-56,-3-30 52,1 17 206,-3-32 112,0-8-62,1-5-223,2-8-91,0-2 40,6-13 23,11-16-29,3-5-47,-6 15 0,1 1 2,8-9-5,-1 6 28,12 3-44,-11 15-24,30 8 1,-23 22-28,10 17-118,-11 7-22,-5-6-625,-6-7 0,1 2-2474,12 11-1299,-9-11 1,1-2 4576,11 9 0,-14-16 0,-11-11 0</inkml:trace>
  <inkml:trace contextRef="#ctx0" brushRef="#br0" timeOffset="14604">25567 2975 13737,'1'-4'9315,"0"1"-6436,-1 3-2761,-11-47-113,8 35-16,-7-35 6,15 49 5,8 3 0,2 1 39,26 3-3398,3-6 3371,0-1 27,2-8 17,-21-5 33,3-8 12,-8-6-11,-7-5 11,-7-2 3403,-8 1-3364,-13 1-107,1 13 46,-16 2-18,2 13-10,-10 4-12,-1 7-28,4 8-11,6 7 17,11 6-96,15 22-167,16-9-194,1-13 1,5-1-651,4-5 1,3-3-1907,4 1 1,1-2 2995,-1-3 0,-3-2 0,10 4 0,-17-11 0</inkml:trace>
  <inkml:trace contextRef="#ctx0" brushRef="#br0" timeOffset="15095">26395 2976 24872,'-28'-34'181,"0"0"1,1 5-1,-2 11-125,-20 36-34,12 2 40,-5 18-51,21-5 12,-3 15-23,17-6-34,16-1 12,15-3-6,23-7-34,8-16 0,7-7-872,-11-3 1,3-5 938,-5 0 1,4-3 0,-5-3 13,6-8 1,-4-4-237,-5-4 1,-4-5 232,-6-3 1,-6-5-6,-5-3 1,-5-4 18,-4-3 1,-5-3 19,-3-4 1,-3-1 50,-3-3 0,-2 0 75,-1 0 1,-1 2 41,0 5 0,0 2-1233,1 7 0,0 4 1166,2-6-78,1 16 33,2 22 744,1 11-794,1 30-36,-3-3 0,-1 4-12,-1 5 0,-2 4 240,-2 7 0,-2 1-243,-1-6 1,0 0-37,1 1 0,1-1-28,0-11 1,2-1-390,4 16 0,3-3-841,10 12 1977,-4-21 0,4-1-7174,27 7 6486,-8-22 0,-5-9 0,-15-13 0</inkml:trace>
  <inkml:trace contextRef="#ctx0" brushRef="#br0" timeOffset="15646">26808 2911 23332,'25'-23'-889,"-1"0"0,5 4 1,4 5-1031,21 14 1,4 6-1068,-6-3 1,-2 1 1254,-4-1 1,-4 0 1898,14-1 7124,-39-7-5101,-10 2 1013,-12-3-1255,-1 2-655,-4-1-438,-1 1-178,-6 1-577,3 3 39,-4 6-34,6 5-32,1 6-7,4 4 6,15 7 16,6-5 18,12-1 49,12-12-83,-5-9 101,11-14-107,-19 0 129,8-21-140,-21 15 84,2-16 11,-11 14 56,-11-6-123,-7 9-22,-15 1-12,-17 11-27,5 7-6,-5 9-12,10 20-89,11 18-101,6 9-893,20-6 0,8 0-14,3-20 0,4 0-748,8 13 0,8-3 1840,14-13 0,1-7 0,1 4 0,-17-14 0,0 1 0</inkml:trace>
  <inkml:trace contextRef="#ctx0" brushRef="#br0" timeOffset="16032">27759 3200 21455,'0'-43'1122,"-1"0"0,2 4 1,-6 7-31,-29 7-918,12 12 128,-38-5-184,15 28-101,-1 4 0,10 14-12,23-7-22,7 8 17,9-6 28,9 5-28,23-2 12,-7-11 4,34-8-10,-33-12 33,24-14 28,-24-12 14,-11 0 1,0-4-251,-5-1 0,-1-1 205,-1-1 1,-2-2-268,-1-5 1,-1 1 378,-2 6 1,0 1 19,0-8 0,0 0 17,-2 3 0,0 3 5,-2-12-78,-3 15-90,0 25-27,-1 11 10,2 14 442,0 20-439,2 5 0,1 6-33,2 13 0,0 2-254,0-8 1,0 3-751,-1-3 1,1 3-1,-1-6 717,-1-10 0,-1-4 0,1 9 0,-1-4 1,-1-10-1</inkml:trace>
  <inkml:trace contextRef="#ctx0" brushRef="#br0" timeOffset="18170">29395 2785 23304,'-10'-48'655,"1"0"0,1 8 1,2 9-578,4 19-32,2 11-64,0 3 24,3 12 17,6 18-23,4 21-212,-4-19 0,0 1 209,0 4 1,0 1 4,1-1 1,-1-1 3,0-3 0,1-1 5,5 19 78,-3-18 107,-4-19 17,2-23-151,-3-5 55,12-25-16,-3-5-62,-4 13 1,1-1 4,6-21 12,-3 12 0,1 0-252,8-11 173,-7 17 1,0 1-34,8-5 374,-2 15-665,-1 10-819,4 9-1791,6 10 2957,7 10 0,-17-5 0,-1 1 0</inkml:trace>
  <inkml:trace contextRef="#ctx0" brushRef="#br0" timeOffset="18997">30127 2785 14678,'8'0'4688,"-2"0"-2565,-6 0-1642,0 0 581,21 8-877,9-4-73,29 5-62,-26-7 1,1-2 5,-1-2 0,1-2 84,22-6-11,-12-7-2420,-10-13 2358,-16 8 1014,-4-16-991,-19 12-46,-11-3-4,-19 8 16,-27 10-17,6 12-17,1 4-11,18 12-11,12 7 6,6-3 3397,2 19-3386,12-7-6,0 11-11,11-1 0,10-3 6,16-6 5,12-8-1693,-9-17 0,0-3 1693,16 1-212,-15-8 1,0-4 233,7-8-134,6-8 163,-8-6-1,-8-1 23,-7-1 6,-8 0-6,-5 1 3098,-2 0-3070,8-6 569,2 6-653,2 2 33,6 7 229,-1 8-257,9 2-16,1 9 6,8 27-23,-19-7 11,0 19 0,-21-2 0,-3 3 0,-3 10 6,-1 6-6,0-20-33,7 5 22,8-23 6,12 0-18,11-10 29,20-15-6,-24-3 1,0-4-1,1-3 0,-1-4 8,0-5 1,-3-5 2,-2-12 1,-4-3-6,-5 2 0,-3-2-1497,0-12 0,-3 0 1502,-7 18 1,-2 1 13,-3-10 1,-2 2-54,-2-7 140,-2 3 0,-1 0 34,0 6-73,-3-13 39,6 42-112,3 12-39,-1 0 2999,1 12-2966,2 32-5,1 21-742,-2-12 0,1 2 739,-1-9 0,-1 1-5,0 13 0,0 2-79,2 2 0,0-2 8,0-10 1,2 0-267,3 12 1,4-4-1151,7-20 1,1-4-293,12 21 1256,-2-24 1,-2-6 0,-9-12 0,8 1-1</inkml:trace>
  <inkml:trace contextRef="#ctx0" brushRef="#br0" timeOffset="19546">31446 2668 24217,'-6'-32'-6,"1"0"1,16-20-96,36 57-67,-9 0 0,2 0-123,-4 2 0,-1 0 111,25 5 40,-21-4-5,-16-6 134,-3-1 173,2-3-28,-10 1 298,-4-1 335,-7 2-526,-2 0 475,-6 0-301,-3 0-151,-5 2-136,2 3-72,5 0-11,4 2 140,11 8-79,9-2-38,17 7-18,9-9-16,7-5-1,-9-4 79,8-12-67,-26 2 185,13-19-118,-27 7-56,-2-11 22,-18 6-5,-9 2 50,-23 0-89,10 8 44,-17 1-22,21 10-28,-5 5-28,6 9-6,5 12-27,4 15 24,12 3 1,4 4-45,4-9 0,3 0-520,3 15 1,5-1-526,5-15 0,4-3-1397,4 0 0,3-4 2495,6-1 0,1-4 0,4 4 0,-1-10 0</inkml:trace>
  <inkml:trace contextRef="#ctx0" brushRef="#br0" timeOffset="19879">32400 2933 22470,'29'-45'1219,"-1"0"0,0 4 0,-14 11-855,-28 22-106,-11 9-113,2 4 68,-28 20-134,12 2-331,10-7 1,0 2 251,-18 17 6,2-2-124,-2 3 74,18-16 157,2-5-175,19-20 68,4-14 33,8-16 28,7-15 40,9-6 44,1 6 451,-1 9-451,-4 15-90,-4 11 63,5 15-74,2 19 0,15 20-426,-13-14 0,0 1 373,4 3 1,2 1-127,3 1 0,2-1-1272,2 0 1,1-1 1400,-3-5 0,-3-1 0,10 6 0,-18-16 0</inkml:trace>
  <inkml:trace contextRef="#ctx0" brushRef="#br0" timeOffset="22424">32906 2821 13754,'-1'6'5574,"1"0"-4023,0-6 12,0 0-751,-18 15-599,12-10 229,-13 18-330,18-18 106,0 7 6,4-4 124,10 4-158,5-2-39,11-1-33,1-6-68,-6-2 147,9-7-113,-18 2 67,11-11 67,-13-4-89,-3-2-73,-4-1 45,-8 2-39,-4 7-40,-4-2 6,-8 6-28,-1 3 6,1 5 10,-4 5-21,-5 12-1,3-1 6,-9 16 11,16-7-5,-1 8-23,10 1 23,14-1-29,15-2 12,30-3 6,4-12 7,-20-9 1,1-2-3,22-10 34,-5-5 11,-16-3 162,2-17 17,-21 4 67,4-14-140,-16 13 140,-2-5 79,-4 8-219,2 2-50,0 6-62,0 11-33,-1 4-6,3 7 0,0 3 11,16 46-1727,-12-22 1,-1 3 1684,3 3 0,-1 0-20,-3-3 1,-3 0-974,-8 1 1,-2-3-730,-7 11 1341,-10-1 0,-1-5 0,6-16 0,-15 8 0</inkml:trace>
  <inkml:trace contextRef="#ctx0" brushRef="#br0" timeOffset="23854">2786 4596 18033,'-2'-46'2621,"0"0"1,-11-16-2448,-17 90-29,-9 16-106,18-17 1,0 2-24,3 0 1,2 0 6,-6 29-12,13-7 6,16-9 16,13-13 29,17-12 11,14-16 11,9-16-28,-28 1 0,-1-2-266,-1-4 0,-3-2 344,-4-1 1,-3-2 195,5-26-321,-16-1 187,-18 1-83,-11 5-29,-8 8-28,-3 13-17,3 13 547,7 8-586,-3 18 243,11 5-389,-1 15-211,17-1-516,12 0-2203,12-13 1,6-3 3075,23 9 0,0-5 0,-27-13 0</inkml:trace>
  <inkml:trace contextRef="#ctx0" brushRef="#br0" timeOffset="24171">3138 4536 23215,'17'-29'109,"0"0"0,21-9-101,-13 54 1,0 9-4,12 6-5,-13-6 0,-3 0-5,-3-1-6,1 31 16,-14-16 29,-9 13 257,-12-22-123,2-14 207,-6-16-11,8-13-39,0-11 0,4-19-207,9 4-90,3 0-22,13 6-18,6 11-145,12-1-784,12 4-4711,12 5 5652,-3 5 0,-18 4 0,-16 3 0</inkml:trace>
  <inkml:trace contextRef="#ctx0" brushRef="#br0" timeOffset="24945">5435 4571 19848,'11'-56'1493,"-1"0"1,0 6 0,-3 11-1208,-7 20 38,-3 9-223,0 10-73,-3 10-22,-1 14-1,0 16-5,1-1 17,2 15-11,1-12 11,-3 9-12,-3-9 6,-8-8 34,6-15 22,-4-7-3139,4-21 3117,4 1 22,-4-21 45,8-17-73,1 5-92,3 5 1,0-2 114,3-19-51,-1 22 0,2-1 14,2 0 1,2 3 7,11-13-33,10 12 0,-7 22 3315,8 14-3304,-6 12-16,10 12-4,-14 0 1,0 4 8,2 8 0,-2 1 2,-3-6 1,-1 1-990,5 14 1,-2-3 986,-5-8 3,-1-6 0,1-1-3,3-5 0,0-2 11,6-10 28,-3-14 34,17-23-11,-2-10-9,-14 7 0,-2-3 849,-3-1 1,-3 0-836,-2-2 0,-1-2-1628,-2 0 1,-2 0 1582,1-18 17,-1-1-39,-2 16-213,2 7 34,-2 10-538,6 19-401,2 12-69,2 2-6784,14 25 7971,-11-12 0,1 4 0,-11-17 0</inkml:trace>
  <inkml:trace contextRef="#ctx0" brushRef="#br0" timeOffset="25330">6478 4414 24889,'-15'-20'168,"-8"17"-168,5 23 34,-15 31-34,18-23 0,3 3 0,2 1-12,7-1 18,7 9-6,4-21 0,24-5 6,-1-10 22,18-6 72,-18-8 1,-1-5 230,12-11 162,3-16-56,-31 8-152,-9 1-184,-9 7 101,-15-7-118,-17 14-73,-3 1-89,-14 16-309,22 16 79,8 0-1652,19 22-679,18-11-2715,13 13-2796,0-16 7302,-1-7 0,-16-9 0,-5-4 0</inkml:trace>
  <inkml:trace contextRef="#ctx0" brushRef="#br0" timeOffset="26378">7003 4555 14521,'4'-5'7949,"0"2"-6756,-4 3-337,31-63-234,-26 39-423,10-12 0,-8 3 31,-29 25-68,-15 13-1788,3 6 0,-1 4 1654,-15 10-20,11-1 1,3 2-2266,-3 10 2285,2 9-56,17-6-11,18-9 22,18-9 6,16-10 5,18-15-16,11-11 24,-28 1 1,0-2 16,0-3 1,0-2-53,-1-3 1,-1-2 90,-1-2 1,-3-1-25,-5 5 0,-3-1 86,5-14 0,-3-2 43,-1-16-88,-8 16 1,-1 2 2,-4-7 152,-7 2-129,-5 27 2157,-4 0-2263,-7 21 3323,-2 12-3334,-3 15-40,4 14 11,5 11 4,8-24 0,2 1-57,1 3 0,2 1-107,1 1 1,1 0-185,1-1 0,2-2-230,0-2 0,2-2-182,6 11-1759,10-2 1714,-5-26 712,12-4 229,-2-21 219,5-11-85,-7 0 673,17-21-285,-14 11 16,9-12 123,-14 15 258,-10 11-320,-7 9-582,-6 8 46,-8 7-41,-3 7-66,-5 7-29,1 4-5,2 2-11,6 0-1,6-2-22,9-6 23,7-4 39,8-8-23,4-9 6,2-5 6,-1-8 55,-5-4 74,-5-3 38,-7-3 12,-7-3 6,-4 1 5,-7 2-45,-5 7-56,-7 9-56,-6 5-61,-5 11 5,-3 8 0,1 10-11,6 7 11,7 2-39,8 2 6,12-1-17,12-3 5,12-4-22,14-4-39,10-5 22,9-8-205,-28-6 0,0-3 275,0-4 1,0-2-166,28-10 207,-5-10 40,-7-5 27,-8-5 45,-12-4 40,-9-4 89,-10-2 72,-8 2-21,-7 5-106,-5 7 293,-2 8-518,3 8 189,3 7-189,4 4 0,2 3 0,2 6 0,4 9 0,9 22 0,-1-4 0,9 24 0,-5-12 0,6 9 0,-2 0 0,-5-5-444,-7-1-1577,-9-1 2021,-9 2 0,4-22 0,-3-4 0</inkml:trace>
  <inkml:trace contextRef="#ctx0" brushRef="#br0" timeOffset="26629">8788 4906 25976,'0'0'0</inkml:trace>
  <inkml:trace contextRef="#ctx0" brushRef="#br0" timeOffset="59304">9185 7251 18420,'2'-7'2831,"4"-26"1,1-6-1830,-3 7-649,2-9 0,0 2 78,-5 18-263,-1 9-106,1 17-34,1 4-28,4 39-6,-4-14-5,3 28-778,-6-20 0,-2 1 442,0-4 0,-1 3-762,0 3 0,0 3 0,0-2-2703,0 2 0,1-2 3221,0 0 1,2-5-1,2-5 1,0-20-1</inkml:trace>
  <inkml:trace contextRef="#ctx0" brushRef="#br0" timeOffset="59697">9399 6861 18145,'-35'-32'658,"-1"0"0,0-1 0,0 1 1,-5-3-1,0 1 0,1 9-443,-13 9 1,3 10-138,16 5 1,1 5 52,-10 7 1,0 9-1346,5 11 0,0 8 1,2-1 1241,-5 1 0,1 3-17,5 0 0,-2 4 0,5 3 313,8 2 0,3 2 0,4-1-324,2-5 0,3-1 0,0 2 37,-5 7 1,1 2 0,6 2-74,9 3 1,6 1 0,4-8 15,0-11 0,7-3-25,5 7 0,6 2 0,7-9-47,10-13 1,7-9 0,2-2 12,4 1 1,3-2 0,1-2-269,-14-6 1,0 0 0,1-2 0,0-4 288,4-2 1,1-3 0,1-4 0,1-3 36,-3-4 1,2-5 0,0-2 0,-1 0 0,-2 2 29,-3 2 1,-2 1 0,-1 0 0,1-5 6,4-4 1,4-4 0,-1-3 0,-5-1 0,-10 1 363,-9-4 1,-8-2-1,-2 0-365,2 2 0,-1-2 0,-4-4 7,-9-6 1,-4-6-1,-4-1 1,-1 7-12,-3-7 0,-6-1 11,-3 0 1,-5-7-1,-3-1 1,-2 10 8,0 13 1,-3 7 0,-2-1-17,0-1 0,-2-2 1,-3 2-1,-2 6-542,-21 2 1,-4 7 0,4 5-639,1 0 0,2 5 1165,2 7 0,-3 4 0,15 0 0,20 3 0,4 1 0</inkml:trace>
  <inkml:trace contextRef="#ctx0" brushRef="#br0" timeOffset="60712">10263 7308 11525,'-47'1'1635,"0"0"1,0 0-1,-16 0 1,6-1-762,17 0 0,5 0 408,-9 0-711,26-3-459,22 0 70,24-2 1,15 0-90,3 0 0,7 1 1,0-1-1042,-4 1 1,0-1-1,4 1 964,-6 1 1,5-1 0,3 1 0,-2 0 0,-1 0-12,1 0 1,-2 1 0,0 1-1,6-1-9,-1-1 0,5 1 1,2 0-1,2-1 1,-3 1-1,-3 0-400,-5 0 1,-3 0-1,-1 1 1,1-1 0,5 0 399,-3 0 1,5 0 0,1 0 0,1 0 0,0 0-1,-2 0 1,-2 0-364,6 0 1,-2 0-1,-1 0 1,0 0 0,4 0 344,-9 0 0,2 0 1,1 0-1,2 0 1,-1 0-1,1 1 1,-1-1-174,0 0 1,0 0 0,0 0 0,0 0-1,0 1 1,0-1 0,0 0 173,-2 1 1,0-1 0,1 1 0,-1-1 0,-1 1 0,0 0 0,0-1-48,5 0 0,0 1 0,0-1 0,-2 0 0,-1 0 0,-3 1 65,11-1 0,-4 1 1,-1-1-1,1 0 71,-7 0 0,3-1 0,-1 0 0,-3 1 0,-5-1-59,0 0 0,-5 0 1,1-1 371,13 0 0,0-1 0,-7-1-266,-12 0 0,-9-3 1757,-2-10-1771,-43-4 17,-32-4 55,-3 10 1,-6 1 30,4 2 1,0 1-85,-3 1 1,2 2 133,4 1 1,5 1 1452,-3 0-1399,12 1 0,1-2 12,1-4 246,-6-7-291,18 2-6,2 1-17,0 1 3358,2 4-3453,4 3-51,6 4-50,4 4-17,3 0 6,9 3-34,11 4 6,22 6-9,-11-3 1,3 1-354,7 2 1,1 2 347,-6-3 0,0 1-1583,-1 0 0,0 3 1560,8 12 1,-3 4-60,-16-8 1,-2 3-356,12 14 1,-9 3-385,-22-10 0,-9-1-2904,-5 2 0,-5-1 3722,-1-4 0,-2-2 0,-8 9 0,11-18 0</inkml:trace>
  <inkml:trace contextRef="#ctx0" brushRef="#br0" timeOffset="61670">15245 7235 21702,'-19'-57'760,"1"-1"0,3 1 0,12 10-441,32 22-101,18-3-72,10 10-90,-17 14 0,0 3-22,14 5-23,-19 3 0,-3 6 0,-3 17-16,-5 15-12,-19 9 6,-15-9-1,-13-6 1,-7-1-383,4-10 0,-1-2 402,-13 12 1,0-1-15,11-11 1,1-3 33,-12 15 22,18-11-44,13-8-6,10-8 33,21 0-21,12-9-18,28-2 128,-24-4 0,3-1-170,6-2 1,2-3-617,5-1 0,3-2 518,3-3 1,2-2-434,-19 5 1,0-1-1,0-1 349,1-2 1,0-1 0,0-1-7,0-2 1,-1 0 0,-1-3-259,-2 1 1,-2-3 0,-1-1 381,-3 0 0,-2-3 0,-4 0 126,6-15 0,-8-2 39,-9-1 0,-9 1 103,-4 10 1,-9 1-60,-15-4 0,-10-2 1,0 7 127,5 7 1,-4 4-176,-13-9 1,-8-3 0,0 8-13,-7 8 0,-2 7 77,7 1 1,-2 1 0,-2 3 5,-1 2 1,-2 2-1,0 2-19,-3 4 1,1 1 0,2 2-60,12-1 0,2 1 0,-3 4 22,0 3 1,-3 4 0,0 2 0,5 1-227,2 2 1,4 1-1,-2 3 172,-1 0 0,-2 3 1,0 2-1,4 1-11,0 7 0,4 2 0,2 2-10,3 1 1,3 2 0,3 1-6,5 1 0,4 1 0,3 0-230,4-1 0,4 0 0,5 0 226,4-1 0,6 0 1,3-1-20,5-2 1,4-1 0,5-3-19,5 0 0,6-3 0,3-3-296,6-2 0,3-3 0,7-3 246,-9-9 1,5-3 0,2-1 0,0-1-1,-3-2-132,-3 1 1,-2-2 0,1-1 0,4-1 114,7-2 1,7-1 0,1-1 0,-2-1 0,-8-2 28,-3-1 1,-6-1 0,6-3 27,1-2 0,7-2 0,2-1 0,-2-2 0,-7 0 32,6-6 1,-7-1-1,2-3 115,-1 0 0,3-3 1,-2-2-1,-8-3-48,-7-5 1,-7-4 0,-5-2 70,-5-3 1,-5-3 0,-4-1-38,-3-2 0,-4-2 0,-4 0 4,-3-1 0,-4 0 0,-4 1 11,-2 2 0,-4 1 0,-6 2-215,-15-1 0,-7 1 0,-1 6 119,-1-2 0,-7 5-160,3 15 0,-7 1 1,-1 3-1,7 5 24,0 3 0,1 4 150,1 2 0,-8 1 0,3 1 0,9 1 0,-12 3 0,16 3 0,0-1 0</inkml:trace>
  <inkml:trace contextRef="#ctx0" brushRef="#br0" timeOffset="62895">15613 8130 20744,'6'-51'1559,"1"0"0,-2 5 1,0 11-1331,-3 26-89,-1 13 56,3 15 17,0 22-135,1 4-830,-5 12 0,-1 4 760,-2-25 1,-1 3-25,-2 6 1,-3 9-1,-2 2 1,1-5-107,-2-2 1,0-3 0,-2 3-652,0 2 1,-1 5-1,-1 0 1,1-3-2505,0 5 0,0-2 0,1-3 2840,-3 8 0,3-7 1,5-14-1,3-8 0,2-14 1</inkml:trace>
  <inkml:trace contextRef="#ctx0" brushRef="#br0" timeOffset="63482">15048 9308 11922,'-1'-10'5932,"1"3"-4302,5-33 0,3-4-1109,-4 18-129,4-21 0,-1 5 12,-5 36-136,0 4 102,-1 16 11,-4 12-157,-1 9 0,0 3-95,1 24-222,3-19 1,5-1 215,20 12-50,-3-30 0,3-3 11,6-3 0,3-4-11,4-3 0,2-4-17,0-3 0,1-3 11,-1-4 0,-1-3-14,-4-2 1,-1-2-9,24-13-28,-11-2-40,-12 3-162,-13 6-622,-11 6-1360,-7 6 2167,-4 12 0,0-6 0,0 7 0</inkml:trace>
  <inkml:trace contextRef="#ctx0" brushRef="#br0" timeOffset="64197">15287 10361 10450,'-2'-10'7925,"0"1"-4133,2 9-2532,0 0-845,-12-39-90,8 27 128,-10-33-89,13 31-168,0-7 46,6-20-175,-1 11 106,11-28-55,-4 28-84,4-5-6,0 15-17,0 12 11,9 2 6,17 17-22,-9-2-1,18 21-10,-20-2-29,3 13 29,-12 7-1,-13 8-11,-12-24 0,-5 0-181,-4 3 1,-5-1 194,-5 0 1,-4-1 13,-1-2 0,-1-3 3,2-5 0,0-2 210,-22 9-84,25-21-84,6-6 34,21-17-51,7 0 17,9-4 395,10 1-401,15 5-44,-13 6 0,15 12-1,-19 10 12,12 25-39,-13 8-286,-14-16 0,-3 2 291,-2 16-1615,-12-10 1,-4-1 1603,-2 0-271,-16 4 1,-7-2-38,-13-10 204,14-10 0,0-3-193,-14-8-543,2-10-297,2-12-714,14-5 0,2-4-1431,-6-13 2864,2-21 0,27 43 0,1 2 0</inkml:trace>
  <inkml:trace contextRef="#ctx0" brushRef="#br0" timeOffset="64604">15436 9815 16174,'-9'-4'1890,"-21"-8"1,-11 0-1147,0 7 1,-3 3-2363,1-3 1,-4-1-1,0 4 1836,-2 5 1,0 3-1,3 1-73,-5 4 1,0 2 124,8 2 1,-1 3-1,1 1-108,-9 10 1,1 5-409,3 4 0,-2 4 0,5 0 260,13-12 1,3 0 0,1 4 18,1 8 1,0 7 0,2 2 0,7-4-274,6-3 0,5-2 0,2 3 237,-1 2 0,0 4 0,3 1 0,1-5-7,3-1 1,2-3 0,6 2-23,5 3 0,6 4 0,3-2 0,-1-5-8,6 4 1,7-2-43,-1-10 0,8 3 1,5 2-1,0-4 0,-5-7-82,-2-5 1,-2-7-1,7 1 17,1-2 1,8 1-1,5 1 1,0-2-1,-3-2 1,-7-4 137,4 0 1,-6-5 0,6 0-101,-1-1 0,6 2 0,3-2 0,0-4 1,-4-4 176,-5-6 0,-1-5 1,-2-3-1,0-1 0,-2 0 91,6-1 1,-2-1 0,-2-2 0,1-4-26,-4-2 1,2-3-1,-2-2 1,-3-3-1,-7-1 34,1-17 0,-10-4 0,-3 1-299,-5 8 1,-3 0-1,-2-1 166,-3-1 1,-3 0 0,-2-1 14,-2 0 0,-3-1 1,-3-1 212,-5-7 1,-4-2-1,-3 1-200,0 1 1,-2 1-1,-4 2 2,-8-2 0,-4 2 1,-2 8-61,-3 5 1,-7 7-53,-7 5 1,-9 2-1,5 5-37,6 5 0,-2 4-138,3 2 1,-6 0 0,-3 1 0,3 3 221,-9 4 0,1 3 0,5 1 0,-6-3 0,3 1 0,2 3 0,0 1 0</inkml:trace>
  <inkml:trace contextRef="#ctx0" brushRef="#br0" timeOffset="66504">9533 8023 7190,'-6'-5'9029,"1"2"-7114,5 3-335,0 0-320,-12-45-711,9 30 364,-8-40 95,11 41-593,0 1-264,0 4-129,1 6 1,3 5 5,6 3 16,23 15-10,0 1-28,18 12-12,-6-6 6,3 5-6,2 3 6,-1 4 6,-24-18 0,1 0-296,0 2 1,2 0 294,2 0 1,2 1-18,5 0 1,3 0 5,6 1 1,3-1-694,7 2 0,3-2 699,-14-6 0,1 0 0,-2-1 0,12 3 0,2 0 4,-14-4 0,5 1 0,0 0 0,-4-1-479,2 0 0,-2 0 0,3 1 484,1 0 1,4 2 0,1 0 0,-2-1 16,7 3 0,-1 0 1,1 0 5,-14-5 0,0 1 0,0-1 0,0 0-8,1 0 0,0 0 0,0 0 0,-1 0-8,1 0 1,0-1 0,0 1 0,0-1 11,0 0 0,0-1 0,-1 1 0,1-1-7,0 0 0,-1 1 0,1-1 0,0 1-466,13 4 1,1-1 0,-1 1 455,0 0 0,-1 1 1,0-1-7,-3 1 1,0-1-1,-1 1-175,-1 0 1,-2-1 0,0 1 180,-2 0 0,0 0 0,-1 0 0,-2 0 1,-1 0-1,1 0 0,-3 0 0,1 0 1,-1 0-11,-2-1 1,1 0 0,-1 0 9,-1 1 0,-1-1 1,1 1 2,17 7 0,-1 0 96,-2-1 0,1 0-94,-3-1 1,0-1-3,-3-2 0,0 1-6,-2-2 1,-1 1-4,-4-2 1,-2 0 340,-4 0 1,-2-1-347,-4-1 0,-2-1 1451,20 14-1451,-12-4 1341,-8-6-1318,-9-5-18,-6-5 1,-5-3 1083,-3-4-1072,-3-2 612,0 0-645,-2-2 44,2 1-23,-1 1-5,2 0-17,8 6 12,3 2 5,19 10-6,-4-3 23,6 3-17,-12-5 6,-6-2-1,-8-5-5,-3-1 0,-4-4-11,0-1 191,-1-2-102,1-4-33,-2-3-6,0-6 17,-7-6-5,-8-4-7,-13-8 1,-10-8-17,15 17 0,0-1-168,-2-1 0,0-1 179,0 0 0,0 0 42,-3-3 1,1 0-4,-9-8-1,-7-7 102,22 21-22,-4-3-50,6 5 55,3 0-50,6 8 305,3 1-395,4 8 73,3 3-79,2 4-16,9 6-5,28 16-1,-5-4-222,2-3 0,3 1 230,-7-3 1,1-1 3,8 6 0,1 3 5,2 6 0,-3 2-11,-13-11 0,-5 2-20,-2 18 1,-9 0 8,-18-3-12,-14 21-148,-8-29 1,-5-1-1026,-2 4 0,-1 0-1406,-1 0 1,1 0 2601,1 0 0,6-5 0,12-11 0,2-2 0</inkml:trace>
  <inkml:trace contextRef="#ctx0" brushRef="#br0" timeOffset="68291">8722 8145 16874,'29'-34'1218,"1"0"0,-1-1 0,10-10 1,-6 6-239,-11 17-470,-11 9-398,-7 10-56,-5 6 336,-10 24-95,-12 13-163,2-4 1,-3 3-664,-7 7 0,-2 4 553,6-11 0,0 2 1,-2 1-839,-2 5 1,0 2 0,-2 1 822,7-9 1,-1 1 0,0 1 0,0 1-3,-3 3 0,-1 1 0,0 1 0,-1 0-6,5-7 0,0 0 0,-1 1 1,0 0-1,-1 0-3,-1 2 1,-1 1 0,1 0 0,-1 0 0,0 1-11,-1 0 1,0 0 0,0 1 0,0 0 0,0-1-27,1 1 0,-1 0 0,0 0 0,1 0 0,-1 1-64,2-2 0,-1 1 0,1 0 0,0 0 0,0 0-543,0-1 1,1 0-1,0 0 1,0 0 0,0 0 7,2-2 1,-1 1 0,1-1-1,0 0 1,0 0 636,0 1 0,0 1 0,-1 0 0,3-3 0,1-3 0,-1 2 0,2-4 0,1-1 0,-7 11 0,1 0 0</inkml:trace>
  <inkml:trace contextRef="#ctx0" brushRef="#br0" timeOffset="69386">6512 11659 11775,'3'-10'2145,"9"-27"1,2-5 805,0 3-2800,0-4 1,0 0 1848,0 5-1608,-10 23 402,1 0-788,-5 17 2249,-6 12-2194,-6 17-5,-9 21 0,-2 7-65,7-16 1,1 1-1067,-1 1 0,0 4 1,2-6 1074,6-10 0,2-2 5,1 31-5,13-27 11,6 0 57,8-17 55,4-14 57,5-18-12,5-13-34,7-15-59,-20 17 1,0-1-206,2-1 1,0 0 162,-1 0 1,0 2 3112,18-16-3129,-12 13-11,-12 15 27,-11 19-3163,-9 28 3136,-1-1-16,-2 0 1,0 3-13,-5 24-9,5-20 0,1 2-73,2 0 1,3 1-318,7 4 1,4 0-98,0-12 0,3-2 244,1-2 0,3-5-1177,21 0-465,-6-25-756,11-18 975,-21-1 0,0-5-171,3-8 0,-2-4 966,3-8 1,-2-2 1858,2-8 0,-2-1-640,-10 14 1,0-1 0,0-1 342,-1-1 1,-1-1 0,-1-2 674,0-8 0,-2-3 0,-1 3-792,1-2 1,-3 0-44,-4 6 0,-2-3 1,-5 6-50,-5 1 0,-4 3-135,-6-9 1,-4 2-93,-5 6 0,-6 6 70,-17 5 0,-3 8-196,15 7 0,-1 6 27,-2 7 0,-4 3 0,2 5 45,-7 8 1,0 7-70,7-1 0,-3 2 0,0 4-4,-2 4 0,1 4 1,-2 6-377,6-1 0,-2 5 0,-1 4 0,1 0 1,3-1 292,0 3 0,2-1 0,1 1 0,-1 4-303,6-7 1,-1 2-1,0 1 1,0 2-1,3-2 1,4 0 283,-1 8 1,4 0 0,3-1 0,3 0-17,1-1 0,2 0 0,3-1 0,7 2-55,6 0 1,5 1-1,4-1 1,5-5-232,8 3 1,5-5 0,4-2 209,2-3 0,4-4 0,4-6-127,11-10 0,6-9 0,-1-3 24,-7-4 1,-1-4-1,2-2 127,-3-2 0,1-2 1,1 0-1,-3-2 67,4 0 1,-2-2-1,2-4 66,2-7 0,4-5 1,-1-2-1,-4 0-178,-1-4 1,-3-1-1,2-4 239,-9 7 0,3-2 0,0-2 0,-1-1 0,-3-1 62,2-4 0,-2-2 1,-2-1-1,-2-1-11,-1-2 1,0-1-1,-3 0 1,-1-2-45,-2 0 1,-2-1 0,-2 0 0,-2-1 29,-3 1 0,-3 0 0,-1 0 0,-4-1-86,1-11 1,-4-1 0,-6 2 153,-7 6 1,-5 0 0,-6 4-227,-7 5 0,-5 4 0,-6 4-69,-7 5 0,-5 5 0,-8 6 69,-1 10 0,-9 7 0,-4 3 0,4 1 0,7-2 0,7-2 0,6-1 0,-4 4 0,-8 6 0,1 1 0,0-1 0,-1 0 0</inkml:trace>
  <inkml:trace contextRef="#ctx0" brushRef="#br0" timeOffset="70980">7660 11961 10926,'-40'-10'1643,"-1"1"0,1 1 0,17 1-1117,29 5-212,3 2 587,35 1-408,6-1-833,-9-1 1,4-1 503,-3 0 1,4-1-1,-3 1-108,5-2 0,1 0 3,3-1 1,5 0 0,-3 0-448,-10 0 0,-2 0 0,2 0 455,13-2 0,4-1 0,3-1-520,-14 1 0,3 0 1,1-1-1,1 0 1,-2 0 492,-2 0 0,0 0 1,-1 0-1,1 0 1,2 0-289,0-1 0,3 0 0,1-1 1,-1 0-1,-1 1 0,-3 0 283,7-2 0,-3 1 0,-1 1 0,4-2-167,-2 1 0,3-1 0,2-1 0,-1 1 1,-2 1 182,-6 0 1,-2 1-1,0 1 1,1-1-1,2-1-93,0 1 0,1 0 0,1-1 0,1 0 0,2 0 0,0-1 75,-1 1 1,2-1-1,1 0 1,1 0 0,-1 0-1,-1 0 1,-1 0-12,3 0 0,-1 0 1,-1 1-1,0-1 1,-1 1-1,1-1-13,-3 0 0,0 1 1,-1-1-1,1 0 1,-2 1-1,0 0 9,8-2 0,-1 1 0,-1 0 0,-1 0 0,-2 1 3,1-1 0,-2 0 0,-1 1 0,5-1-7,-8 1 0,4 0 0,1 0 0,1-1 0,-1 1 0,-3 0 0,1 0 1,-1 0 0,-1 1-1,0-1 1,-1 1-8,9-2 0,0 0 0,-2 0 0,-1 1 138,-6 1 0,-2 0 0,-1 0 1,-2 1-128,4 0 1,-4 0 0,3 0-8,8-2 0,3 0 0,-2 0 0,-6 2 0,-2 0 1,1 0 6,-2 0 1,-1 1 0,-3 1 525,2 0 0,-4 0-541,-7 2 0,-7 1 1827,-10 2-1797,-17 2 2662,0-1-2639,1 0 1684,16-3-1712,5-3 471,5 0-482,8-2 5,4 0 1,1-1 5,6-2 17,-5 3 11,-12 1 0,-1 2-45,-19 3 34,-6 2-29,-6 1 18,-1 0 11,5 0 0,6 0 11,13 0-6,-2 0-44,2 0 10,-14 0-4,-6 0-96,-3 0-9747,-17 4 9453,10-2 0,-11 2 0,15-3 0</inkml:trace>
  <inkml:trace contextRef="#ctx0" brushRef="#br0" timeOffset="71662">6907 10664 16563,'-19'-56'1802,"0"0"1,2 4 0,3 4-748,3-10 171,1 10-748,3 16 592,-2 6-1011,4 18-261,2 0-321,1 18 870,7 41-179,-2 2-115,0-19 0,0 2 36,0 2 0,2-2 90,4 8 28,11 13-13,-2-30 220,27-9-325,2-19-230,-10-4 0,3-4 317,3-4 0,0-4-91,4-3 0,0-1-19,2 0 1,-2-1-137,-2 2 1,-2 1-49,-11 5 1,0 2 194,8 0 1,-5 3 0,-10 3 0,13 1-1</inkml:trace>
  <inkml:trace contextRef="#ctx0" brushRef="#br0" timeOffset="72496">13907 10660 21273,'-43'-33'1599,"0"0"1,1 2 0,7 5-1217,16 13 97,-1 0-223,8 5-186,6 5-24,8 3 503,12 5-601,14 4 291,2 2-93,13 3 1,4 0-330,-15-4 1,1-1 287,20 7 0,3 1-2,-10-4 1,-2 0-12,-7-2 0,-1 1-318,1 1 0,-2 1 69,6 9-67,-17 3-34,-28 13 198,-13-13 1,-7 2 34,-9 7 1,-3 1-359,0-2 1,0 0 155,3-1 1,5 0 353,1 9-3923,14 5 3012,14-18 1,-2-10 0,3-13 0</inkml:trace>
  <inkml:trace contextRef="#ctx0" brushRef="#br0" timeOffset="99254">14054 6925 8842,'-3'0'8278,"0"0"-4301,3 0-2565,-49-19-1014,36 14 610,-39-17-745,50 20 319,-4-4-447,3 4 161,-2-2-184,3 3 119,0 1 60,15 0-28,14 3-151,11 1-34,10 3-44,-13-1 0,-1 0 72,27 10-50,-16-4-153,-7-2 0,-1 1 125,13 2 6,-3 0-18,-3-2 1,-3 1-3322,-12-4 3305,-1 3 22,-10 1-11,-3 0 142,-4 1-142,-7-5 11,-3 0-5,-2-2 3420,-7 2-3409,-1 0-11,-4 3-23,4-2 17,-1 1 0,1 0-5,-2 5 11,-3 6-17,3-6 17,-7 9-6,7-10 0,-3 2 11,-2 1-22,4-5-11,-7 6-157,2-2-560,0-1-23,5-4-6379,3 0 7130,7-7 0,1 1 0,2-5 0</inkml:trace>
  <inkml:trace contextRef="#ctx0" brushRef="#br0" timeOffset="99644">14135 7142 23775,'-44'13'1573,"18"-3"-1320,58-10-74,13-2-101,-4 1 17,-6-2 1,0 0 10,15-3-50,-16 2 0,1-2 45,16-2-6,-7-1-5,-10 1-45,-10 2 83,-3-1-66,-10 4-40,-1 0-55,-6 2-303,-4 1-4907,-6 3 5243,-2 0 0,0 1 0,2-1 0</inkml:trace>
  <inkml:trace contextRef="#ctx0" brushRef="#br0" timeOffset="129544">10248 6261 13189,'-3'1'5993,"1"0"-2280,2-1-3169,-21-3-264,34-15-152,-18 0-22,24-4 1,10-2-6,-6 3 0,2-2-1685,13-15 0,2-4 1631,-4 6 1,-1-1-9,6-7 0,-2 1-172,-15 15 1,-1 2 193,2-2 1,-1 2 190,1-5 270,-2-5-371,-12 17 95,-8 2 3239,-12 10-3418,3 1 531,-16 1-508,7 4-40,-3 0 118,-2 1-56,10 0-67,-2 0 28,7 0-84,3 0-6,2 0 11,9 4 18,8 3-7,5 1-5,17 7 6,13 7-17,3 3-169,-24-9 1,-1 2 100,11 16-10,-14-5-522,-6 12-1378,-12-4 1989,-1 16 0,-5-24 0,-2-3 0</inkml:trace>
  <inkml:trace contextRef="#ctx0" brushRef="#br0" timeOffset="130125">11610 5694 22291,'-35'-44'944,"-1"0"1,3 2-1,9 12-804,19 27-140,2 0 45,10 11-23,7 5-5,4 6-6,25 23-11,-17-18 0,4 6 0,3 1-317,6 2 314,-11-10 1,-1-2 7,5 2 158,-2-6-79,-19-12 157,2-1-6,-7-19-100,-1-9-85,0-7 40,-1-29-51,1 11-34,-1 14 1,0 0 11,7-14 115,1 13-283,-2 15-1283,9 10 342,-8 11-3047,16 7 4139,-2 10 0,-7-6 0,-2 2 0</inkml:trace>
  <inkml:trace contextRef="#ctx0" brushRef="#br0" timeOffset="130957">12253 5639 15042,'1'-3'6441,"-1"1"-4312,0 2-2078,17-29-7,-5 17 18,16-25-23,-12 26 258,15-19 33,-11-2-72,6-9 67,-15 5-23,-11 14-105,-8 7-80,-7 9-89,-2 5 34,-18 13-45,9 4-23,-11 13 6,9 4 0,8-5-22,4 24-6,12-16-6,10 17 12,15-16-1,16-7 18,-2-11-1,-4-11 1,1-4 10,15-5 3,-13-1 1,0-3 13,16-12 34,-10-8 34,-12-4 0,-12-5-1,-9-3 1,-5-2 22,-2 5 17,-1 4 16,1 9-44,0 5-51,1 4-27,5 3-23,7 1 0,10 4 17,8 0-12,7 8-5,4 5 6,1 8-12,1 4 1,-2 1-1,-2 2 6,-3 0-6,-3-3 1,-3-2 5,5-2 0,-14-7-6,7-3 17,-12-10 6,7-7-11,0-11 11,4-13 27,0-20-480,-13 19 1,-2-3 463,0-7 0,-3-3 11,-1-4 0,-2-2 20,-3 0 0,-3-1 8,-5 5 0,-3 1 22,-2 5 1,-3 4 22,-13-15 53,7 27 1,-2 5 13,-1 1-62,-6-2-66,17 18-51,6 7 928,3 12-923,6 15-16,3 4 0,3 2 0,7 18-438,2-5 1,1 2 411,-1-11 1,-1 1-57,6 12 1,1 3-118,-1 0 0,-2 1-120,-2-3 0,-3 0-286,-3-3 0,-2-2-820,-3-5 0,1-3-3480,1-2 1,1-5 2627,2 7 1,2-13-1,-14-23 1</inkml:trace>
  <inkml:trace contextRef="#ctx0" brushRef="#br0" timeOffset="131873">13522 5325 20277,'-49'-13'877,"0"0"1,6 2-1,11 2-731,22 4 214,17-1-309,13-3 92,20-3-146,-4 1 0,2 1 3,16-3-151,-11 2 1,-2 1 150,3-1 33,5-3 193,-18 2-47,-14 4 39,-10 1-55,-7 3-6,-6 2 33,-6 1 399,-4 3-399,-2 5-15,0 6-19,1 8-60,2 4-46,5 2 0,5-1 85,29 1-102,-7-14 20,15-7 1,2-6-15,-1-7 6,21-7 56,-14-10 55,-3-4 24,1-14-18,-12-5 56,-13 0 34,-9 3-22,-12 9-73,-9 11-84,-11 10-23,-8 8-11,-4 10 0,-2 8-11,0 10-28,2 10 6,5 9-17,7 7-28,11 5-51,12 3-134,21-2-274,20-5-226,-8-29 0,6-3-990,17-3 0,2-5 555,-16-2 0,1-3-522,18-5 1,-2-5 677,-20-2 1,-2-3 893,7-4 0,0-3 576,-3-2 1,-2-3 921,1-5 1,-3-1-410,10-10-107,-18 12 1,-3 2 622,0-2-247,1-2-264,-8 11-335,-8 9-571,-7 9 66,-8 14 272,-5 9-349,-7 14-35,-2 10-22,1 7 6,2 5-45,3-2-33,3-4 16,2-10 11,-1-14 29,3-16 693,0-19-688,3-6 5,-2-22-16,-1-6 17,-3-15 10,-1-2 46,-4-3-6,6 22 106,-7-2 135,6 22 95,0-1-67,4 5-79,11 1-195,4 6 22,17 1-23,11 11-39,-3 6 0,3 5-5,-1 1 0,1 2-587,9 11 1,-1 0 457,-13-7 0,-1 1-1314,9 8 0,0-1 679,10 9 0,-6-5 0,-20-17 1</inkml:trace>
  <inkml:trace contextRef="#ctx0" brushRef="#br1" timeOffset="139012">11039 11796 20951,'-5'-54'1223,"0"0"0,2 5 0,-4 14-971,-10 29-173,2 10-7,-2 7 63,-8 21-18,-7 17-1030,6 3 1,-2 6 916,12-20 0,0 2 0,0 1-6,-2 11 0,1 2 0,2-1-14,4-5 1,2-1 0,2-1 7,-1 8 0,4-1-46,9 4 1,10-3-580,17-9 1,10-5-1180,5 0 0,7-5 1812,-2-10 0,6-3 0,-6-5 0,-9-5 0,-3-4 0,0-2 0,0-1 0</inkml:trace>
  <inkml:trace contextRef="#ctx0" brushRef="#br1" timeOffset="139302">11682 12197 15883,'-4'-5'7679,"1"1"-4683,3 4-2934,-54-48-56,41 39 38,-30-21-16,60 56-16,20 18-4,-14-19 0,1-1-267,19 18 253,-15-15 1,-2 3-15,-7 6 0,-4 2-290,-3 2 1,-5 2 211,-10 10 0,-7-1-45,-2-16 0,-6-1-2047,-19 17 0,-4-2 1670,16-22 0,1-3 1,-2 4-1,5-5 1,11-14-1</inkml:trace>
  <inkml:trace contextRef="#ctx0" brushRef="#br1" timeOffset="140698">11174 12694 20599,'-29'-36'610,"6"7"-532,26 31 34,6 2 12,7 4 55,8 1 45,9-1-11,9-3-17,8-2-28,9-4-16,3-3-24,-1-3-32,-5-2 44,-8-1 5,-6-1-5,-6 0-17,-4 1-55,-11 2 156,6-5-107,-10 3-16,8-5-39,-7 3 44,-3 1 51,-5 1-90,-5 4-39,-5-5-73,-6 3-78,-2-7 17,-4-3 10,0-3 46,3-4 33,1-3 0,2-1 40,0-1 10,0 1-10,-2 2 16,0 4 23,-4 4 22,-1 3 0,-2 3 5,2 5-5,4 2-33,3 3-29,4 3-5,0 0 16,2 6 40,0 3-39,1 2 83,7 15-38,6-4-18,11 17-5,6-1-33,3 6 10,-3 7 29,-10 5-23,-11 5-317,-12-30 1,-4 1 279,-3 1 1,-3-2-48,-3 1 1,-3-1-207,1-2 1,-1-1-1245,-15 23-6649,9-10 8144,8-11 0,9-13 0,4-10 0</inkml:trace>
  <inkml:trace contextRef="#ctx0" brushRef="#br1" timeOffset="142239">12382 12673 13572,'-9'2'5668,"2"1"-3864,7-3-1306,0 0-363,-21 37 712,16-13-628,-10 31 415,35-23-421,8-10 946,4-5-980,7-12 6,-5-9-37,-3-8 1,1-2-93,6-5 17,12-17 73,-25 6 27,-7-3 141,-6-26-252,-10 24-18,-12-7 18,-13 25-23,-10 5-16,-3 2 16,-27 14 6,12 18-48,21-8 0,2 2-458,-12 29 450,23-11-172,8 13 160,7-5-33,11 12-73,5-20 1,6-2-346,3-4 1,4-2 33,12 5 0,2-4-273,-9-9 0,2-3-93,12 1 0,3-4-208,-7-6 0,2-2-213,12 1 0,2-4 62,2-5 1,0-5 572,0-2 1,-2-5 605,-2-2 0,-1-5-309,-1-5 1,-4-2 901,-18 11 1,-3-2 649,0-5 1,-8-2 1067,-20-11-1855,-3 7 563,-21-6-580,-4 20 398,-13 4-515,-20 16-179,1 15 1029,23-1 0,0 3-1152,-12 13 82,19-5 0,2 2-128,0 12 1,-3 7-17,22-6-33,20-10-1,10-6 1091,9-8-1051,19-21-18,-2-15 23,-8-4 1,-1-2-204,-12 6 0,0-3 251,16-21 0,-4-3 2,-7-1-2,-4 1 0,-1-6 58,-8 1 1,-3-2 92,1-8 1,0 0-88,-4 9 0,-1 2 137,-5 5 1,-2 7-14,-5 12 100,-4-2-118,-3 18-178,-3 11-6,0 7-12,-10 37 1,9-13 8,1 4 0,0 4-20,5-6 1,0 1-35,0 23 1,1 4-112,1-9 0,3 0-901,3 8 1,3-3 706,-1-22 1,4-4-667,6 2 0,4-5-1346,6-9 0,2-4 144,2-1 1,3-4-1902,8-5 0,1-6 2756,-2-7 0,-1-6 1358,4-3 0,0-3 220,1-3 0,-1-1 774,-9 4 0,0-2 2517,9-9 0,-4-2-480,5-12-1942,-16 12 0,-3 1 598,-6-13-1127,-12 14 2968,-30 5-3287,3 17 31,-15 4 0,-5 6-135,10 3 0,0 4 723,-15 4 0,1 1-846,15-2 0,2 2 8,0 4 1,4 1 453,-2 11-487,6 12-6,15-15 6,29 3 5,12-23-11,26-2 17,-29-11 0,-2-2 17,22-7 53,-16-9 0,-4-4 956,-4 0-752,-3-7 0,-4-1-66,-11 8-18,0-11 269,-9 15-302,-5 12-107,-3 1-38,-5 24-1,0 5-11,-3 15 2,4 4 1,1 7-877,1 14 0,3 5 870,1-13 1,1 2-1,2 1-747,3 7 1,3 1-1,1-3 731,2 3 1,1 0-42,-3-13 1,1 4 0,-2-1 0,-1-5-7,-3 7 0,-3-1-22,-1-5 1,-2 6 0,-3 0 0,-5-5-276,-9-3 1,-6-4-1,-1-2 373,2-3 1,0-1-1,-4-5-135,-21 9 1,-1-15 125,-9-27-6,28-15 1,3-11-23,4-19 0,7-8-17,-1-3 0,7-5-27,7 11 1,4-4 0,5 3-198,5 5 0,4 1 0,4 1-237,3 1 0,4 1 0,2 2-262,3 0 1,2 2 0,2 2-380,2 2 1,2 2 0,-1 2-81,7-6 1,3 2 1226,1 3 0,4-1 0,-7 6 0,3-3 0,-6 4 0,1 1 0</inkml:trace>
  <inkml:trace contextRef="#ctx0" brushRef="#br1" timeOffset="142581">14563 12783 24648,'-28'42'163,"7"-9"-51,31-13 5,2-9 107,9 1 1,0-13-40,4-9 27,2-10 12,0-11 6,-2-8-23,-4-5 28,-5 2-106,-7 11 157,-4 5-23,-12 15-190,-7 3 5,-14 14 34,-8 9-22,-5 15-23,1 8-28,5 7-266,9 7 227,11 3-67,13 2-258,19-2-1590,20-6 1915,-6-27 0,1-3 0,6 2 0,1-7 0</inkml:trace>
  <inkml:trace contextRef="#ctx0" brushRef="#br1" timeOffset="145510">10251 6230 17204,'-44'27'2980,"11"-6"-1843,44-26-784,1-1 258,37-24-365,2-3-795,-11 6 1,2-1 632,-3 0 0,0 1-20,2-3 1,-2 1-40,-8 5 0,-1 1 34,10-12 0,-2 0 156,6-7-162,-15 13 1,-2 1 30,-2 1 201,-9 0-178,-12 14-90,-8-3-34,-11 9 980,-15 4-963,-15 3 199,-14 3-185,12 0 0,-1 1-6,15-1 0,1 1-2,-9 0 0,3 0 5,4 0 0,7 0 0,3-2 17,2-1 28,4-1 0,7-1-17,5-1-11,4-2-28,6-2 6,9-3 5,15-3 12,15-3-1,13 1-17,-23 7 1,1 2-1,2 1 1,0 0-187,0 2 0,0 1 189,0 2 1,0 2 13,-1 1 1,0 1-9,-2 2 0,0 2-20,-1 2 1,-2 0-12,22 15-63,-12 6 114,-11 5 16,-11 8 18,-9 8-35,-12 5-33,-4 2-269,-3 0-2520,4-4 2789,6-12 0,0-18 0,4-13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3:46:52.285"/>
    </inkml:context>
    <inkml:brush xml:id="br0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2094 2312 17302,'39'-12'207,"1"0"1,2-1-1,2 1-228,3 2 1,3 1 0,-1 0-28,5-3 1,0 1-116,-9 2 0,3-1 1,-2 0-709,9-2 0,-1 0-1140,-11 3 0,1 0 1,-2 0 1567,9-2 0,-5 2 1,8-3-1,-30 8 1</inkml:trace>
  <inkml:trace contextRef="#ctx0" brushRef="#br0" timeOffset="249">2454 2279 23282,'2'-4'397,"14"29"-380,-3 6-59,0 2 0,0 2-344,4 24-820,-1 0-13,-6-21 1,0 0 1218,2 3 0,-1-3 0,3 11 0,2 3 0</inkml:trace>
  <inkml:trace contextRef="#ctx0" brushRef="#br0" timeOffset="643">2846 2567 25438,'-39'-9'51,"14"12"-79,42 36 22,0-8-4352,23 16 4330,-19-28-862,22 13 840,-18-27 67,8-8-12,-6-6 91,21-31-35,-27 17 24,15-19 296,-20 7 28,-7 8 2570,1-10-2621,-8 18 2364,-4 9-2655,0 7-62,-5 15 23,-5 15-11,-7 22-28,8-17 0,0 2-572,-1 6 0,2 1 558,1-8 0,2 2-356,0 20 0,1 3-569,4-18 1,1 1-2448,1 19 0,2-2 3397,1-18 0,1-5 0,4 10 0,-2-23 0</inkml:trace>
  <inkml:trace contextRef="#ctx0" brushRef="#br0" timeOffset="1135">3523 2590 25830,'-23'43'65,"-1"0"1,5-9-1,2 1-48,8 17 0,4 1-545,3-16 0,0 1 525,-1 24 0,2-1-3,1-28 1,2-2-12,0 7 0,2-3 315,3-4-298,-1-7 188,-1-12-177,-4-16 45,0-24-45,-1 5 12,-2-36-7,1-1-3,1 14 0,1-7 1,0 4-127,1 2 1,0-1 127,1-7 0,1-4 0,1 7-455,0 9 1,1 4 492,-1-8 0,2 2-14,-2 9 1,1 3 10,4-16-27,1 17-12,2 15 0,3 9 699,7 14-699,-3 2 1021,18 29-1032,-11-1 0,-8-7 0,-2 0 5,1 13 6,-9-3 14,-24-5 1,-6-3-26,0 1-142,-8 0 0,-5-4 147,-4-13-22,-9-5-95,6-9-459,9-9-1580,13-6 2151,15-6 0,3 9 0,7 0 0</inkml:trace>
  <inkml:trace contextRef="#ctx0" brushRef="#br0" timeOffset="1764">3931 2633 20588,'-4'2'3321,"0"-1"-1910,4-1-1130,0-6-186,8-1 95,20-21-78,2 2-5,13-14-51,-19 13 112,-1-17-62,-14 14 17,0-11-11,-14 15-5,-6 8-6,-8 9-57,1 5 57,-14 10-45,9 6-11,-9 11-34,8 7 6,8-3-23,3 28-16,10-12-1680,4-12 1,4 2 1718,13 17-29,16-5 0,11-10 7,7-13-12,4-13 23,0-15 10,-1-15-182,-3-12 171,-28 13 1,-2-3 30,-1-2 1,-2-2 27,-2-2 1,-3-1 2,5-20 109,-11 15 1,-3-1 170,-2-8-28,-6-15-88,-4 26 3061,-4 7-3292,2 11 34,3 7-34,4 5 267,1 6-267,4 11 0,5 17 0,12 17-313,-5-17 1,3 1 312,4 3 0,3 0-1593,6 10 1,-1-2 1592,-8-13 0,-3 0 0,3 10 0,-7 0-522,-17 9-1146,-19 11 1668,-1-30 0,-2-4 0,-5 4 0,-3-8 0</inkml:trace>
  <inkml:trace contextRef="#ctx0" brushRef="#br0" timeOffset="2509">1881 3746 18464,'-53'8'1191,"0"1"0,17-2 1,8-2-721,17-1-5207,61-4 5133,2-2-176,-11-1 0,11-2 1,3 0-1,-5 0-248,-5 0 1,-3-1 0,7 0 79,-3 1 0,5-2 0,4 0 0,3 0 1,0-1-1,0 0-12,-4 1 1,2 0 0,1-1-1,0 0 1,0 1 0,-2-1 0,0 1-150,1-1 0,-3 1 1,0 0-1,1 0 1,1 0-1,4 0 115,-7 0 1,2 0-1,2 0 1,2 0-1,0-1 1,1 1-1,-1 0 1,-2 0 0,-1 1 4,7-1 0,0 1 0,-2 0 0,0 0 0,-1 0 0,0 1 0,-2-1-203,2 0 0,-2 0 0,-1 1 0,1-1 0,0 0 1,2 1 200,1-1 0,3 0 1,2 0-1,-1 0 1,-1 1-1,-4 0 0,-4 0 15,6-1 0,-5 2 0,-3-1 1,3 1-28,-6-1 1,2 1 0,0 0 0,-1 0 0,-2 0 49,2 0 1,-2 1-1,-2 0 1,-1 0-1037,6 1 0,-2 0 1,-6 1-1674,-4 1 0,-6 1 2661,12 2 0,-41 0 0,-4-1 0</inkml:trace>
  <inkml:trace contextRef="#ctx0" brushRef="#br0" timeOffset="3186">5461 2163 23786,'-34'18'155,"-1"-1"0,5 0 0,6 2-105,14 13 56,12 1 225,22-10-12,7-6 6,17-7 174,0-22-342,-16 0 156,1-18-44,-19 4-84,-4-8-101,-7 8 117,-16-7-161,3 18 21,-25-9-44,11 18-34,-13 1-28,9 12-55,3 7-35,8 1-1007,2 21-925,11-3-3339,5 19 5406,8-13 0,0-13 0,-2-12 0</inkml:trace>
  <inkml:trace contextRef="#ctx0" brushRef="#br0" timeOffset="3484">5576 2527 18100,'-2'-4'4465,"0"0"-3390,2 4-767,-68 30-257,49-16-15,-19 7 0,6 1-8,28-8 135,15 13 38,7-12 23,17 1-106,-4-10 263,22-12-224,-25 1 442,20-13-128,-33 5-74,1-6-173,-20 4-117,-12 2-85,-40 4-212,7 10-799,14 3 0,2 3 989,-2 10 0,17-5 0,10-3 0</inkml:trace>
  <inkml:trace contextRef="#ctx0" brushRef="#br0" timeOffset="6043">3908 4677 19240,'-3'-8'2763,"-7"-27"1,0-6-2535,5 16-75,-4-15 0,1 1 439,7 21-71,1 4-240,0 3-223,0 5-132,0 10 237,0 12-40,0 16-20,-1 15 0,-2 10-67,1 3-29,-1-4 7,6-9-153,1-12-49,3-13 168,0-11 90,-2-9-104,0-9-74,1-9-20,1-12-14,-3-8 137,-1-6 38,-4-5 16,-3-1-10,-1 1-18,0 14 34,0 1-73,3 20-33,0 0 27,1 17 23,5 9 0,3 12 0,3 11 12,-1 9-1,-5 2-11,-4 1 5,-4-7 1,-1-9 5,0-11 40,2-11 94,2-7-27,1-8-79,1-8 0,1-11-11,2-10 0,4-8 11,-1-5 1,1 1-18,-3 11 73,-3-5-44,0 21-57,-2-3 0,0 17-10,-2 19 10,0 6-11,-2 19-67,-2 3-308,0 8-901,1 7-3183,5 4 4476,4-10 0,1-19 0,0-17 0</inkml:trace>
  <inkml:trace contextRef="#ctx0" brushRef="#br0" timeOffset="6360">4453 4674 19384,'-5'0'4637,"1"0"-3450,4 0-889,-26 2-74,34-2-84,-14 2-3398,49-4 3292,-12 0 5,7-1 6,-19 1-12,1 1-16,-7 0-17,-4 1-95,-5 0 2932,-1 0-5671,0 3 1986,-1 0 0,0 0 0,-2 0 0</inkml:trace>
  <inkml:trace contextRef="#ctx0" brushRef="#br0" timeOffset="7113">5729 4605 23461,'-14'-49'915,"-1"0"0,3 5 0,3 10-792,5 25-106,2 6-23,2 4 17,3 18-11,2 13-11,1 30-31,-3-23 0,-1 3-589,-5 7 0,-1 3 101,-3 6 1,-1 1-855,-4 3 1,-1 0 1383,3 0 0,0-5 0,3-21 0,1-4 0,0 15 0</inkml:trace>
  <inkml:trace contextRef="#ctx0" brushRef="#br0" timeOffset="7510">5613 4605 22613,'-23'-44'524,"0"-1"1,1-1 0,7 3-27,18 3 181,7-7-382,17 1-241,-3 17-4015,21-4 3998,-4 21-5,16 6 419,-26 11 0,1 6-467,9 15 0,-2 6-103,-11-8 0,-1 4 72,11 21 1,-5 5-277,-14-13 0,-4 2 209,1 11 0,-3 2 1059,-7-1 1,-7 0-1044,-7-2 1,-7-1 59,-3-12 1,-6-1 0,1-3 26,-2 1 1,-4-2 11,-16 9 0,-3-6 8,15-20 0,0-3 3,-6 3 0,-1-4-3,6-3 0,2-6-537,-20-14-3725,26-16 2150,13-10 1699,21-12 1,-3 27 0,4-1-1</inkml:trace>
  <inkml:trace contextRef="#ctx0" brushRef="#br0" timeOffset="7803">6470 4718 23343,'-2'-3'3227,"0"1"-2695,2 2-521,-35 17-67,25 14-2314,-8 2 1,1 2 1910,17 18-617,2-15 1,1-1-6288,4 10 7363,2 0 0,-4-19 0,-2-16 0</inkml:trace>
  <inkml:trace contextRef="#ctx0" brushRef="#br0" timeOffset="8004">6426 4406 20746,'-23'-24'-2991,"12"15"-6840,29 42 9593,-2-6 1,-4-9 0,-8-13 0</inkml:trace>
  <inkml:trace contextRef="#ctx0" brushRef="#br0" timeOffset="8335">6742 4585 20347,'8'-2'3136,"-1"0"-1372,-7 2-1057,0 0-707,-5-12-12,20 35 12,-9-16-14,8 18 0,1 8-92,-4 19-23,-8-8 0,-5 1-247,-4-6 0,-3-2 344,-4 5 1,-2-5 26,-8 4 117,4-14 17,12-19 62,7-20-46,11-11-72,14-20-11,9-4-2802,6-1 2734,-7 11-199,12-4-254,-12 19-740,13-3-1613,-10 14-7019,-2 5 8647,-12 4 1,-8 1-1,-11 1 1</inkml:trace>
  <inkml:trace contextRef="#ctx0" brushRef="#br0" timeOffset="8701">7182 4711 26172,'-10'-6'22,"10"5"-22,19 12-44,17 5 27,-16-8-34,26 2 40,-19-8 17,9-5 5,-10-6 6,-9-3 61,-1-9 23,-9 4 28,0-8 112,-11 2-23,-3 4-33,-8 2-28,-4 10 11,-14 10-90,-1 8-50,-8 13-45,11 10 17,9-2-101,5 27-235,14-13-33,4 11-1032,12-21 1,4-2-941,8 3 2341,9 1 0,0-3 0,-11-14 0,16 8 0</inkml:trace>
  <inkml:trace contextRef="#ctx0" brushRef="#br0" timeOffset="9151">8107 4788 24794,'-57'-12'442,"0"-1"1,4 3 0,5 8-287,-8 29-693,7 12 554,8 9-11,15-6-4,13-8 1,4 2-8,4 14-4,4-16 1,6 0-48,18 13-56,20-13-6,-13-23 1,2-3-40,24 0-84,-5-13 0,1-6 171,-14 0 0,-1-2 61,8-2 1,1-4 21,-6-5 0,1-4 0,-5 1-243,-9 6 1,-1-1 260,8-9 1,3-4 0,-5 0-345,-9-1 1,-3-1 438,4-10 0,-2-2 45,-6-1 0,-3 0 58,-3 2 1,-5 1-67,-5 3 1,-3 2 88,-2 4 0,-3 3 202,-12-23 155,1 20-441,5 17 337,7 13-477,2 16 1104,1 20-1132,-2 26-1573,2-3 1,0 2 1563,1-14 1,0 0-20,0 10 0,0 2-821,2 2 1,-1-3 551,1-17 1,1 1-987,0 12 1,2 6 0,0-7-953,6 12 1890,4-3 1,1-8 0,-7-26 0,6 4 0</inkml:trace>
  <inkml:trace contextRef="#ctx0" brushRef="#br0" timeOffset="10119">8253 4900 25158,'54'-30'101,"0"1"0,6 2 0,-4 7-943,-2 15 833,-14 4 1,0 1-37,13 3-14,-20-1 0,1-1-120,29 3-55,-4-8 99,-8-5 113,-12-5 272,-16-1-200,-14 3 23,-18 3 100,-10 5 525,-11 3-350,-5 6 262,1 0-296,5 6-129,6 0-96,9 2-38,7 3-23,5 2-6,11 2 17,26 3-28,11-8-5,-11-8 0,1-3-282,17-1 287,-21-6 1,0-2 10,13-8 17,7-9 45,-14-6 28,-15-3-5,-13-5-12,-19 1 23,-11 3 16,-14 8 28,-8 11-5,-2 9-95,9 8 39,-9 13-85,19 4-21,-8 15 286,13 6-323,12-9 0,2 0-14,-2 16-90,10-11 0,4-1-380,16 9-26,-3-19 0,5-2 95,4-5 1,4-4-228,6-4 1,1-4-278,4-4 1,1-3 75,3-4 0,1-4-419,1-2 0,-1-1 886,0-4 1,0 0 299,1-2 1,-2 0 81,-2-1 1,0 1 550,-5-1 1,-1 0 321,-8 1 1,-2-1 954,8-14-380,-22 4-460,-23 5 38,-18 7-391,-23 7-381,18 9 1,-2 3-99,-3 2 1,-1 4 411,0 3 1,2 3-511,1 3 1,3 2-15,4 2 1,3 1-3,-13 28-34,14 0-6,13-13 196,14 8-470,12-22-56,14 3-40,15-18 152,13-15 249,-25-3 1,0-4-100,2-6 0,-1-4 242,-1-6 0,-4-4-420,-1-5 1,-4-5 405,-3-6 0,-2-4-12,-3-6 1,-3-4-29,-5 17 0,0-1 0,-2 0 35,-1 0 1,0-1-1,-2 1 103,2-18 0,-3 4-9,0 11 1,-3 3 155,-5-16-371,1 32-495,-3 17 495,4 16 0,-3 18 0,0 10 0,-2 7 0,-2 6 0,0 4-134,-1 3 0,-1 4 89,2 2 0,-1 4 0,2-5-178,2-8 0,1 1-354,0-5 0,0 6 0,1 0 0,1-3 286,2-1 1,1-2 0,1-2 0,-3 6 0,2-3 0,1-7 0,1 0 0</inkml:trace>
  <inkml:trace contextRef="#ctx0" brushRef="#br0" timeOffset="11027">11227 4426 24839,'-9'-36'344,"-1"1"1,-7-21-239,7 64-22,-8 16-2123,-3 9 1,-1 5 2068,5-10 1,-1 2 19,-14 24 1,0 1 181,8-13 1,2-1-216,0-1 0,1 3 16,-2 14 1,4 0-26,12-21 1,3 0 2,4 18 0,9-2-167,10-18 1,6-4 155,-4-4 0,3-5 17,30 5 78,4-22-22,-10-10 2972,7-3-2949,-13-14-18,-17-2 0,2-11 694,-8-11-721,-9 3-29,-5 3 34,-2 2 465,1 7-510,6-6 17,4 8 0,2 8-22,-1 11 16,0 8-11,1 19-11,0 7 0,-1 8-22,7 21 5,-5-12 23,4 8-23,1-3-45,-2-10-408,12 15-432,-1-12-795,3 0 375,-12-19-3557,2-6 4031,-8-10 0,-2 0 0,-6-3 0</inkml:trace>
  <inkml:trace contextRef="#ctx0" brushRef="#br0" timeOffset="11753">11967 4898 16605,'0'-5'7046,"0"1"-5511,0 4-527,-55-63-644,40 45-277,-16-16 0,7 5-53,23 27 10,11 2-44,0 1 17,29 11-11,-14-3-9,4 8 0,0 4 3,0 11-11,6 19-23,-22-14 40,-10 8 22,-16-4-17,4-8 73,-18 5 28,12-28 56,-6 0-22,8-12-90,6-3 67,0-14-123,6 1-11,10-12 5,12 1-11,4 5-42,4 5 1,2 3-9,5-1-93,11-1 0,5 1-345,-16 8 1,1 0 356,18-4 0,1 2 92,-18 3 0,-1 1-28,15-3 0,-4 1 72,-3 0 12,-6-2 0,-4-2 62,-16-2 50,2-7-6,-24 5-33,-2 5 134,-19-1 639,2 8-695,-13-1-49,3 9-57,6 1 39,-2 10-51,3 11-27,1 5 0,4 10-40,10-3 28,5-8-16,7 5-17,15-4 16,8-2 23,14-6 34,2-14 0,0-15-12,-12-3 73,-1-13 23,-12-3 162,-1-17-56,-7 5 5,-5-4-133,-3 17 144,-2 2-116,0 15-113,-2-2-34,0 13 12,-1 12-28,-1 2-224,-3 35-236,6-7-30,2-9 0,0 1-578,3-4 1,2 0-694,2 1 0,2 0 1800,4 5 0,1-4 0,1 5 0,4-4 0</inkml:trace>
  <inkml:trace contextRef="#ctx0" brushRef="#br0" timeOffset="12176">13046 5230 17317,'1'-6'3330,"5"-26"0,2-5-1728,0 5-1244,1-7 1,-1 1 424,-2 17-553,-3 10-34,-3 9-179,-1 14 0,-2 16-11,-3 21 5,1-16 0,0 2 0,-4 26-17,-2-8 1,-2 2-171,3-15 0,-1-1 142,-5 18 1,-1-1-1,4-16 0,1-4 1,-5 19 78,8-22-28,6-19-6,6-21 11,4-14-5,6-21 5,-3-8 1,1-8-12,-5 14 0,0-2 1,0-2-886,1-8 0,0-2 1,-1 1 878,-1 10 1,-2 2 0,1 0 7,1 0 0,0 1 0,0 3-337,1-6 0,2 1 335,1-7 0,1 3-128,-2 14 0,2 3 117,10-6 0,1 6-5,1 7-1,28-12 6,-16 36 2925,12 13-2920,0 18-14,-23-6 1,-3 4 348,-2 4 1,-2 3-386,-3 2 0,-4 1-17,-5-1 1,-5 0-37,-7-2 0,-6-1-157,-7-3 0,-6-2-571,-6-2 0,-6-3 637,-10-3 0,2-2 0,-8 1 0,3-7 1</inkml:trace>
  <inkml:trace contextRef="#ctx0" brushRef="#br0" timeOffset="12819">13625 4743 14471,'19'-43'1650,"1"0"0,-1 0 0,-2 2 1,0 1-1,-2 0-1287,2-9 1,-2 1 187,-5 8 1,-1 2 261,0-20-6,-6 21-432,-3 15-129,0 13-218,0 6 0,0 15 6,0 15 5,-3 26-23,0-16 1,0 3-553,-1 8 1,-1 2 546,0 3 0,0 2 0,-1-1 1,1 0-180,0-4 1,0-1 172,1-8 1,0-2 30,1-5 1,0-3 170,0 0 169,0-9-113,4-27-174,4-11 7,5-13 1366,9-14-1417,2 7 1,4-2-46,-5 10 0,2 2 0,7-9 0,3 5 0,13 3 0,-1 13 0,-3 11 409,0 16-409,-1 15 0,-17 2 0,-1 2-41,7 17-441,-13-1 1,-3 2-835,-9-17 0,-2-1-1992,1 8 1,-3-1 3307,-5 23 0,1-39 0,-1-1 0</inkml:trace>
  <inkml:trace contextRef="#ctx0" brushRef="#br0" timeOffset="14005">3814 6020 16465,'8'0'4643,"-1"0"-4217,-7 0 269,0 0-337,-1 9 12,-1-4-180,-1 7 370,-2 4-274,-3 0-45,-5 9-23,-5 0-50,-6 0 45,0-4 117,4-5 80,6-9-18,6-8-28,3-9-56,2-8-95,1-10-79,5-8-39,3-2-39,8 0-28,15-5-28,-5 17-5,9 2 5,-13 19-6,1 13 0,6 33-10,-12-9 10,-5 12 0,-6 3-351,-8-15 0,-5 0 340,-4 19 1,-4 1-10,-8-4 1,-5 0-1,1-9 0,-3 1 0,1-3-459,-3 2 0,0-3 490,-5 5 1,0-6 50,-17-6-5,19-15-6,-11-8 27,26-19 1,7-13 583,7-6-617,4-4 1034,11 1-1056,15-1-3426,7 13 3398,4 7-12,7 15-27,-1 15-56,15 9-1174,-24-6 0,0 1 871,1 2 0,2 0-2156,9 1 0,0-1 2534,-8-5 1,-2-3 0,23 8 0,-32-15 0</inkml:trace>
  <inkml:trace contextRef="#ctx0" brushRef="#br0" timeOffset="14202">4415 6512 27163,'48'-28'-499,"1"1"1,-11 2-1,-5 7 1,-5 20 0,-20-1-1</inkml:trace>
  <inkml:trace contextRef="#ctx0" brushRef="#br0" timeOffset="16194">5208 6525 20755,'10'-44'1357,"0"-1"1,1-1-1,-1 6-909,-6 19-89,1-5-207,-3 17-141,-2 6 0,-2 13 17,-4 13-22,-5 22-9,2-15 0,0 1-3,0 4 1,0 0 5,-5 20-6,10-15 1,5-3-3146,10 1 3157,5 11-524,17-31 552,3-13-118,15-10 146,6-13-1,-28 5 1,-1-3 112,22-21 50,-10-2-6,-12-2-56,-11-1-55,-9 1-23,-5 3 2848,-2 8-2910,-3 10 735,1 9-1071,-2 7-2027,4 31-1024,6-5 3365,12 24 0,-8-28 0,3-2 0</inkml:trace>
  <inkml:trace contextRef="#ctx0" brushRef="#br0" timeOffset="16552">5945 6440 17960,'1'-4'5350,"-1"1"-4001,0 3-1293,-17-1 17,7 24-28,-16 9-34,16-2 0,3 3 3,-3 1 0,0 0-191,-1 2 1,-1 0 179,0-3 0,0 0 14,-8 25 5,6-17 247,6-16 342,8-16-286,4-11 347,19-26-314,2-7-215,-5 7 0,2-1 35,-2 1 1,1 0-101,0 0 1,0 2-32,1 0 1,1 2-3,22-16-17,-10 13-6,16 3-22,-16 15-39,15 3-90,-12 16-240,-4 11-594,-7 11-1608,-9 10 2571,-10 12 0,-5-23 0,-3-2 0</inkml:trace>
  <inkml:trace contextRef="#ctx0" brushRef="#br0" timeOffset="17511">6911 6798 13194,'2'-4'7069,"0"1"-5804,12-59-312,-11 30-584,4-9 1,-2-1 269,-10 7-113,-4 3-11,-13 5-442,4 12 28,-18 9-12,-2 19-38,-19 14-450,24-5 1,0 3 406,-2 5 1,2 2-12,3 1 0,2 2 3,6-2 0,5 1-297,-2 25 303,25-12-51,19-14 84,21-14 11,14-14-30,-26-10 0,1-3-348,3-5 0,-2-3 353,2-4 0,-2-4-6,-1-2 1,-1-5 70,5-12 0,-2-1-65,-12 12 0,-2-1 11,7-18 1,-3-2-1,-13 15 1,-2-1-1,3-10 0,-2-1 28,-3 1 1,-1 1-4,-3 3 1,-1 1 283,-1 7 0,-2 2-149,2-17 211,-4 22-362,0 18 0,-1 10-56,-1 14 822,-3 17-800,-3 25 3,3-18 0,-1 3-492,0 6 1,-1 2 463,0 2 0,1 3-20,0 11 1,2-1 16,0-19 0,3-2 8,2 15 1,5-5-58,10 2 66,10 3 5,5-21 40,8-22-17,-10-14 28,11-21 11,-13-9 29,5-14 27,-5-6 11,-6-2 101,-3 0-134,-7 21 1265,-2 4-1254,-7 22-3,-1 1-126,2 19 17,-1-3-23,3 22-27,0-5 5,2 12-324,4 15 77,-2-17-766,7 17-1367,-2-23-5389,4 0 7814,-2-11 0,-6-12 0,-5-6 0</inkml:trace>
  <inkml:trace contextRef="#ctx0" brushRef="#br0" timeOffset="17678">7607 6321 14997,'-2'-8'5848,"0"2"-5876,2 6-291,0 0-1143,-15-25-8369,18 27 9561,-14-22 0,18 29 0,-4-7 0</inkml:trace>
  <inkml:trace contextRef="#ctx0" brushRef="#br0" timeOffset="18394">7858 6366 19512,'-1'-3'5108,"0"0"-3702,1 3-1394,-12-14-1,15 27-11,-8-14 0,26 43 0,2 2-26,-4-8 1,-1 3-194,-5-5 0,-1 2 171,0 7 0,-3-2 9,-7 13 28,-14 2 112,-7-24 22,2-6 34,0-19 22,12-20 34,2-12-28,8-13-96,4-8-44,12-2-62,9 2-123,11 4-224,-11 21 0,3 3-423,4 1 0,1 4-181,1 0 1,1 3-473,-2 3 1,-2 2-2610,17 2-43,-13 6 2362,-16 0-320,-9 4 6273,-10 0 432,-2-3 128,-7 1-3302,1-5 137,-5 1-476,5-1-766,0 0 206,2 0-576,0 1 16,4 2-5,2 3-12,6 0 23,8 1 17,6-3-11,8-4 5,4-6 23,-3-5-29,-7-2 90,-1-14-33,-13 5 0,0-12-6,-10 7 16,-7 5 7,-5 4-23,-9 9-11,-6 5-23,-6 11-28,-4 7-10,-1 11-1,4 7-22,10 8-96,9 4-128,13 5-235,16 1-629,16 0 161,-9-24 0,3-1-3674,6 0 0,2-1 4612,0-3 0,-3-2 0,15 5 0,-19-13 0</inkml:trace>
  <inkml:trace contextRef="#ctx0" brushRef="#br0" timeOffset="18868">9370 6638 17636,'0'-5'5892,"0"1"-5130,0 4-286,-60-38-319,34 30-12,-20-6 1,-3 7-51,2 39-76,18-10 1,2 2-15,3 4 1,2 2 6,-3 12 11,2 15-12,12-10 0,3 11-22,15-3-4275,15-6 4208,20-9 22,-13-25 0,4-4 203,6-3 1,3-4-173,5-7 0,1-5 30,3-4 1,-1-5 33,-1-4 0,-2-4 36,-4-4 1,-3-3 31,-4-4 0,-5-4-318,-3-4 0,-5-4 320,-3-4 0,-4-3 17,-1-4 0,-4-2 36,-2 1 1,-2 1 49,-2 5 1,-2 2 17,-2 10 0,-1 3 162,-4-14-152,-1 26-161,-1 15 2774,2 10-2847,3 15 625,0 15-631,3 4-6,2 7 0,1 4 248,0-7 0,0 2-248,2 19 1,-1 2-511,-2-4 1,-1 0 464,-3 1 1,-1 1-45,-1-2 0,-2-1-93,-1-3 0,0-1-159,0-7 0,0-2-267,0-7 0,1-2-1537,-1 14-3042,4-21 5193,4-14 0,-1-9 0,1-2 0</inkml:trace>
  <inkml:trace contextRef="#ctx0" brushRef="#br0" timeOffset="19853">9669 6756 25169,'31'-20'-194,"0"1"0,2 1 0,2 5 31,6 11 1,1 4-174,1-3 1,-1-2 267,0-2 1,-1-1 36,-4-3 1,-1-1 18,-4-2 1,-1-1-3959,19-12 4094,-13 2 1016,-16 2-630,-16 3-325,-9 7 201,-17 2 18,-4 7 63,-11 6-294,0 3 3264,9 4-3381,1 9-45,17-2 28,1 12-5,17 0 16,13 3-16,14-1-23,14-5 45,8-8-254,3-8 326,-2-12 35,-10-9 22,-8-8 27,-12-7-38,-11-4-17,-10-2-40,-13 0-55,-8 4 277,-13 4-300,-9 7-22,-9 7-1,-7 6-16,-2 9-3369,-6 10 3369,22 1-45,-3 13 0,24-1-56,3 13 6,11 5 6,15 3-107,15 0-129,-7-26 0,5-3 70,5 1 0,3-3 42,7-1 1,4-3-454,7-1 1,4-3 455,-15-4 1,1-2 0,2-1 104,11-3 1,2-1 0,-4-2 104,4 0 0,-1-2 20,-10-3 1,2-1-1,-6-2 1117,-7-2 1,-4-2-1068,6-4 0,-3-3-30,-6 0 0,-4-2 224,10-28-1,-17-4-44,-22-1-74,-14 6-2349,-17 11 2288,-10 14 785,-10 15-808,19 17 1,0 3 250,-15 7-301,14 3 0,3 5 6,-8 16-23,18-14 1,3 1-1,-9 18-8,19-14 0,6 0 9,13 7 84,15 11-90,22-25 56,10-14-23,6-18-5,-24-6 0,-1-5 1435,-5-2 0,-1-2-1427,-2 0 0,-1-3 42,-3-6 1,-3-2-21,-5 1 1,0-5 41,1-11 1,0-7 0,-1 0 42,-4 7 1,-1 1-1,-1-2 45,2-8 1,-1-1-1,-3 5-54,-2 3 1,-3 7 117,-6-5 123,1 35-353,-4 18-11,2 5 11,-4 26 464,2-5-478,1 26 0,0 8-800,2-17 0,1 2 726,0 4 1,0 4-1,0-4-69,1-1 1,1-1-253,-1-10 1,1 1-1,1-1-2145,-1 10 0,0 0 2543,1 5 0,0-4 0,-2 0 0,2-35 0</inkml:trace>
  <inkml:trace contextRef="#ctx0" brushRef="#br0" timeOffset="21915">12411 6306 24995,'-33'-21'483,"-10"27"-413,17 26 0,0 12-1314,-4 3 1,1 2 1265,-1 4 1,1 1-6,4 0 0,3 0-15,4-5 1,5 0 3,4-5 0,5-1 147,6-7 1,5-1-166,20 21 18,21-15-9,-16-26 0,2-5 9,2-1 0,1-5 24,2-4 1,-1-4 0,-2-1 0,-2-4 92,23-18 28,-16-8 494,-16-5-533,-13-4-11,-12 0-45,-5 10 190,-8-9-11,3 16 1310,-2-9-1416,11 9 376,12-1-455,15 3-50,12 2 6,7 7 16,-1 6-22,-7 8-17,-8 10 29,-6 16 10,-11-3-11,-1 21-5,-9-18-12,0 33-39,1-16-50,3 18-101,7-13-73,8-5-134,13-2-258,13-8 52,-19-17 0,3-4 74,2-3 0,1-2-20,0-4 1,0-3-196,27-14 342,-11-12 391,-14-14 129,-14-8 147,-11-6 200,-12-2 174,-10 2 173,-8 1 34,-4 5-448,4 13 561,0-2-377,10 21-469,1 1-23,5 11-67,3 6 11,4 6 328,5 6-333,11 12-23,12 10-45,5 9 39,2 7-16,-8 4-28,-13 3-3239,-15 4 3289,-7-22 28,-16 2 11,-1-28 12,-7 0 100,-1-11-33,14-8-51,3-7 3336,21-8-3392,12-7-1699,6 7 1,3 0 1709,15-10-14,4 3 1,1 3-520,-3 2 494,-2 2 0,3 0-6,-16 8 1,-1 2 11,7-4 0,2 1 0,-4 2 0,1 0-6,1-1 0,0 0 23,16-8 10,-8 3 12,-21-2-5,-14 5-29,-6-7 3173,-5 8-3111,-19 1 692,4 10-681,-22 4-3364,-5 13 3320,6-2 21,4 10 1,2 4-23,3 10-36,6-6 0,3 2 9,5 16-23,12-2 17,14-7 27,23-10-4,-6-13 10,20-7 23,-7-20-6,-8 2-5,2-11 122,-9-20-94,-14 16 3450,10-29-3372,-17 24 93,0-6-170,-4 12-63,-3 5 0,0 13 0,0 3 0,-1 2 0,-2 5 0,-3 17 0,1 7 0,-1 29-153,4-9-43,2-14 0,3 0-28,6 13 73,13 2 73,1-25-85,21-8 107,0-14 62,1-4 16,-6-9 1,-2-4-551,2-7 595,15-8 107,-31 9 61,-14 10 39,-2-1-201,-5 6-45,-5 7 17,-4 9 584,-3 3-607,-7 20 0,-4 22-22,4-8-215,4 1 0,2 0 204,2-2 0,2-2 0,1 1-12,2 14 26,3-19 0,1 0 2,2 15 12,1-12-45,0-27 56,-1-15-28,-2-14 0,-3-9 11,0-8-11,-6-17 6,3 12-403,1-13 1,2-3 408,0-10-1,3 20 0,1-6 0,2 1-4,1 0 1,3 0 0,0 0-320,0-1 0,0 0 0,2 0 316,2-6 0,1 0 1,1 4-5,4-3 0,3 5-1330,1 7 1,1 4 1329,16-8-340,-3 22 1,2 7 339,4 4 64,8 8 1,2 7-65,5 20 0,-21-10 0,-3 3 0,-9 7 0,-6 3-6,-12 4 0,-6 2-6,-6 0 1,-6 1-14,-13 6 0,-7-3-12,3-13 1,-4-3-287,-6-1 0,-6-2 0,5-2-170,6-4 1,-1-1 492,-11 1 0,-4 1 0,9-4 0,1-2 0,-14 0 0</inkml:trace>
  <inkml:trace contextRef="#ctx0" brushRef="#br0" timeOffset="23143">3444 8005 13009,'-5'0'6515,"1"0"-4158,4 0-1455,-60-25-308,43 7-412,-17-2 0,6-3 14,34-8-95,7 0-56,11 3-29,7 8-10,5 9 0,3 9-18,3 11 18,2 8-6,-10 2-56,8 14 22,-23-6 29,2 13 5,-24-1 11,-4-8 51,-28 18 22,3-18 44,-17 9-32,17-19 408,-4-6-51,21-11-234,-2 0 285,13-8-347,4-2-107,8-6-33,10-2 17,16 0-23,11 5 11,7 5-16,4 13-6,1 11 0,-13 3-14,-16-1 0,-4 4 3,-1 15 16,-9-11 1,-6 2-23,-21 24 36,-3-28 1,-4-2-309,-21 16 244,-3-15 0,-4-3-34,11-10 1,0-2-420,-17 5 0,0-3 86,11-6 0,2-5-843,5-5 1,2-4-8577,-18-12 8475,22-2 1,15 3-1,12 12 1</inkml:trace>
  <inkml:trace contextRef="#ctx0" brushRef="#br0" timeOffset="23370">4206 8169 24122,'47'-18'-528,"0"0"0,-9 2 1,-9 5-1,-13 7 0</inkml:trace>
  <inkml:trace contextRef="#ctx0" brushRef="#br0" timeOffset="35476">5529 8080 19445,'-2'-5'5651,"0"1"-5034,2 4-544,-17-39 22,17 40-11,-10-17-17,22 60-33,-1 17-34,-7-24 0,-2 0-23,0 24-151,-2-16 1,0 0-472,4 11 385,-2-23 0,0-1-1387,11 13-3618,7-21-3557,5-8 7974,4-12 0,-17-5 0,-7-1 0</inkml:trace>
  <inkml:trace contextRef="#ctx0" brushRef="#br0" timeOffset="35986">5819 8347 21729,'17'-48'1154,"0"1"0,-1 5 0,-4 10-756,-11 22-121,0 9-227,-4 12 52,-3 10-18,-6 14-17,-6 9-33,2-5-121,0-8 1,1-1 75,-8 13 11,7-13 0,0-2 70,-4 9-86,6-13-1,8-12 28,3-14-5,7-12 10,3-14 35,5-13-18,4-9 35,2-6 49,2 2 18,-1 5 5,-2 10 211,-3 12-295,-2 11-34,-4 9 23,1 10 50,0 6-67,4 11-22,4 9 16,3 4-44,4 1-12,5-3 1,5-7 33,1-6 11,1-10 11,-6-8 62,-5-11-11,-6-10-22,-4-12 38,-3-8-16,-5-11-1730,-5 15 0,0 0 1680,0-14-9,-2 16 0,1 4 87,0 2-45,-1 2-50,0 14-129,0 8-365,0 5 2425,0 8-7466,7 8 5529,-1 3 0,2-4 0,-4-5 0</inkml:trace>
  <inkml:trace contextRef="#ctx0" brushRef="#br0" timeOffset="36603">6531 8166 20392,'-4'-5'4396,"1"1"-2430,3 4-1904,-13 20 11,18-11-12,-5 14-21,26-19-18,6-6 73,11-11 0,-15 0 101,-2-13-100,-23 7-63,-7 1 96,-10 0 39,-1 5 0,-3 1 11,-1 5-151,6 4 23,-5 9-18,4 6-22,-3 9-11,1 9-22,6 5-79,9 14 28,6-15-195,17 13-192,9-17-128,16 1 308,-14-18 0,1-3 230,13 1 47,-11-15 0,-3-4 9,-7-4 33,12-15 297,-12-8 151,-5-6-162,4-6-11,-12 5-169,-6 21 152,-4 2-78,-2 11-113,-1 3-106,-7 21 0,3-2 0,-8 24-22,3-6-421,-2 30-1713,4-4 252,2-5 1904,5-7 0,0-35 0,0 4 0</inkml:trace>
  <inkml:trace contextRef="#ctx0" brushRef="#br0" timeOffset="36787">7154 8098 26497,'-39'-31'-86,"-1"-1"0,3 3 0,10 16-614,24 33-3960,10 19-1479,0-12 6139,11 9 0,-12-25 0,1-1 0</inkml:trace>
  <inkml:trace contextRef="#ctx0" brushRef="#br0" timeOffset="37226">7557 8166 21971,'1'-4'3288,"0"1"-2745,-1 3-330,-100 17-151,49 5-42,9-8 1,-7 2-1,9 3-8,4 29-7,14-1-16,27-11 11,13-15-6,12-9 1,-2-8-1,13-10 40,-6-7 156,14-18 180,-12 0 184,-1-9-5,-17 8-325,-7 9 291,-5-5-407,-5 15-108,0-2 0,-5 20 0,-2 5 0,-18 42 0,10-23 0,1 2-339,-3 6 0,-1 4 339,2 5 0,0 6 0,1-5 0,3-5 0,0 2-9,1 2 0,-2 8 1,-1 2-1,2-6-174,0-7 0,1-3 0,-2 1-824,-4 18 0,-3 3 0,1-5 718,-2-2 1,-3-4-401,-4-6 0,-4 1 0,4-8 241,-9 5 112,5-4 0,3-17-6676,19-57 7012,7 0 0,0-8 0,4 19 0</inkml:trace>
  <inkml:trace contextRef="#ctx0" brushRef="#br0" timeOffset="37669">7719 8009 17210,'26'-38'1506,"0"-1"1,0 0 0,5-7 0,-3 6-846,-3 12 700,-11 21-834,-8 16-287,-1 6 360,-12 48-472,2-32 1,-1 2-942,-3 19 1,-2 1 840,2-14 0,0 2 3,-1 4 1,0 4 0,1-6-24,2-7 1,0 0 2,0 11 0,0 6 0,2-9-5,2 8-98,3-6 1,1-4 108,2-14 95,2 2 73,-2-30-152,0-8-5,-1-11 28,5-30-39,-2 14-1337,6-14 0,0-2 1370,0 10 595,1 3 1,2 3-484,0 13 114,10-1-215,7 11-38,5 4 16,16 21-22,-18-1-12,4 17 17,-20-2 1,-2 2 2981,6 25-3001,-7-14 0,-2 1 8,-4 21-5,-6-18-40,-3 3-380,0-26-230,0 2 644,9-21 0,-7-2 0,6-4 0</inkml:trace>
  <inkml:trace contextRef="#ctx0" brushRef="#br0" timeOffset="38142">8606 8076 22085,'8'-50'809,"0"0"0,0 0 1,2-14-1,-2 9-226,-3 17 308,-3 19-723,-2 12 127,0 39-233,0 10-54,-1-1 1,1 3-452,-1 3 1,0 1 414,-1 7 0,-1 2-81,-2 6 0,0 0-100,0-20 0,0 0 0,0-1-491,-3 19 0,-1-2-751,1-7 0,0-3 1451,1-7 0,1-5 0,-2 3 0,2-14 0</inkml:trace>
  <inkml:trace contextRef="#ctx0" brushRef="#br0" timeOffset="39104">8617 8482 16751,'0'-8'2817,"-14"-24"1,-7-3-1575,-2 9-711,-1-10 0,-1 2 241,3 18-330,9 6-275,8 5-129,11 0 11,12 2-44,15 1-6,15 2 62,11 3-336,-25 0 0,-1-1 271,0 2 1,0-2 2,-1 0 0,0 0-97,25-1 97,-5-6-28,-8-3 39,-8-3 28,-11-2 28,-10 2 79,-10-1 50,-3 3 716,-6 0-811,0 5 135,-10 3-107,-4 11-40,-9 6-44,-3 11-39,2 3 5,8 1 17,10-3-22,10-4 10,10-8 18,9-7 0,10-10-6,5-10-3348,9-16 3360,-15 5 66,3-12 0,-23 13-22,-3-3 0,-11 4-16,-7 6-35,-10 6 3376,-5 8-3381,-6 8-11,2 7-28,1 7-45,8 20 16,16-7-27,16 13-118,21-14-190,15-2-353,11-6 207,-26-15 1,2-3-142,8-1 1,-1-2 477,15-3 142,-18-4 0,0-4 137,5-9 213,9-7 269,-8-1 398,-7-5-466,-14 6-302,-9 2 124,-9 4-130,-8 6-83,-10 0 0,-14 7-57,-16 12 1,-8 11-40,0 14-50,6 7 17,15 2-11,12 4-18,19-11 18,14-9-3370,17-15 3358,10-16-21,7-7 72,3-12-23,-1-6 12,-4-9-291,-6-10 316,-21 20 0,-2-3 41,2-15 1,-1-4-14,-3 3 0,0-1-343,1-10 0,-2 1 351,-4 18 1,-2 3 83,-1-1 1,-3 2 2685,-2-6-2837,-4 4 34,-3 17-34,-1 17 421,0 9-421,-2 18 1221,-3 16-1221,4-10 0,-1 5 0,-3 19 0,-1 3-1174,2-1 1,-1 0 1147,0 2 0,-1 0-1060,1 2 0,-1-2 650,1-6 0,0-4 0,4-11 1,0-4-1,-7 24 0</inkml:trace>
  <inkml:trace contextRef="#ctx0" brushRef="#br0" timeOffset="39892">11279 8072 20811,'0'-52'1376,"0"1"0,-1-1 0,-4 11-765,-6 26-409,-1-2 84,-12 21-141,-1 15-10,-18 22-88,19-11 1,1 4-591,-4 8 1,2 2 570,-2 7 0,2 3-20,0 3 1,3 2-24,9-14 0,2 2 0,1-3 9,-1 2 1,3-2 5,7 9 0,7-6-23,17-5 23,19-2 0,7-19 12,4-16 10,0-18 17,-1-11 17,0-12-11,-28 15 0,0-2-113,-3-1 0,-1-2 143,-1-1 1,-3 0-1417,2-6 0,-2 2 1442,3-12-6,1 1 894,-4 12-877,2 9-39,11-7-17,2 13 160,0 7-205,-7 7 62,5 21-39,-16 9-29,3 22 1,-16 7 1527,-2-26 0,-2 1-1696,-1-1 1,1 0-1076,-3 30-230,9-18 641,18 3 0,-10-31 0,8 4 0</inkml:trace>
  <inkml:trace contextRef="#ctx0" brushRef="#br0" timeOffset="40843">15105 6609 20940,'10'-62'779,"0"1"1,0 0 0,0 6 0,-2 1 0,-1 8-85,1-14-107,-3 7-129,2-3-151,-3 20-174,0 18-117,-1 15 45,1 19 44,1 21-2187,-2 5 0,-1 4 2095,-1-12 0,-1 2 5,-2 25 1,-3 2 130,-2-16 1,-2 1-151,-2 12 0,-1 1 5,-1-3 1,1-2-1,1-6 1,1-3 5,3-10 0,1-2 12,0 13 50,4-23 72,5-15-22,5-17-27,8-11 3108,9-13-3086,9-11-40,-13 18 1,1 0 195,1-1 1,2 1-227,1 0 0,0 1 24,26-13-49,-2 10-18,-8 13-16,-7 11-28,-5 14-129,-3 13-493,-1 15-1579,-5 14 2162,-12-19 1,-1-2 0,0 6 0,-4-2 0</inkml:trace>
  <inkml:trace contextRef="#ctx0" brushRef="#br0" timeOffset="42235">12092 8396 25091,'-8'-40'201,"1"0"1,-2 1 0,6 15-146,14 35-17,5 9-11,18 31-50,-6 2 8,-13-19 0,-2 3-34,-6 7 1,-3-1 47,-1 8 5,-7 12 18,-4-42-7,3-8 91,-7-2-46,5-12 130,-6-12-113,6 0 45,0-15 1,6 7-29,6-5-45,6 2-22,23-1-22,8 6-6,6 1-62,13 3-139,-3 4-338,-19 5 1,1 0-68,0 0 1,2 0-938,8 1 0,-2-1 1061,-14 2 1,-1 0-177,10-1 0,-1-1-20,5-3 717,8-8 426,-24 5 919,-9-8 189,-19 6-206,-7-6-297,-6 2 197,-8 3-533,-15 5-437,0 8-90,-14 11-117,12 3-23,-9 16-56,11 0 12,-6 18-40,18-8 0,8 1 12,16-17-1,14-5 40,9-11-34,28-8 33,-1-12-192,-20 3 1,-2-3 175,9-9 139,-3-9 304,-15-2-12,-5 2-79,-6 0-83,-12 15-169,-2 8 18,-4 4-95,-2 9-40,-1 5 0,-4 11 0,5 7 357,2 0-762,9 30 69,3-27-212,6 23-5082,14-9 5630,-6-13 0,3 3 0,-12-22 0</inkml:trace>
  <inkml:trace contextRef="#ctx0" brushRef="#br0" timeOffset="42701">13397 8521 28026,'-14'-15'330,"-8"43"-285,6 33-715,5-16 0,-1 1 648,-2 15 16,5-17 1,1-2 10,0-1 132,2-3 0,2-2-132,2-12 264,2 3-263,0-21-17,3-18 11,1-5 718,4-20-724,3-10 6,-4 15 0,0 0 113,7-26-97,0 5 1,2-3-591,-3 15 0,0 0 579,8-18 1,0 1-6,-8 22 0,2 2 8,7-5 1,-1 3 2,0 5 23,25-12-51,-23 35 17,11 10-11,-7 17-23,-1 14 12,-5 10 22,-7 4-11,-10 2-1,-16-4 18,-5-11-34,-11-11 0,-6-3-95,-16 0-54,9-6 1,1-2-160,-7-6-1025,1-9-3204,24-6 4008,5-3 0,11 2 1,6 2-1</inkml:trace>
  <inkml:trace contextRef="#ctx0" brushRef="#br0" timeOffset="43117">14073 8003 23338,'0'-4'3332,"0"1"-1960,0 3-1204,-9 2-28,1 30-28,-9 19-1783,9-9 1,2 4 1678,-3 4 1,1 2 7,-1 1 1,0 0-155,0-1 0,-1-1 143,2-4 1,0-1-6,2-6 0,1-3-39,-2 22 39,5-20 16,2-20 40,9-15-10,6-15 3201,15-14-3247,8-13 0,-16 15 0,0-2 37,1-1 0,2 0-37,0 0 0,1 1 0,0 3 0,1 2 0,22-8 0,-6 15 0,-1 28 0,-16 0 0,3 25 0,-18-5 0,-2 10-102,-9 3-1841,-10 1 1943,-7 0 0,6-22 0,1-6 0</inkml:trace>
  <inkml:trace contextRef="#ctx0" brushRef="#br0" timeOffset="46501">3320 10230 18817,'0'-43'3181,"0"0"1,-1-7-2966,0-1 0,0 1 137,-3 13-168,2 17-169,0 12-27,1 15 73,1 13-34,0 5-3,-2 6 0,-1 3 20,-9 24-297,2-13 1,-2 0 257,2-14 0,-2 1-4,-6 14 1,1 1 3,-2 11-4,7-20 1,2-1-25,6 5 56,12-19 72,7-12 28,12-20 174,23-26-190,-26 13 0,1-1 5,6-7 0,-1 0-8,-7 4 0,0 2 64,15-18-101,-13 14-33,-3 7 519,-10 14-519,2 5-28,-4 13 0,0 14-6,-3 15-11,-3-2-26,-4-2 1,-1 2-98,-1 17-456,1-15 0,1 0-681,10 20-1831,9-12 3091,19-15 0,-16-16 0,3-10 0</inkml:trace>
  <inkml:trace contextRef="#ctx0" brushRef="#br0" timeOffset="46659">3939 10516 24282,'36'-22'-583,"0"0"1,0-1-1,4-5 1,-6 7-1,-10 14 1</inkml:trace>
  <inkml:trace contextRef="#ctx0" brushRef="#br0" timeOffset="47284">5756 10338 22027,'1'-9'1638,"4"-26"0,1-6-1032,-2 11-363,2-12 1,0 3 75,-4 20-224,0 9 62,-2 6-101,0 27-17,-1 10-39,-3-1 0,-1 4-299,-3 4 1,-1 2 292,-3 4 1,-1 2-9,-1 14 0,3 0 2,8-19 1,4-3 17,2 7 0,10-8 33,20-22 0,6-10-22,-8-5 0,2-6 11,13-6 0,1-6 134,-4-14 0,-3-4-89,-11 10 0,-2-2 89,11-16 1,-3-3-29,-14 10 1,-2-1-49,4-8 1,-2-1-9,-4 2 1,-2 2-31,-5 6 0,-2 3-48,0-11 0,-15 12 0,1 20 0,-8 1-197,2 12-542,-1 11-797,1 13 1536,3 16 0,5-18 0,4 1 0</inkml:trace>
  <inkml:trace contextRef="#ctx0" brushRef="#br0" timeOffset="47703">6657 10423 23052,'-2'-6'2739,"0"0"-2044,2 6-623,0 0-49,-26 3 5,16 21-6,-20 8 6,23 20-39,-2 8 5,2-20 6,-3 9 28,3-26 101,0-3 106,3-11-67,3-17 180,11-24-203,-2 2 9,5 1 0,2-2-291,17-20 252,-10 20 0,1-1-48,1 2 1,0 1-68,3 1 0,-1 3 0,8-4 0,7 5 0,-17 21 0,9 9 0,0 12-23,-11 5 1,-2 3-270,7 13-489,-10-6 0,-2 2-9050,-2 13 9163,-2-6 0,-5-14 1,-5-21-1</inkml:trace>
  <inkml:trace contextRef="#ctx0" brushRef="#br0" timeOffset="49131">7498 10409 21383,'-42'0'-381,"24"0"-229,44 0-802,19-2-2268,8-2 3680,8-4 0,-28 4 0,-4 0 0</inkml:trace>
  <inkml:trace contextRef="#ctx0" brushRef="#br0" timeOffset="49731">7955 10275 16303,'2'-6'6592,"-1"1"-3864,-1 5-2649,-1-35-68,1 26-6,-1-18 29,1 45-6,0 16-22,-3 15 5,-1 8-14,0-20 0,1-2 9,1 13-23,11 8 28,12-32 17,13 0-5,9-13 16,6-15 67,2-13 113,-1-13-80,-6-9 247,-9-5-72,-10-3-79,-10 3-22,-7 9-17,-4 11-90,-4 12-95,0 8-22,-3 7 219,-1 9-225,-2 12 1,2 13 16,3 8-6,4-9-5,15 12 11,4-19-11,16 5-12,3-17 23,5-10 11,1-14 1,-3-11 30,-19-4 0,-3-5 14,5-20-26,-13 13 1,-3-1 59,-6-20-17,-8 1-29,-5 5 7,-5 11-18,-3 10-61,2 12-56,2 9-128,1 12-388,5 9-844,5 13 82,6-1 514,19 11 0,-13-24 0,9 5 0</inkml:trace>
  <inkml:trace contextRef="#ctx0" brushRef="#br0" timeOffset="50331">9055 10317 25965,'-49'7'158,"-1"0"1,6 0 0,10 4-120,21 6 45,14 4 45,14-12 50,40-3-134,-5-11-31,-17 2 0,-2-2 25,10-9 56,-9-3 34,-5-2 33,0-8 12,-12-2-6,-9-3 6,-13 2-18,-13 1-128,2 11 40,-14 5-46,10 12-22,-7 12 22,7 6-38,2 12 21,9-4-16,1 9 0,5-3-34,5 10-78,13 0-247,13-14 1,4-3 122,11 5 160,-8-11 1,3-4-68,-2-9 0,-1-5-3311,25-5 3465,-24 3 0,0-3 36,0-9 1,-4-2 30,-1-4 118,16-21 50,-28 9 50,0-8 40,-7 3 151,-5 2-145,-3 11 3189,-1 6-3395,-1 9-125,0 6 0,0 1 0,-1 7 0,-2 8 0,-1 3 0,-4 17 0,1 4 0,0 15-651,6-18 1,3 0-3517,7 23 4167,4 0 0,-2-32 0,-4-12 0</inkml:trace>
  <inkml:trace contextRef="#ctx0" brushRef="#br0" timeOffset="50531">9779 10143 23377,'-29'-43'591,"0"0"1,2 2 0,5 10-676,14 23 0,1 3-274,7 13 117,3 1-1529,12 24-1125,4-5-337,4 7 3232,0-5 0,-15-18 0,1-1 0</inkml:trace>
  <inkml:trace contextRef="#ctx0" brushRef="#br0" timeOffset="50942">10167 10220 17720,'0'-3'6217,"0"1"-5181,0 2-750,-62-36-174,34 28 22,-29-3 1,-1 7-113,22 18-11,5 0 1,0 4-1,-2 20-11,15-12 11,-5 32-5,26-27-1,13 8 12,5-21 67,35-12-22,-22-9 128,6-7 1,0-2 16,-7-3 207,-2-4 1,-2-1 105,-10 0-116,3-8-242,-17 16 51,-5 3-139,-2 6-74,-3 6 0,-7 14 0,-8 20 0,7-6 0,-1 2-219,2-3 1,0 2 218,-3 8 0,-1 4 0,2-3-350,2-6 0,0 0 292,-5 17 0,-2 7 0,3-4-665,2-6 0,1-1 585,1-4 0,-1 3 0,-1-2-215,-3 4 0,-1-3 76,4-12 0,-2-4-1398,-8 2 0,-1-8-7679,-1-13 9354,-6-7 0,23-14 0,6-2 0</inkml:trace>
  <inkml:trace contextRef="#ctx0" brushRef="#br0" timeOffset="51589">10394 9847 16174,'9'-7'6559,"-2"1"-5702,-7 6 1479,0 0-2017,37-24-45,-38 42-72,25-2-130,-30 17 1,-9 7-56,7-8 0,1 3 19,-4 25 1,1 2-734,3-16 1,1 0 701,1-3 1,-1 3 0,1-4 8,1-2 0,1-2 158,1 0 0,1-4-172,1 5 45,0-3 56,2-18-12,3-20-77,1-7 1131,9-21-975,12-23-115,-11 25 1,1-1-225,5-6 1,1 1 271,18-14-45,-3 13-140,-4 14 84,-10 11 0,7 11 0,-9 11 34,8 10 5,-6 10-56,-7-4 34,3 9-17,0-8 452,4-5-435,7-7-17,1-22 0,-4-4-12,18-33 57,-12 0-353,-14 17 1,0-4 340,2-15 1,-2-4 13,-7 8 1,-1-1-15,0 0 1,1-2 0,-3 3-9,0-3 1,-3 0 94,1-12 1,-4 4-121,-3 5 0,-4 9 0,-3 4 0,-6 15 0,-6 0 0,1 19 0,-2 17 0,-1 22 0,10-9 0,3 3 124,1-4 0,2 4-124,5 8 0,4 5 0,1-2-655,2 8 0,3 2 655,-2-3 0,2 4 0,-1-2 0,-1-10 0,-1-1 0,0-1-143,1 16 0,-2-2-671,-3-7 1,1-3-537,-1-6 0,0-4-4995,4 11 6345,6-11 0,-8-25 0,1-3 0</inkml:trace>
  <inkml:trace contextRef="#ctx0" brushRef="#br0" timeOffset="52554">11081 10111 19339,'-7'-2'4172,"1"0"-3477,6 2-533,0 0-151,12-8-5,22 11-6,17-6-17,-17 7 0,1 2-152,-1-3 0,0 0 62,0 0 1,-1-2-20,-1 1 0,0-2-47,28-4 150,-9-2 141,-13-5 95,-15 0 67,-13 0 33,-8 2 79,-9 4 130,-4 2-7,-7 3 70,-4 5-389,2 2-146,5 3 40,3 12-46,9-2-4,7 10 4,12-4-10,13-3-6,10-7-6,5-7 1,2-7 22,-1-9 44,-5-6 57,-8-9 11,-9-6-23,-11-3-11,-9-2-16,-11 2-51,-1 9 100,-24 2-66,-2 13-51,-8 0-1693,7 13 0,1 3 1654,3 1-6,1 5 1,3 2-6,13 1 22,-2 33-28,15-8-6,4-11 1,4 1-90,17 22-11,-4-29 0,4-2-191,15 1 1,2-4 1763,-11-6 1,1-3-1580,19 0 0,1-4-243,-14-6 1,-1-2 385,8-2 0,2-3 5,-3-2 1,-1-2 11,-3-3 0,0-3-56,-3-1 1,-1-2 77,-3 1 1,-1-2 63,18-15 46,-16 5-46,-18 7 194,-25 10-261,-24 7 714,-20 11-747,17 4 0,0 2-17,-13 7-6,2 10 136,26-1-152,14-6 10,4 5 7,20-16-1,14-7-5,10-11-6,10-5 23,-9-2-6,-8-1 0,0-3 11,8-12-11,-11 6 0,-1-4-243,-10 1 0,-2-2 257,-1-5 0,-1-3 0,-1-3 0,-2-3 14,0-4 0,-2-1 25,0-2 1,-2 1 27,-2 3 0,-1 1 31,-1 7 0,-2 3 118,-3-14-74,-3 23-88,-1 15-46,0 12-11,2 6-3208,-9 49 3208,6-18-11,0 10 0,0 4-259,3-11 1,1 0 246,-2 14 1,1 3-51,-1 2 1,1 0-163,-1 2 0,2 0-370,0-1 1,1 0-3516,5-1 1,1-2 4108,0-9 0,2-4 0,4 12 0,-2-28 0</inkml:trace>
  <inkml:trace contextRef="#ctx0" brushRef="#br0" timeOffset="53372">13940 9891 20431,'20'-49'1456,"1"0"0,-4 8 0,-5 8-1209,-12 16 229,-20 20-162,-5 15-6,-14 18-188,19-10 1,1 4-303,-1 4 1,1 4 228,0 5 1,2 3-1,0 2 1,2 3-18,4-8 0,2 2 0,0-3-380,1 3 0,2-2 358,0 17 1,5-2-12,8-24 0,2-2-5,3 6 0,3-2 13,3-6 1,3-3 16,22 9 29,0-18-12,1-20 17,0-14 28,-1-14 5,-4-10 23,-10-5-5,-11-2-12,-8 0 28,-7 3 23,-5 4 78,1-3-151,-1 16 501,9-5-502,7 16 714,11-3-741,6 5-17,3 5-28,0 5 5,-2 10 12,-2 7-6,-3 12 23,-2 9-12,-6 21-27,-10-15-35,-3 20 40,-6-33-201,-1 26-348,6-20-1417,15 15 907,-2-27-1792,24-5-3158,-7-23 5161,5-2 0,-14-2 0,-12 4 0</inkml:trace>
  <inkml:trace contextRef="#ctx0" brushRef="#br0" timeOffset="54538">14784 10316 6996,'0'-8'9830,"0"3"-7581,-13-32 1,-4-6-1673,6 17-106,-7-21 0,0 3 1189,10 30-1200,0 0 209,5 8-451,7 3 1293,3 2-1477,15 5 282,8 7-338,14 13 13,-17-1 1,-1 2-3,9 12 5,-14-7 0,-5 2-5,-7 10 17,-1 9 22,-9-9-11,-7-9 27,-4-15 7,-3-8-40,4-8 84,-3-3 40,3-4-1,-1-4-28,4-6-5,13-14-67,5 7-45,25-15-12,13 10-698,-2 8 0,2 0 695,-14 6 1,1 1 4,6 0 1,3 1 0,-5 1-3,13-2-5,-7 1 0,0 0-22,0-3 33,7-10 62,-21-5-45,-11 7 78,-18-3-27,-8 13 55,-9-2-11,-3 8-44,-9 4-18,-3 11 1326,4 2-1342,-11 16-40,-1 15-22,7-8 28,9-2 1,2 0 27,6 2 6,-2 16 5,28-22 29,16-13-29,16-18-28,-4-8 31,-9-11 1,-1-2 24,-3-3-24,0-3 0,-2-3-26,-5-7 0,0-8 0,-9 14 0,-5 4 0,-5 15 0,0 3 0,-2 6 0,-4 16 0,0-1 0,-4 11 0,0 11 0,-1 22 0,3 5 0,1 0-564,12-25 1,4-4 42,5 1-854,15-1 0,7-3 406,-7-15 0,1-4 417,15 4 0,2-3 602,-4-14 1,-3-4 459,11-5 174,-7-15 1735,-23-13-1746,-9 14 69,-2-2 0,0-1-48,-2 1-173,1-7-325,-6 20-38,-3 10-158,-1 14 0,-2 14 0,2 22 0,-1-9 0,0 1-171,0-3 0,1 2 171,-1 29 0,1-1-699,-1-26 0,0-1 699,-1 9 0,0 6 0,-1-2 0,-5 12 0,-2-3-15,0 0 1,0-1-34,-2 1 1,-1-6 36,-3 0-1,6-25 1,3-31 302,5-8-291,-3-47 1244,4 21-1219,-1-5 0,2-5-571,2 7 0,2-1 546,1-17 0,3-4-424,-1 18 0,1 0 0,1-1 424,1-2 0,2 0 0,-1 2 0,2-10 0,2 1 0,-2 9 0,1-1 0,0 3-272,-1 6 1,0 1 271,5-13 0,1 3 0,1 3 146,9 11-146,-11 25 970,8 6-970,-12 13 1368,-1 23-1368,-11 0 0,-3 4-4,-2 1 1,-3 3-68,-3 10 1,-5 1 36,-2-10 1,-3-2-1568,0-4 0,-2-2 1497,3-5 1,-1-3-1633,-19 16-852,15-24 2588,1-17 0,16-6 0,1-6 0</inkml:trace>
  <inkml:trace contextRef="#ctx0" brushRef="#br0" timeOffset="54931">16612 9647 27936,'5'5'297,"0"50"-1158,-2-19 1,-1 4 893,-1 3 1,-1 2-1,-1-3-5,0-10 0,-2 1-1051,-6 15 1,-2 6 0,0-7 1025,3-14 0,-2-2 5,-9 29 1,0-4 971,4-21-934,3-4-46,7-19 0,13-18 0,9-16 0,4-4 0,0-3 0,2-2 398,12-15-398,-9 12 0,0 1 0,-3 8 0,-1 3 0,13-10 3222,17 7-3222,-14 17 0,18 10 0,-9 17 0,-22-1 0,0 5-1448,4 18 0,-3 5 904,-5-6 1,-3-2 0,-3-7 0,-3-5 0,-7-8 0</inkml:trace>
  <inkml:trace contextRef="#ctx0" brushRef="#br0" timeOffset="186586">5985 18236 16135,'14'-44'2871,"0"0"0,0-1 1,-7 8-2558,-9 23 246,-11-7-364,-5 17-112,-12 10-61,5 5-71,0 10 0,0 5-305,-3 7 311,1 3 0,0 5-462,6 0 1,2 1 424,1 1 1,1 0 36,2-2 0,3-1-188,7-2 0,6-3 12,8-5-309,11-5 1,8-5-896,26-14 372,-15-11 1,6-3 0,-4-1 861,-4 0 0,0-3-77,6-7 0,3-5 0,-6 1 551,-12 3 0,-2-1 509,11-13 0,-3 0-140,-4-1 931,-9-3-959,-19 27 1120,-3-1-856,-6 8-605,-1 1-118,-4 8 806,2 7-985,3 3 50,2 11-90,8 12 7,12-2-29,10 1 28,4-20-106,15-12-96,14-18 219,-10 2 120,-4-12 1,-4-3 2,-11 3 28,-2-2 1,-4 0 257,-9 4 195,-3 0-94,-6 10-331,-6 6 45,-6 9-28,-17 19-106,4-1-37,-6 8 0,-1 5-20,9-8 1,1 1-289,-9 13 1,0 4 215,6-8 0,1 0-351,2 0 1,2-2-1000,-7 19 773,10-18 0,3-6 0,4-14 0,-2 9 0</inkml:trace>
  <inkml:trace contextRef="#ctx0" brushRef="#br0" timeOffset="187653">7256 18265 25461,'-30'-32'263,"-4"17"-252,-7 55-31,18-16 1,1 2-288,-2 4 0,2-1 285,-12 20-87,14-12 0,4 0-49,5 8 46,2 7-554,47-22 201,-7-20-1062,17-8 1,5-5-420,-16-4 0,-1-2 371,8-1 1,2-2-810,2-7 1,-3-3 2019,6-5 975,-19 9 1,-3 0 1393,-7 0-762,-13 9 2454,-19 10-1399,-7 8-193,-21 10-830,12-6-614,-9 6-220,19-9-206,0 2-106,8-3 90,7-1-79,5-3 201,20-1-184,6-8-84,20-6-23,2-10-16,-7-1-107,-16 7 1,1-2 114,4-4 0,-1-1-232,-4 4 0,0-1 263,19-16 0,-2-2-292,-19 10 1,-1-1 330,11-14 0,-1-3 42,-10 5 1,-4-2 24,-2 0 0,-2 0 48,-4 3 0,-2 2 232,2-24-3078,-10 18 2899,-9 17-60,-1 14-69,-10 10 142,2 12-287,-9 11 27,0 15-38,-6 14-107,12-18 1,-1 2 91,-2 6 1,-1 0-18,0 4 1,0 1-6,3-1 0,2-1 1398,3-4 1,4-2-1447,8 22 5,18-20 40,5-20-185,38-14 45,-7-16-125,-13 1 0,1-2 285,-5-4 0,-1-2 25,-1-1 0,-1-2 5,-5 2 1,-1-1 928,13-14-738,-17 10 344,-12 11-316,-13 7-15,-7 7-74,-8 6 472,-6 4-595,-1 8-35,1 5-10,6 6 10,8 1-83,4-2-275,11-5-862,8-6-2583,9-9 3826,10-8 0,-14-1 0,0-5 0</inkml:trace>
  <inkml:trace contextRef="#ctx0" brushRef="#br0" timeOffset="187836">8568 18030 21982,'0'-3'4492,"0"1"-3932,0 2-2178,-10-17-186,10 17-2324,-6-11 3280,12 21 0,-2-3 0,0-2 0</inkml:trace>
  <inkml:trace contextRef="#ctx0" brushRef="#br0" timeOffset="188204">9228 18189 7615,'-5'-4'-106,"2"0"8866,3 4-5763,-11-23-1821,8 17 673,-11-20-578,10 22-403,-7-2-230,-8 2-156,-9 2-118,-12 5-78,-12 11-163,20-3 0,0 4-271,-4 3 0,0 3 212,0 1 1,1 3-18,3 0 1,3 1-15,5 0 1,4 1-28,-3 23-23,24-5 0,21-10-156,25-11-780,-6-17 1,5-6-3964,-4-3 1,0-2 3766,-1-1 1,-3-2-1,2-5 1,-29 8 0</inkml:trace>
  <inkml:trace contextRef="#ctx0" brushRef="#br0" timeOffset="189662">11453 18120 19669,'4'-47'1868,"0"-1"1,-2 6 0,-2 9-1426,-5 18-269,-7 8-118,-4 14 0,-11 12-62,-11 18 6,15-11 0,0 3-247,-2 5 1,0 0 229,5-4 1,1 0-21,-3 8 1,4 3-20,4-1 0,4 1 14,1-2 0,3 0 5,6 1 1,6-4-218,24 6 254,21-17-36,-20-17 0,2-4-15,23 0 28,-14-9 1,1-2 28,12-9 22,-18 3 0,-2-2 28,8-13 45,-14-2 0,-13 3-1,-10 1 63,-4 2 443,-2 0-461,1-1 203,8 2-280,5 3-3382,18 4 3314,-9 8-11,5 2 33,1 19-67,-6 6 51,8 16 0,-15 5-62,-8 1 33,-6-10 3001,0 12-3824,5-16-1204,5 8-2672,9-15 4722,8-10 0,-12-6 0,0-4 0</inkml:trace>
  <inkml:trace contextRef="#ctx0" brushRef="#br0" timeOffset="190386">12217 18326 26295,'-16'-37'168,"-1"-1"0,-4-20-134,31 65-57,9 8-5,5 11-39,4 9-112,-3 7-118,-5 4-196,-9 4 67,-15 0 303,-11-4 123,-9-10 185,-9-15-90,12-11 146,-3-14 45,18-7-84,1-10-40,10-3-56,11-1-94,14-3 10,13-1-39,-4 9 0,2 1-363,-12 5 1,2 0 101,22-6 1,3 2-300,-14 7 0,-1 2 204,1 0 1,2 0-763,16 2 1,-1 2 636,-23 2 0,-2 2 310,13-1 0,-4 1 250,-2 1 789,-25 1-369,-14-1 661,-16 0-79,-4-3-219,-4-1-167,-1-1 491,-2 2-793,-4 3-108,-6 7-88,-2 6-96,-1 8-79,4 6-22,6 4-11,8 3-50,10 0-45,7-1 0,11-2 16,12-8-16,23-8 89,-10-8 46,18-13 10,-20-8 45,6-13 56,-3-7 45,-3-6 62,-4-3 67,-5 4 61,-6 8 1,-8 10-124,-4 12-162,-7 6-90,-3 11-17,-7 11 6,-4 12-39,-1 9-230,2 3-750,5 2-2196,4-1 3243,7-1 0,0-19 0,2-5 0</inkml:trace>
  <inkml:trace contextRef="#ctx0" brushRef="#br0" timeOffset="190837">13511 18467 21573,'2'-5'4487,"0"2"-9363,-2 3 4960,-14-1 1465,-2 18-1488,-15 6-61,10 8 0,0 4 129,-8 13-65,11-17 1,1 0 705,-1 13-754,8-17-2284,1 9 2290,7-21 2364,-1-1-2318,5-13-192,3-16-38,9-21 100,7-23-32,-7 22 0,1-3 128,1-3 0,0-1-1,1 1 1,1-1 22,6-6 0,-1 1-42,-7 16 0,0 1 19,7-8 1,0 3-6,6 0 3205,7 0-3245,-5 18-16,-8 16-16,-7 33 44,-9-5-17,-10 36 6,-8-15-1,-10 12 1,-11-8 0,-6-8-45,-6-10-50,-2-11 130,2-9-1133,5-8-2332,11-4 3441,13-3 0,9 2 0,6-2 0</inkml:trace>
  <inkml:trace contextRef="#ctx0" brushRef="#br0" timeOffset="191454">14218 18300 21276,'18'-59'1507,"0"1"0,-1 2 0,-2 10-1087,-2 18-241,-5 29-22,-10 51-129,-3 1-14,-7 4 0,-5 3-9,-4-11 1,-2-2-517,2 2 1,-1-1 518,-7 2 1,0-3 416,-6 5-158,5-9-227,5-9-91,19-28-78,17-23 230,13-12-22,10-14 2,-10 17 0,0 0 59,21-17-31,-12 11 0,2 1-267,-6 7 0,-1 2 180,-2 1 1,-1 3 777,21-3-795,-24 14 112,17 1-122,-7 23-3255,3 6 3260,-5 9 104,-16-1 0,-3 1-199,-3 5-113,-2-3 1,-3 2-2297,-13 12-5371,-1 1 7875,-5-7 0,7-22 0,4-9 0</inkml:trace>
  <inkml:trace contextRef="#ctx0" brushRef="#br0" timeOffset="195207">22394 3267 21198,'-56'1'926,"0"1"0,2 0 0,13-1-248,29-1-275,4-1-117,17-4-90,13-4-89,16-6-3410,22 0 3314,-16 5-156,15 2-1032,-24 6 1177,12 2 0,-23 0 0,-1 2 0</inkml:trace>
  <inkml:trace contextRef="#ctx0" brushRef="#br0" timeOffset="195807">23565 3430 22098,'19'-59'974,"0"-1"1,-3 8 0,-2 9-505,-6 14 373,-3 15-815,-5 10 286,-2 29-303,-1-5 6,-2 22 39,-6 7-22,-4 11-354,4-19 0,-2 2 325,-1 2 1,0-1-17,0-1 0,-1-1 13,0 0 1,1-3 31,-2 8 339,2-10-267,11-31-16,2-7-17,6-15-23,5-15-28,2-2 0,3-7 1,1-4-230,-2 3 0,1-2 212,0 0 1,2-5 0,-1 1 5,0 1 0,1 0 0,-1 1-8,1-2 1,0 1 0,0 1 0,-1 4 0,0 1 0,1 2-2,4-7 1,1 4-35,-3 12 0,1 5 15,16 1 0,2 20 17,1 25-17,1 24-364,-20-12 1,-2 5 360,-2 6 1,-2 4-88,-2 3 1,-2 2-213,-4 3 0,-2 0-407,-1-4 1,-1 0-863,-2-4 1,0-2-3329,1-8 1,1-2 3632,-1 10 1,2-21-1,-2-20 1</inkml:trace>
  <inkml:trace contextRef="#ctx0" brushRef="#br0" timeOffset="196003">23687 3575 25191,'41'-35'-70,"-1"1"1,1-1-1,-3 3 1,2 2 0,2 4-1093,7 9 1,3 6 0,-2 1-3755,5-4 1,-2 2 3303,5-2 1,-6 3 0,-14 3 0,-28 6 0</inkml:trace>
  <inkml:trace contextRef="#ctx0" brushRef="#br0" timeOffset="196456">24653 3137 25517,'-44'-7'352,"-1"0"1,4 0 0,10 4-274,21 6-1,5 16-50,9 5 6,5 19-23,9 1 0,4 7 0,-7-19 0,1 0-4262,7 12 4259,-6-15 1,1-2-32,3 5 838,2 3-910,-9-6-51,-9-9-89,-12-7-146,-10-7 146,-1-5-768,-24-23 829,22 5-25,-17-32 171,28 3 151,2-16-75,9 30 1,2 0 472,7-24 101,2 14 140,-2 12 2703,-6 16-3224,-2 5-140,-5 10-29,-10 19 277,2-3-327,-16 30-5,3-2-31,8-14 0,1-1-64,-9 20-4838,11-3 1,3-2 2715,3-10 1,-2 26 0,10-56 0</inkml:trace>
  <inkml:trace contextRef="#ctx0" brushRef="#br0" timeOffset="197370">25310 3241 25433,'-37'-27'177,"0"-1"0,3 4 1,2 12-117,-12 46-5727,4 8 5666,9-6 626,13-6 1,3 0-705,3 12 16,3 6-263,27-7-543,18-13-98,-9-12 0,5 0-961,15-1 0,1-2 1697,-14-4 1,1-3-292,23-1 0,-2-4 1232,2-13 205,-19 1 0,-2-2 199,2-11 1685,-5-21-1607,-19 10-335,-1-14 2936,-10 13-3257,-4 7-132,0 11 88,-2 2 292,1 10-735,-2 0-55,2 7-1,1 9 1,0 2-18,2 23 6,1-15-111,16 28-12,2-23 5,17 5 34,5-18 79,7-12 28,-6-6 19,-11-5 0,-1-3 3,1-1 92,2-9 1,-1 0-48,-11 4-6,15-15 286,-20 14-62,-8 7-118,2-1-105,-10 10-35,-5 12 6,-7 12-22,-2 5-9,-4 7 1,0 1-15,-2 7-47,-5 12 0,1 4-471,10-16 0,1 0 286,-3 8 0,1 1-1039,5 4 0,4-1 1277,5-6 0,0-2 0,-1 20 0,6-13 0</inkml:trace>
  <inkml:trace contextRef="#ctx0" brushRef="#br0" timeOffset="198200">26674 3301 27023,'-44'-21'93,"-1"0"1,4 3-1,4 13-82,-3 48-462,21-18 0,0 2 439,2 2 1,1 2-31,4 0 0,1 0-58,-2 19-76,12-15 0,6 0-1158,19 15 830,-1 0-185,19-14 544,-10-27 178,10-1 203,1-11-17,1-4 139,-5-4 34,-4 1 487,-12 3-453,-8 3-79,-10 3-78,-7 4-107,-3 2-83,-1 2-51,2-1 106,7-1-39,9-3-50,16-2-22,15-6-7,-2-2 6,-5-3 1,0-2 22,16-15-37,-21 13 1,0-4-441,6-15 1,-3-4 476,-9 4 0,-1-1-26,5-6 1,0-4 15,-10 4 1,-2-4-1,-2 3 43,-1-2 1,-2-1-10,-1 5 0,0-4 0,-2 4 37,-2-2 1,-2 2 78,2-21-23,-4 20-89,-1 18 73,-1 8-107,-1 11-22,0 6 929,-3 15-946,-1 3 8,-5 12 1,-2 3-6,1-4 0,-1 2-344,-6 15 0,-1 3 344,2-6-1,0-1-10,2-1 0,2-1-1,3-4 1,2-1-219,4-4 1,3-2 198,5 10-200,29 1 189,4-26 33,-6-5 1,1-3 10,0-8 1,1-3 2,0-1 1,-1-3-6,0-2 0,-2-2 25,24-12 28,-10-4-6,-9 2 28,-11 2 654,-7 6-714,-8 6-18,-5 5 0,-3 4 444,-2 7-444,-1 5 131,-1 12-131,-1 7 0,1 8-293,0 1-787,5 2-1906,6-3-2822,3-11 5808,7-8 0,-10-13 0,0-1 0</inkml:trace>
  <inkml:trace contextRef="#ctx0" brushRef="#br0" timeOffset="198368">28030 3123 25124,'-36'-25'-1473,"11"7"0,40 40 0,-4-10 0</inkml:trace>
  <inkml:trace contextRef="#ctx0" brushRef="#br0" timeOffset="198586">28482 3287 24878,'-60'-5'612,"0"1"1,-2 3-1,7 6-438,7 18-130,21-7 1,1 4-28,-11 24-34,19 4-33,25-15 0,7-2-107,9 12-498,9-13 0,5-3-692,-4-11 0,3-4 1165,16 4 0,-1-2 0,6 1 0,-2-7 0</inkml:trace>
  <inkml:trace contextRef="#ctx0" brushRef="#br0" timeOffset="199556">29649 3087 21545,'17'-47'1352,"0"-1"0,2 4 0,-11 13-1173,-15 28-56,-8 11 101,-25 25-168,8-2-626,-5 13 0,1 2 609,2 4-34,4-2 1,2 4-18,14-19 1,4 2 11,0 14 0,4 0-3,3-16 1,4-1-7,12 14 1,7-4 2,6-10 14,2-5 1,4-4-9,16-7-1456,-11-10 0,1-3 1451,6-5-7,7-14 52,-37-4 630,-1-1-630,-6-13 280,-4 1-258,2-11 55,7-14-44,6 11-23,7-2-22,-5 24 6,8 7-17,-13 13 28,16 7-45,-11 12 16,4 4-21,-2 16-1,1 13-44,-1 4-18,-9-20 1,0-1-89,2 8 2696,6 4-5010,2-15 1622,16 5 0,-17-16 0,1-6 0</inkml:trace>
  <inkml:trace contextRef="#ctx0" brushRef="#br0" timeOffset="200267">30517 3442 24592,'-7'-41'519,"0"1"0,1 4 1,1 8-246,5 22-235,3 5 0,3 7-27,8 11-7,5 16-10,6 12-18,1 8-5,-10-18 0,-2-2 17,5 12-17,-3 6 28,-13-34-6,-14 4 23,-5-13 11,-13-1 28,1-11 11,4-5-16,10-8-1,15-6-50,18-5-5,7 4 10,-1 7 1,5 1-9,9-2 0,3 1-676,3-1 0,2-1 668,11-3 0,-2 2 0,-18 7 0,-2 0-1483,14-4 1,-2 2 1493,2-1 8,-18 5 0,-3 2 4,-8 0-7,-15 5 23,-12 0 0,-6 1 897,-8 1-886,-3 1 3420,-4 5-3358,-3 3-11,0 7 5,-12 19-84,16-3 0,-3 13-11,21-8-11,6-1 11,4-7-11,11 5 22,1-18-11,6 1 28,8-18 11,-8-9 17,8-9 45,-11-5 22,-3-3 29,-2 1 16,0 1-17,0 5-45,0 4-67,-3 6-27,-3 6-1,-2 5-34,-2 11-44,-1 7-123,-1 11-359,0 8-677,0 2-1401,2 0-2835,6-3 5462,8-8 0,-6-14 0,3-5 0</inkml:trace>
  <inkml:trace contextRef="#ctx0" brushRef="#br0" timeOffset="200707">31405 3599 22834,'31'-39'998,"0"0"1,-2 4 0,-9 10-842,-18 22 11,1 9 45,3 9 45,6 25-191,-3-7 17,7 27-34,-1-14-161,-5-16 1,0 1 143,9 28-10,-3-5-12,-8-11 0,-4-13 6,-7-13 17,-2-10-12,-2-13-16,1-1 16,-1-38-22,4 17 8,3-6 1,2-2 15,9-23-19,-3 18 1,2-2-673,1-4 0,0 0 684,-2 9 0,1 0 19,0-14 1,0 3-57,1-6 50,-3 19 1,-1 2-3,4 2-16,1 12-7,5 10 186,6 10-196,7 15 10,4 15-38,0 16 16,-6 11 992,-10 3-1037,-16-4-55,-23-8-69,-25-11-32,-5-15-569,5-14 0,-3-6-2417,-13-10 3204,19-2 0,4-2 0,6-3 0,13-3 0</inkml:trace>
  <inkml:trace contextRef="#ctx0" brushRef="#br0" timeOffset="201100">32314 2880 27096,'1'-58'151,"-2"17"-112,-10 83 1,-5 16-40,5-17 0,-1 4-533,0 3 0,-1 2 536,0 0 0,1 1-6,2-3 0,1-1 0,3-3 1,1-3 2,3-7 0,2-1 289,6 15-233,2-19 45,6-15 78,12-21-146,-6-4 74,18-19 803,-6 0-854,-6 7 0,1 0-28,10-7 28,13-2 12,-21 23-68,7 2-12,1 14-27,6 10-258,5 15-213,-23-13 1,-1 4-4407,2 12 1,-3 0 2457,4 6 0,-9 5 1,-18-40-1</inkml:trace>
  <inkml:trace contextRef="#ctx0" brushRef="#br0" timeOffset="202154">21553 4895 20109,'3'-57'1751,"1"0"1,-2 14 0,0 7-1411,1 1 216,-3 26-422,0 5-69,-4 23-71,2 22-46,-1 4-159,2-11 0,2 1-2476,3 0 1,0-1-7146,2 20 8993,5 4 0,-8-44 0,-1-6 0</inkml:trace>
  <inkml:trace contextRef="#ctx0" brushRef="#br0" timeOffset="202380">22133 5009 26318,'51'-29'-40,"-1"1"1,-8 1 0,-5 8-1194,-7 17-6927,-14 2 8160,-2 3 0,-7-2 0,-5 1 0</inkml:trace>
  <inkml:trace contextRef="#ctx0" brushRef="#br0" timeOffset="203171">23654 4849 23209,'8'-41'816,"1"-1"0,-4 0 0,-7 11-581,-10 24-129,-15 2-22,-7 17-33,-11 15-46,18-8 1,1 3-419,-2 5 0,2 1 407,-16 18-28,20-8 1,3-1-29,6 1-95,11 3 1,7-2-12,14-8-174,19-3 0,9-5-432,-8-13 1,2-5 689,21 3 0,1-2 81,-19-6 1,0-2 18,5-3 1,0-3-1308,-10-2 0,-1-2 1408,-4 0 1,-1-1 179,20-19 507,-34 8-652,-11 6 89,-12 2 112,-23 8-275,5 4 860,-26 8-887,18 8 3352,-3 7-3403,11 4-23,11 4 1,12 0 0,13 1-29,11-4-22,12-5-5,8-6 56,-5-6 27,19-9 29,-21-9 27,11-9 29,-26-5-40,-11 2 57,-11-9 27,-16-11-33,-3-1-39,-5 1 61,-8 3-73,12 20-50,-6-1-67,5 14-129,8 11-342,-2 9-22,8 4-1943,10 12 2503,13 0 0,-8-9 0,7-1 0</inkml:trace>
  <inkml:trace contextRef="#ctx0" brushRef="#br0" timeOffset="203570">24550 4983 19059,'0'-3'5690,"0"0"-4183,0 3-1389,-24 6-62,11 13 5,-20 10-44,20 2 11,-5 11-17,8-18-5,-2 6 78,8-18 56,2-7-6,8-10-22,5-8 140,17-22-168,-6 5-6,-3 3 1,-1-1 67,9-16 16,6-10-33,-2 6-62,-4 9-56,-6 15 0,9 8-22,-7 14 0,12 10 17,-4 15-62,0 15-12,-7-3-117,-13-5 1,-3 2-707,-3 12-1534,-5 17 2425,-3-16 0,-2-21 0,4-6 0</inkml:trace>
  <inkml:trace contextRef="#ctx0" brushRef="#br0" timeOffset="203972">25113 4964 14891,'2'-7'8083,"0"2"-6644,-2 5 415,0 0-1652,25-50 61,-21 50 62,15-15-196,-27 60-101,3-13 0,-1-1-6,-2 14-5,-1 6-12,3-12 7,1 7-1,0-10 34,2-12 61,1-12 0,2-10-33,3-12-22,4-10-12,6-15-11,5-12 0,4-8-3,-10 25 0,0 1 31,14-27-25,-7 26 0,2 2-3,14-7 5,5 4-21,-11 21-18,6 7-11,2 7-11,10 11-50,-5 12-101,-9 11-409,-11 7-1059,-11 4-2515,-8-4 4162,-5-1 0,-1-21 0,2-5 0</inkml:trace>
  <inkml:trace contextRef="#ctx0" brushRef="#br0" timeOffset="204728">25981 4941 27410,'-13'-45'302,"3"9"-263,10 36 135,0 0-157,2-2-6,0 0-22,2-3 22,0 3-11,-1-2 0,1 2 0,-2 1-23,-1 0 35,0 2-7,-1 1 1,1 0-40,-1 5 45,0 0-11,0 3 6,0 3-6,2-1-6,2 3 40,5 1-23,0-4-5,11 1 5,-5-9-5,10 1 16,-4-8 34,4-6 67,-4-11-78,-7 3-17,-6-4 56,-8 3 0,-8-1-22,-4-3-29,-15 3 1,1 8-6,0 3 11,3 7-33,6 6 5,-8 11-17,5 6-16,2 6-12,4 7-33,10 1-213,7-1 0,2 1-129,3 9-201,13 15-3014,15-17-3635,6-12 6580,-14-11 1,-1-3 0,6-2-1,-14-10 1</inkml:trace>
  <inkml:trace contextRef="#ctx0" brushRef="#br0" timeOffset="205213">26497 5148 18683,'26'-51'1861,"-1"0"1,1-4-1,-6 8-881,-13 17-576,1-4 201,-13 16-84,-17 12-280,-11 0-57,-16 10-49,0 8-90,4 12-3437,13-1 3392,4 15-77,13 0 69,8-6 0,3 2-15,9 24 9,4-22 0,3-3-8,15 10-62,4-16 0,5-2-76,2-8 1,1-3-82,0 1 1,0-1 212,-2-5 0,2-5 3,1-8 0,-1-3 25,11-1-1041,6-10 0,-1-5 1063,-11-3 37,3-15 0,-4-4 1570,-9-4-1577,-11 8 0,1-8 1,-4 5-17,-6 11 1,-3-1 33,3-8 1,1-5 0,-3 3 49,-2 0 1,-1 2 106,1-14 0,-1 1-150,-4 16 1,-1 4 146,2-23 220,-6 38-427,0 13 2994,-2 6-2972,-9 22 781,2-2-811,-4 18 0,0 4-9,-1 8-7,4-10 1,-1 4-368,4-1 1,1 2 0,2-1 154,-1 6 1,1 0 91,-1-5 0,0 3 0,3-1-825,8 17 0,4-6-56,4 2-3420,11-4 1,7-3 4315,6-13 0,4 3 1,-23-32-1</inkml:trace>
  <inkml:trace contextRef="#ctx0" brushRef="#br0" timeOffset="206145">27051 5035 24407,'62'-14'-15,"-1"0"0,-6 1 1,-2 5-90,-8 11 0,-2 4 26,-8-5 0,1 1 52,13 1 1,-1-1 25,15-6 39,-14-5 6,-16-1 202,-6-8-130,-18 8 314,-1-10 6,-14 10 29,-6-3-254,1 6 136,-6 3-113,4 2-67,-10 8-118,3 4-3408,1 17 3375,11-8-2252,17 15 2263,4-17 11,24 11 0,19-6 28,2-5-47,-24-11 0,0-2 19,16-10 11,-16-2 146,4-17-61,-22 2 2223,0-11-2291,-26 7 3336,-5 6-3353,-23 0 34,-20 6-28,-2 2-145,25 7 1,0 2 105,-11 6-43,9 5 15,14 3-45,5 21 34,12-11-48,7 10 0,7 2-210,17 15-523,-1-12 0,1 0 464,-3-12 0,2-1-1712,18 8 1,4-3 286,-12-12 0,1-2-787,17 6 0,2-3-471,-7-7 0,-1-4 2291,0-2 0,2-2 1421,7-4 0,-1-3 657,-18 1 0,-1-2 19,11-9 1,-4-4 1741,4-24-2196,-19 15 1,-1-3-149,-5 0 1,-3-1 258,4-16 238,-22-11-858,-25 25-283,2 12 1,-5 2 929,-6 9 1,-2 4-1012,-4 4 1,2 4-18,-25 5 14,25 8 1,4 5-20,-2 14-31,13-9 0,4 2 3144,5 19-3130,20 0-11,16-3-17,20-6-45,14-11 124,-24-16 1,2-4-78,0-4 1,1-4 16,-1-4 1,-1-4 22,-1-5 0,-2-3-30,14-20 60,-16-2 1,-3-6-686,-10 8 1,-2-2 705,0 2 0,0-4 1,-2 2 79,-2-14 1,-2 3 1,-1 3 1,-3 2 34,0 8 0,-2 3 104,1-15-83,-2 20 66,0 16-269,0 10 1429,0 9-1429,-2 21 402,0 24-402,-1 4 0,0 9-64,1-12 0,-1 4 0,0 1-785,0 2 1,-1 1 0,1 0 146,-2 1 0,0 1 0,-1-6-441,0 1 1,-1-5 1142,-2 0 0,0-7 0,1-10 0,0-4 0</inkml:trace>
  <inkml:trace contextRef="#ctx0" brushRef="#br0" timeOffset="206979">30464 4568 23887,'4'-14'1591,"-33"35"-1493,1 8 0,-2 6-924,-2-2 1,0 2 856,-1 0 0,3 1-9,7-2 1,4 2-12,3 3 1,5 2-4,7-4 0,6-1 108,11-7 0,5-3-167,27 11-10,6-10 10,0-8 34,-6-9 40,-5-11 5,-18-4 880,-4-12-874,-16-2 466,1-9-421,-3-2 233,6-10-183,3 9-62,5 1 73,7 6-62,0 6 73,20-8-134,-14 13 0,8 0 17,-13 12-34,0 4-12,6 6 18,-2 8-17,1 8-23,5 11 29,-11-10-23,4 11-191,-12-8 1,-3-5-1866,4 8-2150,-5-19 4234,3 1 0,-5-9 0,-3-4 0</inkml:trace>
  <inkml:trace contextRef="#ctx0" brushRef="#br0" timeOffset="207720">31154 4990 17008,'-4'-10'7103,"1"1"-6583,3 9 1200,0 0-1501,2-46-191,2 34-17,5-31-6,0 47 12,3 4-11,10 21-23,1 13-3409,0 13 3393,-10 1 5,-16-12 17,-2-13 11,-11-4 0,1-13 28,-3-3 50,4-10-22,8-9 11,10-11-39,5-2-488,26-19 466,-10 17-134,10 0 1,4 0 116,17 0-50,-15 7 0,2 0 44,1 2 0,-1 2 6,14-5 8,-25 8 0,0-1 3,24-4 17,-22 5 45,20-7-29,-42 10 520,-5-5-508,-22 5 306,-11 0-228,-7 3 113,1 1-141,5 5 3375,4 4-3447,7 1 10,-5 18-16,8-3-6,-1 13-5,8-11-12,5 4 6,7-9 11,8 7 1,6-12 21,9-3-27,-7-11 72,15-13 23,-10-3 56,10-12 67,-12 1 5,-6 1-122,-9 6 51,-2 1-158,-6 11 0,0-1 0,-1 6 0,-1 3 0,0 9 0,3 9 0,0 2-298,2 27-559,-4-7-1047,-5 19-1569,1-11-5785,3-7 9258,7-12 0,-3-17 0,-1-9 0</inkml:trace>
  <inkml:trace contextRef="#ctx0" brushRef="#br0" timeOffset="208171">31967 5250 12668,'4'-5'9830,"0"1"-7663,-4 4-1058,66-68-1642,-34 40 813,9-13 0,-3 4 524,-18 21-614,-10 8 84,-8 8-229,-6 11 28,0 10-12,-1 15 6,1 10-11,10 9-39,1-10-12,4-12 1,3 0 399,4 7-394,5 7-11,-12-19 0,-8-18 11,-1 0 28,-12-14-16,-4-9 10,-12-14 217,-3-16-247,14 7 0,1-3 2,-4-18-374,9 10 1,5-1 368,4 12 0,3 1-3,2-9 1,2-2 4,2 1 1,3 0-3,2 4 0,3 1-3,0 3 1,3 3-84,1 5 1,1 3 96,25-10-5,0 21-17,-3 22-6,-9 21 17,-13 21-39,-13 11 16,-12-9 26,-11-15 0,-5-2 3,-19 8 5,9-13 0,-2-2-73,-25 4-176,24-20 0,1-1-103,-8 0-852,-6-11 195,32-5-1954,1-15 2952,13 3 0,-3 7 0,3 6 0</inkml:trace>
  <inkml:trace contextRef="#ctx0" brushRef="#br0" timeOffset="208545">32591 4492 27023,'6'-40'566,"1"23"-465,-1 68-68,1-4-8,0-2 1,0 2-637,-3-12 1,-1 1 601,2 14 1,-1 1 0,-2-13 0,-2-3 252,-4 21-227,-1-19 45,0-19 44,2-11-33,6-12-23,9-10 919,12-13-913,16-7 22,11-2-59,-21 20 1,1 2 13,0 2 1,1 3 0,0 2 0,-1 3 35,27 2-47,-6 13-33,-10 11-146,-9 10-549,-12 9-1562,-12 4-7563,-14 3 9094,1-14 1,-5-11 0,7-17 0</inkml:trace>
  <inkml:trace contextRef="#ctx0" brushRef="#br0" timeOffset="210541">22605 6257 23696,'0'-4'2146,"0"1"-2959,0 3 813,88-57 0,-66 43 0,22-14 0,0 0 0</inkml:trace>
  <inkml:trace contextRef="#ctx0" brushRef="#br0" timeOffset="210941">24212 6279 19033,'5'-28'-62,"-2"16"2487,1 62-3077,-1-14 0,-1 1-2317,3 15 2969,-1-11 0,0-2 0,1-4 0,-1-6 0</inkml:trace>
  <inkml:trace contextRef="#ctx0" brushRef="#br0" timeOffset="211211">24200 6526 16906,'-11'-45'655,"0"1"1,0-1-1,-4-5 1,4 4 682,9 7 1,4 4-1026,9-4 946,3 2-1142,14 17 1,3 4 574,4 4-664,23 13 0,3 8-11,-13 11 1062,-3-1 1,-2 5-1114,-1 23-44,-11 5-432,-17-18 0,-2 1 438,-3 18-323,-18-15 1,-6-1 186,-21 9 93,5-13 1,-3-3-63,-1-9 1,-2-5-169,-2-2 1,0-3-536,1-3 1,1-4 879,1-4 0,3-1 0,-4-1 0,12-5 0</inkml:trace>
  <inkml:trace contextRef="#ctx0" brushRef="#br0" timeOffset="211683">25093 6465 25382,'-22'-38'429,"1"-1"1,-1 2-1,9 12-401,13 23-33,0 3 16,5 11-11,1 10-112,4 11-442,-2 9-1323,-3 4-5029,-3 1 6058,-2-9 0,0-16 0,0-11 0</inkml:trace>
  <inkml:trace contextRef="#ctx0" brushRef="#br0" timeOffset="211858">25101 6327 20940,'-17'-49'926,"1"0"0,1 6 1,1 5-843,-3 9-348,8 12-503,5 9-1294,11 8-7770,18 10 8545,-6-2 1,5 3 0,-19-9 0</inkml:trace>
  <inkml:trace contextRef="#ctx0" brushRef="#br0" timeOffset="212341">25424 6242 17529,'0'-4'6335,"0"0"-4660,0 4-1641,-25-50-1,19 39-5,-19-31-5,27 57 5,6 9 0,11 14-28,-2-9-11,15 15 5,-7-11-16,6 9-40,-3 1-44,-7-4-119,-8-5-133,-13-7-197,-11-5-234,-11-4-287,-6-6-481,-7-7 1254,11-7 7,-4-10 251,16-8 314,0-12 380,6-11 130,8 11 0,1 0-197,3-15-39,1 14 1,2 2 318,5-3-229,0-4-112,-3 12-185,-6 11-229,-4 10-91,-1 7 12,-4 12-5,-14 36-79,6-19 0,-1 3-264,-4 8 1,1 0-564,3-8 1,2-2-2969,1 1 1,2-2 3074,1 9 0,1-6 0,5-17 0</inkml:trace>
  <inkml:trace contextRef="#ctx0" brushRef="#br0" timeOffset="214348">26257 6282 25029,'-45'-23'104,"-1"0"1,3 4 0,3 12-66,-5 47-39,22-17 0,2 2-6,0 0 1,3 0-57,-11 28-61,12-2-68,19-5-49,21-5 100,6-13-70,10-14 0,5-5-415,-8-4 0,2-3 599,17 0 1,1-4 28,-8-2 0,-3-4 33,-3-2 1,-3-1 24,-5-1 1,-4-1 123,13-14 387,-20 3-354,-13 3 174,-11 8-246,-7 5-23,-8 6-38,-7 8 542,-6 5-593,2 7-23,4 4-11,9 1-17,15 1-11,15-4 3,13-10 0,6-4 30,-5-1 1,3-2-4,16-2 1,0-4-213,-11-1 1,-3-3 242,-2-2 1,-3-2 128,14-12 79,-20-5-118,-13 8 213,-19-11-151,-10 12-56,-17-8-39,-9 11-29,-7 6-66,-1 5 5,3 9 414,9 6-526,9 7-325,9 7-1014,11 3-4515,17 3 5966,9-4 0,-1-10 0,-3-8 0</inkml:trace>
  <inkml:trace contextRef="#ctx0" brushRef="#br0" timeOffset="214774">27097 6331 22526,'0'-5'3568,"0"1"-2583,0 4-957,5-31-5,-3 32-1,5-5-5,-7 33-6,-5 5 0,-1 3-5,-9 17-1694,1-8 1,-2 0 1681,-4 4 12,-4 9-1,17-37 6,5-3 34,12-15 17,12-14 27,15-12 91,5-12-91,-19 12 1,-2-2 1559,-1-3 0,-1-1-1582,0-2 1,0 0-26,0 1 0,0 2 25,18-21-45,3 13-6,-2 13-27,2 11 17,-2 9-12,-1 12 1,-4 10-1,-9 3-123,-2 26-263,-15-10-599,1 18-1379,-6-13-5148,7-7 7518,3-11 0,-2-13 0,-2-8 0</inkml:trace>
  <inkml:trace contextRef="#ctx0" brushRef="#br0" timeOffset="215167">27888 6441 15883,'1'-6'8183,"0"0"-7337,0-24 0,1-6-68,0 13-624,0-14 0,-1 4 238,0 25-174,-1 6-195,0 3 16,-3 16 0,-3 22-3408,1-3 3374,-3 11-96,1-7 96,-1 2 1,-2 8-17,2-7 22,2-11 0,3-12-5,2-11 50,7-12 3338,6-10-3315,14-24-29,0-7-5,-1-3 22,-9 12 0,-1 0-62,9-10 34,-8 14 0,2 0 20,6 8 0,0 3-37,7-2 0,3 10 1,0 5-23,-3 9-12,3 6 1,-1 3 6,-6 6-1700,-2 7 1,-3 4 1609,-8 1-417,3 28-894,-14-17-2767,-5 8 4173,1-4 0,-3-21 0,4-6 0</inkml:trace>
  <inkml:trace contextRef="#ctx0" brushRef="#br0" timeOffset="215556">28749 6465 20638,'-2'-2'5232,"0"0"-3754,2 2-1444,-11-20-29,15 15-5,-1-13 0,14 21 0,14 2-28,7 0 0,0-2 45,6-4-6,-21-3 12,2-6 16,-10-6 22,2-8 1,-7-5 56,-6-6-29,-8 7 12,-6 1-56,-3 15 100,-14 2-27,-1 7-90,-1 3-17,-7 11-11,12 8 0,-1 3-39,0 13-140,11 12-152,5 4-481,16 10-1070,16-15 152,5-13 882,25 0 0,-33-22 0,12 2 0</inkml:trace>
  <inkml:trace contextRef="#ctx0" brushRef="#br0" timeOffset="216057">29408 6490 21765,'17'-46'1206,"0"1"0,-4-2 0,-9 9-730,-18 21 120,-11-2-456,-1 13 45,-4 9-129,-1 9-28,-2 12-28,6 1 28,-7 28-51,17-9 9,6-12 0,2 1-8,3 8-73,24 17 22,12-22-164,-3-10 1,4-3 174,2-8 1,1-3 186,24 3-148,-5-15 1,-1-5 27,-2-3-393,1-3 0,1-4 410,-22 2 1,-3-3 33,9-6 0,0-4 0,-2-5 0,-1-4 8,-1-7 1,-3-3-29,-6 8 1,-2-3 67,-1-5 1,-2-4-1,-2 1-608,-1-3 1,-2 0 581,4-10 1,-1 0 164,-8 4 1,-2 6 271,-2-2-431,-3 19 0,1 3-38,-2 6-46,0 14 682,-2 8-682,-3 16 1475,-7 18-1475,-4 28 0,1 2-645,8-21 1,1 5-1,2-4 628,0-6 0,1 1-142,3 13 0,2 8 1,1-5-411,2-8 1,2-2 2,3 18 1,0-1-222,-2-18 0,-2-2-398,-1-4 1,-1-3-1712,2 12 2896,2-3 0,-4-29 0,2 4 0</inkml:trace>
  <inkml:trace contextRef="#ctx0" brushRef="#br0" timeOffset="216991">29876 6485 18936,'-5'-5'5533,"2"1"-5057,3 4-297,0 0-151,40-61-11,3 44-368,-11-15 0,3 3 348,2 25 0,2 6-53,2-2 0,-1 1-11,0-1 0,-1 0 11,2 0 0,-2-1 22,8-2 211,-17 0-121,-6-2-28,-16 3 5,-2 0 314,-30 1 18,1 1 586,-20 2-598,10 1-129,6 2-112,8 1-73,7 0-5,7 0 16,7 1-16,4-2 39,29 8-56,5-7-23,-8 0 0,1-2-22,27 0 6,-4-5 44,-11-6 29,-11-7 38,-12-7 40,-10-5-6,-10-2 6,-12 0 11,-6 3-45,-2 8 73,-3 2-61,0 9-96,-3 3-3409,-13 20 3393,14-2-1135,0 11 0,0 3 1123,3 2-96,1 2 0,3 2 23,5 14-94,7 14-113,22-5-143,6-27 1,5-4 2033,15 8-2040,-6-15 1,2-5-227,17-5 523,-21-5 1,3-1 103,-1-1 0,0-2 31,1-3 0,1-1 1387,-2-2 0,0-2-1309,-3-5 1,-1-3 58,-4-3 1,-3-3 656,13-28-562,-18 8 427,-27-16-286,-23 24-217,3 12 1,-5 2-234,-3 7 1,-2 5 129,0 2 1,1 2-12,-22 6 210,15 7-227,17 2 494,5 14-500,13-4 6,2 11-27,14-4 371,8-3-372,11-6-5,8-6-12,4-7 12,1-8 39,-4-11 50,1-22-45,-15 4-202,-8 2 1,-1-4 280,3-26-40,-6 17 1,0-3 44,0-4 1,-1-1-401,-2 0 0,-1 1 437,0 3 0,-2 3-6,-2 7 0,-1 4 115,3-14-28,-2 19-101,0 12-67,-2 8 341,0 12-426,-1 14 23,0 24 6,0-11 0,-1 7-136,-3 7 1,-2 6 0,2-1 84,-1 10 1,1 1-42,-1-7 1,-1 3 0,2-4-396,1 1 0,3-2-928,2-2 1,2-1 1414,2 1 0,1-4 0,1 5 0,0-10 0</inkml:trace>
  <inkml:trace contextRef="#ctx0" brushRef="#br0" timeOffset="217508">32319 6352 24155,'-3'19'-4939,"11"2"3523,8 0 1,-2-7 0,-4-6 0</inkml:trace>
  <inkml:trace contextRef="#ctx0" brushRef="#br0" timeOffset="217649">32553 6447 25528,'-15'39'0,"-1"1"0,4-9 0,0 1 0</inkml:trace>
  <inkml:trace contextRef="#ctx0" brushRef="#br0" timeOffset="275987">2490 5295 23680,'-7'-40'718,"1"-1"0,-1 2 0,4 14 160,4 24 2445,3 13-3959,3 14 343,4 17 122,3 10 42,2 4 249,5-5-226,6-11-531,7-11-1670,4-11 2164,7-11 361,9-18 38,-23-1 0,1-5 355,6-9 0,0-4-308,5-6 0,0-4 276,-12 10 1,0-1 0,0-1 122,1-2 0,0 0 0,0 1-492,-2 0 0,1 1 1,-1 0-211,12-11 0,-2 2 0,-11 11 0,-1 3 0,1 1 0,-1 5 0,-2 8-55,3 5 1,-20 11-1,-7 2 1</inkml:trace>
  <inkml:trace contextRef="#ctx0" brushRef="#br0" timeOffset="276503">2807 7407 18467,'-31'-54'1617,"1"0"1,2 6 0,5 8-974,7 17 151,4 9-1004,5 7-226,3 8 1396,3 13 168,0 14-320,-1 20 273,1 10-603,1-21 1,1-2 379,2 12 337,9 3-186,4-32-1773,8-4-334,8-16 964,9-21 429,-15 4 1,0-5-245,5-6 1,0-3 452,3-5 0,0-2-39,0-1 0,1-2-466,-8 9 0,1-2 0,-1 3 0,6-9 0,-1 3 0,-2 1 0,-1 2 0,-6 11 0,-2 3 0,4 1-3828,0 4 2978,-10 14 0,-9 4 1,-4 3-1</inkml:trace>
  <inkml:trace contextRef="#ctx0" brushRef="#br0" timeOffset="277022">2531 8696 17000,'-17'-55'1333,"1"0"1,1 6 0,3 8-1,7 22-289,2 7-1064,0 5 136,2 18 325,0 20-216,0 23-144,-2-2 37,2-14 0,0-1 275,2 18-326,5-21 0,3-1-7,4 5 111,16-8-513,-4-28 478,23-24 125,2-15-485,-17 6 1,0-4 462,-1-2 1,-2 0 16,-5 7 1,1-1-1429,8-14 0,-2 1 1846,1 0-173,-7 6 1,-1 0 68,4-8-609,-2 6-727,-1 6-44,-11 20-7753,5 10 8385,-9 8 1,2-1-1,-9 2 1</inkml:trace>
  <inkml:trace contextRef="#ctx0" brushRef="#br0" timeOffset="277603">2603 11268 14251,'-36'-34'1890,"1"0"0,13 9 0,1 0-1467,-21-21 1,1-2-771,22 19 0,3 2 612,-7-11 732,5 0-791,12 24 25,0-2-333,5 15 170,1 8 112,0 1 652,5 18-740,7 22-32,3 7-219,-5-21 0,2-1 187,11 20-41,-2-18 54,13-3-129,-8-23 211,12-6 350,-3-22 371,6-21-1977,-17 10 1,0-1 1627,-3 3 0,0-1-143,3-5 1,3-4 0,-1 1-87,2-3 1,0 0 75,-2 4 0,2-3 0,-1 2-52,5-9 1,-1 4-369,-5 9 1,-1 4-1282,17-14-6962,-12 25 8191,-11 20 0,-7-1 0,-5 4 1</inkml:trace>
  <inkml:trace contextRef="#ctx0" brushRef="#br0" timeOffset="285303">15419 18669 15894,'-1'-46'722,"0"0"1,-1 4-1,4 10-263,6 21 91,0 2-416,-4 5 85,-1 1 27,-3 8 34,-3 11-151,-3 15-118,-4 16-28,0 7 169,3-5 55,4-10-218,5-9-29,1-13 186,14 3-12,6-13-11,21-12 146,7-17-242,-22 5 0,0-3 174,1-1 1,0-2-39,-1-1 0,0 0-21,2-1 1,0 0-3,1-1 0,-1 1-28,18-13-6,-18 16 1,-2 2 16,3-3-100,2-1 5,-20 11 16,-11 9-32,0 2-68,3 1-392,7-2-1972,9 1 2420,14-2 0,-15 3 0,0 1 0</inkml:trace>
  <inkml:trace contextRef="#ctx0" brushRef="#br0" timeOffset="334926">3685 17952 22974,'-16'-4'420,"-1"5"-5924,1 17 5549,1-3 1453,-16 15-1414,-1-3-72,-16 9 257,21-17 1,0 0-242,-2-2 0,1 0 51,-26 11 83,8-8 23,12-10 3217,10-10-3251,6-9-50,5-4-23,4-2 529,3 2-579,3 6-67,2 3-6,1 5 45,2 12 34,0 7-34,1 5-17,1 11 0,-1-3-5,-1 12-23,-1 1-101,-7 7 101,1-19 62,-5 5 56,4-23 168,0-2 212,3-8-71,2-5-197,1-7-51,-1-4-33,0-6-28,2-4 22,5-1-56,0 4 45,27-9-78,-13 15 10,30-8-21,-10 16-34,13 2-1,1 9-55,5 13-34,-13 13-27,-12 7-35,-23 8-223,-29 6 4,-9-11 91,-5-4-734,-3-17-1227,7-17 2280,-5-9 0,15 0 0,5-6 0</inkml:trace>
  <inkml:trace contextRef="#ctx0" brushRef="#br0" timeOffset="336642">21375 3287 17456,'-21'-53'1902,"1"1"1,0 4 0,-3 14-1572,-18 31-85,-8 15-100,-6 14-870,27-6 1,0 3 756,0 5 1,2 3-20,1 4 0,2 1-8,3 2 0,2 2-1,3-1 1,4 0-15,3-2 1,3 0 31,7-4 0,3-1-29,18 23 18,19-15 27,11-14 370,2-13-230,-7-13 84,-12-10-17,-15-9 46,-11-12-208,-7 8 855,-9-10-777,-7 11 345,-9-4-451,1 9-3375,-22 3 3319,21 10-12,-23 7-60,24 8-158,-2 9-661,9 5-8940,13 6 9026,5-12 0,4-3 0,-5-14 0</inkml:trace>
  <inkml:trace contextRef="#ctx0" brushRef="#br0" timeOffset="337601">21416 4760 12102,'-46'-12'2266,"0"0"1,5 1 0,4 3-923,2 4-331,1 2-301,-4-2-432,12 3 348,-2 0-371,16 1-83,-4 0-1,12 0 298,3 0-197,10 0-55,8-3-68,18 0-50,11-4-12,12 1-55,-10 1-199,-7 4 1,-1 1 181,13 6-20,-15-1 1,-1 3 18,12 15 29,-11 11-173,-12 10 156,-13-4-11,-14-4 0,-5 1-11,-10 20-1673,0-8 1,-2-1 1520,-5 9-1476,9-12 1,3-3 859,5-7-2120,6 25-5525,13-32 8407,4-2 0,-4-13 0,-4-8 0</inkml:trace>
  <inkml:trace contextRef="#ctx0" brushRef="#br0" timeOffset="337793">21220 5133 16409,'-3'-2'5483,"1"-1"-4592,2 3-717,43-61-118,0 36-603,-1-12 0,3 2 99,-4 22 0,-1 7-552,-7-1 1,1 1 422,5 1 0,-5 0 0,-17 4 0,-3-1 0</inkml:trace>
  <inkml:trace contextRef="#ctx0" brushRef="#br0" timeOffset="338710">21416 6441 10998,'4'-6'6262,"0"2"-4301,-4 4 1338,0 0-3131,26-43-134,-21 33 89,17-27 45,-33 52-22,-8 11-29,-6 14-27,-4 11-165,15-22 0,2 0 97,3 2 1,1 0 22,3 31-23,16-5 6,15-6 22,19-10-14,-15-24 1,2-3 10,3-3 1,3-3 42,11-5 0,-1-3-40,10-3 23,3-8 61,-48-2-61,-8-3-62,-11-7 167,-15-4-189,-18-6 13,11 14 1,0 2-665,-22-14 693,9 8 0,0-2 2,13 7 1,2-1 13,-10-8 1,2-1-386,-6-19 428,17 2-34,14 2-23,17 4-10,13 5 16,15 6-22,13 9 197,-18 13 1,2 3-204,3 3 1,1 3-12,2 2 0,0 4 0,-2 2 0,-2 4-9,-4 4 1,-4 2-4,-4 2 1,-5 3-22,4 32-74,-21 5-22,-8-31 1,-4 1-201,-4 0 0,-2 0-528,-1 0 0,-1-1-3061,2 0 0,2-1 3133,-7 17 1,11-19 0,7-14 0</inkml:trace>
  <inkml:trace contextRef="#ctx0" brushRef="#br0" timeOffset="343899">4343 18188 21405,'-11'-3'846,"2"1"-683,13 2-1,3 0-111,10 0-175,8-1-1220,10-2-1933,-4-1 2429,9-4 0,-24 4 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3:49:21.705"/>
    </inkml:context>
    <inkml:brush xml:id="br0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1317 2120 25724,'-10'-32'112,"0"21"-101,3 63-20,1-17 1,-1 1-2920,1-1 0,-1 0 2401,-1 9 1,0 3-2438,2-1 1,2-1 2747,0-7 1,1-3 0,2 9-1,1-23 1</inkml:trace>
  <inkml:trace contextRef="#ctx0" brushRef="#br0" timeOffset="233">1832 2280 24480,'37'-8'-598,"12"-3"0,-22 6 0,3-1 0</inkml:trace>
  <inkml:trace contextRef="#ctx0" brushRef="#br0" timeOffset="684">3491 2396 19132,'5'-58'2094,"-1"1"1,0 7 0,-1 9-1535,-1 23-5929,-2 10 5358,1 7 1470,-1 11-1375,0 12-39,-2 20-56,-4 18 859,0-7-1128,-2 6 0,-1 0-661,1-2-118,1 3 1,0 0-6027,5-4 7085,0 1 0,2-25 0,0-19 0</inkml:trace>
  <inkml:trace contextRef="#ctx0" brushRef="#br0" timeOffset="954">3463 2564 20428,'-5'-42'1159,"-1"-1"1,1 1-1,-2-18 1,2 5-588,4-7-115,12 6-351,4 26 0,6 3-78,4 6 0,4 3-25,0-1 0,5 6 26,12 13 1,7 7 0,-7 2-2111,-10 0 0,-1 4 2081,8 0 0,4 4 0,-7 4-6,-8 10 1,-8 4 205,-4 4 0,-3 2-231,-1 11 0,-8 2 6,-12 0 0,-9-2 8,-9-2 0,-6-3-3,-8-4 1,-5-3-15,-2-5 1,-4-4-121,-6-3 0,0-5 44,17-9 1,1-2-465,-9-3 0,3-6 584,-6-24 0,14 13 0,7-12 0</inkml:trace>
  <inkml:trace contextRef="#ctx0" brushRef="#br0" timeOffset="1359">4403 2568 22319,'2'-6'4178,"0"2"-3249,-2 4-906,23-55 16,-16 48-22,18-42 5,-22 62-22,-1-1-134,-1 31-286,-1-5-851,-2 25-2959,1-16 4230,0-9 0,1-15 0,0-11 0</inkml:trace>
  <inkml:trace contextRef="#ctx0" brushRef="#br0" timeOffset="1550">4537 2281 17977,'-3'-8'5036,"1"1"-4297,-21-27 0,-5-3-207,5 10-406,-7-14 0,1 4-98,16 25-448,12 8 112,6 6-2649,34 18 2957,6 7 0,-5-4 0,-9-4 0</inkml:trace>
  <inkml:trace contextRef="#ctx0" brushRef="#br0" timeOffset="1910">4805 2457 26693,'-2'-43'-17,"1"10"-109,26 60 0,6 17-3,-5-6-17,-2 4 1,-4 2-90,-15 5-358,-10 10 587,-4-18 229,-18-5 1,9-25 185,-6-21-297,13-3 149,6-29-76,17 0-140,4-5-408,8 3 358,0 13-68,21-1-157,-2 9-56,-11 9 1,2 1-903,21 4-1113,-4 7 267,-13 6 1276,1 9 1,-26-7 0,4 3 0</inkml:trace>
  <inkml:trace contextRef="#ctx0" brushRef="#br0" timeOffset="2276">5358 2516 15995,'4'-2'7399,"-1"-1"-3943,-3 3-3361,-28-25-78,20 21-23,-20-15 17,35 29-5,1 0 16,29 1-11,-2-7 1,20-1-7,-9-9-10,-5-4 16,-9-4 22,-10-1 18,-9-2 33,-7 0-39,-5 3 27,-7-4 24,-11 1-52,-5 2 18,-13 3-6,-1 12-39,6 3 5,-13 15-27,24-5-1,-8 18-44,21 10-23,0-7-241,10 2 1,4 0-169,2-2-174,2 0 1,7 1-4261,11 1 1,2-4 4659,-6-7 1,-1-1-1,4 4 1,-1-6-1,-8-12 1</inkml:trace>
  <inkml:trace contextRef="#ctx0" brushRef="#br0" timeOffset="2717">6079 2655 19983,'3'-7'4385,"0"2"-3668,2-27 0,-4-4-185,-13 12-370,5-13 1,-4 3 50,-33 29-39,-9 14-57,-6 13-392,30-6 1,1 3 282,3 3 1,3 1-33,-12 27 19,18 4-7,18 0-16,16-5-84,18-9-140,-3-25 0,4-4 34,17 1-178,-8-13 0,2-5 331,-12-2 1,-2-3 44,11-5 1,1-4-399,-2-1 1,-1-4 467,-2-2 1,-1-3 19,-2-3 0,-2-2 14,-1-4 0,-2-3 16,-1-4 1,-2-2-42,-6 9 0,-2-2 62,-4 0 0,0-3 1,-3 2 40,-3 1 1,-2 0 24,5-15 1,-5 1 194,-8 21 1,-4 3-69,-8-16 69,-6 17-276,-1 15 318,2 10-425,5 16 952,1 15-952,2 21 0,3-14 0,1 3-532,1 7 0,1 2 532,0 6 0,1 2-40,2 3 0,1 0-100,2 2 0,1 0-210,4-2 0,2-1-504,1-2 0,1-1-4062,0-4 1,1-3 4753,-4-8 0,0-3 0,2 8 0,-7-23 1</inkml:trace>
  <inkml:trace contextRef="#ctx0" brushRef="#br0" timeOffset="3685">6442 2611 20246,'-3'-4'4385,"1"1"-3729,2 3-640,60-50-21,-9 34-397,1-12 1,3 2 378,-14 20 1,-1 5-31,1-3 0,-1 0-31,0 0 0,-1-1 78,0 0 0,-1-2-84,6-2 1,-3 0 89,13-5 62,5-7 55,-43 10 40,-5 0 50,-19 2 97,-13 4 706,-11 2-602,-4 3-3318,-4 8 3005,14 0 17,-5 13-89,18-7 21,-4 25-21,12-7-1,5 15 6,15-11 17,13-8-17,16-9-11,10-9 11,7-13 3194,-1-10-3155,-8-10 17,-8-9-16,-17 6 156,-4-18-101,-18 14-17,-9-14 1,-14 14 49,-21 4-128,10 11-5,-20 4-18,12 10-16,-11 8 214,5 7-191,7 14-12,11 8-23,12 11-38,10 7-68,14 5 17,0-27 0,4-2-909,13 6 0,3-3 889,-8-10 0,3-2-257,17 5 0,4-6-12,-8-11 0,1-4 191,13 2 0,0-2-280,-10-3 1,1-2 410,18-4 1,1-5 38,-13-1 0,-1-3 174,9-3 1,-2-2 95,-10-1 0,-5-1 33,1-9 269,-14-5-1700,-31-2 1319,-4 6 617,-17 0-482,-36 11-158,1 11 8,14 5 1,-1 5-107,2 10 1,2 4-36,-12 9-12,24 0 0,5 2-5,9 14-2224,11 19 2246,10-20 1247,38 4-1314,2-33-3,10-1 36,7-19 40,-13-10 5,0-5-286,-8-13 0,-2-6 300,-15 9 1,-2-3-2,3-4 0,1-4 0,-3 2-4,-5-2 0,-2 0 15,-4 5 0,-1-2 1,0 1 62,0-4 0,-1 1 45,0-5 0,-1 2 64,-4 12 1,-2 4-208,-3-2 2604,-3 17-2604,-2 13 1229,1 9-1229,-6 20 65,3 1-65,-1 16 0,1 4 0,1 8-58,2 4 0,1 4 58,3-16 0,1 0-381,1 14 0,1 2-611,1-1 1,1 0 991,-1-18 0,1 0 0,-1-4 0,-1-4 0,1-3 0,3 25 0</inkml:trace>
  <inkml:trace contextRef="#ctx0" brushRef="#br0" timeOffset="4450">9920 2502 6645,'13'-57'1562,"1"1"1,-1 0 0,-3 11 0,0 2-1,0 2 68,3-10 1,-1 7-1076,-2 3 1711,-6 15-1695,-5 19 341,1 1-817,-5 10 135,-11 28-146,1-4 25,-6 18 0,-2 5-61,6-11 0,0 2 529,1-2 1,-1 3 0,2 0-558,-3 12 0,4-1-18,3-12 1,3 0 0,5 13 0,4-3 574,6-3-574,11-2 0,6-4 13,5-13 6,9-6 1,3-5 50,8-10-42,-15-7 0,-2-2 2,4-6 152,-4-20 1048,-19 8-1065,1-33-95,-13 19-28,-2-11-1,-2 17 91,-1-7-18,8 1-100,1-2 45,16 1-51,-4 20 23,18-6-34,-3 11 28,14 2-23,-16 7 23,13 26-28,-29-9-11,12 30 17,-19-22-23,4 22-28,-4-6-84,0-10 0,1 0-386,9 22-549,8 2 224,-4-23-4223,18-3 5063,-8-20 0,-2 1 0,-10-11 0</inkml:trace>
  <inkml:trace contextRef="#ctx0" brushRef="#br0" timeOffset="5600">10809 2745 21965,'-6'-52'1464,"0"1"0,0 0 0,1 7-1179,1 16 85,0 1-236,4 24-106,-1 1-16,5 5-1,8 8-17,4 2-5,28 29-6,-8-1-123,-9-10 1,-3 2 125,-7-3 0,-4 1-9,4 26 29,-12-7 16,-10-14-5,-4-12 17,-4-10-1,4-7 113,-2-7 144,7-4-172,-3-13-73,7-1-34,3-4-5,12-2-79,23-1-67,12-2-1693,-13 11 0,2 1 1614,0 2 1,2 1-4,2 0 1,2 1-183,1 1 1,0 1 229,0 0 0,-1 1 98,-1 0 0,-3 1 84,-4 0 1,-3-1 82,15-6 77,-21-2 44,-17 1 141,-20-4-230,0 6 146,-17-4 3180,3 8-3230,-11 2 559,-6 5-722,7 5 0,-23 17-39,20 5-20,11-5 1,2 2-21,-2 20 23,13 5-5,13-2-7,13-6-16,12-8 0,8-12 40,5-9-12,1-11 28,-1-9 56,-4-10 33,-5-8 46,-8-4 61,-8-3 61,-6 4-5,-5 6-162,-2 9 40,-2 5-158,0 8 0,-5 8 0,-1 9 0,-2 15-57,3 10-274,3 8-346,7 7-365,4 4-347,0-27 1,1 0-281,8 17-2295,0-19 1,2-2-2658,13-4 4617,5 2 5403,8-34 2488,-16-11-964,11-16-2027,-14-4-1177,-4-1-553,-6 2-354,-4 8 13,-4 11-293,-4 9-203,-3 10-318,-1 14 34,0 17-40,0 22-2,1-17 0,1 2-155,0 4 1,2 1 134,0 1 1,2 0-4,-1-1 0,0 0 3,0-5 1,-1-2-7,2 23 18,-3-20 27,-2-18 6,-1-17-17,0-17 1,-2-15 10,-1-23 0,1 16 1,0-3-478,-1-9 1,1-2 465,0-7 0,1-2 9,1 16 1,0 0 0,1-1-12,1 0 1,1-1-1,0 1-4,3-18 1,2 1 11,1 7 0,3 4-12,-1 8 1,2 4-6,15-17-17,2 20 12,7 17 5,-7 11 11,26 27 11,-18 8-28,-12-4 1,-2 5-6,-1 29 5,-21 5 377,-10-31 0,-7 0-368,-5-2 0,-6-1-28,-5-3 0,-4-2-51,-3-4 0,-2-3-67,-1-3 1,0-4-166,5-2 0,1-3-1389,-16-6-3311,27-14 4198,24-6 1,5 4-1,4 4 1</inkml:trace>
  <inkml:trace contextRef="#ctx0" brushRef="#br0" timeOffset="6001">12663 2098 21987,'2'-3'3754,"-1"1"-2718,-1 2-840,-2 43 33,-1-11 1,-1 3-132,0 14 0,-1 3-470,-3 5 1,-1-1 413,-1-5 0,1-2-14,-1 0 0,0-2-17,0-3 0,1-2-6,2-6 1,1-3 228,-1 16-167,4-19 106,2-17 12,5-15-73,6-12-22,7-16 0,7-15-90,5-10 0,-14 27 0,1-1 0,18-23 0,1 11 0,1 13 662,0 13-662,1 13 0,-1 14 0,-1 12 0,-3 13 0,-7 8-13,-8 4-1241,-7 7 420,-7-21-1883,1 2-7114,5-26 8996,0-1 1,1-7 0,-7-2 0</inkml:trace>
  <inkml:trace contextRef="#ctx0" brushRef="#br0" timeOffset="6401">13686 2279 26420,'-47'1'89,"-1"0"1,5 2 0,7 5-79,14 20 106,9 6-78,10 9-4211,10-8 4195,1-3 931,19-5-825,-10-19 43,14-1-44,-8-18 7,-1-9 33,0-8 78,-4-13-179,-7 13 3521,-4-14-3515,-7 27-6,-7-7-61,-4 13-28,-9 3-29,-6 6-173,-10 16-123,5 6 89,2 9-537,9 13-448,8-2-684,2 12-4934,8 5 1595,7-20 4418,7-1 0,-5-29 0,1 0 0</inkml:trace>
  <inkml:trace contextRef="#ctx0" brushRef="#br0" timeOffset="6658">13577 2675 12528,'7'0'9656,"-2"0"-5528,-5 0-3635,-34 31-364,11-9-90,-3 6 0,2 2-17,6 4 12,7 4-6,20-12 62,16-4-51,-5-11 168,20-4 11,-20-12-100,2-1 123,-7-11 16,-10-7-201,-1 4 12,-9-11-108,-7 9-77,1 5-3714,-18-3 3831,12 14 0,-3-1 0,11 6 0</inkml:trace>
  <inkml:trace contextRef="#ctx0" brushRef="#br0" timeOffset="7268">3240 3644 21114,'53'-6'152,"1"-1"0,-1 1 1,6 1-1,1 0 0,1 2-22,-14 3 1,-1 1-1,2 0 1,2 0-1405,10 0 0,2 0 1,2 0-1,-3 0 1345,-6 0 1,-3 0-1,2 0 1,6-1 40,-5 0 1,7 1 0,3-1 0,1 0 0,0 0 0,-4-1-1,-5 1-330,8-1 1,-7 1 0,2-1-1,9 0 254,-20 0 0,3 0 0,5 0 0,2 0 1,3 0-1,1-1 0,1 1 0,0 0 0,-1-1 1,-1 1-1,-3 0-49,0-1 1,-1 0 0,0 1 0,0-1 0,-1 0 0,0 0 0,0 1 0,0-1 0,0 0 0,1 0 23,0 0 1,-1 1 0,0-1 0,0 0 0,1 0 0,-1 0-1,1 1 1,1-1 0,0 0 0,1 0-86,1 1 0,1-1 0,1 0 0,1 0 0,0 0 0,1 1 1,-1-1-1,0 0 0,0 0 0,0 1 0,-2 0 105,-3 0 0,1 0 0,-1 0 0,0 0 0,-1 0 1,1 0-1,-1 1 0,-1-1 0,0 0 0,0 1 0,-2-1-18,6 0 0,-2 0 0,-1 1 0,-1-1 0,0 0 1,1 0-1,1 1 0,2-1 0,2 1 3,-5-1 1,4 1 0,1 0 0,2 0 0,0 0 0,1 0-1,0 0 1,-1 0 0,-1 0 0,-1 0 0,-3 1 0,-3-1 6,9 1 1,-3 0 0,-3 0 0,-1 0 0,0 0-1,0 0 1,2 0 0,2 1-7,-5-1 0,3 0 1,1 1-1,0-1 1,1 1-1,0 0 0,-1-1 1,-1 1-1,-1 0 1,-2 0-9,2 0 0,-2-1 0,-1 1 0,-1 0 0,-1 0 0,1 0 0,0 1 0,2-1 5,5 1 1,0-1 0,1 1 0,0 0 0,0 0-1,0 1 1,-1-1 0,-1 0-13,-4 1 0,-2-1 0,0 1 0,0 0 0,0 0 1,-1-1-1,2 2 0,0-1-210,4 0 0,1 1 0,1 0 0,0 0 0,-1 0 0,0 0 0,-1 0 0,-2 0 208,1 0 0,-1 0 0,0 0 0,-2 0 0,-2 0 0,-2 0 0,-3 0 0,13 2 0,-4-1 0,-5 0 0,-10-1 0,-11-1 0,0 0 0</inkml:trace>
  <inkml:trace contextRef="#ctx0" brushRef="#br0" timeOffset="16563">6690 5739 19960,'7'-42'1328,"-1"0"1,0 0 0,2-12 0,-1 9-863,-3 15-349,-2 20-94,-2 20-12,0 6-11,-2 31-22,-5 12-576,1-17 1,-3 6 68,0-3 1,-1 3-1,-1 0-2746,2-4 0,1 1 0,-1-1 3275,0 4 0,0 1 0,1-5 0,2-6 0,2-5 0,1 5 0</inkml:trace>
  <inkml:trace contextRef="#ctx0" brushRef="#br0" timeOffset="16956">6922 5326 11578,'-39'-35'736,"1"0"1,-1 0 0,0-11-1,-7 17-260,0 35 1,-13 17-1,-4 10 1,3 5 0,9-2-452,12-1 0,7 3 0,1 1 0,-6 2-36,-3-6 0,-6 1 1,-2 1-1,1 1 1,4 2-1,9 0 9,3 13 1,8 2 0,5 1 0,3-4-7,3 2 1,5-3-1,1 0 147,-3-1 0,1 1 0,4 1-171,3 5 0,5 1 1,7-4-78,7-7 1,7-4 0,6-3-39,3-7 0,5-2 0,3-3 0,0-1 219,5 3 0,0-2 0,6-7-263,4-10 1,6-5-1,0-4 1,-7-2 87,-11-3 0,-5-3 1,5-2 27,9-3 1,5-2 0,1-2 0,-3-1 92,-10-1 0,-2-2 0,-1-1 1,1-1 49,8-5 1,2 0 0,-1-4-1,-3-3 34,-9 1 0,-2-3 0,0-2 0,-3-2 0,-3 2-227,-1-5 1,-2-1-1,-3 1 1,-2-2 144,6-12 1,-4-2-1,-7 1 11,-9 2 1,-7 0 0,-8 2 103,-11 7 0,-8 2 0,1 2-110,-1-14 0,-8 6-28,-7 20 0,-11 2 1,-3 5-1,3 5-104,-2 7 1,0 6 0,-1 1-49,-9-2 0,-2 0 0,0 3-1068,1 6 0,-1 4 0,7 0 1223,-1 4 0,6-1 0,4 0 0,4-1 0,-1 3 0</inkml:trace>
  <inkml:trace contextRef="#ctx0" brushRef="#br0" timeOffset="18058">7521 5932 16678,'-51'4'1327,"1"0"0,0 1 1,-8-1-1,17 3-710,34-2-85,70-2-451,-27-1 1,6-2-1219,8-1 1,9-1 0,6-1 0,0 0 1143,-5 0 1,2 0 0,2 0 0,1 0 0,-2-1-315,-1 1 1,0 0 0,0-1 0,1 1 0,3-1 301,-9 0 0,3 1 0,1-1 1,1 0-1,-2 0 0,-1 1 1,-3-1-129,4-1 1,-4 1-1,-1-1 1,1 1 0,2-1 130,0 0 0,2 0 0,1 0 0,1 0 0,1 0 1,0-1-161,-2 0 0,2 1 1,1-1-1,1-1 1,-2 1-1,-2 0 1,-3 1 158,3-1 1,-4 0 0,-1 1 0,1 0 0,3-1 2,1 0 0,3 0 0,2 0 0,0 0 0,-5 0 0,-4 1-3,-4-1 0,-4 2 0,-2-1 1,2 0 91,4 0 0,2-1 1,-2 1-1,-3-1-29,1 0 0,-3-1 0,-6-1 453,-5-3 1,-9-2-497,-14-3 1639,-39-2-1631,-6 12 0,-5 2-8,-8-1 0,-3 1 458,5 0 0,-1 1 0,-1 0-404,0 0 0,0 0 0,0 1 162,-1-2 1,1 1-1,4-1 523,0 1 1,3 0-224,-25-7 909,51 6-1050,2-5-275,12 3-55,6-2 1521,24 4-1577,-3 4-4,2 4 1,2 2-369,-1 3 0,2 1 366,10 4 0,3 3-21,-6-1 1,1 1-1,-2 0 10,2 1 0,-1 2-40,14 8 1,-4 5-1811,-25-5 1,-4 1 1328,15 19-849,-31-14 1,-11-1 959,-17-8 1,-5-4-1,-4 10 1,-12-5 0</inkml:trace>
  <inkml:trace contextRef="#ctx0" brushRef="#br0" timeOffset="19016">11721 5760 19814,'-21'-51'907,"-1"0"0,7-1 1,13 6-5045,36 5 4244,5 6 339,-8 20 1,0 5-424,3 1 474,0 3 1,0 3-510,10 10-21,6 11 242,-12 17-218,-27-2 1,-8 4 14,-8-1 0,-6 0 1207,0 2 1,-6-2-1217,-11 3 0,-4-4-6,6-9 1,-1 0 442,-5 3 0,0 1-420,4-4 0,4-2 19,-5 9 64,18-7-36,19-16 141,38-4-158,-11-4-449,21-7 0,3-2 408,-27 3 0,1-1-284,20-5 0,10-2 1,-3 0 211,-18 2 0,-2 1 0,2-2-28,3 1 0,3-2 1,1-1-1,-4 1 17,-3 1 0,-3 0 0,3-3-159,13-6 0,3-4 0,-5 0 26,-5-3 0,-2-3-147,-6 3 1,1-3 0,-6 1 272,-8 0 0,-8-1-83,-6-5 1,-12-1 95,-21 1 1,-10 2 87,-3-4 0,-6 2-229,1 7 1,-6 1 0,0 3 251,-2 2 1,-1 3-1,2 1 2,-13-4 0,-1 2 43,10 6 0,-2 2 0,-1 1-2,-4 3 0,-1 3 1,-2 1-25,-3 2 0,-1 1 0,-2 3-353,8 2 0,-3 1 0,0 2 0,1 3 333,5 2 0,0 3 1,1 1-1,0 2 0,-1 3 1,-1 0-1,1 3 1,2 1-4,1 2 1,1 2 0,2 1-1,3 0-24,-3 1 1,4 0-1,5 7 8,4 11 0,6 6 0,12-2-384,18 1 0,12 0 391,2-4 0,5 3 0,8-6 8,12-7 0,8-6 0,4-2-167,-7-7 0,3-2 0,3-2 0,0-1 118,-4-4 0,2-1 0,0-1 1,2 0-1,0-2-179,6 0 0,2 0 0,1-2 0,-1 0 0,-1-2 166,5 2 1,-3-2-1,1-1 1,4-1-41,-13-1 0,3-1 0,0 0 1,2-1-1,0-1 0,-1-1 64,3-1 1,1-1-1,0-1 1,-1-1-1,0 0 1,-2 1-71,2 0 0,-3 0 1,0 0-1,1-2 1,2-1 114,-2 0 0,5-2 0,0 0 1,-2-2-1,-3-3 0,-7-3 200,-2-6 1,-6-3 0,-4-2 0,0-1-145,11-8 0,-3-2 1,-6-5-42,-6-6 0,-6-5 0,-10 0-34,-13 6 1,-8 0 0,-4 0 197,-5-1 1,-3 1-1,-3 2-212,-6-10 0,-8 4-5,1 12 1,-7 2 0,-4 4-30,1 10 0,-4 3 0,-2 3 0,-1-1-83,-1 1 1,-2 0-1,-1 1 1,-2 2-148,2 3 1,-1 0-1,-2 2 1,1 1 0,0 3 257,-8 3 0,0 4 0,2 2 0,5-1 0,9-2 0,3 0 0,2 2 0,-13 6 0,0-1 0</inkml:trace>
  <inkml:trace contextRef="#ctx0" brushRef="#br0" timeOffset="20204">12888 6951 11720,'10'-51'1137,"0"1"0,1-1 0,-1 0 0,0 0 0,2-12 0,0 4 0,-1 0-758,1-3 0,0 1 0,-2 9-124,-4 13 0,-1 4 394,0-6 1,-2 3-314,0 4 831,-2-10-1128,-2 43 285,-4 25-223,-7 36-70,2-9 0,-1 4-744,1-6 1,-1 6 713,0-3 1,-1 7-1,-1 3 1,0-4-656,3-7 1,-1-3 0,1 1 0,-1 2 625,-2 8 0,0 1 0,0 2 0,0 2-177,2-13 1,0 4 0,0 0 0,0 0-1,1-1 1,1-3-1096,-1 7 0,2-3 0,0 0 0,0 4 1300,1-5 0,-1 4 0,1 2 0,0-1 0,1-4 0,1-6 0,-1 6 0,1-7 0,2-2 0,1 13 0,1-1 0</inkml:trace>
  <inkml:trace contextRef="#ctx0" brushRef="#br0" timeOffset="20659">12265 7943 16970,'-3'-5'4610,"1"1"-3781,-2-26 1,3-8-96,4 7-477,-4-9 1,0 2 173,5 20-391,-2 13 113,-6 16-130,0 4-1,-8 44 6,5-6 11,7 0 0,6 1 3,4-18 0,4-3 29,10 9 0,6-4-10,4-16 1,6-5-497,5-3 0,3-3 477,5-2 0,1-5-3,2-4 0,0-4-8,-1-2 0,-2-3-351,-4-2 1,-2-2 350,-7-1 0,-2 0-15,-7 1 1,-3 0-34,10-8-184,-16 4-594,-12 6-3283,-6 5 3532,-4 2 0,0 4 0,0-1 0</inkml:trace>
  <inkml:trace contextRef="#ctx0" brushRef="#br0" timeOffset="21285">12596 8726 18352,'-3'-7'2070,"-5"-25"0,1-5-1695,4 13-109,3-22 0,5 1-176,8 26 67,28-13-6,-4 26-50,13 5-40,3 15-10,-3 12-18,-3 12-10,-9 10-29,-14 4-5,-13 5 5,-20 0-1676,-7-24 0,-4-3 1705,-13 11 2,6-16 0,-1-4 121,-8-3 111,-2-3-2055,5-12 1961,15-5 224,3-16-298,12 8 2320,4-12-2348,7 10-5,24-2-56,3 9 0,8 6 8,-11 10 1,-1 4-9,4 4 1418,-7-1 0,-1 1-1418,11 21-178,-12-8 127,-9 12 1,-6 1 0,-10-2-6,-7 1 0,-8-1-84,-30-4-127,4-13 1,-3-4-165,4-7 0,-1-3 58,2 0 1,0-5-992,4-7 0,3-6-7049,-13-15 8413,-1-8 0,20 6 0,14 7 0</inkml:trace>
  <inkml:trace contextRef="#ctx0" brushRef="#br0" timeOffset="21643">12727 8280 14232,'13'-47'1783,"1"0"0,-7 6 1,-8 7-624,-32 11-530,-11 21 0,-7 9-1888,-1 4 1,-2 4 1394,-5 1 0,0 4-10,17 0 0,0 3 0,3 2 66,-8 11 1,2 8-175,15-7 1,0 5-1,1 3 1,3-4-336,0 1 1,4-2 0,1 6 301,6 1 1,0 8 0,3 2-1,2-1 1,2-4-552,5 8 1,3-3 0,2 2 550,-2-7 0,-1 2 0,3 0 0,5-2-20,4-4 0,4-1 1,4-1-1,3-5 317,7 1 1,5-5 0,7-1-284,5-1 0,7-1 0,3-3 0,0-4 15,-5-6 1,1-4-1,1-2 1,0-2-202,0-1 0,0-1 0,0-3 0,2-4 285,7-8 1,4-6-1,-3-2 1,-7-1-224,-12 4 1,-6-2-1,3-3 227,11-5 1,6-4 0,-1-3 0,-8-1 32,-8-1 0,-5-2 1,0-5-59,-1-4 0,2-6 1,-2-1-1,-3 3-60,-2 2 1,-2 1 0,-3-5 19,-2-8 0,-1-8 0,-2 1 0,-5 8 305,-3 2 0,-5 2-323,-2-9 1,-3-6 0,-11 5 3,-12 14 0,-10 5 1,-3 1-44,-4-2 0,-3 1 1,-6 4-339,0 5 0,-5 1 0,-2 4 0,-1 3-292,-1 4 1,-3 4 0,1 3 0,2 1-2588,-5-2 1,1 3-1,2 1 3145,1 3 0,1 1 1,10 1-1,-7 1 1,23 1-1</inkml:trace>
  <inkml:trace contextRef="#ctx0" brushRef="#br0" timeOffset="24312">8585 9445 3862,'-52'4'636,"-1"0"0,1 0 0,0 0 1,-1 0-1,1 0 0,-2 0 1,0 0-687,-9 0 1,-1 1 0,0 0-1,2 0 227,6-1 1,0 1 0,2-1 0,2 0 107,-8 1 1,2 1 0,4-1 243,-9 1 1,8-1 545,19-2 1,8 0-421,13-1 230,50-4-501,3-1 0,7 0-458,-2 0 1,3-1 0,2 0 198,12-1 0,3 0 0,2-1-330,-9 2 1,2-1-1,1 0 1,2-1 246,-9 2 1,2-1-1,0 0 1,0 0-1,2 0-146,3-1 1,2 1 0,-1-1 0,2 0 0,0 0 129,-7 1 0,0-1 0,1 0 0,0 0 0,-1 1 1,-1-1-16,1 0 0,-3 1 0,1-1 0,1 1 1,4-2-154,-7 2 0,4-1 0,2-1 0,1 1 0,1-1 0,-1 0 0,-2 1 0,-3 0 150,5 0 0,-4 0 1,-1 1-1,0-1 1,2 1-1,3-2-44,-1 2 1,3-2 0,2 1 0,0-1 0,2 1 0,-2-1 0,-1 1-1,-2 0 45,-1 0 1,-2 1 0,-1 0-1,-1 0 1,0 0 0,0 0 0,-1 0 2,7-1 1,-1 0 0,-1 0 0,1 1-1,-2-1 1,-1 0 12,6 0 1,-1 0 0,-1-1 0,-2 1 0,-1-1 24,5 0 1,-2 0-1,-3-1 1,-2 1 38,5-1 1,-3-1-1,-4 1 592,3-1 1,-7 0-223,4-2 969,-52 5-1691,-15 4-1541,-42 3 1804,23 2 0,0-1 0,-11 1 0,0 1 0</inkml:trace>
  <inkml:trace contextRef="#ctx0" brushRef="#br0" timeOffset="25574">6368 9615 18123,'-3'-57'1344,"0"1"1,0 1-1,-1 7-588,-2 16-157,-1 3-559,2 15 32,2 23-21,2 6 55,-4 33-22,-4 12-53,-2-7 0,-2 2-12,3-5 1,-1-2-15,-1-1 1,2-1-12,3-9 1,4-3 16,9 6 23,11-1 72,14-19 57,13-20-54,-8-12 0,2-5 6,-4 0 0,1-4 97,13-12 1,-1-1-515,-16 8 0,-3 0 417,1-1 0,-4 1 143,-1-6-219,-13 16-45,-8 11-16,-10 19 11,-10 14 33,-12 17-17,11-17 1,0 2-506,-2 11 0,2 0 438,-6 16-95,13-17 0,5 0 152,9 12-390,2-21 0,4 1-724,8-1 1,3-3-836,20 7 918,0-11-1339,-1-31-163,-7-15 684,10-22 1367,-20 15 0,-1-5 260,3-18 0,-2-5 482,-5 1 0,-2 0-40,-1-2 1,-2-1 176,-7 17 0,-2-1 1,0 1 371,-2-13 0,-2 1-254,0 10 0,-3-2 0,-1 0 74,-4-5 0,-2 0 1,-3 3-129,-8-10 1,-3 4-244,2 3 0,-6 5-1021,-17 8 1,-2 9 1121,-10 6-23,9 14 0,-9 4 0,3 6-652,-5 11 1,-1 7 446,16-4 1,-3 2 0,0 1 0,4 1-39,-1 4 1,4 0-1,-1 5-5,3 0 1,0 5-1,0 1 1,3 0-18,-4 10 0,3 1 0,0 5-24,8-8 0,-1 5 1,0 1-1,2 1 0,3-1-324,-1 5 0,3 0 1,3 0-1,1 1 299,1 6 1,2 3 0,4-2-1,3-4 4,6-6 1,3-4-1,5 0-26,6 4 0,6 0 1,6-6-21,15 2 1,10-6 24,-7-9 1,5-2 0,6-4-15,1-9 1,7-4 0,2-4 0,-1-2 90,-5-2 0,0-4 0,0-1 0,3-3-30,-4-1 1,3-3 0,0 0 0,-2-2 0,-3-1 10,9-5 1,-4-2 0,0-3 26,-8 0 0,0-3 0,-1-2 0,-1-4 117,0-8 0,-1-4 0,-3-2 0,-1 2-125,2 3 0,-2 2 1,-2-9 41,-8-3 1,0-8-1,-2-4 1,-5 3-1,-7 9-37,-4-3 0,-10 0 12,-2-3 1,-4-9 0,-4 1 0,-5 10 12,-14 3 0,-7 6-30,-1 4 1,-3-2-1,-2 8-20,-5 7 0,-5 9-27,-4 8 1,-5 4 0,5 4 310,9 1 0,0 3-434,-6 1 1,-6 2-1,6 4-1346,2 8 1,5 2-1211,6-5 0,2 3 2689,2 5 0,8 0 0,14-9 0,3 1 0</inkml:trace>
  <inkml:trace contextRef="#ctx0" brushRef="#br0" timeOffset="26334">7595 9145 24200,'31'-27'110,"0"1"0,0 0 1,-13 10-50,-25 19-33,1 2 28,-6 6 56,-1 11-61,2-6-7,-1 8 80,-13 11-91,11-15 12,-13 14 101,6-16 17,8-8-23,-1 2 352,10-11-335,10-8-106,6-6-1,11-10-5,5-4-45,4-3 33,-3 3 1,-7 7 84,-6-2-46,-10 10-38,-2-3 72,-10 2-83,0 3-23,-6-2 17,5 5-17,2 2 11,3 3 0,1 1-28,1 1 23,-4 6 33,-3 9 23,-7 13-62,-9 14-28,-8 13-215,4-7 232,5-8 0,0 2 5,6-13 1,1 0 5,-5 12 0,0 0 0,-5 14 16,9-11 7,8-11-6,5-8-12,5-7 6,0-6 45,4-1-28,-1-6 299,4 4-193,0-5-39,5 2-44,9 1-46,13 1-139,20 3-269,-19-4 0,2 0-2129,8 1 0,0 0 2532,-3 1 0,-2-2 0,14 4 0,-25-5 0</inkml:trace>
  <inkml:trace contextRef="#ctx0" brushRef="#br0" timeOffset="29568">6558 7231 16700,'5'-46'1655,"-1"0"0,1 0 1,2-15-1,0 6-1426,-4 21 1,1 4 857,3-21-499,-4 40-476,1 5 202,-2 48-180,0 4-1228,-3 0 0,-1 10 0,0-4 1125,-2-4 0,-1 5-19,0-5 0,-3 10 1,0 4-1,-1 0 1,1-5-19,-1-2 0,-1-4 1,0 0-1,0 4-8,1-6 0,0 3 0,-1 1 0,0 2 0,0-2 0,1-2-13,0 1 0,0 0 0,0-2 1,1 0-1,0 0-62,0 8 1,0-1 0,1 0 0,1-2-296,1-5 1,1-1 0,1-1 0,0-1-84,1 7 1,0-1-1,0-2-1595,1 14 0,1-5 1107,-1-18 0,1-4 955,-1-2 0,0-5 0,0-10 0,0 2 0</inkml:trace>
  <inkml:trace contextRef="#ctx0" brushRef="#br0" timeOffset="30093">6510 6938 23691,'18'-56'582,"-8"21"-420,-23 66-66,-11 16-74,-1 0-448,0-7 0,-3 1 448,8-14 1,0-1 8,-8 10 0,-2-2 286,-9 4-110,8-15 62,10-12-45,4-12-56,7-11-39,0-12 675,5-15-692,8-11 22,12-8-1699,5 19 1,3 2 1659,14-15 11,-4 17 1,0 3-31,3 5 30,3 4 1,3 1-1197,-12 11 0,1 2 1107,15-4 0,1 4-17,-7 8 0,-2 5-136,1 4 0,-2 5-183,-2 7 0,-3 5-1401,-3 7 1,-5 4 1719,-4 0 0,-4-1 0,2 13 0,-12-17 0</inkml:trace>
  <inkml:trace contextRef="#ctx0" brushRef="#br0" timeOffset="209753">10571 5561 7145,'-3'-4'2168,"1"1"1814,2 3-3360,-26-9-113,14 7 57,-21-8 90,20 10-309,3 0 538,-8 0-443,5 0-61,-9 0 5,3 0-11,1 0-44,1 0-17,2 0 45,1 0 16,4-2-22,2 1-57,4-1-100,2 2-112,2 0-39,6 0-11,2 0 22,8 2 16,1 1 35,5 1 5,7-2-23,6 1 12,7-1-17,4 2-39,0 1-6,-3 2-16,-6 2-7,-5 1 18,-6 1-12,-3 1-10,-5 0 16,-1-2-12,-4-1-4,-1 1 10,-3-2-16,-2-1 22,1 5-17,-2-2 17,3 4 11,-1-3 6,1-2 33,2 0 6,0-2-5,3-1-17,1-1-12,0-1-16,1-1-23,-2 0 6,-4 1 0,-4 1 28,-4 1 50,-2 2 0,-5 2-28,-4 3-11,-3 1-33,0 1 5,-4 7-6,4-2 12,0 0-18,1 1 7,3-3-6,-3 4 16,0 5-10,4-10 10,-3 4 12,6-11 11,-2 0 34,2-4 111,2-3 18,0-2-96,1-1-67,0 0-11,-3-2-17,1 0 0,-3-2 5,2 2-27,1 0 5,2 1-28,1 0 0,1 0 12,1-2-6,3 0 11,2-2 11,3-1-6,1-1-10,4-3 16,2-2 0,0-3-11,0 0 6,-6 0 11,0-3-12,-4 5 18,0-2-1,-4 5 0,-1-1-5,-2-1-17,-1 0 23,-3-2-1,-4-2-11,-1 0 0,-2 0 12,1 0-1,1 2-16,0 3-6,1 1 11,-2 2 6,-4 0-17,2 3 0,-4-2 11,-13 1-11,12 1 0,-19 0 0,14 3 0,3 2 6,-7 1-6,16 0 5,-10 0 1,6 1-3393,-13 1 3399,9-1 21,-15 0-22,15-2-5,-3 0 5,7-1 12,6-1-23,2 1 3414,2-2-3408,3 2-62,0-1 56,11 2 5,-3 0 1,18-1-1,3-1-16,22-2 11,-2 2 0,11 0 0,-22 3-11,5 2 5,-13 4 1,5 4-1,-7 4-5,-4 7 0,-9-5 0,1 18 11,-11-11 22,-1 30-16,-7-18-6,-2 5 0,-4-13 0,0-8 0,-5 8 0,3-9 11,1-2-39,5-10-34,5-3-2610,0-1 2672,1 0 0,0-1 0,0 0 0</inkml:trace>
  <inkml:trace contextRef="#ctx0" brushRef="#br0" timeOffset="223781">2228 5546 8175,'5'-8'3753,"-1"2"-3215,-4 6 39,0 0 28,-77 1 114,44 10 1,-1 1-616,-17-5 1,-1 3 611,7 16 1,8 3-314,8-1-182,7-3 1,3 4 280,9 25-327,10-9-82,8 1 42,17-20-85,-7-15 68,18 4-2894,8-10 2949,-10-1 507,13-9-82,-32-3-390,0-2 61,-14-2-154,-8 3-87,-7 0 3360,-12 3-3352,-31 26-9,19-6-11,10 2 1,2 2 1,-2 12-47,4 1-69,5 17-5,18-9-63,18 3 24,7-19-255,7-10 1,4-4-399,7-2-349,14-8 0,4-5-1840,-20-4 0,-2-3-422,18-7 1,-2-1 3405,-22 5 0,-4 0 0,10-6 1,-29 15-1</inkml:trace>
  <inkml:trace contextRef="#ctx0" brushRef="#br0" timeOffset="224124">2644 5627 19972,'-33'23'274,"1"11"-249,19 2 0,3 4-868,-7 14 778,4-14 1,1-1-138,-3 5 289,-1 4-3,2-17 220,2-18-225,3-12 111,2-18 241,3-20 17,1-4 537,5-9-458,4 15-314,1 11 100,3 9-133,0 9-29,6 2 45,27 15-185,-14-5-25,1 4 0,1 1-64,-1 0-645,26 12-4193,-26-10 1,0 1 3157,16 6 0,-3-1 0,-36-16 1</inkml:trace>
  <inkml:trace contextRef="#ctx0" brushRef="#br0" timeOffset="224399">1989 6893 22933,'53'-30'63,"0"1"1,0-1 0,-4 4 0,-2 0 0,0 2-826,-7 4 0,-1 1 1,1 1 326,9-4 0,2 0 0,-3 2-3066,4 0 1,-2 0 3500,-6 3 0,0 0 0,-4 1 0,-8 4 0,-5 2 0,4-1 0</inkml:trace>
  <inkml:trace contextRef="#ctx0" brushRef="#br0" timeOffset="226616">18906 5169 10674,'1'-5'7841,"-1"1"-7415,-2-25 0,-5-5 274,-6 12-412,1-14 0,-2 3-52,-8 25 273,-20 4-341,8 9-56,-17 7-28,7 12-56,-1 10-33,5 4-23,8 3-12,11-3 1,13-2 6,14-4 27,11-5 40,11-5 5,6-9 34,-2-6 117,-4-8 152,-9-3 39,-8-3-146,-7-1-139,-9 2-18,-7 2-16,-15 2-40,-11 7 17,-8 5-22,-1 9-17,5 5-22,10 3-23,11 1-39,11 1-168,16-1-353,19-3-1009,27-6 216,-15-13 1,3-4-1348,8-3 0,3-4 149,5-3 0,0-2 1196,3-4 0,0-1 1400,-2-2 0,-1-1 0,-4 1 0,-3-1-263,-4 0 1,-4 0 576,-7 1 0,-2 1 3545,15-15 0,-19 4-2257,-13 10 2167,-13-1-3304,-4 12 190,-9-3-190,-3 9 1206,-9 5-1452,-4 7 478,-4 8-669,1 6-39,2 3-79,2 1-95,0 1-145,-3-2 55,-2-3 281,0-6 128,6-10 51,10-13 67,7-11 79,8-13 129,9-10 144,8-4 46,6 3-62,-2 7-381,-6 13 34,-4 7-219,-1 14-16,-1 1 5,6 16-72,0 8-247,5 12-728,1 7-2644,2 6 3680,3 4 0,-11-25 0,-1-5 0</inkml:trace>
  <inkml:trace contextRef="#ctx0" brushRef="#br0" timeOffset="226907">18268 6170 24065,'57'-15'44,"-1"-1"1,0 0 0,0 1 0,1 0 0,-2 1-41,-6 3 0,-1 1 0,0 0-859,3 0 1,1 0 0,0 0 805,0 0 1,1 0 0,0 0-459,-2 1 0,0 0 1,0 0-86,-3 0 0,-1 1 1,1 0 591,-2 1 0,0-1 0,-4 1 0,-5 1 0,-3 1 0,23-4 0</inkml:trace>
  <inkml:trace contextRef="#ctx0" brushRef="#br0" timeOffset="227666">24058 5136 19227,'-22'-47'901,"0"0"1,-2 3-1,3 17-839,6 35 44,-16 19-49,0 17-74,11-7 0,-2 8 0,1-4-704,1 0 1,0 2 409,2 1 0,-1 8 0,0 0 0,3-4-2642,-2 11 1,3-1 2952,2-8 0,-2 3 0,4-6 0,1-6 0,3-6 0,1 5 0</inkml:trace>
  <inkml:trace contextRef="#ctx0" brushRef="#br0" timeOffset="228122">24241 4766 14667,'-46'-30'797,"-1"0"1,0 0-1,0 3 1,0 3 0,0 3-548,2 5 0,0 5 1,-1 1-1970,-1 3 0,-2 3 1,2 2 1816,-11 1 0,1 4 8,9 4 0,-1 3 1,4 2 69,4 0 0,-1 7-95,-1 7 0,-7 9 0,0 3 0,7 0-64,5 1 0,6 1 0,-2 5-118,3-5 1,-3 4-1,0 1 1,3 0-1,5-2 91,1 6 1,5-2 0,3 2-17,-2 11 0,4 2 0,5 1-427,8-4 0,6 1 1,3-1 334,0 0 0,4 0 1,10-1-19,5-13 1,8 1-1,4-1 1,3-3-1,0-5 67,1-5 1,2-6-1,2-3 1,1 1 47,8 3 0,1 0 0,2-3 0,0-6 2,-3-6 1,0-5 0,1-3 0,0-3 32,2-2 0,1-4 0,-1-2 0,1 0 29,0-2 1,0 0-1,0-2 1,-1-1-7,-3 1 1,-1-1 0,0-2 0,-2-5 125,0-6 1,-1-6 0,-2-2 0,-5 1-17,-3-2 1,-5-1-1,1-3-51,1-1 1,1-3 0,-2-2 0,-4 1 48,-1-8 1,-5-1 0,-4 0 33,-3 2 0,-4-1 0,-5 0-20,-4 4 0,-5 0 0,-5 2-55,-6 3 1,-6 1-1,-2 4-65,-7-7 1,-8 4 4,-11 5 1,-10 1 0,1 4-36,11 9 1,0 3-1,-3 0 25,-1-1 0,-3-1 1,-1 0-1,2 3-165,-6 1 1,3 2-1,-1 2-243,4 2 1,-1 2-1,4 0-318,-7 0 1,1 4 605,-7 8 0,6 3 1,16-3-1,-14 12 0</inkml:trace>
  <inkml:trace contextRef="#ctx0" brushRef="#br0" timeOffset="228848">25011 5719 10142,'-6'0'3287,"1"0"920,5 0-3435,60 11-536,-23-9 0,5-2-875,5 3 0,6-1 0,2 0 689,2-3 0,3-2 1,0 0-380,-9 1 1,2-1-1,0 0 1,-2 0 330,7 0 0,-2 0 0,5-1-4,-8 1 1,4 0 0,2 0 0,-1-1 0,-3 1-498,-4-1 1,-3 1 0,-1 0 0,4 0 500,3-1 0,3 0 0,1 0 1,-2 0-1,-3-1 6,-1 1 0,-4 0 1,-1-1-1,-1 1-97,8-2 1,-3 0 0,-4 0 130,3 0 0,-6-2 576,-8 0 1,-10-3-535,-22-5-62,-25-9 34,-7 12 0,-7 1 64,-9-1 1,-3 0 498,8 3 0,-3 0-302,0 2 1,-3 1-1,5 0 42,-20-2 13,8 2 1,5 2-138,21 1 2566,-1 1-2684,29 2 621,9 1-693,16 0-17,19 6-28,0 0-3,2 5 0,2 4-224,-9-1 0,-1 1 221,9 2 1,2 2-70,-11 1 0,1 2 1,-4 0-100,-2 3 1,-1 1-164,11 11 1,-6 3-729,-22-3 0,-11 1-3512,-19 23 4577,-1-31 0,-2-4 0,-11 0 0,11-14 0</inkml:trace>
  <inkml:trace contextRef="#ctx0" brushRef="#br0" timeOffset="229681">28034 5613 21100,'-26'-48'537,"-1"1"1,6-4 0,11 7-375,26 16 56,14-7-186,6 17 14,7 10-63,8 12-18,3 14-28,-4 15-10,-16 14-1,-21 11-300,-20-24 1,-7 0 282,-9 4 1,-6-1 36,-8 1 0,-4 0 47,-3-2 1,-1-1 24,4-5 1,1-1 2,7-5 1,3-2-7,-11 9 147,22-12 16,21-8-62,22-6-133,26-2-52,-13-2 1,2-1-477,-5 0 0,3 0 374,5-1 0,5-1 1,-2 0-504,9-1 0,1 0 352,-1 0 0,3-2 0,-2 1-172,-6-1 0,-2 0 1,0-1-151,-1-1 1,0-1 0,-1-1-563,17-7 1,-2-4-684,-8-2 1,-3-4-624,-8-2 0,-4-4 2141,-7-1 1,-4-3 369,-7 0 0,-4-2 0,-5 1 0,-5-1 0,-7 2 0,-6 0 742,-4 1 0,-6 2 602,-8 0 1,-5 2 94,-9-1 1,-5 2-907,-9 0 0,-4 2-55,14 9 0,-3 1 0,0 2-390,-6 0 0,-2 2 0,0 1 164,-5 1 0,-1 1 0,0 3-277,13 2 1,0 1-1,-1 2 1,1 1 137,-1 2 1,0 2 0,0 1-1,0 2-64,1 2 0,0 1 0,1 2 0,2 1-214,-4 2 0,4 0 0,-2 7 172,2 4 0,-2 5 0,2 2 0,6 1-28,4 1 1,5 2-1,0 2-23,0 2 1,-1 3 0,2 1 0,7 0-47,4 7 0,8 0 1,5 0-7,6 2 1,7-1 0,5 0-3,6-1 1,6-1 0,6-2-21,7 0 1,7-2 0,4-3 2,-8-11 0,4-1 0,1-2 0,2-2-190,3-1 1,3-1 0,0-2 0,2-1 252,1-2 0,1-2 0,1-2 0,-1-2 67,-1-1 1,0-1-1,1-3 1,0-2-40,-7-3 1,2-3-1,0 0 1,-2-2 0,-3 0 133,9-1 0,-4-1 0,1-3 93,-4-3 0,2-3 0,-1-1 0,-7-3 416,10-12 1,-4-5-394,-10 5 0,0-4 0,-2-3 54,2-12 0,-2-6 0,-4 4-180,-11 13 1,-2 2 0,-1-3 108,2-14 0,-1-2 0,-10 3 137,-13 6 1,-10 1-275,-8-8 1,-11 2-181,-12 14 0,-10 3 1,1 4 19,13 7 0,1 3 0,-5 1-297,-6 1 0,-5 0 0,-2 1 0,4 3 385,-5 2 0,3 3 0,2 1 0,-6-4 0,3 2 0,7 3 0,-1 0 0</inkml:trace>
  <inkml:trace contextRef="#ctx0" brushRef="#br0" timeOffset="231799">24074 6350 14790,'-26'-23'863,"6"5"1167,32 21-1655,2 0 634,6 2-718,-2-1 370,-5-1-129,-6-2 1241,-5-1-1034,-2 0-627,0-4-28,0-4 0,-2-6-28,-2-4 0,-3-1 0,-1 2-16,-1 2 28,2 2 141,1 0-140,3 5 21,2-1-89,0 8-2,3 13 136,5 11-42,7 23-67,-2-16 1,2 3-364,5 9 0,1 0 324,-3-4 1,3 1-583,3 9 0,2 5 0,0-2 550,-5-11 0,0 0 0,1 1 32,1 3 0,2 4 0,1-1 0,-2-4-46,-2-2 0,-1-3 0,5 4-766,4 3 0,6 5 0,2 2 1,-1-1-1,-2-5-2452,2 2 0,-3-5 0,3 3 3256,3 4 0,2 5 1,0-3-1,-7-8 0,-2-6 1,-7-10-1,-10-10 1</inkml:trace>
  <inkml:trace contextRef="#ctx0" brushRef="#br0" timeOffset="232541">25820 8620 18016,'-9'-51'898,"1"0"0,0 3 1,2 5-334,3-3-212,6 10-219,6 9-83,8 11-18,8 9-27,-2 8-17,5 14 0,2 7-68,12 18-78,-13-13 0,0 3 101,-5-1 0,-2 0-106,8 20 92,-15-20 0,-2 2 42,-4 25 56,-22-7 22,-17-9 23,-11-9 33,-6-11 17,-1-10 23,2-11 56,4-11 22,7-12 39,10-6-39,11 1-162,7 8 22,29 3-67,-5 13 258,36 4-278,-20 8 0,2 5-59,21 7 1,2 5-542,-5 2 0,-3 4 451,-4 1 1,-9 1-29,-10 15-566,-56 0 374,4-27 0,-6-3-163,-10 6 0,-3-2-783,-4-1 0,-1-2-1466,1-3 0,0-2 2211,1-3 1,5-2-1,-6 1 1,12-6 0</inkml:trace>
  <inkml:trace contextRef="#ctx0" brushRef="#br0" timeOffset="232981">26015 8003 4353,'-56'-18'1131,"0"0"0,-1 0 1,1 3-1,1 1 1,4 6-903,7 9 1,2 4-6,0 1 0,-2 3 254,-3 8 0,-4 6 0,5-2-369,6-2 1,0 3-1,-2 6 0,-7 6 0,1 2 1,9 0-29,1 14 0,7 1-72,4-11 0,-1 2 1,6 1 323,6 3 1,6 1 0,3 0-388,4 12 1,8 1-59,6-1 0,6 3 0,3-2 7,2-9 0,4-1 1,1-3 101,2 0 1,2-2 0,5-3-157,7-2 1,4-5-1,2-4-129,-2-6 0,2-4 0,3-1 211,-3-1 0,3-1 0,2-1 0,0-2 22,3-2 0,1-2 1,1-2-1,2-2 37,-4-2 0,3-1 0,1-2 1,0-2-1,-2-2 111,0-3 0,0-3 0,-1-1 0,0-1 0,-3 0-36,6 0 0,-2 1 1,-2-2-1,-2-3 29,7-7 0,-3-3 0,-7-7 29,-11-4 0,-6-6 1,-3 3-52,0 0 1,-1-4 16,-5-3 0,3-8 1,-2-3-1,-7 6-80,-7 6 1,-4 3 0,-2-2 98,2-17 1,-1-4 0,-6 6-31,-5 3 0,-9 5 147,-15-3 1,-12 5-159,0 19 1,-7 5 0,-1 1-53,-3-2 1,0 2-1,-4 1-32,6 5 0,-4 1 0,1 1 0,1 2-80,-8 1 1,3 3 0,2 0-42,-9 0 1,1 2-712,12 3 0,-2 2 0,5 2-4059,5 4 1,3 1 4673,-8-2 1,4 1-1,7 7 1,27-8 0</inkml:trace>
  <inkml:trace contextRef="#ctx0" brushRef="#br0" timeOffset="233855">24726 7756 18902,'-25'-25'644,"5"22"-431,23 61-12,2 4-5665,8-1 5750,10-10 234,10-10 1514,9-14-1417,7-12-158,6-18-285,-10-6 64,-10-7 0,0-6-9,-7-5 1,-3-2 163,3 2 0,-1-3-312,-4-11 1,-5-2-24,-9 11 1,-2 0-34,1 2 1,-1-2 27,-1-6 0,-2 2-19,0-1-68,-1-5 2969,-2 26-3741,1 12-1136,9 13-774,2 3 1940,12 10 0,-14-13 0,1 1 1</inkml:trace>
  <inkml:trace contextRef="#ctx0" brushRef="#br0" timeOffset="235105">28458 6611 17207,'-21'-28'771,"-8"14"-302,-1 32 1,0 8-164,-18 10-781,6-2 1,-1 4 875,9-7 1,0 2-218,5-5 1,-2 3-1,0 0-155,-1 2 1,0 0 0,0 0 22,-1 1 0,0 1 0,0-1-413,-1 1 1,1 0 0,0 0 386,-1-1 0,1 0 0,0-1 2,1 0 1,0 0 0,0 0-199,0-1 0,1 0 0,1-1 45,-14 14 1,-1 1-660,9-11 0,-1 0 0,3-2 816,-2 2 0,1 0 15,2-5 0,-2 1 0,2-3 53,1-2 0,0-2 24,-7 5 1,0-1 399,5-4 1,2-2-350,-19 12-7,20-11 794,11-5-796,12-10 2793,-2 3-3058,-1-4 766,0-2-909,-16 5 89,6-5-98,-10 1 16,7-5 29,2-4 251,1-2-12,0-4-27,5 1 33,-14-5 6,7 2 17,-9-6 27,9 0-33,8-5-45,7-7 6,7 3 67,14-26-17,5 10-22,-5 13 0,2-1 79,10-13 5,-4 9-23,-5 9-5,-7 5 35,-3 5-19,-4 3-32,-1 4-52,-1 2-34,0 6 22,-6 9 32,-6 10-5,-11 18-54,-6 15 1,5-6-10,11-8 1,2 1-2,3 13 16,8-15 1,3 0-375,19 17 337,19-7 19,-13-25 0,3-3-6,6-3 1,2-3-521,6-2 0,2-4 320,6-3 0,2-5-790,5-3 0,2-3 1014,-13 0 0,1-2 0,-5 2 0,-3-1 0,-3 0 0,-2 0 0,0 1 0</inkml:trace>
  <inkml:trace contextRef="#ctx0" brushRef="#br0" timeOffset="243953">1520 13331 20358,'-3'-1'767,"0"0"-313,3 3-292,0-1-5,-1 3 56,-1-1 0,0 2-17,-4 2-28,-1 2 0,-4 2-3145,-2-2 3167,3-3 241,-2-2-50,4-6-73,-3-7-78,-3-9-57,0-14-27,0-9 83,4-13-172,4 16 33,4-6-23,6 23-50,3-2-29,9 9 24,8 5-40,9 7-40,9 11-16,5 10 45,-9 6-82,-15 3 1,-5 4-54,-5 27 101,-20-15 0,-6 7 1,-4-2 701,0-10 1,-3-2-1,-3 1-635,-2 2 1,-3 2-1,-1-1 1,-1-3 12,-3 1 1,-2-3-1,1-2 19,1-2 0,0-1 1,1-3 51,-12 6 1,2-6 35,9-9 1,2-6 109,-15-4-50,19-21-62,12-14-44,11-16-12,16-8 11,16-2 594,-6 27 1,4 2-651,20-8 8,-3 16 1,3 3-307,-13 7 0,1 2 228,15 0 0,0 4-177,-9 3 1,-3 4-429,-1 2 1,-3 3-1516,-3 2 1,-2 1 1393,12 14 0,-18-10 1,-12-9-1</inkml:trace>
  <inkml:trace contextRef="#ctx0" brushRef="#br0" timeOffset="244120">1932 13692 17884,'39'-24'0,"1"0"0,-9 5 0,1 0 0</inkml:trace>
  <inkml:trace contextRef="#ctx0" brushRef="#br0" timeOffset="245893">3542 13407 18067,'1'-11'2618,"1"-25"1,0-5-1605,-1 10-625,0-10 0,0 3 54,-3 21-336,-2 11-113,1 9 28,-2 12 1,-3 19-12,-7 27-524,5-20 1,-1 2 506,-1 8 1,1 1-12,1 2 0,2 0 3,2-3 0,4-2-181,5-6 1,5-4 188,18 19-63,17-27 136,9-24 79,9-26-37,-28 2 0,0-4-271,0-5 1,-1-3 343,-1-2 0,-3-3-26,-3 0 1,-4-2-53,-4 1 0,-3 0 319,-3 1 0,-3 2-316,-1-22 360,-4 15-439,-6 17-38,0 13-208,-3 8 398,2 11-1647,1 11-1673,3 11 3140,13 11 0,-6-18 0,6-3 0</inkml:trace>
  <inkml:trace contextRef="#ctx0" brushRef="#br0" timeOffset="246284">4433 13375 21500,'0'-5'3557,"0"2"-2722,0 3-824,-35-1-11,18 26-5,-25-5 7,27 14 1,5 6-20,-8 14 23,6-17 0,-1-1 10,-2 8 35,7-16 246,5-15 139,4-13-77,7-12-85,9-13-33,13-15-132,-10 14 0,3 0-17,2-2 1,2-1 30,6-4 1,1 1-57,12-9-28,-17 18 0,-1 4-16,2 6-23,5 2 0,-5 17-56,2 19 11,-12-1-202,7 24-363,-10-6-544,5 13-1230,5 3-316,-10-31 0,1-1 2700,15 16 0,-10-19 0,-10-13 0</inkml:trace>
  <inkml:trace contextRef="#ctx0" brushRef="#br0" timeOffset="247209">5818 13517 22820,'-16'-44'222,"0"0"0,0 5 0,-4 9-114,-23 21-2168,-1 20 1,-1 5 2099,-13 4-7,15 0 1,-1 6 694,3 11 0,4 4-734,12-7 1,2 2-4,-10 10 1,5-1 933,16 6-903,30-23 12,22-19-12,-8-9 1,3-5-195,8-5 1,1-4 201,6-6 1,0-5 36,-11 1 0,1-2 1,-2-2 35,8-10 1,-2-1-45,-3 1 0,-4-2 47,-9-2 1,-5-1-15,-7 4 0,-1-2-25,2-10 1,-1-4 12,-5 12 0,-2-1 1,0 2 47,0-8 1,-2 4-56,0 2 0,-2 5 3218,-3 0-3156,-4 27-80,-4 14-44,-3 21-6,-2 10 7,0 13-297,2-14 1,0 5 287,-4 19 0,0 2 71,2-10 1,0 2-92,0 6 0,0 6 0,3-6-572,3-5 0,1-3 578,2-3 0,-1 1 0,5-1-12,6 7 1,5-5 22,-1-14 0,4-4-3,10-1 0,4-10 20,18-19-14,-17-8 0,-1-5 2,11-19 12,-16 8 0,-1-3 507,12-22-499,-14 19 0,-2-2 42,-1-1 0,-2 0 992,5-13-930,-9 13 1243,-10 22-1395,-3 18 18,0 1-6,3 24-1,0-11-16,7 24-229,11-1-359,4 0-1008,11 4-4134,-4-17 5658,-3-9 0,-11-10 0,-9-7 0</inkml:trace>
  <inkml:trace contextRef="#ctx0" brushRef="#br0" timeOffset="247418">6467 13217 26390,'-16'-37'-247,"-1"-1"1,0 3 0,10 11-981,23 32 74,0-1 1153,25 29 0,-26-23 0,11 14 0</inkml:trace>
  <inkml:trace contextRef="#ctx0" brushRef="#br0" timeOffset="248118">6765 13359 26267,'12'33'5,"0"1"1,3 14-67,12 4 2,-17-22 0,-3 2 26,1 16 44,-4-13 0,-4-2 90,-11 5 67,-6-16 95,-1-12 28,2-15-140,6-3 185,2-22-257,6 3-62,4-8-17,12-2-129,24-3-1842,-8 14 1,1 1 1805,-4 4 0,2 1-311,9-1 0,-1 3-244,1 2-1333,2 3 0,1 0-535,0 0-2328,4 0 1,-2 0 84,-13 3 4831,20-7 3327,-39 11 6503,0-1-4550,-8 5-3675,-6 0-563,-5 3 3190,-9 2-3649,-3 3-270,0 2-223,5-1 0,3 2-79,8-3 11,7 5 12,11-2-12,16-2-55,14-2-12,12-6-339,5-7 345,-4-5 55,-9-5 18,-17 3 128,-5-9 29,-17 7 44,0-6 28,-16 7-61,-6 4 277,-8 2-350,-8 5-73,3 2 106,-29 9-89,12 5-56,12-1 0,1 2-12,-13 16-16,12 7-67,11 6-180,14 8-459,16 7-277,2-25 0,3 1-79,6 2 1,4-1-659,6 0 0,5-3 1731,11-2 0,0-4 0,5 3 0,4-13 0</inkml:trace>
  <inkml:trace contextRef="#ctx0" brushRef="#br0" timeOffset="248570">8328 13542 26260,'-56'-15'218,"-1"0"1,6 2-1,6 8-179,7 26-16,7 11-12,6 9 0,7 6-5,6 2-34,10 0 59,14-7-76,13-9-15,15-13-35,8-14 33,6-18 40,4-14-455,-26 7 1,-1-1 488,19-17-4,-7-1 0,-2-2 0,-19 16 1,0-1 26,10-17 1,4-9 0,-4 2 28,-3-3 0,-3-1-398,-1 3 1,1-4-1,-4 1 412,-5 8 1,-3 2-1,-2 0 76,2-17 0,-3 3-242,-5 7 0,-2 3 208,-6 9 1,-1 5 58,-7-12-72,-4 22 726,0 15-827,1 17 1265,-3 17-1271,-2 24-3,6-12 0,2 3-345,-2 10 1,0 3 310,0 7 1,1 2-46,4-19 0,2 0 0,0-1-190,1 20 0,4-2-212,6-5 0,5-3-649,3-7 0,4-3-612,4-7 1,2-4-3104,15 11 4848,-1-14 0,-24-21 0,-1-1 0</inkml:trace>
  <inkml:trace contextRef="#ctx0" brushRef="#br0" timeOffset="249127">8734 13492 15663,'-11'-2'3254,"-30"-5"1,-5-3-2102,5-1-733,-9-1 1,3-1 876,16 0-1085,15 1 86,17 2-326,21 1-95,24-1-9,-11 6 1,4 0-501,8 0 1,2 1 350,6 0 1,2 1-95,0-1 0,1 1 33,-3-1 1,-1 0 192,-6-1 1,-3-1 231,-4-2 1,-5 0 56,7-4 370,-14-3 190,-24 5 594,-15-6-515,-13 5 452,-3 0-884,-10 6 181,11 5-444,-4 5-51,5 7-33,7 9-22,9 6 16,14 3-33,15 0-11,18-6 5,15-6 6,8-10-1663,-25-9 1,-1-3 1712,12-3 11,8-11 1,-29 1 27,0-5 34,-12-1 0,-11 1 0,-15 0 6,-13 4 10,-17 4 1,-13 7-22,-7 11-40,-1 10-28,7 11 3375,13 8-3414,14 3-44,15 4 4,12-7-604,21 2 0,8-2 28,2-5 212,3-1 1,3-2-1713,21-10-128,-21-8 1,4-2-2645,13 0 1,3-1 4346,-3-2 0,-4-1 0,-13-1 1,-4-1-1,5 0 0</inkml:trace>
  <inkml:trace contextRef="#ctx0" brushRef="#br0" timeOffset="249527">10111 13579 13637,'7'-4'9830,"-2"0"-7819,-5 4-1659,26-60 197,-34 34-356,10-11 1,-5 3 80,-50 18-193,20 10 0,-3 4-1517,-11 5 1,0 4 1451,15-3 1,0 2-17,-10 9 0,4 3 872,9 3-861,-11 28-28,28-15-61,17 19 28,10-25-68,31 0-39,-2-19 45,18-2 98,-23-12 0,1-5 22,-5 0 1,-1-4 38,6-8 1,-2-3-17,-13 5 0,-1-2 67,6-11 0,-1-3 2,-5-2 1,-2-3-9,6-12 1,-1-5 11,-11 19 1,-1-1 0,-3 0-134,4-24 1,-4 4 117,-4 21 1,-3 3-70,-4-1 0,-4 7 1388,-3 12-1408,-4 4 0,2 20 0,-1 18 0,2 6 0,1-1 0,1 6 0,-1 3 0,0 5 0,-1 1-826,1 6 1,-1 2 0,1-1 825,-1 0 0,0 1 0,2-1-477,-1 3 1,2 0 0,2-4-4016,6 5 0,3-2 4492,1 5 0,0-2 0,0-18 0,1-5 0,4 5 0</inkml:trace>
  <inkml:trace contextRef="#ctx0" brushRef="#br0" timeOffset="250122">11320 13116 18852,'0'-5'5499,"0"1"-3695,0 4-1641,-63-36-119,38 35-19,-16-10 1,-1 7 24,14 39-27,-6 12-23,11 4-6,10-4 0,19-5 12,15-14 16,15-10 34,8-14 28,2-13 68,-4-10-46,-13-2 280,-3-18-167,-17 9-68,-5-13-61,-15 11-51,-9 6-34,2 8-66,-15 6-18,17 10-873,-21 19 185,23 0-3406,0 15 0,3 4 4173,3 9 0,-1 6 0,7-28 0</inkml:trace>
  <inkml:trace contextRef="#ctx0" brushRef="#br0" timeOffset="250452">11286 13670 20190,'0'-5'5764,"0"2"-5193,0 3-498,-64-8-51,38 19-14,-11-9 1,4 4-4,22 22-5,14-1 17,11-5 6,13-6 10,8-7-16,6-8 56,1-8 151,-5-8 145,-8-7 1,-11-1-84,-9 1-130,-12 1-122,-3 7-107,-21-5-470,1 10-4923,-20-1 5466,16 7 0,6 2 0,15 1 0</inkml:trace>
  <inkml:trace contextRef="#ctx0" brushRef="#br0" timeOffset="251142">8231 13447 24245,'-10'-33'308,"0"0"0,-16-13-162,-7 61-12,-11 15-75,19-9 0,-1 1-250,-2 5 1,2-1 213,-17 18-6,20-14 0,3 1-23,4 6 62,3 14-252,26-18-364,17-3-871,2-15 0,2-2-927,18 4 2358,-6-9 0,-2-3 0,-17-3 0,12-1 0</inkml:trace>
  <inkml:trace contextRef="#ctx0" brushRef="#br0" timeOffset="251460">8278 13319 24267,'-56'-1'351,"-1"1"0,4 0 0,5 6-132,-2 29-876,25-16 1,0 2 684,1 1 0,2 2 162,-15 27-162,10 2-34,12 1-33,10-1-101,27 4 22,-3-20-59,5-15 1,4-3-614,19-2-457,-16-9 1,2-1 1246,1-4 0,-1-3 0,4 1 0,-7-4 0</inkml:trace>
  <inkml:trace contextRef="#ctx0" brushRef="#br0" timeOffset="251692">8172 13420 24671,'-58'10'457,"-1"0"1,3 5-1,10 3-423,16 8 5,1 22-22,19-9-112,3 12-258,19-3-843,11-21 0,6-4-1747,18 7 2943,-5-14 0,-2-4 0,-10-7 0,-1 0 0</inkml:trace>
  <inkml:trace contextRef="#ctx0" brushRef="#br0" timeOffset="252819">2539 14766 17092,'60'-10'298,"0"0"0,-14 4 1,1 1-1,1 1-186,8 2 0,1 3 0,2 0-931,-9-1 1,2 0-1,1 0 1,1 0 945,5-1 1,2 0-1,1 0 1,0 0 8,-6 0 1,0-1 0,0 0-1,2 0 1,0-1-19,-6 1 1,1-1-1,0 0 1,0 0 0,3-1-1,2 1-281,-4-1 0,2 0 0,3-1 1,0 1-1,1-1 0,-1 0 0,1 0 1,-3 1 221,6-1 0,0 0 0,-1 0 1,0 0-1,0 0 0,0 0 1,0-1-147,0 1 1,0 0 0,0 0 0,0 0 0,0-1 0,0 1 0,1 0 138,0 0 1,3-1 0,-1 1 0,0-1 0,-2 1-1,-2 0 1,-4 0-260,-1 0 1,-5 1 0,-1-1 0,2 1 0,6-1 278,-3 0 0,6 0 0,3 0 0,4-1 1,0 0-1,0 0 0,-2 1 0,-5-1 1,-4 2-106,7-2 1,-8 1 0,-1 1 0,3-1 0,8-1 90,-14 2 1,5-1-1,4 0 1,3 0 0,2-1-1,1 1 1,0-1 0,-2 1-1,-1 0 1,-4 0-1,-3 0-20,5 1 1,-3-1-1,-3 1 1,-2 0-1,2 0 1,1 0-1,4 0-19,-6 0 0,2 0 0,2 0 0,2-1 0,0 1 0,1 0 0,-1 0 0,-1 0 0,-1 0 1,-2 0-4,5 0 0,-1 1 0,-1-1 0,-1 1 0,-1 0 0,1 0 0,-1 0 0,1 0-7,-1 0 1,1 0 0,-1 0 0,1 1 0,-1-1 0,-1 0 0,-2 1 0,-1 0-5,6-1 1,-3 1-1,-2-1 1,1 1 0,0 0-1,3-1 3,1 1 1,3 0 0,1-1 0,1 1 0,-2 0 0,-3-1 0,-5 1 30,10 0 1,-7-1 0,0 1-1,2-1-46,0 0 0,4 1 1,1-1-1,-4 0 1,-7 0 161,0 0 0,-5 0 0,-6-1-1370,-1 0 0,-8-1 1215,-7-4 0,-24 4 0,-7 2 0</inkml:trace>
  <inkml:trace contextRef="#ctx0" brushRef="#br0" timeOffset="285715">8040 15355 16768,'-16'-50'1156,"0"0"0,0 0 0,1 5 0,-2 2 0,-4 13-1008,-8 16 1,-3 9-294,-4 5 1,-1 6 242,-5 6 0,-1 4-630,-3 9 1,0 5 601,14-5 1,-1 2 0,0 4-3,2 2 1,0 5 0,-1 1 0,2 0-32,-6 10 0,0 0 1,2 3-489,3-5 0,1 2 0,1 2 0,2-3 451,-1 9 0,3 0 0,3-4-4,5-10 0,2-1 1,2 0-7,3 5 1,4 0 0,5-2-123,8 3 1,12-2 119,14-2 1,12-1 0,3-6 0,-5-12 0,3-5 0,4-2-350,2-3 1,6-2 0,2-3-1,-3-5 352,-5-6 1,-2-6 0,1-2 0,-1-1 12,3-2 0,1-1 0,-2-2 1,1-2 3,-1-1 0,0-2 1,-1-2-1,0-1-4,-2-1 0,0-2 1,-2-1-1,-2 1 11,3-3 0,-3 1 0,0-5 1,-3-1 1,2-5 0,-2-1 0,-6-1 14,0-9 1,-6-1 0,-1-3-11,-3 9 0,0-3 0,-2 0 0,-4 1-1,-2-4 1,-4 1 0,-6 0 35,-9 4 0,-5-1 0,-5 4-124,-10-5 0,-6 3 114,3 8 1,-5 1 0,-2 3 270,-3 4 0,-4 3 0,-2 3-284,-1 2 1,-2 4 0,-1 2-18,-2 3 1,0 3 0,-1 3-28,0 2 0,-1 3 0,0 2-64,-1 3 0,1 3 1,0 1-128,0 4 0,1 2 1,0 2-455,2 2 1,0 3 0,3 1-759,-8 5 0,4 2 1414,2 5 0,6-2 0,10-6 0,4 0 0</inkml:trace>
  <inkml:trace contextRef="#ctx0" brushRef="#br0" timeOffset="287047">7954 15826 11670,'0'-7'6806,"0"2"-8399,-1-28 1,0-8 3105,1-1-437,-1-5 0,0 3-986,2 17 910,-1 23-916,0 38-45,-3 14-3,-1-2 1,-1 2-32,1-17 1,0 1-6,-3 23 0,-1-3-252,3-9 254,2-5 1,0-2 25,1-5 3365,1-1-3174,1-15 871,0-9-973,3-30-16,0-5-22,4-30-48,-5 29 0,2-5-936,2-16 1,2-9 0,0 7 932,-4 16 0,1 0 0,2-11 0,1-5 0,-3 17 40,-2 23-63,-1 2-22,-1 10 34,2 24 11,0 28-25,-1-19 0,0 4-170,-2 7 1,-1 1 160,0-3 1,-1-2-1,-2 21-19,2-26 0,-1-2 3215,1 9-3179,-1-1 141,1-17-80,1-14 40,0-17-50,0-13-17,-1-34-34,1 8-3,0 6 1,2-4-268,4 0 0,2 1 261,-3 7 1,1 1 14,4-13 0,2 2 89,0-5-55,-2 7-46,-3 16-27,-5 22 5,-1 18 6,-1 4 1035,-3 26-1091,-2-7 0,-1 2-222,0 3 1,1 3-1327,-3 11 0,3 2 1615,2-2 0,2-5 0,1 9 0,3-8 0</inkml:trace>
  <inkml:trace contextRef="#ctx0" brushRef="#br0" timeOffset="288076">13309 14927 15557,'34'-53'1455,"0"0"0,0 0 1,-4 5-1,-2 2 1,-16 8-896,-34 2-174,-21 16-61,-20 19-163,5 12-801,20 7 0,-5 8 1,3 1 744,4 1 0,1 3 1,-1 2-634,-4 3 0,-2 4 0,-1 1 0,2 2 587,2 0 1,2 2-1,1 1 1,0 0-18,0 3 0,0 1 1,2 1-1,1 0-17,3-2 1,0 1 0,2 1 0,3-2-33,3-3 1,2 0-1,3-1 1,2-1-5,1 8 1,3-1 0,10-2-579,13-3 0,9-3 0,3-3 588,3 0 0,7-7-8,12-9 1,10-5-1,0-6-148,-7-8 1,2-5 0,1-2 156,-1-1 0,2-1 1,2-2-1,-1-1 6,2-2 0,1-1 0,1-3 0,0-2 4,-4-2 0,3-3 1,-1-1-1,-2-1 0,-3 2-3,-3 1 1,-4 1-1,-1-1 1,2-3 5,-1-1 1,3-4-1,-1 0 1,-3-1 0,-4 0-10,2-8 1,-7 1-1,1-4 13,-3 5 0,-1-3 1,0 0-1,-2-1 245,4-12 1,-3-1 0,-4-1-255,-4 4 0,-4-1 1,-5 1-9,-4 4 1,-4 1 0,-6 2-10,-12-15 0,-13 6-129,-12 6 1,-11 7 130,9 14 0,-6 5 1,-1 2-35,-6 1 1,-2 3 0,-1 3-60,-2 1 0,-1 2 0,1 2-99,1 2 0,0 3 0,2 1 154,6 1 0,0 2 1,3 2-1613,-15 6 1,5 4 1655,6 4 0,7 2 0,-3 1 0,14 2 0</inkml:trace>
  <inkml:trace contextRef="#ctx0" brushRef="#br0" timeOffset="288477">13235 15227 22235,'18'-53'479,"1"-1"1,1 4 0,3 6-310,1 18 1,3 4 53,20-15-100,-6 14-85,-11 15 11,-7 19-27,-10 7 10,-7 12 1,-6 6-9,-7-4 0,-3 2-283,-7 18 1,-3 1 268,1-16 1,-5 1 19,-5 1 1,-5 3 0,4-5-21,-9 12 17,1-5 0,9-5 235,24-24 79,23-9-157,29-23-157,-9 3 0,4-3-573,8-3 0,2-1 371,4 0 0,0 0-966,0 2 1,1 0 1139,1 0 0,-4 2 0,6-2 0,-10 4 0</inkml:trace>
  <inkml:trace contextRef="#ctx0" brushRef="#br0" timeOffset="290027">7371 18074 15445,'5'-42'1625,"0"0"1,0-1 0,1-14 0,-1 11-550,0 23-465,-3 10-483,0 2-88,-2 14 16,-3 13 11,-6 22-45,1-9 1,-2 4-454,-3 11 1,-1 2 360,-3 8 0,1 1-505,-2 4 1,2 1 520,2-3 1,1-2 28,4-7 0,3-3 33,6-7 1,3-5 24,4 4 169,16-16 78,1-30-34,12-13-50,8-19-309,-20 15 0,0-1 202,0-2 1,-1-1 8,-2 2 0,-1 2 700,9-14-686,0 1 976,-16 27-1060,3 9-22,-5 33-34,-2 15-40,1 16-83,1-5 300,1 1-818,0-24 0,2-1-76,6 9-1406,17 2-891,-5-37-537,14-19 1999,-19-3 1,0-5 556,3-9 1,-1-4 1013,1-7 1,-1-3-415,-2-7 1,-3-3 873,-1-5 0,-4-2-43,-8 20 1,-2-2 0,-2-1-560,-2-5 1,-2-2-1,-2 4 526,0-3 1,-4 1 327,-8-12 0,-7 4-341,-3 24 1,-4 4 135,-8-7 1,-8 5-103,2 13 0,-4 4 0,0 5-16,-20 2 1,0 7-402,21 1 1,0 3-1,0 3 230,-3 7 0,1 6 1,2 1-93,5 1 1,2 2-1,-1 2-89,-9 8 0,-1 3 0,1 3-191,12-7 1,0 1 0,1 2-1,1 1 114,1 2 0,1 1 0,1 2 0,1 2-55,0 7 1,1 3-1,2 1 1,3-2-9,1 4 0,2-1 0,2 0 35,2-2 1,1-1-1,6-2-312,8 10 0,9-5-68,4-9 1,7-2 355,-2-8 0,4 0 0,6-4 136,15-1 1,8-5 0,1-6 18,-17-10-17</inkml:trace>
  <inkml:trace contextRef="#ctx0" brushRef="#br0" timeOffset="290027">7504 19049 12707,'41'-14'59,"10"-5"11,-1-4 0,-1-2 0,1-4 0,0-2-24,-7 2 1,1-4-1,1-1 1,-1-2-1,-1 1 1,-3 2 21,6-6 1,-2 3 0,-2-3-1,-2-3 18,-7 1 0,0-4 1,-2-2-1,-3 1 1,-7 3 209,-4-4 1,-7 3-1,0-3-220,1-8 1,-1-3 0,-1 4 233,1-8 0,-6 2-247,-11 13 1,-6-2 0,-4 9 482,-3 13 1,-4 5-934,-19-13 1,-3 9 971,13 23 1,-1 7-586,-14 8 0,4 1 0,12-1 0,-15 8 0</inkml:trace>
  <inkml:trace contextRef="#ctx0" brushRef="#br0" timeOffset="291319">13069 17456 10746,'-5'-5'8862,"2"1"-7687,3 4-385,0 0-297,-29-71-123,30 35-323,-13-6 1,5 1 76,40 9-68,-6 16 22,9 3 0,3 3-50,22 1-536,-16 6 0,-1 3 519,11 8 186,-3 18-304,-28 20 40,-6-7-45,-22 2 0,-9 1 17,-16 11 75,5-16 1,-3-1 41,-11 8 40,-7-4 134,6-14 33,1-7 113,-3-11-219,23-13-50,2-6 22,12-9 747,9-1-819,11-8 22,17 6-29,13 9-21,-5 7 7,-6 13 1,1 6-42,14 14-289,-15-2 1,-2 5 262,-11 3 1,-5 2-76,-6 5 0,-5 2-67,-8 3 0,-7 0 8,-6 0 0,-5-1 36,-6-2 1,-3-2-82,-4-4 1,-2-4-273,-1-4 1,-2-4-594,0-6 0,-1-6 471,-8-14 0,3-4 1,-2 3-1,-1-21 1</inkml:trace>
  <inkml:trace contextRef="#ctx0" brushRef="#br0" timeOffset="291692">13317 16801 17210,'-51'16'595,"0"0"0,0 0 0,-7-1 1,2 5-425,14 9 1,1 6 0,2 1-1256,5-4 1,1 1 0,0 3 1134,1 0 1,-1 2 0,0 2 0,1-2-37,-3 5 0,1 0 0,1 5-314,6-3 0,0 6 0,1 2 1,1 0-1,4-4 233,3 0 0,4-3 1,1 1-1,0 3 3,-1 3 0,0 3 1,0 2-1,3-2 0,5-2 5,4-1 1,4-2 0,4-2 0,4-2 10,7 8 0,7-2 1,5-6-89,8-7 0,6-6 0,5-5 163,7-5 0,4-7 0,3-5 14,-10-6 0,1-5 0,2-2 0,0-2 43,3-4 1,1-2-1,1-2 1,-1-3-289,-9 0 0,-1-2 0,0-2 1,0-1-1,0-2 324,-1-2 0,1-1 0,-1-2 0,-1-1 0,-1-1 7,-1-1 1,-1-2 0,0-1 0,-2-2 0,-1 0-6,-2-1 0,0-2 1,-2 0-1,-2-2 0,-1 0-7,6-11 0,-3-1 1,-2-1-1,-2-1-131,-4 0 1,-1-2 0,-3 0 0,-3 0 53,-3 0 0,-2 0 1,-3-1-1,-2 1 47,-3 3 1,-2 0-1,-2 1 1,-4 1-104,-4-10 0,-6 1 1,-4 4-121,-5 9 1,-5 2 0,-5 6-182,-5 7 1,-5 4-1,-2 5-1951,-7 4 1,-3 6 0,1 2 2268,2 2 0,0 4 0,4 0 0,-5 2 0,5 1 0,-8 1 0</inkml:trace>
  <inkml:trace contextRef="#ctx0" brushRef="#br0" timeOffset="292634">8572 15821 11888,'59'-21'417,"0"0"0,-12 6 0,3 1 1,-1 2-159,-6 6 1,-1 2-1,3-1-1298,1-1 0,3 0 0,2-1 0,0 0 1170,8-1 1,0 0 0,3 0 0,4-1-36,-8 1 0,5-1 0,2 0 0,0 0 1,-2 0-1,-3 0-315,-4 1 1,-3 1 0,-1 0 0,1-1-1,5 1 289,-2-1 1,4 0-1,2 0 1,1 0-1,-1 0 1,-1 1-1,-5 1-41,5 0 1,-5 0-1,-1 2 1,1-1 0,3 0 115,-1 0 1,1 1-1,3-1 1,-1 0 0,0 0-1,-1 1-173,-2 0 1,0 1 0,-1 0 0,0 0 0,0 0 0,-1-1 145,-2 1 1,-1 0-1,1 0 1,-2 0-1,1 0 1,-1 0 19,8 0 1,-1 0 0,0-1-1,0 1 1,-1 0-45,-3 0 0,-1-1 0,0 1 0,0 0 0,0 0-21,9 0 0,-1 0 0,1 0 0,0 1-15,-7 0 0,2 1 0,-1-1 1,-1 1-1,-4-1-34,10 1 0,-4 0 1,3 0 0,-6 1 0,3-1 1,-1 1-1,-5 0 256,-6 0 0,-4-1 1,-1 1-268,10 0 0,-1 0 238,-3 0 0,-8 1 39,-23 0 1520,-9-1-1761,-24 1 1458,-32-2-2567,15 1 1,-1-1 1058,1 1 0,2-1 0,-15 0 0,31 1 0</inkml:trace>
  <inkml:trace contextRef="#ctx0" brushRef="#br0" timeOffset="293546">13692 16250 11799,'3'-57'2265,"0"0"1,0 0 0,0 6 0,-1 3-1972,-1-8 0,-4 8 664,-2 18-219,0 8-330,-1 3-319,2 11 33,2 16 95,-1 14 29,-1 26-127,0-13 1,0 3-724,-2 11 1,-1 4 650,-4 7 0,0 4-41,2-18 0,0 2 1,-1-1-20,0 2 1,0 0 0,0-1-66,1-1 1,1-1 0,0-1-507,-1 18 1,3-4-2478,2-8 1,4-3 3059,2-11 0,1-4 0,1 4 0,1-20 0</inkml:trace>
  <inkml:trace contextRef="#ctx0" brushRef="#br0" timeOffset="294604">8285 18516 13578,'45'-3'425,"1"-1"1,0 1 0,-2-1 0,-1 1-1,-1 1-302,7-1 1,0 1-640,2 0 0,3-1 1,-2-1 705,10 0 0,1-1-556,-18 2 0,4-1 0,0 0 0,-1 1 450,11-2 0,-3 0 0,-1-1-41,-9 2 0,-2 0 0,4-1 31,5 0 0,5-2 0,0 0 1,-2 1-31,1-1 1,-3 1 0,4 0-287,1-1 0,5 0 1,1 1-1,-3 0 254,-9 1 1,-1 1 0,0-1-1,-1 2-7,1 0 1,-1 0 0,1 1 0,-1 0-312,0 0 0,0 0 0,0 0 0,0 1 271,0 0 0,-1 0 0,1 0 0,-1 0 15,1 0 0,0 0 1,0 0-1,0-1 27,-1 1 0,1 0 0,-1-1 0,0 0-2,0 1 1,-1-1 0,1-1 0,-2 1-119,14-2 1,0 0-1,-2 0 130,-5-1 0,0 1 0,-2-1 140,-5 0 0,-2-1 1,-1 0-144,14-2 0,-4-1 691,-16 2 0,-2-1-669,3-2 0,-3-1-2,2-4 1613,9-7-1597,-22 8 1695,-7 1-1773,-2 1-28,-8 6 1228,-1-1-2365,-3 1-1110,-1 1 2303,4-5 0,-5 5 0,0 1 0</inkml:trace>
  <inkml:trace contextRef="#ctx0" brushRef="#br0" timeOffset="295372">7821 16839 13267,'10'-44'1939,"0"0"0,1 0 1,2-16-1,-3 10-1418,-5 15 325,-3 6-179,-2 12-4236,-1 2 3648,0 7 853,-1 7-691,-3 25-118,1-1 25,-2 9 1,0 3-20,-1 1 0,0 2-486,-3 15 0,-1 3 405,3-15 1,0 0 0,-1 3 5,-1 13 0,-1 2 0,0-4-32,0 6 1,0-1 5,1-5 0,0 3 1,1-3-9,1-10 1,1-3 0,0 1-10,0-1 0,0 1 0,0-2-11,-3 16 0,1-4-56,4-12 0,2-5 1295,9 13-3939,4-13 1966,12-12 1,-11-23-1,0-1 1</inkml:trace>
  <inkml:trace contextRef="#ctx0" brushRef="#br0" timeOffset="298838">9102 15535 20313,'21'-42'431,"0"1"0,0 1 1,-8 12 1172,-12 26-1581,-1 1 572,-1 5-528,-5 5 278,-6 11-300,-12 11-12,-14 12-33,3-5 20,10-13-1,0 0 938,-16 11-918,-6 4 12,4-10 44,1-2-45,16-12 18,-2 3-18,14-10 0,0 3 1,2-1-23,5-1-6,2 2 12,4-5 100,13 9-55,10-5-46,8 4-28,3-6 1,4-1-146,-6-1 0,0-1-118,6 1 1,3 1 257,16 6 0,-5-2 0,-16-3 0,-2 0 0,-1-1 0</inkml:trace>
  <inkml:trace contextRef="#ctx0" brushRef="#br0" timeOffset="299588">12582 15084 21187,'-55'-23'922,"0"0"0,4 2 1,6 7-475,5 11-107,6 3-83,6 3-56,6 0-62,8 2-67,5 0 134,6 5-28,2 0-5,6 9-56,9 2 10,13 5-21,13 1-23,13 1-42,-8-5 0,1 0-28,-12-5 0,-2 0-14,10 6 0,-5 2 22,-9 10-16,-18 5-12,-13-9 14,-10-3 1,-7 2-141,-2-3 1,-2-1 10,1 1 1,-1 0-592,-3 1 1,1-1 490,0 4 1,6-9-1,8-7 1</inkml:trace>
  <inkml:trace contextRef="#ctx0" brushRef="#br0" timeOffset="301180">13615 16046 9139,'-8'-4'5472,"2"0"-2335,6 4-23,0 0-2431,-10-40-145,6 29-297,-7-29-106,7 42 49,-5 10-105,-1 2 117,-19 28-101,1-4-59,7-10 1,0 0 36,-16 21-1,2-4-4,5-7-12,8-9 22,8-10 185,7-9 611,4-6-622,12-21 5,4-4-16,14-24-22,5-3-314,-13 19 1,0 1 166,2-1 1,0 0-17,1 2 0,-1 0 34,21-19-68,-11 16 29,9 2-29,-14 17-22,12 0-17,-8 12-61,2 8-168,1 10-349,4 9-900,1 7-4481,1 7-3855,-10-10 9186,-6-4 0,-16-19 0,-3-5 0</inkml:trace>
  <inkml:trace contextRef="#ctx0" brushRef="#br0" timeOffset="301788">13213 16698 23859,'-35'-30'252,"7"12"-135,28 32-22,4 14-67,-1-6 56,21 21-22,-3-23 16,19 11 107,9-20-62,-3-7-55,-1-7 83,-2-9-17,-9-5-27,7-6 0,-2-2 10,5-4-106,-15 10-5,10-5-62,-14 14-337,5 0-1113,-3 5-8325,-4 9 8156,-11 0 1,-4 3-1,-7-5 1</inkml:trace>
  <inkml:trace contextRef="#ctx0" brushRef="#br0" timeOffset="302731">12335 18030 11043,'-5'-1'4915,"-25"-8"0,-5-1-3598,5 3-892,-9-4 1,1 1-107,15 4 213,-1 0 146,2 2-533,3 2 91,-9 1 10,5 7-184,4-2-12,-3 10-22,16-5 68,3 4-29,7-5 146,28 4-146,-7-6-6,17 1 1,3 0-62,3-1-410,9 2 0,2 1 390,-26-2 1,-2 0 13,7 1 0,-2 1-16,13 13-62,-27 18-134,-19 20 100,-9-5-411,-12-18 1,-4 0 40,2-10 1,0-2-23,0 1 1,0 1-76,-4 8 1,3-3 0,5-9-1,-3 10 1</inkml:trace>
  <inkml:trace contextRef="#ctx0" brushRef="#br0" timeOffset="303589">8700 18346 10427,'0'-7'9634,"0"2"-7382,0 5-1591,-9-33-292,6 25-201,-7-25-16,7 37 27,-2 5-56,-8 10-50,-13 10-56,-13 12-29,13-16 1,-1 0-247,-3 1 0,-1 1 258,-1-1 0,0-1 42,3-2 0,1-1 104,-16 11-6,18-11 11,15-6 39,11 2-134,4-6 23,8 9-62,3-7 499,9 3-572,10-5-504,19-8-970,-17-7 1,3-4 1326,16-4 1,-1-1 0,7-4 0,-29 7 0,0-1 0</inkml:trace>
  <inkml:trace contextRef="#ctx0" brushRef="#br0" timeOffset="304572">7675 16673 22492,'-17'-10'454,"5"2"-337,-24 32-5,4-1 31,2 0 0,-1 0 19,-13 10-16,16-12 0,3-3-12,6-5 241,8-6-22,10-8-196,3-6-34,7-12-17,6-8-33,3-2 85,13-6 10,1 3-6,14-8-45,-14 17 1,1 0-463,-3 5 1,1 1 366,-2 0 1,2 2 16,28-5-272,-7 12 235,-20 6 1,0 2-14,1 5 0,-2 4-96,27 17-153,-31-8 0,-2 3-780,-1 0 1,-2 2-8792,17 24 8216,-13-14 1,-11-11 0,-10-16 0</inkml:trace>
  <inkml:trace contextRef="#ctx0" brushRef="#br0" timeOffset="305221">7368 17608 17213,'-10'-42'597,"1"1"0,0 3 1,3 10 1768,5 21-2215,-1 4 822,2 10-962,2 14 22,1 10 505,1 3-549,3 7 1795,2-8-1711,13 10-40,-4-17 197,29-3-129,-22-19 103,11-9 1,1-4-82,-1-5 53,9-7 1,1-5-357,8-6 247,-14 9 0,-1 0 0,6-4-17,-17 11 1,-1 1-84,4-2-29,4-2-1602,-12 12-6944,-12 8 8608,1 3 0,-8 0 0,-2 0 0</inkml:trace>
  <inkml:trace contextRef="#ctx0" brushRef="#br0" timeOffset="313437">3761 15676 24833,'-44'-5'58,"1"1"1,-1-1 0,-10-5 0,5 10-34,9 24 1,6 8-491,-7 9 462,14-12 1,4 0-37,4 8 192,14-8-186,15-10 88,10-8-94,16-5 17,10-9 38,2-5-4,-6-4 321,-13-2-232,-15 4-34,-10 1-11,-7 4-56,-5 3 11,-8 11 12,-8 10-35,-6 18 7,-3 12 2,18-21 0,1 2-30,-5 27 10,9-12-268,19 2-275,14-28-475,25-3 253,-15-20 1,1-6-757,8-5 0,0-4 835,3-5 1,0-2 573,-1-3 1,-1 0-70,-4 2 1,-2-1 407,-5 4 0,-2 0 475,19-13 155,-17 9 34,-13 12-179,-10 8 777,-8 8-1220,-3 4 1286,-10 19-1056,-2 1-229,-6 17-158,3-5-44,3 1-45,3-4-129,0-1-50,2-10-840,-9 3 442,6-16 431,-5-8 393,6-21 262,1-17 113,-1-10 50,5-2-319,1 14 464,3 1-536,2 21-191,0-1-51,6 11-39,7 2-34,13 1-95,16 4-420,14 5-336,-24-3 0,2 2 885,2 4 0,-2 0 0,7 1 0,-9 2 0</inkml:trace>
  <inkml:trace contextRef="#ctx0" brushRef="#br0" timeOffset="313671">3135 16901 20408,'-12'4'3697,"3"-1"-3423,9-3 40,0 0 28,73-65-216,-34 40 0,3 0-669,7-8 0,5-6 1,0 4 573,-5 8 1,1 3 0,0 0-410,1-1 0,1 0 0,0 0 350,-2 0 0,1 0 0,1 0-330,-9 5 1,2-1 0,1 0 0,0 0 357,3 0 0,1 0 0,-1 1 0,-3 1 0,-3 1 0,-4 1 0,0 1 0,13-3 0,0 0 0</inkml:trace>
  <inkml:trace contextRef="#ctx0" brushRef="#br0" timeOffset="314842">18841 14093 12096,'0'-3'6879,"0"1"-6571,0 2 33,-61-8-229,32 12-171,-17-1 0,-3 4 216,-3 24-101,21-11 0,0 4-28,0 4 0,3 2-6,-7 17-11,10-4 79,31-11 5,13-16 117,18 1-66,9-11 44,3-9 107,-4-4-90,-14-3 511,-8-4-444,-18 6-184,-9-2-62,-13 7 225,-14 9-253,-9 10 6,-6 12-6,8-1 0,-5 13 0,9 6-17,7 1 6,6-2 0,19-12-6,22-10-56,19-6-387,16-9-573,-20-9 1,2-4-2500,0-1 1,0-2 2872,-2 0 1,-2 0 0,11-2 0,-18 3 0</inkml:trace>
  <inkml:trace contextRef="#ctx0" brushRef="#br0" timeOffset="315187">19354 14223 15031,'0'-3'5607,"0"1"-3422,0 2-2051,-45 5-61,26 14-40,-37 9-33,42 5-89,-12 20-270,6-15-5,4-10 0,0-1-107,-6 6-391,-9-2 862,17-21 397,-5-11 180,18-18 135,8-17-6,6-3-29,4 2-44,-3 9-185,-5 9-291,-4 11-157,-1 5 6,4 8-34,7 7-157,13 9-386,15 7-216,-14-12 0,3 1-2630,5 1 0,1 0 3417,-2-1 0,-2-1 0,11 5 0,-21-9 0</inkml:trace>
  <inkml:trace contextRef="#ctx0" brushRef="#br0" timeOffset="315440">18159 15035 25290,'50'-18'64,"0"0"0,0 0 0,-1 0 0,2 0 0,0 1 0,0 1 0,0 2-43,-2 4 0,0 3 0,0 1 0,-2-1-1618,6-1 1,-1 0-1,5-1 1603,-8 2 1,4 0 0,2-1 0,0 0 0,-3 1-9,5-1 1,-3 0 0,0 0-1,1 0-5,0 0 0,0 0 0,0 0 0,-1 0-34,-4 0 1,1 0-1,-3 1 1,-8 0 578,-6 0 1,-3 1-1654,15-3 1,-3 0 1114,-7-1 0,-1 1 0,-25 5 0</inkml:trace>
  <inkml:trace contextRef="#ctx0" brushRef="#br0" timeOffset="317410">24040 14156 20308,'10'-46'1204,"0"1"0,0 0 0,4-18 0,-1 6-559,0-1-432,-4 20-85,-7 29-139,-2 7-84,0 9 84,-3 15 33,-3 21-140,-4 9 1,-1 2-76,5-18 0,0 2-1967,-3 11 1,1 6-1,1-3 2160,2-2 0,3-4 0,-3-1 0,2-4 0,1 14 0</inkml:trace>
  <inkml:trace contextRef="#ctx0" brushRef="#br0" timeOffset="317777">24260 13670 16575,'-26'-56'854,"-1"0"1,1 0 0,0 11 0,-1 4 0,-3 8-777,-11 10 1,-4 13-1124,-12 15 0,-3 11 1153,21-2 0,0 3 1,-1 3-14,-12 8 0,-2 4 1,1 3-45,11-4 1,1 1 0,1 3 0,0 4-24,3 2 0,0 4 0,0 2 0,3-1 0,2-2-27,2-2 0,2-3 1,2 1-1,0 4-6,2 3 1,0 4 0,2 2-1,3-1 1,5-5-327,6 8 0,6-4 0,5 1 308,2 8 1,6 1-1,7-5 6,8-6 0,7-4 1,8-7-26,4-13 0,7-4 0,3-5 0,-3-1 12,1-1 0,-2-3 0,5-5-25,-9-4 0,5-3 0,1-2 1,0-3-1,-2-2-356,10-8 0,-1-4 0,-1-3 0,-2 1 384,-7 5 1,-2 0-1,0-1 1,2-4 13,3-3 1,3-2 0,0-3 0,-1-2-1,-5-1-280,1-6 1,-4-2 0,-2-2 0,-1 0 336,1 1 1,-2-1 0,0-1 0,-3 1 27,-2 0 1,-1 1 0,-3-1 0,-6 0 16,-2-5 1,-6 0 0,-7 3 22,-10-4 0,-9 1 172,-8-7 0,-13 4-256,-8 16 0,-10 5 0,-2 3-38,1 5 1,-2 4 0,-1 2-21,-2-1 0,0 3 1,0 3-167,1 3 0,0 3 0,3 2-482,-5-1 1,1 2 677,-10 4 0,3 1 0,-4-2 0,20 6 0</inkml:trace>
  <inkml:trace contextRef="#ctx0" brushRef="#br0" timeOffset="318301">24814 14104 13330,'-57'-2'1081,"0"1"0,-1 0 0,-8-1 0,6 1-428,14-1 0,6 0 988,0 0-1339,9-1 314,16 1-235,18 1-83,4 1 498,46-4-1571,-7 0 888,4 0 1,13-2 0,-1 0-1070,-6 1 0,-2-1 0,3 1 965,-7 0 1,2 0 0,1 0 0,1 0-1,8-1 1,1 1 0,1 0 0,-2 0-249,-6 1 1,-3 1 0,1-1 0,5 1 235,-6 0 0,4 0 0,3 0 0,-1 1 1,-1-1-1,-5 1-3,7-1 0,-3 0 1,-2 1-1,2 0 0,4 0 1,1 0-1,-1 0 1,0 1-453,0-1 0,0 0 0,-3 0 0,-5 0 410,8 0 1,0 0-85,-9 0 0,8-1 1,-3 1-1,-10-1-935,-10 0 0,-6 0-8764,21-1 9446,-25 0 0,-26 4 1,-1 0-1</inkml:trace>
  <inkml:trace contextRef="#ctx0" brushRef="#br0" timeOffset="319184">27191 13905 21909,'0'-57'457,"1"0"1,-1 7 0,4 5-313,12 7-117,-2 14-5,16 4-1,15 12-11,4 9-11,8 14 0,-20 14 28,-15 12 34,-21 10-29,-25-7 1,-10-1-26,3-8 1,-3-1-313,-1-4 0,-3 0 0,1-3 312,-5 0 1,2-4-1,6-4 1,3-2 2,-5 6 134,26-5-44,17-11 162,44 5-212,10-7-622,-11-3 1,3 0 550,1-1 1,1-1-51,5 0 0,0 0-115,2-2 0,0 0-154,-1-2 1,0-1-200,-3-2 0,0-2-213,-5-1 1,-1-4-1566,4-7 1,-4-3 1911,-16 8 1,-4-3-1402,8-11 1,-5-4 1280,-18 7 1,-3-2 371,1-8 1,-3-2 252,-4-1 0,-4-1 114,-7 0 1,-5 1 259,-6 0 1,-5 3 73,-10 0 0,-6 3 648,-10 0 1,-5 4-799,9 10 1,-2 3 0,-3 1-79,-5 0 0,-2 2 0,-2 2-71,-5 0 0,-1 3 1,-1 1-62,13 3 0,-1 1 0,1 1 0,1 1-113,-5 0 1,3 1-1,-3 4 54,-1 1 1,-4 4-1,1 1 1,4 2-480,4 2 1,4 3-1,-2 2 364,0 1 1,-3 1-1,1 2 1,6 3-135,0 7 0,5 4 0,4 2 117,4 2 0,4 3 1,4 2-9,5 1 1,5 2 0,6 0-1,6 1 1,7 0 0,6-2-18,8 2 1,7-2 0,6-2-28,0-10 1,4-1 0,4-3 0,2 0-103,7 0 1,3-1-1,3-2 1,2-2-132,-9-5 1,2-1-1,1-2 1,1-1-1,2-1 19,-2-3 0,3-1 0,1-1 0,0-1 0,-3-1 0,-2-1 233,6 2 0,-4-2 0,0-1 0,0-1 40,4-2 1,1 0 0,-1-3 0,-3-5 279,2-5 1,-3-6 0,-3-2 104,-12 1 0,-3-2 1,1-3 410,12-6 1,1-4 0,-7-6-500,-12-4 1,-7-5-1,-3 2 234,0-3 0,-4-1-464,-6 1 1,-2-2 0,-6 2 2,-10 1 1,-7 1-54,-7-10 1,-10 3-46,1 19 1,-5 3 0,-3 2-218,-8 2 0,-5 2 0,-1 3-330,-7 2 1,-3 2-1,-1 3 570,8 4 0,-1 2 0,1 1 0,4 1 0,-12-3 0,6 2 0,4 4 0,0 0 0</inkml:trace>
  <inkml:trace contextRef="#ctx0" brushRef="#br0" timeOffset="319667">27488 14792 16924,'5'-49'1498,"-1"1"1,0 0-1,2-16 1,-2 11-631,-4 18-158,0 18-621,0 15 125,-2 18-97,-2 22-81,1-7 1,-1 4-469,-2 10 0,0 4 443,-2 7 0,0 3-484,0-16 1,1 2-1,-1 0 389,-1 2 0,0 0 0,-1 1-209,0 1 0,0 0 0,-1-1-419,1 0 1,-1-1 0,0 1-2566,-3 2 0,-1 1 0,1-4 2186,1-1 0,0-3 0,-1-2 1,2-9-1,7-20 0</inkml:trace>
  <inkml:trace contextRef="#ctx0" brushRef="#br0" timeOffset="320276">27168 15903 22996,'-5'-53'360,"0"0"0,0 5 1,7 9-249,16 15-34,9 6-16,7 5 0,9 6-29,5 11-10,5 10-18,-2 13-33,-6 11 6,-13 8-6,-29-8 0,-9 2 2,-12-3 1,-7 0 33,-6 5 1,-5-1 24,-12-5 1,-1-6-198,16-10 1,2-3 398,-27 10 84,33-21-134,15-19-129,5 2 61,8-13-44,5 7-34,7-2 51,17 6-78,1 6-29,3 10 328,3 10-328,-5 14 6,7 12 0,-9 11 11,-24-14 0,-4 0-6,-6 15-14,-11-13 0,-8-3-611,-25 7 606,14-17 0,-3-3-76,-3-4 0,0-4-143,-2-3 1,-1-4-530,-7-6 0,2-4-44,-15-6-396,23-4 0,6-7-5603,10-25 6816,3-8 0,13 14 0,6 14 0</inkml:trace>
  <inkml:trace contextRef="#ctx0" brushRef="#br0" timeOffset="320626">27257 15643 19014,'-19'-42'896,"1"0"0,-6 4 0,-6 10-689,-11 25 1,-2 9-923,5-3 1,-1 3 904,-16 7 0,-1 5-67,7 1 1,0 5-76,8-2 1,-1 1-1,0 4-471,2 1 0,0 4 0,1 4 427,5 0 0,2 5 1,0 2-1,3 0-303,-4 10 0,3 1 1,2 1 286,-1-1 1,2 1 0,9 3-150,12-4 0,6 4 0,5-2 0,7-7-379,5-9 1,7-5-1,6-1-204,3 0 0,7 2 0,4-1 1,1-3-1,-3-7-133,10-4 0,-1-8 0,6-4 456,-8-2 1,5-2 0,2-2 0,-1-2 0,-5-2 425,9-5 1,-5-4 0,3-4 618,-2-1 1,3-3 0,-1-3-1,-3-1 76,3-5 0,-4-2 0,-2-5-380,-12 5 1,-1-2 0,-2-2 0,-4-1-43,0-7 0,-5-1 0,-3 0-141,5-9 0,-6-2 8,-7 11 1,-3-2 0,-4 0-297,-6-16 1,-7 1 242,-4 2 1,-8 1-77,-9-1 1,-10 6-284,-7 17 0,-4 6 90,8 6 0,-5 4 130,-1 5 1,-9 1 0,2 2-1,8 2 1,-18-6 0,17 7 0,-1 0-1,1 0 1</inkml:trace>
  <inkml:trace contextRef="#ctx0" brushRef="#br0" timeOffset="321226">24038 14727 22503,'1'-34'499,"22"19"-393,13 31 1,8 12-488,8-1 0,3 1 407,-11-6 0,1 1 1,2 0-924,7 4 0,1 2 0,2 1 897,-10-6 0,0 2 0,2 0 0,2 1-3,2 2 1,3 1 0,2 1 0,-2 0 0,-3-2-380,-2-2 0,-4-1 1,0 1-1,4 1 358,-6-4 1,4 3 0,0 0 0,1 0-1,-2-1 1,-3-2-38,4 3 1,-3-2 0,-1-1 0,0 0 22,-1 0 0,1 1 1,0-1-1,2 1-131,0 0 1,3 0 0,0 1 0,-1-1 0,-5-2-703,5 3 1,-4-3-1,2 3-629,-2-2 1,2 1-1,-1 1 1,-5-3 1246,6 6 1,-8-4-1,3 5 1,-27-16-1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3:55:08.031"/>
    </inkml:context>
    <inkml:brush xml:id="br0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1251 2828 22593,'-3'-44'375,"0"-1"0,0 1 0,-1-13 1,7 6-298,24-1-16,10 17-29,9 8-21,10 9-12,6 9-12,-10 9-8,-14 7 1,-1 5-42,5 13 33,-16-3 0,-4 3 0,-11 26 22,-25 6-2117,-1-26 0,-2-2 2117,-5 0 1,0-2 13,0-3 1,0 0 884,-15 11-843,13-13 113,5-8 229,7-14-79,2-7 7,4-9 3313,6-7-3454,4 1-39,4 4-67,13 6-51,-4 6-22,21 4-5,4 10 2,-12-2 0,2 2-8,23 8-15,-14 0 1,-2 1-25,4 8 2,-15-7 1,-3 2-26,-8 11 0,-20 0-5,-19 0-62,-19 0-1,1-8-271,3-8 1,-2-3-1229,-12 0 542,-11 1-8733,15-14 7477,31-2 1,-3-2 0,18 4 0</inkml:trace>
  <inkml:trace contextRef="#ctx0" brushRef="#br0" timeOffset="219">2221 2783 18688,'6'6'4538,"-1"-1"-3317,-5-5 28,0 0-1322,28-15-409,4 4-453,-2 0 0,2 1 935,30-2 0,-27 6 0,-6 3 0</inkml:trace>
  <inkml:trace contextRef="#ctx0" brushRef="#br0" timeOffset="417">1411 3549 21892,'-5'2'2420,"2"-1"-1664,3-1-756,322-90 0,-282 79 0,0-1 0,14-3 0,-1 0 0,1 0 0,0 0 0,-1 0 0,1 0 0</inkml:trace>
  <inkml:trace contextRef="#ctx0" brushRef="#br0" timeOffset="2682">4048 2729 22043,'-1'-41'971,"0"0"0,1 2 0,-1 14-909,-1 24-51,2 8 17,4 20 0,0 14-22,3 8-18,-3-16 1,-1 1-316,0-3 1,0 1 133,0 9 0,1 2-247,1-2 0,1-1-1866,1-3 0,2-2 715,15 19 168,4-21 644,6-22 712,1-22 341,0-18 276,0-15-158,-9 4 378,-9 7 0,-2-2 401,2-11-614,-7 14 0,0 0 334,-3-7 53,-8 10-675,-4 14 3207,-5 9-3437,-5 16-17,-5 11 6,-7 15-10,-5 9-18,0 4 11,2 1-5,8-7 50,6-12 190,9-13 45,4-15-196,3-9 180,10-29-79,1-6-331,1 8 1,1-1 198,-1 2 1,2 0 16,-1 1 0,1 2 65,10-18-56,-6 16-62,-5 17-34,-2 13-5,4 16 0,7 10 16,10 10-5,7 3 0,7-2 17,4-5-17,1-8-2955,4-9 2971,-19-7-21,5-16 22,-17-12 16,7-20-19,-15 13 0,-1-3-199,0-5 1,-2-2 206,-1-3 0,-2-1 0,-2 0 1,-2 1-33,-2 5 0,-1 2 60,-3-18-27,-3 24 3056,-4 12-3253,-1 14-375,-4 13-1115,0 14-3348,2 18 5012,3 1 0,4-13 0,3-13 0</inkml:trace>
  <inkml:trace contextRef="#ctx0" brushRef="#br0" timeOffset="3367">5149 2724 23159,'-3'-2'2554,"1"1"-2437,2 1-66,-11 20 5,16-3 11,-2 15 34,24-12-23,5-6-5,3-7 28,2-7 5,-3-10 34,-4-7-5,-7-11 16,-9-4 6,-9-2-34,-11 2-6,-6 4-44,-8 7-34,-4 7-16,-6 7-12,5 6 11,-27 21-22,28-6-5,-23 22 16,34-5-33,2 11-18,14 6 18,4-8-1839,13-5 0,4-2 1704,4-3-56,5-1 0,6-4-419,23-14 495,-20-6 0,2-4 81,2-6 0,0-4-135,0-3 1,-2-4 223,-3-4 1,-1-3 58,-3-1 1,-3-3 16,-4 0 1,-3-1 32,-5 2 1,-4 0 199,6-20-73,-15 13 2997,-13 11-3176,-9 11 281,-11 10-337,-14 22 564,13-2-598,-8 26 0,23-8-39,2 11 11,13-1 0,3-13-168,19 9 0,-4-18-39,11 5-67,-7-18-107,-2-12-275,8-15 516,-11 1-134,13-13-611,-15 8-4021,4-5 4086,-6 5 0,-8 7 0,-5 6 0</inkml:trace>
  <inkml:trace contextRef="#ctx0" brushRef="#br0" timeOffset="3674">5891 2462 19004,'-5'-5'2314,"2"1"47,3 4-2630,0 0 810,-17-30-856,15 28-5585,5 11 5900,11 20 0,4 6 0,-14-29 0</inkml:trace>
  <inkml:trace contextRef="#ctx0" brushRef="#br0" timeOffset="4092">6601 2567 20464,'0'-3'3148,"0"1"-2705,0 2-63,-62-7 102,2 25-379,10-11 1,-1 2-413,17 7 0,4 3 348,4 1 1,3 0 159,-4 14-188,4 6 11,15-6 52,27-6 60,26-15-83,-2-8 16,11-11 314,-1-22-213,-20 7 154,-1-6 0,-2 0-82,-9 3 683,8-19-576,-22 25-223,-1 2 16,-5 7-135,-4 16-5,-11 30-3392,2-1 3406,3-7 0,-1 2-9,1 5 1,0 2-331,1 5 0,-1 4 241,1 3 0,1 4 0,-3 1-237,-2 4 0,-2 1 0,-2 0-81,4-14 0,-2 0 0,-1-1 0,-1-1-1213,-11 15 1,-2-2 0,-1-5-1150,-5-1 0,-1-6 2422,-4-2 1,3-7 0,9-11 0,3-5 0</inkml:trace>
  <inkml:trace contextRef="#ctx0" brushRef="#br0" timeOffset="4725">6851 2268 21327,'35'-45'1187,"1"1"0,-4 2 1,-9 19-902,-23 38 5,-6 24-179,-1 4-190,-2-6 1,-2 9 126,-3 5 0,-2 9 0,-1 1 0,2-6-607,4-12 0,1-5 0,-1 5 563,-4 15 1,-3 9-1,1-3 1,6-13 16,3 12 1,3-9 598,6-14-78,6-33-380,1-2-40,15-31 122,-4 2-203,-1-2 0,2-2-9,-2 1 1,1 0 759,4-8 0,2 0-720,3-5 0,0 3-1667,-6 9 0,-1 2 1656,16-16-6,-14 28-45,-8 12 17,10 21-11,-3 11-12,5 23-10,-6 5 10,-3 0 221,-5-15-237,13 4 11,1-26 11,16 2 6,4-24-6,-7-9 17,12-21-3,-24 1 1,-2-3 1332,-3 6 0,0-3-1353,1-14 1,1-7 0,-4 1-691,-1-4 0,-3 1 692,-2 11 1,0-2 0,-1 1 53,1-11 1,-2 5 130,-2-9-192,-6 13 0,-9 28 0,-11 33 588,2 7-588,-1 11 0,1 2 0,-2 10 0,5-8 0,-2 7 0,2-2 0,2 2 0,0 0-43,0-1 0,1 2 0,0-2-39,2 1 1,1-2-255,0 8 0,6 0-1111,10-8 0,5-3-844,-2-4 0,3-2 1753,5-5 1,0-6 0,2-11 0,-12-10 0</inkml:trace>
  <inkml:trace contextRef="#ctx0" brushRef="#br0" timeOffset="5684">7436 2660 26379,'62'-10'-86,"1"1"0,-3 0 1,-3 2 6,-12 6 1,-3 0-326,-2 0 1,0-2 349,-5 0 1,-1-1-1912,0-1 1,-3 0 1970,7-2 917,-4-2-878,-27 7-11,-2 0 162,-4 2 124,-7 4 4,-8 6 3208,-4 4-3453,-3 6-23,7-1-23,6 4 12,11 1 0,12 0 5,12-5 6,16-5-1724,-7-11 0,1-3 1680,17-3 2,-10-3 0,-1-3 64,8-11 96,4-8 38,-19 0-38,-18 0-40,-17 1-22,-15 4 6,-16 2-17,-12 8 0,-8 5-23,-2 7-50,12 5 45,-13 13-62,19 4 0,-11 17 0,20 9 3028,11 12-3048,15-25 1,4 0-37,5 1 1,4-2-66,6 1 1,4-4-59,4-2 0,3-5-81,1-4 0,2-4 19,-1-4 1,2-5 10,-1-7 1,0-3 53,1-5-1,0-4-242,3-5 1,-1-4 415,3-5 1,1-3 10,4-5 1,-2-2-9,-8 7 1,0-3 75,-4 3 1,1-2 0,-4 1 102,-6 4 1,-2-1 2,7-9 0,-7 0 177,-20-10-57,-18 5-44,-16 0-11,-7 3-79,0 5-84,4 7-56,7 12-44,4 15 344,2 23-333,6 6-15,5 13 1,3 5-1,4-8 1,3 1-97,-2 18 0,5 2 85,7-14 1,5-2-4,3-7 1,6-4-110,3-7 1,4-6 137,32 1 0,0-25 13,-30-5 1,-1-6-15,0-7 1,-3-5-9,2-7 0,-2-4-548,-1-9 0,-3-5 560,-7 12 0,-1-3 1,-2 0 6,-1-4 1,-1 0 0,-1 0 9,-1 3 0,-2 0 1,0 1 26,0-12 1,-3 5-54,-3 14 0,-3 4 0,-6-5 0,-2 19 780,2 11-780,1 13 210,-3 15-210,-4 25 0,4-10 0,0 4-176,-2 12 0,-1 4 176,3-11 0,0 2 0,0 1-29,-1 5 1,0 2 0,-1 1-364,1 2 0,0 2 0,1-1-648,1 1 0,3-1 0,0-2 631,1-6 1,1-3 0,1-4-1,2 2 1,1-7 0,2 4-1</inkml:trace>
  <inkml:trace contextRef="#ctx0" brushRef="#br0" timeOffset="6537">8998 2291 15513,'14'-49'2113,"0"0"1,-1 3-1,-2 7-1608,-2 9 307,-2-3-168,-2 7-315,-3 1 183,1-7-92,-3 7 270,0-11-127,0 12-160,0 4-157,0 15 0,0 5 334,0 10-232,3 23-82,3 26-129,-1-1-130,-3-25 0,0 1-177,-1 28-686,-3-25 0,0 2 891,-1 15 1,-1-2 0,-2 8 0,0-6-1</inkml:trace>
  <inkml:trace contextRef="#ctx0" brushRef="#br0" timeOffset="7340">11518 2159 22004,'-6'-44'676,"1"0"0,-1 5 0,-3 10-603,-6 20 89,-23 19-78,14 3 17,-3 4 0,-1 5-333,6 1 1,1 3 301,-13 21 0,0 5-530,4-3 1,3 3 480,6-10 1,0 3-1,3-1-624,-1 13 0,3 0 610,5 0 1,3-3 3,4-12 0,4-1-193,10 11 1,7-3 176,0-20 1,4-2 8,9 10 1,3-5 33,-1-14 1,1-6 8,-1-3 1,0-5 363,15-6-138,4-21-123,-29 4-868,-3-12 0,-3-4 841,-5 3-38,-3-4 0,0-1 945,-3 3-883,1 2 1,1-1 51,4-5 249,6-11-392,-1 24-11,2 10-14,-3 6 3436,17 8-3439,-13 4-10,29 19-37,-18 3-3,13 17-15,-14 2-44,-2 4-13,-8-11-418,7 16-493,-6-20-1361,10 13 2366,4-15 0,-16-14 0,1-5 0</inkml:trace>
  <inkml:trace contextRef="#ctx0" brushRef="#br0" timeOffset="8487">12254 2635 18627,'-4'-7'5948,"0"2"-4889,4 5-678,-36-60 358,25 37-669,-9-9 0,3 2 82,16 21-130,5 7-5,5 5-23,13 9 6,10 12-11,6 16 0,-18-15 0,-1 3-146,-3 2 0,-2 1 143,-3 1 0,-3-1 3,1 24 11,-9-12 23,-7-14 27,-4-13 6,-3-8 0,1-11-22,3-3 324,0-10-258,4-7-60,2-1-18,10-6-28,10 3-22,17 0-33,18-1-110,4 7 0,5 2 45,-12 4 0,2 0-219,-5 2 0,3 0 0,-4 0 283,1-1 1,-3 1 49,-5 0 1,-3 0 6,12-7 61,-8-3 61,-26 11 29,0-4 5,-17 6-95,-2 2 129,-16 1 738,3 4-856,-14 4-27,2 9-40,-1 9 11,4 10-17,3 7 1,4 15 10,10-15-27,3 17-1,10-22 18,7 3 16,6-10 23,8-12-1,6-14 18,4-13 38,0-11 51,-2-10 34,-3-5 50,-3-2 45,-3 1-17,-5 6-111,-3 10-141,-7 10 0,-3 9 0,-3 6 0,0 25 0,0 3-125,0 25-239,1 2 14,0-22 0,0 0-400,2 4 1,1 0-27,4 0 0,4 0 129,5-4 0,5-3 426,3-7 0,4-5 201,2-7 1,2-7 6,-2-8 0,0-6 220,-3-5 0,-3-4 132,-2-5 0,-3-3 64,-2-2 0,-3-2 426,9-26-73,-7 9-151,-9 15-218,-3 15-270,-5 10-100,0 10 426,-3 13-415,-2 17-17,-2 3-14,1 7 1,-1 4-138,1-8 1,1 2 133,-4 20 1,-2 4-734,1-7 0,-3 1 703,-1 0 0,-1-1 8,-1-6 0,1-3 33,1-10 1,1-5 22,-5 5-17,8-27-5,7-30 423,2-20-424,2 7 1,2-4 5,0-9 1,1-3 105,1-9 0,1-2-114,-2 15 1,0 0 0,1-1 20,0-2 1,0 1-1,1-1-6,0 3 1,0 0 0,1 2-2,4-17 0,2 4-3,0 9 0,3 4-134,0 8 0,3 3 131,22-16 0,7 17-22,2 14-34,-2 15 28,-5 15 6,-8 15-6,-10 13 23,-11 10-17,-17 7-17,-15 2 17,-5-15-57,-2-15 1,-4-3 735,-14 2-929,11-11 1,0-2-639,-15-6-4501,10-27 5400,17-1 0,11-4 0,9 9 0</inkml:trace>
  <inkml:trace contextRef="#ctx0" brushRef="#br0" timeOffset="8853">13929 1981 26771,'22'36'227,"0"0"1,-4 5 0,-8 2-1241,-12-3 1,-6 2 1031,-2 13 1,-2 0-3,3-12 0,-1 0-8,0 8 1,0 0 6,4-4 0,0-3-7,1 8 720,4-10-466,4-34 316,6-12-413,19-27-118,-4 3 11,-1 0 0,1-2-442,16-16 386,-14 18 1,1 0-4,0 2 0,1 3-2185,24-13 2185,-7 15-27,0 15 27,-16 10 0,9 15 0,-12 8 0,7 14-1151,-14-12 0,-1 1-8680,8 24 8492,-3-6 1,-15-23 0,-6-18 0</inkml:trace>
  <inkml:trace contextRef="#ctx0" brushRef="#br0" timeOffset="9461">15251 2258 17977,'0'-7'2644,"-2"-24"0,-1-4-2241,1 17-244,-1-16 1,-1 4 238,1 24-387,1 4-22,-7 9 33,-2 10 1,-9 17-12,3-1 3,4-2 0,2 1-8,2 1-1,2 0 1,4-1 72,11-5 90,6 5-28,3-20 202,8-9 230,10-23-432,-10 6 11,7-15 314,-19-2-353,-6 11 112,-2-22-174,-6 26 34,-4-10-123,-1 16-107,-1 3-111,-4 13-359,-5 13-623,-8 19-1785,-7 13 3024,13-17 0,2-1 0,-4 5 0,4-2 0</inkml:trace>
  <inkml:trace contextRef="#ctx0" brushRef="#br0" timeOffset="9744">15312 2700 18112,'5'-3'4755,"-2"0"-3842,-3 3-801,-60 51 129,48-29-59,-17 9 0,8-1 221,40-11-224,2-8 264,21-3-303,-18-7 600,32-12-320,-34 0-247,7-6 169,-25-4-297,-7 10 5,-10-9-100,-9 11-314,-12 0-1283,-1 8-952,6 5 2599,3 4 0,17-4 0,2 1 0</inkml:trace>
  <inkml:trace contextRef="#ctx0" brushRef="#br0" timeOffset="10305">2895 4394 20055,'61'-2'127,"1"1"0,-1-1 0,1 1 1,-1-1-1,-4 1 0,1 0 0,1 0 1,-1 0-1,0 0 0,-2 1-958,2-1 0,-3 0 0,0 1 0,3-1 0,5 0 854,-9 1 0,3-1 0,3 0 0,3 1 0,1-1 0,0 0 0,-1 0 0,-1 0 0,-3 0-124,5 0 1,-1-1-1,-3 1 1,1-1-1,1 1 1,2-1 0,4 0 131,-11 0 0,2 1 0,2-1 0,1 0 0,2 0 0,0 0 0,0 0 0,1 0 0,-1 0 0,-1-1 0,-2 1-21,3-1 1,-1 0-1,0 0 1,-1 1 0,0-2-1,0 1 1,0 0 0,1 0-1,0-1 1,0 1 41,-2-1 0,-1 0 1,1 1-1,0-1 1,1 0-1,-1 0 1,1 0-1,0 0 1,0 0-1,1 0 1,-1-1-75,-2 1 1,0 0-1,0 0 1,0 0-1,1 0 1,-1-1 0,1 1-1,0-1 1,0 1-1,1-1 1,-1 1 0,1-1 61,-4 1 1,1 0 0,0-1 0,1 1 0,-1-1 0,1 1 0,-1-1 0,1 1 0,0-1 0,0 0 0,0 1 0,0-1 0,1 1-5,1-1 0,0 0 0,1 1 0,0-1 0,-1 0 1,1 0-1,1 1 0,-1-1 0,0 0 0,0 0 1,1 1-1,0-1 0,-1 0-10,-2 1 0,-1 0 1,1-1-1,0 1 1,0 0-1,0-1 1,0 1-1,0 0 0,0-1 1,1 1-1,-1 0 1,0-1-1,1 1 1,-1 0-9,2 0 1,0-1 0,0 1 0,-1 0 0,1 0-1,0-1 1,1 1 0,-1 0 0,0 0 0,0 0-1,0 0 1,1 0 0,-1 0 0,0 0-10,-3 0 0,0 0 1,1 0-1,-1 1 0,1-1 1,0 0-1,0 1 0,0-1 1,-1 0-1,0 1 0,0-1 1,-1 1-1,-1-1 0,-1 1 1,0 0-10,3-1 1,-1 1 0,-1-1 0,-1 1 0,-1-1 0,0 1 0,0 0 0,1 0 0,0-1 0,2 1 0,1 0 0,2 0 4,-4 0 1,2 0 0,1 0 0,2 0 0,0 0 0,2 0 0,0 0 0,0 0 0,0 0 0,0 0 0,-1 0 0,-1 1 0,-1-1 0,-1 1 0,-3-1 0,-1 1-8,6 0 0,-2-1 0,-3 1 0,-1 0 0,-1 0 0,0 1 0,0-1 0,0 0 0,2 1 0,1-1 0,3 0-30,-4 0 0,3 0 0,2 1 0,0-1 0,2 0 0,0 0 0,1 0 0,-1 1 0,-1-1 0,0 0 0,-1 1 0,-2-1 0,-2 1 0,-3 0-388,12 0 1,-2 0-1,-2 0 1,-2 0-1,-1 0 1,-1 1 0,-2-1-1,0 1 1,-2 0 419,13 0 0,-2 1 0,-1-1 0,-3 1 0,-4 0 0,-3-1 0,0 0 0,-3 1 0,-4-1 0,-7 1 0,0 0 0,1 1 0</inkml:trace>
  <inkml:trace contextRef="#ctx0" brushRef="#br0" timeOffset="20028">5750 6417 19686,'5'-58'754,"1"0"0,-3 9 0,1 8-540,0 16-158,-3 24 95,0 24-11,-1 24-107,-1-12 1,-1 4-510,-1 7 0,-1 3 265,-1 5 1,0 2-644,1 2 0,1 2 854,3 4 0,1-5 0,0-23 0,0-4 0,4 23 0</inkml:trace>
  <inkml:trace contextRef="#ctx0" brushRef="#br0" timeOffset="20388">5897 5941 17246,'-53'-9'621,"-1"1"1,1 0 0,1 11 0,-3 4 0,2 4-1,4 4-449,3 4 0,4 6 0,-1 5-1056,3 2 1,-2 6 0,-1 3 0,3 0 0,5-3 916,-1 5 1,5-1 0,0 5-15,6-6 0,-1 5 0,1 2 0,3 0 0,3-2 140,0 11 1,5-2 0,2 5-194,5-10 0,1 4 1,2 1-1,1-1 1,1-4-36,1 10 1,1-3 0,7 1-7,4-5 1,4 3 0,4-2 0,4-9-44,7-8 1,5-7 0,3-1-31,13 4 0,4-2 1,4-5 42,-9-9 0,2-5 0,1-2 0,1-4-302,3-3 1,2-4-1,-1-3 1,1-2 425,0-4 1,0-2 0,-1-3-1,-1-4 55,-3-1 0,-2-4 1,0-2-1,-4-3 148,-3 0 1,-3-2-1,-2-2 1,-3-3-68,6-10 0,-5-4 0,-5-1-153,-8-1 1,-4-2 0,-6 0 23,-5-2 0,-6-1 0,-5 1-73,-7-3 0,-5 0 1,-5 1-131,1 12 1,-3 1-1,-3 1 1,-2 0-475,-3 0 0,-2 0 0,-3 2 0,-1 1 625,-5-1 1,-3 1-1,0 3 1,5 2 0,-10-9-1,2 5 1,4 10 0,0 0-1</inkml:trace>
  <inkml:trace contextRef="#ctx0" brushRef="#br0" timeOffset="24336">11610 6267 18627,'14'-17'941,"-3"4"-554,-11 24-23,0 0 50,-2 7 196,-7 4-470,0-6 140,-9 5 40,3-10 184,-4-2 62,4-4-146,3-12-134,6-8-79,4-15-73,11-10-55,7-8-43,1 19 0,2 0-13,9-9 7,-3 15 1,2 4-14,5 8-22,6 0-7,6 27 24,-22-1-29,0 14 0,-2 4 6,-6 3-15,-4 4 1,-6 3-377,-8-9 0,-8 1 362,-6 5 1,-4 4 0,-2-3-422,-2 4 1,-5-1 453,0-8 0,-5 4 0,-2-2 0,6-6 27,0-4 0,-1-3 43,-3 2 1,-4 2-1,5-9 223,-15-7 122,0-28-296,26-4 45,19-13 1,9-2-52,19-9-72,6-9 16,24 17-297,-3 19 255,-9 8 1,2 4 13,-4 4 1,0 2-104,10 3 0,-1 2 5,-15 0 0,-1 2-196,9 2 1,2 0-726,1 2 0,-2-1 386,-7-2 1,1-1-3863,17 2 1,-4-3 4472,-8-9 0,3 3 0,-30-6 0</inkml:trace>
  <inkml:trace contextRef="#ctx0" brushRef="#br0" timeOffset="24661">12185 6034 10529,'-45'-35'700,"0"0"0,-1 0 0,1 1 1,0-1-1,-6-2 0,1 1 0,-1 5 1,0 9-526,4 11 0,-1 8 0,0 4 0,-1 3-21,-4 4 0,-2 6 0,1 2 0,2 2-98,4 1 0,2 2 0,1 2 0,-1 3-556,-6 5 1,-2 3 0,2 4 0,3 3 513,12-3 1,1 4-1,2 2 1,2 0 0,2 0-18,-2 5 0,2 0 0,3 1 0,2 4-111,5 1 1,1 4-1,3 1 1,2-2 0,4-6 107,0 4 0,5-5 1,10 2 0,10-6 0,7 4 0,6 0 0,2-4 1,2-8-13,10-5 0,4-8 0,5-1 3,-4-1 1,4 2 0,3-2-1,0-1 1,-4-6 7,12-2 1,-3-7-1,4-3-4,-3-2 0,4-3 1,1-3-1,0-2-90,-13-2 1,0-3 0,1-1-1,-1-1 1,0 0 158,-1-1 0,0 0 1,0-2-1,-1 0 1,-1 0 141,9-4 1,0 1-1,-2-4 1,-6-5-5,-6-5 1,-3-5-1,-5-2 1,-6 0-85,-7-3 1,-6 0 0,-1-1-83,7-7 1,-1-2 0,-8-1 5,-11-2 1,-8 0-1,-6 0-22,-10 2 0,-6 0 0,-1 3-23,7 5 1,-1 3 0,-7 0-107,-10 0 1,-9 0 0,-2 3-1,2 8-435,3 10 0,0 6 1,-2 1-1910,-1-1 0,-4 1 1,0 0-1,5 4 1912,-15 3 0,7 3 0,13 4 0,8 0 0,13 1 0</inkml:trace>
  <inkml:trace contextRef="#ctx0" brushRef="#br0" timeOffset="26341">6301 6961 19555,'-49'0'2050,"12"0"-1809,41 0 219,9-2-45,11-2-108,19-3-145,-4 2 0,1-1-64,22-3 3,-11 2 1,4 1-969,3 1 0,-1-1 911,-8 1 1,1 0-4,-1 1 1,5 0 0,-1-1-433,-2 1 0,1-1 1,1 1 405,2 0 1,2-1 0,1 1-394,-7 0 1,2 0 0,0 0 0,-2 0 380,10 0 0,-2 0 0,1 1-5,2-1 1,0 1-1,-3 0-2,-10 1 1,-3 0 0,2 1-1,8-1 0,1 1 0,0 0-4,-2 1 1,0-1 0,-2 1 1,-8 0 0,-2 1 0,2-1-1,12 0 1,1 1 0,-3 0-122,9 1 0,-5 0 44,-8 0 1,0 0 285,-8-1 0,1 0 0,-2 0-275,11 1 0,-1-2-2,2 1 0,1 0 116,9-1 1,-2 0-111,-21 1 0,-2-2-61,8 1 1,0-1 786,-11-1 1,0 0-698,17-1 0,-1-2-6,-10 1 1,-2 0-6,2-1 0,-3 0-35,15-5 81,-17 3-149,15-6 124,-10 5-24,9-3 134,-14 4 1,2 0-127,20-2 28,-15 2 0,0 0-48,11 0 69,-19 3 0,-3 0 2,-3 1 1103,18-2-1086,-34 5 422,1-2-444,-9 2 17,-2 0 28,14 0 502,4 0-547,5 0-17,8 0 17,-17 0 11,8 0 6,-17 0 128,-3 0-71,-4 0-24,-3 0 40,-2 0 16,-2-2 57,-7-4-40,1-2 0,-3-3 0,0-1 17,-4-2 28,-6-3 12,-6-3-18,-7-4-28,-8-2-210,-9-1 182,23 13 1,-1 1-1564,-8-1 0,2 1 1603,-14-5 70,-4 2 14,36 10-62,4 1-107,10 3 197,4 1-252,9 1 3340,15 6-3335,13 5 0,4 4 23,17 9-34,-22-8 0,1 3-358,0-1 1,-1 3 345,6 5 1,-4 1 3,-9-3 0,-5 2-93,-4 1 1,-3 2 66,2 17-512,-21-6 0,-6 1-4370,-4-9 1,-2-2 3855,-1 6 0,0-3 0,-9 4 1,18-26-1</inkml:trace>
  <inkml:trace contextRef="#ctx0" brushRef="#br0" timeOffset="28157">8003 6192 10853,'1'-5'8447,"-1"0"-6202,0 5-1662,6-50-359,-4 38-123,4-37 448,-14 68-118,-6 12-67,-15 26-612,11-25 1,0 2 319,-2 1 1,1 1-40,2-2 1,3 0-150,-5 26 133,13-18 61,32 3 1,10-25-37,-5-8 0,3-3 0,0-7 0,0-5 0,3-2 0,-1-3-3,20-9 28,-20 1 0,-2-4 247,11-20-169,-3 1-71,-26 0-52,-31 19 1,-15 3-7,-13 4 12,-8 1-22,-6 2-12,0-1 29,0-4 16,5-5 725,10-4-730,14-6 127,14 6-127,15-17-18,18 12 29,18-14-11,15 11-287,-21 17 1,-1 3 263,19-6-46,-17 11 0,-1 3 40,8 8 7,13 10-29,-18 17-11,-9 15-34,-11 16-371,-12-25 0,-5 1-1149,-4 5 0,-4 0 973,-1-3 1,-1-4-1,-6 12 1,6-20 0</inkml:trace>
  <inkml:trace contextRef="#ctx0" brushRef="#br0" timeOffset="29673">5630 7117 9583,'0'-6'3063,"0"0"-1006,0 6-1364,-4-7-535,2 3-156,-3-5 110,4 5 2,1 1-76,0 1-11,0-1-19,-2 1-4693,2 2 4685,2 3 1,-1-2 0,1 4 0</inkml:trace>
  <inkml:trace contextRef="#ctx0" brushRef="#br0" timeOffset="41250">11627 7314 14202,'7'-43'1465,"1"0"1,-2 5 0,-1 6-676,-4 15-219,-2 6-285,-1 5-236,0 4-38,-1 5 4,1 2 29,-4 12-6,0 7 12,-2 13 16,1 10 34,2 9-40,4-24 1,0 0-9,0 2 0,0 3 81,1 21 1,-1 3-71,1-12 1,0 1-343,-1-5 0,1 2 0,0-1 337,0 8 0,0 0 14,0 2 0,0 1 2,0 2 1,0 0 19,0 2 0,0 0 17,0 2 1,0 0-398,0-20 0,-1 0 1,1 0 393,-1 20 0,0 0-20,-1-1 1,-1-1-3,0-3 0,-1 0 5,0-3 1,-1-1 2,0-3 0,-1 1-253,0-4 0,-2 0 256,1-1 0,-1-1-9,-1-2 1,-1 0-23,0-2 0,1 0-14,-1-3 1,1-1-4,-5 17-3,6-22 0,1-3 26,1-3 95,0 5-90,5-24 757,1-8-1412,4-9-3229,6-12 3806,4-5 0,-3 6 0,-4 7 0</inkml:trace>
  <inkml:trace contextRef="#ctx0" brushRef="#br0" timeOffset="42599">10911 9580 16853,'-16'-54'488,"8"16"758,15 51-809,5 15-68,3 18-156,-4-9 0,-1 2 20,0-3 0,1 0-147,4 6 1,0-1 8,9 7 51,3-19 0,4-5-186,23 0 180,-13-9 0,4-4 11,-2-9 1,0-5-15,4-3 0,-1-3-281,-7 0 0,-1-2 256,9-6 0,0-1-12,-9 1 1,1-1-11,18-8 0,1-1-51,-13 4 0,-2 1-22,-1 1 0,-3 1 2,-10 3 1,-4 1-37,8-6-341,8-4-618,-13 9-362,-4 5 1338,-2 9 0,-15 3 0,5 0 0</inkml:trace>
  <inkml:trace contextRef="#ctx0" brushRef="#br0" timeOffset="44282">12342 8169 6871,'10'-5'3321,"-1"2"118,-9 3 129,0 0-3019,21-18 111,-19 16-279,13-9-246,-22 20 123,-8 8-185,7-7 151,-8 11-157,11-14 263,-3 6 331,6-10 868,1 0-1383,1-11 95,0-7 56,0-26-224,1 9 11,5 1 0,1-1-51,2 5 23,15-20-33,7 20-35,-8 10-4,8 3-57,-4 22 73,-2 8-3426,11 13 3404,-15 0-29,-5 18-22,-18-12 1,-6 1-492,-4 5 0,-3-1 538,-2 3 1,-4-1-12,-9 1 1,-3-3-24,6-11 1,-2-2 101,-8 1 0,-1-3 25,-9 2 2916,-3-37-2905,37-13 6,2-16-22,21 6 1484,2 11-1524,15 2 145,6 11-184,18 14-16,-8 2-37,-12 7 0,-1 3-585,17 16-1374,-16-10 1,0 1 2028,-4-2 0,-3-2 0,7 8 0,-15-13 0</inkml:trace>
  <inkml:trace contextRef="#ctx0" brushRef="#br0" timeOffset="45220">11412 10357 12776,'-19'-54'2048,"-1"-1"1,3 6-1,-2 10-1604,-16 21-3,-15 9-221,15 6 1,-4 3-898,-4 8 1,-2 4 863,-5 6 0,-1 6-63,15-3 0,0 3 0,0 3-1091,-1 4 1,0 3 0,0 1 1084,-1 6 1,0 2-1,1 2-17,0 4 1,1 1-1,2 2-31,0 2 0,3 2 1,2 0-53,3 2 1,2 0 0,4-1-23,4-12 0,3-2 0,3 3 17,2 14 0,6 4 0,6-5-42,8-4 1,11-3 9,-1-12 1,7 2 0,3-2 0,-1-7-31,15 6 0,7-9 35,-10-11 0,5-2 1,4-3-1,3-4 7,0-4 0,4-6 0,3-1 1,-2-1-1,-4 0-411,-2 3 0,-3-1 0,1 0 0,4-3 400,0 0 1,4-2 0,4-1 0,-1-1 0,-1-1 0,-5-2 5,-2-1 1,-4-2-1,-2-1 1,1-2 0,1-1 30,6-3 0,2-3 0,0-1 0,-1-1 0,-3 2-7,6-3 1,-2 2-1,-2-2 1,-4-1-11,-8 1 1,-2-1 0,-3-2 0,-4-2 52,2-11 1,-7-3 0,-3 0-105,-6 6 1,-3 0 0,0-2 91,5-15 0,-1-4 0,-7 2-12,-9 12 1,-5 0 0,-4 2-12,-4 1 1,-3 0 0,-3 2-3,-5 1 1,-4 2 0,-1 2 197,-6-7 0,-7 5-209,-10 5 1,-8 2 0,3 6 328,6 4 1,-4 5-362,5 5 0,-7-1 1,-4 1-1,0 2 1,5 3-66,-9 2 0,3 3 1,-4 2-44,10 0 1,-3 0 0,-1 2 0,1 0-1,2 2-387,-3 2 0,2 1 0,1 2 0,0 2-1423,3 1 1,1 1 0,0 2 0,3 0 1942,-6 3 0,3 2 0,5-2 0,-2 2 0,8-1 0,-2 5 0</inkml:trace>
  <inkml:trace contextRef="#ctx0" brushRef="#br0" timeOffset="45795">11037 10847 7083,'-4'-6'3568,"0"1"-997,4 5-538,0 0-627,46-71-4291,-17 33 3030,-1-4 1,0 2 472,5 10 738,-7 17-982,9 1-79,5 6-82,2 12-59,1 7-19,-2 11-90,-9 6-261,-12 6 21,-12 2 3492,-13 0-3240,-10-2-3254,-14-1 3245,8-14 354,-8-1 125,16-16-33,-1-3-140,5-8-184,3-8-79,6-4 3480,9-4-3408,13 2-12,14 1-50,11 6-29,8 6-32,2 8-273,4 11 233,-4 8-56,-8 10 15,-15 6 58,-21 6-17,-29 3 6,-24 0-15,11-22 1,-4-2-247,-5-1 1,-2-2 102,-2-2 1,1-2-31,8-4 0,0-1-2708,-12-2 0,2-4 2890,0-4 0,-6 1 0,34-3 0</inkml:trace>
  <inkml:trace contextRef="#ctx0" brushRef="#br0" timeOffset="48417">5845 7704 15951,'-18'-30'411,"0"0"1,-8-20 286,35 45-126,-1 2-37,8-2-170,-3 3-165,5 4-111,-1 4-58,1 7 69,2 4-48,3 4-175,7 3 8,5 4 28,4 2 79,5 2 71,4 2 14,3 0-23,-25-15 1,1 1 10,6 6 1,-1-1-512,14 11 486,-15-11 1,1 0 37,10 9-27,-15-13 1,1 1-24,1 0 0,1 0-2,2 1 1,0 0-41,2 1 0,1 0 5,2 1 1,1 0 12,2 1 1,0 0-12,3 1 0,0 0-375,2 1 0,2 1 405,-10-5 0,2 0 0,-1 1-5,0 2 1,-1 1 0,0 1-14,1-1 0,-2 0 0,0 1 8,-3-1 1,-2 0-1,0 1 6,15 14 0,-1-1 3,-5-6 0,0-2-25,-3 0 1,1-2 6,1 0 0,-1-3-29,-5-4 1,1 1 5,9 6 1,2 1-2,-1-1 1,1 2 20,-10-6 0,2 0 0,-2 1-684,10 9 1,-1 0 687,-2-2 0,-2 1 21,-3-1 1,-2 0-485,-7-7 1,1 0 483,6 6 1,2 1 52,9 5 1,0-2-33,-14-12 0,1-2 7,14 10 0,1-2-96,-15-10 0,1-2 56,7 7 1,1 1-2,-1-1 0,-2-1-7,-8-6 0,-1 2 15,3 3 0,3 2 1,-5-2 14,16 11-20,1 3 0,0 0 25,-21-18 0,-1-2 2,7 7 0,2 0 4,-1-1 0,0-1 4,0 0 1,1-1 15,-1-2 1,0 0 6,0-2 0,-1 0-8,4 1 1,0 0-49,-8-3 0,-1-1-6,1 2 1,-2-1 8,9 12-8,-6-3 504,-9-6-552,0 1 1262,1-4-1247,0-2 1259,4-1-1191,-6-8 802,-6-2-743,2 0 4,-7-2 41,9 5-60,-10-3-49,9 6-34,-6-2-38,13 7-25,-7-4 26,25 9-4,-20-12 73,32 10 30,-11-5 17,8 2 22,-4 2-20,-19-5-18,-8-1 7,-9 2-147,-7-8 12,5 7 15,2 1-35,-1-4 60,8 7 30,-10-10 90,5 3-8,-8-5 91,2-1-6,-3-1 8,0-2 129,-1 0-114,1 0 135,0 1-174,6 0 125,1 0 0,5 0-24,-4-1 246,3 1 91,-3-1 116,2-1-139,-2 0 228,0-2-110,-4 1 93,6-1-155,-8 2-200,7 0-348,-1 3-259,-1-1 8,-2 2-169,-3-1-108,-5-3 161,0 1-561,-4-3-1116,-6 1-7875,-6-1 8253,2 0 1,1 2 0,9 0 0</inkml:trace>
  <inkml:trace contextRef="#ctx0" brushRef="#br0" timeOffset="51629">8467 8699 6339,'4'-7'1892,"0"2"-1012,-4 5 2453,0 0-2269,0-12-532,0 8 403,0-11 286,0 10-498,0 1-113,0-1-72,-1 2 16,-1-2 321,-3-4-573,0 2 269,-4-7-61,0 3-85,-6-5-262,0 4 206,-17-5-195,4 11-56,-17 0 45,-7 21-124,15-3-6,-7 13-10,12 2 44,-3 13-50,8 1-6,6 5 17,21-14-28,6-10 11,14 0 12,4-10-3359,24 0 3375,-1-6 0,9-9-151,-11-6 168,-13-3 163,4-21 10,-17 4 79,4-17 95,-14 7 113,-5 4-12,-6 8-124,-1 8 3034,-1 8-3235,0 6 170,4 6-321,0 8-6,2 3 12,5 17-3404,9 22 3364,-5-21 1,0 0-1,1 0 1,0 3-1340,11 20 1,-1-1 879,0-1-1209,-1 5 0,-1 0 1674,-7-3 0,-2-9 0,-6-19 0</inkml:trace>
  <inkml:trace contextRef="#ctx0" brushRef="#br0" timeOffset="64741">5739 6579 9643,'0'-3'7181,"0"1"-3138,0 2-3046,0-61-100,0 35-690,0-8 0,0 0 857,0 8-565,0 11-141,0-4-128,0 9-140,0 5-73,-1 3-6,0 10 6,0 6 5,1 15-5,0 12-6,-1 11-5,1 10-313,0-29 0,0 1 312,0 0 1,0 1 5,0-1 0,0-1-32,0 28 55,0-11 5,-1-13 17,1-12 118,0-12 189,0-7 613,0-6-763,0-8-10,0-8-69,0-13-44,0-14-12,2-13-47,-1 22 0,1-1-272,-1-1 1,0 0 256,0-1 1,0 2-139,-1-27 150,0 13 11,0 15-22,0 16-17,-1 10-17,0 8 6,-1 12 507,1 13-502,-1 9 0,-1 3-16,-1 25-160,1-18 0,1 0 210,-1 14-3271,7-3 3243,-1-21 0,4-2-12,-2-22 63,0-2 22,0-9 334,1-11-362,4-14 3386,1-16-3370,1-17-41,-6 24 0,-1-1-232,1-3 0,-1-1 226,-1 2 0,0 2 14,2-27 11,-3 17-22,-2 17-1,-1 14-21,0 8-23,0 8 39,-1 20-2979,-1 10 2957,-1 9-17,-2 19-151,1-1-818,1-9 0,0 1-400,1-15 1,1-1 1396,1 11 0,1-5 0,0-15 0,3-2 0</inkml:trace>
  <inkml:trace contextRef="#ctx0" brushRef="#br0" timeOffset="75115">5881 7744 23377,'-35'-43'571,"4"15"-481,20 44 16,-9 14-16,-11 11-12,-7 8-806,-1 1 767,9-12 220,0 4-169,17-21 5,-1-1 297,9-13-129,5-7 214,1-8-438,1 1 677,12-26-627,5 1-5,15-19-5,6 3-35,-18 24 1,2 0 2,1 1 1,0 0-160,24-17 162,-12 10 34,12-1-78,-25 18 22,24-3-23,-28 12-44,30 12-3193,-20 9 0,-1 3 2401,24 11 0,-5 7 1,-35-27-1</inkml:trace>
  <inkml:trace contextRef="#ctx0" brushRef="#br0" timeOffset="114620">17988 5439 9408,'2'-5'8592,"-1"2"-7511,-6-60-252,-5 39-373,-1-13 1,-4 4-278,-7 23 90,-18 14-45,3 19-138,10-4 1,-1 4-393,-3 6 0,0 2 334,-1 2 0,2 2-11,2 0 0,3-1-229,7-1 0,3-2 212,-2 13 17,31 3 11,9-26 28,20 3 22,0-17 675,-9-8-59,6-11-408,-27 4 558,6-9-715,-25 7-51,-7 1-44,-13 3-6,-13 12-6,-7 10 0,-5 14-188,4 8 188,9 5-44,13 1-18,13-2-94,19-5-196,18-6-566,25-9-146,-16-14 0,3-3-1722,6-3 0,4-4 2764,8-5 0,-2-1 0,8-1 0,-6-5 0</inkml:trace>
  <inkml:trace contextRef="#ctx0" brushRef="#br0" timeOffset="114962">18421 5637 22352,'-51'26'275,"4"3"-298,14 7-111,3 0-141,8-13 0,0 0 186,-9 6 217,1-8 125,21-33 201,16-23-1305,10-3 1,2-1 1147,1-4-85,1 9 1,-3 6-11,-9 19-140,0 3-51,-4 5 17,12 13-45,-4-2-61,33 24-197,-5-6-44,-10-6 0,0 2-356,-2-1 0,-1 1-1409,0 1 1,-1 2-2833,-3 0 1,-2-1 4093,8 11 0,-14-14 1,-12-17-1</inkml:trace>
  <inkml:trace contextRef="#ctx0" brushRef="#br0" timeOffset="115195">17125 6606 21954,'-38'12'568,"0"-1"1,-5 8-126,86-19-320,-3-4 0,5-2-1950,15-4 0,4-1 1841,-13 0 1,3-1 0,1 0-32,5-2 0,1-1 1,1 1-52,-12 3 1,0 0 0,1 0 0,0 0-591,1 0 1,1 1-1,0 0 1,-1 0-199,2 1 1,0 0-1,-1 0 1,-2 1 855,10-1 0,-2 1 0,-5 0 0,2 0 0,-7 2 0,5 0 0</inkml:trace>
  <inkml:trace contextRef="#ctx0" brushRef="#br0" timeOffset="116647">22460 5744 11665,'16'-47'1966,"1"0"0,-1 0 0,1-1 0,-1-3 0,-1 3-1395,9-15 1,-5 14 21,-17 37-481,-2 7-89,-9 30-68,-12 33 20,11-29 0,-1 3-640,-7 18 1,0 2 215,4-11 1,1 0-1171,-4 14 0,1 3-2649,3-1 1,1-1 3689,3-7 1,3-4-1,-1 11 1,6-28 0</inkml:trace>
  <inkml:trace contextRef="#ctx0" brushRef="#br0" timeOffset="117038">22715 5051 16520,'-34'-26'766,"-1"-1"0,1 1 0,-19-6 0,-2 15-626,13 27 0,0 12 0,1 2-1911,-5 1 0,1 4 1855,10-1 0,-2 5 0,0 2 0,3 0-348,0 7 1,3 0-1,0 4 314,1-3 1,0 3-1,1 1 1,2 2-29,0 1 0,2 1 1,2 2-1,2-1-17,3 1 1,2 0 0,2 0 0,3-1-6,2-2 0,2 0 0,4-1 0,5-1-275,7 0 0,7 0 0,1-2 0,1-4 280,8 17 1,8-8-3,6-12 1,9-5 0,0-7-263,9-10 1,4-8 258,-14-5 0,5-3 0,1-1 0,-5-1 13,0-2 0,-3-1 0,2-3 8,1-4 0,4-3 0,-1-2 0,-6-2 18,-4-3 0,-4-3 1,0-3 32,8-6 1,1-3 0,-4-3 14,-3-2 1,-3-2 0,-4-5-3,-8 5 1,-2-5 0,-2 0 0,-2 3-53,-1 1 1,-3 2 0,-1-2 36,-1-16 1,-2-3 0,-4 8-21,-4 16 1,-7 1 59,-11-7 1,-9-6 0,-3-1-1,1 9-121,-8 0 0,-4 4-45,5 4 0,-5-6 0,0 3 0,3 9-76,-3 9 1,1 8-194,-3 0 1,1 5 324,-17 6 0,16 0 0,12 6 0</inkml:trace>
  <inkml:trace contextRef="#ctx0" brushRef="#br0" timeOffset="117978">23361 5742 10412,'-51'5'1116,"1"0"1,0-1 0,2 1 0,1 0 0,9-1-5688,3 2 4627,10-2 2285,36 2-1568,43-4-499,-20 0 0,5-1-144,9-1 1,7-1 0,5-1-446,-8 0 1,5-1 0,2 1 0,1-1-1,-4 0 329,5 0 0,-4 1 0,3-1 0,7 0-2,-11 0 0,6 0 0,4 0 0,3-1 0,-1 0 0,-2 1 0,-4 0 0,-7 0-8,8 0 0,-8 0 0,0 1 0,8-1-156,-13 0 0,5 0 0,5 1 1,2-1-1,1-1 0,-1 1 0,-1 1 1,-4-1-1,-5 0 155,10 0 0,-5 1 1,-3-1-1,0 1 1,3-1-66,-3 1 1,3-1-1,0 1 1,0-1-1,-1 0 1,-2 1 64,2-1 0,-2 1 1,0-1-1,-2 1 0,0-1 5,7 0 1,-1 0-1,-1 0 1,0 0-5,-3 0 0,1 0 1,-1 0-1,-1 0 3,-1 0 0,0 0 0,-1-1 0,-7 1 732,12-3 0,-10-2-537,3-5 1561,-32 0-1718,-59-8-28,6 9 908,-8 0 1,-2 0-814,-12 1 100,18 3 1,-6 0 0,4 1 89,0-1 1,1 1-17,-15-2 0,4 0 111,0 1-162,26 3 1867,19 4-1951,14 0-95,3 0 190,34 1-212,3 7-29,-8-3 1,1 2-177,-9 1 0,0 1 179,10 4 0,2 2-14,3 4 1,-1 3-9,0 1 0,1 1-14,1 5 0,-3 2-39,-17-6 0,-4 1-112,4 23 831,-30-2-2030,-25-3 1378,0-20 0,-3-3 0,-4 3 0,-4-2 0</inkml:trace>
  <inkml:trace contextRef="#ctx0" brushRef="#br0" timeOffset="119184">27460 5538 20308,'-3'-48'681,"0"0"1,2 3-1,7 8-479,25 12-118,11 5-39,8 6-29,-7 6-8,-9 10 1,1 4-3,11 12-12,-14-3 1,-2 3-29,5 25 23,-17 5 28,-24 9-15,-6-27 1,-4-1-293,-7 1 1,-5-2 311,-3 0 0,-3-3 6,0-4 0,-1-2 0,4-3 0,0-2 40,-15 4-18,19-8-50,15-6 78,15-3 18,13-1-80,19 0 1,20 0-26,-19 0 1,2 0-263,5-1 0,2 1 232,4-2 0,1 1-15,3-1 1,1-1-6,3 1 1,1-1-35,2-2 1,-1-1 2,1-1 1,-1-3 2,-3-3 0,-2-4-54,-6-3 1,-3-5-399,-5-2 1,-5-3 445,-5-3 1,-5-3 67,-5 0 0,-5-1 44,-6 0 1,-4-1-212,-9-2 1,-6 0 230,-9-3 0,-7 2-8,-14-5 0,-5 4-705,5 7 0,-6 3 730,4 9 0,-6 1 0,-3 1 0,3 3 15,-3 2 0,2 3 0,-4 1-17,-2-1 1,-4-1 0,-1 2-1,3 3-11,-7 2 0,3 3 0,0 4-17,3 2 0,0 3 1,2 3-11,5 2 1,1 3 0,3 3-15,4 4 0,2 3 0,4 4-55,4 2 0,4 4 0,3 2 53,4 1 0,4 4 0,5 2-572,7 12 1,6 3 0,2-3 571,3 6 0,6-1-27,7-2 1,6 3 0,3-5-251,-1-14 0,3-4 1,3 1 236,-2-3 1,3 1 0,2 0 0,1-2-9,4 0 1,1-2-1,3-1 1,0-2 7,3-1 1,1-1-1,2-2 1,0-2 18,2-2 0,1-2 0,0-1 0,0-3 28,0-1 0,-1-3 0,1-1 0,-1-2 26,-3-2 1,1-1 0,-2-3 0,0-1 50,10-3 0,-2-4 0,-2-2 24,-6-3 1,-2-3-1,-3-3-37,-5-4 0,-2-3 0,-3-3 80,-2-4 0,-3-2 1,-3-1-124,0-4 0,-3-2 0,-1-1-8,-2-2 1,-3-1-1,-1 0-13,-4 0 1,-1 0 0,-5 0-20,-5 1 1,-3 0 0,-6 2-43,-4 0 0,-5 2 0,-5 2-204,-6-1 0,-6 4 1,-3 1-1789,-10 1 0,-3 2 0,0 4-966,9 4 1,0 3-1,1 2 3012,-2 2 0,0 2 0,7 2 0,-7 1 0,17 5 0</inkml:trace>
  <inkml:trace contextRef="#ctx0" brushRef="#br0" timeOffset="121357">28137 6501 9834,'18'-41'2286,"1"0"1,-1 0 0,7-10-1,-2 5-1003,10-5-623,-13 26-340,-8 16 105,-7 16 24,-2 13-57,-2 22-213,-2-10 0,-3 2-741,-1 10 1,-2 4 659,-5 9 0,-3 4-65,3-13 1,-1 1 0,-1 1-10,-3 5 0,0 1 0,-1 1-24,0 3 0,0 1 0,0 0-493,4-15 1,1 1-1,0 0 1,2 0 480,0 0 1,1 0 0,0 1 0,2-1-65,2 1 1,0 0-1,1 0 1,1 0-551,1 1 1,2 0-1,0 0 1,1 0-750,1 1 0,1-1 0,1 0 0,0-1 1375,1 8 0,0-1 0,0-5 0,2 3 0,-2-7 0,1 6 0</inkml:trace>
  <inkml:trace contextRef="#ctx0" brushRef="#br0" timeOffset="122101">27791 8951 20184,'-9'-42'408,"0"1"1,0-1 0,-7-7 0,9 6-95,43-6-73,-3 23-95,13 1-72,-15 16 0,2 4-52,4 8 1,0 3-26,-5-1 0,0 2-203,-1 6 0,-1 4 184,20 20-9,-27-17 0,0 3-28,4 3 1,-4 4-40,-6 7 0,-7 0 170,-4 14-95,-15-15 1,-9-1 14,-3-12 0,-5-3-211,-6 5 1,-3-2 263,-1-4 0,-1-4 8,2-4 0,-1-4 59,-2-4 0,1-4-22,-10-5 106,-6-12 28,33 0 278,3-3-418,10 3-50,13 5-6,10 4 506,14 4-517,14 9-1713,-10 4 0,2 3 1676,-3 2 1,0 2-15,8 6 1,-2 1-201,10 12 49,-6 12 40,-29-4-23,-26 0 0,-8 1 17,-9 7-13,-2-14 1,-6-5-25,5-15 0,-1-5 995,-4-1 1,-2 0-2074,-10-1 0,-2-2 1266,-1-4 0,3-1 0,-7-1 0,12-5 0</inkml:trace>
  <inkml:trace contextRef="#ctx0" brushRef="#br0" timeOffset="122484">27997 8379 20336,'-59'-14'181,"-1"0"0,0 0 0,7 11 0,-3 3 1,2 4-1,3 7-153,-2 13 0,4 9 0,0 0-412,-2-1 1,0 1 0,1 5 401,9 1 0,1 4 0,2 1 0,4-1-221,4 0 0,4-1 0,0 3 200,-1 1 0,0 4 0,2 0 1,4-1-374,5 4 1,4 0-1,5-1 370,4 0 1,5-1 0,4-1-5,7-2 1,3-1 0,4-3-3,7 8 1,8-4-2,3-13 0,7-3 0,2-3 7,0-6 1,3-4-1,4-2-439,-4-3 1,5 0 0,2-1 0,1-2-1,-2-1 479,-4-2 1,-2-1 0,1-1 0,0-1 0,2-2 17,7 0 1,2-3 0,1 0 0,-2-3 0,-5 0-125,8-1 1,-5-2 0,0-7 184,-5-5 0,1-5 1,-3-2-1,-7 0-60,1-2 0,-6-8-29,-5-4 0,1-11 0,-3-1 0,-8 4-24,-6-1 0,-7-4-12,-4-3 1,-1-11 0,-3 0 0,-3 10-9,-4 2 1,-5 2 0,0 7 1,-2-5 0,-3 1 0,-4 5-463,-8 0 1,-5 4 0,-2 2 266,-1 0 1,-3 0 0,-2 3-530,-8-3 0,-5 3 1,0 5 746,-2 8 1,-2 6 0,5 1-1,5 0 1,3 4 0,0 4 0,1 0-1</inkml:trace>
  <inkml:trace contextRef="#ctx0" brushRef="#br0" timeOffset="123435">27870 8017 17384,'-25'-45'1190,"0"-1"0,0 1 1,-7-17-1,6 17-1005,15 36-146,5 11 28,-4 25 6,-1 13-23,3 1 1,0 4-23,1-6 0,2 1-192,-1 7 1,3 1 235,7-3 1,4-3 36,4-11 1,2-2 52,22 21 146,1-36 0,3-7-112,9-5 5,-3-9 1,9-5 0,0-2-89,-7-3 1,-2-2 0,2-1-75,10-4 0,1-1 1,-4 0-505,-12 6 0,-3 0 0,-3 0 459,1-2 1,-6 2-532,2-1 72,-6 6-3853,3 5 4318,-17 16 0,0-4 0,-9 5 0</inkml:trace>
  <inkml:trace contextRef="#ctx0" brushRef="#br0" timeOffset="124508">27818 10129 12953,'12'-48'2908,"0"0"1,-1 5 0,-1 7-2107,-2 16-287,-1 7-263,-2 6-95,-2 10 95,-1 16 28,0 25-146,0 4-701,-7 8 1,-2 6 641,-1-10 1,-2 2-43,0 0 1,-2 3 0,0-3-20,-3 5 0,0 0-19,4-14 1,-1 5 0,0 0 0,2-2-2,0 2 1,1-2-1,1 3-413,-1 3 0,-1 3 0,1 1 0,2-1 270,1-7 1,1-1 0,1 0 0,0 0-1771,-1 2 1,1 1 0,0-1 0,0-1 1918,-1 9 0,1-1 0,0-4 0,-1 2 0,1-6 0,-1 6 0</inkml:trace>
  <inkml:trace contextRef="#ctx0" brushRef="#br0" timeOffset="125265">27098 12865 13478,'28'-53'1213,"1"0"1,-2 6 0,-2 3 1591,10-6-2211,-7 12-443,-13 18 1008,-7 7-1187,-10 17 589,-8 10-566,-8 16 13,-2 1 1,-1 1 2,-10 15 0,6-8 0,3-1-16,-2 10 5,4 9 16,11-11 1963,19-9-1940,0-17 57,19-9 10,2-21-1721,0-2 0,2-2 1677,15-10-69,2-2 0,0 0 86,-3 2-1135,-10 6 0,-4 2 1045,-10 6-6,-11 16 17,-11 13 0,-6 30-33,-1 4 2,2-17 0,0 0-31,1-4 1,2 1-48,1 0 0,3 0-250,7 7 1,2-3-12,6 13-179,0-19 1,3-5 698,6-6-7067,13-11-743,-7-20 7660,-7-4 0,-12 0 0,-11 10 0</inkml:trace>
  <inkml:trace contextRef="#ctx0" brushRef="#br0" timeOffset="125631">27959 12692 11597,'-5'-48'1220,"1"0"0,-1 0 0,-6-1 0,-3 1 0,-6 8-848,-12 6 1,-6 8-1979,-16-3 0,-4 7 1740,13 11 1,-1 5 20,3 2 0,-3 3 0,1 2 34,-13 5 1,-1 6-87,15-1 1,-3 3-1,0 1 1,2 3-65,-8 6 0,2 3 1,1 2-176,1-1 1,0 1 0,3 7 149,5 2 0,2 7 0,2 0 0,4-3-825,-5 7 1,3 3 810,4-4 0,-2 5 0,0 4 0,5-2-37,9-3 1,3-1-1,2 1 1,1-3 6,-5 7 0,0-3 0,7 5-14,8 2 1,5 6 0,5-2 0,7-9 233,6-15 1,6-6-1,7-2-151,8 4 0,9 0 1,2-3-1,1-7 39,-7-9 1,0-6-1,2-3 1,1-3-106,9 0 0,3-4 0,0-3 0,-1-6 193,-1-6 1,0-6 0,-1-4 0,-3 0-275,-6 0 1,-3-2-1,-1-1 1,0 0 149,-2-1 0,0-1 0,-2-1 0,-3-2 1,-3-1 0,-2-1 1,-2-3-1,-2 0-15,0-4 1,-2-2 0,-2 0 0,0 2-20,4-5 0,-2 1 1,0-3-81,-3-5 1,0-4-1,-3 0 1,-5 6 98,-7-4 0,-4 3 251,4-12 1,-7 4-297,-12 15 0,-9 5 676,-8 8 1,-6 3-1168,-3 1 1,-3 2-560,-11 1 1,-2 5-3850,6 9 1,1 3 4420,11 2 0,3 2 1,-11 1-1,30 3 0</inkml:trace>
  <inkml:trace contextRef="#ctx0" brushRef="#br0" timeOffset="126114">27346 11662 20935,'-33'-22'268,"0"0"1,-19 5-48,49 48 1,9 11-66,0 14 155,8-1 1,6-1 35,12-1-45,0-9 1,3-4-79,5-9 11,9-7 70,-17-23 0,2-4-176,-1-2 0,3-3-34,5-3 0,5-1 1,-3-2-1172,8-4 0,-2-2 1120,-1 0 1,-2 0 47,-7-2 1,-5 1 473,-5 2-538,12-17-79,-32 26-655,1-5 135,-8 13-5007,-2 7 5578,0 3 0,0 1 0,-1-3 0</inkml:trace>
  <inkml:trace contextRef="#ctx0" brushRef="#br0" timeOffset="127536">24578 8884 10959,'25'-35'4537,"-1"-1"0,-3 5-4025,3-5 1,-3 4 19,-17 23-392,-3 6-118,-3 5 6,-10 7 34,-13 9-29,-3 1 15,-6-1 0,-3 1-15,7-4 1,-3-1 44,-8 2 1,-5 2 0,3-2-268,1-3 0,2-2 337,-9 3 0,4-4 177,7-6-50,19-6-51,11-2-40,7 0-66,1 0-79,0 3-16,0 0 545,0 6-545,0 7 5,0 11 0,-5 10-6,0 7 17,-7 6 17,-2 0-22,0-3-17,0-9 33,3-9 118,4-12 151,3-7-95,3-7-151,3-6 11,8-13-67,0 2-6,17-14 11,5 6-1696,-3 7 1,2 1 1679,13-7-1132,-6 11 0,-3 3 1126,-6 5-193,32 17 198,-37 2-33,23 28-50,-20 2-107,-12-4 0,-3 1-61,0 19-286,-15-13 0,-7 0-96,-7-14 1,-6-1-183,-7 7 1,-6-1-642,-4-4 1,-5-5-2628,-1-7 1,0-5 4077,5-6 0,3-2 0,-10-5 0,23-4 0</inkml:trace>
  <inkml:trace contextRef="#ctx0" brushRef="#br0" timeOffset="127925">24303 8300 18526,'-48'6'423,"1"0"1,0 0-1,-6 5 1,0 2-1,8 3-353,13 2 0,2 3-570,-5 6 1,-3 5 0,3-2 530,2 0 0,0 5-263,3 3 1,-4 7-1,0 3 1,4 1 239,4 0 0,4 1 1,1 1-1,-1 2-278,2-6 0,0 2 0,0 1 0,2 0 1,1-2 271,1 4 1,1-1 0,3-1 0,3-1-9,3 9 1,5-2-1,5-4-11,9 4 0,9-3-250,-2-12 0,4-1 0,7-3 243,5-9 0,6-2 1,4-4-1,0-2 47,-2-4 1,2-3 0,1-1 0,0-2-199,2 1 0,0-1 1,1-2-1,0-3 232,2-5 1,2-3-1,-1-2 1,-2-2 14,6-3 1,-2-3 0,2-3-34,-7 1 0,3-1 0,0-3 1,-3-2 6,-1-1 0,-2-2 0,-1-2 1,-2-2 4,-3-2 1,-1-1 0,-2-3 0,-2-4 21,0-10 0,-3-5 0,-3-2 0,-3 4-42,-1 0 1,-4 2 0,-3-4 22,-6-1 1,-2-4 0,-4-1-1,-7 6 37,-8 7 1,-5 4 0,-4-1-81,-5-7 1,-4-1-1,-7 4 46,-3 11 1,-5 3-1,-3 2 1,0 2-40,-8-2 1,-1 4 0,-6 3-508,5 7 1,-6 2-1,-2 2 1,2 1 0,7 3-1340,3 1 1,6 3 0,-3 1 1827,-4 2 0,-5 1 0,4 1 0,13 2 0,4 6 0,2 2 0</inkml:trace>
  <inkml:trace contextRef="#ctx0" brushRef="#br0" timeOffset="129468">24733 10089 13323,'-26'-40'1368,"-1"0"0,1 0 0,-11-15 0,4 10-359,5 16-186,5 6-482,7 8 365,4 2-600,8 10-39,0-2-55,6 5 55,8 4 39,12 5-44,3 2 58,3 2 1,3 2 3,14 11-316,-11-6 1,-1 2 258,8 9-11,-15-1 0,-2 1-11,-1 4 47,1 10 1,-2 2-26,-1-1 50,6 8 1,3 4-881,-7-20 0,2 0 821,0-2 0,2 3 0,0-4-11,2 3 1,2-2-341,2 0 0,4 3 1,-3-3 356,2 3 0,-1 0-21,-1-2 0,1 2 0,-2 0 18,3 7 1,-3 1-9,-3-1 1,-2 0-339,-1 1 1,-2 0 323,-2 0 1,-1 0 2,-2-1 0,1-1-20,-2-3 0,0-1-8,-5-11 0,1 0 28,8 8 0,1-2 272,13 8-292,-10-13 1,1-2-6,18 8 1361,-13-11-1389,5 2 45,-19-9 1243,6 7-1249,-11-5 955,-3 0-955,2 1 81,-1-2-93,0-3 96,19 15-84,-13-16 23,27 21-29,-14-16-3391,9 5 3374,-4-1-5,-5 0 11,-9-7 17,9 13-10,-9-8 10,10 14-11,-5-4-6,2 3 0,0 2-17,-6-9 3426,13 13-3386,-12-15-12,10 10-5,-10-15 28,-2-5-23,-2-3-5,-2-2-6,-4-3 12,5 8-12,-7-3-17,7 7 23,-5-5-11,-1-2-1,2-3 23,-6-4 17,2-2-6,-4-3-27,-1 1-1,-2-1-11,-2 0-6,-2 1 12,0 2-1,-2 2-89,0 2-622,-2 1-6771,0 2 7477,3-2 0,0-3 0,2-4 0</inkml:trace>
  <inkml:trace contextRef="#ctx0" brushRef="#br0" timeOffset="130200">24637 10118 12410,'0'-8'6256,"0"1"-4928,0 7-768,0 0 773,14-63-778,-9 43-393,3-15 1,-1 5-1,-5 26-28,-4 10 40,-8 7-51,-10 15-44,-16 9-46,14-15 1,-2 0 5,-3 0 0,0 0 8,0-3 1,1-1 14,-13 9 319,-3-7 235,24-16-476,0-3-23,13-10 219,20-22-139,7-6-99,-1 8 0,2-2-529,3-1 0,1 0 518,3-1 0,2 0-3,0 1 0,1 1-86,1 3 1,0 3 59,0 4 1,0 3-26,0 5 1,0 3-26,1 3 1,1 3-6,2 3 0,2 4-612,2 2 1,3 3 115,4 2 0,1 2-221,-9-2 0,1 1 308,17 4 0,-5-1 0,-13-4 0,17 4 1</inkml:trace>
  <inkml:trace contextRef="#ctx0" brushRef="#br0" timeOffset="131824">22598 6397 13869,'0'-6'6875,"0"1"-6277,0 5-468,0-46-13,2 41 153,4-28 28,5 55-247,2-2 126,5 9 101,5 6-3329,6 17 3008,-5-7-1073,-7-10 1,-2-1 986,-1-1 19,1 1 1,2 1 131,2 1 16,-2-4 1,3 3 45,5 4 0,1 1-167,2 3 1,1 0 138,8 9 0,0-1-25,-12-18 0,1 0 53,14 15 0,0 1-17,-11-16 0,1 1-23,-3-3 1,2 3 0,-1-2 792,5 8 0,-2-1-773,-1-1 1,-2 1-20,-2-1 0,-1 2 19,3 7 0,-2-1-39,-8-13 1,-1 0 10,6 11 1,-1 0 30,7 13 1359,-12-23 0,1 0-1401,-1-3 1,0-2 13,15 22 6,-2-7 295,-3-7-317,-6-5 608,-4-7-626,-7-7 906,-1 5-850,-4-9-27,1 10-17,0-5 11,1 3-23,0-6 34,7 12-22,-6-13 50,20 23-55,-15-23-12,14 17 28,-13-14-6,3 4-33,-4-1 33,-3-4 6,-4-6 39,-2-6 113,-3-2 268,0-3-280,-7-5-134,-5-3-23,-14-5-22,-9-3 16,-12 2-16,7 4 16,5 3 1,-1 2 11,-14-3-17,15 3 0,0 0 23,-14-3-7,9-2-10,8-2 5,5-3-5,4-2-1,4-1 12,5 2 0,6 4-17,3 6-11,2 2-12,2 4 18,5 11 27,1 1-11,8 12-16,2-1 16,0-3 28,21 6-11,0-12-17,-5-6 1,2-1-495,4-4 1,1-3 501,7-4 1,1-4 2,4-1 1,1-3 38,0-4 1,-2-3 39,-3 0 0,-3-2 33,-5 1 1,-5-2-1,-6 3 1,-4-1 77,10-15-72,-15 8-72,-8 6-24,-7 7-139,-3 6-515,-1 5-577,0 3 1187,0 9 0,0-5 0,0 4 0</inkml:trace>
  <inkml:trace contextRef="#ctx0" brushRef="#br0" timeOffset="134580">25019 8631 7632,'-3'0'3831,"0"0"101,3 0-2576,4-3-785,0 0 695,14-11-644,1-2-96,14-14-44,5-5-34,6-8-538,-19 19 0,1 0 263,2-3 1,0-1-20,1-1 0,1-2-26,2-2 1,0-2-22,1-2 0,1-1-40,3-3 0,-1 0-39,-7 7 0,0-1 13,3-2 0,3-4 0,-2 1-13,5-4 0,1-2-563,-2 2 0,2-2 0,0 1 549,-6 7 1,-1 1 0,1 1-4,-1-1 0,1 0 1,-1 2-411,6-7 1,0 1 411,-1 2 0,2-2 1,-3 5 2,-7 7 1,1 1 9,10-12 0,6-4 1,-4 4-5,-7 6 0,0 1-7,-2 2 0,3-1 0,-2-1-2,-1 3 0,-1 0 0,-1 2-7,1-2 0,1 0 10,13-12 1,0 0-14,-14 15 0,0 0 2,9-7 1,1-1-189,-3 3 1,1 2 196,-3 2 0,-1 1 14,-3 2 0,-2 2 400,14-9-392,-17 12 1,-1 1 13,4-4 1477,4-3-1493,-18 12 1137,-6 1-1109,-7 8 549,2-4-566,-6 7-6,0-1-28,2-3 0,2-6-5,-1 4 5,4-7 6,-3 6-6,2-1 34,-3 2 22,-1 4-17,-2 3 6,0 1-22,-1-3 5,-2-1 28,0-2 17,1-4-61,0 2-1,4-6 12,1 4 5,4-2 11,-1 2 40,-1 5-62,-3 1 11,-1 4-50,-4 0 0,-6 0 11,-10 4 5,-2 0 18,-30 8-18,5-1-5,11-2 0,-3 1-321,2 0 0,0 1 323,-4 1 1,-1 0-3,-1 2 0,-1-1-3,2 0 1,2-1 7,-19 6 6,13-3-16,30-10 10,5 0 7,13-5 10,14-4-5,18-6-12,9-3-5,-14 4 0,1 0 6,28-8-3,-28 8 0,1 0-1364,11-2 0,0 1 1373,16-3 2,-14 5 0,1 0-322,15 2 319,-21 2 0,1 1 3,-3 2 0,0 0-14,-4 2 0,-1 1-17,19 7 6,-20 2 0,-15 19 11,-20 1-39,-13 21-286,-13 5-683,13-25 0,2 1 1008,2 6 0,3-2 0,-2 5 0,10-4 0</inkml:trace>
  <inkml:trace contextRef="#ctx0" brushRef="#br0" timeOffset="143237">6418 14275 23758,'-3'45'46,"1"-1"1,-2 4 0,-1 2-185,-2 5 1,-1 1-1692,0 2 0,1 1 190,1-1 1,3-1-1670,3-6 1,3-3 3307,4-8 0,3-5 0,2 4 0,2-20 0</inkml:trace>
  <inkml:trace contextRef="#ctx0" brushRef="#br0" timeOffset="143619">6551 14164 13840,'-23'-41'1159,"0"1"1,-1 0 0,-1-11 0,-6 10-489,-14 24 1,-4 12-462,14 11 0,-1 4-863,-14-2 1,-1 6 845,2 17 1,3 11-64,8 0 1,1 5 0,2 0-464,4-8 1,2-2-1,-1 6 357,-2 6 0,-1 4 0,2 4 0,4-1-26,7-2 1,3 0-1,3 2 1,1 0-20,4-6 1,1 1 0,1 1 0,3-1 0,2-1 8,1 10 1,3-1 0,4-2 0,6-4-6,11 5 0,9-5 1,6-10 1,3-16 0,5-8 0,5-7 2,2-7 1,4-6-1,1-3 1,-4-1-1,1 1 0,-3-2 0,4-4-207,-8-2 1,4-2-1,1-2 1,-1-2 0,-5 0 220,-1-2 0,-5-1 1,0-2-1,1 0 7,10-6 1,0-1-1,1-2 1,-2-3 25,-9 2 1,0-3 0,-2-1 0,-1-1-1,-3 1-372,0-4 0,-4-1 1,-1 1-1,-3-1 369,8-12 1,-3 0 0,-7 0 20,-12 2 1,-7 0-1,-4 2-112,-6-10 0,-6 1 104,0 13 1,-3-2 0,-3 4-6,-5 5 0,-3 2 1,-5 4 3,-14 4 0,-7 5 0,1 5-29,-4-2 0,-2 7-13,-2 8 1,-6 5 0,2 5-424,7 5 1,2 4 0,2 0 82,7-2 1,0-1 0,1 3-461,-3 2 0,0 2 1,5 1 753,8 0 0,5 0 1,-2 1-1,3 1 0</inkml:trace>
  <inkml:trace contextRef="#ctx0" brushRef="#br0" timeOffset="144410">7092 14693 15160,'-48'3'1704,"1"0"1,5-1 0,18 0-1375,52-2 1,36-3-261,-32 2 0,4-1-386,13-2 0,8-1 0,3 0 405,-2-1 1,3-1 0,2 1 0,0-1-608,-12 1 0,1 1 0,1-1 0,0 1 0,2-1 536,-2 0 1,2-1 0,1 1-1,0-1 1,-1 1 0,-3-1-393,2 0 0,-3 1 0,0-1 0,0 0 1,0 0 387,5-1 1,1-1-1,0 1 1,-1-1-1,-2 1-7,3-1 0,-1 0 0,0 0 0,2 0 5,-2-1 0,1 0 1,2-1-1,2 1 1,1-1 7,-2 2 1,3-1-1,1 1 1,0 0 0,-2 0-1,-3 0-14,-3 1 1,-5 0 0,0 0 0,1 0 0,3 1 5,6-1 0,4 0 0,2 0 0,-2 1 0,-4 0 1,-8 3-253,1 0 1,-7 3 0,1-1 256,7 1 0,1-1 0,-3 2 94,1 0 1,-3 2-129,2 3 0,-6 2-358,-3 5 261,5 5-2687,-35-7 2801,-8-3 0,-5-5 0,1-1 0</inkml:trace>
  <inkml:trace contextRef="#ctx0" brushRef="#br0" timeOffset="144870">10817 14237 17837,'-5'0'4851,"0"0"-3664,5 0-879,-60-39-117,47 17-116,-15-5 1,8-1-9,34 6 90,37-9-84,-3 15-269,-11 5 0,1 4 207,-4 4 0,-2 4 0,0 4 1,-2 2-12,16 8-42,-21 5 0,-3 4 37,-6 20 5,-10-10 0,-5 3-445,-10 1 1,-6 0 435,-7 5 1,-4-1 8,-3 3 0,-3-1 5,-1-2 1,-1-2 5,3-4 0,2-3 9,4-7 0,3-2 13,-6 6 6,18-16 457,21-10-423,17-11-22,21-5-43,-16 1 0,2 0-373,-6 2 1,3-1 347,26-7 1,2 0-77,-14 4 1,1-1-61,-2 2 0,2 0 0,-1-1-545,10-2 1,-3-1-880,-4 0 1,-2-2-2964,-6-1 0,-5-1 4540,-7 2 0,-5-1 0,3-5 0,-16 9 0</inkml:trace>
  <inkml:trace contextRef="#ctx0" brushRef="#br0" timeOffset="145217">11586 13862 15272,'-55'-13'1057,"-1"-1"1,1 0-1,1 2 1,-1 1-1,2 4-869,8 4 1,1 2 0,0 2-1118,-3 1 1,0 1 0,-1 2 1099,0 1 1,-1 1 0,1 3-53,1 1 1,0 1-1,1 3-87,3 1 0,0 3 1,2 1 8,2 3 0,3 1 0,1 3-13,2 3 0,2 2 0,3 3-2,1 1 0,3 3 0,2 1-8,1 2 1,3 1 0,4 3 14,2 8 1,4 3 0,4-1-23,6-8 0,5-1 1,1-1-85,1 0 1,1-2-1,7-3 77,12-1 0,7-4 0,-1-4-4,2-3 0,5-4-12,4-2 1,8 0 0,4-1 0,-2-5-444,2-3 0,-1-5 0,5-1 450,-11-1 1,3 0 0,3-1-1,-2-2 1,-1-4-68,4-3 0,0-3 0,-2-3 1,-1-2 94,0-1 1,-2-3 0,0-1 0,-2-2 2,-3-2 1,-2-2 0,-1-1-1,-3-2 45,7-10 1,-3-2 0,-4-4-44,-7 1 0,-4-4 0,-4-1 0,-6-1 0,-3-2 0,-4 0 1,-3 0 0,-3-1 0,-4 1-20,-2 1 0,-4 1 1,-3 2 12,-8-18 1,-7 3-18,-9 7 1,-8 4-10,8 18 0,-4 3 1,-2 2-78,-6 0 1,-2 2 0,-1 2-153,-10-3 1,-6 3 232,9 7 0,-7 0 0,2 2 0,9 2 0,9 2 0,3 1 0,-9 0 0,-1 0 0,1 0 0</inkml:trace>
  <inkml:trace contextRef="#ctx0" brushRef="#br0" timeOffset="145818">8787 13625 19972,'-13'-53'474,"0"0"0,5 4 0,11 6-273,47 7-2956,-19 19 1,2 3 2802,4 2 0,0 3-18,0 2 1,0 4 622,-2 5 0,-3 4-625,19 15 893,-20 18-893,-24 14-17,-13-20 0,-6 0-129,-6 4 0,-3 0 129,-5 2 0,-2-2-5,5-7 0,0-1 28,-8 9 0,1-1-1,-1 5 1,-3 11 3226,26-28-3165,22-11 0,22-7-95,-5-9 0,4-3-1024,13-3 1,4-3 406,-10 0 1,3-3 0,1 0 616,13-4 0,3-1 0,-6 1 0,-5 0 0,-3 2 0,1 0 0,0 0 0</inkml:trace>
  <inkml:trace contextRef="#ctx0" brushRef="#br0" timeOffset="146759">11178 15283 15883,'6'-35'2957,"0"1"0,-1 6-2554,2-10 1,1 2 207,-1 18-387,1 1-40,-2 5 214,1 3-325,-3 3 28,4-1-40,-5 5 146,4 19-111,-5 1 30,-2 20 0,-3 8-710,-4-4 0,-3 2 606,0 1 1,-1 5 0,0-2-12,-4 5 0,-2 2-11,0 2 0,-2 5 0,3-6-11,3-11 0,1 1-90,1 0 0,-1 7 0,1 1 0,2-6-725,0 10 1,2-1-1492,1-2 0,-1 4 0,2-5 1822,0 6 1,2-6-1,0-16 1,1-5 0,0 5-1</inkml:trace>
  <inkml:trace contextRef="#ctx0" brushRef="#br0" timeOffset="147444">10830 16916 16572,'-2'-4'2189,"-5"-29"1,1-6-1848,6 10-23,-3-16 0,3-1 186,10 15-202,5-3-119,1 11-88,0 8-40,1 8-28,2 12-6,3 8 6,6 14-39,2 9-6,0 9-17,-7 7 1,-10-10-1,-12-7 1,-5 0-1,-14 17-211,4-16 0,-3 1 253,-1-10 1,-2-2 47,-18 15 73,5-15 56,8-15-118,9-11 67,6-19-95,10-2 1,7-12 427,12 6-506,9 7 39,6 8 11,4 7-33,2 12 22,2 9-40,-2 11-38,-11 10-73,-15 10-17,-27 9-216,-2-24 0,-5 0 325,-7 0 0,-4-1 25,-3-1 1,-3-3-32,-1-3 1,-2-3-118,0-5 0,1-3-121,-23 1-498,22-14 0,2-5-1649,-7-20-553,17 1 1,4-4-1955,4-27 4325,15 18 1,4 1 0,1 6 0,2-1-1</inkml:trace>
  <inkml:trace contextRef="#ctx0" brushRef="#br0" timeOffset="147817">11039 16200 17081,'-61'16'315,"1"1"0,17-2 0,1 4 0,1 4-242,1 10 0,3 6 0,-1 1-1437,-3 4 1,-1 2 0,1 1 1346,9-9 0,1 0 0,1 2 1,1 0-4,1 1 0,1 0 1,1 1-1,2 3-19,0 7 0,1 3 0,2 1 0,4 0-200,4-2 1,3 1 0,2 0-1,2-1 74,2-2 0,2 1 0,3-2 0,4-3-135,8 9 0,4-2 0,8-9-129,18 1 0,8-12 190,-11-16 0,2-4 0,3-5 106,3-5 1,3-5 0,0-4-141,4-3 1,0-4-1,0-5 452,1-4 1,-1-5-1,-2 0-30,-10 4 1,-2-1-1,0-4 324,-2-5 1,2-4-1,-3-3 1,-4 2-13,-4-1 0,-4 0 0,0-3-180,0-1 1,2-3-1,-2-1 1,-4 1-25,-2-8 1,-5 1 0,-2-1-102,-2 0 1,-2 0 0,-2 0-49,-2 4 0,0-1 1,-4 2 34,-3-16 0,-5 3 410,-5 9 1,-5 5-532,-6 9 1,-7 5-79,-4 7 0,-3 5-219,-3 4 1,-2 5-967,1 3 1,0 2-3676,3 3 1,3 1 3858,-13-1 1,21 2 0,20 0-1</inkml:trace>
  <inkml:trace contextRef="#ctx0" brushRef="#br0" timeOffset="148426">12026 15778 15827,'0'-8'5673,"1"2"-5261,5-26 0,3-4 344,-1 11-695,0-14 1,0 12 67,-3 37 0,-4 24-17,-6 22-84,0-21 0,-1 1-259,-4 3 1,-1-1 236,0 1 0,-1 0 5,-1-4 0,2-2 11,-8 24 6,6-15-3004,7-17 3144,3-13 112,3-15-162,5-13 330,6-17-319,7-17-79,-7 19 0,0-2-190,1-5 1,-2 0 217,0-2 1,0-1 5,-3 2 0,0 2 157,1-26 3201,-5 18-3285,-3 20-118,-2 14-44,-4 17-7,-3 15-21,-5 20 10,-4 14 12,8-23 1,1 3-719,1 2 1,0 1-2344,1 3 0,1 0 3072,1-5 0,1-1 0,0 10 0,2-20 0</inkml:trace>
  <inkml:trace contextRef="#ctx0" brushRef="#br0" timeOffset="149859">6686 15311 13586,'0'-3'7606,"0"0"-6597,0 3-942,-15-25 28,18 19-39,-10-19 51,28 29-29,3 2-5,16 10-51,-12-5 46,27 16-52,-29-13-1667,15 5 0,2 1 1679,-3-3-9,-4-2 1,2 0 31,21 5-9,-18-6 0,6 1-7,-1 0 0,4 1 1,-2 0-374,6 2 0,-1-1 349,-6-1 0,3 1 0,-3-1 11,6 3 1,-3 1-15,5 1 1,-1 1-1,-4-3 1,2 3-664,-7-1 1,3 2 0,-6-2 668,-10-5 0,1 0 1,10 6 0,5 3 0,-7-3 1651,13 6-1650,1 0 1,2 1 11,-16-9 0,0-1-4,-2-1 1,2 0-1,-1-1-5,10 4 1,-1-3-262,1-1 1,0 0 271,-2-2 1,1 0-3,-2-1 0,0-1 0,-1 0 0,-1-1 0,0 0 0,-2 0 159,-1 0 1,-1 0-152,-2 1 1,-2-1 13,18 8-3,-19-4 1,-2 0 3,8 7 1302,-13-6 1,0 0-1309,10 11-6,0-4-22,0-3 5,-8-5-16,17 7-12,-12-5 12,14 7-2387,-7-6 2381,-11-5 579,17 0-545,-17-6-23,6 0 334,-7-2-334,-9-1 67,14 4-89,-5 0 3397,8 4-3391,-6 2-1,-3 1 0,-1 1 12,-9-4 11,8 5-23,-14-9 1,13 7 16,0-4-22,2 2 11,-1 0-6,8 7 23,-11-2-17,12 8-6,-9-5 17,0-3-16,-9-7-6,0 0 44,-10-8-27,0 1 145,-6-3-28,-2-2-1181,-1-6-735,-2 3 1793,-1-7 0,0 7 0,1-1 0</inkml:trace>
  <inkml:trace contextRef="#ctx0" brushRef="#br0" timeOffset="150993">7458 16773 10674,'-5'1'7572,"1"0"-4738,4-1-2503,-8-67 195,6 34-218,0-13 1,1 1-152,5 18 123,10-8-174,7 11-89,-1 0-6,17-2 6,-2 15-23,14 2 6,-9 10-22,5 15-40,-16 25 45,-7 9 12,-10 4-9,-15-18 0,-5 0 14,-5 13 0,2-16 0,-1-1 28,-5 9 45,2-13 145,6-12 101,4-9-106,1-8-17,2-7 11,0-6 45,10-8-162,-2 5 39,13-5-73,-6 13 11,14-4-45,10 8 12,7 5-29,13 11 1,-7 12 11,-4 11-40,-11 8 40,-16 6 0,-14-10-28,-27 20 5,-9-21-89,6-10 0,-2-2-482,0-7 0,-1-3-9254,-28 8 9439,17-9 1,13-8-1,19-4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3:58:04.386"/>
    </inkml:context>
    <inkml:brush xml:id="br0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1517 2147 23741,'-5'-23'364,"-3"22"-179,-2 59-124,1-22 1,-1 2-510,-2 1 1,0 0 469,1-2 0,0-1 176,-5 23-175,9-17 215,12-14-121,11-15 12,11-14 17,13-17 44,8-14 66,-22 12 1,0-3-106,0 0 1,-1-1 228,19-19-178,-10 10-74,-11 13-83,-13 11-28,-6 13 5,-4 11 251,-3 15-245,-4 13-23,-3 8 1,-1 5-96,4 1-442,11-2-1412,8-6 1944,12-6 0,-10-20 0,1-7 0</inkml:trace>
  <inkml:trace contextRef="#ctx0" brushRef="#br0" timeOffset="244">2130 2540 20492,'1'-5'4027,"0"1"-2704,-1 4-1088,67-31-73,-30 18-120,8-7 0,1 2-8,-3 8-62,-2 4-409,-3 2-2879,-3 4 3316,-5 0 0,-13 1 0,-8-1 0</inkml:trace>
  <inkml:trace contextRef="#ctx0" brushRef="#br0" timeOffset="1599">3908 2485 11480,'0'-5'9376,"0"2"-9023,0 3 263,2-60-78,-1 40-292,-1-13 1,1 2 201,1 24-95,-1 2 17,-1 3 218,0 2-476,0-2 33,1-4-38,0-2-57,1-1 101,1-1-50,-2 5-23,1-3-43,-1 5 9,-1 1-16,0 2-22,0 5 11,0 8 0,-3 16 5,-4 14 6,-6 15-368,1-8 357,3-10 0,0 0-1,1 14-2,3-16 0,1-1 3,11 13 22,9-10 40,13-12 27,10-12-11,5-12 45,11-20-95,-19 3 430,11-20-285,-15-9-123,-7 6-195,-9 5 1,-3-2 239,4-19-54,-7 20 1,0-2 5,-1 1 1,0 1-21,5-23 62,-3 10-10,-5 11-68,-4 14-23,-1 9-106,-1 9-44,0 17-1300,0 13 173,0 4-5762,2 19 7034,0-19 0,0-5 0,0-11 0</inkml:trace>
  <inkml:trace contextRef="#ctx0" brushRef="#br0" timeOffset="1999">4555 2547 17798,'0'-4'5461,"0"1"-3568,0 3-1859,-11-23-17,5 30 5,-8-8-5,8 39-12,0 7 23,1 1-11,0-3 17,1-6 11,2-10 123,0-10 6,2-9 296,0-13-285,0-8 33,3-21-61,2-4-90,3-3 34,8-5-11,7 9 44,15-8-27,7 6-432,9 9 364,1 7-5,0 10-17,-4 9-51,-6 13 12,-7 9-46,-4 12-699,-6 8-2963,-5 6 3730,-5-5 0,-8-15 0,-5-10 0</inkml:trace>
  <inkml:trace contextRef="#ctx0" brushRef="#br0" timeOffset="2390">5731 2641 24043,'-35'-1'124,"21"-3"-729,42-2-5769,21-2 6374,-4 2 0,-13 3 0,-13 1 0</inkml:trace>
  <inkml:trace contextRef="#ctx0" brushRef="#br0" timeOffset="3348">6387 2550 16510,'0'-8'5371,"0"1"-3970,0 7-505,2-66-331,-2 46-447,2-18 0,-3 10-90,0 28-17,0 6 28,0 14-17,1 9-5,0 17-17,0 9-76,0-23 1,0 0-382,0 2 1,0 0-707,0 0 1,1 0-2153,5 23-752,3-13 169,6-22 2504,5-16 2671,2-20 3321,9-26-2957,-10 6-325,-6 5 1,0-1 570,3-11 68,7-18-1456,-8 24 598,-2-5-856,-10 30 28,-2-2-152,-3 10-77,-5 28-29,1-11 11,-6 31-22,0-16 11,-3 8 40,-4 0 0,7-16 386,-1-3-281,8-18 376,0-27-162,6-13-239,3 7 1,1-1-59,5-15 50,11 1-78,-12 30 0,6-4-28,-4 12 5,3 5-33,4 11-23,2 12 34,-3 2 0,8 13-17,4 4 6,-5-8 22,21 10-5,-20-27-6,6 2 11,-5-14 0,-8-12 1,5-8-52,2-24 40,-8 8 22,-7 5 1,-2-2 5,1-17 22,-5 15 1,-1-1-12,0-14-33,-3 6-17,-5 25-96,-1 9 12,1 6-1019,1 13 99,1-1-8816,7 28 8711,-2-18 0,3 7 0,-4-20 1</inkml:trace>
  <inkml:trace contextRef="#ctx0" brushRef="#br0" timeOffset="4214">7392 2608 18212,'6'-6'4279,"0"1"-2773,-6 5-1365,0 0 386,-16 1-471,15 0 449,-3 1-354,23-2 666,12-7-688,3-8 45,1-9-85,-7 2 225,1-16-208,-18 18 124,2-14-45,-14 17-163,-7 3-11,-2 5-5,-15 7 16,-14 15-22,-4 3 0,14 2 0,1 3 6,-3 5-6,3 7-6,18-6-44,6 11-45,8 2-51,13 4 45,3-19-184,28-1 212,-19-17 53,2-2 1,2-4 2,-1-9 0,0-2-203,1 0 0,1-2 220,5-5 0,-1-2 8,-7 2 1,-2-1 35,22-15 68,-11-1 51,-13 3 10,-14 3-21,-7 5-85,-6 7 62,-10 3-124,4 9 29,-11-1-23,11 6-5,-4 2-1,4 1-5,1 1 0,-1 1 452,5-3-458,-2 0-11,3-2 219,0 0-174,2-3 0,-2 0 0,3-1 11,-2 1-5,-1 0-6,1 1 39,-1 0-61,1 7-1,0 6-10,-4 14-7,-2 9-10,-4 10-28,-3 5-191,0 2-622,4-2-1467,4-10-7074,3-12 9404,3-15 0,-1-8 0,1-5 0</inkml:trace>
  <inkml:trace contextRef="#ctx0" brushRef="#br0" timeOffset="4404">8065 2328 25881,'-30'-39'240,"-1"-1"1,4 2 0,6 14-258,14 25-27,4 7-192,-1 8-592,6 11-1475,8 7 2303,10 9 0,-6-18 0,1-2 0</inkml:trace>
  <inkml:trace contextRef="#ctx0" brushRef="#br0" timeOffset="4812">8544 2439 25057,'-52'-11'200,"0"-1"0,1 4 0,3 8-150,15 14 1,3 6-18,-1 0 1,1 3-23,5 0 0,2 3 0,-9 25 6,15-2 11,19-7 34,17-10 16,17-15 29,16-15 49,10-18-291,-31 2 0,1-1 353,-3-4 0,-2-1 236,18-20-102,-15 9 197,-5-6-264,-15 21-138,0-3-147,-8 14 0,-3 6 412,-3 11-412,-6 14 0,-1 6 0,-4 9 0,-4 5-294,2-6 1,-4 4 280,0 0 0,-5 7 0,-1 2 0,2-3-589,-2 0 1,1-2-1,-2 1 498,5-7 1,-1 0-1,0 1 1,-1-1-674,-11 11 1,0-2-1,1-5-49,0-3 0,0-3 267,5-5 1,-2 1 0,4-7-3974,-14 3 4532,35-47 0,7 5 0,12-16 0</inkml:trace>
  <inkml:trace contextRef="#ctx0" brushRef="#br0" timeOffset="5410">8643 2292 9298,'30'-34'1194,"-1"1"1,1-1 0,10-10-1,-3 6 2419,5 6-2975,-13 15 1140,-11 14-1369,-11 18-6,-5 19-116,-10 25 6,1-18 1,-2 2-199,-4 7 1,-3 1 967,-1 4 1,-1 0-1014,-1 0 1,1 0-1,3-3 1,1-2-9,3-5 0,1-3-12,4-6 1,2-2 42,0 13 129,6-21 128,4-15-78,8-18 542,6-16-702,0-7 0,-1-2-36,11-17 626,-7 9 1,1-2-549,-1 8 1,0 3-40,15-19-76,-16 25 1,1 5-3,1 11-11,2 12-6,3 11 11,-5 3 11,22 24-33,0 2 11,-14-15 0,1 0 3,-7-7 0,0-3 30,21 5-10,-14-27-12,4-17 11,-9-5 1,0-4-776,12-18 758,-7 4 1,-1-4 5,-9 8 0,-1-2 6,6-12 0,0-2-3,-3 3 0,-1 2 0,-5 7 0,-1 3 42,2-15-17,-11 25-22,-10 17-17,-3 9 0,-5 10 5,-10 25 765,4-1-775,-6 20-23,11-10 0,3 2-14,3-5 0,2 3-80,2 3 1,2 4 0,1-2-824,5 5 0,2-2 600,2-2 1,2-1-774,2-5 1,1-3-7497,13 15 8614,2-1 0,-11-24 0,-10-15 0</inkml:trace>
  <inkml:trace contextRef="#ctx0" brushRef="#br0" timeOffset="5621">9560 2509 22363,'-8'-3'2845,"1"2"-2710,7 1-124,0 0-106,59-38-169,-2 33-1200,-15-4 0,7-2 1,-4 5 1051,-4 10 1,0 3-839,16 2 1,0-1-1278,-21-2 1,-1-1 2526,11 1 0,-2-1 0,5 1 0,-11-3 0</inkml:trace>
  <inkml:trace contextRef="#ctx0" brushRef="#br0" timeOffset="6823">10442 2458 24955,'-49'-5'306,"-1"1"0,0 2 1,7 4-167,8 10-101,-4 9 27,19 3-55,5-3 16,3 11 12,11-8 49,15 12-21,28-3-50,-8-9 2,-2-14 1,1-5-9,9-11 17,13-7 3,-23-1 0,-2-3 3,10-6 41,-14 0 1,-5-1-31,-7 3 27,0-19 35,-18 3-79,0 7 89,-12-13-27,4 25-62,-3-1-6,-1 11 23,-4 5-39,0 6 16,-5 3-11,5 8-22,5-2 0,2 3 11,6-5 11,-1 6 0,2-4 12,-3 9-40,-4 6 17,1 0-11,0 5-6,6-9 28,10-6 12,2-7 16,15-5 6,16-8-17,7-6 0,13-8-6,-25 0 0,-2-2 1,12-9-1697,-12 3 1,-2-2 1706,-2-4-9,-4-1 0,-2-2 54,2-7 40,2-16-74,-15 30 63,-5 1 27,-2 8-83,-2 1-7,1 2 7,-1 7 3345,-1 3-3396,1 3 10,0 1-21,-2 1 11,-1 2-28,-3 1 11,1 0-67,-3 6-45,-3 1 90,1-2-56,-13 6 61,5-8 23,-8 3 0,4-4 11,6-3-17,-6 1-17,10-2 23,-3 1 0,2 1 33,-3 1-22,-2 1 6,-5 1 5,1 0-5,-3-2-12,8-2 12,-3-1 22,8-1-28,2 0 5,1 1-5,2 2 6,-5 3 11,-6 5-6,2-1-5,-18 16-1,8-3 1,-13 14 5,9-2-11,5 4-6,7 2 6,7-9 6,5 6 16,11-2 12,8-4 0,13-3 22,12-18-6,11-13-16,9-12-137,-27 1 1,0-3 127,2-5 1,-1-3-438,1-4 0,-1-4 428,1-6 1,-3-1-17,-6 5 0,0-2 15,-2-5 0,0-6 0,-2 3-10,1-6 1,-2 0-383,-1 3 0,1-3 0,-3 2 388,0-9 0,-3 5-3,-4 13 1,-2 1 4,-2-3 1,-3 4 120,-3 2 90,-2-2-224,-4 31 766,1 9-766,-5 19 0,-6 36 0,3-7-15,3-3 1,0 4 14,2-10 0,1 1 0,-4 14 0,0 2-26,0 3 1,1 0-364,3-19 1,1-1 0,0-1-587,0 10 1,1-2 974,1 2 0,1-6 0,1-9 0,1-3 0</inkml:trace>
  <inkml:trace contextRef="#ctx0" brushRef="#br0" timeOffset="8072">3090 3827 9100,'-48'2'797,"0"-1"1,0 1-1,-2 0 1,1 0 0,3 0-611,-4 1 1,4 0-241,5 1 0,8-1 221,12 1 196,24-2 1400,60-4-977,-22-1 0,6-1-1176,1 1 0,7-1 1,2-1-1,-4 1 536,-1 0 1,-2-1 0,6 1-5,-3 0 0,6-1 1,3 1-1,-3 0 1,-5 0-721,2 1 0,-5-1 0,9 1 681,-11 0 0,5 1 0,5-1 0,2 0 0,2 0 0,-1 0 0,-1 0-248,1-1 0,0 1 1,1 0-1,0 0 1,-1 0-1,1 0 1,0 0 167,-1 0 0,0 0 0,-1 1 0,1-1 0,0 0 0,2 0 0,1 0-109,-7 1 1,0-1-1,2 0 1,0 0-1,1 1 1,1-1-1,0 0 1,0 0-1,1 0 145,-2 1 1,1-1-1,1 0 1,0 0-1,1 0 1,0 0-1,-2 0 1,0 1 0,-2-1-1,-2 0-44,1 0 1,-3 1 0,-2-1 0,-1 1 0,1-1 0,1 0 0,4 1 0,3-2 4,-9 1 1,3 0-1,2 0 1,4 0 0,0-1-1,2 1 1,0-1-1,1 1 1,-1-1 0,-2 0-1,-1 1 1,-3-1-1,-2 1 1,-5-1-16,18 0 1,-6 0 0,-3-1-1,-2 1 1,0 0 0,3-1 0,3 0 4,-5 1 0,3 0 0,1-1 0,3 0 1,0 0-1,-1 0 0,0 0 0,-2 0 0,-2 0 1,-4 1-6,3-1 0,-4 1 1,-2 0-1,-1-1 1,0 1-1,2 0 0,3-1 2,-1 0 0,2 0 0,2 0 0,2-1 0,0 1 1,-1 0-1,-2-1 0,-1 1 0,-4 0-6,8 0 1,-5 0 0,-1 0 0,-1 0 0,1 0 0,3 0-3,-3 0 0,2-1 0,0 1 0,1 0 0,0-1 0,0 1 0,-1-1-15,-1 1 1,1-1 0,0 0-1,-1 0 1,-2 1 0,-4-1-1,-4 1-73,16-2 1,-8 1-1,6-1-978,-9 0 1,6-1-1,3 0 1,0-1-1,-6 1 1,-7 0 1065,-2 0 0,-7 0 0,1 0 0,7-1 0,2 0 0,-10 0 0,1-1 0</inkml:trace>
  <inkml:trace contextRef="#ctx0" brushRef="#br0" timeOffset="8737">11712 2109 18789,'-8'-44'838,"-1"1"1,3 3-1,-2 11-614,0 24-134,-3 5 16,-6 10-16,-8 9-40,-9 13-5,0 8-28,2 5 5,11 8 15,13-11 27,10-8 189,15-14 158,8-14-21,13-11-48,6-14 5,-1-13-6,-5-8-75,-11-1-150,-12 9 123,-9-11-70,-10 20-115,-4-6-68,-7 18 85,2 5-19,-13 12 108,3 7 206,-14 12-216,3 10-1299,1 8-2018,5 9-4408,9 6 7607,8-7 1,8-18 0,3-14 0</inkml:trace>
  <inkml:trace contextRef="#ctx0" brushRef="#br0" timeOffset="9014">11654 2453 19955,'-46'31'406,"1"1"1,3-4 0,14-4 200,30-8-31,13-2-161,12 0-103,8-2-157,-5-3 465,11-1-48,-19-6-68,4-3-162,-16-7-118,-5-6-131,-8-6-65,-5 1-173,-5 3-1105,-4 7 1250,-10 18 0,13-6 0,-3 9 0</inkml:trace>
  <inkml:trace contextRef="#ctx0" brushRef="#br0" timeOffset="75225">7317 5525 17910,'8'-60'1856,"-1"0"0,0 9 0,-2 11-1263,-5 21-548,-1 18-28,0 4 28,-3 30-34,1-6-14,1 3 0,-1 3-36,-4 26-160,1-6 1,-2 3-421,3-16 0,-1 2-871,-2 11 0,-1 7 0,0-7-1039,3-12 1,1-2 2528,-2 8 0,0 3 0,1-12 0,3-13 0,1-6 0</inkml:trace>
  <inkml:trace contextRef="#ctx0" brushRef="#br0" timeOffset="75625">7588 5092 17456,'-36'-37'855,"-1"-1"1,0 1 0,-7-10 0,0 10-560,4 20 1,-4 12-49,3 11 1,-3 9 0,1 3-1397,-4 5 0,2 5 1,-1 4 1156,6-3 1,-2 3 0,3 1 0,3 1-12,-1 7 0,5 2 1,3 2-9,1 5 1,4 3 0,3 2-26,7-9 0,2 1 0,3 2 0,-1-1-26,1 2 1,1 0 0,1 1 0,2 1-54,3 5 0,1 2 1,4-1-1,3-3-78,6 2 0,5-4 0,6-3 25,3-5 1,5-3 0,5-6 0,4-4 0,5-6 1,4-4 5,3-8 0,5-5 1,1-3-1,0-3 122,-4-2 0,1-2 1,-1-2-1,0-2-203,1 1 0,1-2 0,0-1 1,-2-4 286,-2-3 0,0-2 0,-2-3 0,-4-1 99,3-5 1,-4-3 0,-1 0-420,0 2 1,0-1 0,-4-4 437,0-7 1,-3-4-1,-6-3-22,-9-4 0,-6-2 0,-1-2-101,0-1 0,-3-2 0,-3-1-11,-4 9 1,-3-3 0,-3 1 0,-3 3 17,-7-4 1,-4 2 0,-2 4-16,-4-8 1,-10 6-4,-11 15 0,-11 5 0,3 5-58,7 7 0,-4 5-285,-4 4 1,-9 1 0,0 2 0,8 3-1184,3 3 1,3 4 1495,-6 0 0,-3 2 0,13-1 0,17-2 0,8-1 0</inkml:trace>
  <inkml:trace contextRef="#ctx0" brushRef="#br0" timeOffset="76832">8059 5748 13933,'-44'4'532,"0"-1"0,2 0 0,11 1-100,23-1 459,7 0 161,18-3-301,22 0-507,-5-2 0,4 0-708,12-1 0,6 0 516,-12-1 1,3 0-1,1 0-726,7 0 1,1 0-1,2 0 689,-10 0 1,0 1-1,0 0 1,1-1-7,3 1 1,-1 0 0,2 0 0,-1 0 4,1-1 0,1 1 0,0 0 0,0 0 8,0-1 1,0 1-1,0-1 1,0 0 2,0 0 0,1 0 0,-1 0 0,1 0-3,-1-1 1,1 1-1,0-1 1,-1 0-1,0 0 1,0 0-1,-1-1 1,0 1-8,-1 0 0,-1 0 1,0 0-1,-1 0-10,12-1 1,0-1 0,-3 1-14,-5 1 1,-2 0 0,-1 1-455,11-1 1,-4 0-147,-14 2 0,-6 1-9223,2 3 8590,-26 1 0,-15 2 0,-2-3 0</inkml:trace>
  <inkml:trace contextRef="#ctx0" brushRef="#br0" timeOffset="77775">10974 5643 18537,'5'-62'739,"1"0"1,0 0-1,4 9-408,11 19-62,8-6-23,5 8-67,3 10-72,1 10-68,-1 16-17,-5 16 51,-13 34-34,-24 9-424,-1-29 0,-5 0 390,-13 7 1,-6-3 25,1-3 1,-2-2 4,-9 9 0,0-1-19,9-11 0,1 0 14,-6 7 0,6-2 8,9-8 168,-3 16 78,35-33-55,12 1-135,17-7-62,-3-3 1,4-3-31,2-3 0,1-1-340,3 1 0,1-3 320,11-5 0,0-3-33,-7 1 0,1-2-25,-10 3 0,1-1 1,2-3-350,9-9 0,1-3 0,-3-1-17,-15 7 1,-2-1-1,-1-2 6,6-6 0,0-3 0,-7 0 90,-8-3 1,-8 1 87,-4 1 1,-6 0 217,-8 2 0,-7 0 75,-13-6 0,-4 2-22,4 11 0,-2 2 6,-18-11 0,-1 3 41,-5 2 26,11 13 1,-6-2 0,1 4 49,-7 1 1,-4 3 10,7 4 1,-6 0-1,0 1 1,3 1-808,-13 2 0,-1 4 789,0 2 1,-4 3 0,4 4-2,-1 5 0,2 5-79,12-2 0,-2 2 1,1 4-20,5 0 1,0 4 0,3 4 11,-1 10 0,3 7 0,4-3-21,-2 4 0,5 2-2,9 0 1,3 5 0,5-3-600,9 4 0,5 0 552,2-10 1,1 2 0,5 0-457,9 5 1,4 0-1,2-4 449,2 3 1,5-4-18,3-8 1,7 0 0,0-7-258,13-5 1,4-6 301,-8-4 0,3 0 1,6-5 37,-7-5 1,5-3-1,2-2 1,0-1-1,-4-2 10,1-1 0,-2-2 0,-1-1 0,1 0-22,7-1 0,3 0 1,-2-2-1,-5-4 125,0-8 1,-5-3 0,-6-1-12,-6 1 1,-2-3 60,0-2 1,0-5-1,-3-1-4,-1-10 0,-5-5-94,-5-2 0,-2-5 0,-3 0-40,-5 7 1,-4 1 0,-3-2-8,-3-7 1,-4-1 0,-4 4-18,-2 2 1,-8 5 19,-14-5 0,-5 6-48,12 21 1,-5 3-57,-12-1 1,-8 0 0,-1 4-240,1 7 1,0 5 0,-3 0-415,-7-1 0,-3 0 0,2 4-756,8 2 0,2 3 0,3 1 1460,-13 6 0,8 0 0,11 0 0,3 1 0</inkml:trace>
  <inkml:trace contextRef="#ctx0" brushRef="#br0" timeOffset="78308">11148 6724 20162,'9'-39'666,"0"0"1,-2 3 0,0 10-264,-5 23-218,0 1-79,2 3 6,3 4 6,3 7 22,7 28-101,-7-4 0,-1 5-34,0 8 1,-1 3-536,-2-9 0,-2 3 1,0-1 465,-1-1 1,-2 1-1,0 0-145,0 5 0,0 1 0,-1-2-127,-1 10 0,-2 2-2941,-2-1 0,-2 3 0,1-7 2249,1-15 1,-1-3 0,-2 18 0,1-9-1,3-29 1</inkml:trace>
  <inkml:trace contextRef="#ctx0" brushRef="#br0" timeOffset="78909">10991 8433 13239,'-2'-8'4234,"1"1"-5787,6-33 0,4-6 1884,-1 16-74,4-23 1,4 2 1351,8 27-1481,2 2 949,10 2-954,-1 10-45,24 6-72,-18 5-23,-3 10 0,-1 4 2580,6 14-2636,-13-5 0,-3 3-72,0 28 94,-16-8 34,-20-9 1,-9-1 77,-19 12-1474,1-11 0,-2-3 1531,-11 0 97,13-16 1,2-5 540,-1-14-537,0-1 162,18-21 330,16-3-531,11-7 3356,19-2-3446,6 12-29,16 5-61,-1 14-11,7 12 28,3 10-249,-30-5 0,-1 3 136,21 22 1,-18 8-246,-22 6 235,-27 2 5,-1-29 0,-4-1-84,-6-1 1,-4-2-150,-2-3 1,-3-2-309,0-4 1,-2-2-919,2-2 0,1-4 1560,0-5 0,4-2 0,-5 0 0,11-5 0</inkml:trace>
  <inkml:trace contextRef="#ctx0" brushRef="#br0" timeOffset="79300">11243 7786 17844,'-45'6'404,"-1"0"1,1-1-1,0 3 1,0 1-1,3 4-200,-6 13 1,3 6-792,11-8 0,0 2 0,0 1 676,-1 3 1,0 2 0,0 5 2,2 4 1,-1 5-1,2 2 1,3-2-52,0 4 0,4-2 0,1 3-18,3-2 1,-1 3 0,3 0 0,7-3-6,10 6 1,6-3 0,3-4-31,-1 4 1,7-3-12,6-7 1,6-1 0,2-5-54,14-2 1,5-6-503,-5-4 0,4-1 1,1-3 466,6-1 1,3-3 0,1-2 5,3-2 1,3-3 0,1-4 24,-4-3 0,2-3 0,0-2 0,-2-2 94,-8-2 0,-1-1 0,0-2 0,-2 0 6,16-4 1,-2-1 0,-4-5 55,-8-5 1,-3-4 0,-5-1 66,2-12 0,-4-5-24,-10 8 1,-1-4-1,-3-1-15,-5-2 1,-3-3 0,-4 0-31,-3-3 1,-2 0 0,-4 0-388,-3 0 0,-4 0 1,-2 1 379,-3 2 1,-3 1-1,-4 2-11,-3 4 0,-3 1 0,-3 3-6,-3 3 1,-3 3 0,-2 2-94,-3 2 0,-2 3 0,-2 2-133,-3 3 0,-2 2 1,-1 3-412,-4 2 1,0 3 0,0 2-1159,-12-1 1,2 3 1744,-8 7 0,8 1 0,12 0 0,1 4 0</inkml:trace>
  <inkml:trace contextRef="#ctx0" brushRef="#br0" timeOffset="80287">7547 6545 21500,'-7'-37'67,"-1"1"1,-3-18 10,19 65-50,-1 2 45,28 22-23,2-2-592,12 6 567,-8-8 1,3 0-448,-8-7 1,0 1 432,7 5 0,2 1 14,2 1 0,1 1 20,-12-8 0,1 0 0,1 1-527,3 3 0,2-1 0,0 2 515,-3-3 1,0 1 0,1 0-1,-3-2-3,1 0 0,-3-2 0,2 2 24,11 7 0,2 1 0,0-1-17,-7-4 1,-1-1-1,2 2 2,-3-3 0,1 1 1,2 2-1,1-1 4,-2-1 1,1 0 0,2 0 0,-1 1 0,-1-2-5,6 3 0,-2 0 0,1-1 0,1 1-429,-4-4 1,0 1 0,2 0 0,-2-1 0,-1-2 445,3 1 0,-1-1 0,-2-1 0,-2-1-15,4 1 0,-3-1 0,2 0-90,3 0 1,1 0-1,-3-2 155,3 0 1,-1-1-18,-10-2 1,2-1 0,-4-1-51,-2 0 0,-3-2 854,21 12-624,-44-18 1095,-3 2-1224,-7-5 2662,0 0-2752,0 0 1054,0-2-1407,0-1-375,2 0-1450,3 1-1417,2 0 3545,3 2 0,-6-2 0,0-1 0</inkml:trace>
  <inkml:trace contextRef="#ctx0" brushRef="#br0" timeOffset="92019">15257 1696 17020,'11'43'1713,"1"11"-1520,-8-18 1,-1 2-841,2 7 1,-2 2 772,0 6 0,0 3-45,-1 3 0,0 6-37,0-15 1,-1 4 0,1 2 0,0 0-838,1 1 0,0 1 0,0 0 0,0-1 803,-1 0 0,1 0 0,-1-1 0,1 2 11,1 3 0,1 2 0,-1-1 0,0-3-133,0 3 0,-1-2 0,0 2 151,0-2 0,0 2 0,-1 2 1,1-1-272,-1-9 1,-1-1-1,1 1 1,-1 0 0,0 1 281,0 2 0,0 0 1,0 0-1,-1 0 1,1 1-205,0 2 1,-1 1 0,0 0 0,1 0 0,-1 0 178,0 1 1,0 1 0,1 0 0,-1 0 0,0 1-11,-1-10 0,1 0 0,0 1 0,-1-1 0,1 1 0,-1 0-8,1 0 0,-1 1 1,0 0-1,1-1 1,-1 1-1,0 0-60,0 1 1,0 0-1,0 0 1,0 0-1,0 0 1,-1 0 65,1 1 0,0 0 0,-1 0 0,1 1 0,-1-1 0,1 1-21,-1 0 1,1 0 0,0 0 0,-1 1 0,1-1 0,0 1 19,-1 0 0,1 0 0,-1 1 0,1-1 0,-1 1 0,1-1 1,0 1 1,-1 1 0,1-1 0,0 0 0,0 1 0,0-1-13,0 1 1,-1 0 0,1 0 0,0 0 0,0 0 0,1 0 6,-1 1 0,0-1 1,1 1-1,-1-1 1,1 1-1,-1-1 3,1 1 0,-1 0 0,1 0 1,0 0-1,-1 0 0,1 0 4,1 0 0,-1 0 0,1-1 0,0 1 0,0 0 0,0-1 2,-1 1 1,1-1 0,0 0 0,1 1 0,-1-1 0,0 0 29,1 0 0,0 1 1,0 0-1,1-1 1,-1-2-1,0-1-41,0-1 1,1-3 0,-1 0 0,0 0 0,1 5-5,0-5 1,0 4 0,0 3 0,0-1 0,1 1-1,-1-3 1,0-3 3,1 4 1,-1-4 0,0-1 0,0 1 0,1 4 4,-1-3 0,0 2 1,1 2-1,-1 1 1,1 0-1,-1-2 1,0-2-9,0 0 1,0-2 0,0-1 0,0 0-1,-1-1 1,1 1 1,-1-1 1,0 0 0,0 0-1,0-1 1,-1 1 0,1-1-5,-1 10 0,1-1 0,0 1 0,-1-1 0,0-1 4,0-1 1,-1-1 0,1 1 0,-1-2-1,0 1-4,0-3 0,0 0 0,-1-1 1,0 0-1,0-1-25,1-2 1,-1 0-1,0-1 1,1 0-1,-1-1-83,-1 9 0,1-1 0,-1-1 0,1 0-410,-1-6 1,1 0-1,0 0 1,1-2 516,1 14 0,0-1 0,-1-7 0,1-6 0,0-5 0,1-9 0,0 0 0</inkml:trace>
  <inkml:trace contextRef="#ctx0" brushRef="#br0" timeOffset="93138">17881 2149 10326,'0'-5'9606,"0"2"-7528,0 3-1433,8-50-197,-6 37-174,4-37-151,-14 50-50,-11 3-3359,-31 10 3314,8-1-11,3 0 0,-3 0-74,10-2 1,0-1 87,-8 2 0,1-1 36,4-2 0,2-1 146,-18 1 5,18-7 57,12-5-208,13 0 28,2 0 3233,6 3-3389,-1 1 277,1 3-216,2 6 5,1 9 12,2 9-17,-2 8 28,0 8 6,-3 3 5,-4 1-28,-2-4-17,-4-6 62,-2-5-28,4-14 96,-1-3 173,6-12 297,1-7-505,3-6-55,5-10-6,8-6-34,11-1 1,10 1 38,14 3-33,-13 10-17,16 4 17,-13 14 17,10 7-6,-5 11-16,-12 10-29,-16 19 29,-14-15-63,-21 21-167,-13-19-1831,10-15 0,-2 1 1212,-1-2 0,-1-1 716,-5 0 1,2-3-1,-2 3 1,1-6-1</inkml:trace>
  <inkml:trace contextRef="#ctx0" brushRef="#br0" timeOffset="93444">18146 2418 25601,'42'-11'487,"-15"3"-358,21-10-28,-7 3-90,-1 1-11,-2 1-84,-8 5-73,-16 6-1361,3 0 1518,-13 10 0,-2-5 0,-2 4 0</inkml:trace>
  <inkml:trace contextRef="#ctx0" brushRef="#br0" timeOffset="96832">19206 1898 15429,'0'-5'5123,"0"0"-8933,0 5 3980,-40-46 1339,21 44-1334,-13-7 0,-2 8 129,-1 52-182,15-22 1,1 3 338,-3 5 1,3 1-338,6-8 1,2 1-31,-2 6 1,4 1-74,5-4 0,6-1-97,12 2 0,5-4-202,13 7 119,1-18 1,4-5-89,23-9-873,-13-9 1,1-3 1172,-9 0 0,-2-4-20,5-4 1,-4-2 2260,3-7-1937,-6-6 38,-19 6-86,-4-3 138,-7 2-314,-8 1 3062,2 8-3218,-3 1-188,3 10-68,0 2 39,1 13 79,2 6 4,0 6 55,7 8 80,4-6-26,22 9 41,6-11 14,-5-15 1,3-7 142,9-16 1,0-5-50,-12 6 1,-1-2-766,11-16 0,-7-1 1090,-13 4 561,3-20-507,-23 27-198,-11-4-254,-3 23 17,-18 32 15,16-6-75,-1 9 0,0 2-6,4 6 0,0-2 0,1 4-857,-1 8 1,1 2-37,0 4 0,0 0-210,1 0 0,0-1 669,3-7 0,0-6 1,2-8-1,0-1 1</inkml:trace>
  <inkml:trace contextRef="#ctx0" brushRef="#br0" timeOffset="97891">20690 2050 23093,'-62'-11'106,"0"0"1,3 4-1,9 12-72,9 38-247,14-3 0,3 2 210,12-11 0,2 0 163,-6 6 0,6 1-269,18 6 0,11-5-227,22 2-78,-12-12 1,3-5 200,10-12 1,1-7 49,12-2-64,-7-5 0,0-4 202,-12-1 0,-1-2 53,5-4 0,-1-2 22,-8 0 1,-3-1 590,11-16-361,-20 11-90,-10 6-122,-13 11 743,-2 5-632,-16 9 341,4 2-458,-6 7-34,11-1-11,6-1 22,8-1 45,11-2 45,11-5-28,14-3-62,-2-6-1668,0-7 0,0-2 1657,3-4 36,9-7 1,0-6-131,-19 5 1,-1-1 107,6-2 0,0-5 73,0-15 0,-4-3-37,-9 8 1,-3 0-253,5-7 0,-1-4 297,-9 10 1,-1-3 0,-2 3 35,-2 0 1,0 0 2,1-15 1,-2 3-29,-2-1 124,-7 9-62,-3 24-208,0 5 18,-5 19-6,-4 23 0,-9 25 3,9-16 0,0 2 1107,-1 8 1,1 2-1111,0 4 0,2 0-37,2 2 1,3-1-34,1-3 0,4 1-129,7 1 0,5-2 60,2-10 0,6-3-270,19 4 0,8-6 235,-3-15 0,2-6-32,13-1 0,2-6 194,-8-11 1,-2-5 64,-3-3 1,-2-4-10,-12 3 1,-1-4 151,1-8 0,-4-1 191,-2-9 39,2-13-45,-20 18-73,-9 7 586,-2 10-675,-10 3 205,4 7-396,-5 3 971,6 9-1005,1 9-44,3 27-45,6-6-62,3 9-1518,19-1-2672,1-18 4347,7 5 0,-13-20 0,-9-9 0</inkml:trace>
  <inkml:trace contextRef="#ctx0" brushRef="#br0" timeOffset="98075">22205 1961 21002,'-2'-5'3540,"0"1"-3333,2 4-705,-14-29-1065,20 36-4845,-3-15 5560,21 39 0,-7-10 0,-5-10 0</inkml:trace>
  <inkml:trace contextRef="#ctx0" brushRef="#br0" timeOffset="98300">22914 2069 21887,'0'-3'3411,"0"1"-3134,-24-8 1,-13 1 142,-11 11-289,-2-7 1,-3 3-401,17 11 0,2 5 305,1 1 1,2 2-26,3 2 1,3 2-12,-12 27 11,18 5-50,22 2-57,22-2-55,-3-28 0,5-3-280,5-3 0,3-3-891,4-3 0,3-4 1322,9-4 0,-4-2 0,8-1 0,-4-6 0</inkml:trace>
  <inkml:trace contextRef="#ctx0" brushRef="#br0" timeOffset="108463">24879 2279 19165,'0'-8'3523,"0"3"-3106,-14-27 1,-8-2-94,-14 15-514,-1-16 1,-2 6 251,-13 32-15,17 5 1,-1 3-20,8 3 0,0 4-1962,-10 16 1,1 2 1933,-4 9 8,20-9 1,9-2 973,21-6-910,4-2 130,22-7 134,19-14-230,-9-4 64,-5-6 1,-1-4 125,1-6-105,7-3 3544,-19 4-3214,-17 6-431,-2 2 10,-6 3-72,-6 8 6,-6 12-28,-19 38-23,5-6-361,1 1 0,1 4 369,6-7 1,2 1-490,1-6 1,0 2 0,1-2 491,-2 12 1,1-2-1,2-3 1,-3 2-10,-4 0 0,-2 3 0,0-5 6,3-7 1,-1-1 2,-3 0 1,-3 7-1,-1-2 1,2-10-350,-19 12 347,17-19 0,0-6-110,1-18-145,21-34-1087,11-7 0,8-9 0,0 2 596,-2-2 1,4-1-1331,2 1 0,5-7 1,1 0-1,-2 6 1897,9-8 1,-2 5-1,-2 3 1,-3 4 0,8-6-1</inkml:trace>
  <inkml:trace contextRef="#ctx0" brushRef="#br0" timeOffset="109153">25336 2159 13791,'0'-5'7831,"0"1"-5274,0 4-2288,-23-28-134,19 25-45,-1 0-46,27 33-1683,-2-3 0,1 0 1628,9 14-293,-4 10 0,-4 1 315,-6-7-1019,-4 6 0,-9-1 1053,-26-13-1,-1-14 1,-5-2 112,-4-7 1,-2-3 66,-22-2 1921,14-12-1989,31-16 678,17-5-800,16-5-51,22-6 8,-11 18 1,4 2 1242,6-1 1,3 1-1330,6 0 0,3 1-103,-7 3 0,2 0 0,1 0-101,2 0 0,1 0 1,-1 0 146,-1 0 1,-1 0 0,-2 0 70,-4 1 1,-1 0 0,-5 0 52,0-1 0,-5-1 73,10-6 6,-23 3 10,-24 3 74,-16 4 195,-26 4-207,10 4 107,-23 8-40,15 8-39,-13 9-55,4 5-85,10 1-17,13-2 6,16-3 861,15-6-799,18-4-6,15-6 11,13-5 40,5-10-40,-12-3 213,9-16-56,-24 4 56,6-12 45,-19 9-11,-6 2-51,-4 6-89,-4 4-118,1 5 0,-2 3-62,0 5 0,-1 10-44,-2 13 0,1 16-118,0 13-135,3-24 1,2 4-2622,3 21 0,2 2 2924,-1-18 0,1-2 0,0 7 0,1-5 0,1-14 0</inkml:trace>
  <inkml:trace contextRef="#ctx0" brushRef="#br0" timeOffset="109599">26590 2633 22951,'17'-56'980,"0"0"0,-2 5 1,-3 9-500,-9 17-279,-1 10-57,-1 10-109,-4 15-8,-3 14 6,-3 19-12,-2 16-400,4-24 1,-1 1 382,0 4 1,0 1 0,-3 1 0,-1 0-1,0-1 1,-2-1-1,0-3 1,-1-3 14,-6 13-8,-1-5 10,15-29 12,1-2-6,12-26 16,8-17-27,7-23-6,-8 16 1,0-1-84,-3 4 0,1-3 90,1-7 1,0-5 0,0 3 3,1-4 1,1 0-5,-2 4 1,2-2 0,0 4 11,2-2 1,1 6-23,-1 6 1,1 4-14,20-14 16,4 14-6,4 12-5,4 11-16,0 16-29,0 13 17,-7 17 0,-10 12 0,-15 7 22,-21-1-16,-20-4-12,-6-16-201,-5-14 0,-4-6-1042,-20-1 330,16-6 0,1-5-4357,-12-15 4562,21-7 0,19 2 0,11 6 0</inkml:trace>
  <inkml:trace contextRef="#ctx0" brushRef="#br0" timeOffset="109977">27365 1874 24984,'39'11'405,"0"1"1,-4 3-1,-8 6-274,-21 8 1,-9 6-2834,-1 13 1,-2 1 2729,3-15 0,-2 1 8,-5 17 1,-3 0 496,4-19 0,-1-2-511,-1 8 1,0 0-7,1-7 1,1-2 952,-4 16-840,7-18 151,3-15-39,8-15 3111,5-13-3268,9-15 0,8-15 45,8-7 46,-14 27 1,1 0-137,0 1 0,2 3 17,20-11-110,-12 11 60,9 10-29,-12 14-16,12 9-17,-5 13-56,-2 10-213,0 7-767,-6 2 437,-13-15 0,-1-1 0,-3-5 0,0 3 0</inkml:trace>
  <inkml:trace contextRef="#ctx0" brushRef="#br0" timeOffset="110341">28533 2013 25993,'-40'25'93,"0"0"0,4-8 1,11 1 7,25 16-62,5-21 67,14 8 12,4-14 72,17-4-106,-12-6 258,11-18-213,-27 6 117,3-19-39,-15 9-28,-8-5-22,-6 4-112,-12 5-39,7 9-12,-8 3-39,13 9-134,-4 8-325,8 11-2610,3 29-241,5-10 2507,3 21 0,-1-39 0,1-1 0</inkml:trace>
  <inkml:trace contextRef="#ctx0" brushRef="#br0" timeOffset="110627">28550 2535 22128,'-4'0'3366,"1"0"-2481,3 0-862,-45 30 27,33-15 62,-18 28-67,42-30 95,36 1-95,-23-12 134,32-10-95,-35 2 291,12-15-263,-26 11 73,-8-13-146,-16 8-56,-10-6-28,1 8-503,-5 2-3188,10 6 3736,0 2 0,9 2 0,6 1 0</inkml:trace>
  <inkml:trace contextRef="#ctx0" brushRef="#br0" timeOffset="111095">18646 3474 23019,'63'-1'2,"1"-1"0,-1 1 0,0 0 0,1 0 1,-6 0-1,-4 0 0,1 0 0,4 0-779,-5 1 1,6 1 0,1-1 0,0 1-1,-3-1 1,-5 1 784,-2 0 1,-6-1-1,1 1 1,8 0-120,-3-1 0,6 1 0,4-1 0,4 1 1,1-1-1,0 1 0,-2-1 0,-3 0 128,1 1 1,-3-1 0,-2 0-1,1 0 1,2 1 0,1-1 0,4 0-34,-9-1 1,2 1 0,3 0-1,1 0 1,1-1 0,1 1-1,-1-1 1,0 1 0,-1-1 0,-2 1-1,-3-1 38,6 1 0,-2 0 1,-2-1-1,-1 1 1,0 0-1,1-1 1,2 1-1,2-1-60,-7 0 1,0 0-1,2 0 1,1 0-1,0 0 1,1 0-1,1 0 1,0 0 0,0-1-1,1 1 1,-1 0 106,0 0 0,1 0 0,0 0 0,0 0 0,1 0 0,0-1 0,0 1 0,1 0 0,-1 0 0,1 0 0,1 0 0,-1 0-36,-3 0 1,1 0 0,0-1-1,-1 1 1,1 0 0,1 0-1,-1 0 1,1 0 0,0 0-1,1 0 1,0 0 0,1 0-1,0 0-17,-6 0 0,0 0 1,2 0-1,0 0 1,1 0-1,0 1 1,0-1-1,0 0 1,1 0-1,-1 0 1,0 0-1,0 0 1,-1 1-1,0-1 1,-1 0-1,-1 0-7,6 1 1,1-1 0,-1 1 0,0-1 0,0 1 0,-1-1 0,-1 1 0,1 0 0,-2-1 0,0 1 0,-1 0 0,0-1 0,-2 1-5,3 0 0,-3-1 0,0 1 0,-1 0 0,-1 0 0,0-1 1,0 1-1,0 0 0,1 0 0,1 0 0,2 0-7,-4 0 0,2 1 1,0-1-1,2 1 0,-1-1 1,1 1-1,0-1 0,0 1 1,-1-1-1,0 1 0,-1 0 1,-1 0-1,-2 0-38,7 0 1,-2 0 0,-2 0 0,0 0 0,-1 0 0,0 1-1,1-1 1,1 1 0,2-1 0,3 1 39,-10-1 0,3 0 0,1 1 0,3-1 0,0 1 0,1-1 0,1 1 0,-1-1 0,1 1 0,-2-1 0,-2 1 0,-1-1 0,-2 1 0,-3-1 0,-3 1 0,12-1 0,-4 1 0,-3 0 0,-3-1 0,0 1 0,0 0 0,0-1 0,1 1 0,3-1 0,0 1 0,0-1 0,-1 1 0,1-1 0,0 1 0,-1 0 0,1-1 0</inkml:trace>
  <inkml:trace contextRef="#ctx0" brushRef="#br0" timeOffset="172812">20085 5212 22677,'9'-50'1072,"0"1"1,1-1 0,2-16-1,-3 12-646,-7 25-202,-3 14-191,1 8-66,-4 13 33,0 16-6,-8 26-11,3-11 1,-1 4-267,-2 10 0,-1 1 224,2-8 0,0 3-617,1-1 0,0 4 0,2-3-61,2-3 1,3 0-410,-1 16 1,6-3-3308,17 1 4453,16-26 0,-15-19 0,0-11 0</inkml:trace>
  <inkml:trace contextRef="#ctx0" brushRef="#br0" timeOffset="173144">20353 5033 14278,'-22'-46'1391,"0"1"0,0-1 0,1 1 0,-10-8 0,-1 2 0,-4 11-921,-17 10 1,-3 12-1706,10 4 0,-2 7 1421,-2 9 1,-4 7 0,5 2-100,-2 5 0,3 6-134,2 0 1,-2 3 0,4 6 64,4 10 1,4 7 0,3 4-17,7-7 1,2 3 0,1 3 0,2 4-1,5-8 0,0 5 0,2 1 0,1 1 0,1 0 0,2-3-335,0 13 0,2-2 1,3-1-1,4 1 319,2-10 1,2 3 0,2-2-1,4-3 1,5-6-27,12 5 1,7-7 0,9-7-310,10-8 0,10-6 0,4-5 1,-4-3 348,-11-6 0,-1-3 0,0-3 0,3-2 14,3-3 1,3-1-1,1-3 1,-2-3-1,-5-4 32,-3-5 1,-3-3-1,-3-4 1,1-3 92,-6 0 1,0-4 0,0-2-1,-2-1 1,-3 1-73,4-6 0,-3 0 1,-2-2-1,-1-2-153,2-7 0,-1-3 1,-2-1-1,-5 4 127,-4 3 0,-5 3 0,-2-2 26,-2-6 0,-2-1 1,-7 4 626,-8-2 1,-10 2-662,-8 8 1,-8 0 0,-1 4 344,-4 1 1,-8 6-739,0 13 0,-10 2 1,-2 4-1,2 3 360,-3 4 0,2 6 0,2-1 0,-11-6 0,6 2 0,22 6 0,0 1 0</inkml:trace>
  <inkml:trace contextRef="#ctx0" brushRef="#br0" timeOffset="174852">20899 5327 10774,'-57'4'1013,"0"0"1,0 1 0,0-1 0,0 0 0,-8 0 0,-1 1 0,4-1 0,10-1-303,2 0 1,7-1-220,8-1 1,3 0-230,-6-1-28,32 3 337,38 1-306,2-2 0,8 1-747,-2-1 1,4-1-1,3 0 560,-3 0 1,4-1 0,0 0 0,3-1-735,7 0 1,3 0-1,1-1 1,1-1 672,-7 1 0,1 0 0,1-1 0,0-1 0,1 1-369,3-2 1,1 1 0,0-1 0,-1 0-1,-2 0 365,3-1 0,-3 1 0,1-1 0,4 0-200,-7 1 1,4-1 0,1 0 0,1 0 0,-3 0 0,-4 1 208,6-1 1,-5 1 0,0 0 0,3 0 10,-8 1 0,2 0 1,2-1-1,0 1 1,-3-1-1,-3 2-6,6-1 0,-4 0 0,-3 1 0,-1 1 136,6-2 0,-3 2 0,-4-1-142,1 0 1,-5 1 1766,17-1-1615,-44 2 1824,-12 1-3230,-21 2 842,-4 0 390,-19 7 0,25-5 0,-8 3 0</inkml:trace>
  <inkml:trace contextRef="#ctx0" brushRef="#br0" timeOffset="175784">23191 5189 21059,'-12'-53'257,"0"0"1,4 6 0,12 7-222,21 17 0,9 6-11,0 4 1,1 3-1,2 2 0,0 4 180,-3 3 1,0 3-189,21 15 2,-31 10 1,-7 6 2,-5 28-8,-14-14 0,-8 2-3,-10-6 1,-7-3-239,-6 4 1,-3-2 237,-2-1 0,-1-1-8,3-6 0,1-2-3,7-6 0,4-2 518,-4 10-507,20-14 545,20-9-544,21-8-29,24-10-25,-17 1 0,0-2 2,-4 1 1,1-2-120,3-1 1,5-3-1,-1 0-1067,-2-2 0,1 0 0,-1 0 1112,0 0 0,0 1 1,0-2-99,6-4 1,1-2 0,-5 1-176,-2-3 1,-3 0 139,7-7 1,-3-1-76,-9 2 1,-5-2 203,-9 2 0,-7-1 1,-16-30 111,-8 30 1,-6 0 27,-9-2 0,-3 1-160,-6-1 0,-2 2 286,-5-1 1,-2 2 66,-3 3 1,-4 2 23,6 8 0,-3 2 0,3 2 747,-4 0 0,-1 3-852,1 4 1,-5 1 0,3 5 7,-7 6 1,-1 5-89,8-1 0,-2 3 1,0 2-27,-2 4 0,0 3 0,1 2-200,0 4 0,1 2 0,1 3 172,4 2 0,1 2 0,4 0 0,9-8 0,3 0 0,3 4-2,1 11 0,4 4 0,9-2-92,12-1 1,7-1 98,2-2 1,4 1-1,6-3 12,23 6 0,11-7-416,-10-12 0,5-3 0,3-2 387,7-1 1,3-1 0,3-3-2,-10-4 1,2-2-1,1-1 1,1-2-4,2 0 1,2-1-1,1-2 1,-1-1 19,2-1 0,0-2 1,0-1-1,-1-2 38,-2-2 0,-1-1 0,0-1 0,-2-3 36,-5 0 0,0-2 1,-3-2-1,-1-2-39,6-6 1,-4-2 0,-3-5 59,-10 1 0,-3-4 0,-5-2 2,2-19 0,-8-5-34,-9-3 0,-8-2-41,-5 19 0,-4 1 0,-3-1-6,-8-18 0,-7 2-23,-8 3 0,-8 5-48,9 20 1,-4 2 0,-1 2-96,-5 2 1,-1 3-1,-3 2-213,-2 2 1,-3 3 0,0 2-626,-2 2 0,0 2 0,-2 2 984,-4 2 0,-1 3 0,5 0 0,4 0 0,5 1 0,4 3 0,0-1 0</inkml:trace>
  <inkml:trace contextRef="#ctx0" brushRef="#br0" timeOffset="176194">22367 4913 18967,'-32'-31'960,"-1"1"1,1-1 0,-14-10-1,2 9-472,-9 10 36,8 12-395,14 6-7,14 3-105,10 4 47,5 5-64,8 10 137,11 9-109,4-1 53,13-1 0,8 0-322,-2-7 0,5 1 262,-2-1 0,8 2 0,2 0 0,-6-1-294,-3-1 1,-3-2 0,1 2 275,11 4 1,0 1 0,-10 1 15,-16 1 1,-12 3-252,-17 30 251,-15-25 1,-7-1-17,-10 3 0,-5 0-237,4-6 1,-3 0 0,3-2-785,-3 2 0,1 0 1018,-12 14 0,8-5 0,19-15 0,-3 10 0</inkml:trace>
  <inkml:trace contextRef="#ctx0" brushRef="#br0" timeOffset="176859">23997 6145 21152,'0'-48'1249,"1"-1"0,-1 0 1,-1-15-1,-1 3-1189,-1 18 0,-1 4 137,-6-17-155,-3 21-107,2 20-49,5 16 123,-1 23-540,0 24 565,1-9 0,0 4-553,-2 12 0,-1 3 556,2-14 1,1 2-1,-2 1-594,0 3 0,-1 0 0,0 1 540,-1 1 0,1 1 1,-2-1-82,1 0 1,-1 0-1,0-1-316,0 0 1,-1 0 0,0-1-1133,1 0 0,-1 0 0,1-3-1406,-3 10 0,2-2 2946,0 0 1,1-6-1,4-10 1,1-5 0</inkml:trace>
  <inkml:trace contextRef="#ctx0" brushRef="#br0" timeOffset="177452">23605 7203 22604,'-12'-41'334,"1"0"0,0 3 1,7 11-291,15 22 1,11 4 0,12 7-34,10 6-11,-6 3-3,-7 1 1,0 3-10,11 12 1,-13-6 0,-3 2-6,4 25 6,-19 3 33,-22 0 51,-16-7 11,-11-9 23,-3-10 217,-4-9-172,16-9 167,-2-7-73,19-10-89,4-3-101,5-4-56,12-1 34,10 2-18,12 3-38,10 4 28,10 10-29,7 12-292,-26-2 1,-1 3 303,0 3 0,-4 3-12,-3 2 1,-6 3-98,-7 1 0,-8 2 100,-11 3 1,-8 0-32,-10 1 1,-7-1-693,-9 2 0,-5-3 524,-3-3 1,-1-2-152,0-6 1,0-3-582,6-5 1,2-5-1213,6-4 1,4-5 1604,-14-7 0,23-1 0,14 0 0</inkml:trace>
  <inkml:trace contextRef="#ctx0" brushRef="#br0" timeOffset="177827">23531 6938 14387,'-5'-9'4946,"2"2"-4277,-24-20 0,-8 2-86,-7 21-964,-8-15 0,-1 8 549,15 29 0,2 11-536,-4 5 1,0 5 448,-1 6 0,3 9-35,12-7 0,1 7 0,2 2 1,1-5-44,3-5 1,1-3 0,1 4-4,1 0 0,0 5 0,2 0 0,5-3 0,6 8 0,5-3 0,2-4-482,1-1 0,4 0 485,6 6 1,6 3 0,6-7-8,0-21 0,5-6 1,5-1-13,9 1 1,7-2 0,3-2-1,-4-2-609,1 0 1,-3-4 0,5-2 638,-7-5 1,5-1-1,1-2 1,-1-2 0,-4-2 57,10-6 1,-3-4 0,1-3-243,-7 2 1,3-2 0,0-2 0,-3-2 237,-5-2 1,0-2-1,-3-3 1,-2-4-97,0-7 1,-2-7 0,-2 0 0,-5 1 58,-1 2 1,-4 1 0,-4-5 3,-4-3 0,-2-7 0,-4 1 0,-3 6 1,-3-4 1,-6 1-11,-5-10 0,-6-7 0,-5 8 24,-7 5 1,-10 4-112,2 14 1,-6-3 0,-2 3 0,1 5 68,-14-2 1,-4 8-22,-2 5 0,-6 4 0,4 3-110,-6 6 0,2 3-232,10 1 1,-1 2-1,1 1-995,2 3 0,1 1 0,2 2 1350,-12 4 0,5 1 0,19-3 0,4 0 0,-2 3 0</inkml:trace>
  <inkml:trace contextRef="#ctx0" brushRef="#br0" timeOffset="178236">23488 6797 14645,'-19'-35'3823,"0"0"0,6-12-3465,-3 5 0,3 2-117,15 8 39,4 14-173,0 12-51,4 6 67,8 24 0,1 11-22,6 22-68,-6-14 40,6 9 11,0-17 84,11 3 168,18-12-106,1-15-1823,-17-11 1,0-3 1676,17-7-11,-19 0 0,2-2-211,4-4 1,-1-1 148,-7 4 0,0 0-22,2-2 0,-4 2-51,-5 4-403,-8 6-1097,-5 8-8269,-3 16 8960,-8-6 0,-3 5 0,-2-15 1</inkml:trace>
  <inkml:trace contextRef="#ctx0" brushRef="#br0" timeOffset="179161">20308 6368 22381,'-29'-37'39,"1"0"1,1 3 0,13 13-19,27 30 64,4 3 100,13 2 1,6 0-724,-1-3 0,4 1 600,1 0 0,5 1 0,0 0-476,4 1 0,0-1 0,1 1 436,8 4 0,2 1 0,-1 0-712,-10-2 0,-1-1 1,5 4 706,-6 0 1,5 4 0,2 1 0,-1 0-1,-4 0 3,2 1 0,-4-1 1,1 1-1,1 1-14,-4-3 1,1 1 0,1 1 0,1 0 0,1 2-7,-2-2 0,3 3 0,0 0 0,-1 0 0,-2-2 0,-5-3-1,10 6 0,-7-4 1,7 3-3,-5-2 1,7 3-1,3 2 1,0 0 0,-4-2-1,-6-3-31,8 4 0,-7-3 0,2 2-61,-2-1 0,3 1 0,-2 1 1,-6-2-1089,5 8 1,-10-2-3734,-14-8 1,-8-2 3769,-4 5 1,-13-16 0,-1-10 0</inkml:trace>
  <inkml:trace contextRef="#ctx0" brushRef="#br0" timeOffset="180310">20395 6242 22948,'-43'20'552,"-6"9"-335,15 0 334,-12 9-148,-1 0-72,-1-3-39,4-5 21,6-9 197,7-8-61,5-10-116,6-9-296,1-8-105,4-10-97,5-6 19,6-6 35,13-2 45,5-1 56,11 3 250,6 4 100,6 3 107,6 3 95,8 4-87,8 4-508,-27 11 1,2 2 175,2 0 1,1 2-15,0 0 0,1 1-119,0 1 0,0-1-104,-4 0 0,-1 1 9,20-2-52,-20 0 71,-16 2 91,-12 0 48,-8-1 242,-8-1-441,-11 0 234,-12 1 108,-12 0 19,-6 7 80,-4 2 5,0 8 6,1 5 273,-2 7-401,28-11 1,0 1 441,-16 12-648,12-6 0,1 2-70,-8 12 0,7-4 1,1 0-153,-1 6 65,14-11 1,1 0-267,3 7-121,1 6-67,8-13 436,9 3-128,-1-20 111,4 3-84,-3-13 33,3-6 170,5-8 298,5-14-259,4-12 11,4-14-220,-10 22 0,0-1 268,3-1 0,1-2-1521,8-6 0,2 1 1577,-9 13 1,1 1-62,14-12 0,1 4 260,14 3 145,-21 13 0,1 3 354,19 3-135,-9 13-173,12 9-126,-14-2-131,17 15-1336,-20 2 1047,9 15 0,-21-17 0,-4 0 0</inkml:trace>
  <inkml:trace contextRef="#ctx0" brushRef="#br0" timeOffset="182425">25715 6488 27075,'1'-7'910,"0"2"-1121,-1 5-38,0 0-108,-18 52 181,6-7 85,0-7 0,0 3-174,5 3 1,3 0-254,1 15 372,2-23 1,4-1 10,24 20 198,10-32-277,11 2 289,-13-25 1,3-7-1263,21-12 0,1-6 1209,-11 7 1,5-4 7,-2-1 1,8-5 0,2-1 0,-6 2-7,0 1 0,-4 2 1,2-2-13,-5 4 1,1-1-1,0-1 1,-1 1 27,-3 1 1,0 1 0,-1-1 0,-3 2-154,2 0 1,-4 1-1,2 0 161,11-6 1,2-1 0,-4 1-38,4 0 0,-4 1-64,-4 3 0,-5 3-182,-6 5-1328,-13 9 1071,-19 15 0,0-6 0,-6 6 0</inkml:trace>
  <inkml:trace contextRef="#ctx0" brushRef="#br0" timeOffset="205126">19572 10225 19596,'7'-55'1428,"0"0"0,0 4 1,0 8-466,4 10-229,5 6-207,4 4-96,5 4-117,0 4-130,-2 7-49,-7 12 33,-6 17-6,-6 25-106,-6 3-405,-5-8 1,-2 5 309,-7 7 0,-1 2-760,0 1 1,1 2 215,4-16 1,0 1-1,3-3-2739,3 4 1,3-4 2625,7 17 0,2-27 0,2-17 0</inkml:trace>
  <inkml:trace contextRef="#ctx0" brushRef="#br0" timeOffset="205551">19822 9685 23964,'-52'-9'269,"0"0"0,1 0 0,-10-6 0,6 10-157,4 30 0,4 13-1401,8-3 0,2 5 1317,4-4 0,0 4 0,1 1-19,-2 5 1,2 2-1,0 3-4,6-1 1,1 4 0,0 1 0,3-5-12,0-1 1,2-3-1,4 5 7,5-3 0,1 6 0,3 1 0,3-2 1,5-9-5,12 11 0,9-5-5,0 2 1,4 3 0,8-12-10,3-21 0,5-9 0,2-4-19,7 0 1,1-6 0,2-2-505,5-5 0,1-4 0,1-2 520,-13 0 0,0-1 1,1-3-1,-1-1 25,0-2 1,0-1 0,0-3 0,-2 0 17,-1-2 1,-1-1 0,0-2 0,-3-1 26,11-11 1,-3-3 0,-3 1-21,-11 7 0,-3 1 0,-3-5 28,-5-3 1,-1-4 0,-3-2 0,-4 3-248,0-18 1,-7-1 223,-3 4 1,-2-3-1,-8 4-233,-6 13 1,-6 4 0,-4 1 215,-5 3 1,-6 3 0,-2 2-17,-4 3 0,-4 3 0,-2 3-12,-4 3 1,-3 3 0,2 2-8,-10-1 0,-3 3-138,5 6 0,-3 2 0,5 1-554,4 4 1,3 2-3182,-16 2 0,4 3 3890,5 11 0,29-4 0,16-6 0</inkml:trace>
  <inkml:trace contextRef="#ctx0" brushRef="#br0" timeOffset="206084">20417 10249 11376,'-51'-2'1480,"1"-1"0,6 1 1,9 0 1512,13-1-2501,14 2 1075,11 1-1259,4 2 908,21 2-729,24 0-336,-9-1 0,10-1-397,3-2 0,10 0 0,2-1 0,-6 0 251,-4 1 1,-4-1-1,5 1-275,-8-1 0,4 0 0,1 0 1,0-1-1,-3 1 274,-2 0 0,-2 0 0,-1 0 1,1 0-5,2 0 0,0 0 0,1 0 0,1-1-385,7 1 0,2-1 0,0 1 0,-2-1 387,-7 0 1,-1 1 0,-1-1 0,-2 0-67,10-1 1,-2 0 0,-5-1-193,-1 1 1,-5-1-98,-9 1 1,-8-1-5625,-9-1 5977,-14 2 0,-3 0 0,-2 1 0</inkml:trace>
  <inkml:trace contextRef="#ctx0" brushRef="#br0" timeOffset="206944">22530 10280 19059,'-45'-12'1764,"-1"0"0,9 0 0,8-3-1506,12-13 117,26-10-151,17 5-103,13 7 0,9 2-60,0 8 1,2 2-394,1-2 0,1 5 354,-2 10 0,-4 7 236,8 13-242,-21 5 1,-4 6-14,-9-3 0,-6 5 13,-9 17 1,-11 2-475,-8-10 0,-7-2 463,-10 8 1,-5-3 8,-1-9 0,-2-4-271,-5 1 1,-1-2 281,10-8 0,2-3-14,4-2 1,2-2 303,-4 0-298,21-10 39,16-1-45,7-2-5,33-3-15,-4-4 1,2 0-12,-9 1 1,4 0-37,13-4 0,8-1 0,-7 1-4,-12 1 0,0-1-10,3 0 0,7-2 0,2-1 0,-7 0-43,12-5 1,-3-2-465,-2 0 0,2-2 1,-5-1 508,-2 0 1,-5-4-30,-7-3 0,0-4 0,-6 3-27,-8 5 1,-2-2 119,1-11 1,0-5-1,-7 4 27,-9-14 2,-18-6 0,-9 0 3,-13 9-375,8 20 0,-5-3 0,-2 6 386,-10 2 0,-3 5 4,5 4 0,-2-1 0,-2 3-497,-3 2 0,0 2 0,-4 3 483,5 1 1,-3 3-1,-1 1 0,2 2 3,-10 2 0,1 2 0,1 2 72,1-1 0,0 1 0,2 4-86,2 4 1,2 4 0,1 4-12,4 5 1,1 4-1,2 1-13,1 0 1,2 1 0,2 4-1,0 7 0,3 3 1,7-2-1,7 2 1,8 0-15,4 12 0,11 2-27,9-18 1,5 1-1,1-2 11,-1 12 0,8-1-116,5-12 1,9 2 0,4-1 0,-1-8-215,2-5 0,2-6 0,3-1-336,3 3 0,4 0 0,2-1 0,-4-5 522,-1-3 1,-1-4 0,1-3 41,8 0 0,2-3 0,0-8 119,-13-7 0,1-5 1,-1-3-1,-2 2 125,1 3 1,-3 1 0,2-6 73,0-5 1,2-5 0,-2-3 0,-7 0 381,3-16 0,-8-1-445,3 0 1,-2-5 4,-12 10 0,-1-7 0,-1 0 0,-4 6-44,3-8 0,-4 1 41,3-9 1,1-6 0,-9 5 222,-11 0 1,-10 3-254,-3 3 1,-9 2-45,-16 1 0,-7 8-51,6 18 0,-4 6-24,4 4 0,-4 3 1,-2 2-182,-2 3 0,-1 2 0,-1 1-304,0 0 0,-1 1 0,0 3-1932,-6 2 0,-1 3 1,4 2 2446,-2 4 0,5 2 0,17-3 0,4-1 0,-4 4 0</inkml:trace>
  <inkml:trace contextRef="#ctx0" brushRef="#br0" timeOffset="207484">23196 11175 20318,'12'-47'1151,"-1"0"0,1 0 0,3-14 0,-2 8-433,-1 9-10,-7 19-478,-4 12-99,-2 8-58,-4 36-34,0-5 34,-4 28 0,-2 10-976,2-9 0,-1 3 923,-1 0 1,0 4-1,0 0-24,0-2 1,1 0-1,-1 0-17,0 1 1,1 0 0,0 0-25,1-1 0,0 0 0,1-1-189,0-3 1,2-1 0,-1-1-789,1-3 1,0-1 0,0-3-2601,0 7 1,0-3 3621,-1-3 0,0-6 0,1-11 0,1-4 0</inkml:trace>
  <inkml:trace contextRef="#ctx0" brushRef="#br0" timeOffset="208168">22699 12483 23836,'6'-47'310,"-1"0"0,1 4 0,6 12-165,26 33-111,-8 3 5,19 17-44,-14 8 10,-2 2 12,-10 0 0,-4 2-1490,-2 21 1464,-5-15 1,-6 2 5,-9-7 0,-5 0 54,-4-2 1,-4-1-44,-3-4 0,-2-1 17,-3-4 1,0-3 108,-24 10 91,3-14 397,9-12-359,8-13-50,12-11-40,8-7 672,10-3-772,11 0 290,9 4-346,11 7 17,6 7-23,5 9-11,4 15 5,2 14-183,-25-6 1,-1 3 174,-1 4 0,-2 3-8,-3 2 0,-4 2-17,-3 1 0,-7 1-6,-8 0 1,-6 0-4,-6-2 1,-6-2-15,-7-2 1,-5-4-26,-4-3 1,-3-5-71,-1-4 1,-2-5-136,2-6 1,1-7-350,2-5 0,3-6-1291,3-8 0,3-5 1265,6 0 0,4 0 1,-4-11-1,13 13 1</inkml:trace>
  <inkml:trace contextRef="#ctx0" brushRef="#br0" timeOffset="208502">22876 12149 16784,'-2'-5'4610,"0"0"-3874,-27-8 1,-10 4-803,-7 16 309,-7-9 1,-3 5-79,17 15 1,2 6-40,-3 3 0,-1 3-637,1 5 1,1 3 560,1 4 1,4 4-26,2 5 0,5 6-12,11-7 0,2 5 1,3-4-20,-2 5 0,5 0-18,7-3 0,3 4 0,6-5-133,9 0 0,7-4-146,-2-9 1,5 2 0,2-4-330,5-1 1,4-4 0,2-2-563,3-2 1,2-4 0,1-2 356,1-4 1,1-3 0,0-3 447,-2-3 1,-1-3-1,-1-3 166,16-6 0,-3-6 411,-6-6 0,-4-5-23,-5-6 0,-2-7-96,-11 0 0,-1-5 1,-3 1-70,2-4 0,-3-1-37,3-13 1,-3-4-108,-11 13 0,-2-1 1,-2 2-573,1-12 0,-1 0 130,-2 5 0,0-3 0,-6 3-3352,-11-11 1,-6 6 3937,7 21 0,-1 3 0,-6 2 0,1 6 0,8 16 0</inkml:trace>
  <inkml:trace contextRef="#ctx0" brushRef="#br0" timeOffset="210292">19690 10811 17081,'45'8'254,"-1"0"0,0 0 0,-3 2-72,-10 2 0,-2 2 8,1 0 1,0 2 8,-1 2 0,-1 1-391,0 2 1,-1 1 353,2 2 1,-1 1-277,1 3 0,1 1 223,2 2 0,2 1-25,3 2 0,1 2-14,4 1 0,1 0-304,-9-7 0,2 0 288,2 1 0,3 2 1,-2-2-583,5 3 0,0 0 567,-2-2 0,3 3 0,-1-1 0,-7-6 1,-1 0-1,-1-1-8,1 1 1,-1 0 0,0-1 13,0 1 0,0-1 0,-1-1 7,1 0 0,-1 0 0,0 0 21,15 11 0,1-1-12,-1-1 1,1-1-12,0 0 1,0-2-6,0-2 0,1-1-15,1 0 1,0-2-6,-1-1 1,2-2-15,-13-5 0,0 0 0,0-1 6,9 4 0,-1-1-9,-3-1 1,-3-1 2,-8-3 1,-5-2 290,2 1-252,15 12 422,-25-14-472,3 5 796,-16-10-774,-4-4 1445,-3-3-1243,-1-1-202,2 0 1,0 0-23,6-1 0,2-2 0,2-1-6,4 1-5,1 1 16,-2 2 1,-2 1 5,-1 4-5,-3 0-118,1 3-1731,-2 1 1843,-4-2 0,-2-1 0,-1-3 0</inkml:trace>
  <inkml:trace contextRef="#ctx0" brushRef="#br0" timeOffset="211225">23153 12175 8875,'-8'-6'9147,"2"1"-6766,6 5-1760,0 0 421,-36-4-369,28 3-321,-28-3-178,36 4 16,0 0 85,5 6 33,4 2-6,10 8-78,9 2-67,9 4-56,11 1-28,9 4-503,-25-12 1,1 0 434,3 1 1,-1 1-31,0 2 0,-2 1-215,-2 2 0,-5 3-174,-5 2 0,-7 3-2244,-13 3 0,-8 1 2658,-5 0 0,-5-3 0,-13 11 0,5-16 0</inkml:trace>
  <inkml:trace contextRef="#ctx0" brushRef="#br0" timeOffset="218629">20180 5412 8753,'-5'0'5507,"1"0"-6857,4 0-1176,-1-2 2512,7 8 1,-6-6 0,7 7 0</inkml:trace>
  <inkml:trace contextRef="#ctx0" brushRef="#br0" timeOffset="221150">23943 5535 17428,'-3'2'392,"0"-1"-2755,3-1 1276,1 3-2111,2 2 3198,1 3 0,0-3 0,-1-2 0</inkml:trace>
  <inkml:trace contextRef="#ctx0" brushRef="#br0" timeOffset="223018">23560 8189 7593,'-4'2'2414,"1"0"2280,3-2-4347,4-10-45,-3 7-218,2-6 68,-3 8 22,0-1 6917,0 1-7730,0-1-1747,11-2-7445,5-2 8525,3 1 0,-4 1 1,-11 3-1</inkml:trace>
  <inkml:trace contextRef="#ctx0" brushRef="#br0" timeOffset="223401">23488 8134 21170,'-2'5'-415,"-1"-1"-564,0-2-3559,-3 1-3801,1-1 8339,0 0 0,3-2 0,2 1 0</inkml:trace>
  <inkml:trace contextRef="#ctx0" brushRef="#br0" timeOffset="224159">20110 5785 25974,'3'6'-528,"-1"-2"149,-2-4 214,0 0-83,0 3 99,0 0 42,0 2 19,0-3-510,0-1 563,0 1-107,0 0-724,2 5 30,1-1-930,1 3 1757,8 1 1,-7-5 0,4 2-1</inkml:trace>
  <inkml:trace contextRef="#ctx0" brushRef="#br0" timeOffset="227676">29291 5225 7285,'-9'2'4083,"2"0"-2705,7-2 1781,0 0-2638,-2-18-191,2 12-111,1-15-6,5 14 11,5 0 28,6-2 11,2 1 34,2 0 11,-1 1-23,-2 2-4,1 0-18,-1 0-33,2 2-34,3-1-39,2 1-23,4 0-5,4 0-17,2 1-23,2 0-16,-1 1-3375,4 1 3347,-14 0 50,8 0 11,-13 0-11,6 1-11,-2 2 39,5 4-83,-10-1 3424,9 3-3391,-9-1 11,6 4-22,-1 0 44,6 6-55,-10-6 49,9 7 74,0-1-118,-5-4 62,14 7 56,-7-3-118,-5-3 34,8 4-29,-15-7-27,6 3 5,-3 1 17,1 4 6,-5-1-23,-3-1 45,1 0-6,-3-1-22,6 5 6,6 6-1,-3-3 18,5 9-29,-9-6 29,1 5 21,-3 7-83,-6-13 34,2 12 5,-7-14-17,3 10 6,2 1 33,4 12-33,-1-4-23,-1-3 29,-4 0 10,-4-8-5,0 12 51,-4 8-85,-3-17 45,-6 18-50,2-31 5,-5 18-5,4-12-3392,-5 16 3381,4-14 26,-4 21-21,7-29 29,-4 22-18,2-17 17,-6 17-11,0-8 0,-4 5-22,4-15 3374,-3 5-3363,-6 8-11,6-13 17,-7 15-6,11-21 0,-4 5 22,2-6-16,-4 4 5,-1-5 39,-12 9-67,2-7 11,-6 1 17,12-11-6,-12 4-10,7-5 10,-14 4 6,15-6-17,-9 2-11,5-3 11,-10 3-33,-16 3 22,8-4 11,-10 1 6,15-4 5,5-2-16,13-1 56,-7-2-57,16-1-10,-31 0 21,5 0-142,10-1 0,-1 0 132,-16 0 8,13-2 0,-1 1-14,-13-3 5,15 2 1,1-1 11,-18-4 11,11-2-23,14 1 1,-1-5 28,2-2 212,-2-1-229,-4-2-17,12 8 11,-16-8-5,16 7 83,-20-12-16,10 2-78,1-1 16,3 0 6,-1-3-12,15 12 18,-17-18-18,16 16 34,-19-24-11,10 11-5,-11-16-6,5 7-34,3 1 17,5 2 45,7 2-40,6 7 6,3-6 1,3 6 4,5-20-16,4 4 6,6-7-6,3 9-6,0 6 6,-3 9 40,5-4-34,-5 7 5,11-11-5,-1 1-6,4 1 5,2 1-10,-7 8 10,14-12-38,-11 11 15,11-11 52,-9 10-28,-7 8 0,6-4 5,-12 11 0,13-14-17,-12 10 1,5-8 33,-6 2 5,-3 2-21,-3 4 38,-3-1-39,-3 8 12,0-2-12,-2 4-6,-2 2-5,2 1-28,-5-1 23,-1 1 5,-4-3 5,2 2 18,-11-2-29,7 1 1,-26-2 27,6 3-28,-18 0-22,3 4-11,-2 3 28,11-1 17,-15 10-12,20-4 0,-6 2 12,1 2-6,12-5-6,-13 3 6,7-4 56,-8-4-56,11-1 12,1-4 10,12-5-16,11 2 5,-2-7-11,6 2-6,5-3 6,6-2 11,11-3 6,9 0-11,8 1-1,3 1-16,1 4 11,-9 3-11,29 3 11,-31 2 3,3 2 0,1 0-48,9 3 22,0 2 15,-12 2 0,-1 2-20,8 7 11,14 10 0,-19 2 11,-6 3 12,-4 5-17,-3 2 11,-6-7 0,4 16-11,-9-13 11,4 15 6,-9-8 6,-2-2-16,-3 0 0,-3-2-11,0-3-147,-6-2-149,3-8 311,-3 12 1,6-23-1,-1 8 1</inkml:trace>
  <inkml:trace contextRef="#ctx0" brushRef="#br0" timeOffset="277367">19307 14485 24137,'-4'-56'933,"1"1"1,0 6 0,-1 11-783,-2 26 20,1 13-154,1 14 25,-2 17-25,0 19-12,3-18 1,0 2-339,1 5 1,0 1 318,0 4 0,1-1-9,0-8 1,1 0-280,1 16 0,2-1-286,2-18 0,1-1-642,3 11 0,2-1-7272,15 8 8502,-2-17 0,-9-18 0,-8-9 0</inkml:trace>
  <inkml:trace contextRef="#ctx0" brushRef="#br0" timeOffset="277740">19483 14274 16432,'-23'-56'2160,"1"0"0,0 8 0,-3 6-1816,3 15 1,-2 6 86,-29-2-1076,-9 20 793,24 12 1,0 6-686,-7 10 1,2 5 603,5-3 0,0 8 11,5 7 1,-2 11-1,1 2 1,5-5-711,-1 3 1,4 4 638,7-12 1,-2 7 0,0 3 0,3 0 0,6-6-562,7 7 0,7-5 1,4 3 510,1-6 1,2 2 0,4 0 0,4-2-23,4-2 1,6-1 0,1-1-1,2-4-132,4 3 0,2-3 1,9-3 61,4-9 1,10-1-1,5-3 1,-1-2 0,-6-6-179,-7-4 0,-2-5 0,-1-2 0,3 1 305,2 3 0,5 1 0,0-1 0,-2-3 0,-3-5 12,-1-8 0,-3-4 1,-2-3-1,-3-3 36,1-6 0,-3-3 1,-1-1-17,1 1 0,-1 0 1,-3-7 15,-6-6 1,-1-7-1,-4-2 1,-4 1-34,-5-3 1,-5 0-1,-1-4 8,1-2 1,0-4-1,-2-1 1,-4 2 24,-5 8 0,-3 0 0,-3 1 0,-1 2-7,-4-14 1,-3 2 0,-4 2-1,-4 7 1,-4 3 0,-4 4-37,-4 6 1,-4 4 0,-3 4 11,-4 5 1,-4 3-1,-1 5-56,-4 2 1,-2 5-1,-1 2-301,-1 2 1,-1 2 0,1 3-1438,2 2 0,1 3 1,1 1 1784,-12 2 0,7 2 0,19-2 0,7 1 0,0 2 0</inkml:trace>
  <inkml:trace contextRef="#ctx0" brushRef="#br0" timeOffset="278458">20075 14741 15803,'-48'2'1176,"0"-1"0,-1 1 0,-8 0 1,11 0-531,15 1 10,58-1-371,3-3 1,7-1-57,16-1 1,5 0-1223,-10-1 0,2 1 0,2-1 1060,6 0 0,3 0 0,2-1-25,-12 2 0,1 0 0,1 0 0,0 1-20,4-1 1,0 0-1,1 0 1,3 1-18,-1 0 1,3 0 0,1 0-1,-1 0 1,-4 0 1,-3 0 0,-4 0 0,0 0 0,4 1-3,2-1 1,3 0-1,2 0 1,-1 0-1,-1-1-3,-4 0 0,-2-1 0,1 1 1,-2-1-1,-2 1-218,5-1 0,-3 0 1,0 1-1,1-2 256,5 1 0,3-2 1,-4 1-1,-10-1 146,-6 0 1,-10-2 66,-1-7-146,-35-2-44,-22-4-6,-19-2-25,14 10 0,-1 0 921,-4-2 1,-1 2-900,6 2 1,0 0 150,-16-5 1,0 0-76,15 6 0,-1 0-6,-12-4 0,-1 0-8,13 6 0,2 0 2292,-18-3-2312,17 5-11,17 2-73,14 6 23,29 9-28,-4-1-4,6 2 1,4 2-67,-4-2 0,2 1 44,9 4 0,3 4 27,-7-3 1,1 2 0,-2 0-11,2 1 0,-1 1-14,12 11 1,-6 3-63,-6 14-42,-21-18 1,-6 1-392,-11-1 0,-8-1-1362,-8 1 0,-5-3 1231,-3-2 1,-1-5 0,-2 1 0,16-16-1</inkml:trace>
  <inkml:trace contextRef="#ctx0" brushRef="#br0" timeOffset="279301">22617 14788 18919,'-1'-7'1691,"8"-25"1,7-6-1143,14 5-323,-3-9 1,4 1-299,0 23 1,2 5 185,3 1 1,1 3-51,0 1 1,2 4-29,6 5 1,-2 4-20,11 6-9,-21 3 1,-6 8-3933,-14 35 3930,-7-8 8,-13-11 0,-8 1-639,-11-5 0,-4-3 639,8-4 0,-3-1-696,-21 14 1,0-4 726,8-7-53,6-5 1,1-1 52,6-3 1422,2 2-1450,15-11 2189,15-4-2172,34-5 2829,-1-2-2930,22-5 0,4-1 39,-27 1 0,0 0-273,12-2 0,7-1 1,-3-1 210,7-4 0,0-1 15,-11 1 1,3-2-1,-1 0-22,-2-2 0,0-1 0,-1-2-21,-3 0 1,-1-2-1,-1-2 0,1-5 1,-2-2 0,-4 0 97,3-7 0,-5-1-64,-4 2 1,-9 1 122,-19-23 11,-23 32 1,-8 1 24,-2-1 1,-6 0-5,-7 4 0,-6 1 0,2 2-438,-2 2 0,1 3 403,-12-3 1,-2 3-309,7 9 1,0 3 299,-7 1 0,-5 3-291,17 3 1,-6 3 0,0 2 0,2 0 273,5 1 0,1 1 0,1 2 0,-2 2-8,-6 3 0,-2 4 0,2 1 0,5-1-7,4 2 0,4 0 0,2 3-97,-3 5 1,2 4 0,6 3 79,10 2 0,6 3 1,0-1-5,-7 9 0,6 4-162,13-11 1,4 7-1,3-1 1,1-7 99,5 1 0,5-2-98,4 10 0,4 5 1,6-6-349,12-3 1,12-7-21,-6-14 0,7-1 0,4-3 0,-4-2 146,1 0 1,-2-3-1,9-4 229,-7-6 1,8-2-1,3-2 1,2-2 0,-2-2-1,-6 0-1,5-3 0,-4-3 0,-1-1 0,4-1 213,-7 2 1,3-1-1,1 0 1,0-2-1,-1-2 1,-4-2 140,2-5 1,-2-4 0,-2-1 0,-3-1 0,-3 1-336,8-5 1,-5 0-1,-3-4 279,-2-3 1,-3-5 0,-11-3 147,-13-5 0,-11-4 0,-2 1-174,-3 7 1,-3 1-1,0-2-41,0-7 0,-1-3 1,-6 4 34,-8 5 1,-5 3 0,-5 5 15,-16-3 1,-7 5-56,8 8 1,-5 2 0,-4 3-150,1 7 0,-4 3 0,0 3 1,3 1-100,0 0 0,2 2 0,0 2-267,-9 2 0,-1 2 1,3 2 466,10 5 0,1 1 0,7 0 0,-21 3 0,19-1 0,0-1 0</inkml:trace>
  <inkml:trace contextRef="#ctx0" brushRef="#br0" timeOffset="280533">23147 15849 22223,'3'-47'1105,"1"0"1,0 0-1,-2 19-1088,-3 34 28,-2 10-6,-3 19-17,-1 22-28,4-18 1,-1 3-669,1 10 0,0 3 648,0-13 0,0 1 0,-1 1-115,1 4 1,-2 1 0,0 1-377,-2 10 0,-1 2 0,-1-4 183,0 4 1,-1-3-231,0-9 0,0 1 0,-2-6-920,0-8 0,-2-4-2641,-4 5 0,-2-2 3386,-13 10 0,11-23 1,10-14-1</inkml:trace>
  <inkml:trace contextRef="#ctx0" brushRef="#br0" timeOffset="281000">22684 16702 21224,'-42'-42'573,"0"-1"0,3 4 1,12 10-170,24 23-320,2 4 39,1 1-34,3 1 40,4 0-56,4 0 119,1-1-147,0 1-6,-3 0-17,0 1-11,0 4 17,2 5 0,0 6-11,-1-1 56,2 9 0,-4-5 61,9 7-95,-6-11 34,9 2 34,-2-6-35,6 1-32,-6-3 116,9 1-38,-8-5-12,8 4-22,-4-1 46,3 2-52,1 2-39,4 1 90,17 0-73,1-5-17,1-4-395,11-12 445,-5-8-2,-21 4 0,1-2-14,-4-1 0,-1-1 39,19-16-73,-19 5-280,-16 7-1283,-12 7 1524,-11 8 0,4 3 0,-4 2 0</inkml:trace>
  <inkml:trace contextRef="#ctx0" brushRef="#br0" timeOffset="281640">22744 17139 20795,'-3'-3'3047,"0"1"-2056,3 2-1013,41-22-12,-18 21 34,13-6 0,4 4-20,-5 15 1,-2 8-57,3 3 1,-3 5 19,-7 9 0,-6 2-283,-6 20 330,-28-22 1,-10-4 5,1-12 0,-4-1 25,-7 4 1,-2-1 22,0-2 0,0-2 92,-1-1 0,1-4 59,-9 3 349,1-11-80,30-17 78,2-10-369,13-3-23,19-5-128,8 12-79,18 5 33,-12 11 1,0 2 27,17 4-22,-1 6 1,-1 2 5,-3 4 19,-6-1 0,-1 4 151,-4 11-227,-8 9 24,-29 6-38,-17-17 1,-8-1-14,-5-4 0,-2-1-65,-2-1 0,-2-2-3,-5-5 1,-3-5-711,1-5 0,0-4 327,-1-1 0,1-5-784,-4-3 0,4-7 1233,13-7 0,5-1 0,-4-3 0,12-3 0</inkml:trace>
  <inkml:trace contextRef="#ctx0" brushRef="#br0" timeOffset="282008">22867 16878 21803,'-62'-7'584,"1"0"0,10 7 0,-2 3 0,6 3-472,6 9 0,2 3-735,-9 2 0,-1 4 642,-3 9 1,4 6-503,9 0 1,3 7 474,2 3 1,0 7-1,5 0-387,6-4 1,3 0 0,3 2 374,4-6 0,2 3 1,2-1-1,3-3 0,2 17 1,9-2-19,10-7 1,7 2 0,5-8-1147,15-4 0,4-5 1152,-11-6 0,1 1 1,5-7-72,7-7 0,6-8 1,1-3-329,-7-6 0,1-4 0,1-2 0,0 0 406,2-1 0,0-1 0,-1-2 0,1 0-21,-1-1 1,0 0-1,-1-1 1,-2-4 114,10-6 0,-2-4 0,-5-5 114,-7-4 0,-5-4 0,-1-3-73,-2-2 0,-1-2 0,-4-1-67,-3 2 0,-3-2 0,-6-4 65,-7-14 0,-8-5 1,-4 4-51,-3 17 0,-3 2 0,-1-2-21,2-8 0,-1-2 1,-5 4 25,-4 8 0,-4 4 1,-7 5-202,-15 5 0,-8 7 0,2 1 132,-2-6 1,-3 4-109,7 11 1,-7 2 0,0 3-1,4 3-1191,3 3 0,2 4 1,-1-1 1304,-4 1 0,-2-1 0,5 1 0,-4 0 0,7 1 0,-9 2 0</inkml:trace>
  <inkml:trace contextRef="#ctx0" brushRef="#br0" timeOffset="282875">19618 15627 14085,'-37'-42'2126,"-1"1"1,4 4-1,7 5-855,11 12-340,4 2-254,1-2-240,6 6-218,3 5-135,3 5-34,6 4 12,11 8 27,17 9-5,21 12-39,-19-8 0,2 1-445,-6-3 1,2 1 434,7 5 1,4 3-1,-2-1-681,8 6 0,2 1 661,-16-9 1,2 1-1,2 2 1,-3-1-510,9 6 0,-3-1 1,2 2 493,1 2 0,1 1 0,1 0-402,-10-8 1,1 1-1,0-1 1,1 1 412,3 3 0,1-1 0,1 1 1,0 0-11,3 1 0,1 0 1,1 0-1,3 1-226,-10-6 0,2 0 1,2 1-1,0 0 0,-1 0 1,-1-1 217,5 2 0,-2 0 0,0-1 1,0 0-1,0 0-117,-1 0 1,1-1-1,-1 0 1,-1-1 0,-1 0 110,7 4 0,-1 0 1,-1-1-1,-4 0-110,-1 0 0,-4-1 1,1 2 122,6 6 0,0 1 0,-6-3 0,-4-4 0,-6-3 0,8 18 0</inkml:trace>
  <inkml:trace contextRef="#ctx0" brushRef="#br0" timeOffset="283656">22194 16921 7710,'-27'-38'2530,"1"0"0,7 12 0,0 0-1212,-10-16 0,-2 1-761,11 14 1,1 3 1561,-11-10-1239,-16-5 103,15 16-569,-7 4 2144,22 15-2452,0 2 414,6 9-486,4 11 16,8 26-27,10 4 5,5 5-149,0-22 1,4-1 106,-1-3 0,3 1-332,4 9 0,2 1 349,0 0 0,-1 1 2,-3-1 1,-3 2-1,-4 5 1,-3 0 5,2 15 3,-15-21 0,-5-1 37,-13 5-7,-12 5-21,-8-8-12,-4-9-56,-2-5-453,-2-4-273,-8-2 0,25-10 0,0-1 1</inkml:trace>
  <inkml:trace contextRef="#ctx0" brushRef="#br0" timeOffset="293845">27231 15583 21136,'-43'23'260,"0"1"1,-1-1-1,3 4 1,-3 2 0,1 2-1,4-1-204,2 1 0,5 1 0,-2 1-1090,-6 5 0,-1 2 0,-2 3 1080,3 0 0,-3 5 1,2 0-1,1-2-610,-1 4 1,2-2 0,-1 1 570,5-6 0,-1 1 0,0 2 0,-1 0-17,6-5 0,-2 3 0,1-1 0,2-2 0,3-3-30,-9 13 1,1 2-394,5-6 0,-3 7 1,1 0-1,7-7-4483,5-2 1,5-4 4728,-6 10 1,5-6 0,9-10 0,7-27 0</inkml:trace>
  <inkml:trace contextRef="#ctx0" brushRef="#br0" timeOffset="294053">25611 16082 25001,'50'0'124,"0"0"0,-1 0 0,1 0 0,2 3 0,1 1 0,0 4 1,-2 4-114,2 8 0,-1 6 0,-2 2 0,0-2-1056,-5-4 0,-2 0 0,1 1 0,4 1 1039,2 1 1,5 3-1,3 0 1,1 1-1,-2-1 1,-4-2-109,-2-1 1,-2-3 0,-2 0 0,2 1 0,2 1-365,-4-1 0,3 1 0,1 1 1,1 1-1,-2-1 0,-1-1 1,-4-2 477,13 7 0,-4-1 0,-3-2 0,-3-2 0,-5-1 0,-3-2 0,-5-2 0,17 14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4:03:14.339"/>
    </inkml:context>
    <inkml:brush xml:id="br0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2099 2366 15132,'0'-8'2436,"0"2"-1954,-27-18 0,-11 1 196,-2 17-241,-15-7 0,-3 9-1170,23 23 0,4 7 833,-2 1 1,1 4 47,-2 10 1,4 4-62,7-4 0,3 4-1080,3-1 1,2 5 0,1-4 1000,0 2 1,4 1-8,10-3 1,3 3 0,3-7 911,11 6-905,5-7 0,8-3 6,13-15 0,4-6 39,0-3 1,1-3-344,7-3 0,-2-5 332,-19-6 0,-5-4 811,10-18-454,-28-6-243,-14 0-44,-25-3 28,-24 13-36,20 14 0,0 2 2990,-23 0-2910,7 8 1,2 3-140,6 2-34,1 1 0,5 4 68,13 5-107,5 7 1154,10-5-1339,16 6-761,16-5-2948,26 1 3243,-9-14 1,-1-1 0,7 0-1,4-5 1</inkml:trace>
  <inkml:trace contextRef="#ctx0" brushRef="#br0" timeOffset="209">2612 2790 23859,'-39'-1'277,"0"1"0,-23-2-255,73 0-10,16-3-197,24-6-90,0 1-1940,-2 1 1,2 1 2214,-11 1 0,-3 2 0,0-1 0,-2 1 0,8-1 0</inkml:trace>
  <inkml:trace contextRef="#ctx0" brushRef="#br0" timeOffset="467">1578 3482 23304,'54'-7'299,"0"1"0,0 0 0,4-2 0,0-1 0,0-1-213,2-5 0,0-1 0,0-1-962,-12 5 0,1-1 0,-1 0 0,1 1 895,-1-1 1,1 1 0,-2 0-1,-1 1-8,3-2 0,-3 2 1,2 0-10,8-2 0,2 1 0,-6 2 35,-11 2 0,-2 3-2684,10-2 1,-6 3 2646,-13 9 0,-20 0 0,-9 1 0</inkml:trace>
  <inkml:trace contextRef="#ctx0" brushRef="#br0" timeOffset="1626">5216 3183 16605,'13'-54'861,"0"0"0,0 1 0,0-1 1,0 0-1,2-6 0,0-1 0,-1 5 1,-5 12 95,-2-7-352,-4 15-420,-4 6-17,-3 20-156,-2 24-7,-2 20 18,1 7-529,1 6 0,-1 4 514,3-10 1,-1 1-9,-1 7 0,-1 3 2,0 11 1,0-2-3,4-23 0,-1-1 0,0 14 0,0-2 268,2 2-10,2-24-73,0-16 117,-1-17-195,-2-31-85,0 3 9,1-18 0,1-7-641,0 11 0,0-1 615,1-9 1,1-3 14,2 10 1,1-3 0,0 5-317,3 0 0,1 1 316,-1 5 1,2-2-1,0 4-9,3 1 1,1 5 16,13-16-12,1 21-16,-6 16 12,22 15-12,-4 17-9,-8 0 1,1 3 205,-1 8 1,-2 2-215,-4-3 1,-1 1-119,7 12 1,-1 2-251,-5-6 0,-1 2-612,-2-3 0,1 4 0,-1-1-905,3 6 0,-2 0-2072,-2 3 0,-4-3 3974,-2 5 0,-11-22 0,-4-15 0</inkml:trace>
  <inkml:trace contextRef="#ctx0" brushRef="#br0" timeOffset="2026">5439 3070 22890,'41'-48'16,"-1"0"1,5 1 0,2 9-14,-7 24 0,2 5-955,1-4 1,3 0-1,-3 0 955,1-2 0,0 0-3,-4 2 0,1-2 0,-2 0 138,3-3 1,-4 1-97,-7 1 0,-2 0 804,12-11-432,-19 5-184,-13 8 386,-12-1 1200,-5 8-1475,-4-3 500,1 6-668,2 2-122,4 1-29,2 4-22,3 1 22,5 13 1,8 5-6,14 14-6,14 4-9,-16-18 1,1 1-6,1 1 1,-1 0 2,15 14-26,-20-12 1,-2 1-81,-5 9-259,-1 14-710,-23-15-1300,-12-6-2565,-14-10 4940,-9-10 0,19-5 0,4-6 0</inkml:trace>
  <inkml:trace contextRef="#ctx0" brushRef="#br0" timeOffset="2193">6207 2786 21573,'-1'-40'836,"0"0"1,1 2 0,-1 11-793,1 24-66,0 4 72,0 14-10,3 14-18,-1 19-1774,0-10 0,-1 2 1562,2 18-435,-4-14 1,0 0-3705,1-8 0,1-1 4329,3 26 0,-2-11 0,3-35 0</inkml:trace>
  <inkml:trace contextRef="#ctx0" brushRef="#br0" timeOffset="3041">6939 2675 24458,'-56'0'173,"0"1"1,10-2 0,6 9-152,15 24 0,7 8-629,0 20 590,10-2-11,16-6-28,14-8 8,3-24 1,4-3-48,15 3-29,-5-10 1,3-5-17,-9-7 0,0-2 53,10-2 1,2-3 77,-1-3 1,-1-2 127,-2 0 1,-3-4 171,1-9 1,-5-2-56,2-2 144,-8-21 75,-28 30-18,-4-6 255,-1 4-407,-2 5-66,1 5-91,1 5-49,3 4-62,1 3 531,1 2-592,0 3 21,0 11 23,3 21 6,-1-5-12,7 21 6,5-18-11,9 6 0,8-9 0,5-8 11,8-14 11,-16-8 50,8-13 7,-17-8-29,2-12 45,-5-8 168,-4-11-123,-6 17 134,-2-2-105,-3 27-158,0 2 0,-2 11 0,-1 11 0,-4 16 0,-2 22 0,0-5 0,-1 8-497,4-8 1,-1 4 0,3 4-402,2-4 1,1 4 0,2 3-1,0-2 1,-1-2 607,1 0 0,0-3 0,1-1 0,0 1 0,1 0 0,1 1 1,0-3-1,0-9 0,7 18 0</inkml:trace>
  <inkml:trace contextRef="#ctx0" brushRef="#br0" timeOffset="4242">8298 2639 14096,'0'-5'8245,"0"2"-6431,0 3-1618,-62-30-106,36 30 8,-25 0 0,1 8-1243,17 24 1173,0 2 0,1 4-20,9-3 1,3 1-130,3 0 1,1 0 97,2-2 1,6-1-207,27 17-177,9-30 0,5-4-14,22 11-166,5-14 1,4-6 48,-26-6 0,1-1 301,15-1 1,-2-1 73,8-3 1122,-8-3-556,-36 2 55,2-1 292,-20 3 122,-4 1-548,0 2 532,-4-1 93,6 2-670,-1 0-16,4 0-203,6-1 74,7-2-40,15-6-56,2-1 1,3-1-15,1-2 0,2-1-475,12-7 1,-1-1 468,-13 6 1,-1-3 55,15-19 1,-4-3-54,-21 18 1,-2-4 29,6-13 0,1-8 1,-4 1-11,-7 1 0,-3-1-18,-2 2 0,1-3 1,-3 2 33,-1-6 1,-5 3 44,-4 7 1,-2 3 14,-4-11 100,-11 18-100,-4 22-84,-3 10-6,-7 18-12,11 7 12,-9 28-25,16-11 0,2 4-1544,1 4 1,1 2 1540,0 2 0,3 0 2,6 3 1,5 0-353,6 1 0,3-2 355,-5-9 1,5-1-168,8-3 1,5 2-1,1-8 151,5-10 0,3-5 8,16 8 0,3-6 6,-10-14 0,1-11 39,11-26 0,-4-8-37,-23 16 1,-2-3 16,11-26 1,-7-2 17,-15 0 117,-1-4 50,-8 15 2363,-6 18-2436,-4 11 1675,-2 11-1809,-6 8 866,-3 13-861,-1 10 50,3-1-71,3 21-7,7-25-83,9 24-717,18-16-1984,20-3 673,-2-9 1389,6-14 1,-33-9 0,-1 0-1</inkml:trace>
  <inkml:trace contextRef="#ctx0" brushRef="#br0" timeOffset="4433">9709 2365 20806,'-5'-1'3417,"0"-1"-3165,5 2-572,-47 28-682,53-5-1452,-23 26-1377,40-29 0,9-2 2983,20 14 0,-17-12 0,-16-9 0</inkml:trace>
  <inkml:trace contextRef="#ctx0" brushRef="#br0" timeOffset="4645">10267 2582 26060,'-42'14'191,"1"0"1,-1 0 0,-17 9 0,5 4-167,19 5 1,5 1-296,6-6 0,2 0 272,2 12 1,7-1-31,10 9 0,9-14 0,7-3-53,12-10 0,7-5-261,12-3 1,6-4-1561,10-4 0,5-4 1902,-12-4 0,1-1 0,-5 0 0,-3 0 0,-3 0 0,-3-2 0,0 0 0</inkml:trace>
  <inkml:trace contextRef="#ctx0" brushRef="#br0" timeOffset="5100">5204 4317 11204,'-52'13'-49,"1"0"1,0-1-1,-1 1 1,-5 1-1,2 0 1,8 0 479,9-1 0,10 0 437,13-1 1144,67-8-962,-4-8 0,8-2-1840,-2 0 1,6 0 0,2 0 1066,-4-1 0,2 0 1,2 0-1,2 0-109,-5 0 0,2 0 0,2 0 0,0 0 0,2 0-234,-5 0 0,3 1 1,0-1-1,0 0 1,0 0-1,-2 1 105,-7 0 0,-2 0 1,-1 1-1,1 0 0,3-1 1,4 0-34,-8 0 0,3 0 0,3 0 0,2 0 1,1 0-1,0-1 0,0 1 0,-1 0 0,-1 0 1,-2 0 23,2 0 0,-1 0 0,-2 1 0,-1-1 0,1 1 0,1-1 0,2 0 0,3 0-99,-4 0 1,2 0 0,3 0 0,0-1 0,2 1 0,1-1 0,-1 0 0,0 1 0,0-1-1,-2 1 1,-1 0 75,0 0 1,-1 0 0,-1 0 0,0 0 0,0 1 0,-1-1 0,0 0 0,0 0 0,1 1 0,-1-1-14,1 0 1,-1 0 0,0 1 0,-1-1-1,1 0 1,0 0 0,1 1 0,-1-1 0,2 0-1,0 0-21,-1 0 1,2 1-1,1-1 1,0 0 0,1 0-1,0 0 1,-1 0-1,-1 0 1,-2 0 0,-1 1-1,-2 0-66,10-2 0,-3 1 0,-2 0 1,-1 1-1,0-1 0,2 0 1,3 0 92,-3 1 0,4-1 0,3 0 0,1 0 0,-1 0 0,-3 0 0,-4 1 0,-6 0 0,-8 1 0,8-1 0,-10 1 0,3 0 0,2 0 0,0 0 0,0 0 0,-1 0 0</inkml:trace>
  <inkml:trace contextRef="#ctx0" brushRef="#br0" timeOffset="7462">6374 5861 21870,'0'-7'2369,"0"2"-2346,0 5-6,0 0-17,-28 30-45,21 31-1066,-7-10 0,2 4 655,11-13 1,4 3-1,0-1-1363,0 2 1,0 0 0,0-1 1818,1 14 0,0-5 0,-1-17 0,0-5 0,0 4 0</inkml:trace>
  <inkml:trace contextRef="#ctx0" brushRef="#br0" timeOffset="7855">6514 5615 16997,'-44'-23'898,"0"0"1,0-1-1,1 5 1,-1 1-1,1 6-458,-18 7 0,0 9-1078,20 3 0,-1 4 0,2 3 776,-2 4 0,1 4 0,2 4-51,-1 5 1,2 3 0,2 1-602,-7 10 1,4 6 542,14-8 0,0 6 1,2 1-1,4-1-324,2 2 1,4-2 0,0 5 285,0 0 1,0 5 0,2 1 0,4-3-5,5-7 0,3-2 1,3 0-1,3-1-17,5 14 0,5-1 1,6-3-33,5-3 1,7-3-1,6-5-3,-7-15 1,5-2 0,2-3-1,3-4-384,5-2 0,3-3 0,2-4 0,1-3 386,5-3 0,2-4 0,1-4 0,0-2-100,-11-1 1,1-2-1,0-2 1,0-2-1,-1-2 173,0-2 0,0-2 0,-1-1 1,-1-2-1,-3 1 11,2-1 0,-3 0 0,-1-2 0,0-5 55,-3-3 0,2-5 0,-2-2 0,-3 0 1,-5 3-44,-2 1 1,-7 2-1,1-6 10,-2-7 1,2-7 0,-2-4 0,-3 0 0,-7 4-67,-7-7 1,-8 3-1,-2-3 41,0-2 0,-2-3 1,-4 0-1,-4 5 5,-5 11 1,-3 2 0,-4 3 0,-3 3 15,-14-7 0,-6 4 1,-4 7-28,9 12 1,-2 5-1,-3 2 1,0 4-32,-3 2 1,-2 3 0,-1 3 0,3 2-18,-6 0 1,2 3 0,-2 4-458,2 3 0,-4 4 0,2 3 0,5 1 444,7 3 0,4 2 1,0-1-1,-3-3 0,1 0 1,5 0-1,12 3 1,-1-1-1</inkml:trace>
  <inkml:trace contextRef="#ctx0" brushRef="#br0" timeOffset="8713">7022 6170 17989,'-46'5'838,"-1"-1"1,1 1 0,-2 0 0,22-3-632,51-5-14,27-1 1,12-2-97,-17 2 0,3-1 0,2 0-1180,1 1 0,3-1 0,2 0 0,0 0 1116,-6 1 1,1-1-1,1 1 1,1-1 0,-1 0-3,4 0 0,0 0 1,0 0-1,0 0 1,1-1-188,0 1 1,0-1 0,0 0 0,1-1 0,-2 1 176,0-1 0,-1 0 1,0 0-1,0 0 0,-1 0 71,-3-1 0,-1 1 0,0 0 0,0-1 0,2-1-70,4-1 0,3-1 1,0-1-1,-2 1 1,-5 0 12,10-3 1,-5 1-1,0-1 41,5-2 1,0 0 0,-13-1 158,-2-12 21,-36 3-217,-33 0 1912,-25 2-1948,3 11 0,-4 2 2,13 3 1,-2 1 33,-19 0 0,0 2 1066,17 2 1,1 1-1036,-9-1 0,0 1 16,4 0 1,2-1 720,6 1 0,2 0-605,-13-3-84,19 2-74,18 1 7,22 1-18,23 1-19,-4 2 0,4 2 6,10 0 0,3 2-1,7 5 1,-1 1 52,-9-3 0,-1 4-65,-6 2 1,1 3-1,-4 1-1,-4 2 1,-1 3-21,10 8 0,-5 6-135,-19 2 1,-8 0-272,-3 16-4496,-23 4 1,-6-4 3388,1-14 0,1-5 1,3-6-1,11-23 0</inkml:trace>
  <inkml:trace contextRef="#ctx0" brushRef="#br0" timeOffset="9711">9899 5647 24083,'-1'-45'222,"1"0"0,3 4 0,9 6-191,22 20 0,6 7-20,18-4-6,-11 7 1,1 5-224,-15 6 1,-2 4 217,5 2 0,-1 5-9,-6 12 1,-6 6 5,-10-3 1,-6 1 2,-10 10 0,-6-2-517,-20 14 511,1-23 1,-4-2 16,4-8 0,-1-2 6,-11 8 0,-1-1-6,12-8 0,1-1 6,-18 10 229,29-14-179,14-8 34,12-1 22,30-3-106,-2-4-14,16-3 0,4-3-433,-26 3 0,1-1 411,11-2 1,5-1-1,-2-1-29,7-2 1,1-1-110,1 0 0,5-3 0,-2 1-510,-7 0 1,-2-1 0,1-1 332,7-3 0,0-2 0,-4 0 34,-2-2 1,-5-2-374,2-10 1,-7-4-164,-17 5 0,-7-3 371,1-20 0,-14-5 438,-17 15 1,-11 0 0,-3 4 93,0 4 1,-4 4 0,-3 2-323,-4 0 1,-4 3-1,-4 7 497,-3 10 1,-4 8 0,1 2-1,3 1 1,1 3 0,-5 3-320,-5 2 0,-6 3 0,-1 2 0,3 2 208,4 0 1,2 2 0,0 1-1,1 1-77,0 1 1,1-1 0,1 3 0,1 2 37,1 4 1,0 2-1,3 2 1,2 0 4,-2 5 0,3 2 0,1 3-6,7-5 0,-2 1 0,3 2 0,6 4-73,4 2 0,5 3 1,4 1-1,7-2 8,5 7 0,8-2 1,9 0-7,12 7 1,11-2-1,4-6-234,-2-15 0,3-5 0,5-3 224,4-3 0,6-1 0,3-3 0,2-3-195,-2-3 1,4-3-1,1-2 1,0 0-1,-2 0 182,-9-1 1,-2 1 0,-1-1 0,3-1 0,5-1-1,-4-2 0,5-1 0,3 0 1,2 0-1,0-2 0,-1 0 0,-4-1 1,-4-1-19,6-2 1,-6-1 0,-1-2-1,0 0 1,2 0 30,-2 2 0,2 0 1,1-1-1,-1 0 0,-1-1 1,-2-3-13,0-2 0,0-2 0,-2-1 0,-3-2 0,-4-1 93,7-7 1,-6-3 0,-1-3 13,5-5 1,-2-5 0,-9-6-67,-15 4 0,-7-5 0,-3-1 1,-2 2-25,-2 2 0,-3 1 0,-6-4 10,-10-10 0,-7-7 0,-4 1 0,0 11-11,-4 0 0,-8 5-26,3 12 1,-7-3 0,-5 0 0,0 3 0,0 8-105,-12 3 1,-1 10-1,-5 1-352,9 2 1,-5 0 0,-2 1 0,1 2 0,4 2-1877,3 4 0,3 2 0,1 2 1,0 1 2343,-16 2 0,0 2 0,12 0 0,-9 2 0,25-2 0</inkml:trace>
  <inkml:trace contextRef="#ctx0" brushRef="#br0" timeOffset="11779">10236 6585 20005,'2'-44'1306,"-1"0"1,1 0-1,0-12 1,-1 14-1257,1 28 0,-1 21 147,3 20 94,2 35-171,-1-12 1,0 9-575,-2-12 1,0 5 0,-1 3 0,-1 2 466,-1-4 1,0 2-1,-1 2 1,-1-1-1,1-1-615,0 7 0,0-1 0,0 0 1,-2-1 588,0 1 0,-1 0 1,-1-1-1,1-2-406,-3 5 1,1-3 0,-1 1 226,2-11 0,0 2 0,0-1 0,0-2 0,0 0 0,0-2 0,1-2 0,-2 13 0,0 1 1</inkml:trace>
  <inkml:trace contextRef="#ctx0" brushRef="#br0" timeOffset="12678">9899 8510 19682,'-12'-62'799,"1"0"0,1 5 1,9 8-604,22 5-107,15 11-67,-4 22 1,4 4-34,-2 7 0,0 3-373,2 0 0,-1 5 389,1 10 1,-4 6 5,-9 0 1,-2 4-4,2 7 0,-3 4-5,-6 2 0,-7 2 11,-8 0 0,-5-1-9,0-9 1,-5-1 30,-17 12 1,-5-3 24,8-16 1,-3-1 72,-11 7 1,-1-2 103,9-13 0,1-4 708,-20 1-482,15-17 12,15-12-342,14-13 29,17-6-124,13-2 488,14 5-499,5 10-11,-7 11-1,14 14 7,-15 14-12,13 15 0,-14 13-16,-11-4-23,-14-7 0,-4 2 0,-15 18 19,1-13 1,-4-2-483,-16 12 371,-1-19 0,-2-3-116,-3-4-736,-9-5 1,-2-6-3241,-8-14 3564,19-2 1,3-2-1,1-5 1,18 0-1</inkml:trace>
  <inkml:trace contextRef="#ctx0" brushRef="#br0" timeOffset="13038">9978 8040 12401,'-55'-8'521,"-1"-1"0,-3 7 0,2 7 446,5 15 1,2 7-841,13-4 0,0 2 0,1 4-40,-1 4 1,1 3 0,2 3 46,0 6 1,3 4 0,3 2-127,8-9 1,2 3-1,1 0 1,2 2-7,2 1 1,2 3 0,2-1 0,3 1-9,3 0 1,3 1-1,2-1 1,1-2 3,0 4 0,3-2 0,8 0 6,8-2 0,8 1 1,4-2-1,2-7-6,5-2 0,3-8 0,4 1-91,2 1 1,5 1 0,2-3 0,1-5 93,-3-8 1,1-5-1,0-3 1,1-2 0,2-3 1,1-2 0,-1-3 0,0-3 74,0-3 1,0-2-1,-1-2 1,-1-4-52,-3-2 1,-1-3-1,-2-2 1,-2-1-19,2-1 0,-3-2 1,-3-7 59,-6-4 1,-2-5 0,-2-4-1,-7 2-23,-5-2 0,-7-1 0,0-4-79,0-1 1,1-4 0,-3-2-1,-6 1 52,-5 6 0,-5-1 1,-2 1-1,-3 0-9,0 0 1,-4 0 0,-1 0 0,-3 2 126,-2 2 0,-3 0 0,-3 2 0,-1 2-125,-12-9 0,-4 3 1,-4 5-24,-3 5 1,-4 4 0,-2 4-101,-3 5 0,-3 3 0,0 5-290,13 6 0,-1 2 1,-1 2-1,1 1 402,-5 3 0,-1 2 0,2 0 0,5 1 0,-12 0 0,6 1 0,5 3 0,0 1 0</inkml:trace>
  <inkml:trace contextRef="#ctx0" brushRef="#br0" timeOffset="13878">6360 7006 12287,'-6'-4'8183,"1"1"-8043,5 3-11,-24-25 16,26 23-3887,10-6 3910,19 24 3,5 3 0,3 1 62,-4-1 0,2 1-133,13 7 1,4 3-43,-14-8 0,1 0 0,0 2-347,5 2 1,1 1 0,0 2 353,5 3 0,-1 1 1,2 1-324,-11-6 0,0 0 1,1 2-1,1-1 287,2 4 1,1 0-1,1 1 1,0-1 12,-7-4 0,1 0 0,0 0 1,0 0-1,1 0-37,2 1 1,1 0 0,1 0-1,0 0 1,1-1-205,1 1 0,2 1 0,0-2 0,0 1 1,1-1 206,2 0 1,0 0 0,0 0 0,1-1 0,0 0-99,0 0 0,1-1 1,0 1-1,0-2 0,-1 1 80,0-1 0,-1-1 0,0 0 0,1 0 0,0 0-623,-5-3 1,0 1-1,0-1 1,1 0-1,-3-1 1,-2 0 632,7 2 0,-2-1 0,-2-1 0,-1 0 0,7 3 0,-1-2 0,-10-3 0,6 2 0</inkml:trace>
  <inkml:trace contextRef="#ctx0" brushRef="#br0" timeOffset="14538">9718 7624 17075,'-3'-6'4212,"1"0"-2828,2 6-342,-12-64-802,9 47-145,1-26-3336,28 81 3264,0 3 7,-2-10 1,3-2-1053,5-4 1,1-3 1054,-6-4 1,2 0-83,15 4 1,1-5 146,-13-10 0,1-4 120,14 0 1,3-4-93,-9-5 1,-1-3-13,6-5 1,-3-2-3,11-14-9,-24 10 1,-3-1-3,2-2 1100,-4 1 1,-3 0-1151,-5 4 2970,5-6-3223,-21 20-154,-1 8-1895,-5 11-7580,-9 21 8381,4-10 1,-3 3 0,10-23 0</inkml:trace>
  <inkml:trace contextRef="#ctx0" brushRef="#br0" timeOffset="15162">9127 8445 22756,'-41'-32'399,"0"1"0,3 0 1,11 11-400,25 20 109,7 7-93,1 1 35,17 12-23,12 2-9,2-3 1,3 2-308,-3-2 0,0 1 302,7 4 0,-2 2 8,-16-4 1,-5 3 33,-4 26 142,-23-9-162,-10-14 1,-8 0-7,-10 2 1,-4 0-275,1 2 1,-1 1 97,-6 3 1,2 1-1410,13-6 0,4-1-2316,-9 18 3259,12 1 1,17-38-1,3-2 1</inkml:trace>
  <inkml:trace contextRef="#ctx0" brushRef="#br0" timeOffset="31196">1129 11621 25287,'-12'-26'443,"22"5"-404,20 14 0,8 5-20,-1-1 1,2 2-396,-1 3 0,0 4 384,0 2 1,-1 5-297,-1 6 1,-2 5 275,-1 5 1,-4 5 0,-2 6 0,-5 3 13,-3 4 1,-5 2-376,-4 4 0,-3 1 364,-3 1 1,-2 0-143,0-1 0,1 0-813,0-4 0,3 0-910,1-5 1,2-2 1873,4-2 0,1-4 0,2 5 0,-1-10 0</inkml:trace>
  <inkml:trace contextRef="#ctx0" brushRef="#br0" timeOffset="31396">1246 12323 24531,'33'-39'-1856,"0"-1"0,6 1 1,3 7 1855,3 15 0,-1 5 0,17-7 0,-24 8 0</inkml:trace>
  <inkml:trace contextRef="#ctx0" brushRef="#br0" timeOffset="31586">2235 12132 25051,'36'-13'0,"0"0"0,22-9 0</inkml:trace>
  <inkml:trace contextRef="#ctx0" brushRef="#br0" timeOffset="36772">5115 11613 22711,'-30'-39'253,"0"0"1,0 2 0,1 14-203,-2 37 10,-14 18-47,17-6 0,0 5-1364,-3 8 1,1 4 1340,-2 7 1,3 2-6,2 6 0,3 0 260,5-13 1,4 2-285,8 1 1,5 6 0,2-8 24,2-14 0,4-1-63,8 30 1,10-6-18,1-34 1,2-6 36,0 2 0,4-3-126,25-7 0,5-8 101,-12-7 0,1-6-424,-2 2 0,3-3 0,-2-3 512,-6-2 1,-2-2 0,-1-2 44,-3 1 0,0-2 1,-3 0 78,10-11 1,-5-1 38,-10 6 1,-5 0 1256,1-17-1180,-20 15 117,-14 15-297,-10 12 444,-11 15-467,-6 13 1838,6 2-1859,-10 24-29,23-12-5,0 15 11,19-21-6,28 4 12,6-20-20,-6-4 0,3-3 0,-2-8 0,1-5-78,2 0 0,0-4 97,-1-5 1,-2-3 16,-1-1 1,-2-3 44,-3-1 0,-2-2 202,9-24 106,-14 3-50,-15 4-78,-15 6-62,-9 5-67,-9 7-29,-3 8-66,-1 8-12,-2 13-22,0 9-29,2 12 213,6 7-403,9 3-554,11 0 5,11-8-6463,29 6 7242,-3-18 0,5 2 0,-17-13 0</inkml:trace>
  <inkml:trace contextRef="#ctx0" brushRef="#br0" timeOffset="37136">6219 11780 23987,'-46'26'91,"1"0"1,4-1 0,7 3-81,13 27-5,10-11-6,5 10-12,15-5 12,2-5 34,10-7 50,-2-26 62,0-18 72,2-13 331,6-25-330,-7 9-23,-6 8 0,1 0 101,8-10-68,9-9-66,4 6-46,2 7-38,0 10-40,-1 10-34,-3 10 1,0 15-17,0 10-6,-9 5-185,9 28-750,-15-11-675,-6-11 0,-1 1 947,1 26 0,-5-26 1,-4-5-1</inkml:trace>
  <inkml:trace contextRef="#ctx0" brushRef="#br0" timeOffset="37853">6922 12019 21965,'-7'-49'930,"0"1"0,1 4 0,2 9-639,4 21-56,4 12-117,6 13-51,3 5 51,7 19-17,-4 6-2174,-8-5 1,0 1 2100,0 16 316,-6-9 0,-3 0-305,-2-4-5,-1 8 145,0-27 134,2-15-55,0-7 3164,2-14-3209,1-30-140,3 8-12,1 2 1,2-1 78,14-16-53,-6 21 0,4 0 47,6-1 0,4 3-178,-3 7 1,1 2 77,26-13-12,2 16-236,-9 13 214,10 11 2,-25 8 1,-3 4-31,13 28-22,-8 5-177,-24-20 0,-4 2-1901,-2 24 2128,-2-18 0,-1-2 0,0 5 0,-2-7 0</inkml:trace>
  <inkml:trace contextRef="#ctx0" brushRef="#br0" timeOffset="39211">7825 11965 20918,'-3'-3'3557,"1"1"-3132,2 2-414,-13-22 23,12 30-23,-7-12 17,17 32-11,0-5 22,8 0 34,12-9-6,8-5-20,-5-11 1,0-3-25,10-7 16,7-10 62,-19-4 191,0-19-203,-9 11 96,-7-16-107,-18 32 124,-20-11-168,9 18 27,-21-4-44,11 17 11,-8 6-17,0 9-22,2 9 17,10-2-1,-1 20-5,15-10-33,1 17-40,17-7-151,13 2-437,15 1 30,-16-24 1,3-1-143,1 0 0,2-1-107,3-1 1,1-2-891,4-3 0,1-2 342,-7-4 0,2-3 1428,19-5 0,-5-3 0,-11 0 0,18-5 0</inkml:trace>
  <inkml:trace contextRef="#ctx0" brushRef="#br0" timeOffset="39661">8933 12019 22071,'-61'-9'711,"0"0"1,-1 2 0,7 9-365,11 22-145,-8 11-146,16-3-12,16-5 1,3 2-11,3 11-23,-2 10 0,25 2 0,11-21-11,21 11-413,15-17 416,-23-16 0,3-4 0,4-2-1,2-4 1,3-6 0,0-2-1629,-8 1 1,0-4 1636,20-14 0,-1-5-6,-17 5 1,-2-2-174,-1 0 1,0-2-1,-2-2 199,4-13 0,-5-3 14,-2-6 0,-3-1-207,-11 16 0,-2-1 0,0 0 291,5-20 1,-3 0 96,-3 4 1,-2 3 70,-3 8 0,-3 3 434,-4-19-350,-8 25 2643,-3 18-2952,-2 15 709,2 18-713,-2 22-24,6-5 1,0 2 213,2-2 0,0 3-236,1 8 0,1 6 1,1-3-666,2 8 1,2 1 638,-2-3 0,1 4 0,1-3-6,0-9 1,1-2 0,0-1-22,4 19 1,0-2-405,1-5 0,1-2-27,0-7 0,2-3-785,0-9 1,1-5-8585,13 5 9031,-7-20 1,-7-12 0,-9-1 0</inkml:trace>
  <inkml:trace contextRef="#ctx0" brushRef="#br0" timeOffset="40595">9402 12026 24228,'-6'-17'146,"21"4"-177,19 13 0,9 4-126,10-2 1,3-3-110,7-5 0,-2-3-205,-13 5 0,-2-1 434,5-8 1,-6-3 47,-7-6 292,0-6-51,-13 1 162,-14 4 23,-11 5 39,-11 9 74,-8 10 654,-10 12-728,-5 14-330,5 1-40,9-1 1,3 1-46,0 10-38,0 15 55,24-19 23,15-11-68,5-10 6,5-13 1,3-5-1,20-13-402,-14 3 1,0-3 387,-8-2 0,-3-2 6,-4 0 0,-2-2 53,8-20-22,-17 2 22,-21 5-56,-5 12 44,-36 0-38,4 18-17,10 3 0,-1 4 597,-25 12-580,2 12-40,6 10 12,8 9-17,11 5 11,12-7-12,14-7 1,4 1-50,17 15 7,-1-13 1,6-2-59,10-7 0,6-6-736,8-1 0,4-4 366,7-4 1,5-4-208,-11-5 0,4-3 0,2-1 0,-2 0 164,5-2 1,-2 0-1,2-2-76,-1 0 0,3 0 1,0-1-1,-5-1 616,-2-1 0,-4-2 0,-2-1 214,14-3 1,-5-4 222,-15 2 0,-7-4 735,3-18-15,-28-2-404,-21 2 782,-16 4-1192,-2 17 1,-2 4-180,-17-2 723,6 9 0,0 4-818,10 7 0,1 2-48,-8 4 1,-1 4-21,4 5 1,2 4-17,4 2 0,4 3 0,5 1 0,5 2 0,4-2 0,6 1-138,15 25 138,17-10 0,22-16 12,14-14-4,-26-17 0,1-5-11,3-4 1,0-5 4,1-7 1,-2-5-581,0-7 0,-3-5 589,-1-9 0,-4-7-582,-9 12 0,-3-2 1,0-2 586,-1-6 1,-1-1 0,-2-1 14,0-2 1,-2 0 0,0 0-148,-3 4 0,-1 0 0,-1 3 247,0-15 1,-3 5-60,-5 16 0,-2 4-37,-7-8 786,-6 26-821,-2 22 0,-3 21 0,-4 21 0,11-11 0,0 5 794,0 7 0,0 5-794,3 0 0,1 4 0,0-3-16,0 5 0,1 2-35,2 0 0,0 5 1,3-4-393,3 4 1,4 0-339,1-12 1,3 3 0,2-1 780,6 1 0,3 0 0,0-5 0,-3-4 0,1-5 0,3-6 0,1 1 0</inkml:trace>
  <inkml:trace contextRef="#ctx0" brushRef="#br0" timeOffset="41179">12082 11677 18179,'-3'-7'4991,"2"2"-7043,-4-28 0,1-5 2377,3 14 660,-2-18 0,0 3-593,5 28 540,0 5-876,-9 28 22,-7 13-45,3-7 1,-1 3 22,-1 4 0,2 0 2899,-4 23-2938,6-10 50,19-16 56,8-18 56,10-3 197,13-24-3338,-9-9 3096,-2-8 433,-12-8-393,-11 5 78,-8-14-235,-3 20 0,-10 0-57,0 23 12,0 3-123,-8 11-1814,-3 31 530,6-9-3481,7 2 1,4-1 4275,5-5 1,1 0 0,2-19-1</inkml:trace>
  <inkml:trace contextRef="#ctx0" brushRef="#br0" timeOffset="41453">12047 12237 21427,'-4'0'3216,"0"0"-2258,4 0-897,-28 40 259,41-21-57,-26 23 50,44-35-21,-11-15-175,-6-1 68,-3-9-62,-6-7-123,-3-1-291,-10-1-1434,-11 12-1053,-3 8 2778,-8 5 0,17 2 0,-1 0 0</inkml:trace>
  <inkml:trace contextRef="#ctx0" brushRef="#br0" timeOffset="41862">4088 13459 18345,'47'-23'243,"0"0"1,1 0-1,-1 0 1,0 1 0,3-3-1,-3 0 1,2 3 0,5 2-99,-7 7 1,4 3 0,2 2 0,2 1-1,0 0 1,-1-1-746,0 0 0,0 0 1,0 0-1,1 0 1,2 0-1,2 0 670,-4 0 1,1 1 0,1-1 0,1-1 0,2 1-1,1 0 1,1 0 0,2-1-78,-8 2 1,2-1-1,2 0 1,1 1-1,1-1 1,0 0 0,0 0-1,1 0 1,-1 1-1,-1-1 1,-1 1 62,3-1 0,-1 0 0,0 1 0,0-1 0,-1 1 0,1 0 0,-1-1 0,0 1 1,0 0-1,1 0-68,-2-1 1,1 1-1,-1 0 1,1 0-1,-1 0 1,1-1-1,-1 1 1,0 0-1,1 0 1,-1 1 56,0-1 0,0 0 1,0 1-1,-1 0 1,1-1-1,0 1 0,0 0 1,0-1-1,1 1 1,0 0-82,-4 0 1,1 0 0,1 0 0,-1 0 0,1 1 0,0-1 0,0 0 0,0 1 0,0-1 0,0 0 0,1 1 49,1-1 1,-1 0 0,1 0 0,0 1 0,0-1 0,0 0-1,1 1 1,0-1 0,0 0 0,1 1 0,0-1-12,-5 1 1,1 0 0,1 0 0,1-1 0,0 1 0,-1 0 0,1-1 0,0 1 0,-1 0 0,0 0-1,-1 0 1,-2 1 0,-1-1-11,7 1 1,-1-1 0,-1 1 0,-2-1 0,1 1 0,-2 0 0,1 0 0,-1 1 0,0-1 0,0 1-118,3-1 0,1 1 0,-1-1 0,0 1 0,0 0 1,-1 0-1,0 0 0,-1 1 0,-2-1-1105,2 1 0,0 0 0,-1-1 0,0 2 1,-2-1-1,-1 0 0,-2 1 0,-2-1 975,12 1 1,-2-1 0,-3 1 0,-3 0 0,-4 1 0,10-1 0,-6 1 0,-11 0 0,-6 0 0</inkml:trace>
  <inkml:trace contextRef="#ctx0" brushRef="#br0" timeOffset="42796">6705 14604 18498,'8'-52'1738,"-1"-1"0,0 5 1,-2 14-1633,-4 30 57,-2 12 33,-4 12-39,-5 21-107,2-10 0,-2 3-592,-2 7 0,0 4 497,-1 4 0,-1 3-409,0 5 1,1 1-2354,2 3 1,1 0 2331,2-5 1,2-5 0,2-15 0,1-4 0,0 5 0</inkml:trace>
  <inkml:trace contextRef="#ctx0" brushRef="#br0" timeOffset="43162">7034 14217 18016,'-57'-9'998,"0"-1"1,-1 1-1,-2-2 1,0 9-775,12 14 0,-6 10 0,3 3 1,8-1-2994,1 4 0,4 4 2797,-7 4 0,-5 5 0,8 2 7,15-6 1,5 0 0,2 2-20,0 2 0,2 1 0,1 3-22,-1 9 1,1 3 0,5 2-18,7-11 1,5 4-1,2-2 1,1-3 18,0-2 0,2-3 1,5 0-5,8 11 1,8 0-1,3-8 268,10-9 0,10-8-270,1-11 0,9-2 0,4-4 0,-3-3-258,-9-3 1,-1-3 0,1-3 0,3-2 260,2 0 0,5-3 1,0-2-1,0-2 0,-5-2 179,1-4 1,-3-3 0,-2-3 0,-2-1-144,-1 0 0,-1-2 1,-2-2-1,-2-1 27,-4 0 0,-2-2 0,-2-1 0,-2-1 76,4-9 1,-3-3 0,-5-4-10,-11 5 0,-2-4 0,-4-1 1,-1 4-96,-1 1 0,-3 1 0,-4-2-3,-3-2 0,-3-4 0,-3 1 1,-3 4-37,-14-15 0,-9 5-42,5 11 1,-5 2 0,-8 5-1123,-2 14 0,-7 5 0,-2 4 1,2 3 1174,-6 1 0,1 5 0,1 2 0,1 2 0,0 3 0,8 2 0,11 4 0,1 1 0</inkml:trace>
  <inkml:trace contextRef="#ctx0" brushRef="#br0" timeOffset="44145">7546 14781 16549,'-11'3'3647,"2"-1"-3451,9-2 11,0 0-241,83 10-367,-37-13 1,4-1-1159,-6 2 1,5 2-1,2-1 1,-3-2 1558,7-4 0,-2-1 0,-3 0 0,6 0 0,-7 1 0,12-3 0</inkml:trace>
  <inkml:trace contextRef="#ctx0" brushRef="#br0" timeOffset="44913">9157 14444 17619,'-45'5'1658,"0"-1"0,2 2 0,7-5-1003,20-6-280,3-5-274,5-4 67,33-22-93,4 15 1,6 0-181,7-5 0,6 1 146,-2 7 0,4 2 0,-1 2-598,5 2 0,0 4 573,4 2 1,-3 7-6,-21 7 1,-5 6 10,8 27 6,-32 19-23,-16-22 1,-8 1-576,-10 8 1,-8 1 576,2-6 1,-6 1 0,0-2 3,1-1 0,-2-2 0,2-1-6,5-4 1,0-1 0,3-3-6,-6 2 0,5-4 226,8-4-226,12-7 1080,11-3-1040,23-8-18,24-11-28,-11 0 1,3-1-434,8-3 1,3-2 432,6-2 1,2 0-18,-6 1 1,2-1 0,0-1-64,2-1 0,1-1 0,-1-1-172,0-1 1,1-1 0,-3-2 35,-3 1 0,-1-2 0,-4-2-330,6-9 0,-6-4-443,-3-1 0,-6-3 530,-5-2 1,-6-3 231,-7-10 1,-7-1 263,-10 7 0,-5 3 8,-1 1 0,-6 3 92,-13 4 1,-8 5-943,-13 3 1,-5 3 955,11 4 1,-5 3 82,2 9 0,-9 1 1,1 3-1,5 3-407,-4 3 1,0 4 312,2 0 1,-6 2-1,-1 1 1,4 2-8,-1 4 0,3 2 0,-2 3-71,4-2 0,-3 2 0,0 1 0,1 2-23,1 1 1,0 1-1,1 2 1,-1 6-177,1 4 0,-1 5 0,0 3 0,2 1 0,4-2 137,3 1 1,3-1-1,2 1 1,1 2-1,-5 5 0,0 2 1,3 1-1,9-4-36,3 14 0,15-3-17,13-4 0,13-2-3,10-1 1,10-2 248,0-10 0,6 0 0,7-5-223,-6-11 0,5-3 1,3-2-1,2-1 0,-2-2-34,-1-2 0,0-1 0,1-2 0,-1-1 0,1 0 62,2-1 0,-1 1 1,1-2-1,0-1 0,0-2-10,0-2 0,1-2 0,0-2 0,-1 0 1,-1-2 19,1 0 1,-1-2 0,-1-1 0,4-3 17,1-1 0,3-3 0,2-1 0,-3-2 1,-3 0 5,0-2 1,-3-1-1,-2-2 1,-2-2 182,0-3 1,-1-2 0,-3-2-1,-8 1-184,5-10 1,-14-5-334,-16-2 1,-9-6 0,-3 6 312,-5 7 1,-6-1 5,-7-10 0,-6-6 1,-4 6 6,-1 15 1,-4 5 0,-5 0-61,-7-1 0,-7 0 0,-1 0 0,3 4-46,0 1 0,2 3 1,-6 3-194,-3 3 0,-7 2 0,0 3 0,4 5-1241,-1 4 1,3 5-1,0 2 1522,-7 0 0,0 2 0,5-1 0,-3 2 0,8 0 0,-8 7 0</inkml:trace>
  <inkml:trace contextRef="#ctx0" brushRef="#br0" timeOffset="45361">8212 14739 13754,'-54'8'1622,"0"0"1,-4 2-1,4 1-1070,22-3 0,2 0 434,-28 9-575,35-9 93,13-4 233,10-3-115,11-1-153,13-2-116,21-3-185,-4-2 0,1 0-135,-11 1 1,2-1-328,11-2 1,6-3 0,-4 2 296,-10 1 0,0 0-79,22-5 0,-1 1-620,-24 6 0,-3 2-912,15-2 877,0 8 0,-30 0 0,5 3 0</inkml:trace>
  <inkml:trace contextRef="#ctx0" brushRef="#br0" timeOffset="45940">9426 15373 13872,'10'-60'3218,"-1"0"1,-2 15 0,-1 6-2888,3 6 105,-7 31-150,-4 20-17,-6 25-180,1-7 1,-1 4-887,-3 13 1,0 4 801,2-14 1,0 3 0,0 0-526,0 4 1,0 2-1,-1 1 148,1 2 1,0 1 0,0 2-2087,3-6 0,1 3 1,0-1-1,0-4 1538,0-4 0,1-4 0,0 0 0,0 25 0,2-13 0,2-33 0</inkml:trace>
  <inkml:trace contextRef="#ctx0" brushRef="#br0" timeOffset="46530">9111 16578 20308,'-4'-6'2722,"1"2"-2549,1-30 1,4-7-56,2 14-34,2-21 0,5 2-40,12 27-16,14-4-33,3 15 5,9 9 0,6 15-6,-25-2 1,-1 3-388,0 5 1,-1 4 381,-3 2 0,-3 2-1,-4 3 1,-5 2-232,-5 2 0,-6 1 226,-7 2 0,-5-1 17,-6-1 0,-4-1-6,-5-2 1,-3-3-1454,-2-4 1,-1-4 1545,0-3 0,-1-4 215,-26 3 96,7-14-180,18-9-1361,6-22 1194,21 10 207,11-20-230,18 16 2247,19-3-2275,13 9 0,-24 11 0,2 2-106,1 4 0,0 4 94,-1 2 1,-1 4-3,-4 3 0,-2 3 3,14 27-3,-34-4 0,-9 4-9,-5-9 1,-6-1 1206,-12 16 0,-7-3-1319,-3-14 1,-4-5-115,-2-2 0,-2-5-182,-1-5 0,-1-4-303,2-7 0,0-5-1428,2-9 0,2-4 2162,8-3 0,3-1 0,-8-9 0,20 6 0</inkml:trace>
  <inkml:trace contextRef="#ctx0" brushRef="#br0" timeOffset="46913">9306 16088 16566,'-40'13'748,"0"1"0,-1-1 1,0 4-1,0 1 1,1 3-617,4 3 1,1 3-1,0 4-1501,0 2 0,-1 4 0,1 1 1,2-2 1371,0 0 1,2 0 0,0 3-21,1 4 0,-1 4 0,1 1 1,5-2-139,6 1 1,3 0-1,3 1 135,1-3 1,0 2-1,2 0 1,2 1-10,1 13 1,3 0 0,4-1-4,3-4 0,4 0 1,7-3-14,10 0 0,7-2 1,2-6 30,2 1 0,8-7 15,5-12 1,9-4 0,-1-8-17,-8-12 0,-1-6 0,3-2-8,-2-1 1,2-1 0,1-3 0,0-1 24,2-4 1,-1-1 0,1-3 0,-1-4-206,-4-2 1,1-4 0,-1-1-1,-1-1 1,-4 1 304,11-5 1,-5 0 0,-1-6 90,-4-2 0,1-5 0,-4-2 1,-6 2 292,-8-1 1,-7 0-1,0 0-374,1 1 0,0-1 0,-3-4 66,-4-2 0,-2-5 0,-1 1 0,-3 4-2,-3 4 1,-3 5-1,-2-4-112,0 2 1,-1-4-1,-2 1 1,-5 5 19,-13-16 0,-10 9 203,-10 10 1,-8 7-372,-7 9 0,-5 7-262,17 10 1,-1 3 0,-1 2-1950,1 2 1,1 2 0,0 2 2294,-12 0 0,5 2 0,-11 3 0,33-2 0</inkml:trace>
  <inkml:trace contextRef="#ctx0" brushRef="#br0" timeOffset="48746">13801 14342 19378,'13'-47'723,"0"0"1,0 0-1,0 1 1,1-7-1,0 2 1,-2 9-450,8-9 191,-4 13-258,-4 13 174,2-6-348,-9 24 40,-5 14-3308,-22 45 3274,2-5 9,-2 1 0,-3 2-419,5-9 0,0 0 373,-4 13 1,1-1 0,5-11 0,3-1-6,2 4 0,4-1 14,8-11 1,4-2 66,8 21 118,16-18 22,11-42-5,12-22-93,-20 5 1,0-4 69,11-14 1,-2-1-452,-12 14 0,0-1 345,8-11 0,-2 1 129,1-3-157,-7 10 678,-9 12-712,-16 25 1,-2 16-18,-5 20-5,-3 21 139,2-24 1,0 3-171,0 1 1,2 3-136,4 12 1,1 0 25,2-17 0,1 0-302,7 14 0,5-2-211,0-22 0,3-3-361,6 2 1,4-4-488,2-9 0,3-6-1028,3-10 0,1-8-1006,2-8 1,-1-7 2688,0-10 1,-2-6 1755,-1-9 0,-4-6-910,-13 14 0,-1-2 0,-3 1 439,4-10 1,-4-4 1163,-5 1 1,-2-5 0,-3 4-89,-2-3 1,-3 1-715,-1 5 0,-3-4 0,-3 4 55,-8-6 1,-7 5-227,-8 4 1,-6 7-178,-7 5 1,-6 8-93,-8 7 0,-3 10-165,14 11 0,-1 4 0,-1 5-58,-5 6 1,0 5 0,0 4-665,9-1 1,0 4-1,1 2 1,0 2 567,-3 3 0,2 3 0,-1 2 0,2 1-21,-2 4 0,2 1 0,0 2 0,2 1-14,0 2 0,1 2 0,2 1 0,2 1-7,2 0 0,2 0 0,1 2 0,3 0-3,3-2 0,2 1 0,2-1 1,3 1-5,3-5 0,1 1 0,4-1 0,3-1-201,3 8 1,5-2 0,6-2 199,4-7 1,5-3-1,7-4-509,19-4 1,10-5 0,-1-5 513,6 1 1,5-7 12,-11-14 0,8-3 0,4-4 0,-3-2 0,-7 1-129,-2-2 1,-6-2 0,4-1 122,6-2 0,5-1 0,1-3 1,-2-2 9,-1-5 0,-1-3 0,-1-1 0,-2-1-2,-9 4 1,-2 0-1,0-1 1,1-2 3,2-2 1,2-2 0,1-2 0,-3 0 0,-6-1 24,7-12 0,-7-1 0,-5-2 15,-8 1 0,-4-1 0,-6 0 253,-7 4 0,-6-1 0,-5 2-276,-6 2 1,-5 2 0,-8 3 14,-14-1 1,-9 3-1,1 4-26,-5-3 1,-6 6-43,4 12 1,-8 1-1,-1 3 1,9 3-63,-1 2 1,2 3-246,-10 1 1,-5 2-1,6 2-2275,9 7 0,4 1 2383,-3 2 1,4 1-1,-6 5 1,28-4-1</inkml:trace>
  <inkml:trace contextRef="#ctx0" brushRef="#br0" timeOffset="49485">15020 14465 8332,'-6'1'7007,"0"-1"-6239,6 0 3836,0 0-3524,-2-2-805,13-3 246,27-9-235,17 1 0,10 0-1346,-17 4 0,2 0 0,3 0 1089,-1 1 1,3 1-1,1-1 1,-1 1-2,-3 2 0,0 0 0,-1 0 0,-2 1-278,5 0 1,-2 0-1,3 0 289,-5 0 0,3 0 1,-1 0-1,-5 0 34,11-2 0,-2-1-23,-8 1 1,2 0-1,-7 0-3,-7 0 1,-6 0 36,4-2-67,-22 4-3523,-11 0 4245,-4 0 0,0 1 1,0 1-1</inkml:trace>
  <inkml:trace contextRef="#ctx0" brushRef="#br0" timeOffset="50105">17501 14010 19983,'1'-5'2890,"0"2"-1871,-1 3-806,-84-19-1884,31 19 1740,13-5 0,-5-1 0,3 4 15,1 7 0,5 2 587,-26 2-562,20 0 0,3 0 253,1 0-281,3 0 0,3 1-25,7 2 28,-7 4 1032,11-1-1049,6-3 84,-7 8-39,-4 4-78,-1 5 5,1 7-17,11-3 17,5 3 17,5 1 17,2-3 39,2-6 0,1-8 23,0-9 145,0-4 980,0-5-1154,0-13-28,3 1-50,0-7-11,16 1-22,-4 10 33,36-5-17,-21 8-14,9 4 0,3 2 3,15 11-372,-16-2 0,1 3 374,-9 2 1,-2 1-14,-4 1 0,-3 1-12,9 22 12,-19 0-28,-25 1-6,-21 0 6,6-21 0,-4-3-244,-5 0 0,-3-3 229,-3-2 1,-1-2-65,-1-4 1,0-3-166,1-1 1,2-2-379,4-5 0,2-3-516,-13-4-8654,11-34 9690,28 10 0,0-4 0,11 19 0</inkml:trace>
  <inkml:trace contextRef="#ctx0" brushRef="#br0" timeOffset="50494">17232 13982 17977,'-22'-50'969,"-1"0"0,-9 18 0,-7 4 0,-2 8-599,-12 13 0,-4 9-2052,1 1 1,-4 2 0,4 4 1790,1 3 0,1 7-20,12-3 1,-3 4 0,0 3-1,3 3-130,3 6 1,2 3-1,1 2 1,0 1 42,0-2 1,0 0 0,2 2 0,3 2-15,1 6 1,3 3 0,4 1 0,9-3 115,9 2 0,8-2 1,6-1-118,4 1 0,4-1 0,7-3 7,6 0 0,7-2 1,4-3-441,8-2 1,5-2 0,0-5 437,-7-5 1,-1-2-1,6-3-21,-4-6 0,5-1 0,3-2 0,-1-1 0,-3-1-29,-1-2 1,-2-2-1,0-1 1,4 0 8,4 0 1,3-1 0,2-1 0,0 0 0,-3-3 29,4-1 1,-1-2 0,-2-2 0,0-2 32,0-1 0,-1-2 0,-1-1 0,-3-1 6,3 0 1,-3-1 0,0-6 65,-4-3 1,2-5 0,-3-2 0,-5-1 28,-6-2 1,-6-1 0,1-4-28,0 0 0,1-2 1,-2-3-1,-5 1 27,-3-7 1,-6-1 0,-5-1 68,-3 3 0,-3-1 0,-6 1-100,-5 4 0,-4 0 0,-7 3-36,-5 2 1,-5 2 0,-6 3-20,-7 1 1,-5 4 0,-4 2-19,-7 2 0,-3 3 1,-2 3-107,12 7 1,-1 1 0,-1 3 0,-1 0-58,1 3 1,-2 1 0,1 1 0,0 3-674,1 3 0,-1 1 1,1 3-1,2 0 825,-8 3 0,2 1 0,6 0 0,5-1 0,8-1 0,9 0 0</inkml:trace>
  <inkml:trace contextRef="#ctx0" brushRef="#br0" timeOffset="51003">14122 15533 10961,'-3'-10'3680,"-6"-32"0,-1-10-2000,4-4-1147,-4-5 0,2 1 638,7 3 84,3 21-1031,0 18 204,-1 24-260,0 22-55,-3 30-71,-1-15 0,-1 3-190,-2 10 1,-3 6 12,-1-10 1,-3 7-1,-1 1 1,1-2-889,2-9 1,1 0 0,-1-1 0,0 4-538,-1 2 1,-1 3-1,-1 2 1,2-2 0,0-4 1241,0 10 0,1-4 0,2-4 0,-1 4 0,2-6 0,2 6 0</inkml:trace>
  <inkml:trace contextRef="#ctx0" brushRef="#br0" timeOffset="51527">13964 16822 21304,'13'-48'777,"0"1"0,-4 5 0,-11 11-559,-35 24-56,-22 21-81,22 0 1,-1 4-1508,-4 8 0,0 3 1442,8-5 1,1 4 7,1 5 0,0 4 1,2-1-31,0 6 1,2 3-1,2-3 0,-1 4 1,4-1-9,-2 11 0,5-1 27,5-4 1,5 0-14,5-8 0,6-2 107,8-7 0,4-4-118,17 8 25,8-24 0,6-8 16,-12-9 1,1-5 22,14-3 1,-1-5 27,-12-5 0,-6-3 62,-6 0 0,-4-3 101,0-23-48,-25 1-67,-18 6-73,-18 9-39,3 12-9,4 14 1,-1 6-4,-18 9-5,15 0 0,1 3 665,9 4 1,4 3-856,-16 20 230,19 1-1950,25-3-2366,26-7 4276,1-17 0,3-3 0,4 2 0,6-5 0</inkml:trace>
  <inkml:trace contextRef="#ctx0" brushRef="#br0" timeOffset="51878">14304 16385 20379,'-61'-16'484,"-1"0"0,1 0 0,-2 6 0,0 2 0,2 8-419,4 10 0,3 6 1,-1 3-650,10-2 0,1 3 1,0 1-1,1 2 585,-2 3 1,2 2-1,0 2 1,1 1-372,1 3 0,0 2 0,2 2 0,2 2 357,1 1 1,2 3-1,2 1 1,2 2-8,2 1 1,2 1-1,3 1 1,2 1 0,3-1 1,2 0 0,3 0 0,2 0 5,1 12 0,4 0 0,9-2 1,13-1 1,7-1 0,3-6 22,2 0 0,9-6-11,9-13 0,10-3 0,2-9 2,-6-11 0,2-8 0,2-2-274,-1 0 0,2-2 0,3-2 1,-1-2 280,-9-2 0,0 0 0,1-2 0,0-3 0,0-2 38,8-5 0,1-3 0,0-3 0,-2-1 0,-3 0-242,-8 1 1,-3 0-1,-1-1 1,-1-1 0,-1-1 250,8-5 0,-1 0 0,-3-3 0,-6-2 106,-1-14 1,-7-5 0,-7 5-91,-5 2 1,-7-3-12,-4 5 1,-3-8 0,-3-1 0,-5 5-64,-11 1 0,-6 4 1,0-1-29,5-4 0,0 0 0,-9 6-260,-13 10 1,-7 7 0,-2 8-3170,-13 10 0,-2 9 3459,15 1 0,0 1 0,2 1 0,-3 1 0,6 2 0,-9 5 0</inkml:trace>
  <inkml:trace contextRef="#ctx0" brushRef="#br0" timeOffset="52991">11049 14733 11910,'-54'5'1346,"0"1"1,0-1-1,6-1 1,2 1 0,9-2-899,-1 0 507,17-2-569,19-1 284,6 1-160,7 1 63,10 1-377,1 0 263,26 2-235,-2-4-74,11 1-30,-2-4 1,5-3-1003,-3 1 1,3 0 901,-13 0 1,2 0-1,2-1-2,-5 1 0,1 0 1,2 0-1,1 0 3,7-1 0,2 0 0,1-1 0,2 1-543,-3-1 1,2 1 0,2-1-1,-2 1 1,-1-1 525,-8 2 1,-1-1-1,0 1 1,-1-1 0,0 0 0,4 0 1,0 0-1,0 0 1,-2 0 0,-5 0-225,5 0 1,-4 0 0,1 0 233,8-1 0,1 1 0,0-1 0,-8 1 0,0 0 0,-4 1-1,4-1 0,-2 1 39,-1 0 0,-5 1 390,-11 1 55,2 0 857,-29 2-935,-4 0 2532,0 0-2924,4 0 1318,0 0-1374,2 0-51,-3 0-279,-1 1-1250,-1-1-2116,-9 3-2197,-3 0 5921,-5 2 0,5-1 0,5-3 0</inkml:trace>
  <inkml:trace contextRef="#ctx0" brushRef="#br0" timeOffset="62382">19016 748 22947,'0'-3'3879,"0"1"-4484,0 2 587,-11-32-1229,8 24 551,-9-21 267,12 38 316,0 2-1260,0 25 983,0-1 126,-1 24-419,-2 2 541,0-25 0,-1 0 220,0 4 0,-1 1-70,0 1 1,0 2-96,0 0 0,-1 2 1,0-1 104,0 11 0,0-1-340,0-5 1,0 2-1,0-2 456,-1 12 0,1-1-504,0-17 1,0 1 0,1 0 443,-2 2 1,1 1-1,-1 1-49,0 1 0,-1 0 0,0 0 62,0 2 0,0 1 1,0 0 26,-1 0 1,1 2 0,0-1-31,-1 2 0,2 0 1,-1 1-56,1 1 1,-1-1-1,1 1-489,1 1 0,0-1 0,0 0 470,1 1 0,0 0 0,1 1-1,0 1 1,0 0 0,1-2-12,1-12 1,0-2 0,0 6 8,1 4 0,0 9 0,0 2 0,1-1 0,0-6-36,0 5 1,0-6 0,0 6-222,1-13 1,-1 4 0,0 3-1,1 1 1,-1-3 0,0-4 223,1 3 1,0-4 0,-1-1 0,1 0 0,-1 2 0,1-1 0,-1 1 0,1 2 9,-1-3 1,1 2 0,-1 0-1,1-1 1,0-3-16,-1 11 1,0-4 0,1 3 16,1 1 1,-1 3-1,1 1 1,0-6-148,1-3 1,0-4 0,0 2 178,0-4 0,0 2 1,1 1-1,0-1-5,0-1 1,1 0-1,-1 0 1,1 0-23,1 0 1,-1 0-1,1 0 1,0 0-6,0 0 0,0 0 0,1 0 0,-1 0-4,0 1 0,1-1 0,-1 1 0,0 0-3,0 0 0,1 0 0,-1 1 0,-1 0 0,1 0 1,-1 0-1,0 0 1,-1 0 4,1 1 1,-1 0 0,0 1 0,0-1 0,0 0 1,-1 0 0,0 0-1,0 0-3,0 1 0,0-1 1,-1 1-1,1-1 18,0 0 0,-1-1 0,0 1 0,1 2 0,-1-5 0,1 1 0,-1 0 0,1 2 0,-1-1-157,1 1 1,0 1 0,-1-1 0,1 1 0,-1 0 159,1-1 0,0 0 1,-1 0-1,1-1 1,-1 0 7,1 12 0,0 0 0,-1-1 0,0-2-63,0-9 1,-1-2 0,1 0 0,-1 0 62,0 0 0,0 1 0,-1-1 0,1 1 3,-1-1 0,0 1 0,1-1 0,-1 0-4,0 1 0,0-1 0,0 0 0,0 0-3,0 0 0,0 0 0,0 0 0,0 1 31,1 9 1,0 3-1,-1-1 1,1-4-39,0-2 0,-1-3 0,1 3 4,0-1 0,1 5 0,-1-1 1,1-4-5,0-4 0,0-4 0,0 3 0,1 11 0,0 3 0,0 0-2,0-2 0,1 0 0,1 0 4,-1-1 0,0 0 0,1 1-100,0-7 1,1 2-1,0-1 1,0-4 97,-1-1 0,0-4 0,0 3 2,1-1 1,1 3 0,-1 0 0,-1-4 93,0-1 1,-2-3 0,1 1-95,0 11 0,1 3 0,-1 1-66,-2-7 1,0 1-1,0 1 1,0-5 63,-1 1 0,0-4 0,1 1 3,-2 5 1,1 1 0,-1 0 78,1 1 1,-1 0-1,-1-1-71,1-6 0,-1-2 1,-1 4-4,2 1 1,-1 2-1,0 2 1,-1-3-4,0 7 1,-1-2-1,0-1-9,0 1 1,-1 0-1,0 0 13,0 1 1,-1-1-1,-1 1-2,0 0 1,-1-1 0,0 1-1,-1-1 0,-1-1 1,0 1 1,-1-2 0,0 1 1,-1 1-5,0-7 1,0 1 0,-1 0-1,0-1 2,-3 9 1,1-2 0,-1 1 142,1-3 0,0 0 1,-1 0-151,1-2 0,-1-1 0,2-2 0,2-7 0,0-2 0,1 3-92,-2 4 1,0 4 0,1 0-1,0-4 90,1-1 0,1-4 1,-1 5 2,0 7 0,0 7 1,0-2-1,1-8 502,2-1 1,0-2-495,-2 11 1,0 5-1,0-4-29,1-3 1,-1-1 2,2-1 0,-1 4 1,0-1 14,2-9 0,0-2 0,1 0 2,0-2 0,-1-1 0,2 1-4,0 4 1,1 1-1,1-6-2,0-8 1,0 0 10,1 5 1,-1 5 0,2-1-23,2 12 0,1-4 14,-1-8 0,0 1-8,2-4 0,2 2 0,-1-4 2,3 1 1,-1-4 11,1 1 0,1 1 16,4 11 1,0-1 265,-4-19 1,0 0-255,4 10 0,1 2 511,-2-5 1,-1-1-543,-3-3 0,0-2 3,0 1 0,-2 0 5,-2 1 1,-2 1 19,0 3 0,-1-1-28,-1 24-104,-1-13 1,0-1-2631,0 2 2734,1 11 0,1-34 0,0-15 0</inkml:trace>
  <inkml:trace contextRef="#ctx0" brushRef="#br0" timeOffset="68849">19686 1566 32767,'-1'-36'-504,"0"1"0,-3-17-1015,-10 67 3111,-10 15-757,-11 17-785,15-19 0,-1 3-1909,-5 10 0,2 0 1851,7-13 1,2 1-242,-2 10 0,3-1 1215,10 6-777,7-1-1264,38 2 62,13-23 844,-10-9 1,4-3-79,2-6 0,0-4 427,4-2 1,-1-3 313,-2-1 0,-2-2 155,-7-1 1,-2-2 1155,15-12-263,-25-2-1542,-25 1 0,-25-1 0,-22 3 0,13 11 0,-3 1 0,-5 1 0,0 0 0,6 2 0,-1 0 0,-14-4 0,2 0 0,-2 0 0,2-5 0,1 0 0,12 2 0,-15-23 0,35 14 0,9-12-111,21 7 222,5 7-111,5 8 0,3 2 0,18 0 0,-13 4 0,1 2 0,24 6 0,-16 5 0,-13 7 0,-3 4 0,2 19 0,-10 5 0,-7 5 0,-11-12 0,-5-1 0,-1 7 0,-3-1-3580,-7-2 0,-1-3 1180,0 10 2244,-3 11 1,12-32-1,4-13 1</inkml:trace>
  <inkml:trace contextRef="#ctx0" brushRef="#br0" timeOffset="69041">20494 1810 32767,'42'-20'0,"1"0"0,5-12 0,-13 32 0</inkml:trace>
  <inkml:trace contextRef="#ctx0" brushRef="#br0" timeOffset="69315">19349 2595 24814,'43'-5'101,"1"0"0,0 1 1,17-3-1,3-1 1,-3 0-1293,1-1 1,0 0 1150,-14 2 0,5 0 0,0-1 0,-4 2-805,-3 0 1,-2 1-1,0 0 845,4-1 0,0 0 1,-4 1-1,0 1 1,-6 0-1,2 0 1</inkml:trace>
  <inkml:trace contextRef="#ctx0" brushRef="#br0" timeOffset="75310">24841 1890 25381,'0'-5'2102,"0"0"-1343,0 5 203,-69-36-905,32 33 84,-9-12 0,0 6 357,3 34 64,19-2 1,0 4-333,3 4 1,1 2 30,2 2 1,4 1-188,3 2 1,4-2-469,6 11-1548,16-9 1,5-3 1293,5-3-21,7 0 1,4-4-822,24-9 47,-8-10 1,2-2 1372,-16-4 1,0-3 225,3-5 0,4-3 0,-5-2 2,1-6 1,-3-3 294,7-3 0,-2-2 902,-11 1 0,-5 0-532,0-12 225,-15 7-942,-11 8 2567,-10 9-3283,-10 6 1060,-7 11-503,-3 6 564,3 9-837,9 6 0,13 3-9,15 0 36,15-1 122,18-5-53,-8-14 0,3-3-821,-3-1 1,1-3 715,0-1 0,0-3 262,-2-2 0,-1-3 18,15-12 242,7-8-2646,-13-15 2702,-21 12-68,-12-14-165,-27 15-147,-15-3-15,-25 5 103,14 15 1,1 2 844,-18 0-760,19 5 0,4 3 127,14 3 64,-6 4-107,23 8 2622,7 8-5221,15 8 2491,18 7 0,-13-16 1,5-2-1</inkml:trace>
  <inkml:trace contextRef="#ctx0" brushRef="#br0" timeOffset="75727">26004 2019 27011,'-27'15'225,"-1"1"1,-18 23-228,37 23-122,5-31 1,1 1-29,-3 27-52,2-7 50,1-11 358,8-16-277,6-22-35,9-20-3274,10-38 3417,-16 27 1,1-1 16,1-8 0,1 1-37,11-20 125,-2 11-84,-6 15 17,11 3-62,-7 16-11,13 0-5,-1 17 10,1 10 126,-7 5-310,7 26 44,-19-19-394,-2 6 0,0 0-172,-5-3-1626,1 1 0,-1-1-2327,-1-8 4086,5 11 1,-10-27 0,0-2 0</inkml:trace>
  <inkml:trace contextRef="#ctx0" brushRef="#br0" timeOffset="76120">26637 2185 23517,'14'-44'1058,"1"0"1,-2 3 0,-3 9-768,-8 20-302,0 5 11,-2 10 1,0 19 12,3 9-13,0 8-1674,1 1 1,1-1 1678,-3 1 1,1-5 0,-1 0-188,-2 10 182,-1-20 21,-2 12 96,2-30 16,-1-10-99,2-8 3329,-1-22-3318,6-7 17,0-3-1,12-17 51,10 5-28,2 3-33,5 5-12,-8 23 222,-2 11-261,-5 7-3387,12 7 3382,-13 5-12,26 21-78,-19 3-180,-3-2 1,-1 3-499,-5 0 0,-1 0-1823,1 2 0,0 0 2596,4 2 0,-2-3 0,0 0 0,2-5 0</inkml:trace>
  <inkml:trace contextRef="#ctx0" brushRef="#br0" timeOffset="76945">27492 2177 25870,'-24'-10'414,"13"4"-308,35 16-61,0-4 67,28-2-33,-14-10-51,8 0 72,-5-16-49,-24 8 55,9-17 17,-19 3-44,-3-1 10,-10-2-5,-8 12 51,-14 5-40,-10 6-67,-6 10-6,-2 9-22,11 11-16,8 7-18,12-1-156,11 27-186,15-9-387,0-10 1,1-1 286,14 13-241,1-16 0,6-3-1602,1-10 0,1-4 2148,-1 3 0,1-2 62,0-7 0,0-6-93,1-8 0,0-4 261,-6 0 0,0-2 81,14-7 0,-3-2 56,8-12 213,-17 9 0,-3-1 386,1-3 5,5-7-480,-24 20 728,-19 4-913,-3 7 3480,-35 3-3436,-11 18-145,-1 2 187,29-5 0,3 4-227,1 21 12,11-11-6,9 14-23,17-15 18,13 5-18,16-2-21,17-7 38,-5-8-22,-6-10 0,3-2-353,-12-5 1,2-1 383,17-2 0,2-3-6,-8-5 0,-3-3 8,-10 3 1,-1-5 7,-3-6 0,-1-7 1,-4-1 5,0-9 1,-3-4-525,-1 1 0,0-3 1,-3 0 517,-6 3 0,-3 0 0,-2 1 71,3-21 0,-4 2-137,-2 5 1,-4 2 211,-4 9 1,-1 4 113,-6-21-60,-3 22 502,1 17-687,3 13 1551,2 8-1562,-7 29-22,3-3-1,-2 9 0,0 5-174,1 0 1,0 2 170,-1 15 1,0 2-17,2-10 0,1 3-128,3-2 0,0 5 0,2-4-762,1 4 0,1-1 454,1-4 0,0 2 0,2-3-615,1 6 1,1-2 525,2-5 1,0-4 0,-1 5 0,1-14 0</inkml:trace>
  <inkml:trace contextRef="#ctx0" brushRef="#br0" timeOffset="77910">28728 2398 22012,'-47'-33'937,"0"0"0,6 3 0,10 6-753,24 11-81,20 6-142,19 2 5,6 4-98,6 2 1,4 2 10,-11 0 1,2 1-273,16 0 0,2 1 356,-14-2 1,-1 0 19,-6-1 0,-2-1-2943,26-8 2982,-28 3 97,-4-11 71,-22 4 68,-3-3-17,-11-1 413,-8 2-324,-10-1 3342,-4 5-3498,-3 4-101,1 6-40,3 8-21,6 8 4,9 7 29,8 7-28,17 3-17,12 2 34,14-4 16,6-6 12,-1-12-6,-4-8 22,-6-13 23,-6-6-12,-6-10 23,-8-7-67,-7-4-22,-12-1 33,-8 2-23,-18 1-5,9 14-11,-14 4 0,21 12-17,-20 12 0,12 7 45,-10 16-62,12 10-39,9 9 17,9 9-185,9-29 1,3 0 147,5 2 1,3-2-57,6 0 1,5-2-63,6 1 1,5-3 11,4-1 0,5-2-785,6-1 1,4-3 788,-15-7 1,1-2-1,1-1 41,1 0 1,1-1 0,1-2 80,6-1 0,2-1 0,-5-2 70,3-1 0,-3-3 0,1 0 0,-3-8-216,-14-14 1,-5-6 276,-6 2 1,-2-3 41,9-13 1,-5-3-102,-10 7 0,-7 0 171,-5 2 1,-6 3 126,-24-23-191,4 34 0,-4 5-36,-6 3 0,-3 5-23,-2 2 1,-1 5-1135,-9 7 1,1 4 1088,15-4 1,2 3-3,-11 8 0,5 4 861,-3 13-878,1 12 6,17 3-4,30-13 1,7-1-31,6 6 8,3-13 1,4-4-37,7-9 3,3-7 0,2-4 30,-5-3 1,2-4-2,15-2 0,-1-6 27,-8-7 0,-4-5-141,0-7 1,-3-6 148,-2-6 0,-3-5 3,-2-7 0,-4-3 14,-3-1 0,-5-2 33,-7 16 1,-2-1 0,-1 3-9,-1 1 1,-1 1 150,-4-11 0,-1 7 2806,-3 15-2730,-1-12-44,1 30-169,1 4 618,2 27-662,5 17-18,-1 11 3,2-10 1,1 3-15,-1 0 1,0 1-301,2 16 0,1 2 240,-2-17 1,-1 0 0,0 2-869,0 10 1,-1 2 0,-2 0 571,-2-5 0,-2 0 0,0-3 0,2 9 0,-1-6 0,-5-18 0,0 0 0</inkml:trace>
  <inkml:trace contextRef="#ctx0" brushRef="#br0" timeOffset="96383">23074 2280 11900,'0'-4'6738,"1"1"-3674,-1 3-2111,18-73-293,-14 39-416,4-14 0,-3 2 148,-14 11-90,-8 7-190,1 10 62,-24 8-146,13 12 11,-11 10 0,-3 5-28,11 1 0,1 2-3,-13 11 1,0 3-302,11-2 0,5 1 293,5-1 0,4 0-11,-1 16 33,31 6 23,18-29-26,-3-9 1,4-5 11,4-7 0,2-5-349,5-5 0,-1-3 335,-7 1 0,0-4 36,15-16 0,-1-5-3,-17 5 1,-3-2-26,7-4 1,0-4 33,-14 1 0,-3-3 0,-2 0-2,0-7 1,-2-2-458,0 3 1,-1-3 0,-1 2 435,-1-12 1,-3 3 38,-2 5 1,-2 3 200,-1 13 1,-2 2 25,1-30-167,-3 37-184,0-1 627,0 27-550,-3 19-12,-3 23-5,-2-8 1,-1 2 326,1-3 0,-2 3-323,-3 6 0,-2 6 0,0 2-23,2 3 1,2 1-1,0 0-1041,-1-7 1,0-1 0,2 0 1048,1 3 0,1-1 0,5-6-50,15 19-121,0-20 137,10-10 1,6-4 27,17-7 17,-10-9 0,1-3 12,25-19 22,-4-12-12,-7-15-27,-12-8 50,-10-5 45,-11 5 50,-8 7 17,-8 11 464,-5 10-509,-1 9-107,0 6 3335,-1 6-3281,2 9 183,-4 9-281,1 11-33,1 8-74,3 4-161,7 3-319,7-2-513,8-5 212,-1-13-7441,14-6 8357,-13-15 0,2 0 0,-14-6 0</inkml:trace>
  <inkml:trace contextRef="#ctx0" brushRef="#br0" timeOffset="96555">23917 1850 15839,'-3'-5'5908,"1"1"-5127,2 4-221,-52-23-2160,39 31 1783,-38-9 1,52 20-1,0-1 1</inkml:trace>
  <inkml:trace contextRef="#ctx0" brushRef="#br0" timeOffset="96989">24098 1965 22177,'-1'-3'3213,"-1"1"-1750,2 2 12,-12-23-1997,9 25 1490,-8-11-1030,16 37-148,6 6-293,6 4 499,8 5 24,6 0-844,3-1 878,-1-5-1054,-6-3 706,-13-12-326,-11 4 332,-16-13 798,-12 1 313,-28-29-3567,22-9 3037,-7-14 99,33-13 255,10 5 412,4-10-2325,4 11 1559,0 13-397,-5 14 302,-4 9 2458,-4 9-1853,-3 10-376,-7 12-110,-9 16-113,-12 13-287,11-20 1,0 2 726,-4 3 1,0 3-626,-3 5 0,2-1 0,-4 6 1,4-5-1</inkml:trace>
  <inkml:trace contextRef="#ctx0" brushRef="#br0" timeOffset="101956">21170 4025 19372,'12'-54'1631,"1"1"1,-1 2 0,-1 8-1284,-1 15 94,-2 5-324,-7 20-85,-1 4 6,-5 15-5,-4 19-28,-3 2-424,0 7 0,-1 3 241,5-8 1,0 1-289,-2 19 0,1 3-720,4-8 1,4-1-3036,4 0 1,3-2 4219,-1-7 0,2-5 0,4 9 0,-3-24 0</inkml:trace>
  <inkml:trace contextRef="#ctx0" brushRef="#br0" timeOffset="102372">21426 3711 17113,'-36'-28'1026,"-1"-1"1,1 0 0,-14-9-1,2 10-600,-11 24-208,26 14 1,-1 6-1,-6 8 1,-1 7-736,8-4 1,0 4-1,1 1 582,-5 6 1,1 3-1,1 2-487,-2 4 0,1 2 0,2 2 453,2 1 1,2 2 0,3 2-21,9-8 0,2 3 0,2-1 1,2-3-16,1-3 0,2-2 0,5 1-15,4 10 1,5 2-1,6-7 90,13-7 1,7-6-111,12 9 0,7-4 12,-11-17 1,4-4 0,3-3-30,0-4 0,5-4 0,0-2 0,-2 0 35,-1-1 1,-2-2 0,4-3 13,-1-4 0,5-2 0,3-3 1,-4 0-1,-7 0-753,13-6 0,-3-2 769,0 0 1,5-2-1,-3-5 30,-6-4 0,-3-3 1,-2-3-60,-8 4 0,-3-2 0,1-2 48,7-2 0,2-3 0,-6-4 82,-4-10 0,-5-5 0,-6 2 16,-5-3 0,-6-1-52,-2 5 1,-1-4 0,-8 3 28,-14-7 1,-11 5-11,-9 4 0,-9 6-60,8 19 1,-4 3-1,-1 3-26,-4 1 1,-1 4 0,-1 2 226,0 2 1,-1 4-1,2 1-512,-18 0 1,2 5-790,12 6 0,3 7 1067,11 7 0,5 2 0,0 4 0,16 4 0</inkml:trace>
  <inkml:trace contextRef="#ctx0" brushRef="#br0" timeOffset="102898">22196 4262 14011,'-44'3'1436,"1"0"1,-1 0 0,-16 0 0,7 2-60,-1 5-513,20-5-40,21-2-219,42-6-510,2-1-48,12-1 1,8-2-1122,3-1 0,4-1 1083,-6 1 1,4 0-1,2-1-384,-11 2 0,1 0 0,1 0 0,-1 1 362,3-1 0,0 0 1,0 0-1,0 0-42,-1 1 1,-1-1-1,1 1 1,-2 0-557,13-1 1,-1 0 0,-2 0-31,-5 1 1,-1 0-1,-2 0-3808,14-1 0,-5 0 4449,-13 2 0,-5 1 0,5-2 0,-25 4 0</inkml:trace>
  <inkml:trace contextRef="#ctx0" brushRef="#br0" timeOffset="103714">23560 4026 23814,'-11'-44'233,"1"-1"0,3 2 1,10 10-173,29 19-27,14 3-23,17 10-8,-30 15 0,-2 4-3,15 8-3,-26 5 0,-8 4-14,-21 19 17,-1-17 0,-5 0-538,-5 1 1,-4 0 557,-7 4 0,0-2-12,9-14 0,2-1 6,-5 4 0,4-2 279,8-4-265,2 2 72,15-8 1,10-8-56,6-3 17,23-4-62,8-9-76,-2 0 0,3-2-18,-15 1 1,0-1 22,3 0 0,3-2 0,-2 1-125,6-3 0,2-1-88,-7 2 1,2-1-1,1-1-138,1 0 0,0-2 0,-1 0-533,-1-2 1,1-1 0,-3 0 127,16-9 1,-5-4-1125,-11-10 1,-8-2 1911,-3-10-747,-47 2 1,-14 3 992,-12 13 275,-6 0 0,-5 1 173,10 12 1,1 3-332,6 3 0,0 0 68,-16-5 0,-2 3-6,15 9 1,0 2-76,-13-1 0,-5 2-76,10 8 0,-3 3 0,1 2 154,5 2 1,0 3 0,1 0-360,0 1 0,0 2 0,2 3 9,-1 5 0,2 3 0,2 3 747,-8 10 1,2 5-785,8-6 0,0 2 0,3-1-8,-5 9 1,4 3-7,11-2 1,2 4 0,6-3-14,7 2 0,6-1 8,-6 10 0,12-1 4,26-15 0,15-3 0,-3-8 7,-5-7 1,4-5-5,3-1 0,9 0 0,3-1 0,-3-5-11,2-6 1,-2-6 0,4 0-356,-4 0 0,3-1 0,2 0 0,1-3 391,-4-1 1,3-2 0,0-1 0,-1 0 0,-4 0 2,11-1 1,-3 0 0,2-5 81,-9-3 1,4-4 0,0-2 0,-4 0 0,-10 1-31,0-4 0,-6-3-33,4 0 0,3-4 1,-12-7 72,-17-12 0,-11-7 1,-5 3-100,-3 0 0,-5-1-17,1 10 1,0-6-1,-3 1 1,-3 8 275,-10-1 0,-7 7-354,-17-4 0,-5 6-93,1 10 1,-4 5-190,-3 3 0,-6 1 1,1 3-261,8 3 0,0 2 1,1 2-36,1-1 0,0 2 0,1 2 661,4 4 0,0 3 0,8-2 0,-5 0 0,-16 7 0</inkml:trace>
  <inkml:trace contextRef="#ctx0" brushRef="#br0" timeOffset="104416">23820 5323 8724,'3'-9'4915,"10"-29"0,2-8-3884,-6 9-831,0-4 1,2-9-1,-3 6 966,-6-15-674,-2 20 1,-2 1 218,-2-1-498,-1 18 554,-1 13-716,0 16 245,-2 5-240,-2 24 0,-1 6-39,-1 9-361,1-3 1,1 4 343,4-9 0,1 2-462,1-2 0,1 3 0,0 1-16,0 3 0,1 0 1,0 3-1181,0-6 0,0 2 0,1-1 0,0-2 1658,1 4 0,-1-3 0,1-4 0,-1 5 0,1-6 0,-1 8 0</inkml:trace>
  <inkml:trace contextRef="#ctx0" brushRef="#br0" timeOffset="105006">23447 6660 22167,'-11'-49'634,"-1"0"1,3 4 0,6 5-455,17 6-74,14 5-5,15 3-34,13 8-39,-23 11 0,1 3-11,0 3 0,0 3-15,-2 2 1,-1 4-8,23 18-46,-13 11-10,-15 13-23,-18 9-113,-14-26 1,-6 0 196,-6 2 0,-4-1-270,-7-1 0,-4-2 289,-1-2 1,-3-2 22,2-5 0,-2-2 19,5-5 1,0-3 124,-23 3-52,18-10 269,6-14-217,21-3 243,0-8-367,16 3 524,6 5-586,31 10 0,-1 11 5,-10 1 1,1 3-12,-5 3 1,-2 3-147,1 4 1,-2 2 145,-3 2 1,-3 1-1,6 19-25,-19-14 1,-7 0-97,-18 10 74,2-12 0,-5-2-37,-7-6 0,-3-3-507,-3-2 1,-2-2 308,-3-3 0,-1-3-216,0-3 0,-1-3-684,2-5 1,0-4-392,-19-5 1051,26-8 1,5-2 0,8 6 0,-5-13 0</inkml:trace>
  <inkml:trace contextRef="#ctx0" brushRef="#br0" timeOffset="105406">23606 6105 18481,'-45'-3'587,"0"0"0,-1 0 0,0 4 0,0 3 0,6 4-1417,2 9 1,2 6 1089,-13 12 1,0 6-490,8 0 0,1 5 341,6-6 0,-1 4 0,2 3-456,0 4 0,2 2 0,3 3 363,7-12 1,1 1 0,2 2-1,1 0-10,2 1 1,1 0 0,2 1 0,2 1-13,2-2 0,1 1 1,2-1-1,3 0-44,2 14 1,5-2-1,4-1-444,4-5 1,4-1-1,5-4 351,5-5 0,5-2 0,4-6 11,6-3 0,4-5 0,3-6 41,6-3 0,2-6 1,2-4 59,-12-6 0,1-4 0,1-2 0,-1-2-145,2-3 1,1-2-1,-1-3 1,-1-2 208,1-2 0,-1-3 1,-1-3-1,-1 0 27,-1-2 0,-2-2 0,0-1 0,-1-2 32,-3 0 1,0-2-1,-2-1 1,-2-2 6,-2 1 0,-2-2 0,-1 0 1,-2-1 24,6-14 0,-3-1 0,-3 0-35,-4 0 0,-3 0 0,-3-1 38,-3 2 1,-4 0 0,-4 1 144,-2 3 0,-4 1 0,-3 0-182,-4 4 0,-3 1 1,-5 0-3,-9-4 1,-5 1-1,0 3-72,-4-2 1,-2 3-14,-9-4 0,-4 3-99,-4 6 1,-3 5-239,8 7 1,-3 2-520,5 2 1,-4 0-1,1 4 850,-16 5 0,6 4 0,23 3 0,3 1 0,-25 3 0</inkml:trace>
  <inkml:trace contextRef="#ctx0" brushRef="#br0" timeOffset="107686">29169 3916 21607,'19'-44'650,"-8"20"-146,-28 65-297,-7 10-137,8-16 0,-2 0-31,2-3 1,0-2-18,-6 15-5,5-3 0,12-17 22,6 1 218,18-10-21,9-9-136,7-8 63,15-15-23,-2-7-54,-18 8 1,-1-1 64,1-2 1,-1 0 55,7-6-117,-10 7-96,-20 12-16,-5 6 10,-4 9 18,-3 9 5,-8 26-44,-1 2 10,1 3-106,2 3-442,6 8-67,2-2 139,5-26 1,3-1-690,8 6 505,4-16-1014,13-10-23,3-18 709,-3-7 0,2-4 638,-3-3 1,0-4-359,6-12 1,-2-2 746,-11 9 1,-2-1 73,2-13 0,-2-4 218,-5-4 0,-2-1-143,-1 10 0,-2-2 287,-3-1 0,-2-4 0,-2 6 80,-5-12 235,-7 0 1,-6 1-227,-17 5 16,-9 12 0,-7 6-319,12 15 0,-2 6-381,-18 1 1,-1 7 287,8 10 1,3 5-79,6-2 1,0 4 55,-14 11 1,0 8-630,12-2 0,1 5 0,0 1 552,-2 3 1,1 2 0,-1 3-42,6-4 1,0 3 0,1 2-1,3-1-8,5-3 0,4 1 1,1-2-1,1 0 1,-1 4 0,2-1 1,3 1-35,1 6 1,3 2-1,7-1-553,10-5 1,6 1 0,1-3 509,-1 12 1,7-1-48,8-11 1,9 0 0,5-8-423,10-11 0,7-8 0,-1-2 464,-10 1 0,-1-1 0,5-3-33,2-6 1,6-1-1,3-2 1,-1-3-1,-6-2 89,7-4 0,-5-4 0,4-2 54,1 0 1,5-1 0,-1-2 0,-4-3 43,-12-1 0,-2-1 0,-2-3 0,0-1 27,10-9 0,-2-4 0,-4 1-53,-10 6 1,-2-1 0,-2-2-17,2-8 0,-2-3 1,-3-2 90,-3-7 1,-4-2-1,-1-1-65,0 0 0,-2-1 0,-1-2 69,-6 9 0,0-1 0,-2 0 1,-4 2-55,-4-2 0,-4 2 0,-4 2-7,-7-15 0,-9 4-99,-8 8 1,-6 6-37,7 12 0,-6 5-760,-5 7 1,-5 3-1,2 3 833,3 4 0,2 2 0,-9-2 0,5 2 0,7 5 0</inkml:trace>
  <inkml:trace contextRef="#ctx0" brushRef="#br0" timeOffset="108186">30399 4337 16096,'-45'0'1585,"-1"1"0,1-1 0,18 0-538,28 0-822,28 0-57,7 1-101,15 0-14,-18 0 0,1 0-31,-2 0 1,2 0-589,23 0 0,3 0 580,-5 0 0,0-1-12,-11-1 0,2 0 0,-3 0-5,1 0 0,-1 0-53,7-1 0,-1-1-946,-6 0 0,-3 1 403,-7 0 0,1-1-3395,2 0 0,-3 0 3994,-6-1 0,-6 1 0,-11 1 0</inkml:trace>
  <inkml:trace contextRef="#ctx0" brushRef="#br0" timeOffset="108893">31926 4162 12774,'-1'-9'5444,"0"2"-4929,1 7 1099,0 0-1390,-33-42 162,-5 32-316,12-11 0,-1 1 232,-30 20 6,15 2 28,-12 0-16,7 1-73,12-2-135,14 0-34,11-1-72,7 0 111,0 9 1,0 5 28,-3 15-74,-1-3 124,-3 20-123,3-22 84,-8 27-62,5-24 0,-4 9-27,2-10-18,4-9 40,-2 1-51,6-12 431,-1 2-22,8-8-162,6-7-185,13-4-34,13-7-27,8 0-35,0 2 6,-11 6 1,5 4-12,-19 7 0,26 17-12,-13 10 15,-9-5 0,0 2-20,8 27 6,-14 2-11,-24-4-34,-24-5-344,4-24 0,-4-4 327,-6 0 0,-3-3-115,-4-3 1,0-3-169,-1-1 1,2-3-261,3-3 0,3-3-1636,-21-11-3204,25-14 5456,23-5 0,10 9 0,5 8 0</inkml:trace>
  <inkml:trace contextRef="#ctx0" brushRef="#br0" timeOffset="109276">31833 3860 17641,'-33'-37'915,"0"0"0,-7 5 0,-1 14-521,7 24 1,-1 9-1207,-12 4 0,-3 4 1070,-3 7 0,-1 5-150,17-8 0,0 3 0,0 1-437,0 4 1,0 2-1,2 2 355,0 4 0,2 0 1,2 3-16,2 0 0,3 1 0,3 1-11,4-1 0,2 0 0,5-1-15,4-1 0,4-1 1,6-2-14,9 17 0,11-3-104,11-5 1,10-5 118,-7-17 0,4-2 0,2-3 1,8 0 1,2-3 0,0-2-336,-8-3 1,-1-3 0,4-1 344,5-2 1,6-1 0,1-3-1,-5-3-236,-1-3 0,-4-2 0,3-3 247,1 1 1,3-1 0,0-3 0,-5-2 8,3-7 1,-5-4 0,-1-5-238,-9 0 1,0-4 0,-2-2-1,-2 2 228,-2 1 1,-4 1-1,1-6 44,2-14 0,0-9 1,-2-1-1,-8 5-38,-5-6 1,-7-1 16,-3 15 0,1-6 1,-3 2-1,-7 4 7,-19-13 1,-8 8-24,2 10 1,-7 4-6,-7 5 0,-9 1 1,1 5-85,-8 1 0,-2 4-140,2 1 0,-4 0 1,2 4-828,8 6 0,0 3 0,3 2 1040,-16 1 0,5 1 0,19 2 0,6 0 0,-4 3 0</inkml:trace>
  <inkml:trace contextRef="#ctx0" brushRef="#br0" timeOffset="110273">29029 5485 14915,'10'-47'1806,"0"0"0,0-1 1,2-10-1,0 4-1417,-4 15 1,0 5 914,-1 0-1220,-5 26 329,-2 19-251,-2 19 62,-5 31-344,0-17 1,0 1 149,-1-3 1,-1 2-250,-1-3 0,0 3 1,-2 1 206,-3 10 1,-2 2 0,1 1-604,-1 2 1,1 1 0,0 2 426,1-10 0,1 3 0,-1-1 1,3-2-558,0 4 0,2-3 0,2-2-597,-1 8 1,3-2 1341,3-4 0,1-7 0,3-11 0,-1-4 0</inkml:trace>
  <inkml:trace contextRef="#ctx0" brushRef="#br0" timeOffset="112124">28681 6862 24273,'-45'-17'1008,"14"2"-969,36 13 35,13-2-52,-6 3-5,7-1 39,27 3-17,-6 6-70,-5-1 0,0 3-397,23 17 434,-14 1-12,-18-5 0,-3 3 0,-6 6 1,-3 3-7,-1 2 1,-5 3-320,-5 9 0,-7 1 202,-7-3 0,-4-3-28,1-7 1,-2 1-1256,-7 19 1,2 1-1583,8-20 1,2 0 2379,-4 12 0,3-4 1,2-4-1,7-21 1</inkml:trace>
  <inkml:trace contextRef="#ctx0" brushRef="#br0" timeOffset="112668">28509 7441 20298,'25'-42'-49,"0"1"0,5 11 0,6 2 0,0 7-139,10 9 1,2 6 55,8-5 0,3 0-215,-9 2 0,1 0 0,0 0-184,-6-1 1,-1-1 0,0 1-94,1 0 0,0 0 1,-1-2 107,2-2 1,-1-2 0,-5-1-76,-3-4 1,-5-2 452,2 1 1,-3-3 410,4-15 0,-6-2-18,-15 13 0,-4-1-87,6-5 0,-5-1 218,-11 3 1,-7 0 496,-6-1 0,-5 0-412,-3-2 0,-3 2-225,0 1 0,-4 3 373,-17-2 0,-2 6-560,-9-1 144,10 12 1,-10-1-1,2 4-229,-7 4 0,-3 5 128,17 1 0,-5 2 1,0 0-1,2 2-31,0 1 0,2 1 0,-4 4 46,4 3 1,-5 4-1,-2 2 1,2 1 0,3 1-533,2 2 0,3 1 0,1 2 0,-3 2 429,-3 1 1,-3 3 0,-1 2-1,2 2 1,4 0-18,1 6 0,3 2 1,4 2-1,2 1-263,3 1 0,3 1 1,2 1-1,4 2 246,3-1 1,4 2-1,3 0 1,3 0-16,3 0 0,4 0 0,3 0 0,3-1-19,5 0 1,2-1 0,5 0 0,3-3 8,4 0 0,3-2 0,6-2 1,5-2-223,8-5 1,8-2 0,4-3-1,1-2 1,-3-2 236,-1-1 1,-2-2 0,1-3-1,3-1 8,1-3 1,3-1 0,2-2 0,1-1 0,1-3-90,-4-4 1,3-2 0,1-1 0,-1-2-1,-2 0 1,-4 0 110,3 1 0,-6-1 0,2-1 0,6-2 36,-3-1 0,7 0 0,4-2 0,1-2 0,-2 0 0,-5-2 0,-7-2 87,-3-3 0,-6-2 0,-3-3 0,3-2-56,1 0 1,2-3 0,0-1 0,-3-3 0,-6-1-27,4-18 0,-9-4 0,-4 0-36,-7 8 1,-3 0 0,-3-2-16,0-13 1,-3-4 0,-5 0-25,-7 12 1,-4 0-1,-2 0 1,0 2-9,3-7 1,-2 2 0,-7-2-349,-4 10 0,-6-4 0,-3-1 1,-3 5-1,-2 7 433,-17-1 0,-6 9 0,4-1 0,8-3 0,2 0 0,0 6 1,-15 9-1,0-1 0</inkml:trace>
  <inkml:trace contextRef="#ctx0" brushRef="#br0" timeOffset="129367">4866 17411 11721,'-9'-55'2825,"0"0"0,-2-6 0,1 6-2350,1 7 377,-5-8-129,5 41-449,0 1 62,-1 9-190,-4 8-129,-4 14 5,-11 22 0,4 5-1721,7-5 1,0 5 1681,3-3 0,0 3 0,-3 12 1,1 5-317,7-14 1,1 2 0,1-1 309,0 10 1,4 0-215,3 5 1,5-4 213,3-17 1,3-5-6,10 15-20,-1-25 1,2-3 24,11 1 23,7 2 2798,6-17-2697,-16-15 1271,5-2-1227,-4-20-10,-6-7-63,7-15-19,-14 17 1,-1-2 442,11-21-468,-4 3 39,-4 13 6,-2 6-45,2 1-6,0 3-16,-6 15-12,9-4 12,-8 10 370,22-11-376,-11 12 5,12 0-10,-8 16-40,-2 14 28,-8 4-33,2 22-354,0 8-368,3 1-413,-10-25 1,2-2-3291,15 11 4475,-2-12 0,-10-14 0,-7-9 0</inkml:trace>
  <inkml:trace contextRef="#ctx0" brushRef="#br0" timeOffset="129568">5776 17633 22686,'-13'26'-39,"1"-7"144,33 36-962,-4-7-1303,-6-16 1,1 1 2185,8 24 1,-7-20 0,-6-17 0</inkml:trace>
  <inkml:trace contextRef="#ctx0" brushRef="#br0" timeOffset="130894">16653 16268 19350,'-37'-40'1109,"0"17"-695,9 56-33,-7 15-236,14-18 1,-1 5-2082,-9 17 1,0 2 1963,9-15 0,0 1 0,1 0 0,0 2 0,3-2 117,2 2 0,2 0-151,0 8 0,2 1-5,3-12 0,5-1-20,12 9 0,7-3-335,22 3 360,-4-17 1,5-4 21,1-12 1,1-7 2,2-4 1,1-4 8,-3-3 0,-1-5 0,-4-2 0,-2-3-120,20-19 143,-15-1-34,-16 8 2876,-9-3-2860,-12 13 756,-6-4-750,-10 9 556,-4 2-545,-2 0 263,2 1-167,5-2 0,6-1-23,5-1 11,9-2 34,8-5-89,5 3 128,25-11-112,-10 13-61,16-2-1,-12 15-22,-2 10-5,0 10-6,-2 8-17,-1 5-50,-2 4-140,-2 1-180,-1-2-408,-1-3-1081,-2-5-3614,-3-8 5490,-5-8 0,-7-6 0,-5-4 0</inkml:trace>
  <inkml:trace contextRef="#ctx0" brushRef="#br0" timeOffset="131234">17425 16891 16533,'13'-41'283,"0"0"1,-2 3 0,2 10 1826,5 19-2048,0 9 785,-1 11-813,2 26 427,-6-6-464,-6 13 0,-3 3 20,-7 9 511,0-12 1,0 0-489,-4 7 27,2-14 258,6-17 100,11-18-229,17-20-112,19-15-121,-15 13 1,0 0-232,-5 4 1,3 0-3814,15-5 1,1 2 3501,7-2 0,-22 9 0,-4 1 0,-5 3 0</inkml:trace>
  <inkml:trace contextRef="#ctx0" brushRef="#br0" timeOffset="134268">10525 15055 7722,'-6'2'7611,"1"0"-7196,5-2 722,-10 3-414,7-3-63,-6 2-133,10-3 67,-1 1-392,3-1 33,1 0-17,6-3-50,3 0-22,4-1-79,-3 1 174,8-2-45,-8 2 89,14-5-189,-12 4 77,12-4-22,-6 1-27,8-3 49,24-12-117,-11 6-37,-12 4 1,0 1 20,15-5-7,-3 2-10,9 0 27,-2 3-27,1 3 0,-3 2-1,-16 4 6,20-5-28,-12 0 17,18-3 5,-9 0 1,-4 0-18,-12 3 29,6-1 11,-14 4-29,10-3 18,-6 2-23,2-1-22,3 0 22,2-2 0,5-1 1,3 0 4,1 0 24,2-1-12,-2 0-17,-11 2 28,12-3-11,-15 4-22,13-4 10,-8 2 18,3-1-17,3 0 22,5 0-22,4 0-6,0-1-5,1-1-18,0 1 29,-1 0-11,-3 2 22,-3 0 39,-6 1-33,-6 1 5,-3 0-11,-1 2-6,0-1 6,1 2-11,0 0 0,3 0-6,4 1 11,3-2 29,4-1-23,-2 0-6,-3-2 1,-1-1-18,-1 0 1,-8 2-1,11-2 12,-15 6-6,7-2-5,-13 4 16,-5 2-5,-1-2-11,1 1-1,8-3 1,-6 1-6,7-3 11,-10 2 6,1-1-23,-4 2 23,-3 1 11,-3 1-22,0 1-17,-2 0 5,1 0 6,0 0-6,0 0-5,1 0 11,2 0 11,1 0 6,3 0-6,0 0-11,2 0-11,-1 0 6,-2 0-1,-1 0-11,-4 0-5,-1 0 39,-3 0-1,-6 3-4,-3 3-7,-10 4-10,-4 4-7,-4 0 24,-4 1-7,-5 0 1,-8-1 11,-8 2-9,21-7 0,-1 0-186,-4 1 0,-2 1 183,-2 0 1,-1 0-1,1 0 1,-1 1 5,4-2 1,1 0-10,4 0 1,2-2-3,-20 7 23,9-3-12,5-2 0,-1 0 0,-5-2 1,-9 3 355,-8 1-367,8-1 5,6 1 1,-2 0-340,11-2 0,-1-1 339,-14 4 1,-1 0-3,12-2 0,2-2-1,5-1 1,3 0 20,-20 4-1,9-4-5,6-2 11,0-1-11,-4-1-12,-6 0-5,-7 1 23,-9 1-351,28-2 0,0 0 336,-3 0 0,1 1 6,-1 0 0,1 0 11,1 0 1,1 0 499,-24 2-480,10-1-1,12-2 1,7-1-11,3-1-12,-2-1 728,-5 2-711,-6 1 134,-5 2-139,-4 2-29,11-1 46,-13 3 16,19-5-5,-8 0 22,17-4-12,8-1-27,5 0-17,2 0-17,2-1 6,-2 1-17,1 0 11,-3 0-11,0 0-11,-1 0 22,0 1 12,2-1-1,3 0-22,3 0 6,13-3 5,6-3-17,21-5-10,14-4-204,-19 6 0,2 0 214,6-2 0,2 1-432,4-1 0,3 0 435,3 0 0,1 1-5,2 1 0,0 0 5,2 0 0,-1 2 0,-1 0 0,0 1-3,-2 1 1,-1 0-1,-4 2 1,0 0-1,-4 0 1,-1 1-1,-4 0 1,-1 1-43,4-1 0,-2-1-13,15 0-85,2-3-2050,-8-3 2196,-13-1 0,1 2 0,-23 2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055AE-8381-9C81-927D-90445C131A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0CBAAD-3520-0EA3-6353-F0588F099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74AE50-EC03-4362-CD99-BEDEB8E79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3286D-93AF-2F4F-A441-031D697AD7A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CEB97-FD74-075C-6FEA-0D9390479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C498B-CCEB-50AB-C2E6-101411998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067B-F1A3-B949-A83D-9D04A0E32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371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A7F10-E8C0-3799-AB31-E835F9D4E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4A0BA-DBEC-6E63-C16B-FA1143016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11586-D11B-92AA-BC59-F4A8C3BD2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3286D-93AF-2F4F-A441-031D697AD7A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8B8CB-BAD0-E61B-77B6-40F7ECEB5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72EDC-8E5A-B9C8-099C-24274B988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067B-F1A3-B949-A83D-9D04A0E32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807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129B6-F7B0-A226-933C-AEE2F0307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D39A27-99E1-09E6-5752-A9A11F898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565F4-92D0-19FB-D576-417566BB7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3286D-93AF-2F4F-A441-031D697AD7A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26DA6-6B85-A61A-0D3F-8311C334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A5BAD-6643-09D1-378D-605E47299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067B-F1A3-B949-A83D-9D04A0E32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679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7A476-EC97-409E-FC5A-71703DBF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8296B-0E0B-8922-AB3A-5B0E14F96C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FAB7B3-B1D2-E6C5-98B5-063E997FAC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329BB-4479-C365-2D59-B4E2E825E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3286D-93AF-2F4F-A441-031D697AD7A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651E7-973B-88F9-0DD0-55F729D34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643584-BC7C-102B-28AF-9198027B7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067B-F1A3-B949-A83D-9D04A0E32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918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25BA9-430F-CA56-7F2B-A17692D71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3A1F5E-75E9-BEC1-32C6-25AB6E2E2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E39C8-2A2E-C7D3-DC9B-7AF3ACADE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66C1EF-1DE7-34A4-26A0-7B98961112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D9F7B5-6B29-7EFD-6094-31622A351B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B9A0B1-228A-86BD-0E3A-4E4EDF117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3286D-93AF-2F4F-A441-031D697AD7A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9D86D8-4A87-78A8-D175-2A7CAE3E1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71D285-1939-30FA-041C-CC64B6078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067B-F1A3-B949-A83D-9D04A0E32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95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C38BB-C3C2-5E21-5577-77F241B63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0CBFB0-9068-7F5D-76D2-5C9680C00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3286D-93AF-2F4F-A441-031D697AD7A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F5DAEA-D863-78B4-B072-E7272EBF0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76DAFB-F09A-FE40-86BD-D4438F995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067B-F1A3-B949-A83D-9D04A0E32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359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387E8C-CFB1-117B-03D6-F3C561B19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3286D-93AF-2F4F-A441-031D697AD7A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E4126F-B5DD-DB38-FC03-7F50345C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E3CC5-98D8-00AC-0EE8-EDDB45DBB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067B-F1A3-B949-A83D-9D04A0E32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217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5EBBE-4CDA-6BB2-16E7-3654FD5E1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1CF4A-FBF5-CABF-96FD-152FFD7C7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4CD2E1-4B4F-2C8E-4B5F-C738CDDF1D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C442C-5B62-3986-F79F-9928E6DB5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3286D-93AF-2F4F-A441-031D697AD7A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069C22-E735-EAFC-2816-624A32299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CE587A-0E00-FAC5-D6EA-DD67B895B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067B-F1A3-B949-A83D-9D04A0E32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573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443C2-C06E-E485-D604-AA45F5D31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7758E2-BAD7-7F98-35A3-747E7D999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DCF536-0665-D7C4-F78F-A4913EC204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BB9394-794C-F47A-7DE9-FB3259E61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3286D-93AF-2F4F-A441-031D697AD7A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C5CC7A-11CC-16E7-2685-E52F5570A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B90F8D-9E1C-C411-9CE9-FDC339932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067B-F1A3-B949-A83D-9D04A0E32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411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1D298-F815-F216-F168-2F2370070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FF3A28-585F-ED9C-6A5F-5615BF829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46390-D7A3-978C-A015-93E821DAF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3286D-93AF-2F4F-A441-031D697AD7A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D63A8-B218-3A8F-BAA4-0C3511CCB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A3167-00BC-810E-6A64-262C5EC07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067B-F1A3-B949-A83D-9D04A0E32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564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089D3C-05AE-46E4-D89C-4071355EDB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24BA3B-C4B2-0E66-63CE-725AE71F1A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AFF38-87ED-37C3-AA91-AB246F133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3286D-93AF-2F4F-A441-031D697AD7A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21875-91D3-B1D5-2C6B-9BBFA51BF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93690-3F72-969E-5B40-3565408F2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067B-F1A3-B949-A83D-9D04A0E32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543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7EDD4-8DD4-C687-85C4-54FEA6DCB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DB5BBE-4A11-954C-AE90-F2BE9996C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7143B-78DC-7D9C-5D7E-42FEED5A37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53286D-93AF-2F4F-A441-031D697AD7A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B6408-8A1C-F78F-F249-811C243358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F68F9-4D8E-1E4E-BB70-3D7417E0B7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54067B-F1A3-B949-A83D-9D04A0E32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255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C41942-E28C-7DC1-4C96-2F08F67AA0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762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AA1F41B0-CDB1-4B8A-6A1A-88C8FE50F8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D51C090-6672-264D-04DA-06EA673856D8}"/>
                  </a:ext>
                </a:extLst>
              </p14:cNvPr>
              <p14:cNvContentPartPr/>
              <p14:nvPr/>
            </p14:nvContentPartPr>
            <p14:xfrm>
              <a:off x="1893600" y="430200"/>
              <a:ext cx="4447440" cy="3806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D51C090-6672-264D-04DA-06EA673856D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84240" y="420840"/>
                <a:ext cx="4466160" cy="382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9259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0BC62C-A8A8-09E3-AFD8-9828D8C50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338C243-DB3E-2A33-9582-8F0D9C76E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F25F2E83-EA43-4E72-E015-306760B259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3A51B4C-91D2-EC71-ED6F-8EC9F2863620}"/>
                  </a:ext>
                </a:extLst>
              </p14:cNvPr>
              <p14:cNvContentPartPr/>
              <p14:nvPr/>
            </p14:nvContentPartPr>
            <p14:xfrm>
              <a:off x="238680" y="706680"/>
              <a:ext cx="11777400" cy="4398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3A51B4C-91D2-EC71-ED6F-8EC9F28636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9320" y="697320"/>
                <a:ext cx="11796120" cy="441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98769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6E73CC-F287-B42B-1C6F-B50E8513F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513BC7-4B8F-AF83-3264-7AC67D60E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757BBA67-23C7-259D-FC70-B895E9A9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C197044-0585-4897-9B1B-3EC0EA2EBBE3}"/>
                  </a:ext>
                </a:extLst>
              </p14:cNvPr>
              <p14:cNvContentPartPr/>
              <p14:nvPr/>
            </p14:nvContentPartPr>
            <p14:xfrm>
              <a:off x="612000" y="754560"/>
              <a:ext cx="11327400" cy="6025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C197044-0585-4897-9B1B-3EC0EA2EBBE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2640" y="745200"/>
                <a:ext cx="11346120" cy="604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542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DB2ECC-29D3-EBA8-ABF7-1C5A6B391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30E8544-C511-F8B7-9AC2-579872DC8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800422AD-46B5-4121-243A-6A12F19125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BFEF02F-B068-AF55-25E0-0765EE0985E9}"/>
                  </a:ext>
                </a:extLst>
              </p14:cNvPr>
              <p14:cNvContentPartPr/>
              <p14:nvPr/>
            </p14:nvContentPartPr>
            <p14:xfrm>
              <a:off x="354600" y="684360"/>
              <a:ext cx="10227960" cy="6173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BFEF02F-B068-AF55-25E0-0765EE0985E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5240" y="675000"/>
                <a:ext cx="10246680" cy="619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5830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DDC564-5FE9-CCB7-DD99-02698FC8E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AB7FCB-D857-54ED-D9DC-D188CFBAD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46A438A5-F535-83D0-C44A-8C72D0ED6C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D350BFC-5A40-E862-5FE7-5A5B785EAF8C}"/>
                  </a:ext>
                </a:extLst>
              </p14:cNvPr>
              <p14:cNvContentPartPr/>
              <p14:nvPr/>
            </p14:nvContentPartPr>
            <p14:xfrm>
              <a:off x="445680" y="666720"/>
              <a:ext cx="10013400" cy="5739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D350BFC-5A40-E862-5FE7-5A5B785EAF8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6320" y="657360"/>
                <a:ext cx="10032120" cy="575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09403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BEAADB-10A9-1D2B-1C9D-B20DC2540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10D3B2-B353-587C-74F1-307EBD243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7B4BE10E-916B-FE25-2ECE-5E194FEAD0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9C64348-5AA2-57CC-210E-8321639D3BC5}"/>
                  </a:ext>
                </a:extLst>
              </p14:cNvPr>
              <p14:cNvContentPartPr/>
              <p14:nvPr/>
            </p14:nvContentPartPr>
            <p14:xfrm>
              <a:off x="506160" y="566640"/>
              <a:ext cx="10538280" cy="5963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9C64348-5AA2-57CC-210E-8321639D3BC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6800" y="557280"/>
                <a:ext cx="10557000" cy="598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71277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5D9C35-79C1-A330-0CAF-07D4271C0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0F4C54D-7500-8D6A-5B9D-564BEFB12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C02636D4-B1B3-2E0B-4BE9-4D5B6ADC9F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EDCEB1F-B4A4-AB37-70FD-DA3E9DAECD38}"/>
                  </a:ext>
                </a:extLst>
              </p14:cNvPr>
              <p14:cNvContentPartPr/>
              <p14:nvPr/>
            </p14:nvContentPartPr>
            <p14:xfrm>
              <a:off x="402120" y="242640"/>
              <a:ext cx="11342160" cy="6272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EDCEB1F-B4A4-AB37-70FD-DA3E9DAECD3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2760" y="233280"/>
                <a:ext cx="11360880" cy="629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3536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0</Words>
  <Application>Microsoft Macintosh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2025-11-22T13:31:30Z</dcterms:created>
  <dcterms:modified xsi:type="dcterms:W3CDTF">2025-11-22T17:00:40Z</dcterms:modified>
</cp:coreProperties>
</file>