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58"/>
  </p:normalViewPr>
  <p:slideViewPr>
    <p:cSldViewPr snapToGrid="0">
      <p:cViewPr varScale="1">
        <p:scale>
          <a:sx n="120" d="100"/>
          <a:sy n="120" d="100"/>
        </p:scale>
        <p:origin x="44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30T13:35:56.73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5209 7273 17904,'-42'2'1471,"0"1"1,1-2 0,14 4-1002,29 1 12,56 0-441,-18-6 0,5-2 0,4-1-33,-2-1 0,4-1 1,0 0-1,-1-1-766,11-2 0,-1 0 0,-2-2 760,-3 0 0,-1-1 0,-5 0 20,3-3 0,-8 1 906,11-5-710,-23-5-89,-64 6 64,-2 6 0,-4 2-11,3 1 0,1 1-9,-1 0 1,4 2 326,2 1-400,15 2 1679,5 2-1746,29 3-8,22 6 1,8 4-40,-1 2 0,1 3-14,-6 0 0,1 2 0,-8 5-930,-3 13 0,-12 4 958,-16-1 0,-9-2 0,-10 17 0,-7-22 0</inkml:trace>
  <inkml:trace contextRef="#ctx0" brushRef="#br0" timeOffset="2932">6147 7003 16633,'-3'-35'221,"1"1"1,-2-21 58,4 61 5,0 5-22,0 7 124,3 14-292,-1-9-11,1 9 118,1 5-96,-2-3-10,2 19-29,0-8-16,2 2-29,0 1-11,0 3 17,-2 3 6,0 3-1714,-5-6 1,-1 5 1686,0-15 1,-2 3 0,1-1-14,0 1 0,1 0 1,-1-1 8,-3 12 0,1-1-3,3 2 0,1-1 5,0-8 1,1 0-379,0 5 0,0 2 384,1 1 1,1-2-4,-1-14 0,0 1 12,1 12 0,-1 3 16,0 0 0,1 3-6,-2-2 0,0 4 0,1 1 0,0-13 1,-1 0 0,1 3 0,0 2 20,0-2 0,1 4 1,-1 2-1,1 1 1,-1-1-1,1-3-13,0 0 0,0-1 0,0-1 0,0-1 1,0 1-25,1 10 0,-1-1 0,1 1 0,0-1 30,0 0 1,1-1 0,0 0 0,-1 0-1,-1 2 1,0-1 0,0 1 0,0-1-474,0 3 0,0-1 0,1 0 1,-1 0 436,-1-3 0,0 0 1,0-2-1,0-4 29,-1 0 1,-1-3-1,1-3 486,-1-5 1,0-1-1,0 1-493,0 8 0,0 1 0,0 6 15,0-6 1,1 5 0,0 2 0,-1-2 0,1-4-37,-1 5 1,0-3-1,1 2-9,0 4 0,0 5 0,0-1 0,1-6-38,1-6 1,-1-4 0,1-2-408,1 10 0,0-1-1238,1 2 0,0-5 1683,1 3 0,-2-38 0,-3-13 0</inkml:trace>
  <inkml:trace contextRef="#ctx0" brushRef="#br0" timeOffset="4059">6215 6872 8198,'-4'-1'6626,"1"0"-3075,3 1-2817,-18-3-353,14 3-179,-14-3-158,18 3-21,1 0 89,2 0 341,11 0-204,17-2 1,6-1-180,-2-1 0,1 0-34,11-1 0,2-1 26,-5-2 0,-2 0 44,13-5 118,-7 1 140,-25 7 359,-17 3-370,-14 1-359,-13-1 12,-10 1-12,-26-1 20,19 5 0,-1 1 11,4 0 1,1 0-9,-28 7-6,35-4-39,21-6 39,7 0 62,5-1 11,30-2-261,2-3 1,4 0-1045,5-1 0,2 1 542,8-3 1,-3 1-1,0-1 1,-21 5 0</inkml:trace>
  <inkml:trace contextRef="#ctx0" brushRef="#br0" timeOffset="11924">6316 6850 19199,'0'3'1702,"0"0"304,0-3-1385,-1 1-167,-4 0-314,-13 0-45,0 0-5,-8-1 128,-1 2-112,9-2 107,-2 2-140,14-1-23,3 0-38,3-1 32,10 1 12,12-1 17,25 0-45,-17-2 0,4-1 3,23-4 0,2-2-20,-14 1 0,1 0-200,13-3 0,-1 0 194,-21 4 1,-2 1-68,1-1 0,-3 1 101,5-1 0,-8 2 68,-28 4 184,-2 1-218,-25 2-79,-5 2-2941,-27 3 2964,2 3-11,4 1 2,-1 0 14,23-5-5,5 0-6,19-5-22,4 0-28,1-1 3362,9-2-3301,8-2 131,16-4-148,9-3-16,2-1-230,10-3-6962,-13 7 6633,-5 0 1,-18 7 0,-13 1 0</inkml:trace>
  <inkml:trace contextRef="#ctx0" brushRef="#br0" timeOffset="17576">7538 6532 24144,'-51'-12'437,"19"-1"-431,63 3-12,1-1-11,11 0-132,2 1 1,3 0-224,-7 3 0,1 0-575,16-3 0,-2 2-1522,6 1-3329,-35 12-677,-37 9 5473,-12 3 5460,-27 4 12,14-11-2347,-3-2 2122,13-11-2643,12-1-476,-3-3-398,8 2-302,2 3-202,2 1-106,-1 7-6,-3 7-6,-2 15-55,-2 13-105,7 2 1,3 4-166,3-9 1,1 1-631,1 16 1,4 2 848,6-1 0,1-5 0,0 3 0,-5-24 0,0 0 0</inkml:trace>
  <inkml:trace contextRef="#ctx0" brushRef="#br0" timeOffset="19142">8677 6643 12931,'0'-6'7651,"0"0"-7285,-11-23 1,-4-5 199,-4 12-350,0-13 0,-4 3 86,-10 26-178,5 7 301,-26 21-285,23-4-48,1 3 1,0 5 33,2 8 0,4 2-101,4-5 0,2 1-14,-1 16 1,6-2-18,13-2-55,21 10-18,1-32-624,22 2 1,6-3-1470,5-3-1105,-7-6 0,9-1 0,-8-2 2616,7-3 0,-14-3 1,-7-1-1,-21-1 0</inkml:trace>
  <inkml:trace contextRef="#ctx0" brushRef="#br0" timeOffset="20779">9792 6719 22352,'1'-15'1479,"0"2"-1127,-2 7 214,0 1-476,0 1 122,-1 2-161,1 2 313,-2 0-324,3-2-24,-2 0 24,1-2-1,0-1 84,-1-4-61,0 0-3438,0 0 3416,1 1 144,-3-4-139,2 4 78,-5-8-67,1 8 28,-2-3 0,-9 2 3331,0 4-3443,-11 0 56,-19 16-23,16-4 1,0 8 0,1 2-1,8-1-5,-7 12 0,1 5-33,4 9 2,8-4 0,10 0 14,37 5 22,-2-25 1,4-6-1685,2-11 0,-1-5 1696,18-5 140,-16-26 27,-25-3 24,3-11 167,-14-2-118,-1 25-257,-1 7 3331,0 17-3421,2 5 79,-1 2-62,10 28-28,0-4-56,2 0 1,2 1-186,8 10-201,15 5 235,-4-23 165,11-29 0,2-12 395,1-21-81,-6 1 0,-5-2 204,-12-18-56,-12 18-375,-5 22 28,-6 29 40,1 8-7,1 9-38,3 31 16,2-14 22,1 12 135,6-37-33,8-38-29,10-20-5,7-9-73,-11 14-90,3 18-22,-2 31 56,-5-2-182,4 9 0,6 0-997,15-10 0,4-3 874,-7 3 0,1-2 361,-2-10 0,3-4 0,-5-4 168,-2-7 0,-4-5 210,5-7 0,-3-3 47,-11 2 1,-6-2 303,-3-21-304,-52 22-330,1 28 1,-3 8-85,-5 7 0,2 6-20,4 2 1,6 5-76,8 0 0,7 1-95,8 11-123,33-1 265,1-29 1,6-6 92,2-3 0,2-7 19,10-19 1,-4-13 13,-17-8 1,-7-6-32,-8 13 0,-2-2 0,-5-1 154,-4-3 1,-4 0 0,-2 3 50,0 0 1,-2 5-141,-3-24-207,4 57 84,16 57-23,-7-2 1,-2 8-186,-1-6 1,-2 4 0,2 2-1866,1 3 1,1 0 0,0-2 2072,-4-12 0,0-2 0,2-4 0,2 4 0,4-11 0,2-15 0</inkml:trace>
  <inkml:trace contextRef="#ctx0" brushRef="#br0" timeOffset="21460">11799 6397 24256,'-37'-20'277,"1"-1"1,-17-9-166,6 47-48,22 3 0,2 4-64,4 1 0,1 2 12,-13 23 80,63-13 0,18-3-86,-14-17 0,4-1-8,5 5 0,4 2 0,-5-3-142,-8-5 1,-4-2 154,13 13-3143,-62-4 3154,0-10 20,-40 1 0,-10-5-163,35-8 1,-1-2-2224,-30-1 0,6-4 2344,22-9 0,18 3 0,17 9 0</inkml:trace>
  <inkml:trace contextRef="#ctx0" brushRef="#br0" timeOffset="21733">12651 6330 14131,'-8'-10'4234,"1"3"-3280,-30 11 1,-9 8-283,-10 7-394,9-2 1,-9 3-1,7 2-152,12 5 0,4 1-98,-4-1 0,7 2 1198,17 26-1153,31-28 573,7 4-722,16-17 1,6-5-273,-12-5 1,2-1 412,10 0 1,5-1 0,-6-1 0,12-2 0,-25-1-1,0 0 1</inkml:trace>
  <inkml:trace contextRef="#ctx0" brushRef="#br0" timeOffset="23666">6223 8252 17781,'-39'4'1389,"0"-1"0,-17 2-330,85-10-858,-1 1-7,12-4 1,13-2 0,-5 0-128,-6 2 0,2 0-1425,16-4 1,8-1 0,-10 2 1365,-22 4 0,-2 1 467,23-3 0,-6 1-548,-20 5-28,12-2-157,-33 9-5293,-6 11 5551,0-3 0,0 4 0,-2-10 0</inkml:trace>
  <inkml:trace contextRef="#ctx0" brushRef="#br0" timeOffset="24321">7525 8461 19686,'-13'-56'1648,"-1"-1"1,3 7-1,-1 6-1116,-2 2-425,7 21-163,1 7-45,12 21 112,8 10 0,9 15-17,-4 3 1,-1 4-1,-6-8 1,-1 1 10,2 11 1,-4 1 67,-9 18-2893,-9-16 2993,0-22-10,-17-42-60,11-11 1,2-9-184,-4-14 1,1-1 107,4 11 0,2 1 36,4-11 0,7 4-24,20-3-35,-3 5 6,17 20 1,6 7-1,9 11-17,-13 0 1,2 3 1442,0 11 1,-2 6-1517,14 12-25,-14-2 1,-1 2-110,6 14-2315,-15-3 0,-2 2-2350,4 19 4878,-9-19 0,-3-3 0,-5-6 0,-9-18 0</inkml:trace>
  <inkml:trace contextRef="#ctx0" brushRef="#br0" timeOffset="24525">7590 8533 23243,'8'-50'65,"1"1"0,23-7 1,8 11-117,-12 27 1,5 5-1092,13-5 1,7-1 0,-4 3 541,-6 5 1,0 0-2678,6 0 0,5-1 0,-6 2 2167,-12 3 1,-3 0 0,6 0 0,-10 3-1,-21 2 1</inkml:trace>
  <inkml:trace contextRef="#ctx0" brushRef="#br0" timeOffset="24875">8383 8101 25057,'-19'-23'-90,"23"19"107,34 32-42,-14-8 0,0 3-59,12 22-6,-12 5 57,-10-12 44,-20 16 420,-5-33-162,-5 6-17,3-33-28,6-12-39,2-7-67,4-4-101,8 0-68,7-1-173,14 0-302,12 2 100,-2 6-678,-3 8 1,1 0-2658,18-2-208,-14 4 1,-1 1 3968,14-2 0,-20 5 0,-17 5 0</inkml:trace>
  <inkml:trace contextRef="#ctx0" brushRef="#br0" timeOffset="25967">8969 7988 16516,'-3'-1'7813,"0"0"-6979,3 1-867,-28-15-18,23 12 63,-13-4 10,39 20-5,25 23-244,-8-8 221,-9-3 0,-1 2-22,3 14 0,-15-5 0,-4 1 28,-4 13 6,-14 5 50,-12-33 50,-3-12 91,-1-8 44,2-11-112,5-2 624,-6-33-686,14 17-89,-4-21-202,37 11-39,4 11 64,-2 9 0,3 2-300,29-2 205,-28 9 0,2 1-821,15-1 1,1 0 405,-13 3 1,0 0-127,10-1 0,-1 0-51,13-3 645,-6 0 538,-8 0 443,-11 0 385,-11-1 124,-9 2-156,-7 1-303,-7 1-66,-3 1-58,-17 2-313,-6 2-68,-23 12-223,4 10-62,2 7-11,12 11-45,27 5 73,12-13-6,26-2 6,7-23 44,5-9-15,-10-2 150,6-17 11,-23 4 11,4-12-11,-17 5 1,-3 2 32,-3 4 24,-3 5 38,0 6-347,-1 4-16,1 7 72,-2 15-22,3 7-6,-1 5-17,9 6-72,16-1 61,-2-6-34,15-8 1,3-5 73,-6-7 5,5-4 0,2-5 33,18-26 34,-6-11-11,-23 16 0,-3-2 0,-3-10 247,-13 2-141,-9 17-11,-1-4-44,-6 14-141,3 2-39,-1 2 12,4 5-1,2 11 6,7 3 28,1 4-17,8-6-44,19 2 83,2-9 17,17 0 62,-3-25-28,-19 2 229,7-36 303,-27 1-286,4 2-194,-14 9-97,-4 30 0,-2 15 0,-4 43 0,2 11-236,2-23 0,0 2 213,1 8 1,2 0-709,-1-3 1,2 2 78,0-7 1,2 2-1,1 1 652,0 4 0,0 1 0,1-5 0,0-4 0,0-2 0,0-5 0,0 1 0</inkml:trace>
  <inkml:trace contextRef="#ctx0" brushRef="#br0" timeOffset="26676">6087 9730 24986,'42'-6'439,"1"1"0,-3-2 0,2-1 1,2 1-446,3-2 1,2 0 0,0 0-845,10-3 0,2-1 0,-8 1 710,-12 4 1,-5 0 397,9-3 1,-5 3-1607,-11 4-2779,-6 7 4043,-14 4 1,-7 0 0,-1-2 0</inkml:trace>
  <inkml:trace contextRef="#ctx0" brushRef="#br0" timeOffset="27268">7816 9599 17820,'0'-6'2803,"-7"-27"1,-4-4-2636,-6 16-95,1-15 0,-5 4 246,-29 30-240,11 8-40,-11 8-11,21 24-39,28 20 22,11-23 0,8 0-17,13 5 1,7-4-1,0-7 1,3-3-4,7 0 1,-1-2 8,3 2 0,-1 0 145,-45-9-55,-15 0-28,-26 2-18,-17-5-10,-8-5-26,26-4 1,-1-5-107,2-6 0,2-6-1565,-16-15-4443,24-13 6106,31 5 0,2 17 0,2 9 0</inkml:trace>
  <inkml:trace contextRef="#ctx0" brushRef="#br0" timeOffset="27516">8372 9303 20436,'0'-5'4891,"0"0"-4445,0 5-423,-35 9 128,27 35-162,-24-8-187,35 11 0,15 14 0,0-3-852,-2-1 0,0 1-2227,-1 2 0,2 4 0,-3-6 3242,-3-11 0,-2-7 0,-7 6 0,-2-38 0</inkml:trace>
  <inkml:trace contextRef="#ctx0" brushRef="#br0" timeOffset="28268">8338 9778 24323,'7'-38'-101,"0"-1"0,7 3 1,7 9 44,35 23 17,-8 2 0,2 1 36,-11 1 0,-1 0 8,0 0 1,-4 0 45,2 0 503,-28-3-425,-5 1 1232,-8-20-504,-4 3-263,-8-8-566,7 13-12,2 10-189,10 4 190,9 7-6,27 10-17,12 7-238,-15-7 1,2 1 240,-4-4 0,-1 3-91,6 8 0,-3 1 88,3 3-14,-16-1 1,-10 1 14,-20-8 21,1 6 52,-18-16 489,0-13-434,-13-11 203,-1-14-293,12 1-22,9 2 1,17 6-136,46-14 68,0 3 34,-3 7 0,4 0 5,-3 3 0,-1 1-161,-9 2 0,0 0 181,3-2 0,-3-1 126,0-5-17,-11 6 263,-14 5-291,-9 9 145,-1-2-139,0 4 299,0 1-529,1 8 152,0 7-40,3 14-129,4 10-202,6 9 79,2-9-1344,15 19-3143,-7-16 4767,2 1 0,-11-18 0,-10-18 0</inkml:trace>
  <inkml:trace contextRef="#ctx0" brushRef="#br0" timeOffset="28476">9451 9313 24811,'-9'-17'-2638,"17"21"733,12 17 1,3 7 1904,16 21 0,-21-24 0,-9-10 0</inkml:trace>
  <inkml:trace contextRef="#ctx0" brushRef="#br0" timeOffset="29593">9707 9532 26435,'13'-28'-157,"1"16"174,-5 48 17,1-3-57,7 28-66,-6-6 33,0 1-28,-7-4 84,-4-30 123,0-3 101,0-13-28,3-16-118,1-3 242,7-29-102,1 4-117,-4 8 0,2-1 19,3-5 0,2 1-86,14-17-34,3 1-22,0 33-29,-7 16-10,2 13-23,-3 9-56,0 13-93,-9-5 1,0 2-99,9 15 163,-8-16 0,0-3-16,6-2-674,34-5 371,-4-12 400,-13-5 0,3-3 137,6-7 1,-2-3 64,-13 3 0,-1-3 27,5-3 1,-5-2 205,-3-8 83,-11 3 269,-15-1-548,-13 12-113,-7 1 78,-32 17-89,13 2-16,-15 8-18,23-1-5,14-2 5,8-2 1,12 1-18,22-3 12,4-2 28,18-4 50,-12-9 191,-4-4 229,-15 0-235,-8 0-112,-9 5-84,-2 3-34,-3 16-11,2 5-5,-3 25-23,2-4 0,1 6-26,1-7 0,0 3 1,-1 0-414,1 3 0,-1 1 0,0 1 295,0 2 1,0 2-1,-1-3-217,-1 11 0,-2-3-62,-1-3 1,-4-3 110,-1-9 0,-4-3 346,1-9 0,-5-6 319,-28-5-162,16-27 5,2-26-89,21-3 78,9-24-65,8 20 1,7-5-60,8-3 1,7-4 0,0 1-28,-2 5 0,1 1 0,2 1-261,1 0 1,1 0 0,1 5 243,-1 6 0,0 3 0,-3 3 5,-2 3 1,-2 2 88,7-4 1,0-3 92,8-13 1,-5 2-306,-10 7 227,1-4 0,-7 1-14,-18 18 275,-9-25 1535,1 24-1760,-9-17-61,5 25 297,-9-9-4,10 14-344,-3-3-27,9 8-29,1 5 23,1 1 34,8 28-17,5 5-15,0-7 1,2 2-9,3-2 1,4 0-14,5-1 1,5 1-1,-1-2-273,3 4 0,1-1 121,14 6 1,-9 1-8165,-25 16 8335,-24-22 0,-13-2 0,3-22 0</inkml:trace>
  <inkml:trace contextRef="#ctx0" brushRef="#br0" timeOffset="31509">6451 11531 17417,'-41'10'1044,"0"1"1,0 0 0,-11 2-1,9-2-91,15-4-841,19-4-22,1-2 44,14-1 85,10-1-40,35-9-149,-21 5 1,3-2-331,12-3 1,2-1 313,-13 3 0,0 0 8,8-2 1,1-1 7,-6 2 1,0-1-26,-1 1 1,-2 0-17,24-5-185,-19 4-17,-23 8-7987,12 7-543,-21 0 8743,4 5 0,-9-7 0,-1-1 0</inkml:trace>
  <inkml:trace contextRef="#ctx0" brushRef="#br0" timeOffset="32326">7798 11601 19910,'8'-41'1310,"0"1"1,-2 0 0,-4 10-1188,-7 23-5,-12 0-90,-2 15 16,-11 8-16,1 15-16,5-2-7,-2 18 6,9 13-311,10-28 0,2 0 289,1 30-20,24-19 0,8-3 9,16-2 3,-5-15 0,7 0 1,-2-7 26,-1-10 1,0-6 21,16-3 1,-2-6 14,-19-4 0,-5-4 22,-2-2 0,-3-1 202,16-19-95,-17 10 318,-8-7-373,-15 21 144,-5-13-213,-4 20 17,-16-3 556,-14 29-656,3-1 21,-1 12-49,18 5 16,13-10 23,8 8-1,14-11 1,13-7-4,4-11 1,2-4 42,20-7 5,-18-1 1,-2-2 39,4-16 83,-12-4 169,-12-15-79,-29-2-157,-8 1-50,-13 14 34,-15 16-40,12 12-145,-23 8-235,27 8-3782,6 27 4140,33-4 0,-3-1 0,7-14 0</inkml:trace>
  <inkml:trace contextRef="#ctx0" brushRef="#br0" timeOffset="33443">8793 11963 26323,'3'-54'183,"-1"0"0,2 0 0,2 4-122,4 14 1,2 1-937,-1-8 0,1-1 922,-1-5 1,0-3-12,-2-4 1,-2-1 5,-2-2 0,-2 0 30,0 3 1,-3 2 14,-2 8 0,-1 4 109,-4-16-3220,-6 31 3030,3 21 949,-6 24-955,1 18 5,-1 23-229,8-19 1,3 3 175,3 6 0,3 4-79,4 5 0,3 2-64,-1-17 1,2 1 0,1 0 344,2 1 1,2 0-1,0-1-798,2 0 0,0 0 0,2-2-352,1-2 1,0-2 0,0-2-97,4 4 0,2-4-2325,8 1 0,3-9 2135,22-21 2396,1-7 1457,-10-36 605,-32 6 0,-3-2-1148,6-16-494,1-11 146,-15 27-879,-3 6 552,-5 6-950,-2-3 1132,0 4-1512,2-1 33,10-5-45,0 10 17,21-28 0,-4 8-11,-6 7 0,-1-3-297,-2-1 0,-2-2 302,-1-5 1,-2-5 35,-4 2 0,-2-4 0,-1 2 45,-1-2 1,-2 1 2,0-10 1,-4 6 66,-5 15 18,0 17-180,2 11-22,1 6 11,3 4 17,-3 23 547,1 11-572,2-7 0,-1 4-15,1 4 1,1 1-543,0 4 1,2 2 440,1 2 1,3 1-118,2-1 1,2 1-259,2-2 1,5-1-956,13 10 1,5-5 865,-10-17 0,4-5 380,16 1 1,1-11 515,2-24-39,-2-12 806,-22-15-319,-15 10-50,2-11 934,-8 9-1052,-4 2 72,0 7-285,-2 4-167,1 6-231,0 3-61,3 2 45,5 0-3415,25 4 3395,5-5 1,2-3 75,20 0 2,-18-3 1,-5-4 41,-12-9 12,-8-3 17,-7-2 11,-4 4-1,-7 2 3477,-16 3-3498,-5 8 5,-16 7-17,4 13-39,-1 9-28,11 1-17,-4 21-17,19-8-66,-4 21-287,21 3 141,2-16-323,4-12 1,3-2-2104,17 7-4128,18 1-3031,-9-14 9140,-1-11 0,-25-10 0,-6-1 1</inkml:trace>
  <inkml:trace contextRef="#ctx0" brushRef="#br0" timeOffset="34276">10671 11659 13317,'4'-5'9830,"0"1"-8150,-4 4-436,0 0-1053,-26-31-1,-3 44-168,-8-25 1,12 53-6,23 2 5,7-13 45,30 21-3,3-37 1,3-4-62,-11 4 0,1-2 25,19-8 0,-2-8 50,2-14-47,-19 5 0,2-6 73,3-11 1,3-9-1,-4 0-59,-2-1 0,-2-4-566,0-3 0,1-6 0,-7 3 566,-10-5 0,-7-2 65,-3 7 0,-2-2 0,-2 2-368,-3-7 0,-3 2 322,2 0 1,-3 6 170,-13 2-189,8 34-46,-3 2 0,2 19 0,-2 16 0,5 9 0,3 6 0,0 1 0,3 6-50,3 2 1,2 8 0,1 2 0,0-4-88,1-4 1,0-2-1,1 1 49,0-2 0,0 3 0,1-1 0,0-4-319,1 2 0,1-3 0,-1-6-58,6 20-451,0-8 0,2-5 983,-2-18-7371,14 4 807,-19-33 2800,-1-11 7747,-32-36 4206,-7-5-7310,13 27 1,-1-1 1562,-17-21-885,17 22 1426,-5-13-2513,11 9-302,18-12-229,7 22 5,27-9-33,10 16-4,-14 5 1,5 0 1,12 0 0,6 0 0,-5 2-292,-7-1 0,0 1 312,5-1 0,5 0 1,-8-1 42,8-8 17,-8-3 129,-11-9 84,-26 5-85,-7 2 567,-12-2-275,-1 11-297,-2-2-45,4 10 509,-1 22-671,4 7-67,-2 24-67,9 7 33,3-7-104,0-17 1,3 1-1807,5 11 1,1-1-2147,-3-11 1,1-1 4184,3 9 0,-1-6 0,-5-17 0,-3-10 0</inkml:trace>
  <inkml:trace contextRef="#ctx0" brushRef="#br0" timeOffset="34484">12079 11185 25219,'-29'-17'-882,"1"0"0,-10-3-1011,62 51-2817,10 7 4710,-2-2 0,-10-13 0,-11-9 0</inkml:trace>
  <inkml:trace contextRef="#ctx0" brushRef="#br0" timeOffset="34859">12524 11393 24693,'-56'-1'168,"-1"0"0,-3 11 0,9 6-157,16 12 6,13 3 0,4 1-6,12-6 34,6 21 0,26-13-45,9-2 11,20-3 17,-4-18 90,7-15 44,-15-11 163,-19-9 0,-6-5-95,-7-12-118,-6-14 142,-24 22 1,-6 3-176,-1 4-74,3 2 1,0 2-118,-2 10-39,15 9-421,-5-1-1349,12 12 818,1-1 1103,26 20 0,-17-18 0,18 9 0</inkml:trace>
  <inkml:trace contextRef="#ctx0" brushRef="#br0" timeOffset="35449">12818 11382 25858,'16'-8'364,"-3"12"-341,-18 55-23,6-9 0,2-13 0,1-2 0,4 4 11,6 6 0,-8-23 73,3 1-11,-5-16 106,2-11-100,0-2 212,18-32-134,-7 3-87,-2 5 0,0-1 36,2 0 0,-2 2-83,5-6-4,13 20 1,3 7-3,-12 13-31,13 11 0,-1 3 14,-16 2-1688,1 3 1,0 1 1709,1 1-16,11 10-29,-7-14 23,1-7 0,1-8 51,4-14 21,-1-18-49,-4-1 100,-1-21 202,-8-5-12,-2-1-104,-3-6 3183,-8 16-3392,-2 8 0,-3 9 0,0 10 0,0 5 0,0 8 0,0 0 0,7 43-412,12 5 412,-3-1 0,4 2-364,4-1 1,2-2 363,2 5 0,0-1-188,-2 0 0,-1-1-159,-6-11 0,-5 0-3790,-6 13 1,-9-2 3382,-15 2 0,0 7 1,-2-37-1</inkml:trace>
  <inkml:trace contextRef="#ctx0" brushRef="#br0" timeOffset="36359">10802 11505 22055,'-19'-22'745,"1"4"-5700,-12 17 5090,13 1 1615,-26 4-1660,28-1 904,-13 8-871,8 4 34,-14 17-84,6-1-23,-1 19-56,17-13 3382,10 5-3360,40 2-16,-13-20-22,4-8 0,3-3-359,16-9-1294,-2-8-2291,1-4 3966,-18-9 0,-16 8 0,-5 0 0</inkml:trace>
  <inkml:trace contextRef="#ctx0" brushRef="#br0" timeOffset="36616">10742 11451 23601,'-40'26'302,"-1"0"1,2 0-1,5-1-257,6 1-56,10 2 0,4 0-146,8 3 39,0 17-845,48-15 963,3-15 0,3-3 0,8 7 0,-17-11 0,0-1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30T13:37:37.97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1123 2101 13631,'-12'-46'1882,"1"1"0,2 7 0,1 4 666,1 3-1909,5 19-376,1-4 392,16 26-279,-2 11-143,6 18 19,-11 9 67,-9 7-9,-8 3 106,-4-5 173,0-7-165,3-11 10,4-10 342,4-11 251,4-17-347,1-4-130,4-32-349,-2 0-251,1-22 233,-4 0-112,0 29 1,-1 0 110,1-31 21,0 7-227,0 4 254,-1 26 214,-1 10 70,0 40-320,0-2-42,-2 13 0,-1 3 217,-4 20-316,1-16 0,-2 2-53,2-10 0,-1 0 0,0 3 0,1-1 0,-2 8 0,3-4 0,9-42 0,6-24 0,-2-4 0,1-3 0,-1 2 0,-1-1 0,1-6 0,-2 1 0,1-17 0,-4 23 0,0 6 0,-3 22 0,0 10-43,0 7-318,1 11-106,0 11-153,1 8-3435,0-6 1,2 1 3962,2 13 0,0 3 1,-1-39-1</inkml:trace>
  <inkml:trace contextRef="#ctx0" brushRef="#br0" timeOffset="339">1578 2291 27371,'-5'0'3439,"1"0"-3512,4 0-103,-3-7-855,11 2 1567,34-14-290,-16 12-77,31-7-119,-43 10 148,1-2 175,-9 3 59,-5-1-197,-3 2-1781,0 1 1522,-3 7 0,3-5 0,0 5 0</inkml:trace>
  <inkml:trace contextRef="#ctx0" brushRef="#br0" timeOffset="874">2607 1985 17553,'-4'0'7224,"1"0"-946,3 0-5158,-23-10-1239,48-2 830,-11-8-711,18 9 0,8 3 0,3-1 0,3 0 0,7 3 0,1 0-2468,-3 2 0,-2 2 2523,-7 1 0,-5 2 0,-2 2 1,-26 0-1</inkml:trace>
  <inkml:trace contextRef="#ctx0" brushRef="#br0" timeOffset="1097">2838 1963 30967,'-1'-4'-2028,"0"1"1386,1 3 3239,-7-14-4254,-1 51 2022,-1-6 0,0 4 1035,2 21 0,2 4-1400,-1-9 0,2 1-5,4-7 0,1 2 0,1-10 0,0-1 0,2-3 0,0 0 0</inkml:trace>
  <inkml:trace contextRef="#ctx0" brushRef="#br0" timeOffset="1798">3315 2390 19781,'9'-55'1562,"0"0"1,-1 5 0,-2 13-1322,-5 32-185,-2 6-11,-2 10-6,-3 12-76,-2 6 1,-1 5-482,-1 7 0,1 2-835,0 0 0,2 0 1353,4 0 0,3-5 0,2-8 0,6-9 0</inkml:trace>
  <inkml:trace contextRef="#ctx0" brushRef="#br0" timeOffset="2164">3528 2024 17350,'-2'-4'4752,"-1"1"-3829,3 3 514,-41 24 14,31-6-613,-18 23-217,43-23-547,26-4 454,-18-16 414,18-16 286,-18-17-199,-8-24-1192,-11 13 93,-21 1-567,-29 38 1139,18 13-176,-13 13-617,31 10-4454,9 5 3766,8-2 1,-1-12-1,0-8 1</inkml:trace>
  <inkml:trace contextRef="#ctx0" brushRef="#br0" timeOffset="2791">3812 2285 25057,'4'9'512,"-1"-3"-868,-3-6 3064,0 0-1863,-40 65-108,27-33-571,-9 14 0,2-1 121,17-12-14,3-8 537,7-29 229,0-12-1182,5-20-79,-5-2-192,-1-6-3074,5-12 3370,-3 18 235,9-11 106,0 24-2694,1 2 2658,15 2 4,-8 15-234,12 1 2249,-9 14-2468,-3 8-110,-2 17-198,-9-7 3211,-1 16-3352,-10-14 102,0 7 256,-1-5 65,-2-6 83,0-11 73,0-7 174,0-6-10,0-2 34,0-19-108,6-22 1,0-5 2,7-9 67,3 22-11,7 8 235,6 6 54,10 6-173,-5 8 1,1 4-50,20 6-52,-18 0 0,-2 5 5,16 24-25,-20-7-46,-2 10-1227,-20 8-2219,-7-1 3424,-3 19 0,-3-32 0,0-6 0</inkml:trace>
  <inkml:trace contextRef="#ctx0" brushRef="#br0" timeOffset="3441">4816 2345 24934,'-13'-1'532,"14"7"-347,13 5-95,8-1 67,7-7 44,16-19-139,-12 7 55,17-24 40,-26-3-45,-7-5-28,-4-8 51,-21 7-85,-3 13-50,-13 8 22,6 14 82,-37 32 7,20 2-186,4-2 0,1 3 176,0 21-42,10-9-76,8 6 0,12-10-140,25 12-635,18-12-1224,-7-17 0,4-4 1999,-4-5 0,-1-3 0,14 3 0,-20-7 1</inkml:trace>
  <inkml:trace contextRef="#ctx0" brushRef="#br0" timeOffset="4340">6094 2247 15289,'21'-41'2029,"0"0"0,1 1 0,2-8 0,-3 4-1631,-3-8 514,-16 19-576,-8 19-225,-2-2 14,-10 16 39,-16 26-27,-5 10-85,14-7 0,0 2 13,-8 17-216,13-7 0,4 2 167,7-12 1,4 1-17,-4 12 0,8 2-26,20-3 0,9-3-50,-3-12 1,5-4-13,17 5 1,5-7 9,-4-12 0,0-6 42,5-2 0,1-6 13,-5-3 1,3-5-1,-2-2 77,-8-2 1,-1-1 0,-1-2-262,0 0 1,-1 0 0,-5-2 252,0-9 1,-9 0 85,-9-9-19,-13 4-52,-13 8-42,-11 12 31,-15 9 344,-10 15-321,-6 9-39,2 13 346,8 7-391,14 0-23,21 13 28,11-22-8,30-7 0,11-6-25,15-11 22,-6-3 1,0-4 21,-19-4 1,-4-3-17,13-7 139,-3-12 320,-25 6-263,-6-32-135,-21 15 34,-17-15-62,2 27-10,-12 0 16,-2 12-28,1 5-17,-1 11-67,12 25-118,14 3 1,5 9-2536,28-7 1,10-1-7095,10 0 9002,-8-4 0,-1-4 1,-3-11-1,-19-8 1</inkml:trace>
  <inkml:trace contextRef="#ctx0" brushRef="#br0" timeOffset="4941">7274 2281 20408,'0'-4'3792,"1"0"-3255,13-25 1,4-6-201,-7 18-4432,22-29 4168,-31 59 921,-7 34-944,-5-2-22,-8 14-16,2-11-94,5-17 0,0-1 87,2 5-10,-3 10 22,9-26 3313,4-10-3285,5-14 11,2-9 39,5-13-39,-3 1 190,2-29-3143,-3-2 2964,0 1 45,0-3-2235,6 24 2140,3 7 5,12 2 17,32 22-33,-11 9-17,11 5 5,-33 6 1,-4 4 5,6 12-12,8 17 7,-21-15-1,-9 17-5,-9-27 17,-5 21 2284,1-29-2222,-2 0 3391,4-17-3392,2-12 17,1-13-17,4-15 23,7-11 33,11 7 0,5 0-84,6-8-25,-3 16 0,2 6-14,6 18 6,6 9 39,3 13-40,0 9-16,-6 14-6,-9 7-50,-10 8-252,-10 4-835,-14 3-3915,-15 2-4762,-1-15 8937,-4-7 0,13-23 0,3-5 0</inkml:trace>
  <inkml:trace contextRef="#ctx0" brushRef="#br0" timeOffset="5708">8275 2584 20923,'-15'-56'1091,"0"-1"0,0 1 1,2 6-1,1 2 0,2 11-755,2 5-162,13 37-157,15 38-17,-7-2 0,0 7-8,-3-3 1,-1 4-1,-3 4-289,-5-2 0,-2 4 1,-2 1-1,1-6 155,1-1 0,-1-4 0,-1 0 31,-4 10 1,-2-1 0,1-19 4,2-27 224,3-28-3309,5-42 3258,-1 4-33,0 24 0,0-2-222,-2-6 0,1-3 0,-1 1 247,0-8 0,0-1-13,-1-3 1,0-4 0,0 1 27,0 9 1,0 2 0,0 4-53,-1-4 1,1 2 7,0-11 1,4 3-92,9-3 61,-2 24 0,6 3 11,10 1 0,5 5-11,-3 6 0,3 7-17,26 11 1,1 12 2,-16 12 0,-3 5-118,5-1 1,-4 5 91,-13 16 1,-11 1 34,-17 8 2,2-24 0,-7 0-20,-33 8 1,-9-6-29,19-18 1,-1-3-45,-25 14 0,0-5-1586,-6-14 1463,19-9-725,7-14-2905,20-13 3894,5-19 0,7 18 0,7-2 1</inkml:trace>
  <inkml:trace contextRef="#ctx0" brushRef="#br0" timeOffset="7041">8837 2370 26297,'16'-57'175,"1"1"0,-2-3 0,-1 4-174,-6 23 1,0-1-842,0-8 1,-1-5 0,0 3 984,-1 7 0,-1-2-68,2-21 0,0-10 0,-1 9-95,-4 18 1,-1 2 21,-1-23 0,-2 5 665,-5 23-663,-6 16-50,8 19-146,-3 12 1394,0 12-1175,1 23 0,0 7 39,3-10 1,1 1-114,0 3 0,1 4 1,2-3 125,3 7 0,2-2-55,2 0 1,1-1-67,2-4 1,2-1-152,11 7 0,2-4 71,-6-17 0,3-4-129,10 5 0,4-10 118,20-27 443,-3-15 193,-8-23-52,-21 8-150,-3-11 369,-9-2-256,-3 14-143,-7-1-234,-7 29 876,-3 2-1198,2 2 206,1 1 629,9 10-751,7-3 245,12 5 96,0-8 256,11-4 101,1-6-75,-7 0 57,7-16-466,-24 8 679,2-15-393,-12-1-334,-7-2-344,-1 3 86,-28-2 197,1 20 403,-14 6 120,8 30 122,14 13-551,8 15 0,11 0 0,9 7 0,3-31 0,5 0-289,17 8 1,6-4-932,-5-10 1,5-6 39,18-6 0,10-7 0,-5-5 770,-10-5 1,0-6 276,1-2 0,3-3 0,-8-3 419,-12-3 0,-5-1 93,11-16 743,-12 1 0,-2 0-19,-2 2-594,10-21-241,-25 41 26,-5 7-667,-4 4 499,-5 5 632,-31 37-175,0 7-297,13-15 1,-2 3-1984,-6 8 1,4-4 1683,2-4 102,6-7 0,2-6 223,14-17 42,-1-15-1397,5-18 177,0-9 50,3-1 672,5 2 3379,1 17-3260,9-12-107,-6 20-79,4-3 521,16 32-157,-7 4-84,20 19-5,-11-3-157,2-2-72,6-4-11,6-7-36,8-10 158,-15-13 1,0-3 164,17-12 44,-16-7 0,-5-5 54,-5-17-124,-13 14 0,-4-3 136,-3-21-6,-8 16-226,-4 7-163,-3 20-89,-6 30 75,-2 26 8,7-9 1,2 3-18,1-2 1,5 1-935,9 9 1,6-4-1819,11 1 2106,17 0 1,-26-33-1,-2-7 1</inkml:trace>
  <inkml:trace contextRef="#ctx0" brushRef="#br0" timeOffset="7374">10519 1871 32767,'-46'-6'0,"16"8"0,42 26-610,10-4 169,4-7 626,1-8 346,-3-9-196,-7-18-335,-6 3 0,-6-13 0,-12-2 0,-6 0 0,-1 0-505,-5 3 151,7 16-100,-1 1 153,2 4-762,4 20 831,2-3 258,15 38 1,-7-33 0,9 17 0</inkml:trace>
  <inkml:trace contextRef="#ctx0" brushRef="#br0" timeOffset="7758">10889 2262 32767,'18'-53'0,"1"1"0,0 0 0,-4 8 0,0 3 0,-4-5 0,-6 0 0,-2-4 0,-3 0 0,1 4-1264,0-15 1,-1 2 1069,-1 3 0,-1-3 0,-1 7-5,0 11 1,-1 6 594,-7-24-738,-1 41-431,4 19 191,-2 17 241,4 25 266,3-10 0,1 4-315,3 11 0,2 3 342,2 10 0,2 2 55,-1-18 1,2 1-1,-1 1-96,1-1 1,0 1 0,0-1-73,0-2 1,-1 0 0,-1 1-563,-1 7 0,-2 1 1,0-3-1623,-2 1 0,-1-3-62,-1 6 1,-1-6 1915,-3-16 0,4-18 0,1-11 0</inkml:trace>
  <inkml:trace contextRef="#ctx0" brushRef="#br0" timeOffset="8258">10964 2256 19697,'-31'-39'1603,"0"-1"0,0 1 1,-8-12-1,9 11-7039,19 26 5549,15 10 1928,17 1-1389,18 2-463,-9 2 0,4 1 2,15-1 0,0 2 39,-13-1 1,0 0-29,14 1 0,1-2-164,-7-3 1,-2-1 221,-5-1 0,-1-2 1247,6-2 0,-4-3-1361,2-17 127,-15 2 468,-10-1 442,-14 12-1328,-5 5 429,-11 10 9,1 10-33,-4 10-309,9 38-219,15-14-277,5 12 108,21-21 571,5-15 301,13-1-517,-18-16 0,1-4-89,20-10 483,-5-6 505,-1-25 135,-26 10-952,4 0 0,-18 14 0,-9 20 0,-4 9-111,-6 17 0,-3 7-468,-6 23 113,3-6 0,2 1 293,8-21 1,3 0-222,-1 11 0,4 4 343,6 6 0,5 6 1,-1-6-1,-6-13 1,2-1-1,3 5 1,1 0-1,0 0 1</inkml:trace>
  <inkml:trace contextRef="#ctx0" brushRef="#br0" timeOffset="8925">12387 1907 15068,'28'-52'3276,"-1"-1"1,-3 11 0,-8 3-1131,-12-4-1934,-10 24-337,-7 5 144,-1 13 677,-3 10 393,1 2 32,-10 22-469,9-4-126,-3 15 38,11-4-44,10-2-342,3-11-663,16 0-511,-9-18 606,14 1 821,-5-27 354,-1 0 57,-3-16-758,-11 5-84,-3 1 0,-5 1 0,-1 4 0,-2 4 0,-1 8-1275,1 5 316,1 3 148,-6 17 679,5-2-1455,-5 24 779,11 20 1,-1-26-1,5 14 1</inkml:trace>
  <inkml:trace contextRef="#ctx0" brushRef="#br0" timeOffset="9197">12553 2171 30151,'-4'2'2616,"0"0"-2616,4-2 0,-43 46 0,40-28 0,-25 34 0,65-43 0,3-6 0,-1-6 0,-11-7 0,-16-6 0,-7-14 0,-6 10 0,-9-12 0,-13 13-630,-2 1-2572,-9 5 2287,10 8 0,9 3 0,8 2 1</inkml:trace>
  <inkml:trace contextRef="#ctx0" brushRef="#br0" timeOffset="9757">2452 3317 20834,'53'-10'25,"-1"0"1,0 0 0,9 1 0,2 0 0,2 3-1280,-8 3 1,2 2-1,2 0 1,1 0 1293,-6 0 0,3 0 1,0-1-1,0 1 0,-2 0-328,6 0 0,-3-1 1,2 1-1,6-1 437,-17 1 1,3-1 0,3 1 0,1-1 0,2 0 0,-1 0 0,-2 1 0,-2-1-80,7-1 1,-3 1 0,-2 0 0,2 0 0,4-1 0,6 0 32,-19 1 0,3-1 0,3 1 0,2-1 1,3 0-1,1 0 0,1 0 0,1 0 1,0 0-1,-1 0 0,-1 0 0,-1 0 1,-1 0-1,-4 0-168,10-1 1,-2 1 0,-2-1-1,0 1 1,-2 0 0,1-1 0,0 1-1,2-1 1,2 1 0,2-1 84,-12 1 1,1-1 0,2 1 0,1 0 0,1-1 0,1 1 0,0-1 0,1 1 0,-1-1 0,0 0 0,0 1 0,-1-1 0,-1 1-1,-1 0 1,-1-1-12,5 1 0,-1-1 1,-1 1-1,-1-1 1,0 1-1,-1-1 1,0 1-1,0 0 1,0-1-1,1 1 1,0 0-1,1-1 4,2 1 1,0 0-1,1-1 1,0 1 0,0-1-1,0 1 1,0 0-1,0-1 1,1 1 0,-1 0-1,1 0 1,0 0-4,-5 0 1,0 0 0,0 0 0,0 0-1,0 0 1,0 0 0,0 0 0,1 1 0,0-1-1,2 0 1,0 0 0,2 1 0,0-1 3,-7 1 0,2-1 0,1 1 0,1 0 0,1-1 0,0 1 0,2 0 0,-1 0 0,1 0 0,0-1 0,0 1 0,-1 0 0,0 0 0,-1 0 0,-1 0 0,-1 0 0,-1 0 0,-2 1-6,9-1 0,-2 0 0,-2 0 0,0 0 1,-2 0-1,0 1 0,0-1 0,0 1 0,0-1 1,0 0-1,2 1 0,0-1 0,2 1-4,-6-1 1,2 1-1,1 0 1,1-1-1,1 1 1,1-1 0,-1 1-1,1-1 1,-2 1-1,1 0 1,-2 0 0,-1-1-1,-2 1 1,-1 1-1,-2-1 1,-3 0 25,12 1 1,-3-1 0,-2 1 0,-2-1-1,-2 1 1,0 0 0,-1 1 0,0 0-1,1 0-193,5 0 1,0 1 0,1 0-1,-1 1 1,-2 0 0,-1 0-1,-3 0 1,-4 1 162,16 1 0,-5 1 0,-4 1 0,-1-1 0,16 1 0,-2 0 0,-23 4 0,-29 5 0</inkml:trace>
  <inkml:trace contextRef="#ctx0" brushRef="#br0" timeOffset="383266">3239 4920 19535,'-2'-5'2957,"0"2"-1333,2 3-1579,-11-39 0,8 43 0,-8-16-6,11 58-6,-1-5 1,2 2-15,2-5 1,0-1-20,-1-2 0,1-2 23,14 8 94,5-32 12,4-8 106,10-18-50,-12-8 241,1-29-319,-15 24 111,-3-10-67,-7 33-140,-1 5 6,-1 17 0,0 22-11,2 6 5,8-6 0,4 0-17,12 8 1,11 2 5,4-24 11,-1-15 62,5-14-12,-6-14 23,-9-20-22,-13 5 103,-8-3 0,-3-2-3383,-4-22 3243,1 26 0,-3 0-1303,-12-22 1284,8 42-40,-13-6-22,9 28-218,-4 9-90,5 5-2879,3 24 3243,14-5 0,-6-5 0,8-11 0</inkml:trace>
  <inkml:trace contextRef="#ctx0" brushRef="#br0" timeOffset="384001">3975 4774 21971,'-1'-50'1071,"-1"0"1,0-1 0,-2 8-6368,-2 13 5873,-4-8 432,3 19-997,2 5 947,4 21-953,12 33 5,-1-2 6,7 21 5,-7-4 1,-2 5-18,-3-2 1,-1 0-151,0-13 0,1 0 1,-2-2 141,-2 17 0,-1-9 2799,0-12-2796,2 6 6,0-27 44,2-5-11,1-13 23,12-23 1099,6-18-1099,-6 12 0,1-1 44,12-22-28,-5 11-2725,-10 26 2647,-4 10 11,0 16 0,1 10-11,0 8 0,0 1 0,5 8-8,2 1 0,0-2 8,-1-11-3,12 1 0,6-5 25,5-20-10,16 6 4,-19-39 3388,-22 8-3382,-2-4 0,0-5 23,-2-1 0,-1 0 0,0 1 0,-1-1 151,5-27-152,-11 42-38,-2 9-6,-2 12 11,1 11-22,7 27 11,4-1-11,11 18 0,6-20 11,-4-19 0,4-4 0,17 1 5,-11-16 1,0-6 11,7-19-6,-2-9 11,-11-12 185,-3-11 68,-8 7-3337,-2-4 3086,-13 32-24,-8 21 0,-6 22 0,-11 32 0,8-16 0,-1 8-445,-1 9 0,0 7 0,1-1 445,4-10 0,2-1 0,0 5-664,2-4 1,0 5 0,1 2 0,1-2-1,2-5 403,1 7 0,2-5 0,0-3 0,0 14 1,1-11-1,1-26 0</inkml:trace>
  <inkml:trace contextRef="#ctx0" brushRef="#br0" timeOffset="384717">6112 5175 20470,'4'-57'1887,"0"1"1,-1 6 0,0 13-1631,-3 29-173,5 34-11,2 24-54,-3-7 1,1 4-9,-2-1 1,0 0-21,-4 11 1,-1-4 53,-1 6 106,-4-6 163,5-42-68,1-18-50,0-39-134,1-9-403,1 9 1,1-4 359,1 3 1,0 0 13,3-2 1,0-3 16,1 10 1,1-2-1,2 2 17,5-12 1,1 3-29,1 1 0,2 5-28,12-5-5,-7 29-6,25 10-11,-8 15 11,16 3 0,-19 17 0,0 21-28,-14 3 0,-2 7 8,-4-7 0,-3 3-27,-4-5 1,-2 3-1,-3-3-490,-7 5 0,-4-3-60,-1-2 1,-2-2-413,0-6 1,-2-2-5254,-14 20-3569,3-28 9424,3-11 0,8-17 0,7 0 0</inkml:trace>
  <inkml:trace contextRef="#ctx0" brushRef="#br0" timeOffset="385284">6330 5277 13706,'-41'-39'1228,"0"0"1,1 3 0,15 6 15,25 18-1104,12-3 1395,2 6-1504,16-1 0,8 0-481,0 3 1,2 0 432,4-1 0,1 1 789,7 1 0,1 1-2125,9 0 0,-2 2 1528,-19 0 0,-1 0-584,15 0 0,-3-2-1496,-1-4 1821,-12-5 4254,2-3-2776,-23-1-444,-13 5 1738,-9-11-1819,-2 9-567,-2-6 695,-10 5-840,10 11-107,-6-3-16,12 24 5,14 19-39,-2-2 3,9-2 0,4-3-14,1-6 8,6 2 0,3-1-3406,16 4 3398,-1 1-2269,-8-8 2269,-29-14 0,-3 0 45,-23-12-12,-4-7-5,-18-15 11,4-9 28,4-5 151,7-10 2414,9 19-2430,5 5 3251,6 21-3352,1 14-74,0 18-16,-1-1-20,-3 15 1,-4 4-166,-5 14-17,4-18 1,-1 3 201,-6 11 0,3-8 0,6-22 0,-7 26 0</inkml:trace>
  <inkml:trace contextRef="#ctx0" brushRef="#br0" timeOffset="386342">7517 5051 17986,'-1'-42'341,"0"0"1,1 3 0,0 12 2228,0 24-2542,2 8 1398,0 2-1432,15 37 843,-2-9-1027,4 3 0,3 1-572,12 6 420,5-2 3645,-9-28-3303,-14-17 11,-4-6 135,6-26-51,-5 8 165,1-7 1,-1-2-26,-1 1 117,-1-1 1,-1 1 213,-2-2-420,-1 1 50,-4 21-174,-3 19 6,0 20-11,-5 18-1,-4 12 1,-2 3-605,3-20 1,0 2 573,-4 12 1,-2 6 0,0-1-911,3-9 0,0-2 0,1 0-583,-5 15 1,2 0-3410,-1 2 1,3-9 4077,5-17 0,3-19 1,1-7-1</inkml:trace>
  <inkml:trace contextRef="#ctx0" brushRef="#br0" timeOffset="386917">7189 5102 8730,'-9'-3'7063,"3"0"-3433,6 3-1306,-31-28-722,13 16-342,-23-21-307,24 23-601,7 2-27,3 1 235,5 1-297,0 3-207,2 0 17,2 3-22,3 2-18,9 4-10,11 7-7,18 18-5,-18-10 1,-1 3-7,7 10 1,-3 5 25,-9 3 0,-6 1-9,-6-3 0,-4-2-1735,-7-5 1,-5-3 1527,-18 6-1706,-8-2 1891,-3 0 0,10-9 0,6-7 0</inkml:trace>
  <inkml:trace contextRef="#ctx0" brushRef="#br0" timeOffset="387903">8192 5099 15434,'0'-3'8693,"0"1"-7404,0 2-354,-19-62-5119,14 46 4203,-6-20 1,3 10 851,8 29-877,1 8 29,1 13-18,-1 7 1,0 3 5,2 20-14,-2-16 0,-1-1 26,-3 20 240,1-23 3280,-2-4-3212,2-37-68,-2-33-157,1 3 1,0-4-63,0 2 1,1-1 14,-1-7 0,2 2-3,8-4-56,3 12 0,3 20 0,1 12-6,28 10-5,-6 10 2,-5-2 1,-1 3 3,3 14-9,-9 4 0,-3 3-31,-2 20 42,-5-20 0,-3 0 3,-6 11 45,-7-23 45,-3-18-51,-1-17-11,2-7 56,0-32-28,4 7-31,2 11 0,1-1 31,8-18 6,7 9-12,15 7-39,-3 17-22,13 5-11,-16 15 5,18 16-39,-1 23 8,-21-19 1,-1 2-147,0 6 1,-3 2-919,-6 0 1,-4 1-3805,-2 3 1,-2-2 2660,2 20 0,-6-14 0,-2-34 0</inkml:trace>
  <inkml:trace contextRef="#ctx0" brushRef="#br0" timeOffset="388382">8957 5244 20095,'2'-5'5691,"0"0"-4661,-2 5-856,31-34 61,-15 73-179,18-43-10,-25 38 1,-10 22 0,-1-6-1072,-1 11 1030,0-18 1,-1 5-1,-1-3 37,-3 6 0,0-3-39,2-13 0,0 0-9,-2 11 1,2-7 122,4-23 1,0-2-96,7-43 23,-4-4 0,0-5-1553,1-4 1,-2-2 1518,-1 0 0,-1-3 20,-2 3 1,-1-2 0,0 5-2039,-1-21 2029,0-1 1,2 1 504,7 5-488,3 18 1,5-1-785,4 5 1,3 2 749,2 2 1,4 4 714,8 5 0,4 6-701,0 11 1,0 5-15,25 5-33,-16 21 0,-4 7 23,-12 1 5,-3-3 0,-4 3-17,-11 18 39,-22-4 1068,-7-13 0,-10-4-1325,-12-9 0,-4-6 66,8-3 0,-1-5-3153,-16-13 1,5-7 3321,9-10 0,2 4 0,30 12 0</inkml:trace>
  <inkml:trace contextRef="#ctx0" brushRef="#br0" timeOffset="388900">9860 4795 20660,'-2'-59'2093,"0"1"0,-1-6 0,1 12-1762,0 28-180,0-5-112,2 35-28,2 9 0,5 26 1,1 9 7,-2-8 1,0 2-479,1 5 1,1 5-1,-2-1 427,-3-5 0,0-1 1,-1 0-158,-2 4 1,-1 0-1,0-2-80,0 10 1,-1-1-558,-1-11 1,0 2 0,1-4-3427,2 0 1,0-3 3664,-1-1 0,0-3 0,4 4 0,-3-38 1</inkml:trace>
  <inkml:trace contextRef="#ctx0" brushRef="#br0" timeOffset="389392">9887 5503 10966,'-16'-49'1638,"1"0"0,0 0 1,-1 1-1,0-4 0,0 3 1,0 6-813,-4 5 0,1 7 25,-6 1-689,10 14 813,12 5-947,52 10-23,-12 3 1,6 0-8,11-1 0,8 1 0,-2-2-23,-9-1 1,-2 0 0,1-2 44,2 1 1,1 0 0,-7-2 4,-8-3 0,-7 0 605,-2-5-120,-25 9 81,0 1-463,-12 9-88,0 0 49,-19 29-44,16 8-3162,2 9 3117,25 0-72,34-16 61,2-13 25,-18-13 0,-1-4 8,9-5 258,7-24-16,-30-1-7,5-18 3315,-29 5-3404,-12-1-32,-7 11 1,-2 1-104,-8-4-5,4 9 0,0 3 23,1 7-46,-6 2-10,13 10-40,6 10-1075,19 28-3796,16-12 1,5-1 4463,-6 0 1,1-2 0,28 14 0,-29-29 0</inkml:trace>
  <inkml:trace contextRef="#ctx0" brushRef="#br0" timeOffset="389982">11145 4817 23724,'1'-48'1232,"1"-1"0,-6-5 1,-2 8-1037,1 24 129,-16-11-4549,9 51 4235,-1-2 192,3 31 0,2 11-201,3-17 1,0 1-13,0 5 1,0 4 0,1-2-70,0 10 1,1 1-643,4-8 1,0 2 0,1-4 341,0-3 1,2-2-409,5 16 1,2-10 590,-2-31 324,-3-19 197,-17-25 168,-12-26 1650,0 11 1,-4-2-1637,-2 4 0,0 0-308,0-1 0,2 3 743,-15-9-824,29 30-101,12 8-23,47 4-44,-12 3 30,0-1 0,2 0-28,-4 1 1,2-1-40,19 0 1,1-1 74,-16 0 1,0-1 0,23-2 0,-3-4 39,-1-19 98,-25 9 0,-2-3 137,8-17 107,-22 2 324,-13 6-425,-2 10-152,-2-1-20,-3 14-97,1 14 0,-3 11 0,0 42-1696,6-25 0,1 1 1633,-1-1 1,1 2-1824,7 13 0,1-3 1886,-1 2 0,4 4 0,-10-37 0</inkml:trace>
  <inkml:trace contextRef="#ctx0" brushRef="#br0" timeOffset="390176">11784 4762 22739,'0'-8'3467,"0"1"-3227,0 7 164,-31-64-410,23 48-3,-10-21 1,5 11-65,15 29-1506,16 9-57,-3-2-8195,22 9 8150,-19-10 0,0-1 0,-12-6 1</inkml:trace>
  <inkml:trace contextRef="#ctx0" brushRef="#br0" timeOffset="390483">12245 4956 20106,'-2'4'5495,"1"0"-3541,1-4-1797,-9-52-62,-2 38 12,-35-31-68,-3 70-28,-3 0-11,19 13 0,6 4 0,9-3-1707,4 8 0,5 1 1673,16-14-213,5-2 0,6-2-899,11-7 1,5-5-2829,1 0 0,2-2 3974,5 0 0,-3-5 0,3-3 0,-20-6 0</inkml:trace>
  <inkml:trace contextRef="#ctx0" brushRef="#br0" timeOffset="391309">13605 5213 15594,'6'-45'680,"0"0"1,0-1 0,1-5-1,-2 5 2216,-5-14-2891,-3 48 1415,-2 15-1397,1 60-12,1-24 3,-2 19 0,-2 3 845,-2-8-853,-3 6 0,-4 1 10,1-24 1,-2-3 0,1 6 0,-2-5 196,-18-3-152,22-31 102,0-48-1,13-7-78,2 10 0,3-5-42,3 5 1,2-3-1,2 1 34,2 5 1,1 1 0,0 0 1183,7-21 0,1 5-1252,-5 21 1,2 9 25,20 13-34,-14 26-11,20 18-1,-19 9 12,-2 8-187,-2 12 179,-10-25 0,-2 0 8,1-1 0,1 3 248,3 2 0,3 4 0,0-5-237,16 14-1594,-6-13 1,1-8 1593,-2-25-10,-6-29 1,-3-10 37,0-20-25,-4 19 0,-1-5 22,-1-23 1,-3 1-13,2 2 159,-4 7 0,1 5-183,-2 20-12,-4 15-207,3 8-262,4 12-522,12 8 287,-1 2-4068,9 9 0,2 0 4784,3 4 0,13 11 0,-33-29 0</inkml:trace>
  <inkml:trace contextRef="#ctx0" brushRef="#br0" timeOffset="391658">14672 5088 21147,'0'-3'5243,"0"1"-4453,0 2-555,-49-37-145,-2 68-79,10-26 0,1 2-8,13 21 0,6 8-6,6 5 0,6-2 9,9-8-6,12 24 0,15-34 22,24-2-11,-11-12 40,19-16 10,-22-11 40,6-16 28,-9-9 5,-10-6-5,-12-5-3381,-17-6 3286,-4 21 16,-8 11 1,-5 5-51,-2 7-17,-16-4-56,16 18-2330,9 6 2123,4 3-1154,13 18-8397,9-5 8616,2 7 0,0-14 0,-8-8 0</inkml:trace>
  <inkml:trace contextRef="#ctx0" brushRef="#br0" timeOffset="391892">15318 4620 25343,'0'-62'756,"1"0"0,1 11 0,-5 12-649,-11 22-96,-2 35 6,-3 29-4,7-7 0,-1 8 0,1 0-869,3-6 0,0-1 1,0 3 842,0 1 1,-1 3-1,1 1 1,0-3-115,1 4 0,2-2 0,0-1-234,0 2 1,0-1 0,1-2-35,-1 8 0,1-2-93,2-5 1,0-5-677,2 9-3752,0-9 1,0-1 4334,-2-5 1,1 20 0,0-53 0</inkml:trace>
  <inkml:trace contextRef="#ctx0" brushRef="#br0" timeOffset="392475">15095 5440 15648,'-11'-46'2040,"1"0"0,-1 0 0,0-5 0,0 4-1774,2 14 0,2 2 748,-1-22-913,11 20-95,2-11-1,42 21-16,6 11-9,-10 5 1,2 1-2144,-1 2 1,0 1 2117,1 1 0,1-1 25,11-2 1,0-3 465,-11 0 1,-1-2-284,-2-2 0,-4-2-6,-1-4 548,-27-5 113,-19 6-465,2-1 3330,-8-2-3286,3 6-301,5 6-74,-1 1 6,5 6-17,2 1-28,-1 6 45,0-3-16,0 3 16,1-5-1798,0-1-1031,1 3-1405,0 0 4206,1 3 0,-1-3 0,-1-1 0</inkml:trace>
  <inkml:trace contextRef="#ctx0" brushRef="#br0" timeOffset="394082">15635 5111 23657,'21'-53'737,"0"0"1,0 5 0,-12 10-414,-25 23-296,3 7-5,-10 2 5,-1 14-4246,-16 16 4229,7-1 399,-2 11 0,2 3-410,10-5 11,-2 6 1,10 1 27,32 4-28,-5-6 23,24-9 66,14-24 24,-7-10-12,10-1 173,-8-16 225,-10-12 3002,-8 4-3355,-12 2 0,-4-3 64,-5-3-159,1-7 55,-7 15-38,-2 16-90,-2 8 22,-1 8-17,-3 30 34,3 26-17,2 1-14,8-19 1,6-2-4,8-13 1,4-4-4,4-1 1,4-4 8,5-3 0,4-8-6,9-14 1,1-11 33,-14-4 0,0-6 0,-2 1-290,9-4 1,-4-3 266,0-14 1,-10 0 11,-13 0 13,-8-4 0,-1-11 0,-2 1-439,-3 12 0,-1 1 1,0-3 408,0 0 0,0-3 0,0 0 0,-2 6-1398,-3-12 0,-2 10 1398,-5 1-606,1 25 606,1 12 286,-3 19-286,3 25 0,5-1 0,1 6 64,3 20 0,2 10 0,0-1-80,2-6 1,-1 0 0,1 2 374,0-11 1,-1 3-1,0-1 1,1-4-448,1 0 0,0-3 0,-1-2-296,2 3 1,0-2 2,1 3 0,0 0-135,-1-5 1,1-2-586,-2-6 1,0-6 361,-1-10-723,-4-31 1484,-17-35 224,5 4-590,-6 0 1,-2 2 847,2 7 416,1 3 0,-2-1 424,-10-12-688,3 3-147,5 5-223,20 9-213,31 8-73,-2 2 5,14 6 1,4 4-6,4-1-3,-2 1 0,4 0 41,-11 0 0,-1-1-13,5-3 1,-1-5 49,1-6 1,-4-6 254,-14 3 1,-5-3 44,6-22 84,-22 11 3045,-7 24-3190,-1 0-180,-1 11-99,-3 24-35,3 41-32,2-20 1,1 3-45,3 13 1,1 0-203,1-13 1,1-2-992,2 2 1,0-5-558,1 2-8005,1-4 7965,-8-28 1,1-3-1,-2-5 1</inkml:trace>
  <inkml:trace contextRef="#ctx0" brushRef="#br0" timeOffset="394250">16996 4574 24615,'-11'-27'-6106,"17"21"987,15 34 5119,13 12 0,-22-24 0,1-1 0</inkml:trace>
  <inkml:trace contextRef="#ctx0" brushRef="#br0" timeOffset="394626">17462 4824 19070,'3'-4'6604,"-1"1"-5781,-2 3-650,-38-36-122,14 36-29,-9-9 1,-3 7-18,8 25 1,4 11 5,-2 5 0,4 4-1693,4 5 0,6 0 1682,5-12 0,7-3-1123,14 5 0,5-6 1123,5-9 47,11-5 1,2-5-8,-5-11 46,4-9 1,-1-6 70,-6-19-79,-10 6 1,-3-4 44,-8-17 0,-5-3-84,-3 11 1,-3 0-45,-4-13 0,-3 1 95,-14-7-29,-5 16-33,-5 14-22,10 15 2177,-9 24-2463,22 20-68,-3 2-1029,26 20-1161,17-13-2378,0-10 1,3-2 2907,11 7 0,1-6 1,-36-24-1</inkml:trace>
  <inkml:trace contextRef="#ctx0" brushRef="#br0" timeOffset="395225">17919 4893 26329,'8'-44'449,"0"-1"1,0 5 0,-3 11-298,-5 21-136,0 13 1,0 10-34,-3 45 23,0-26 0,-1 2 5,-1 8 0,-1 0-136,0-5 0,-2-3 125,-9 21 28,5-22 45,1-11-6,7-18 96,8-31-130,2 7 46,10-36-23,4 10 8,2 6 0,2 0-24,11-11-29,-13 20 0,2 7 233,9 15-244,-4 37-3375,-3 19 3381,-8 4-62,-11-13 1,1-2 38,3-3 23,11 16-6,25-38 16,-6-18-8,-11-4 1,0-5 8,12-29 0,-22 15 0,-2-2-363,9-23 352,-10 8 0,-4 1-6,0-2 0,-6-10 0,-2 1 0,-6 13 1583,0 7 0,-2 3-1583,0 13 141,2 10-141,5 13 0,7 15 0,6 15 0,4 7 0,-2-5 0,1 1 103,0 0 1,1 2 0,0 0-104,0 2 0,0 1 0,-4-3-246,-2 5 0,-3-2 167,3 5 0,-10-5-2530,-46 5-3760,1-24 6369,4-9 0,2-2 0,3-3 0,-1-3 0</inkml:trace>
  <inkml:trace contextRef="#ctx0" brushRef="#br0" timeOffset="396025">19484 4608 21108,'-31'-36'2173,"-1"1"1,-2-12-2015,1 6 1,4 1 98,12 0 196,25-12-292,20 11-256,-3 12 0,4 3 128,26-1 16,-4 14 1,5 8-21,0 13 1,0 4-20,-7-6 1,-1 4-204,0 8 0,-8 7 231,-12 30 3,-22 6 0,-6 5-25,3-22 0,-5 3 1,-5-4 0,-5 6 0,-2 1 1,-2-5-10,-3-3 0,-3-3 1,1 0-395,0 1 0,0 0 0,0 0 226,-2 1 1,0 1-1,5-2-4757,5 7 1,3-4 4457,0-8 0,1-2 0,3 25 0,6-49 0</inkml:trace>
  <inkml:trace contextRef="#ctx0" brushRef="#br0" timeOffset="396192">20033 5621 24631,'0'6'2751,"0"0"-1581,0-6-1478,-22-27-392,15 25-1658,-19-19 2358,20 35 0,3-6 0,-1 0 0</inkml:trace>
  <inkml:trace contextRef="#ctx0" brushRef="#br0" timeOffset="397576">1909 5213 20198,'6'-58'1381,"-1"-1"1,0 3 0,-2 11-733,-2 27-341,-2 3-267,1 10-58,-1 5 1,0 11 44,-4 25-31,0-6 0,0 3-17,0 6 1,0 0-43,0-1 1,0-2-174,0 25-2352,6-23 1,2 0 1573,3 8 560,13 1 1,2-3-1,-7-22 1,19 13 0</inkml:trace>
  <inkml:trace contextRef="#ctx0" brushRef="#br0" timeOffset="397750">2220 5415 24777,'1'-41'39,"1"9"-151,-1 33-2672,14 5 2784,-1-1 0,2 2 0,-7-3 0</inkml:trace>
  <inkml:trace contextRef="#ctx0" brushRef="#br0" timeOffset="400591">1034 7072 15025,'10'-7'4370,"-2"1"-3172,-8 6 326,0 0-1037,3 6-28,-2-1-3425,-1 7 3140,-4-4 66,-11 5 46,-25 6-236,11-6 62,-25 5-44,33-14 116,-11-1 24,14-10 72,-1-17-180,9-10 18,12-20-11,10 2 27,15-5 3331,0 17-3437,0 9 67,25 16-106,-19 20 11,26 10-11,-19 33 11,-15-10 0,-15 4 0,-7 2-6,-8 0-599,-10 0 0,-6 9 0,-1-4 596,-5-2 1,-3 0-5,0 3 0,-4 4 0,-1-4-918,3-10 1,-2-4 0,3-2 930,-1 2 0,0-5-904,-16 0 0,4-11 938,16-16-1201,-21-11 1218,36-7 537,-1-7-470,7-17 1460,12 4-1544,8-15-23,7 20 34,29-1-57,9 18 1,1-1 1033,-21 13 0,0 3-1039,16 7 6,-1 3-255,-19 1 0,-1 0-1270,8 7 514,-10-5 1,-1-1 1021,9 6 0,-13-8 0,-11-6 0</inkml:trace>
  <inkml:trace contextRef="#ctx0" brushRef="#br0" timeOffset="400759">1443 7476 24654,'38'-21'1,"1"1"1,-1-1 0,-7-5 0,-3 6 0,33 15 0</inkml:trace>
  <inkml:trace contextRef="#ctx0" brushRef="#br0" timeOffset="401382">3214 7178 16555,'0'-6'2929,"-30"-35"1,-9-5-2706,10 20-99,1-3 0,-7-5 0,5 10 132,-6 16-4874,-16 14 4639,19 3 731,7 14 1,5 5-743,6 13-1318,-4 15 1318,16-16 88,11-2-105,11 5 6,-3-17 0,4 0-3,5 0 1,3-1 957,4-1 0,1-1-952,2-1 0,0-2-1076,-2-1 1,-1 0 1083,17 12 2145,-20-5-2122,-19-5-2127,-15-8 2160,-31 1 148,-4-8-190,9-2 1,-2-1-4,-24-4 6,4-6-93,21-3 1,1-4-480,-6-7 991,1-9-4867,32 12 4444,22 1 1,-10 8-1,10 1 1</inkml:trace>
  <inkml:trace contextRef="#ctx0" brushRef="#br0" timeOffset="401916">3457 7351 18072,'3'-2'6688,"0"0"-5875,-3 2-578,11 9-129,-11 16 79,10 35-1845,-10-25 1,-1 1 1667,1 1 1,2 0 16,0 4 0,2-1-17,0-6 1,0 1-20,2 8 0,0 1-1,-1-3 1,0 1-20,-1 8 1,-1-1 41,-3-15 0,-2-3 39,-2 26 3365,-5-42-3370,-1-27 27,-2-19-27,-2-11-31,6 12 0,0-3-400,1-3 1,2 0 410,-1-7 0,0-3-5,3-3 1,0-5 0,0 2-10,0-9 0,1-1-2,2 10 1,0-3-1,2 4 5,6-6 0,1 7-14,-2 16 0,1 3 0,5-4 0,4 4-55,26-3 44,0 10-1553,-6 14 0,2 4 1564,4 10-1045,0 15 1,-3 5 1038,-8 3 104,-3 14 1,-6 4-121,-19 10 22,-2-21 0,-3-1 23,-14 15-15,-12-16 1,-6-2 8,-17 8 1079,10-8 1,0-5-1225,-10-9-298,13-12 1437,15-24-1011,30-17 0,-7 11 0,19-3 0</inkml:trace>
  <inkml:trace contextRef="#ctx0" brushRef="#br0" timeOffset="402351">4211 7202 25040,'-44'18'130,"0"-1"1,0 1-1,-16 7 1,13 1-126,21 10 29,19 8 5,21-21 34,17 5 5,17-18-14,-13-13 1,0-4-211,14-2 216,-17-3 0,-3-3 25,-8-1 6,5-6 162,-10-2 12,-3-4 105,-3-15-55,-7 5 73,-5 4-319,-1 15 105,-2 9-133,3 8-62,-1 1-1,3 17-3408,5 18 3398,1 0-2336,11 20 2123,5-14-1135,1-4 1,2 2 1369,-3-5 0,1-2 0,-4-4 0,-1-3 0,4 6 0</inkml:trace>
  <inkml:trace contextRef="#ctx0" brushRef="#br0" timeOffset="402984">4761 7359 15087,'3'-9'3691,"9"-26"1,2-6-2931,-6 14-131,7-17 0,-4 0-5024,-13 15 4663,-2 7 1622,-19 7-1684,-2 20 843,-26 17-983,8 11-62,16-11 1,3 5-1,3 12 1,5 1-20,5-9 0,4 1-17,2 9 1,10-1-870,20-9 1,5-5-249,11 4-1798,7-14 0,3-6-2106,7-17 5810,-23 4 0,-1-2-1368,15-12-2611,-19 3 6559,15-19 10,-23 9 0,0-1-2329,-1 0 1,-2-1-276,9-24 1659,-19-3-2072,-6 34 65,-2-15-88,-4 31 3098,-3 13-3299,-1 25-3283,11 15 3187,1-4-11,20-5 6,11-30 11,4-4-6,2-8-6,-14-7 96,0-14-28,-9-2 3403,5-14-3409,-14 0-67,-5 9 107,-7-13-12,-6 18 6,-10-8 33,-18 20-78,0 13-17,-3 7 73,-4 26-117,9 10 5,-1-1-12,10 4 12,15-20-53,8 6 0,5 2-154,13 9-188,-1-7 0,5-3-439,16-7-4082,-4-14 1,0-3 2832,-2-2 0,9 0 0,-32-8 0</inkml:trace>
  <inkml:trace contextRef="#ctx0" brushRef="#br0" timeOffset="404425">7001 7230 17199,'6'-45'2164,"-1"-1"0,0 0 0,-2 5-1711,-2 14 281,-7-10-253,-4 17-206,-9 3-235,4 12 10,-12 17-16,2 14-18,1 9 1,0 5-23,6-7 1,3 2-222,-5 14 1,6 1 217,9-13 1,6-1 5,5 0 0,6-2-1679,12 1 1,5-3 1625,17 8-20,-5-19 1,5-6-325,11-13 1,1-6 402,-10 1 0,1-4 53,-1-7 0,4-3 0,-7-3 22,-10 0 1,-4-4 8,6-7 0,-5-2-945,-12 3 1,-5 1 952,3-11 589,-3-21-438,-29 40-212,-11 10-18,-5 19-10,7 16 0,3 3-12,4 3-542,3 7 1,3 1 547,8-5 758,11 6 1,8-2-775,14-7 2,-4-8 0,4-4 25,5-14 0,1-7 11,16-7 2264,1-7-2158,-17-25 3320,-23 19-3347,8-32-39,-18 14-4,-9 4 1,-4-1-28,-1 7 0,-5 2-12,-12-5 1,-5 8-59,-16 13 11,1 14-6,17 35-78,21-6-621,14 28-1034,17-27 0,7-3-197,8-1 1,3-3 781,-2-3 1,2-4-472,6-7 1,-1-6 756,18-7 1232,-26-1 0,0-2 759,-5-2 0,-3-1 3716,20-20-1764,-19-4-1848,-10 0 308,-12 0-1289,-5 18 23,-2 3-174,-2 39-28,-2 6-11,-2 29-53,2-21 0,1 1 8,-2 21 288,4-24 1,1-2-261,3 13 146,1-23 28,1-27-140,-4-26-3,-1-7 0,0-6 22,-1 1 1,0-1-223,2 0 0,1 1 178,0 4 0,2 2 2,12-9 0,9 11-5,9 9-6,10 9-22,7 11-11,4 12-1608,-25 2 0,-1 3 1619,8 9 22,-13 4 0,-5 2-16,-10 3-1963,-6 24 1979,-11-33-22,-11 0 50,7-17 2291,-1-9-2313,5-10 16,4-12 1,4-8 3425,16-21-3431,1 13-22,9-2 5,-6 21 17,6 5-11,3 4 16,11 1 7,20 14-40,-22 3 5,10 10-16,-20 6-23,-1 27 18,-8-15-57,-6 18-972,-27-23 1,-8 0-8629,-15 15 8994,7-10 1,0-3 0,-2-5-1,14-13 1</inkml:trace>
  <inkml:trace contextRef="#ctx0" brushRef="#br0" timeOffset="405158">9171 7760 13096,'8'-49'687,"0"0"0,1 0 0,-1 0 0,2-1 0,0 2 1,-4 6 776,-4 6 1,-4 5-603,1 0 861,-1 18-1712,0 4 882,-1 36-832,1 22-44,2-10 0,-1 1 1309,1-3 0,0 0-1326,0 1 0,0 2-6,0 16 0,0-1-5,-1-21 0,1 2 5,-1 19 1,0 7-1,0-7 0,-1-15 1,0-3 8,0 21 0,-2-4 19,-1-12 56,1-21 1,-5-33-62,-6-46 12,6 12 1,0-7 0,0 1-861,0-4 1,0-1 843,2-5 0,0-6 1,3 10-6,2 19 0,3 1 5,-1-13 0,2-7 1,0 5 0,1-1 0,2 2 60,0-11 1,1 1-72,3 15 0,3 4-9,4 7 1,3 3-9,0 2 0,2 3 2,5 1 1,4 7-97,3 13 1,0 9 101,-2 7 1,-2 5-1290,6 11 0,-3 4 1286,-11-3 1,-3 4 5,-1 12 1,-5 4 522,-7 0 1,-8 3-499,-14 11 1,-5 0-23,8-14 0,-4-3-6,-18 2 1,-4-8 5,-5-8 370,-7-1-381,16-14 48,2-8-1700,12-25 3961,6 5-2298,22-40 0,-2 38 0,13-17 0</inkml:trace>
  <inkml:trace contextRef="#ctx0" brushRef="#br0" timeOffset="406491">9711 7546 26827,'13'-49'76,"0"-1"1,3-5 0,-1 6-1090,0 5 1041,1-7 0,1-6-3,-5 10 1,-1-2 3,2-7 1,0-5 0,-2 4-16,-1 3 0,-2 1 40,-2-1 0,0-4 1,-2 11-5,-3-3 0,-1 10 1,-2 7-1,-1 23-16,-2 2-40,1 13 152,-5 54-143,7-19 1,0 7 0,1 0-10,-2 3 1,1 1-1,0 1-223,1 3 1,1 0 0,0-1 215,1-6 0,1-1 0,0-2-27,3 7 1,2 1-75,4-4 0,3 4 1,0-6 34,-2-4 1,1-4-9,4 6 0,4-11-417,3-24 342,5-27 167,6-25 18,-10-4-12,-6-8 95,-9 1 423,-4 21-366,3-21 293,-7 28-187,0 4-163,-2 7 932,-1 10-937,0 4-129,5 11 22,6 2 6,10 12 0,21 1-6,-9-8 18,20-2 16,-2-18-23,-14-1 18,4-9 10,-23-13 57,-7-19-73,1 8 50,-13-17 73,-18 13-73,3 11 17,-24-1-73,16 29-11,-4 6 0,-2 26-17,19-2 1,2 2 4,-11 20-1695,14-9 0,4-1 1679,8-4-683,11 6 1,5 1-1189,16 3 552,-7-10 1,6-6-1853,4-16 1,3-9 2792,-11-4 0,0-4 560,9-5 0,-1-4 1151,11-21 985,-7-9 30,-5-9-612,-8-3-577,-11 19 1,-2 0-678,3-4-1854,3-4 1680,-20 35 62,-1 2-236,-3 4-50,-4 11-33,1-2 2239,-20 36-2229,4-13-33,-8 15 250,8-19-238,-2-1 3391,4-8-3403,-19 13 123,13-18-22,-3 2-56,14-16 16,9-12-5,3-11 34,14-30-17,1 12-17,14-7-34,-11 30 0,11 9 12,5 28-43,-10 2 1,1 3-1697,-3 2 1,0 1 1701,-1 5 1,1-1-17,20 15-48,12-17 28,3-8 22,3-21 6,-16-14 11,-12-2 17,-5-14-1,-14 9 23,-2-9 1,-2-4 21,-2-7-27,1-19 123,-9 17 16,-2 21 3305,-1-4-3377,1 16 46,1 5-147,0 4 0,1-1 0,-1 23 0,1 5 0,-1 23 0,1-12 0,1 0-312,4 1 1,2-1-288,-2-1 0,1-1 599,13 16 0,-10-34 0,-1-6 0</inkml:trace>
  <inkml:trace contextRef="#ctx0" brushRef="#br0" timeOffset="406807">11492 7134 24329,'-24'-40'580,"1"-1"1,4 2 0,4 17-570,11 32-5,7 1-6,4 8 11,6-3 23,5 0-34,4 2 101,2-3-3393,-12-8 3388,-1-2 206,-10-11-235,-1-3-16,-2-6-46,-1 0-156,-1 5-319,1 3-561,3 8-3195,10 22 4226,-4-4 0,5 6 0,-7-15 0</inkml:trace>
  <inkml:trace contextRef="#ctx0" brushRef="#br0" timeOffset="407674">11700 7492 21937,'51'-17'1436,"-1"0"0,-4 0 0,-6-2-871,-10-19-221,-14 4 1,-2-4-214,-4-4 1,-2-2-630,0 1 1,-1-1 539,-4-12 0,-3-2 2,0 12 1,-2-4 5,0-5 1,-1-7-1,-1 5-11,0-5 1,-2 4-1816,0-9 1,-2 8 1825,-1 14 1001,-5 22-1029,-5 23 1,-14 41-21,18-10 1,3 5-186,-3 18 1,5 8 157,9-3 1,5 4 0,5 1-244,2-15 0,3 1 1,1 0-1,0 0 216,-1 0 0,-1 1 1,0 0-1,3-3-85,8 7 1,3-1 0,-3-5-556,-2 3 1,-4-7 2382,5 10-2733,-11-20 986,-21-48 151,-11-19 1,-6-7 105,-2 1 1,-2-1 3,4 5 1,-2-1 0,1 3 223,-3-4 0,2 4-216,-11-11 235,16 18 1705,18 16-2153,19 1 0,5 9-6,36 7-5,5 3-385,-19-4 1,0 0 383,-5-2 1,-2 0-6,-1-2 1,0 0-18,7-1 1,-1-2 10,10-2 40,2-5 0,-2-5 11,-12-7-2633,14-19 2633,-38 12 599,-6-26-308,-8-10 359,-3 1-454,-1 11-235,-8 65-1,8 17 1,3 7 1166,-2-7 0,1 2-1158,4 15 0,4 0-2,13 4-1,3-3 3,-3-23 0,3-2 43,30 7-29,-15-8 17,12-16-39,-30-21 16,0-4 62,5-14 129,-6 1 0,1-1 46,11-13 285,2-9-527,-20 41 0,-12 38 0,-2-3-1696,-8 30 0,-4 7 1696,6-29 0,0 1 0,-3 6 0,-1 5 0,0-1-329,-4 9 0,1 6-1793,5-2 1,1 7-1,0 3 1,0-4 2121,2-12 0,0 0 0,1-2 0,-1 0 0,-1 19 0,-1 0 0,4-16 0,4-16 0</inkml:trace>
  <inkml:trace contextRef="#ctx0" brushRef="#br0" timeOffset="541773">13678 7133 21203,'0'-4'3283,"0"0"-1535,0 4-1485,-10-45-196,-2 38-22,-16-27-56,6 48-6,-12 12-6,-2 7-3380,11-9 3386,0 3 1,22-17 27,4-1 123,21-2-11,0-8-67,11-3 12,-9-7 3514,-2-2-3453,-7 1 268,6-11-178,-13 7-46,0-5-111,-6 10 106,-3 0-118,-2 8-50,-3-1-11,-1 4-11,-16 8-96,-4 8 29,0 0-505,-5 13-1523,19-5-2773,1 5-4783,7-7 8825,6-8 0,0-10 0,0-2 0</inkml:trace>
  <inkml:trace contextRef="#ctx0" brushRef="#br0" timeOffset="542473">13708 7371 25253,'-37'35'337,"14"-6"-141,34-27-107,3-1 85,18-3 55,-4-5-94,0 1 246,-8-2-180,-15 5 214,-2-3-281,-5 2-67,-6-1-3403,-12 4 3347,3 4 12,-10 2 5,9 5-2280,-6 6 2269,9-5-28,-5 13 16,15-16-16,-3 7-11,8-9 39,4 0 11,0-3 2307,18-5-2290,-4-6 56,10-7 89,-7-2 3432,-4 0-3370,-7 3-234,-3 4-18,-5 5 0,-2 3 0,-6 2 0,-1 3 0,-12 7 0,-2 5 0,-11 9 0,10-4-3392,3-1 3392,14-10 0,9-1 0,5-5 0,3 0 0,1-3 0,11-7 0,-11 3 0,9-6 0,-15 3 3392,-2-3-3392,-1 2 0,-5-3 0,-8 3 0,-2 3 0,-4 0-1956,-8 6-7875,6 3 7737,-3-1 0,10 1 0,8-3 0</inkml:trace>
  <inkml:trace contextRef="#ctx0" brushRef="#br0" timeOffset="571307">5394 9378 16508,'0'-5'4419,"0"1"-2010,0 4-2185,-60-41-146,36 35-3,-19-8 1,1 8-31,18 33-39,-6 19-1,20-2-4189,27 14 4173,1-17-1396,18 4 1402,-8-22-55,20 7 0,1 0 71,-8-4 28,9 3 0,-13-1 79,-38-16 33,-16 6-25,-17-8 0,-8-3-73,7-1 0,-1-1 1084,-16 2 0,-1-4-1104,10-6 1,3-2 3212,-12-3-3436,-3-16-3653,35 3 3843,5-16 0,8 19 0,6-3 0</inkml:trace>
  <inkml:trace contextRef="#ctx0" brushRef="#br0" timeOffset="572007">5829 9766 14838,'-4'-59'948,"-1"1"1,1 14-1,0 6 2161,-4-1-2852,3 31 1113,2 15-1320,6 20-44,6 26 2,-1-17 1,1 2 268,0 6 1,1 1-295,-2 4 0,0 1 1185,-2 2 0,-2 1-1238,-1-1 0,-1-1-6,-1-3 1,0-3 58,-1-7 0,0-2 28,-1 17 1,-2-28 16,-1-12-17,-1-17 418,-9-21-429,-6-27 477,1-1-469,7 8 0,4-4-397,4 7 0,2-1 406,-1-12 0,2-4-1,2 14 1,1-2 0,1 2-3,1-11 0,1 2-9,0 4 1,1 4-9,0 7 1,2 5 13,6-15-22,8-7-12,5 11-16,6 13-6,5 12 45,7 14-22,2 16-6,-16 11 0,-4 5 5,5 21 20,-17-11 1,-7 1-26,-24 18 30,-9-20 1,-4-2-23,6-9 1,-3-2-180,-14 7 1,0-4-475,4-7-812,1-3-324,27-14-1468,11-2 0,1 0 0</inkml:trace>
  <inkml:trace contextRef="#ctx0" brushRef="#br0" timeOffset="572414">6575 9389 19832,'2'-4'4906,"0"1"-4105,-2 3-672,-36-9-67,12 23-40,-5-3 0,-1 3-1707,11 12 1,4 3 1701,-11 19-12,11 2 57,25-18-40,-2-10 23,12-3 112,-1-18 61,3-10 57,6-7 100,-8-9 0,-2-3 39,5-14-218,1-11-44,-19 30-52,-4 15-77,-1 5-68,-1 2-22,-3 9 72,-3 6-16,-1 4-213,-1 32 6,7-23-796,8 29-2783,30-19-4437,12-4 8234,-18-17 0,0-4 0,5-1 0,-15-8 0</inkml:trace>
  <inkml:trace contextRef="#ctx0" brushRef="#br0" timeOffset="572998">7130 9485 13799,'2'-7'7449,"0"2"-6108,3-30 0,-3-5-685,-9 16-379,4-19 0,-5 7 332,-17 32-469,-13 14 107,10 7-242,-5 21 659,16-1-709,5 11-140,16-4-1008,22 10-2871,-2-19 3403,16 1-532,1-23 392,1-6 736,-10-12 1,1-5 468,9-9 279,3-18 515,-24-1-470,-8 5-27,-2 0-343,-6 15 303,-3 4 3190,-1 9-3554,-3 2-274,1 2-7,-6 9-16,2 10-11,0-1-11,6 19-1,6-20-44,27 13 0,27-21 73,-10-1-1,10-12 29,-31-11 117,4-21-89,-10 10 66,-1-23 7,-22 20 10,-7-8 12,-6 4 39,-15 5-129,5 14 101,-31 12-112,21 17-56,-20 14 0,28-2 12,0 16-113,21-3 0,5 2-112,0 12-1056,18 1 1,12-3 1268,4-25 0,1-5 0,-8 1 0,-1-2 0,25 4 0</inkml:trace>
  <inkml:trace contextRef="#ctx0" brushRef="#br0" timeOffset="577590">8922 9526 16633,'0'-49'993,"1"-1"0,-1 1 1,0 0-1,0 3 1,0 2-1,-2 2-436,-2-18 0,-3 7 659,-8 8-959,3 10-55,-1 14-213,10 24 78,0 54-50,4-11 0,2 5-479,-1-6 0,0 2 0,0 0 464,1-5 0,0 0 0,0 2-105,1 13 0,0 2 0,0 0-539,-1-7 0,-1 0 0,0 2-469,0-5 0,1 3 1,-1-1-1,0-2 187,0 1 0,-1-2 0,1-4-68,1 8 1,-3-15-2379,-5-30 2922,-4-29 1030,-10-34 73,2 7 202,-1-1-662,4 14 1,-1-1 1650,-1 1 0,0-1-978,-2-4 0,0 0 80,2 8 1,3 5-511,-2 1 228,6 8-626,6 13-18,23-3 6,17 4 1340,-2 0 0,5 0-1363,6 0 1,3-1-3,-4 0 1,3 0 0,-4-1-1,5 0 0,-2 0-499,8-2 0,-2-2 510,-9-1 0,-3-1 8,-11 2 1,0-1-1,9-4 1,-2-1 252,-2-7 184,-18 6 67,-13 4-436,-9 8 608,-15 2-648,1 8 146,-40 18-84,11 7-90,12-6 1,1 4-32,8 1 1,5 1-9,-5 12 1,12 8-2340,31-21 2356,-2-6 98,37-6-9,2-29-43,-1 1 21,-3-13 263,-19-13-190,-13 14 163,3-24 3464,-17 20-3437,-4-3-55,-4 8 50,-3 9-236,2 7-100,2 4 0,2 4-17,2 14 22,-1-3-44,1 23 44,2-13-1802,5 9 0,1 2 1623,2-3-1277,2 2 1,2-1 211,3 0 466,0-1-2375,12-6 73,-4-18 561,16-13 3980,-2-19-660,-9-11 1,-3-5-309,-9 15 1,-2 0 1519,6-16 1,-3-1-935,-8 9 0,-2 1-1851,0-2 1,-1-2 1141,1 2 0,-2-1 493,-1-11 0,-3 2-88,-2-4-103,-3-10-2385,-1 35 1881,-2 15 85,2 10-224,-1 15 2245,1 3-2218,-3 28-1150,4-9 1,-1 3 1099,-1 4 0,1 1-28,0 12 0,0 2 275,2-16 1,1 2-1,1-4-676,2 2 1,2-1-480,0 7 1,5-6-2684,13-12 3591,4-15 0,-12-9 0,0-7 0</inkml:trace>
  <inkml:trace contextRef="#ctx0" brushRef="#br0" timeOffset="578665">10287 9388 23450,'1'-40'702,"0"-1"0,2 2 0,-4 15-618,-2 24-6,-1 6 62,-3 9-72,0 2 72,-12 13 0,-3 3-56,-12 10-331,10-10 0,-4 0 286,-2-5 1,1-4 55,-8 6 45,-9 5-78,27-22 134,12-8-84,6-4 112,0 0-219,6 4 528,6 2-533,14 7-34,14 2-56,17 2-11,-23-9 1,2-1-183,4-1 0,0-1 36,-8-1 1,2-2-1403,18 0 1,0-2-38,-16-3 0,0-2-488,12 0 1,-2-4-1238,11-15 2347,-21-6 3927,-19-15-1391,-13 17 2629,-15-14-1250,-6 23-1429,-2-2 682,-1 6-1521,9 9-303,2 1-218,7 4-23,3 5-11,6 3 34,20 10-29,1-7-3386,23 1 3359,-22-13 33,9-5 90,-12-16-84,-8 7 16,-1-10 259,-24-10-225,-2 17 3420,-12-16-3403,0 24-3454,3 6 3370,1 2-1427,-2 6 1444,-2 6-34,-5 10-5,4 9-6,8 26-6,10-20-67,15 23 6,4-37-286,35 13-268,11-22 458,-24-5 1,2-5 97,13-12 1,-2-6 1275,-19 2 1,-2-1-1162,7-8 1,-4 0 2104,-6-3-1880,-6-6 55,-14 18-223,0-2-35,-12 18-21,1 5 380,-7 7-364,-6 26-67,9-13-3392,-4 21 3392,13-29-2251,8 1 2251,-2-14 16,9 3 7,-1-8 55,10-17-39,-3-5 2297,6-18-2274,-6 0 3402,2 0-3380,6 3-44,-2 10 16,18 3-31,-7 16 0,3 4-175,-1 4 0,0 2 147,7 3 0,-4 2-2,7 16-12,-21-2-3498,-7 15 3117,-11-10-526,2 15 924,-25 6 0,10-28 0,-11 13 0</inkml:trace>
  <inkml:trace contextRef="#ctx0" brushRef="#br0" timeOffset="579574">13273 9117 19688,'2'-46'1207,"0"1"0,0-1 0,-1-11 0,-4 11-703,-8 24-341,-30 54-130,10 23-1001,5-4 0,0 8 973,11-4 1,2 6-1,2-3-5,2-15 0,1-2 0,0 5-17,1 11 0,-1 6 1,2 2-1,1-3-129,2-11 0,2-3 1,-1 1-1,1 4-398,-1-4 1,0 5 0,-1 1 0,1 0 0,-2 0-1,0-2-357,-2 2 1,-1-2-1,0 0 1,-2-1-1,-1-1 624,-4 10 0,-2 1 0,-2-4 0,-1-8 804,-9 11 0,-4-15-231,-1-19 1,3-13-2339,6-22 3219,3-30-502,16 0 1,3-9 0,2 2-707,-3-2 0,5-3 255,5 2 0,5-8 0,2-4 0,1 2 0,-1 11-140,6-8 0,1 4-32,-2 6 1,1-5 0,2 0-1,0 8-7,10-6 0,5 6-29,-2 7 1,4 0 0,1 2-13,-1 0 0,0 1 0,2 1 5,6-2 0,2-1 1,-3 5-188,1 1 1,-3 2 202,-8 4 0,-4 2 2495,4-2-2402,-17 12 747,-20 17-451,-25 27-290,-3 7-77,10-9 1,2 0-31,-1 6 1388,11 1-1309,28-7 718,7-10-775,11 4-1556,-1-18 0,1-5 1702,-8-3 235,31-8-207,-51-3-1848,1-22 1792,-8 11 16,-9-11 0,-6-4 17,-15-15-126,8 17 1,-2 1 1136,-1 8 0,0 4-1134,-4-1-2290,4 7 2184,13 12 2077,5 5-3488,9 22 908,32 23 1,-23-15-1,21 6 1</inkml:trace>
  <inkml:trace contextRef="#ctx0" brushRef="#br0" timeOffset="579881">14045 9386 26206,'31'26'16,"1"-1"1,8 0-2850,-25 25 0,-11 5 2816,-9-13 0,-4-4 1,-3-2 1436,-11-5-1386,1-3 78,3-17 1111,15-47-1128,13-1-39,5-23 17,14 17 0,2 4 3135,0 1-3194,6 0 0,1 4-109,-5 16-118,6-1-9618,-2 27 7815,-23-2 1,6 6 0,-17-9-1</inkml:trace>
  <inkml:trace contextRef="#ctx0" brushRef="#br0" timeOffset="581064">15864 9135 20615,'-15'-53'1378,"0"0"0,-3 8 0,-2 11-1344,-3 24 22,-10 28-37,19 10 1,3 6-3,-10 23-942,6 0 1,2 5 935,4-6 0,1 3-374,0-7 0,1 3 0,0 2 277,-1 3 0,2 2 1,-1 1-619,2-14 1,0 1-1,1 0 1,-1 0-247,0 1 1,0 0 0,0 0 0,0 1 949,-3 1 0,0 2 0,0-2 0,1-5 0,-1 12 0,0-5 0,-2-8 0,0 0 0</inkml:trace>
  <inkml:trace contextRef="#ctx0" brushRef="#br0" timeOffset="581530">15265 10672 16036,'-5'-49'999,"0"0"0,1 0 0,-1 5 0,0 0 0,4-1-592,5-2 0,3-1 1,1 2-1534,5-15 0,4-1 1183,-1 15 0,3-4 1,1 1-1,-1 5-35,7-8 1,4 6-8,-3 9 0,4 1 0,-1 6 132,1 8 0,2 3-175,6-4 0,4 2-43,-4 6 0,2 2 1,-2 0 44,5-1 1,-1 1 22,12-2 1,-3-1 18,5-4 52,-9-3 635,-11-3-591,-13 4 1123,3-30-569,-16 27-1985,4-18 1778,-13 29 197,-1 7-555,-1 5-157,-4 8 51,-1 10 5,-5 12-34,2 10 34,3-4 3386,2 1-3397,6 1 0,6 1 11,1-2 34,16 2 44,-4-21-39,3-1 135,12-32-57,-17-4-38,8-11 223,-8-24-263,-13 32 17,5-28-22,-8 34-73,-1 3-437,1 6 78,-3 7-5914,16 11 5464,-5-1 0,6 2 0,-10-4 0</inkml:trace>
  <inkml:trace contextRef="#ctx0" brushRef="#br0" timeOffset="581900">16795 9288 20515,'2'-6'4564,"-1"1"-3337,-1 5-1182,9-5 50,-15 38-78,10-19 17,-19 46 27,2-11-38,4-15 78,-2 6 95,9-34 336,0 0-364,2-30-118,1 9 107,13-39-79,6 18-44,6-7 22,8 6-6,-5 15-61,6 1 28,1 14-45,-5 14 17,-4 6-6,-5 7-118,8 27-544,-9-10 99,-4-8 1,1 1-6529,13 15 7108,-8-14 0,-5-10 0,-14-17 0</inkml:trace>
  <inkml:trace contextRef="#ctx0" brushRef="#br0" timeOffset="582691">17594 9342 17916,'17'-41'3565,"0"0"0,-6 9-3333,7-10 1,-6 3 422,-15 23-425,-1 6 123,-17 0-286,-3 15-22,-17 11-28,8 7-12,11-1 1,0 4-248,4 0 0,0 4 217,-6 21 0,2 3-37,7-5 0,3-1 9,-1 0 0,8-2-101,18-2 0,6-7 76,8-6 13,6-8 1,9-8 24,14-16 1,5-10 61,-17 1 1,1-4 0,0-1 8,7-3 1,1-2 0,-3-7 39,-9-6 0,-2-7 1,-2-1-1,-5 3-802,7-8 1,-5-4 794,-8 1 1,0-8-1,-2-1 1,-6 5 66,-4-8 1,-6 1-15,2 4 1,-1-2-1,-4 3-219,-7-3 0,-4 6 183,1 15 0,-3 3 120,-8 1 0,-3 5-16,-3 4 219,-7 0-398,13 37-12,7 6 6,3 11 0,1 8-11,0 20 0,2 2-27,0-11 1,0 4 24,1-7 1,1 6-1,1 1 1,0-1-229,-1 12 0,1-1 0,1 0 19,0 0 0,0 0 0,1-1-495,2 4 0,0 1 0,1-12-221,3-16 0,1-7 515,10 15-3452,9-56 2747,-15-7-132,7-33 1231,-23 15 1,-5-3 831,1-1 1,-3-2 12,-12-14 1,-1 2-344,8 22 1,0 1-141,-12-13 1,0 3 574,7 9-460,-7-13-325,29 26 201,20 5-307,25 2-20,-1 5 0,4 1 17,-2 1 0,1 0 958,10-1 1,-1-1-965,-12 0 1,-4-1-9,17-6 0,-4-7 3244,-24 2-3160,1-2 72,-13 1 281,-7-5-286,-7 10 197,-2-5-203,-3 12 523,1 1-343,-1 2-314,0 2-39,-2 15 17,0 21-31,1-3 0,1 1-3,-1 25-224,3 2-28,4-11-532,0-2-2296,0 13 789,-2-26-7495,-1-7 8540,-1-23 0,0-1 1,-1-3-1</inkml:trace>
  <inkml:trace contextRef="#ctx0" brushRef="#br0" timeOffset="582873">19026 8784 23057,'-46'-34'194,"1"0"0,2 2 0,10 10-255,23 22-25,2 28-1264,14 4-384,1-2 1,2 2 1733,5-1 0,1-1 0,3 4 0,-1-2 0</inkml:trace>
  <inkml:trace contextRef="#ctx0" brushRef="#br0" timeOffset="583247">19372 9017 25301,'-58'-2'102,"0"-1"1,0 14 0,9 8-103,17 18 11,15-5 0,9 1 12,30 10-1,12-1-11,-7-19 1,5-4-2771,7-6 0,1-5 2792,17 1 678,-19-10 0,-3-6-588,2-17-1322,1-15 1327,-16-13-21,-11-8-118,-12 28 0,-2 0 123,-7-29 28,-8 11 2076,-4 14-2194,-3 15 114,-6 15-192,5 15-168,-1 12 39,12 5-445,7 15-1319,14-2-2106,12 13 4055,18-3 0,-15-21 0,3-8 0</inkml:trace>
  <inkml:trace contextRef="#ctx0" brushRef="#br0" timeOffset="583567">19832 9084 20044,'2'-7'5786,"0"2"-4968,-2 5-392,0 0-404,12-55-28,-12 57 29,7-29-40,-16 77 8,2-4 1,0 1 19,-2 12-14,4-18 1,0-3 41,1-1 129,2-8 0,5-13-134,13-25-1,17-29 12,-8 10 0,3-1-294,6-4 0,2-1 316,4 0 1,1 2-1,1 2 0,1 2 22,2 3 1,1 4-65,-6 9 1,-1 5-21,-5 4 1,-2 8-141,-2 20 1,-6 9-393,-11-4 1,-3 3-343,3 6 1,-4 2-4048,-7 0 1,-2-3 2946,-1 5 1,1-1 0,-1-31 0</inkml:trace>
  <inkml:trace contextRef="#ctx0" brushRef="#br0" timeOffset="584731">4662 11819 11763,'10'-43'1167,"0"0"1,0 0 0,0-21 0,-5 5 1806,-8-1-2795,-20 18 1308,-16 54-1419,-11 25-54,21-6 0,0 5 120,0 6 1,2 4-129,2 4 0,5 0-4,4-11 1,5 0 5,5 13 1,8-3-15,17 7 1432,-3-19 0,6-4-1393,32-4 23,9-21-8,-24-19 0,0-9 16,-1-8 0,-3-5-241,-2-4 0,-5-5 233,-5-4 0,-6-2-6,-9 6 1,-6 0-9,-4 0 0,-6-1 42,-10-7 0,-5 3-62,4 16 0,-2 4-8,-7-3 0,-3 9 3,-13 24-28,-1 19-6,4 20-45,24-16 1,4 4-631,6 21 0,10 4-1694,14-2 0,5 0-520,-3-1 1,4-2 2905,14-6 0,-1-9 0,-10-14 0,1-3 0</inkml:trace>
  <inkml:trace contextRef="#ctx0" brushRef="#br0" timeOffset="584923">5496 11568 14748,'-6'-46'689,"-1"0"0,1 4 0,-6 15-387,-25 43-251,9 5 707,2 11 0,2 7-753,8 0 1,3 5 135,1-4 0,0 3 1,1 2-144,1 7 0,0 3 0,1 1 216,2-8 1,0 2-1,1 0 1,1-1-292,-2 6 1,1-1-1,1 5-673,2-5 1,1 5 0,1 2-1,0-1 1,1-3 749,2 2 0,0-2 0,1-2 0,-1-2 0,0 10 0,-1-2 0,1-6 0,2-10 0,0 1 0</inkml:trace>
  <inkml:trace contextRef="#ctx0" brushRef="#br0" timeOffset="585064">4993 13425 20504,'-3'-57'569,"1"-1"0,0 0 1,0 1-1,0-5 1,0 2-1,2 1-427,3 5 0,2 2 0,2 2-1746,4-11 0,3 1 1615,-2 12 1,2-2-1,1 2-54,1 3 0,2 1 0,1 2-427,1 3 1,2 1-1,-1 2-1597,5-5 0,1 3 1702,2 3 1,-2 5 0,-6 8-1,-1 2 1</inkml:trace>
  <inkml:trace contextRef="#ctx0" brushRef="#br0" timeOffset="585440">7089 12070 21757,'4'-43'948,"0"0"0,1 0 0,0-15 0,-2 2-464,-2 10 1,-2 3-36,-5-11-214,-1 16-190,-5 36-51,0 24-5,-6 24-59,7-4 0,0 3-233,2-2 1,2 2-1616,4-3 1,1 4 0,2-4 1352,3-1 1,2-2 0,-1-2-1,1-6 1,3-7 0</inkml:trace>
  <inkml:trace contextRef="#ctx0" brushRef="#br0" timeOffset="585647">7302 11444 22503,'-23'-44'282,"0"-1"0,6 8 0,1 8-332,1 16-169,10 28-218,4 13-2624,5 5 0,1 4 1806,1 18 37,0-17 0,1-1 865,1 18 1,-4-26 0,0 1 0</inkml:trace>
  <inkml:trace contextRef="#ctx0" brushRef="#br0" timeOffset="586032">7424 11876 22985,'15'-46'905,"1"0"1,-2 6 0,-4 7-660,-7 19-229,-2 7-28,1 10 11,7 16 5,1 7 12,9 28 45,-4 3-62,-4-9-28,-2-1 89,-6-27 68,1-6 0,4-24-17,2-14 78,7-22-72,-3 9 139,7-14 91,5-1-220,3-2-72,-2 7 17,4 11-67,-12 23-6,4-1 5,1 21-3397,-10 2 3398,22 30-45,-11-4-23,6 10-302,1 5-1119,-5-5-3433,-11-6 1,-1 1 4328,6 20 1,-8-8-1,-10-32 1</inkml:trace>
  <inkml:trace contextRef="#ctx0" brushRef="#br0" timeOffset="586465">8262 11969 19019,'15'-41'582,"0"-1"1,-1 2 0,-2 10 1942,-8 23-2463,0 5 11,-2 18 985,1 4-991,3 28-45,-2-11 1,-1 6-258,1 3 0,-1 5 0,0 0 227,-1-4 1,1 0-1,-2 2-35,1 8 0,-2 2 1,-1-4 291,-5 5 1,-2-3-332,-2-7 1,-3-4 78,-3-9 1,0-5 13,-6 2 6,2-28 16,13-27-21,-1-6 16,-1-31-579,3 13 0,1-6 568,1-5 0,-1-4 1,2 8 1,0-3 0,2 3-3,-1-5 1,4 0 22,2 0 1,2-3-1,1 5 6,3-1 0,2 1-38,-1 4 1,3-2-1,-1 5 587,1 5 1,2 3-559,10-9 1,5 3-32,-3 18 1,1 3 458,-1-4 1,2 4-468,4 9 0,0 9-8,24 24 11,-11-2-14,-16 7 0,-5 5-20,-3 19 1,-7 14 5,-25 0 799,-5-31 0,-6-2-833,-14 2 0,-7-3-481,-6-4 0,-5-3 543,7-7 0,-2-2 0,5-2 0,8 0 0,3-2 0,-23-5 0</inkml:trace>
  <inkml:trace contextRef="#ctx0" brushRef="#br0" timeOffset="587331">10046 11586 21019,'-13'-46'1127,"0"-1"1,-1 6 0,-5 9-680,-23 19-90,-8 13-156,-1 11-95,-1 20-74,20 7-33,9 4 14,28-6 0,10 0-8,20 9-6,-4-8 0,6-1 0,-1-12 0,3-2 0,-2-2-370,-3-1 0,-1 0 370,21 12 0,-7 0 11,-25-6 0,-2 11 51,-35-11-12,-18-1 6,-20-3-6,5-13 1,-3-2-15,14-1 1,-1-2-180,-10-2 1,2-2 131,1-6-606,11-6-105,19 2-6005,16-10 6727,11 9 0,0-1 0,-2 8 0</inkml:trace>
  <inkml:trace contextRef="#ctx0" brushRef="#br0" timeOffset="587524">10328 11723 13891,'3'-3'7914,"-1"0"-5077,-2 3-2506,12 4-4008,-13 13 3755,9 8 846,-14 14-1344,3 18-108,3-23-215,2 9-1066,1-29 1241,2 1 1,-2-7 0,1 0 0</inkml:trace>
  <inkml:trace contextRef="#ctx0" brushRef="#br0" timeOffset="587713">10503 11420 22800,'-19'14'-2140,"7"-2"0,21 5 1,-3-8-1</inkml:trace>
  <inkml:trace contextRef="#ctx0" brushRef="#br0" timeOffset="588415">10870 11606 21293,'0'-3'4773,"0"0"-4230,0 3-162,-10-62-281,14 38-72,-6-13 0,6 2 17,30 15-28,2 6-23,5 3-1696,-9 11 1,-1 4 1690,-1 2 5,1 3 1,-2 5 16,-5 13-22,-1 16 5,-13 8-1126,-14-14 1,-4-1 1126,-4 14-1,-2-14 1,-2-4-1524,0-4 1524,-10 16 1600,11-24-1208,-3-2-320,10-16 73,3-14 2190,4 1-2168,1-15 3275,7 8-3420,0-2-23,16 7 12,-7 9-12,11 2 17,-9 7-5,22 24-20,-13-1 0,0 4-6,-1-1 1,-1 2 13,-1 3 1,-6 0-1,-5 12-22,-18 12-307,-11-21 0,-4 1 337,1-4 1,-2-2-1565,-10 0 1,0-7 1572,-4-13 12,8-18 33,19-38-250,5 7 194,4-3 0,6-6 35,9 2 1,7-3-1,-2 3-30,-2 1 1,2-1-25,7-4 1,5-3 0,-2 7 40,-4 12 1,1 3-9,13-15 0,0 0 5,-8 9 1,-2-1 11,1-3 0,-3 1 8,-1-8 3104,-10-4-3080,-13 23-63,-8-10 0,-2 22 0,-21 8 302,5 20-302,-7 7 788,9 6-788,10 7 0,4 3 0,6 16-1696,7 3 0,4 0 1381,13-3-595,0-14 0,4-1-2207,-5-13 1,1-2 3116,4 3 0,-1-2 0,9 6 0,-15-16 0</inkml:trace>
  <inkml:trace contextRef="#ctx0" brushRef="#br0" timeOffset="588824">12989 11817 13862,'-1'-49'978,"1"-1"1,-1 0 0,0-8 0,0 4 665,-2 17 0,0 4-580,-6-3 417,3 8-1448,0 18 701,6 29-711,6 25-26,3 4 0,0 3 1101,-2-13 1,1 3-1114,3 8 0,2 7 0,-2-7-257,-2-14 1,0 0 41,1 8 1,3 3-1,-3-4-683,5 17 89,-6-23 1,-1 1 200,-4-3 0,-1-4 0,0 0 0,-1 6 0</inkml:trace>
  <inkml:trace contextRef="#ctx0" brushRef="#br0" timeOffset="588981">12871 11970 13071,'-5'-8'3884,"-8"-25"0,-1-4-2039,8 16-1697,-6-16 1,8 0 2,36 14-112,18 1 28,-12 9 1,7 1-2581,5 4 0,6 1 0,-5 1-2403,-3 0 1,-2 0 4533,0 2 0,3-1 0,-12 2 0,-11 2 0,-11-1 0</inkml:trace>
  <inkml:trace contextRef="#ctx0" brushRef="#br0" timeOffset="589906">14809 11808 22531,'-4'-52'845,"0"0"1,-2-4 0,-3 4-268,-12-2-346,6 23 0,-1 2-36,-12-9 264,-22 12-354,10 36-89,-7-1-6,11 24 23,6 12-613,3 9 556,12-17 1,3 1-3,2-3 0,5 1 14,5-3 0,4-2 152,18 18-130,27-16-3236,1-24 3237,1-12 21,-5-26-2148,-20 6 2221,-2-6 0,-2-4 10,5-16-46,-10 14 0,0-3 37,-2 0 1,-3 1 54,3-11 2141,0-1-2196,-12 36 3102,-2 8-3209,-2 9 0,-3 10 439,-9 28-450,0 8-322,0 6 282,6 5-207,16-27 0,5-1 34,12 18 131,-1-22 1,3-7-59,21-13 72,1-19-1503,-21-6 0,-1-3 1604,8-11-23,-14 6 1,-1-2 62,-1-9-1878,3-13 1844,-10 17-1362,-3 2 1334,-8 24 1498,-2 7-1487,-7 18 18,-6 19-46,-5 15-8,7-13 0,4 1 8,6 15 2257,14 4-2217,21-41 3425,11-14-3432,6-20-4,2-14 41,-25 2 0,-2-5 42,-4-3 0,-3-1-1760,-4 5 0,-1 0 1710,0-26 5,-12 29 129,-8-28-128,-3 26-51,-8-16-39,2 35-51,2 7-285,1 14-12,6 0-1259,6 17 1646,33 5 0,-20-13 0,17 4 0</inkml:trace>
  <inkml:trace contextRef="#ctx0" brushRef="#br0" timeOffset="590448">16237 11548 26962,'-51'23'80,"-1"0"0,10-5 0,4 1-80,7 4 0,4 2-25,2-2 0,0 0-28,1-1 0,0 0 13,-17 15 35,24-26 61,-2-25-11,7-9 44,-3-23-3447,10 11 3414,3-2 162,9-4-128,-1 16 195,16-16-245,-5 31-46,6-1 28,21 41-27,-12 4 1701,-10-10 0,1 1-1713,1 6 0,-3-1-28,4 0-17,-2-4 1,3-2-241,19-2-3275,1-6 3510,-1-12-128,-15-17 1,-2-6 234,7-16-12,-7 5 0,-2-3 67,3-22 82,-15 20 1,-3 1 57,1-10 73,-3 2-50,-9 30 3060,0 7-3244,-2 12 395,-2 9-469,-2 15-1659,3 3 1,0 2 1634,-1 9-46,6-6 0,2-2-75,1-10-2123,23 25 649,-14-31 1619,14 9 0,-21-26 0,0-1 0</inkml:trace>
  <inkml:trace contextRef="#ctx0" brushRef="#br0" timeOffset="590624">16617 11281 16792,'-3'-11'2078,"-13"-27"0,-2-2-75,6 19-2081,-6-21 0,3 13 546,13 33-6388,25 37 5920,-6-6 0,8 8 0,-15-25 0</inkml:trace>
  <inkml:trace contextRef="#ctx0" brushRef="#br0" timeOffset="591998">16847 12022 25416,'15'-41'326,"0"0"0,0-1 0,2-9 0,0-2 0,-2 1-280,-4 10 1,-2 2 0,1-2-556,3-12 0,0-2 0,1-3 542,-4 10 1,1-2 0,0 1 0,-1 3-496,0 1 1,0 3 0,-1-3 538,0-6 0,-1-5 0,-1 2 0,-2 9 12,-2 8 1,-2 4 314,1-18 1,-2 7-377,-4 24-20,-2 15-2,2 9-28,-12 30-6,4-2 5,-5 23 1,0 8-1059,7-10 1,1 1 1074,0-12 1,0 1-1,3 4-7,4 16 0,3 4 0,2-8 485,0-16 0,3-1-504,7 16 0,4 5 1,1-11-2254,14-5 2072,8-3 0,7-6-202,-10-23 1,1-5-550,7 3 1,0-5 859,-4-9 1,-2-6 1555,15-20-1380,-10-14-21,-15 4 213,-1-16-71,-17 21 0,-1 1 2171,5-14-2241,-2-9 241,-18 25-185,-7 11-27,-11-1-80,-9 16 12,-6 15-50,-5 13-28,-1 15-6,24-14 0,2 1 5,-9 18-27,10 13-2308,30 3 2330,-3-17-11,24 7 27,-10-40 1,1-2 50,2-15 2252,-5-8-2229,7-25-2308,-2-18 2235,-7 7 2202,-5-2-2091,-5 8-66,-5 19 224,2-17-90,-6 30-146,-2 1-44,-3 19-6,0 2-6,-4 11-33,-4 24-39,4 13 83,5-23 1,1 0 11,7 24-23,8-21-2226,20-1 2227,0-15 2176,15 3-2171,-16-18 34,20-25-34,-28 6 177,26-25-138,-20-1-11,2-14 0,-5-2-21,-10 11-19,-8 11 0,-1 1 3405,-1 1-3381,9-28-12,-10 38 33,1 3-33,-4 10 0,0 7 0,5 13 0,5 9 0,22 29 0,-4-11-3392,7 5 3392,2-16 0,-2-10 0,-2-3 0,-5-5-52,-16-10-2339,0-4 2195,7-9 2414,-2-5-2246,4-8-2218,-2-6 2246,-8 10 16,1-8 29,-9 13 2268,-2-3-2234,-2 4 38,-2 4-89,0 6-16,0 2-7,0 17-5,2 20-22,6 26 19,-2-27 0,2 0-3,2 2 1,3-2-12,14 15 3426,2-11-3431,12-12 27,-15-14 12,22-19-17,-20-10 0,13-17 11,-8-5-1690,-16 9 0,-1-1 1684,6-14 26,-10 12 0,-2-1-77,-4-12 46,0-11 0,-4 8 0,0 12 0,-1 15 0,0 14 0,-1 19 0,1 27 0,0 14 0,-1 5 1082,0-13 0,0 2-1082,0 6 0,-1 6 0,0-3-582,0 9 0,1-2 582,-3-3 0,3 8 0,6-13 0,3 10 0,2 5 0,1 0 0,-1-6 0,-3-11 0,-1 4 0,0-2 0,5 3 0,-1 1 0,1-1 0,-1 1 0,0-1 0</inkml:trace>
  <inkml:trace contextRef="#ctx0" brushRef="#br0" timeOffset="593391">20031 11371 22180,'-33'-50'955,"0"0"1,0 7 0,1 6-671,-8 9-61,-3 14-105,23 14 156,-30 24-219,17 2-28,8-3 0,2 3 33,1 18-23,10-9 68,34 16-44,16-15-57,-13-13 1,3-2 36,-1-4 0,4-1-17,21 8 0,-1-1-13,2 2-131,-6-3 1,-5-2 123,-19-3 7,-12-2 49,-14 3-22,-21-1-28,-9-7 1,-4-3 5,-18 4-192,6-5 0,0-2 197,-12-2-25,26-1 1,1-2-732,-20-5 197,27 2-1958,30-13-653,29 1 1364,-4 4 0,3 0 434,22-7 505,3 2 719,-18 4 0,2-1 1551,0-2 1,0 0-892,0 0 0,0 0 1415,3-6 0,-5 0-291,-5-1 662,14-12-2023,-31 20-50,-2 1 94,-12 12-161,0 2-29,2 16 56,3 26-151,1 0 3,2 13 0,2 4-45,-4-25 0,1 0 56,5 22 1,1 0-68,-3-22 0,0-3-3,-1 0 0,-1-2 0,2 6 50,-4-6 174,-6-25-145,-6-7-51,-5-13-23,-9-14 1,-7-12-3052,-5-12 3074,10 13 0,1-3-14,3 4 0,2-2-3,-1-10 0,3-1 6,5 7 0,3 2-12,1 9 1,2 0-1,5-14 1,2 2 11,7-9-20,3 14 0,2 3 3390,7 4-3398,7 7-1,0 19-4,18 11-4,-18 9 0,1 3 9,21 9 2,-25 2 1,-6 5-14,-6 27 39,-16 1-3,-10-26 0,-6-3-9,-18 3-2,-2-13 0,-1-4-9,-2-1-5,2-3 0,1-2-39,8-5-264,-10-1-1377,24-10 665,4 3-5829,31-14-1827,-5 9 7834,15-4 0,-22 10 0,-3 1 0</inkml:trace>
  <inkml:trace contextRef="#ctx0" brushRef="#br0" timeOffset="593774">20856 11256 25618,'-35'-23'173,"1"1"1,-8 11-1,6 12-77,14 28-52,-10 23 29,24-5-56,9-16 11,7 0 62,19-10-62,-10-9 196,24 3 56,-13-22-3426,5-5 3292,-8-5 111,-7-8-139,-9 9 195,5-16-223,-8 15 140,4-14-152,-8 19-28,0-1 3236,-2 10-3286,-4 21-73,-1 3-296,-2 29-438,7-9-1064,9 6-2750,11-15-1786,2-10-3424,2-8 9302,-8-8 1,-8-4 0,-3-1-1</inkml:trace>
  <inkml:trace contextRef="#ctx0" brushRef="#br0" timeOffset="594331">21271 11253 24654,'2'-40'904,"-1"0"1,-2-22-810,-11 56 107,-12 18-135,2 6-22,-9 19-17,6 6-17,8-5-5,4 16-197,20-9-55,0-2-140,13-9-1945,18-15 85,1-9 113,22 0 1354,-25-17 0,-2-4 1221,15-6 702,4-17-2817,-29 8 3437,-9 1-296,-5 3 341,-6 1-1557,-3 11-78,-5 0 78,-4 9-185,-3 4-39,-1 3-28,5 5 3386,3 2-3414,9 1 34,5-1-1,2-6 35,21-2 32,-3-11-38,2 2 145,2-20-78,-24 10 84,4-19 5,-11 7 113,-10-14-203,1 13 80,-11-3-74,0 18-67,0 3 45,-14 13-45,-3 37-44,5-9-12,2 25-11,21-10-106,11 3-460,4-18 0,4 1-4322,6-2 1,2-2 2905,17 12 0,-8-16 0,-20-18 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30T13:51:08.42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1788 2258 17597,'0'-56'1147,"1"0"0,-1 0 0,0 9 0,-1 2 0,-4 4-649,-6-4 1,-4 6 33,-11-4-100,-29 29-917,22 24 808,-3 17 1,2 6-1638,14-8 1,2 2 1520,-9 9 1,1 4-632,-2 5 1,4 6 420,10-6 0,3 6 0,2 3 1,2-5 0,1 0 0,2-3 0,3 3-2,-3 14 1,2 2 0,16-12-201,24-20 0,13-11 1,-4-5-57,-10-3 0,2-6 119,15 0 0,9-2 1,-6-7-37,-7-8 0,-3-7 90,-2-3 1,1-3-1,-3-3 137,8-8 1,-5-6-8,-14 9 0,-1-4 0,-5 0 18,-1-12 1,-7-4-109,-9 9 0,-3-3 0,-4 2 92,-3-14 0,-5 1-29,-1 2 1,-5 1 14,-8 8 0,-6 4-14,0 12 1,-4 5-376,-9-4 1,-5 5 345,-15 8 1,-2 8-494,9 7 0,1 5 498,2 1 0,4 4 499,-8 18-773,31 6 1,6 5-501,6-7 1,3 3 613,-4 10 1,5 3 180,12 4 0,4-6 1,-2-11-1,9 17 1</inkml:trace>
  <inkml:trace contextRef="#ctx0" brushRef="#br0" timeOffset="366">2628 2057 23226,'28'-54'897,"1"-1"1,-4 11-1,-7 9-263,-16 18-682,-13 25 19,-22 24 25,8-2 1,-1 4-588,-4 5 1,0 3 580,-1 6 0,3 5-14,12-9 0,4 3 0,1-3-22,0-3 0,4 0-186,3 21 1,17-3-1192,26-24 0,12-8-712,-4-2 1,4-4 487,-10-6 1,3-2 0,-2-3 1646,14-5 0,-8-4 0,-7-1 0,-2 0 0</inkml:trace>
  <inkml:trace contextRef="#ctx0" brushRef="#br0" timeOffset="766">3429 2228 21024,'-33'-48'1658,"0"1"0,8 4 0,2 12-1506,-1 28-119,16 15 6,-2 13-4234,6 33 4212,2-11-12,2 15 872,0-6-869,0-22 0,0 1 6,0 2 0,0-1-8,0 16 408,4-22-285,-1-32 78,10-11-44,5-24-49,-1-9 1,1-3 1432,-5 16 0,-1 1-1505,7-22 0,0 2 115,10 3-135,-4 10-5,13 2-23,-16 27 46,39 3-3311,-5 23 3262,-24-9 1,-1 2 130,18 20-206,-23-2 0,-3 4-274,5 15-1195,-7-8 1,-3 2-2904,-13-6 0,-4-2 4456,-5 14 0,1-10 0,-1-24 0</inkml:trace>
  <inkml:trace contextRef="#ctx0" brushRef="#br0" timeOffset="2150">4485 1977 19255,'-9'-58'1841,"0"0"0,1 7 0,3 7-1040,4 16-5954,2 12 5371,3 11-940,10 15 757,14 20 201,-5-5 0,2 5-200,5 9 0,-1 6-83,-4 7 1,-3 8 0,-3-2-89,-5-11 1,-3-1 0,-6 5-1627,-5-2 1,-4 5 0,-3 2-1,-1-3 1,-1-6 1772,-4 1 1,-2-6 0,-1 0 0,-4 5 0,-2 0-1,2-9 1,-3-4 0</inkml:trace>
  <inkml:trace contextRef="#ctx0" brushRef="#br0" timeOffset="4866">3509 2397 10857,'0'-50'1853,"1"-1"1,-1 1 0,0 0 0,-1 1 0,-2 9-700,-8 0 1146,-7-6-2080,7 23 206,-1 8-379,10 15 289,0 10-169,1 13 457,1 20-558,0 20-52,1-25 0,-1 3-32,1 4 0,-1 3 2,0 10 1,0 0-186,0-18 0,0 0 123,0 8 1,-1-3-23,0-6 261,1-5 25,0-19 155,0-17-184,0-38-101,0-7-28,0 7 0,0-2 5,0 2 1,0-1-3,0-14 0,0 1-181,1 16 1,-1 1 171,1-12 1,1 3 55,0 1 128,1-2-94,-2 23 371,-1 10-413,1 16-41,3 10 58,3 13-40,0 5-11,0 25 1,-1 5-257,-2-4 207,-1-13 1,-1 5 0,0-4 2,-2-6 1,0-4 7,1-1 0,0-1 74,2 21-21,1-34-36,1-11-55,0-17-18,4-12 0,4-35 14,-7 25 0,-1-1 15,1-1 0,-1-2-5,-3-5 1,0 0-6,-1 5 1,0 0 44,0-7 0,1-1 8,-1 7 0,0 1 140,2-18-67,-2 26 10,-1 23 23,0 38-18,0 17-50,-1-14 1,0 4-1623,-1 14 1,-1 0 1621,1-16 1,0 1-55,0 19 0,-1-2 13,2-23 0,1-3-20,0 5 1,2-2 38,5 16-93,0-28-9,4-23-25,2-55-8,-5 14 55,-2 7 1,-1-2-21,-3-26-144,-1 25 0,0-1 173,-3-13 0,0-1 52,0-2 1,-1 1 36,-1 2 1,-1 2 7,1 7 1,-1 2 48,-3-16-26,1 26-38,1 21-36,0 24 3483,-1 20-2987,-1 25-443,4-17 1,1 6 0,-1-2-48,0 13 1,0 0-6,1-5 1,-1 3 0,1-4 495,1 3 1,1-4-500,1 4 1,2-3 88,1 9-389,3-10-98,-3-40 236,-2-13 334,0-13-155,0-16-108,0-21 50,-2-6 0,-1-2-6,1 21 1,-1-1 47,-1-11 0,0-6 0,-1 5 6,-1 4 1,0 3 14,-2-3 0,0 3-211,-1-10 133,0 42 59,3 41 129,1 10-15,-2 17-121,3 0 8,-1 0 0,0 4-520,1-18 1,1 0 525,-2 19 0,1-4 53,1 0 25,2-20-117,2-12-69,1-3-8,1-13 6,-1-19 1026,1-13-972,0-15 1,0-6-7,-2 4 1,0-1-503,1-9 0,0-2 519,-4-13 1,-1 4-1498,2 27 0,-1 1 1531,-1-17 1,0 0 9,0-9-1,-2 13-56,-3-1 58,3 25 13,-1 16 69,-1 65 121,3-2 149,0-4 1,1 7-316,-1-9 0,1 3 0,-1-3-26,2 8 1,0 0-33,1-3 1,0 3-1,2-8-4,0-16 0,1-5-8,7 23-19,-4-47-166,0-40 8,-3 9 94,1-18 0,-2-8-1036,-1 1 0,-1 0 1136,0 1 0,0 0 8,-1-12 1,-1 1-75,-2 16 1,0 4 57,-3-22 2145,-5 14-2040,4 55 368,-5 24-148,3 5-269,2 4 1,1 6-49,0 1 0,1 1 6,0-2 0,0 3-13,2-5 1,1 4 0,1-8 426,8 15-464,-5-19 1,2-6-2708,7-16 2451,-4-22 259,5-20 0,-1-5 55,2-7 5,-4 2 1,2-9 0,-4 0 678,-4-2 1,-3-1-1,1 2-695,1-13 0,-1-2-205,-4 15 1,-1-5 0,-1 2 0,1 11 258,-4-9 22,0 3 0,0 12 26,5 32-1335,0 8 1373,2 22 0,4 10-190,1 4 0,1 3 105,0 16 0,0 2-40,0-12 1,2-1-250,-2 4 0,3 1-3043,1-11 0,1 2 0,0-3 1724,-1 2 1,0-2-1,4 12 1,-1-12-1,-7-32 1</inkml:trace>
  <inkml:trace contextRef="#ctx0" brushRef="#br0" timeOffset="6364">6713 2206 22614,'3'-50'1399,"0"1"0,-1 0 1,5-11-1,-7 11-991,-22 9-1039,-6 35 1335,-7 10 150,-14 34-986,13 11 272,14-14 1,3 2 56,5 8 1,3 2-142,2-6 1,6 1-344,11 13 1,6-4 375,11 5-562,17-24 1,8-7 13,-13-17 1,1-4 339,7 4 1,2-5-148,9-11 1,-2-7 191,-12-4 0,-2-2-276,3 0 0,-3-1 503,-3-5 0,-6-3 724,-1-20-580,-4-1-35,-16 15 1,-3 2-2651,-3 4 2230,-6-2-129,-7 30 39,-15 16 598,-8 14-528,-1 23 170,12-9-26,14 10-7,12-30-89,12 12 36,0-19-450,18-4 1,2-3 306,-5-7 151,7-2 0,-3-4-60,-15-9-2189,10-11 2326,-12-4 85,-1-9 112,-13 2 1,-5-2-99,-6-14 1063,1 19 0,-3 1-1025,-23-17-95,7 28 13,-9-7-21,10 22 3381,-17 24-3397,8 10-84,-7 16-212,23 7-762,26-15 1,11 0-322,15-7 1,8-5 1245,10 3 0,3-6-175,-5-11 1,0-9 339,-1-10 0,-5-5 11,-3-7 266,-4-5 0,-2-2 353,3-13 36,-11 7 1,-4-1-3223,-6-1 2950,-8 2 3,-17 26-261,-4 9 841,-7 10-397,2 3-374,-2 24 0,2 6-171,5-9-44,-3 6 0,4-1-70,10-4 3238,2-19-3074,3 5-603,-1-23 35,8-17 81,-6 5 352,10-21 40,3-3 104,8-9-113,3 5-11,-5 13-5,-8 15 27,3 8-21,4 6-1,9 10-11,-10 9 0,-1 3 0,6 7-6,-7 3 1,-2 1 5,-7-9 5,5 12-10,-7-22 10,-2-3-10,2-2 77,30-10-49,-20-4 16,12-10 0,0-5 17,-9-5-110,0-3 1,0-2 176,3-17-11,-12 17 0,0-2 118,6-26-118,-9 14 72,-5 0-143,-6 17-41,0-4 0,-1 16 225,-1 3-225,0 16 0,2 5 0,8 19 9,3 2-8,10 13 7,-4-14 8,6 13-169,-11-7-60,-1 0-1248,-29 14-2331,-23-19 3790,13-12 0,-2-1 0,-11-2 0,14-8 0</inkml:trace>
  <inkml:trace contextRef="#ctx0" brushRef="#br0" timeOffset="8432">8795 1908 29630,'6'-57'327,"1"-1"0,-1 0 1,0 0-1,0-14 0,0 2 1,3 28-1272,2 35 2377,9 57-1930,-7 8 1,-1 6-302,1-9 0,-2 5 688,-4-2 1,-2 8 0,0 1 0,-2-6-594,0-8 1,-2-3 0,-1 2 430,1 0 0,0 2 0,0 1 0,-1-2-96,-1 6 1,-1-2-1,0-1-1628,1 1 1,0 0 0,0-4-434,-2 4 0,-1-5 247,2 6 0,-2-24 1470,-2-44 481,-1-37 947,5-3 0,1-4-197,1 6 0,1-3 350,0-7 0,1-6 0,-1 8-622,1 14 0,0 1 1103,0-21 0,-6 5-5,-14 10 1029,0 1-2221,-7 22 3192,14 19-2970,8 5 103,27 7-45,0-3-184,6 1 1,6-2-20,8-2 1,1-2-246,1-1 1,1-2 255,6-1 1,-1-2-31,-17-1 1,-3-2 33,9-5 178,-9-8-160,-22 11-186,-1-5-24,-13 4 119,-7 2-374,-7 0 200,-20 5-93,6 8 325,-5 4 113,2 21 143,13 10-211,-1-1 359,13 11-341,35-6-463,-9-12-170,22 2-183,-15-25 381,27-11 226,-16-8 402,13-6 145,-22-13-3,-11 3 245,0-9-47,-6-4-826,-7 12 0,-1 4-99,-4 12-726,1 9-97,-2 1 377,1 7 888,-2 8-277,-3 22-78,4 5-213,4-4 1,2 0-736,12 23 261,-2-25 1,3 0-886,19 14 816,-4-15-492,-1-12 561,23-24 847,-21-5 335,6-11 1,-1-6 662,-2-19-469,-7 6 1,-1-2-214,-11 12 1,-1 1 257,12-29-87,-15 29-652,-5 15-286,-4 22-263,-1 4 141,1 35 254,4 15-22,-2-9-1612,2-19 0,0-4 1592,0-10 37,6 3-24,-4-17 431,26-21 26,-16 0-17,28-28 40,-19 9-55,1-1 80,3-1 19,-2 10-76,-6 7-186,5 5-216,-10 15 10,1 3 21,15 19-31,-14-7-11,25 28-4,-6-13-26,8 4 3523,-5-15-3402,-8-12-3306,21-18 3466,-6-8 46,9-6-134,-10-18 107,-29 13 1,-2-4-57,1-3 0,-2-4-247,0-12 1,-4-1 178,-5 14 0,-1-1-5,-1-11 1,-1-1 66,-2 7 1,-1 1-1035,-2 2 0,0 1 1048,-1 5 0,-1 5-89,-4 5 2010,0 15-1983,3 11 411,-3 13-258,-3 33-70,3-4-39,2 12 1,3 5 1108,3-16 1,2 0-1154,0-2 1,2 3 0,1-1-69,6 14 1,2-4-33,-2-11 1,4 0-1431,8 4 1,4 4 0,-2-7 1138,-7-13 0,1-2-295,6 8 1,3 3-1,-4-10-2829,0-9 3504,4-12 1,-20-8-1,-2-9 1</inkml:trace>
  <inkml:trace contextRef="#ctx0" brushRef="#br0" timeOffset="8582">10631 2072 17848,'-8'-3'6335,"2"0"-5534,6 3-201,0 0-437,80-56-116,-45 44 1,4 1-700,7-11 1,6-4 0,-3 5-203,10 7 1,-1 4 878,1-4 0,-5 1 1,5-2-1,-12 1 1</inkml:trace>
  <inkml:trace contextRef="#ctx0" brushRef="#br0" timeOffset="9306">5325 2420 19591,'-56'-15'1222,"0"0"1,2 2 0,10 3-847,22 9-253,5 0-67,10 1 162,25 6-145,1-3-300,39 5 266,-26-6 1,3-1 12,7-3 0,5-1 1,-2-1 3,3-1 0,-2-2-1622,13-3 1,-7-4 1744,-12-12-11,-21-4-50,-21-4 168,-34-11-17,-2 16-124,10 11 1,1 4-12,-3 5-16,7 4 56,10 4 121,6 1-289,1 0 50,21 20-56,-1-5-136,8 7 0,3 3 141,-1-3 1,3 2 2,7 7 1,2 3-334,-1 2 1,-3 2 296,-4 1 0,-6 2-182,-9 3 0,-7-1-255,-4-8 0,-7-1-3822,-12 11 0,-5-2 4287,3-13 0,0-4 0,-15 22 0,14-24 0</inkml:trace>
  <inkml:trace contextRef="#ctx0" brushRef="#br0" timeOffset="10139">1598 4184 10981,'2'-9'3333,"-1"-26"0,-6-6-740,-19 1-2439,17 0 0,-2 2 808,-22 15-788,17 20 357,-11 20 1,-1 7-409,-1 2-31,-7 14 1,3 3 252,9 2-320,5-4 1,2 5-4,7 3 1,2 0-21,1-7 1,2-1 0,2 4 0,6 0 5,13-7 1,3-4-9,10 9 0,16-4 0,8-6-383,-14-21 0,3-6 387,-3-1 0,4-3 0,0-5 46,0-11 0,0-6 1,-4-1-15,4-2 0,-4-5 42,-7-2 1,-1-5 0,-8 1 58,-8-3 0,-7-2-64,1-10 1,-8-3 10,-17-9 0,-12 2-49,3 21 1,-5 3-1,-1 1-1422,-10-12 1,-3 6 1397,-3 8 0,1 8 17,-8 8 176,8 11 0,-3 5-176,3 11 0,0 4 164,-1-4 0,3 4-184,2 14 0,7 7-19,15-6 0,5 2-1117,-3 22 1,5 2 1045,5-16 1,3 0-48,4 7 0,7 1-573,17 0 0,8-3 702,3-6 0,2-2 0,-7 2 0,-1-4 0,22 2 0</inkml:trace>
  <inkml:trace contextRef="#ctx0" brushRef="#br0" timeOffset="10415">2636 3842 25450,'-57'-4'222,"1"1"0,4 13 0,11 11-208,22 13 0,9 7-6,0 1 1,5 4-26,8-4 0,5 3 0,0-5-867,-1-5 0,1 0 846,1 6 1,2 3 0,3-6-182,6-6 1,3-6-214,2 1 1,4-3-379,8 4 1,5-3-888,3-6 0,3-5-2398,4-5 1,1-6 3447,-4-4 0,-4-2 1,15-3-1,-28-3 1</inkml:trace>
  <inkml:trace contextRef="#ctx0" brushRef="#br0" timeOffset="10789">3243 4261 16129,'1'-58'2505,"1"1"1,-5-2 0,-1 6-1946,-4 5 330,-10-3-206,7 30-247,0 3-325,4 10-51,4 8-21,2 13-24,4 15 6,3 13 1,1 3-17,3 14-450,0-5 1,1 1 437,2 2 6,-5-19 0,0-1 12,3 11 55,-2-12 11,-6-25 180,-1-14-174,0-11 22,2-15 9,2-1 0,1-2-59,2-10 17,6-17 33,1 23-22,3 3 848,10-6-910,21 8-33,-8 17 11,16 13-6,-24 12-11,-1 10-67,-3 9-117,2 5-393,7 11-963,-4-1-8274,4-1 7825,-17-19 0,-1-6 1,-17-16-1</inkml:trace>
  <inkml:trace contextRef="#ctx0" brushRef="#br0" timeOffset="10999">4063 3775 24676,'-13'-47'874,"1"0"0,2 9 0,2 7-617,5 10-162,4 18-67,7 10-6,12 15 1,3 5-34,-2-1 0,0 5-512,5 14 0,3 9 0,-5-1 139,-5 6 1,-4 3-577,-4-4 0,-1 4 1,-7-3-2318,-7-10 0,-4-2 0,-2-3 2125,-1 9 0,-1-5 0,-1-11 0,1-7 1,4-12-1</inkml:trace>
  <inkml:trace contextRef="#ctx0" brushRef="#br0" timeOffset="11799">5318 3992 22767,'-42'0'403,"0"0"0,-1-1 0,18 2-324,27-1 72,14 5-34,26 2-89,11-3 0,5-1-36,-13 0 0,1-1-1088,8-2 1,4-1 0,-5-1 1092,-12 1 0,-1-2 8,7-2 1,3-1 0,-6 0 959,15-5-912,-15 2 0,-5-5 171,-18-9 370,-7 2-364,-33-20 190,-19 5-92,10 12 0,-2 0-1530,3 4 0,0 2 1515,-18-9 1114,19 12-1287,10 7-111,8 4-29,11 4 17,5 4-6,38 19-17,10 4 1577,-12-5 1,5 2-1575,7 8 1,-3 0-351,-16-8 0,-2 0 305,4 4 1,-9 5-3109,-25 8 0,-10 1 3156,-4-10 0,-3-1 0,3 6 0,-2-3 0,-13-4 0</inkml:trace>
  <inkml:trace contextRef="#ctx0" brushRef="#br0" timeOffset="13965">7575 3640 21450,'0'-50'1305,"0"1"0,0 8 0,0 7-884,-2 14-287,-1 17-106,-6 13 56,-8 20-1730,0 9 1,-1 4 1659,4-10 0,0 1 1,0 4 0,-2 5 0,2-2-270,0 5 1,1 1 251,-1 11 0,1 2-6,3-2 1,5-2 5,6-6 1,7-1 7,12-5 1,9-5 22,8-12 0,7-7-37,2-6 1,2-7 22,1-12 0,-2-8 14,-9-5 0,-3-5-6,-2-3 1,-3-2-54,-6 5 1,-3 0 83,1-5 1,-3-1 237,6-25-73,-15 24 1,0 0-107,1-12 0,-9 13 117,-5 24 2898,0 5-3127,-2 4 11,-1 12-22,0 15 737,3 14-962,15 11-296,11-6-1459,6-23 0,4-3 1991,16 0 0,-2-2 0,-26-19 0</inkml:trace>
  <inkml:trace contextRef="#ctx0" brushRef="#br0" timeOffset="14132">8176 3737 18716,'-5'-7'5221,"2"2"-4997,3 5-95,0 0-325,-56-43-398,44 43-6480,-31-17 7074,56 44 0,2-2 0,-7-13 0</inkml:trace>
  <inkml:trace contextRef="#ctx0" brushRef="#br0" timeOffset="15490">8497 3867 23315,'0'-6'3126,"0"1"-2768,0 5-246,-28 44-112,16-4 8,-4-9 1,0 3 13,11 4 1,2-3-23,1 1 0,-1 17 0,4-29 56,3-11 101,9-11-118,0-11 28,19-24 0,4-8-56,3-2 62,-7 7 0,2-2 25,-5 6 0,0 1-65,-1-1 1,0 3-17,15-15-6,-29 35-5,-3 10-6,8 18-6,-4-3-61,15 20-84,-4-6-269,8 9-2321,-6-14 0,0-2 2069,7 3 118,15 2-163,-15-25 230,5-4 196,11-8 414,-1-8 1154,0-17-275,-19 7-66,-4-5-158,-19 14 3415,-7 8-4036,-4 5-84,-5 5-51,2 6-11,2 2 51,5 5-34,9-4 22,20 0-38,-6-6 83,37-14-11,-31-2-28,12-6 168,-22-19-179,-13 18 55,1-24-16,-11 19 28,-5-10-67,-3 12-22,-2 4 10,-4 11-33,-2 9 11,-11 9-5,5 9 0,0 6-1,-10 22-16,13-9 0,4 1-23,6 10-8,14-10 0,7 0-59,18 9-157,5-23 1,8 0 0,-3-5 145,-4-4 0,0-3-133,24 0 0,-1-6 83,-13-12-74,17-10 169,-23 2 0,1-3 70,0 0 0,-1-2-208,3-3 0,-2-2 238,-11 3 1,-4-1 17,0-4 0,-3-3 151,4-24-124,-8 9 405,-28 4-411,-11 30-32,-9-3 21,-18 20-38,5 7-7,-10 12-10,9 7-12,13 4 23,13 2 6,12 0 386,33 7-420,6-17 34,14-1-18,6-21 46,2-14 5,0-6-39,-8-5 5,-20-3-3246,-7-18 3263,-10 16 79,2-26-57,-11 30 12,-1-5 213,-5-5-157,1 12-85,-2-6 3389,3 17-3433,1 8 0,-2 2 0,0 8 0,0 1 0,-2 35 0,5-11 0,3-6 0,4-1 0,22 13 0,19-10 0,7-11 0,4-15 0,-10-16 0,3-15 0,-7-14 0,-10 5 0,-11-2 0,-15 15-3392,4-14 3392,-5 12 0,4-10 0,7-2 0,3 9 0,29-15 0,-15 23 0,24 3 0,-8 23 0,-19 4 0,-2 4 1515,-1 4 1,-4 3-1516,-2 7 0,-6 4-1637,-6-2 1,-4 0 1624,2 22-1789,-7-12 1,1 2 1753,4-9 1,0-2 0,-4-2 0,1-2-1,8 11 1</inkml:trace>
  <inkml:trace contextRef="#ctx0" brushRef="#br0" timeOffset="16666">1682 6282 18964,'-6'-60'1848,"-1"0"0,-3 4 0,-4 9-1506,-9 18-124,-14 18-22,0 37-534,14-2 1,0 5 387,-2 7 1,0 6-20,4-1 1,1 4 0,2-3-26,-2 4 0,2 3-16,7-3 0,0 7 0,3 0 0,5-7 2,8 5 0,5-3 2,-6-2 0,1 3 1,7-8-1502,21-3 1,6-10 1490,14-2 19,-7-19 1,9-4 0,-6-2-205,-12-4 1,-1-2 207,6-2 1,4-2 0,-6-3 11,-2-11 1,-5-2-1004,-7 7 1,-1-5 1027,8-15 1,3-8 0,-7 4-20,-8 10 0,-4-2-91,4-12 1,-1-7 0,-6 4 118,-10 0 0,-6 1-5,-3-14 0,-5-2 22,-5 4 0,-5 3 14,-5 5 0,-10 8 16,-5 20 1,-7 5 0,2 5-70,3 0 0,-2 7-5,-5 8 0,-5 6 0,8 4 825,16 1 1,3 4-852,-16 12 0,3 6-772,10 9 1,5 2 762,3-9 1,3 2-23,1 20 1,9 2 420,13-18 1,6 1-994,4 12 1,6 0-834,9 0 0,8-4-1227,-8-20 1,5-2-1,0-4 2663,15 6 0,0-7 0,-14-9 0,-3-4 0,10-5 0</inkml:trace>
  <inkml:trace contextRef="#ctx0" brushRef="#br0" timeOffset="16883">2721 6214 16510,'5'-53'1826,"1"-1"0,0 0 0,-6 9 0,-3 0 0,-1 7-1563,-9-14 129,-26 33-4369,9 39 4095,1 5-12,9 4 1,3 6-722,3 2 0,1 4 661,2 5 1,1 4 0,1 1-214,2-6 1,2 1 0,1-1 160,-1 0 1,2 0 0,4 1-505,6 6 1,5 1 0,4-4 195,8 1 1,10-3-375,-2-11 1,7 1-1,1-2 1,-1-5-828,15 4 0,3-7 1515,-3-9 0,5-4 0,-11-4 0,3-5 0,-3-3 0</inkml:trace>
  <inkml:trace contextRef="#ctx0" brushRef="#br0" timeOffset="17507">3449 6667 8972,'0'-7'4915,"-4"-26"0,-3-8-924,-12-8-3596,8 1 0,-1 1 437,-10 4-530,9 18 665,3 7-816,5 8 728,1 2-862,6 12-3234,10 16 3222,-2 0 1,7 11 2,-2 1 1,0 2-4,2 2-2,1 2 0,0-1 25,-2-7-6,0-1 141,-5-13-7,-5-15-100,-3-6 51,-1-16 27,-1-15-83,1 3 54,-4-22-32,1 12-28,-1 0 44,11-19-61,8 20-17,-2 13 1,4 1-1,25-11-1139,-12 23 1,0 3 1133,13-3-12,16 16-112,-34 10 104,0 8 0,-1 6 2,4 17-22,-9-9 1,-3 2-56,-1 13-777,-12-4 1,-2-1-278,0-4-1739,-2-1 1,2-3 2514,1-14 1,-1-4-1,0-10 1</inkml:trace>
  <inkml:trace contextRef="#ctx0" brushRef="#br0" timeOffset="17889">3997 5967 18660,'-2'-5'4006,"-1"1"-3071,3 4-17,-6-81-542,14 45-315,-10-10 1,5 1 117,24 18-84,1 12 51,28 6-95,-14 17-23,8 17 5,-27 12 20,-16-5 1,-4 1 13,-6 17-5,-7 7 33,-23-9-34,6-18 141,-17 16-68,16-20-3509,8-7 3392,12-10 0,7-8-28,8 0-12,2-1-111,22-1-886,15-6-624,-11 2 0,2-1-3272,5-2 1,0 0 3801,-9 1 0,-2 1 0,11-3 0,-30 7 1</inkml:trace>
  <inkml:trace contextRef="#ctx0" brushRef="#br0" timeOffset="18107">4833 5661 28149,'-56'-8'84,"20"23"-79,45 22 1,14 11-1,-4 0 1,2 4 0,-2-3-1002,-2-7 0,-1 2 957,3 10 0,2 7 0,-5-3-208,-6 4 1,-4-3-62,1-1 0,-7 4-2370,-10-4 1,-8 4 0,-2-6 2164,-1-6 1,-3-3 0,-3 11 0,1-7 0,0-13-1</inkml:trace>
  <inkml:trace contextRef="#ctx0" brushRef="#br0" timeOffset="19099">5908 6208 19669,'-55'9'1213,"1"0"1,2 0 0,7-1-1057,15-2-1,13 1 24,39-5-2225,12-2 0,4-1 2056,-7 1 1,3-2 3,18-3 0,9-1 0,-5 0 71,-12 0 0,0-1-88,12-3 0,6 0 0,-5-2 10,-5 0 1,-2-1 13,5-1 1,-3-3-950,-13 0 0,-7 0 988,2-5 35,-28-8-1,-23 8 2044,-13-8-1904,1 6 1,-1 0 168,-15-11 172,17 13 0,1 1-179,2-1 3264,10 8-3465,8 7-179,4 4 11,6 4-6,9 8-27,12 10 5,13 13-26,-13-9 1,-1 2 14,2 5 0,-2 1 11,-3-6 0,-2 4-973,4 30 0,-5 2-131,-5-1-2051,-9-17 0,-3 5 0,-2-8-6316,-10 8 8698,-9 10 0,13-40 1,2-7-1</inkml:trace>
  <inkml:trace contextRef="#ctx0" brushRef="#br0" timeOffset="20949">8234 6170 17484,'7'-56'2210,"-1"0"1,0 2 0,-3 7-1841,-3 7 335,-24 6-621,-6 37-11,-30 16-31,13 15 1,1 8-642,11-12 1,0 4 622,-2 5 0,-2 5 0,3-1 1,-1 6 1,4 1-21,8-9 1,0 2 0,3 0-15,-4 16 1,9-2-1,12-6 1,10-3-20,10-7 1,12-6 35,28-6 1,7-8-417,-16-6 1,1-5 407,15-3 0,1-8 26,-20-6 0,-1-4 0,1-3 30,3-8 0,1-4 0,-1-2-6,3-5 1,-1-3 0,-4 0-33,-7 4 1,-2 0 0,-8-3 51,-4-19 0,-11-1-20,-13 14 0,-8-3-2,-8-8 1,-6-4 0,1 4-30,0 2 1,-4 2 26,-1 11 0,-6-3 1,-1 2-1,1 9 21,-3 8 0,-2 5-25,-14-7 0,-2 6-14,15 14 0,0 6-22,-1 8 0,3 6-29,6 9 1,4 3-1,3-5 1,6 4-26,5 21 1,11 4-74,12-7 1,6 1-1018,3 8 1,4-1 1019,0-7 1,5-5-211,6-4 0,1-6-429,6 4-33,1-5 1,2-3-59,-13-13 0,0-2 271,4 3 0,-1-4 202,7-11 381,-26-8 458,-24-22-100,-2 11 740,-19-23 168,8 6-214,-3-9-224,9 1 2996,6 8-3370,6 12-337,3 12-22,1 11 615,12 35-638,-2 5-61,1-4 0,0 2-152,-2-3 0,1-1 140,1 3 1,2-1-14,1 0 0,3-1 5,8 4 0,1-1-19,13 10-60,-8-18 1,2-4-692,20-5-163,-17-10 1,2-4-765,4-5 1,1-4-878,2-4 0,0-5 594,-1-4 1,-2-4 1517,-4-4 0,-4-2 563,-9 4 0,-4-2 1473,1-16 0,-6-4 364,-9 12 1,-2-3-99,0-6 0,0-5 0,-2 3-1145,-3 0 0,0 2-418,0-4 0,-1 2 202,-1 2 303,-1 13-504,1 11 128,-1 0-375,2 18 0,0 17-2963,0 38 2935,0-8-1106,0 1 0,0-1 1112,-1-6-58,3-5 1,3 0 51,9-2-1435,19 3 1463,-6-20 1536,19-13-1480,-10-21-23,11-11 18,1-11 7,-22 10 1,-1 0-31,6-9-668,-13 7 0,-3 1 668,-6 7 1562,-1-14-1562,-10 22-56,-2 0-28,0 7 2022,-6 5-2526,7 9 2799,-2 5-9936,33 17 6821,-7-10 0,11 1 0,-18-16 0</inkml:trace>
  <inkml:trace contextRef="#ctx0" brushRef="#br0" timeOffset="21732">10044 6241 24122,'-8'-48'606,"0"1"1,5 6 0,-5 10-399,-29 20-80,4 20-66,-12 12-34,12 7 0,1 6-25,11-8 0,1 1 2,-3 10 1,5 1 16,12 9-4268,11-15 4258,7-7 881,13-9-826,7-8 22,10-6 23,1-15 132,-17-5 0,-1-3 80,8-17-32,0-15-186,-22 23-5,-6 2 89,-4 4 3353,-1 1-3380,-3-3-158,2 12-27,-4 10 33,1 19-39,0 13-89,0 14-348,16 17 118,-2-17-2427,10-9 0,4-2 1754,2-7-294,3-3 1,3-2-1538,22-6 2022,-3-10 0,3-4 938,-14-3 0,0-2 101,11-6 0,-3-3 524,-18 0 0,-4-1 991,19-20-235,-11-3 442,-11-20-1293,-19 15-163,-15-6-101,-22 31-123,-16 15-140,13 13 0,-1 4-67,-16 7-216,22-4 1,3 2 187,-10 22 299,23 5-322,11-2 6,23-10 28,19-27 0,8-12 1448,8-16 1,1-7-1455,-2 7 0,-3-3-5,2-9 0,-10-6 22,-23 6 0,-8-1 20,-4 2 0,-3-5 71,-3-7 1,-1-7 0,-2 3 3,-3-6 1,-1 1 219,-1-9 0,-2 3-164,-1 20 1,0 6-96,2 6 1,-5-8-96,10 31 0,0 17 0,6 23 0,1-2 0,1 4-1549,3 10 1,1 1 1548,-1-6 0,1 2-118,1 2 0,0 5 0,-1-3-1062,-1 5 1,0-1 660,-1-11 0,-1 2 0,-1-1 135,-3 20 0,-2-9 1,-1-13-1,-4 13 0</inkml:trace>
  <inkml:trace contextRef="#ctx0" brushRef="#br0" timeOffset="22339">11124 6188 11054,'-6'-54'2074,"-1"1"1,2 8-1,1 9 724,3 18-2568,2 13 1205,6 2-1390,11 6-1532,35 19 1499,-9-1-159,6 9 0,1 3 158,-4 2-78,-1 7 0,-5 4 62,-13 8 2,-11-23 0,-5 0 9,-15 15 5,-5-26 17,-19 2 140,-18-29-101,14 1 2215,-9-24-2220,34 10 559,17-36-570,13 22-43,4 2 0,6 2-238,-4 13 0,3 3 193,10-2 1,1 4-99,-2 5 1,-1 3 2,-8 0 1,1 2-780,18 2 1,0 1-258,-17 0 0,0 1-3500,21 1 0,0 0 4668,6 2 0,-14 0 0,-32-4 0</inkml:trace>
  <inkml:trace contextRef="#ctx0" brushRef="#br0" timeOffset="22674">12257 6109 13575,'1'-3'9371,"1"0"-6083,-2 3-2986,-71-41-95,19 46-129,-12-11 1,1 6-297,33 14 0,3 6 229,-8 7 0,6 0 102,13-1-102,6 23-3266,21-21 3266,17 9 22,30-18 45,-1-13 23,-17-10 0,0-6 72,-9-5 1,-2-3-29,-3-3 1,-2-3-832,-6-4 0,-4 0 804,-2-13-17,-6 2 163,-6 2 2211,-3 16-2475,0-4 8,-2 21-8,-3 13 0,1 3 2760,-7 32-2760,9-1-396,4-10 1,4 0-5658,19 27 1175,3-15 4878,12-3 0,-22-27 0,1-2 0</inkml:trace>
  <inkml:trace contextRef="#ctx0" brushRef="#br0" timeOffset="23892">12681 6407 23383,'14'-50'795,"0"1"0,-3 0 1,-3-1-463,-9-9 0,-4 2-1135,3 19 1,-1-1 887,1-13 0,0-6 0,1 6 3,2 8 1,1 2 24,0-18 1,0 2 259,1 20 1,0 4-303,2-9 270,-3 20-342,-1 39 12,-1 4-18,-1 11 0,2 8 9,0 19 0,0 3-261,1-11 1,-1 2 249,1 2 1,1 5-1,1-4-14,0 3 0,1 1-127,1-13 1,0 5-1,1 0 1,1-4-11,0 1 1,1-2-1,0-1 34,1 4 0,0 0 0,1-6-147,2-7 1,0-6-1248,13 14-2340,5-31 1938,-8-16 952,-4-36 846,-19-3 372,-9 3 0,-3-2-54,-1 12 1,-2-1 487,-7-13 1,-4 1 52,1 10 1,-2 2 137,-5-2 0,-1 3-440,5 6 0,2 2 1269,-22-16-869,12 5-677,23 18 28,-3-9-129,18 14-61,24-2-23,11 7 25,-6 2 0,2 0-41,10 2 1,0 0 45,-5 0 1,-1 0-3,0 0 0,-1-1 6,9-1 5,-9-7 17,-7-4 73,2-8 111,-12-4 572,-9-11-369,-5 8-219,-4 1 263,-1 9-291,-2 11 624,0-2-803,0 12-3365,0 21 3371,1-2 10,1 18-5,2-10-8,1-1 0,3 5-314,8 15 0,0 1 28,-4-12 0,1 1-160,18 21 0,-2-10 1,-13-28-1,17 12 0</inkml:trace>
  <inkml:trace contextRef="#ctx0" brushRef="#br0" timeOffset="24075">13524 5695 21629,'-4'-3'2935,"0"1"-1921,4 2-1187,-37 1-578,38 18-1871,-18 9 2622,34-1 0,8 1 0,0 2 0,3 0 0</inkml:trace>
  <inkml:trace contextRef="#ctx0" brushRef="#br0" timeOffset="24290">14134 5973 22453,'0'-4'3618,"0"1"-3388,0 3 397,-108 2-1760,75 10 0,-2 1 1175,-9-6 1,-6-2 0,5 6 44,1 17 0,7 5 338,9-7 1,5 3-435,-1 8 1,10 2 354,23 19-660,15-28 0,9-5-1005,15-7 0,4-6-2200,-6-3 0,1-2 3519,7-2 0,-5-3 0,-9-1 0,-2-1 0</inkml:trace>
  <inkml:trace contextRef="#ctx0" brushRef="#br0" timeOffset="26140">1799 8622 19244,'0'-53'958,"-1"0"1,1 0 0,0 5 0,-2 2 0,-5 7-598,-9 8 0,-4 7-198,-6-5-5617,-22 21 5466,24 20 39,-1 18 1,-5 13 0,3 0-47,1 11 1,1 6-11,8-17 1,-1 6-1,-1 2 1,2 2-1,4-3-40,3 6 0,4 0 1,1-1-1,1-1 9,-3 9 1,2-2 0,8-1-77,6-11 0,5 2 0,4-4 0,5-9-511,22-3 0,6-8 620,-5 8 1,5-9 2,-4-25 0,6-11 0,-7-5-7,-3-8 1,-4-7 47,0 1 0,2-3 1,-4-2 17,-8 2 1,-3-3 0,-3-2 392,2-12 0,-4-3 0,-2 1-399,0-2 1,-5-4-228,-9 8 1,-3-8 0,-2 1 0,-1 7 215,-4-1 0,-4 0 7,1 5 0,-1-6 1,-2 0-1,0 8 889,-2-1 0,-4 3-770,-10-9 0,-8-4 0,0 9-98,2 12 0,-3 6-48,-1-2 1,-3 0-1,-1 10-19,-10 18 0,1 14-68,2 12 1,2 6-898,6-4 1,5 5 630,1 16 1,8 7-3712,16-1 1,5 0-628,-1-12 0,3 0 4669,3 7 0,4-7 0,1-21 0,-1-9 0</inkml:trace>
  <inkml:trace contextRef="#ctx0" brushRef="#br0" timeOffset="26957">3147 8440 15628,'-6'-52'1237,"0"1"1,0-1 0,2 6 0,-1 1 0,-4 10-22,-18 6-251,5 20-859,-19 14-16,7 37-62,4 6-312,9-5 0,2 3 289,5-3 1,3 3-485,-2 13 0,3 4 421,8-12 0,3 1 1,4-2-83,5 13 0,7-3 16,-2-17 1,4 0 0,4-6-42,14-1 0,6-8 64,4-7 0,3-8 11,3-7 1,0-7-9,1-9 0,-3-4-30,-11 1 0,-2-4 131,11-20 0,-5-2 14,-4-6-760,-17 5 1,1-8 0,-6 7 860,-3-14 186,-4-6 0,-4-2 334,-12 8 445,0-1-876,-4 24-38,4 26 509,-2 2-650,1 10-33,-5 21 5,6-1 81,0 29-70,7-24 0,3 1 0,0 21 6,3-5 0,1-3-17,0-6-17,-2 0 0,0-4 17,-1-11 6,1 6 3313,-3-23-3196,1-6-2907,13-31 2851,-5 9-11,1-7 0,0-2-5,-2-2-77,0-3 0,-1-3 99,6-15-9,1 4 1,4-1-54,-7 22 0,3 2-1095,5-7 0,3 5 1129,15 7 2168,2 14-2202,6 25-22,-17-1-68,7 28-139,-22-5-409,0 10-863,-4-1-2481,0-7 4794,3-12 1,-7-14 0,1-9 0</inkml:trace>
  <inkml:trace contextRef="#ctx0" brushRef="#br0" timeOffset="27331">4187 7990 23803,'-8'-42'373,"0"1"0,4 0 1,7 9-324,10 22 12,18-2-57,-12 9 23,26 15-3386,-7 19 3386,-1 0-83,-19 0 0,-9 5 201,-20 21-90,3-22 0,-3-1 16,-7-2 1,-3-2 85,-18 13 55,5-10-28,8-11-73,11-10 3263,9-7-3157,24-11-269,10-3 1,6-2-269,0 1 0,3-1-2272,17-4 0,1-1 2591,-4 2 0,-4 2 0,8-2 0,-5 0 0</inkml:trace>
  <inkml:trace contextRef="#ctx0" brushRef="#br0" timeOffset="27774">5222 7982 19883,'-4'-63'1506,"0"1"1,-1 1 0,1 8-795,1 16 207,-1 0-645,2 19-80,-1 11-138,11 22-39,0 5-15,7 17 1,4 7-581,-3-4 0,1 3 568,0-1 1,2 4 0,-1-1 3,-1-1 1,0-1-1,-1 1-4,0 1 1,-1 1 0,-1 3-81,-3 10 1,-2 3-1,-2-3-25,-1 4 1,-4-1-247,-6-5 1,-3 3-1,-3-5-1420,-8-4 0,-5-2 1781,2-9 0,-2 2 0,1-6 0,3-2 0,0-5 0,-19 15 0</inkml:trace>
  <inkml:trace contextRef="#ctx0" brushRef="#br0" timeOffset="28408">4433 8310 12347,'-10'-1'7046,"2"0"-5439,8 1 712,0 0-2029,-23-53-195,22 36 185,-2-46-73,44 55-75,3 0-112,-10 11 0,-1 3 13,11 9-5,4 12-22,-23-6 27,-6 22-111,-37-1-101,-4 7-73,-2-26 0,-4-3-1474,-21 4 878,0-6 0,21-10 0,7-2 0</inkml:trace>
  <inkml:trace contextRef="#ctx0" brushRef="#br0" timeOffset="29410">6442 8618 18509,'-42'5'1832,"-1"0"0,-4-2-1742,82-11-57,-4 1 1,7-1-5,11-3 1,5-2 0,-3 0-2147,0 1 0,-1 0 2120,0 0 1,4-1 0,-5 0 10,-2-2 0,-1 0 215,11-7 0,-1-2-213,-14 5 1,-3-3 5,2-2 1,-15-2 61,-37-8-14,-15 13 0,-7 1 106,-9-1 1,-3 2-999,-2 1 1,0 1 1084,4 3 1,3 3 161,-8-1 1918,18 6-2343,18 5 469,12 6-396,45 33-51,4-2-11,-6-6 0,5 4-15,-13-11 1,1 0-1,-1 1-1184,10 8 1,-2 3 1016,4 6 1,-5 4-480,-17-6 1,-8 3 1073,-9 5 1,-5-1-1,-1 5 1,-10-4-1</inkml:trace>
  <inkml:trace contextRef="#ctx0" brushRef="#br0" timeOffset="30064">8734 8361 18767,'-6'-47'928,"1"-1"0,0 1 0,0-1 0,-3-11 0,-1 1 0,-6 21-710,-22 32-151,4 16 0,-2 10-45,5 8 1,1 8 0,2 5-430,6 3 0,1 6 0,2 1 0,1-3 407,-3 3 0,1-3 0,5 3 0,7 12 0,6 2 0,7-13 6,15-2-1289,25-10 1,7-6 1287,4-10-2,-14-14 1,6-1 0,-3-7-41,-1-8 0,0-10 84,-6-3 1,5-6 0,0-3 0,-4 3 13,12-11 1,-3-4-222,-6 2 0,0-5 0,-9 3 239,-15 9 0,-7 0 906,-9-24-946,-15 24 2943,-14 7-2970,-7 20 177,9 5-194,2 2 5,7 5 1110,9-4-1105,-3 6 6,5-4-22,-1 4-39,3-5-118,2 3-124,5-7-626,5 1-2197,7-4 3115,6-6 0,-10 4 0,-1-4 0</inkml:trace>
  <inkml:trace contextRef="#ctx0" brushRef="#br0" timeOffset="30866">9268 8477 12107,'0'-5'9332,"0"2"-8722,-3-28 1,-1-5-107,-1 12 109,-1-20 1,-2 1-10,1 23-105,-2-7-118,5 10-73,2 5-129,1 4-139,1 4 83,-9 30-140,2-5 58,-6 15 0,-5 12 0,2-3-30,1-7 1,1 2-3,-3 15 0,0 7 1,5-8 6,8-15 1,8-5 44,23 8 1,8-9-3420,16-20 3380,-9-10 1,4-9 72,10-20 0,-4-6-393,-23 15 1,1-2 386,12-12 1,5-5 0,-9 3-1,-2-8 26,-4-6 0,-5-1-42,-12 7-6,-5 0 0,-6-1 17,-15-1 11,-13-9 2963,3 29-3069,-1 13 1008,16 14-1104,1 10-442,3 17-1069,10 13-3998,7 5-1475,14-1-2740,-7-20 9384,-1-6 1,-14-15 0,-3-4 0</inkml:trace>
  <inkml:trace contextRef="#ctx0" brushRef="#br0" timeOffset="31366">10121 8106 22649,'5'-61'1209,"1"0"1,-1 0 0,-2 13-638,-6 31-516,1 1-28,-9 52-17,5-9 13,-2 15 0,-1 13 1,0-4-20,1-6 1,0 1-122,-1 3 0,-1 8 0,1 0 0,0-9 104,1-2 1,1-3 47,0 2 0,0 2 1,3-9 58,5-3 40,3-5-46,9-36-61,-1-11 129,13-31-28,-7 6-71,-4 12 1,1-2 19,4-5 1,1 2-28,13-13-32,-1 20 1,1 6-15,10 12 31,-6 18 1,-1 7-54,-1 7 14,-10 5 1,-4 1-26,-7-1 28,-2 23-9,-19-20 1,-6 1 25,-16 22-1524,9-23 0,-4-4 1512,-12-8 1,-2-5-1146,2-7 0,0-1 1140,1 1 0,0-3-25,-2-4 0,3-4-294,-2-13-1960,7-5 1557,14-1-5755,56-17 6477,-10 20 0,16-9 0,-29 22 0</inkml:trace>
  <inkml:trace contextRef="#ctx0" brushRef="#br0" timeOffset="31557">10737 8323 19972,'2'-4'4077,"0"1"-1612,-2 3-2247,-24 16-100,7 19-79,-15 10-65,23-11 1,6 3-869,4-2 1,4-1-4886,8 23 5779,7-9 0,-8-32 0,-5-10 0</inkml:trace>
  <inkml:trace contextRef="#ctx0" brushRef="#br0" timeOffset="31724">11028 8005 18868,'0'-5'4117,"0"1"-5411,0 4-2711,-27 2-5826,26 15 9302,-22-6 0,28 7 0,-3-13 0</inkml:trace>
  <inkml:trace contextRef="#ctx0" brushRef="#br0" timeOffset="32090">11171 8732 19451,'3'0'6531,"0"0"-6072,-3 0-134,68-66-118,-34 23-142,-2 5 0,5-7 1,-4-1-914,-13 7 0,-3-1 1,-1 0 875,1-3 0,0-1 0,-1-1 2,-2-3 0,-1-1 0,-2 2-1303,0-13 1,-3 3 1367,-2 4 0,-1 3 14,-2 7 0,-2 2-379,-1 2 0,0 4 309,-1 1-11,-3 5-11,-4 49-883,1-1 877,-2 10 0,-2 6 508,-6 21 1,1 3-548,2-6 0,1 0 19,-3 10 1,3-4 1025,7-24 0,2-2-1096,3 12 1,1-2-84,0 9 61,1-15 0,0-4-2077,0-9 2178,0-18 0,-1-1 0,0-5 0</inkml:trace>
  <inkml:trace contextRef="#ctx0" brushRef="#br0" timeOffset="32840">11593 7968 18166,'11'-42'375,"-1"0"0,3 6 0,-9 7 2228,-28 15-2396,1 11-50,-6 9 67,-7 28-73,3 16 152,12-11 0,1 1-250,6-8 0,0 2 36,-6 13 1,-1 3-34,0 6 0,2 1-196,1-1 1,3 1 144,1 5 1,9-2 0,12-19 0,6-6 1268,16 15-1327,2-29 0,8-6-278,10-8 1,3-6-877,1-2 0,1-3-1285,10-6 0,-4-4 2492,-19 0 0,-5-1 0,8-5 0,-24 9 0</inkml:trace>
  <inkml:trace contextRef="#ctx0" brushRef="#br0" timeOffset="33183">11876 7991 25808,'-35'-44'427,"1"-1"1,4 8-1,3 8-365,5 20-6,-1 16-6,-2 11-10,-14 15-24,15-9 1,-1 0 17,-18 20-29,7-4 1,-1 5-3,9-2 0,1 2-6,-2-3 0,3 2-11,4 14 0,14-1-39,22-15 0,11-2-141,4 4 1,6-3-174,11-7 1,5-9 74,-11-11 1,1-6-1188,11-9 1,-3-6-276,2-3-3092,-5-4 0,-3-3-777,-10-2 5623,3-5 0,-25 15 0,-6 4 0</inkml:trace>
  <inkml:trace contextRef="#ctx0" brushRef="#br0" timeOffset="33406">11889 7976 23926,'-63'-5'648,"0"1"0,14-4 0,4 9-391,8 18 1,6 7-1345,0 4 1199,-2 12 0,1 5-73,14-15 1,3 2-18,-8 15 0,4 2-64,10-3 0,6-1-11,6-9 0,6-3-140,7 3 0,5-5-300,23 1-855,-10-20 1,3-3 1347,1-7 0,-1-1 0,13 4 0,-2-7 0</inkml:trace>
  <inkml:trace contextRef="#ctx0" brushRef="#br0" timeOffset="35731">1437 11697 8674,'0'0'0</inkml:trace>
  <inkml:trace contextRef="#ctx0" brushRef="#br0" timeOffset="36657">1793 11536 23293,'40'-48'382,"0"-1"0,-13 15 0,0-1 1,-4 1-182,-1-5 1,-4-1-98,2-4 0,-1-1-443,-1 3 1,0-5 455,-3-10 1,0-8-1,-1 3-608,-5 15 0,0 3 1,-1-3 519,1-1 0,1-4 1,-1 1-1,-1 4 46,1-15 1,-4 8 109,-5-6 357,-4 32-559,-3 20 23,-10 32 5,-3 11 0,-2 5-8,5-9 0,-1 4-343,-6 16 1,-2 10-1,5-7 332,6-11 0,3 1-2,-3 11 1,1 8 0,4-4-11,4 3 0,7 0-32,4-7 0,3 3 0,3-3-38,6 7 0,6-6-14,11-1 1,7-11-1,-1-22 1,4-9 33,4-7 0,2-6 289,3-8 0,0-7-283,3-7 0,-1-5-844,-18 5 0,0-3 0,-2-1 900,0-2 1,-2-1 0,-1-2 14,-2 1 0,-2-1 1,-1-3-160,1-6 0,-2-4 1,-3 4 198,0-3 1,-3 1 406,0-3 1,-6 3-265,-10 1-140,-10 29-27,-5 2-6,-20 27 11,-15 18-72,14-8 0,-2 2 61,-1 4 0,2 2-20,3-2 0,2 2-3,8-6 1,3 0 677,-1 18-678,22-13 23,17-15 5,21-13-778,-3-15 0,2-5 767,-11 5 1,1-2 2,17-12 0,-1-3 1156,-18 7 1,-3-1-1070,7-8 0,-3-2-29,4-9 119,-10-8-29,-21 23-61,-10-3 3364,-8 6-3437,-20 4 0,1 8-45,-7 6 11,14 8 1,-1 10-51,10 6-577,0 22-4268,26 10 4901,7-4 0,5-15 0,-5-22 0</inkml:trace>
  <inkml:trace contextRef="#ctx0" brushRef="#br0" timeOffset="37141">3919 10831 20509,'-37'1'2422,"1"-1"1,-12 5-2277,-1-1 0,0 2-68,7 5 40,-6 20-85,25 0-19,9 13 0,6 3 9,10 0-2135,4-8 0,4-6 2146,11-20 960,21-13-866,-7-17 46,17-12 100,-15-13 118,-8-5-28,-12-1-50,-8 1-28,-6 7-29,-3 10-55,-4 11-113,0 10-44,-3 22-39,3 2-294,-4 37 293,5-19 1,1 3-17,-3 18 0,2 4-3,0-13 1,1 3 0,0 0 3,0 4 1,0 2 0,0 0-29,1 2 1,-1 1 0,-1 0-55,-1-1 1,-1 0 0,-2 0-370,-2-1 1,-3 0 0,-2-1 204,-4-2 0,-1-1 1,-4-2 90,0-4 1,-3-1 0,-3-4 149,-4-6 0,-3-3 0,2-4-22,2-1 0,0-10 37,-8-19 0,5-14 34,15-41-18,6 12 1,7-7 304,11-4 0,7-6 0,3 1-1699,-2 11 0,2 1 0,1-1-1899,3-7 0,1-2 0,1 7 2768,4 1 0,-3 10 1,-4 12-1,-8 13 0</inkml:trace>
  <inkml:trace contextRef="#ctx0" brushRef="#br0" timeOffset="38174">4428 10850 17154,'1'-4'6397,"1"1"-6123,7-23 0,3-8 583,0-1-546,2-6 0,0 0-53,-5 12 212,0 3-397,-5 20-39,4 13-1,-1 22-5,1 5 22,-5 14 1,-3 3-20,-2-17 0,-1 1-20,0 12 0,-2 3-3,-4-2 1,0-6 2,0-7 73,-2 19 95,10-51-33,7-15-68,6-17-27,3-4 21,2-3 1,2-3-14,-3 10 0,1-1-23,1-6 1,3-1 66,8-7 1,4 4-90,-7 17 0,2 2-11,-1-7 0,2 4-9,26 10-28,-24 26 23,2 1-210,-5 14 0,-3 6-782,-1 20-2007,-6-8 1,-3 4 3009,-13-2 0,-4-4 0,3-3 0,-5-6 0</inkml:trace>
  <inkml:trace contextRef="#ctx0" brushRef="#br0" timeOffset="38983">2035 13396 18504,'-3'-4'4660,"1"2"-3041,2 2-1614,-9-35 68,9 41 39,-4-13-45,11 59-42,-4-19 1,-1 1-251,-3 3 1,-2 0 247,-4 24 19,-7-7 0,-2-3 2,2-6 60,1-6 0,2-7 495,6-20-62,7-24-442,1-1 85,8-25-1,4-3-39,8-16-79,-9 26 1,1 1-29,0-1 1,0 0-9,1 3 1,0 1 13,15-18 348,0 10-364,-2 14-46,-1 11-44,1 19 11,-7 3-274,16 39-219,-9 0 316,-12-21 1,1 3-1404,4 13 1,0 2-3281,-7-15 1,-1-1 3503,3 7 0,-1-2 0,0 0 0,-12-26 1</inkml:trace>
  <inkml:trace contextRef="#ctx0" brushRef="#br0" timeOffset="40157">3122 13773 27023,'12'-57'252,"-1"14"-229,20-10 16,0 7 8,-1-3 1,0-5-821,-8 10 0,-1-3 787,-3 6 1,0-3 0,-1-1 2,-4 1 0,-2 0 0,0 2-6,0-2 0,-1 2 20,2-13 0,-1 5 450,-4 12-341,-2 4-134,-5 23-12,-8 21 17,-11 21-6,5-3 1,-2 3-14,-2 9 0,0 5-424,2 7 0,0 6 0,2-2 428,4-10 0,1-2 1,2 4-20,-3 12 1,1 3 0,7-2-8,10-8 0,7-2 0,2-5-39,5 4 0,6-5 37,0-12 0,5-2 1,1-9-1309,14-10 0,2-11 1300,6-9 1,0-8 29,-16 2 1,-1-3 0,0-3-147,0-3 0,0-3 1,-2-2 162,-2 0 1,0-1-1,-2-2-336,0-5 0,-1-2 0,-3 2 340,0-1 0,-2-1 14,1-9 0,-6 0 322,-12 11 0,-4 3-196,-7-19 1926,-15 18-2066,-13 36 0,-4 21-825,6 4 0,2 3 797,-6 8 1142,3 13 1,5 5-1154,18 5 28,0-23 0,5-3 6,26 4-12,7-30-5,15-9 11,5-16 11,-2-14-27,-8-10 44,-23 6 0,-3-2-12,1-6 3393,-3-15-3353,-20 26-5,-7 1-23,-2 0 28,-19 2-45,7 15-6,-13 1-44,10 12-3386,1 13 3425,12-1-174,3 16-196,14 0-666,14-3 0,10 0-1557,22-1 0,5-3 1299,-9-1 0,4-3-1051,10-9 0,7-4 1,-8-4 2058,-19-2 0,0-5 2474,21-8 0,8-5 1,-10-2-198,-23 4 0,-3-2-1313,22-9 0,-8-3 4787,-25-16-4541,-18 19-330,-8-10-208,-13 19-139,-11 9-90,-10 18-29,-5 14-77,0 22-40,18 5 0,3 3-6,8-18 1,2-1-9,-3 17 1,1-1-4,1 12 481,9-28 1,0 0-482,1-2 0,0 2-28,2 8 1,4-3 16,8-1 73,11-2 45,8-55-3442,-5-4 3397,0-19 78,-8 8-2150,1 0 2077,-4 8 23,-2 7-56,-8 22-17,0 15 0,1 16 1,-1 7-18,1-3 1,0 2-7,1 21 1,0 1-3,1-11 0,-1 0-112,-1 12 0,-2-2 911,0-19 0,-4 1-1121,-6 2 0,-5 4 0,-4-3-834,-3-7 1,-4-3 0,-1 0 1053,-1 4 0,-1 0 1,-1-3 168,-16 11 0,1-10 132,-8-10 40,20-52-181,21-22-44,12-13 688,10 17 1,6-2-1451,3-1 1,5-2-2191,-2 5 1,2-3 0,0 1 2951,0 3 0,0 0 0,-1 4 0,2-5 0,-2 6 0,5-8 0</inkml:trace>
  <inkml:trace contextRef="#ctx0" brushRef="#br0" timeOffset="40640">5388 13319 13077,'3'-5'9639,"-2"1"-12080,5-26 0,1-10 3992,4-15-1206,-2 5 0,1 2 1338,2-1-1257,-4 20 629,-5 18-999,0 8 0,1 43-28,-2 19-23,0-23 1,-1 2-384,-2 11 1,-3 1 394,1-7 0,-3 1-6,1-3 0,-1 3 1,0-3-10,-1 6 1,0-3 1520,0 0 0,2-7-1019,3-13-397,4-21-12,4-17 62,7-20-23,6-9-87,-6 14 1,1 0 1154,10-19-1183,-2 15 1,4 1-1699,-1 7 0,4 2 1673,11-7 1,4 5-1127,-2 8 1,-1 5 1136,20 5-28,-17 18-72,-22 20-353,-13 2 0,-3 4-1294,-1 5 0,-4 2 1440,-1 8 0,-4-3 0,-5 8 1,2-24-1</inkml:trace>
  <inkml:trace contextRef="#ctx0" brushRef="#br0" timeOffset="41830">2322 15640 17871,'2'-4'5495,"-1"0"-4342,-1 4-1125,31-58 185,-18 62-95,19-43-62,-29 70 89,-19 13-27,-13-2-84,-1-2 111,-10-4 102,20-26-17,0-9-45,9-15-34,8-25-84,16-22-45,-2 8 1,10-3-12,-2 24-33,2 8 22,0 3 11,7 16-22,-12 10 33,25 30-61,-13 5-195,-7-7 1,-2 2 180,-5 1 0,-4 2-309,-1 5 1,-4 1 277,-6 6 0,-6 1-471,-5 5 0,-6-1 521,-8 1 1,-4-2 47,-3-5 0,-3-4 11,0-8 0,-1-6 37,4-9 0,0-6 140,-20-3 193,18-15-155,4-25 431,20-5-615,-1-6 107,23-13-130,9 20-27,15-10 5,8 23-22,7 8-12,5 10-150,4 8-566,3 4-1435,-31-5 1,0 0-2529,1-1 0,-1-1 4702,21 2 0,-19-4 0,-16-2 0</inkml:trace>
  <inkml:trace contextRef="#ctx0" brushRef="#br0" timeOffset="42208">2988 15171 19195,'-3'-5'3893,"1"1"-2464,2 4-1395,-7 46-20,8-8 0,1 5-6,-5 4 1,0 2-4,5 5 1,0-3 5,-4 5 140,-1-18-3614,1-20 3692,1-11 1121,1-14-1193,0-1 583,4-33-465,5-2-63,6-6 1,3-1-140,6-7-133,-5 17 1,2 3 120,13-4 3300,4 7-3350,1 2 34,6 11-17,-12 17-106,15 23-793,-28 17 0,-5 10-4045,-3 12 1,-5 4 3276,-2-6 1,-3-3-1,-5-11 1,1-19 0,3-26-1</inkml:trace>
  <inkml:trace contextRef="#ctx0" brushRef="#br0" timeOffset="44147">6264 10754 22895,'16'-11'45,"33"-5"-73,-8 7 0,10 0 0,3-1 0,-3 0-959,0 0 1,-1-1 0,2-1 987,-3 1 0,2-1 1,0-1-1,-7 1 41,5-2 0,-7 0 70,10-9 800,-36 4-901,-34 3 503,-29 3-405,-9 7 0,-6 2 157,9 1 0,0 1-115,-3-1 1,3 2 408,-10-2-3060,49 1 2500,3 1 1073,12 0-1017,32 4-67,5 4-3,-4 0 0,1 1 0,-1 3 0,-1 2-154,3 2 1,-1 3 74,0 2 1,0 3-113,-2 4 1,-2 0-9,-7-4 1,-4 2-2827,1 18 0,-6 2 3039,-4 10 0,-1 6 0,-10-37 0</inkml:trace>
  <inkml:trace contextRef="#ctx0" brushRef="#br0" timeOffset="44798">6827 13261 17232,'-8'0'5042,"2"1"-4129,6-1-846,0 0-6,-20 2 12,76-5-67,-38 2-3,23-4 1,16-2 0,-3 0-855,-2-2 1,1 0 857,-2-1 1,3 0 0,-1-1-5,-6 0 1,-1-1 0,-3 1 1,0-1 1,-2 1 8,0-2 0,-9 0-8,-21 2-1,-20-1 20,-26 6 1,-8 4 30,-13-3-160,10 4 0,0 0 289,-12 1 33,7 2-11,-5 2-78,17 1-101,18 0-17,11-2 1662,18 7-1628,12 0-17,21 7-14,-1-7 0,3 0-153,-12-2 0,2 0 100,22 4 0,1 3-548,-17-2 0,-3 2 217,8 6 1,-4 4-900,-9 3 1,-8 4 690,-11 8 1,-7 0 0,-1 6 0,-17-2 0</inkml:trace>
  <inkml:trace contextRef="#ctx0" brushRef="#br0" timeOffset="45398">5973 15566 8766,'-59'21'1112,"-1"1"1,1-1-1,7-2 1,2 0-1,5 0-969,-5 5 0,8-2-115,-2 4 1756,37 1-1571,44-24-146,0-5 1,6-3 354,14-6 1,5-4-404,-16 3 1,3-3 0,1 0 0,1-1 199,3-1 1,0-2 0,0 1 0,1-1-208,-2 0 1,0 0-1,0-1 1,-3 1 2,9-3 0,-2-1 0,-6 2 105,-6 0 1,-7 2 2754,-3-6-2853,-30 13 0,-45 5 12,-20 5 50,6 1 0,-4 1 92,9-1 1,1 2 345,-4-2 0,3 1 144,-4-1 1566,28-1-2025,14 1-145,11 0-34,0 1 33,5 0-50,13 0 6,20 0-28,5 1-318,2 2 1,5 1 342,-3 3 0,0 1-17,0-2 1,-1 3-38,6 11 1,-9 3-50,-18 4-878,-20 15 1,-11 4-3078,-25 5 4044,-4-3 0,-2-3 0,4-15 0,-3 1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30T13:52:55.04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810 2056 10489,'3'-4'7936,"-2"1"-2794,-1 3-4951,22-35 94,-16 29-234,15-19 10,-22 47-33,-1 1-3364,-4 17 3336,0-15 40,-4 19 4,2-11 29,-2 12-56,4-20-6,2-1 107,3-20 3946,1-2-3823,0-1 39,-2-7-173,-2-7 5,-1-10-12,-2-10-3419,2-8 3403,1-9-105,1-5 55,2 2 22,0 10-22,1 16-68,0 16 56,2 17-22,0 6 28,1 7-2202,3 21 2174,-2-12-20,0 30 26,-3-17-1,1 19-16,2-10 0,-1-12 2253,1-16-2242,-3-15 3493,0-4-3365,1-3 75,-1-24-186,0-4-6,-1-24 0,0 3 14,2 15 1,1 1-15,1-11 17,2-1-34,-3 34 1,-1 9 10,2 12-16,1 9 11,1 13-3381,-1 21 3376,-2-13-12,-3 22-395,-4-17-545,0 14-2326,0-2 3283,13 0 0,-9-32 0,7-8 0</inkml:trace>
  <inkml:trace contextRef="#ctx0" brushRef="#br0" timeOffset="332">1298 2246 25937,'24'-11'129,"2"1"-5751,13 1 5634,-14 3 1441,12-1-1430,-27 5 847,4-1-1060,-12 3-3035,-2 0 1,0 0 0</inkml:trace>
  <inkml:trace contextRef="#ctx0" brushRef="#br0" timeOffset="1026">2502 2167 24447,'-4'-37'190,"1"0"0,-1-18-122,9 69 44,5 25-4258,-2 8 4180,-1 8 225,-8-13 1,-2 1-215,-4 18-40,4-24 1,-2-1 11,-7 18-6,6-28 85,-3 7 3453,5-22-3314,-2-5 475,3-17-676,0-5-6,1-7 25,1-10 0,1-4-31,2 2 1,-1-1-337,1-11 0,0-3 331,3-1 0,1 0-6,0 9 0,1 1-3,0 1 1,1-1 30,5-8 1,1 4-160,8-1 139,-6 17 1,1 3-42,13 7 39,3 14-6,-5 7 0,12 15-11,-16 3 0,1 4-14,1 3 0,0 3 22,5 10 1,-2 2-18,-5-2 1,-2 3-180,1 12 1,-2 1-407,-4-8 0,-2 0-2340,1 8 1,-1-3 1387,-6-19 0,-1-3 1546,9 25 0,-10-36 0,0-3 0</inkml:trace>
  <inkml:trace contextRef="#ctx0" brushRef="#br0" timeOffset="1248">2636 2255 23349,'47'-36'-13,"0"-1"0,1 4 0,3 8-1046,-7 18 0,4 7 1,-2 0 819,12-2 0,-3 1 0,-2 0 0,-5 0 0,-1 0 0</inkml:trace>
  <inkml:trace contextRef="#ctx0" brushRef="#br0" timeOffset="1609">3345 2036 24945,'-32'-22'112,"10"8"-56,58 46-62,-6-3 1,2 2 2,-1-1 0,-1 2-2131,2 1 0,-3-2 2123,-1 9-876,-13-10 870,-7-5 17,-4 0 22,-15-12 34,-14-8-22,5-8 67,-11-12 39,16-5 2594,1-7-2639,6 5 2674,5-9-2724,7 11-34,9-8-347,40 1 11,-14 10 81,-7 7 0,2 1-1380,20 0-5100,4 4 2315,-23 1 1,0 0 4408,22 0 0,-25 2 0,-14 1 0</inkml:trace>
  <inkml:trace contextRef="#ctx0" brushRef="#br0" timeOffset="1983">4064 1980 15272,'0'-4'8178,"0"1"-10948,0 3 2980,-38-37 1251,28 27-1448,-27-23-1407,50 54 1391,-1-3 12,21 28-281,0-4 274,-10-13 0,0 1 2082,14 20-2089,-12-14 0,-2 1-12,7 17 3,-3-4 22,-15-16 1,-15-28 17,-6-2 3166,-5-9-3161,-10-11 690,0-12-688,5 2 46,2-12-12,12 18-3454,2-13 3371,6 17-24,15-3-122,11 9-275,19-2-734,2 6 1,5 1 231,-8 0 1,2 2-413,-4 0 0,4 0 0,-4 1-113,-1 0 0,-3 1 1015,-1-1 0,1 1 449,0-2 0,-3 1 0,-3 0 0,13-1 0</inkml:trace>
  <inkml:trace contextRef="#ctx0" brushRef="#br0" timeOffset="2525">5055 2012 25433,'-38'-32'222,"0"0"0,-3 7 0,1 13-171,-5 36-7,0 6-21,6 8-18,12 4 7,7 1-24,20 9 12,10-28-16,14-2 32,7-17 7,7-6 10,12-8 40,0-9 67,-1-17-95,-18 10-3291,-1-20 3296,-21 28 118,3-14 101,-9 18-202,-1 2 23,-1 6-62,-4 8 5,-6 24 3348,2 0-3390,4 5 1,3 0-20,11 6 14,10-10 0,7-5 20,20-6-1,-13-11 1,2-5 25,0-16 0,-4-4-9,7-6 90,-9-12 0,-6-4 370,-12-3-169,5-14-65,-17 29-248,-1 20 0,-3 6 0,1 7 0,-3 10 0,0 13 0,1 19 0,5 4 0,4 4 0,4-5 0,2 2-908,1 8 1,5 3 248,2-16 0,4 1 0,-1-3-705,3 3 0,1-1-1913,-3-6 0,1 0 0,-1-2 2564,2 0 1,-3-4-1,3 3 1,-10-15-1</inkml:trace>
  <inkml:trace contextRef="#ctx0" brushRef="#br0" timeOffset="4417">5149 1967 27657,'-15'-45'-310,"2"10"-295,13 35 1300,3 14-883,2 7-13,4 18 70,0-5 47,4 9-599,8 5-453,6 0-404,3-2-1845,-1-16 2530,-2-8 1,-12-10 0,-1-2 0</inkml:trace>
  <inkml:trace contextRef="#ctx0" brushRef="#br0" timeOffset="5618">2013 3164 9486,'-63'7'32,"1"-1"0,9-1 0,9 0 2560,24-1-564,40-3-3087,29-4 1,9-2 1273,-14 1 1,4 0-5,10-2 0,7-3 0,-1 1-56,-7 2 0,-1-1 1,6 0-50,-13 2 0,4-1 1,3 0-1,0 1 1,0-1-1,-5 1-563,9-2 1,-3 2 0,0-1 0,4 0 481,-4 1 0,5-1 0,2 1 1,0-1-1,-1 1 0,-4 0-2,-3 0 1,-2 0 0,-2 0-1,1 1 1,3-1-180,0 0 0,2 0 0,2 0 0,0 0 0,2 0 0,1-1 156,-7 1 0,0 0 0,3 0 0,-1 0 0,1-1 0,0 1 0,-1-1 0,-2 1-51,3 0 1,-1-1-1,-1 1 1,0-1-1,0 1 1,-1 0-1,0-1-17,-1 1 0,0-1 0,0 1 0,-1 0 0,0-1 0,0 1 0,-1-1-596,5 0 0,0 0 1,-1 0-1,0 0 1,-3 0-1,-4 0 664,5 0 0,-3 0 0,-3 0 0,-2 0 0,3 0 0,-3 1 0,-8 0 0,5 0 0</inkml:trace>
  <inkml:trace contextRef="#ctx0" brushRef="#br0" timeOffset="6158">6407 2065 10662,'2'-3'6380,"-1"1"-3243,-1 2-1715,2-67-749,-7 44-435,2-16 0,-5 5-115,-12 29-17,-11 10-3414,-3 10 3342,6 3-17,1 2 5,7 2-2279,5 1 2279,4 5 46,8-4 128,19-3 2173,-2-8-2123,22-5 460,6-17-505,-12 2 163,10-15-56,-30 2 3203,-1-1-3327,-6-6-77,-7 8-34,-4-4-25,-9 5 45,0 9 39,-9 9 74,5 11-363,-5 14-1432,7 10-8242,5 19 7566,6-19 0,5 0 0,3-29 0</inkml:trace>
  <inkml:trace contextRef="#ctx0" brushRef="#br0" timeOffset="6492">6386 2538 22212,'-7'56'1221,"7"-5"-1025,3-46 431,4 3-218,-6-7-23,0-1 466,10-13-538,-2-2-79,6-14 28,-5 2-3436,-6 1 3273,-2 7-816,-11-1 727,3 13-44,-19-2-270,4 15-1943,-12 7-3954,8 4 6200,-1 6 0,17-13 0,0-1 0</inkml:trace>
  <inkml:trace contextRef="#ctx0" brushRef="#br0" timeOffset="17033">3766 4771 25780,'-10'-32'784,"8"-2"-678,14 1-64,5 6 0,1-1-8,10-14-4,-4 7 0,2-6 0,-2 4-16,-8 9 0,0 0-651,13-22 1,-1-5 689,-10-1 1,-3-1-32,-4 5 1,-1-4-7,-1 6 1,0-4 0,-2 4-9,-2 0 1,-2 3 7,-2 1 1,-2 5 0,-6 1-28,2 10 305,-11 31-288,7 14 5,-14 29-16,-2 13-219,9-16 1,-2 6 217,2 7 0,-1 6 1,3-4-618,-1-1 0,2 1 621,1 5 0,0 5 1,3-10 3,5-20 1,2-3 257,-1 9 1,3 1-270,8-5 1,5-3 31,17 13-9,4-18 0,4-5-3,12-7 8,-11-15 1,0-5 19,9-13-25,-14-3 0,-2-3 3,8-12-6,-14 1 1,-4-3-2608,-6-8 2663,2-1 247,-12 18-168,-10 18-96,-13 19-39,4-2 943,-12 25-943,13 6 0,7-1 198,14 1-192,39-18-17,-5-12-12,-1-10 1,4-5 1229,-9-3 0,1-3-1218,9-5 0,2-5 20,5-12 0,-3-3-18,-15 12 1,-4-3 14,8-16 0,-7-2-12,-16 11 1,-4-2 22,2-22 0,-3-2-17,-4 19 0,-3 0 28,-3-2 0,-1-3 1,-2 6 55,-5-18-1563,0 19 1,-1 3 1506,-3 7-2047,-4 12 2019,9 16-5,-7 24-12,-1 28 226,1 2-209,4-6 0,1 0 0,2 9-22,1-16 0,1 7 0,0-2-57,1 7 1,1 0-20,-1 10 1,3 2-394,4-17 0,3 0 1,1-4-505,5-5 1,2-3 194,1 9 0,3-5-8128,24-7 8608,-17-24 1,-5-4 0,-11-5 0</inkml:trace>
  <inkml:trace contextRef="#ctx0" brushRef="#br0" timeOffset="17234">4748 4174 26161,'52'-25'-422,"0"1"0,-9 3 0,2 4-706,2 10 0,4 5 0,-4 0-3788,-5-1 1,-4 2 4290,-2-1 1,-5 1 0,-9 0 0,-10 0 0</inkml:trace>
  <inkml:trace contextRef="#ctx0" brushRef="#br0" timeOffset="18740">6483 4318 16616,'3'-10'2842,"7"-29"1,0-6-1689,-4 4-3289,2-10 1,-3 1 2386,-8 21 1489,-11 5-1545,-19 30-107,-3 10-55,8 2 0,0 3 424,2 4 0,0 2-436,-1 4 1,1 1-127,1 0 0,2 1 115,3-2 1,3 0 5,-4 20 3243,16-13-3159,27-16-56,0-12 56,31-17-3211,-8-13 3183,-16 5 0,-1-2 128,22-22 252,-13-4-212,-12 0-39,-10 3-46,-9 5-21,-6 9 10,-8 7 3227,-3 12-3367,-2 5 159,-6 23-164,8-5-12,-7 14 18,7 2-12,6-6-5,8 9 0,6 0-23,17 1 37,-2-4 0,6-5-271,1-14 1,4-6 270,3 0 0,1-4 13,-1-2 1,0-3-164,-4-2 1,-1-2 185,18-11 12,-15-10 44,-18-8-45,-14-4-16,-12-7 27,-8 4-44,-2-1-6,1 3 536,3 5-491,5 3 270,5 12-354,5 2 23,8 11 16,8 0-11,11 3-11,6 5-3398,14 12 3403,-15-2-152,14 16 152,-17-1 23,7 11-34,-3 4 0,-2 1 9,-14-12 0,0 0 30,3 7-22,3 8-17,-9-20-5,8 5 27,-2-7 137,12 1-147,1-21 5,-5-4 11,14-15 11,-15-6-11,9-12 40,-5-6 3380,-6-4-3397,-9-10-29,-10 18 12,-11-9 0,-7 18 0,-5-3 44,-3-1-50,8 12 12,4-9-34,16 17-1,8-6-16,20 12 34,-8 5-17,21 7 22,-16 5 11,10 6 1,-3 5-51,4 13 28,-10-1-6,-4 2-16,-9-1-12,-12-4-61,0 9-804,-9-9 0,-1 0-3144,-1 16 4043,6 11 0,-4-38 0,6-8 0</inkml:trace>
  <inkml:trace contextRef="#ctx0" brushRef="#br0" timeOffset="18957">8444 4103 25500,'36'-16'-3277,"-1"1"0,19 0 0,1 4 1638,-14 8 1,-2 3-1,5-2 1,-7 2 0,-23 0-1</inkml:trace>
  <inkml:trace contextRef="#ctx0" brushRef="#br0" timeOffset="19125">8597 4381 25085,'54'-24'-1106,"0"0"1,-1 1 0,-9 5 0,-26 12-1,-1 0 1</inkml:trace>
  <inkml:trace contextRef="#ctx0" brushRef="#br0" timeOffset="19733">9988 3844 25343,'-37'-19'117,"1"-1"1,5 2 0,0 6 100,-23 28-173,21-7-20,3-1 1,-2 1 161,-1-4 1,2 0-20,-1 0 218,-3-4 1,4-2-275,18-1 67,-6-6-95,16 5-62,1 0 12,1 3-68,-1 3 40,0 2-3404,-3 14 3404,-2 10 16,0 3 12,-5 24-15,7-16 1,0 4-20,0 1 0,0 0 0,1-2 0,0 0-11,2-6 0,1-5-1,1-3-4,2 6-298,16 5-1299,8-22 0,6-3-1759,2 2 0,3-4 3372,9-5 0,-1-5 0,3-6 0,-19-2 0</inkml:trace>
  <inkml:trace contextRef="#ctx0" brushRef="#br0" timeOffset="20173">10652 3936 26715,'-41'-31'259,"1"-1"1,2 1 0,12 12-255,24 19-5,3 0 34,13-1-23,0 1 23,47-4 5,-8-2-31,-13 2 1,0-1 13,22-3 0,-6-1-10,-26 5-3365,-6 0 3364,-21 4 39,-3 0-22,0 3-11,0 5 0,0 9 0,0 22 28,0 21-23,1-7 3376,1 5-3387,0-25 0,4-1 0,1 2-1727,2 2 1,-1 1 1706,0-1 1,0 0-23,0 2 1,-3-4-84,-9-3-1054,-12-2 1,-9 0 1167,-8-7 0,-2-3 0,9 0 0,0-1 0,-27 3 0</inkml:trace>
  <inkml:trace contextRef="#ctx0" brushRef="#br0" timeOffset="23584">3587 6862 15485,'9'2'4800,"-2"0"-2150,-7-2-969,0 0-810,22-48-501,-2 4-320,-5 11 1,1-2 35,-2 1 1,-1 3-25,3-5-26,-3 1 1,1-4-398,1-11 1,-2-4 380,1-5 0,-2-2-9,-3 11 0,-1-1 0,-2 1 6,-2 1 0,-1 1 0,-2 4-13,0-3 0,-1 4 13,-3-5 0,-3 7 22,-4 13-84,-6 11 28,4 18 23,-10 33-12,0 21 285,4 1 1,1 7-284,6-14 0,1 2 1,1 1-767,0 2 0,1 1 0,2-1 766,1-8 1,1-1-1,2-2 7,0 3 0,4-1-223,7 4 0,6-1 186,5-8 1,4-1 16,5 5 0,2-4 11,-4-14 1,4-8-4,7-11 1,2-10 22,-5-12 0,0-4-884,1 4 1,-1-2 888,-3-8 1,-4-3 14,-7 3 0,-3-1-12,2-1 0,-1-1 41,2-7 0,0 0-24,7-18 5,-15 22 0,-3 3-28,-3 4 2301,-8-7-2272,-16 39 3203,-2 0-3225,-8 26-35,10 17 12,3 5-17,13-16 1,5-1-18,15 14 29,21-5 10,14-26-11,-22-17 1,1-3 409,22-6-393,-19-5 1,0-3-349,-6-3 0,-1-2 345,8-6 0,-1-3-2,-1-4 0,-3-2 10,-1-4 1,-4-1-12,-7 6 1,-1-2-9,2-25 1,-5-3-562,-7 15 1,-2-1 581,-1 2 1,1-2 0,-3 4-8,-1 0 1,-2 2-42,-3-7 1,-3 4 135,-3 2 29,-6-6-73,4 34-62,-4 19 0,5 6 640,-9 29-640,7 7 0,2 6 0,2-5 0,1 2 56,2-3 0,0 4 0,3-3-132,4 8 1,4-1-118,2-1 0,4-2-143,3-2 0,4-3-437,2-6 0,3-3-249,1-7 0,1-4-3689,26 6 3995,-12-17 1,-17-12 0,-13-4-1</inkml:trace>
  <inkml:trace contextRef="#ctx0" brushRef="#br0" timeOffset="23783">4660 6342 21416,'-47'1'1574,"-1"0"0,7 0 0,9 0-1372,18-2 134,25-4-123,21-5-96,24-7-83,-11 4 0,3 0-102,7-1 1,0 0-1705,-8 2 1,-1 1 1611,-3 0 1,-2 2-1567,15-3 1711,0 1 1,-16 3-1,-10 3 1</inkml:trace>
  <inkml:trace contextRef="#ctx0" brushRef="#br0" timeOffset="25857">6551 6352 8594,'0'-6'4915,"1"-30"0,1-7-2372,0 15-3916,0-21 0,0 2 1731,-2 29-421,-2-12 253,0 22 1333,-5-6-1355,2 10 115,-3 0-233,-4 4-5,-14 17-45,2-3 1041,-8 17 1,-1 5-1026,-3 10-8,9-14 1,2 1-3,2 4-6,8-3-34,8 9 45,9-1-11,7-6 12,20-11-12,5-11 28,28-4-6,-17-8 56,-9-9 1,-3-5 286,-1-10-265,2-7 96,-17-5 73,-12-6-2336,-6-10 2135,-2 10 2340,-7 4-2218,2 21-106,1 4-67,1 5-50,3 8 27,0 2 34,-6 26-34,4 12-5,2 15 11,6-13 3387,14-11-3393,6-17 0,26 1 14,-18-13 1,1-3 2,24 0-11,-21-6 0,-3-2 0,4-9 12,-1-2 10,-4-14-11,-20 14 17,3-18 11,-12-4-22,-2-3 5,0 10 1,0 0 16,-1-13-16,2 4 10,2 16-22,1 15 12,2-2-3415,-2 8 3381,1 1 5,2 4-5,17 10-2263,1 4 2285,7 5-22,-8-1-6,14 19 0,-11 0 12,8 13 2262,-21 4-2268,-9-26 11,-3 7 0,-1-22 5,6 7-5,2-7-22,7 5 27,6-11 3393,-3-4-3398,13-4-3386,13-14 3391,-13 6 1,18-17 11,-26 6-17,1-2 5,9-20-5,-13 8 23,3-16 5,-14 10 3403,-15-2-3409,-14 8 6,-4 4 17,-1 10-6,12 11 69,4 2-108,7 2 0,5-1 0,10-3 0,4 3-3392,17-3 3392,1 4-15,0 1 15,6 2 0,-2 12 0,-11-3 0,3 9 0,-12 9 0,-4 11 0,0 23 0,-9-12-24,-6 12-110,-4-11-426,2 12 235,2-12-851,10 0-2011,11-25-6644,11-1 8415,-6-10 1,-8-9-1,-13-3 1</inkml:trace>
  <inkml:trace contextRef="#ctx0" brushRef="#br0" timeOffset="26074">8348 6011 27639,'-13'-31'107,"-5"35"-5796,9 55 5608,3-23 0,1 2-34,4-6 0,2 0-3614,9 15 1,3-3-6103,1-4 9696,0-5 0,-1-4 1,-7-19-1,-2-5 0</inkml:trace>
  <inkml:trace contextRef="#ctx0" brushRef="#br0" timeOffset="26310">9019 6120 20901,'-3'-4'4408,"1"1"-3024,2 3-1569,60-57-470,-7 37-311,-17 0 0,3-4 1,0 6-3057,9 12 1,-1 6 4021,-3-2 0,-5 1 0,2-1 0,-27 2 0</inkml:trace>
  <inkml:trace contextRef="#ctx0" brushRef="#br0" timeOffset="26475">9240 6275 26547,'30'-16'-8239,"11"-2"7106,-10 8 1,1 0 0,9-2 0,-20 5 0</inkml:trace>
  <inkml:trace contextRef="#ctx0" brushRef="#br0" timeOffset="27267">10688 5886 19406,'1'-7'4643,"1"1"-3842,-10-32 0,-7-4-599,-2 23-130,0-25 1,-3 9 6,-7 42-34,1 6-40,3 18 1,19 8-1,4-6 35,38 8-46,9-21 6,2 2 11,-15-11 0,-1 0-11,-9-2 17,8 5 11,-27-6 17,-11 5-17,-9 7 3,-12 4 0,-5 1-34,5-3 0,-2 2-1682,-19 14 0,0-1 1697,-1 2 4,18-11 1,6-2 34,17-6-2163,29 3 2129,5-15-19,18-9 1,3-2 18,-1-1-12,-11 0 1,-3 0 2248,-9 2-2215,-13 3 129,-27 16-118,4-4 3398,-36 27-3420,18-12-28,-13 14 119,16 11-142,25-5-66,15-3-29,15-19-128,7-20-1121,10-5-7796,8-6-668,-3 0 9815,-8-3 1,-27 3 0,-7 3 0</inkml:trace>
  <inkml:trace contextRef="#ctx0" brushRef="#br0" timeOffset="27684">11763 6064 24575,'-4'-45'750,"0"0"1,0 1 0,0-3 0,0 6-505,2-3-162,2 48-56,4 18-22,-1 5-20,1 12 0,-1 7-168,-3-4 1,-2 2 0,0 0-383,2 11 0,-1 2 564,-2-10 0,-2 6 0,1-2 0,0-11 0,-2 7 0,2-4 0,0-1 0</inkml:trace>
  <inkml:trace contextRef="#ctx0" brushRef="#br0" timeOffset="27884">12104 6468 18882,'-49'37'-336,"11"-3"1663,34 20-1327,15 3 0,-7-29 0,7 4 0</inkml:trace>
  <inkml:trace contextRef="#ctx0" brushRef="#br0" timeOffset="28459">12911 6155 26732,'1'-45'403,"1"0"0,-1 7 1,1 9-343,0 19-27,-1 14 39,-4 25-34,-3-4-17,-5 18-5,-1-22 11,-3 0 73,3-10 72,-1-4-128,4-7-3375,2-13 3358,2-1 18,-1-28-46,7 0-1135,2 10 1,3 0 1134,15-24 0,11 6 0,5 12 0,2 11 2269,-9 12-2269,18 10 0,-13 15 0,16 13 0,-14 14 0,-11-1 1696,-15-4 0,-7 5-1728,-13 4 1,-8 3-35,-4-1 1,-5 4 0,-1-3-1090,4-8 0,-1-1 0,-3-1 1136,-5 3 1,-2-1-1,2-5 2,3-5 1,1-2 44,-11 6 0,0-2 140,-13 1-2325,-1-3 2202,35-30-5,15-13-40,9-5 0,8-7 0,14-3 0,11 1-87,13 3 87,-6 8-6,-6 10 0,1 3-103,-9 3 0,0 1-166,14 0 1,0 0-413,-8 4 0,-2 2-1321,-2 0 0,-2 0 2008,17 6 0,-22-4 0,-13-2 0</inkml:trace>
  <inkml:trace contextRef="#ctx0" brushRef="#br0" timeOffset="28642">13583 6279 27992,'1'40'-202,"-3"6"-1074,-8 9-937,2-9 2213,5-9 0,2-27 0,1-3 0</inkml:trace>
  <inkml:trace contextRef="#ctx0" brushRef="#br0" timeOffset="29192">14133 5926 21875,'-3'-5'4784,"0"1"-4597,-2-27 1,3-5 31,11 10-183,-10-12 1,5 2 108,33 17-3486,3 8 3352,2 0 0,10 8-39,-14 13 39,9 8-5,-2 14-34,-6 10 5,-11 5 7,-12 1 27,-15-4-6,-7-13-5,-24 5 6,4-17 3386,-14 5-3286,13-13-5,8-6 286,1-8-63,8-5-59,-1-5-265,6-2 0,5-1 0,8 1 0,27 4 0,4 7 0,3 14 0,2 5 0,-14-1 0,-1 3-1696,5 5 0,-2 1 1696,4 14 0,-8 4 0,-13 20 0,-16-8 0,-21-16 0,-10-5-166,-3-16 0,-4-6-19,1 4 1,-1-3-623,-2-10 1,4-5 1890,1-3-1084,-13-7 0,32 6 0,0 1 0</inkml:trace>
  <inkml:trace contextRef="#ctx0" brushRef="#br0" timeOffset="30017">15339 5829 14051,'0'-3'9830,"0"1"-8861,0 2-874,31-54-330,-10 37 282,7-15 1,6 1 14,14 20-23,-4 3 0,1 0-16,14 0 48,-20 3 1,-11 6 136,-33 20-135,-19 2-34,-22 9 39,0-7 1,1 0-6,1 3-57,5-5 1,4 2 34,12 2 180,11-2-209,10-2 6,14-2 23,32 3-18,-3-5-1704,-10-7 1,-1-1 1675,10 5-21,-7 1 21,-12 1-2262,-8 10 2268,-8-8-1500,-8 14 1506,-6-8 1517,-12 15-1489,-1-5-34,-7 6-45,5-8 29,2-1 5,7-8-23,2 4 2292,6-7-2286,4 10 3386,5-11-3475,31 17 56,0-17 24,-5-5 1,-1 1-59,10 6 34,-14-3-213,-30 4-214,-17-7-1617,-29 3-2822,22-13 1,0-1 3493,-19 2 1,13-3 0,26-4 0</inkml:trace>
  <inkml:trace contextRef="#ctx0" brushRef="#br0" timeOffset="31383">3584 9481 24351,'5'-44'502,"-1"1"1,0 2-1,-1 5-227,-2 7-46,7-7-49,9-8-2231,1 9 1,2 0 2084,10-16 8,-5 11 0,0-2 394,-9 10 1,0-1-415,7-25 1,-3-2-301,-6 18 1,-3-1 288,-3 0 0,0-3 1,-4 2 2,-3-1 0,-3 1-9,-5-17 1,-2 1-1013,1 17 1,-2 4 1023,0 4 0,-2 6 2057,-2 8-2074,6 18 77,-5 16-100,-13 42 605,7-7-582,1 2 0,2 5 0,7-11 0,2 1-11,-1 14 0,2 3 1539,2 0 1,3 0-1522,6-14 1,2 1-1,1-4-7,-2 2 0,5-1-2,6-4 0,6 3 1,-1-8-5,12 6-5,1-7 0,4-5-23,17-10 29,0-4 19,-2-27 0,-2-7-3,-8-2 0,-3-2 0,-1-7 45,-17-6 0,-6-3 17,7-20-31,-6 11 0,-3 0 8,-7-3 124,-4-4-17,-7 30-57,-5 0-60,-8 25 10,-7 13 319,-11 28-358,8 4-14,13-14 0,2 0 9,2 13-28,9 8-12,13-15 23,14 2-12,20-15-1673,-14-18 0,2-5 1724,26-4-21,-18-10 1,4-5 0,-4 1-8,-12 2 0,0-3 13,16-10 0,5-7 0,-9 2-215,2-12 210,-13 10 1,-1-5-322,-7-6 0,-4-2 324,-5 3 0,-2-3 2,-1 4 0,0-4 0,-2-1 13,-5-2 0,-2-2 1,-1 4 1482,-1-2 0,-1 0-1440,-4 0 0,-3-4 0,-2 9 183,-13-8-233,10 17 1,-2 8 257,-5 20-272,12 18 7,-5 47-24,7-26 1,2 3 307,-3 5 0,3 6-322,3-3 1,3 8 0,1 1 0,1-5-858,4 12 0,4 0 744,-5-10 1,2 5-1,1 0 1,3-6-402,5-4 1,4-5 0,-1-2 124,0 1 0,2-3-2133,13 3 0,0-8 2548,-7-15 0,3-1 0,-23-12 0</inkml:trace>
  <inkml:trace contextRef="#ctx0" brushRef="#br0" timeOffset="31583">4769 8725 16336,'-6'0'8195,"0"0"-7120,6 0-817,17-46-280,23 24-312,-15-6 1,3 2-2403,9 16 0,0 5 2736,17-2 0,-18 4 0,-17 3 0</inkml:trace>
  <inkml:trace contextRef="#ctx0" brushRef="#br0" timeOffset="33591">6599 8726 20890,'22'-41'1168,"0"-1"1,0-5 0,-6 5-642,-13 9-113,0-15-89,-7 11 67,-9 3-212,-4 12-52,-20 13-88,0 22 32,-14 18-47,26-8 1,0 3-485,0 4 0,1 2 470,1 2 0,1 4-279,0 14 1,2 2 264,8-17 1,3 0 4,2 7 1,7-3 14,18-5 6,14-16 122,30-28-66,-10-14-171,-16 2 1,-2-5 169,-10 1 0,-2-4 76,4-16 0,-2-2-87,-9 13 1,-1-1-1,1-11 0,-3 3 79,-6-4 1008,-9 10-1120,0 18 540,-3 6-546,0 16-17,-3 9-11,-7 14 0,-2 12 14,7-5 0,2 3 3,-1 20-12,7-20 1,6-1-34,16 7 39,15-9 0,13-14-25,-11-14 0,1-5 133,14-3-116,-13-4 0,1-6 5,-2-7 1,-3-3 2,-5 4 0,0-2 6,5-7 0,-5 1-17,-7-3 5,-10-4 18,-11 14-7,-9-14-4,-4 5 10,-7-17 181,6 15-169,3-16-34,11 28 0,9-13 11,10 17-22,11-1-1,5 5 12,13 4-5,-6 2 5,-1 5 22,-3 10 1,4 32-40,-9 4 19,-14-12 1,-3 4-23,-9 5 1,-3-1 19,1 10-1702,-4-13 1,0-5 1695,0-11 6,7 11-16,5-20 32,8-3-32,20-24 10,10-17 9,-23 12 0,-2-1-3,18-16 11,-17 9 3398,-7 0-3398,-3-3-17,-2-9 34,-15-18-17,-5 21 6,-18-16-11,7 32-1,-9-6-3380,8 7 3409,3 3-6,5 4-11,7 6 11,7-3-12,18-6-16,-3 2-28,38-11 3426,-17 9-3398,-10 4 0,-1 2 11,11-1-14,-7 6 1,-1 2 2,-3 3 5,22 3-5,-29 9 11,-7-1 34,7 30-84,-14 9 22,0 0-1718,-10-6 0,-2-2 1701,1-7-36,-1 1 0,2-1-456,4-1-2320,13 13-1130,-1-19 3976,10-1 0,-16-24 0,0-1 0</inkml:trace>
  <inkml:trace contextRef="#ctx0" brushRef="#br0" timeOffset="34156">8707 8237 26726,'-4'13'219,"1"-6"-141,11 14 6,-3-10 11,-1-2 185,-1-3-162,-3-5 78,-3-1-39,-4-3 84,-6-10-23,1-13-162,4 1-6,4-5-5,5 11 50,15-9-82,4 8-13,7-1-13,30 21 2,-28 6-110,2 5 1,0 4 103,3 17 0,3 17-31,-25 0 1,-5 3 13,-3-19 1,-4 0 7,-5 17 1,-5-1-31,-14 0-401,-8-5 1,-5 2 442,8-13 0,-1-2 22,-7 10 1,-1-5 41,3-14 1,1-11 162,-10-27-152,5 2-22,16-25-3048,24 0 3055,10-3 104,11-6-150,14 11 0,7 12 0,5 14-79,-6 14 0,0 4-89,8 2 50,-13 0 1,-1 2-835,4 7 499,-11-6 453,26 13 0,-37-17 0,12 5 0</inkml:trace>
  <inkml:trace contextRef="#ctx0" brushRef="#br0" timeOffset="34374">9500 8324 27410,'38'-37'-83,"1"0"1,-3 2 0,-1 10-5757,11 21 5357,-6 2 0,3 1-390,-5 2 0,0 3-3495,6 0 1,-3 3 4585,13 12 1,-33-5-1,-13-6 1</inkml:trace>
  <inkml:trace contextRef="#ctx0" brushRef="#br0" timeOffset="34550">9670 8533 20459,'-6'3'4963,"0"-1"-4286,6-2-363,0 0-325,-1 2-185,32-9-420,9-1-398,-4 0 0,1 0-2067,20-6 2233,-3 0 0,-34 8 0,-3 1 0</inkml:trace>
  <inkml:trace contextRef="#ctx0" brushRef="#br0" timeOffset="35540">10847 8643 24491,'33'-54'633,"0"1"0,-3 5 0,-6 7 56,-12 14-157,-4 6-78,-1 3-432,-5 9-11,-2 12 1,0 5-7,0 19 23,-3 8-22,1 3 5,-7 15 0,0 1 6,2-15-6,-3 10 0,1-8 62,7-33 0,-1-4-51,4-10-16,1-8 22,6-11 28,5-10 6,8-16-1719,-7 21 0,1 0 1688,2-4 1,1 1-32,2 0 0,2 0-1135,5-2 1,0 1 1134,11-8 0,-15 19 0,3 3 0,24 2 0,-3 6 0,-9 13 0,-2 5 2269,2 5-2269,14 24 0,-22 2 3392,1 16-3483,-18-17 1,-4 2-61,2 13-146,-7-11 1,-1-3 111,0-8-62,5 13 158,2-30 117,17-17 56,-4-13 22,11-20 34,-7-3 0,-3-2 11,-1 5 17,-5 8-28,-5 12-89,-7 9 22,-4 9-45,-2 4 44,6 28-83,11 1-3386,-1 5 3385,27-10 29,-7-24-6,9-3 1,16-18 32,-16-15-245,3 0 223,-13-19 1604,-26 18 0,-4 1-1586,5-14-1,-7-14 7,-13 34-46,-7 5 0,-8 2 316,-5 10-316,-3 14 0,-12 32 0,14 4 43,12-9 1,4 4-44,7 7 0,6-1 0,2-10 0,3 0 0,3 8 0,4-3 0,11-1 0,7-9-337,9-9-2303,0-14 0,3-3 1318,17 3-1874,-5-10 1,-1-3 2628,1-5 0,-8 2 0,-20 5 0</inkml:trace>
  <inkml:trace contextRef="#ctx0" brushRef="#br0" timeOffset="36190">12415 8295 27286,'44'-27'308,"0"-1"0,-5 5 0,-9 4-117,-23 12-102,-5 5-55,-1 0 28,-7 16-29,1-3-10,-5 13 6,-9 27-29,10-21 0,1 6 0,4 1 0,18-3 0,23 15 0,-2-26 0,11-13 0,3-7 0,8-14 0,-5-2 0,-2-4 0,2-18 0,-9-2 0,-19 2 0,-12 16 0,1-7-3392,-9 18 3392,-1 1 0,-7 10 0,-1 2 0,-11 17 0,4 8 0,-2 9 0,21 5 0,2-21 0,13 0 0,5-13 0,25-4 0,-18-4 0,2-3 0,0-2 0,0-3-1135,1-6 1,-4-4 1134,4-16-1304,-6-15 1304,-20 0 1478,-7 6-1478,-11 6 0,-3 2 0,-4-2 0,-2 4 0,-4 0-1575,-18-7 1575,10 11 1575,-5 4-1575,14 19 1835,8 5-5134,-12 14-3399,17-1 6698,-4 9 0,10-15 0,0-1 0</inkml:trace>
  <inkml:trace contextRef="#ctx0" brushRef="#br0" timeOffset="37033">14543 8404 25018,'20'-57'694,"-1"1"1,0-1 0,-5 9-387,-9 23 369,1-7-531,-5 23-135,-1 6 39,-13 46-5,1 4-31,2-7 0,0 2-14,3-6 0,2-1 3,0 6 0,2-1-20,0 22-3364,3-14 3499,2-25 50,1-22-150,1-13-18,1-14 0,0-5 0,2-22 0,-2 16 0,-1-4 0,3-15 0,1-2-380,0-3 0,1 0 380,2-2 0,1 3 0,-4 21 0,2 3 1373,9-12 1,2 6-1374,7 7 0,-6 8 0,4 8 0,5 27 0,0 11 0,-5-2 0,-1 5 0,12 14 0,-2 2-408,-14-10 0,-2 0 408,7 16 0,0 0 0,-9-14 0,-1 0-51,6 12 0,0 0-89,-7-10 0,-1-3 637,10 25-1309,-4-10-341,-2-11-1385,-3-13 1373,-6-10-6801,-2-7 5238,-24-12-1019,-24-4 4458,-16-4 600,20 8 0,-2-1-997,5 3 1,2-1 3483,-28-9-1192,11 0-623,15-2-561,13-2-487,10 0-621,7 3 89,8-3-195,21-3-242,8 4-33,12 0-74,-14 13 1,1 2-151,14-1-947,-3 1 0,9 0 1,-6 1 1119,-11 0 0,0 0-1680,6 0 0,5 0 1,-7 0 1797,18-3 0,-39 4 0,-4 2 0</inkml:trace>
  <inkml:trace contextRef="#ctx0" brushRef="#br0" timeOffset="38916">15580 8027 14062,'-6'-2'9830,"2"1"-5982,4 1-3596,-55-34-146,42 25-106,-41-24 34,73 44-45,9 9 2,-2-3 1,1 2-3390,18 16 3370,-6-3 0,0 1 6,0 3-20,0 2 0,-2 2-25,-9-4 11,3 10 61,-22-26 35,-8-11-7,-9-8 3376,-7-9-3359,-10-14-22,7 3 23,-6-26-3426,18 14 3386,-3-7-34,16 2-273,30-2-203,7 6 64,-7 13 0,2 2-13,-5 8 0,0 1-129,1 2 0,-2 0-638,26-4 414,-12 2 571,-16 1 3594,-13 1-2770,-8-4 811,-20-6-632,0-2 260,-10-3 48,2 3-767,7 6 195,1-2-234,8 9-163,0 0-90,2 3-22,7 7-28,11 9-28,21 13 3,0 3 0,3 5-26,-4 2 1,-1 1-254,-1-5 1,-4 1 311,-9 0 1,-9-3 24,-11-10 18,-7 4 21,-8-17 7,-5-9 61,-3-8-17,1-9-50,5-1 117,3-17 585,11-3-780,26-10-74,12 10-158,-6 23 1,4 5 132,-1 4 1,1 2-54,3 1 1,0 0-52,0 1 1,1 0-255,-1 1 0,-1 0 36,1 1 1,-1-1-60,0 2 1,0-1 108,-2 2 1,0-1 215,-2 0 1,-2 0 163,22-4 231,-11-4 618,-13-7 559,-8-12-689,-13 6 117,-9-9-62,-16 12-570,-9 6-3453,-21 11 3290,14 6 5,-7 6-5,6 14-17,10 0 11,-5 12-16,16-7-12,8-1 3392,9-3-3381,6-3-10,23-5 38,-5-8 34,12-11 22,-14-11 118,1-15-112,-11 6 90,0-7 39,-12 14-40,-2 3-117,-1 5-67,-2 6 17,-3 5 5,-3 6-22,-6 23 0,5-5-29,6 13-10,15-17-17,16-4-3376,1-9 3362,5-6 0,2-5 31,19-6 64,-12-3 0,-2-5 53,11-17-28,-14-3 95,-16-5 51,-13 8-77,-1-5-108,-7 10 3392,-3 1-3392,-1 14 0,-2-1 0,-1 11 0,-4 10 0,-5 22 0,-1 15 0,2 6 0,10-2 0,13-13 0,1-15 0,1-6 0,-1-17 0,-3-8 0,5-7 0,-2-4 0,1-5 0,-6 8 0,2-3-3392,-5 10 3392,1-1-109,0 3 109,-2 3 0,0 0 0,-1 2 0,1 0 0,3-1 3337,8-3-3337,-1 2 164,5-2-164,-4 3 0,-4 0 0,0 0 0,-5 0 0,0 1 0,-3 0 0,2-1 0,1-1 0,4-3 0,-2 2 0,3-2 0,-5 2 0,-1 2 0,-2 1 0,-1 1 0,-1 1 0,2-3 0,0 1 0,0-1 0,-1 0 0,0-1 0,0 0 0,3-6 0,-3 5 0,3-4 0,-4 7 0,1-2 0,0 1 0,-1-2 0,0 1 0,1 1 0,-1 2 0,0 8 0,-8 32 0,-4 18-450,0-10 0,-1 2 450,2-11 0,-2 3 0,-2 4 0,-3 5 0,1-2 0,-1 6 0,0 2 0,6-11 0,-1 5 0,1 1 0,3-2-938,5 5 1,3-1 0,4-1 783,2-2 1,4-1 0,0-4 0,2 1 0,3-8 0,13-5 0</inkml:trace>
  <inkml:trace contextRef="#ctx0" brushRef="#br0" timeOffset="39650">18383 7737 19910,'18'-48'1463,"-1"0"0,1 0 1,5-16-1,-4 9-981,-8 10 559,-8 15-968,-4 22 67,-11 21-61,0 6-7,-5 9 1,-1 8-6,-7 14 1,1 5-1946,7-16 1,1 1-1,0-1 1880,0 1 0,0 0 0,2 1 3,3 2 1,3 2 0,1-6 1168,3 19-1239,6-8 1,9-2-356,29 0-1821,9-16 1,7-5 193,-13-9 0,1-4 2047,1-3 0,4-2 0,-8-3 0,4-2 0,1-1 0</inkml:trace>
  <inkml:trace contextRef="#ctx0" brushRef="#br0" timeOffset="40466">19281 7624 19311,'1'-5'4833,"0"1"-3376,-1 4-1093,-6-61-151,-8 45-163,3-16 0,-5 5 23,-21 35-11,-5 9-34,2 10-3409,8 12 3381,15-13 11,10 13 12,17-13 5,9 10 5,4-6-28,8 4 1,3 1 11,2 3-17,-4-4 0,-3 0-28,-8 0 3543,-18-7-3447,-7-8-7,-12-5 29,-11-8 44,-33-1-134,5-2-1691,18-1 1,1-2 1674,-6-1-2438,12 0 2253,15-2-880,7 0-1938,15-4-6812,9-3 8481,1 2 1,-1 0-1,-10 7 1</inkml:trace>
  <inkml:trace contextRef="#ctx0" brushRef="#br0" timeOffset="40673">19650 7777 22688,'0'-4'4486,"0"1"-3914,0 3-556,-28-22 1,20 29-45,-20-9-73,28 38-834,4 26-358,-3-14-1533,2-14 0,-1-2 2826,-2-1 0,0-8 0,0-17 0</inkml:trace>
  <inkml:trace contextRef="#ctx0" brushRef="#br0" timeOffset="40833">19798 7513 15289,'0'-5'3315,"0"2"-4742,0 3 1,0 0 0</inkml:trace>
  <inkml:trace contextRef="#ctx0" brushRef="#br0" timeOffset="41624">19928 7788 18871,'-6'-48'91,"1"0"1,-2 8-1,9 8 566,40 15-651,-12 12 1505,-2 7-1528,0 7-11,17 18 11,-15-2-17,11 21 1,-19-9 22,-2 12-1,-11 0-706,-20 7 718,-1-20 1760,-19 5-1749,8-23 124,-8-1-57,13-9 1591,3-5-1507,11-7-11,0-5-5,0-4 3447,4-11-3537,10 6-39,0-1-22,14 10 16,-1 8 0,10 7-3414,11 19 3403,-14-4-12,-8 5 1,-3 2-22,-7-1-12,0 29-2263,-39-2 2320,4-11-765,-8-10 0,-3-6 753,-3-5 1539,-7-1-1500,20-16-5,15-13 39,16-38-62,3 15-3,1 0 1,3 1 2145,8 1-2143,17-15-8,1 9 0,4-2 11,-6 6 0,0 0-307,6-3 1,1 1 331,-8 5 0,-4 3 68,3-9-54,-11 7 1,-3-2-54,-5-14 0,-9 3 0,-13 7 0,-2 16 115,-3 3-115,0 5 607,0 4-607,0 1 0,-1 8 0,4 3 3392,-4 18-3392,5 5 0,4 4 0,5 5 0,3 2-326,1 7 0,3-1 113,2-11 0,5-4-2403,17 4 1,2-6-3283,1-5 5898,2-3 0,-3-4 0,-16-12 0,0-2 0</inkml:trace>
  <inkml:trace contextRef="#ctx0" brushRef="#br0" timeOffset="41850">20951 7149 26766,'-31'-41'554,"0"-1"0,0 3 1,15 15-527,21 27 28,18 21-11,19 18-2867,-13-9 0,2 5 2833,5 8 0,-3 2-11,-5-8 0,-3 4-101,-3 3 1,-3 7 0,-4-1-115,-10-4 0,-3 0 1,-2 0 20,5 0 0,-2 0 0,-4 0-934,-11 4 0,-6 1 1,-2-8 1001,-4-9 0,-1-5 0,3-1 0,1-3 0,-6 0 0</inkml:trace>
  <inkml:trace contextRef="#ctx0" brushRef="#br0" timeOffset="48691">1541 5338 12830,'-22'-40'1403,"1"1"0,-1-1 0,-7-14 0,2 11-495,2 23-432,1 9-235,-6 7-56,3 18 111,-4 35-206,12-8-20,7-3 0,5 3 64,14 0 1,5-2-26,0-5 0,6-2 244,26 7 0,8-9-219,-12-19 1,1-9-687,18-3 1,0-8 621,-9-9 0,-2-6-44,-11 3 0,0-2 0,0-1-6,4-3 1,1-1 0,1-2-538,-5 2 1,2-2-1,-1 1 1,-2 1 495,-2 2 1,-1 1-1,0-1-452,9-7 1,2-2 0,-10 8-861,-6 3 1333,-15 8 0,-20 20 0,-15 9 0</inkml:trace>
  <inkml:trace contextRef="#ctx0" brushRef="#br0" timeOffset="49132">1384 7250 16028,'-24'-39'1910,"-1"-1"0,1-5-1436,6 9 0,-2-6 1,4 1-421,5-1 0,4 2 220,-1 1 1,2 0-82,0 3 0,2 4 360,3 4-508,1 20 217,5 38-245,-3-1 2,1 6 1,1 6 0,-3 3 0,2 2-6,1-2 0,3 0 0,1 4 0,5-4 53,25 4 28,-5-33 0,7-10-4,0-14 1,4-8 0,-3-1-348,9 1 0,-2-3 278,-8-3 1,1-5-1,-2-1 24,0-2 1,-1-1 0,-3 2-25,1-1 1,0 0-7,6-4 1,4-5 0,-2 1-23,-8 7 1,-2 1 0,0 1-648,11-9 1,-1 1 41,-1 0 1,-4 8-9221,-4 19 8111,-24 16 1,-4 6-1,-7-7 1</inkml:trace>
  <inkml:trace contextRef="#ctx0" brushRef="#br0" timeOffset="49615">1584 9479 20106,'-20'-41'540,"0"0"1,0-1 0,-3-5-1,3 3-3057,7 5 1,4 5 2667,3 9-1083,-3-8 916,8 31 1155,2 13-1100,2 6 34,7 31-3,-5-13 0,0 6-20,4 17 0,0 3 1095,0-8 1,1-2-1129,2 2 0,2-7 3375,8-8-3342,15-17 113,5-27-46,-9-12 1,5-9-1,-3 2-1782,0 0 0,1-3 1696,8-10 1,4-7 0,-6 5-10,-11 10 1,-1 1-348,3-2 0,2-2 0,-2 2 333,-6 5 1,1-1 0,3-2 1,3-3-1,-3 3-169,-2 2 1,-1 3-541,3-3 0,-3 3-5377,0 7 6077,-25 24 0,-3 0 0,-3 0 0</inkml:trace>
  <inkml:trace contextRef="#ctx0" brushRef="#br0" timeOffset="51715">1162 11435 22795,'0'-50'623,"0"-1"0,0 3 1,0 12-394,-1 29-163,0 0-50,1 24 22,0 24 6,-1 20-29,-2 2-2125,-1-25 0,0 0 2104,-5 8 10,2-8 1,0-1 842,-1 12-836,-2 3 44,7-25 185,0-12-17,3-19-140,3-9 3398,1-12-3359,3-11 0,1-9-31,-4 14 1,-2-2-35,-1-2 1,-1-1-34,-2 0 1,0 0-1,-1 3 0,-1 2 37,-2-10-3415,2 14 3370,1 12-28,1 10-1,1 11 35,2 11-23,2 15-11,1 12 5,0 7 6,0 4-11,-3-4 5,3-7 3415,0-12-3387,1-13 85,2-15-57,1-13 12,8-31-23,-7 1-17,2-8-5,-9 17 34,-3-1-7,-2 2-4,-1-12-29,1 19-17,0 2-83,2 17 49,0 9-105,4 27-320,2 2-852,3 26-1730,0-9 3047,5 6 0,-8-27 0,2-3 0</inkml:trace>
  <inkml:trace contextRef="#ctx0" brushRef="#br0" timeOffset="51999">1744 11451 14320,'-7'-3'6732,"1"1"-5213,6 2-999,0 0-4334,-40-12 4127,29 8-46,-30-8-245,39 11-1332,0 0-1451,11 4-7070,0 1 8971,3 0 1,-5-1-1,-5-2 1</inkml:trace>
  <inkml:trace contextRef="#ctx0" brushRef="#br0" timeOffset="52925">1380 11524 18313,'10'-46'1357,"0"0"1,-1 0 0,-3 3-255,-11 1-616,-4 2-128,-9-1-231,2 22 40,-10 4-84,-1 11-22,-13 6-17,-7 16-20,15 3 0,1 4-442,3 0 1,2 3 424,-6 14 1,3 3-1,11-11 1,4 0-47,1-2 1,4-1 26,5 24 28,14-17-1527,10-13 1,5-1 1520,10 2 23,3-12 0,2-6-37,0-10 53,-5-3 1,2-4 55,5-16 1,0-4-46,-5 4 1,-1-2 265,3-5 1,-3-1-216,-14 4 0,-5 1 267,1-18-211,-4-1 3364,-10 4-3199,-7 10 0,-1 2-146,0 1-8,-5-24-84,7 46-78,0 2-17,2 6 0,5 19-6,4 10-14,0 3 1,-1 3-3,5 15 2,-7-18 1,-1 1-273,1 23-1598,2-8 0,3 1 747,-5-15 0,3 0 1143,13 19 0,1-7 0,-9-25 0,12 3 0</inkml:trace>
  <inkml:trace contextRef="#ctx0" brushRef="#br0" timeOffset="53498">2187 11528 24850,'-39'1'187,"1"0"1,-21-3-143,51 18 44,9-10-4222,7-1 4324,17-5 707,-2-3-803,30-12-2273,-22 2 2318,10-5 56,-20 5 151,-9 0 2044,-7 6-2223,-4-1-44,-8 6-108,0 0 46,-25 12-40,16-2 3387,-22 17-3386,24-8-12,-3 4 11,12-6-33,3-5 39,8-3 17,3-4 28,16-7-3398,-1-4 3353,2-3 61,-6-6 119,-8-3-147,-4 5 74,-4-6-29,-8 11-72,1 0 38,-8 2 3343,2 6-3421,-1-1-27,-4 7-113,3 4-123,-3 2-3153,-1 15 3422,7-3 0,-1-1 0,6-8 0</inkml:trace>
  <inkml:trace contextRef="#ctx0" brushRef="#br0" timeOffset="54257">1552 11438 18268,'0'-45'1393,"0"0"0,-2 2 0,-1 7-1073,-1 13 133,-10 1-195,-2 15-73,-12 0-45,-9 9-28,-10 7-51,13 3 1,-1 2-6,-3 6 0,0 1-312,0 1 0,1 2 292,3 2 0,3 1 15,-10 19-23,13 2-12,19-15 1,5 0 17,10 15 16,18 7 12,21-27-1594,-6-16 0,3-4 1571,18 2-259,1-10 0,0-5 337,-3-9-62,-13 3 0,-2-3 108,-1-14 75,-12-4 115,-11-3-11,-8-6-96,-7-6-112,-4 13 1,1-2-1,0-1 1,1 1 1400,-1 1 1,1 2-1340,3-18 878,-4 31-1018,0 12 592,-1 14-637,0 15-3335,3 26 3319,-1-10-1,1-5 1,0 1-68,4 14-123,-1-15 0,1 1-714,4 2 0,2-1 456,6 5 0,1-2 1,3 5-1,3-6 0</inkml:trace>
  <inkml:trace contextRef="#ctx0" brushRef="#br0" timeOffset="56107">3741 11505 11808,'5'-47'1249,"0"-1"0,0 6 0,-2 9 1545,-2 19-2749,-1 13 1431,-1 17-1369,0 22-77,0-8 1,0 5-741,-1 23 0,0 1 654,2-15 0,-1 1-247,0 0 1,0 4 0,0-3-349,1 5 0,1-2-1579,-1 2 1,1-1 2229,1 6 0,0-9 0,0-23 0,-1-6 0</inkml:trace>
  <inkml:trace contextRef="#ctx0" brushRef="#br0" timeOffset="56406">3831 11592 15118,'-22'-56'1147,"-1"0"0,0 0 1,0 0-1,0-1 0,2 3 1,4 4-1081,2 0 0,13 9 679,48-1-729,4 22-14,-15 11 0,1 4 335,19 11-355,3 17 3,-28-7 0,1 4-17,15 20 0,-2 5-187,-18-11 0,-4 2 167,3 10 1,-14 1 171,-24-12 1,-11-3-108,0-5 0,-5-3-37,-10 3 1,-2-4-45,-15 1-258,-3-7-818,26-12-2949,1-11 4092,18-13 0,8 5 0,6-3 0</inkml:trace>
  <inkml:trace contextRef="#ctx0" brushRef="#br0" timeOffset="56773">4444 11132 17351,'4'-1'3529,"0"0"-1211,-4 1-2139,-5 67-3830,3-27 3687,1 3 1,2-2 925,2-12-614,16-14 40,-6-11-164,21-6-62,0-13-41,-6-1 0,1-3 3383,11-11-3373,-13 6 1,-2-1 327,2-19-313,-5 9 117,-7-11-73,-14 23-61,-4-3-67,-3 10-57,-3 6-189,-4 12-1,5 4-1742,-2 24-7904,25 7 9567,0 3 0,6-11 0,-8-18 1</inkml:trace>
  <inkml:trace contextRef="#ctx0" brushRef="#br0" timeOffset="57256">5339 11027 24211,'-45'-25'256,"0"0"0,6 1 0,8 8-223,20 17 62,7 13 310,4 3-349,9 15-16,13 1-24,13 7-4031,0-6 4004,-5-5 0,1 1-40,10 15 366,-13-13 0,-2 2-523,1 15 12,-14-9-2234,-17-10 1909,-11-9 191,-3-9-958,-19-6 2802,10-10-1817,-12-7-1875,17-3 2307,-6-24 1913,15 13-1767,2-11 0,1-3 357,5-15-290,2 15 0,1-1 324,6-16 164,0 6-601,0 22 130,0 4 3036,-4 24-3390,0 3 1,-1 11 480,-2 14-486,-2 14-143,-2 5 1,0 4-444,1-9 1,0 1-1894,-2 16 1,0-2-7274,1 4 8970,3-11 0,3-35 0,1-6 0</inkml:trace>
  <inkml:trace contextRef="#ctx0" brushRef="#br0" timeOffset="57649">5643 10953 22546,'4'-43'683,"-1"-1"0,0 1 1,2-21-1,-2 12-28,-4 25 376,-3 1-981,2 21-4067,2 20 4033,4 10 926,8 36-941,-4-9 1,1 11 0,0-4-19,0 1 1,1 1-186,-3-13 1,0 5 0,1-1 0,-1-9 198,0-2 1,0-8 2,6 15 84,-1-24 33,-4-16-55,-1-11 5,6-14 2907,7-15-2946,3 1 0,2-1-22,14-16 93,-8 17 0,6-2 0,-4 6 1087,12-6-1158,-5 6 0,0 4 50,4 11-27,10 18-51,-22 6 0,0 4-34,-1 4 1,-2 3-18,-7 1 1,-2 0-219,8 18-1120,-5 2-3035,1 5 3598,0 4 1,-13-28 0,-7-16 0</inkml:trace>
  <inkml:trace contextRef="#ctx0" brushRef="#br0" timeOffset="58282">7246 10787 28967,'-15'-49'492,"0"0"1,1 2 0,1 13-1545,5 29 940,-4 10 877,3 5-160,-9 26-395,-2 15-316,3 0 0,-1 4-843,2-1 0,1 2 958,3-10 1,0 3 0,1-4 42,1 3 0,2-2-492,2 7 1,7 0-783,17-10 1,11-4-3360,17 0 1,7-5 1341,-6-5 0,4-8 3189,-7-12 0,3-6 0,-8-1 0,3-3 0,-2-2 0</inkml:trace>
  <inkml:trace contextRef="#ctx0" brushRef="#br0" timeOffset="58484">8083 10853 19246,'-6'-53'1421,"0"-1"1,0 1-1,0 5 1,1 2-1,0 8-603,-7-6-276,5 22-407,3 7 32,9 23-167,9 14-1637,1 8 1,1 3 1625,8 19-169,-6-4 1,-3 3 137,-6-10 0,-3 2-202,2 13 0,-3 4-1147,-5-10 0,-3 3 1,-2-2 1390,-1-4 0,-1-2 0,-1-1 0,-1 9 0,0-5 0,-9 8 0</inkml:trace>
  <inkml:trace contextRef="#ctx0" brushRef="#br0" timeOffset="63232">1279 12955 19496,'-2'-52'1698,"-1"-1"1,1-2 0,-1 6-349,0-1-1058,0 13-220,0 12-44,2 37 12,7 16-1,3 26-23,-2-19 1,1 3-3,1 14 0,-1 3 17,-2 0 0,-1 0-26,-1-2 1,0 0 13,-5-2 1,0-4 20,0-3 161,-3-8 51,4-31-95,0-12-79,-2-8-44,0-4 78,-1-24-67,2 8-23,6-25-16,1 26-3404,21-12 3387,3 26 11,7-1 3,-5 17 0,0 4-20,4 5-1126,5 6 1,-1 3 1170,-7 4-163,2 9 1,-3 4 117,-12 7 1070,-5-8 1,-7 1-1066,-23 1 1,-9-3 22,-18 12-28,7-16 1,-3-4-85,-16-4-184,6-9-606,7-8-5587,11-17 6478,13 0 0,8-1 0,9 8 0</inkml:trace>
  <inkml:trace contextRef="#ctx0" brushRef="#br0" timeOffset="63434">2254 13097 23478,'-2'0'1179,"-28"2"0,-4 1-1386,18 1-1692,-44 4-4274,64-3 6173,5-2 0,-3-2 0,1 0 0</inkml:trace>
  <inkml:trace contextRef="#ctx0" brushRef="#br0" timeOffset="64192">4102 12678 24447,'3'62'123,"-1"0"0,1 0 0,-1-15 0,0-2 1,-1-1-119,-1 0 1,-2 0-1,0 0-1022,-1-2 1,-1 0 0,-1 1 368,1 0 0,-1 1 1,0 1-668,0 5 1,0 1-1,0-3 1315,1 9 0,1-5 0,0 6 0,3-17 0</inkml:trace>
  <inkml:trace contextRef="#ctx0" brushRef="#br0" timeOffset="64499">4094 13425 12256,'-11'-60'1001,"0"1"0,-1-1 0,1 0 0,2 10 0,0 2 0,0 2 1,2 2-568,1-2 1,0 3 0,2 5-227,0-18-63,4 4 1,7 2-3317,25 4 3199,-1 11 11,-3 17 1,5 5 554,1 9 1,3 5-578,8 7 0,2 6-511,0 2 0,-2 6 494,-3 8 0,-7 6-535,-12 5 0,-7 2 557,-1 17 708,-17-18 1,-9-2-719,-24 7 41,-6-12 0,-3-2 79,17-14 0,-2-2-121,-26 5 0,3-6 2196,21-12-2633,-21-9 2379,43-13-6608,6-15 3807,12 0 0,-1 10 0,2 8 0</inkml:trace>
  <inkml:trace contextRef="#ctx0" brushRef="#br0" timeOffset="64881">4894 12637 19171,'2'-5'3730,"0"2"-2974,-2 3-381,-49 64-296,33-35 21,-14 26 1,4 2-78,24-23-1,1 20 40,15-31 38,9-5 12,9-1 45,4-8 45,0-14 22,-2-9 62,-4-13-3152,-4-16 3040,-10 12 100,-6-18-106,-9 13 23,-8-15-62,-5 9-68,-6 8-61,-10 17 3387,10 14-3432,-12 13-11,19-2-291,-6 14-107,13-9-3630,14 18 4084,12-6 0,-6-2 0,3-9 0</inkml:trace>
  <inkml:trace contextRef="#ctx0" brushRef="#br0" timeOffset="65348">5450 12734 26183,'-21'51'232,"11"-21"1,1 3-205,1 9 0,1 2-682,1 4 1,1 1 655,1 1 1,0 1 5,2 11 1,0-2 8,1-19 0,0-2-6,2 10 0,1-4 418,2-6-418,2-4 286,-2-21-263,-2-19-29,-1-5 1,-2-10-17,-4-7 5,1 3 34,-3-9 0,0-4-23,2 6 1,1-2 352,-2-19 0,0-3-344,3 2 0,1-1-758,3-4 1,1-1 745,2 0 1,2 0 5,3 3 1,2 2-235,2 5 0,3 2 226,-1 6 0,5 4-114,12 2 0,2 6 108,9-3-1321,0 24 1,0 9 1326,3 25-9,-13-4 1,-2 3 430,-10 3 1,-5 2-435,-4 2 1,-6 0 5,-7 1 1,-8 0-4,-12 5 1,-9-2-42,-7-2 0,-5-3-132,-3-2 0,-1-4-146,6-6 1,3-6-912,-17-2 1279,5-11 1,27-1-1,-7-1 1</inkml:trace>
  <inkml:trace contextRef="#ctx0" brushRef="#br0" timeOffset="66349">6362 12657 23707,'-4'-53'713,"0"0"1,1 6-1,-2 11-494,-1 25-169,0 10-5,-1 14 33,-5 31-365,2-5 312,2 0 0,2 0-25,0 4-17,3 2 1,3 4-1949,7-8 0,1 0 1508,-3 1 0,3-1-2937,10 2 0,3-6 2840,9-1 1,-12-11-1,-10-18 1</inkml:trace>
  <inkml:trace contextRef="#ctx0" brushRef="#br0" timeOffset="66566">7126 12455 24441,'-22'-44'728,"0"0"0,4 5 1,2 10-556,6 21-139,8 8 11,11 11-1,11 14-32,4 3-1683,9 14 0,0 3 1677,1 3-10,-12-14 0,3 4 0,-6 3-750,-11 0 0,-6 3 1,-3-1-1214,-4 16 1,-4 0 1701,-1-10 0,-3 1 0,-1-7 0,-3-10 0,-1-7 0,-6 5 0</inkml:trace>
  <inkml:trace contextRef="#ctx0" brushRef="#br0" timeOffset="68290">1679 14717 21411,'-4'-47'1230,"0"-1"0,0 8 1,-6 9-1002,-28 18-106,4 26 1,-1 9-113,7-3 1,0 5-7,-2 5 1,0 6 0,3-1-547,2 8 0,3-1 527,1-1 0,4 1 61,5-3 0,8 0-1260,21 3 1,9-2-2888,0-5 0,5-4 3475,15 5 1,-1-7-1,-3-14 1,-25-11-1</inkml:trace>
  <inkml:trace contextRef="#ctx0" brushRef="#br0" timeOffset="68474">2322 14905 27326,'-34'-23'-664,"0"1"0,-19-8-6118,59 39 6782,4 3 0,-2-4 0,-2-4 0</inkml:trace>
  <inkml:trace contextRef="#ctx0" brushRef="#br0" timeOffset="69000">4344 14769 19664,'0'-8'3590,"0"2"-2823,-20-54 123,-20 34-758,16-7 0,-2 5-2129,-11 25 0,0 10 2042,-2 4 388,9 11 0,4 4-433,11-3 6,-4 19 16,44-9-11,-5-12-11,7-3 0,3 0 11,25 4-14,-19-10 1,2 1 1572,-1 0 1,0-1-1566,-4 1 1,-1 0-6,16 12 142,-25 5-92,-43 1-33,-5-6-11,-26-1-1,17-13 1,-1-2-12,-9 4-22,2-3 0,0-2-156,-7-2-652,-5-6-2343,16-14 3179,18-16 0,12 11 0,9-3 0</inkml:trace>
  <inkml:trace contextRef="#ctx0" brushRef="#br0" timeOffset="69583">4886 14393 21993,'-6'12'274,"-2"21"295,1 7 0,-1 10 0,0-1-555,0 4 0,0 1-11,0 0 1,1 3 0,2-7-2652,-1 13 2648,5-28 0,2-6 1022,5-14-994,3-7 903,6-6-852,5-15 21,11-23 62,-8 5-89,9-22 3409,-11 13-3410,-6 12 1,0-1 0,8-15-62,4 6-11,-12 22 0,19 18-11,-8 14 33,23 23-33,-16-2 11,-2 0 0,2-5-11,-16-20 11,20 5 11,-9-17-16,11-10 27,9-20 0,-24 6 1,-2-3 77,5-16 1,-4 0-28,-9 13 0,-2 1 17,6-30 117,-18 44-78,-1 9-85,-4 10-72,0 3 51,-7 28-74,4 20-402,5 7-622,9 1-5764,16-19 6839,-3-22 0,-1-6 0,-11-12 0</inkml:trace>
  <inkml:trace contextRef="#ctx0" brushRef="#br0" timeOffset="69750">5892 14437 22610,'-45'-17'-2155,"5"-3"1,47 31-1</inkml:trace>
  <inkml:trace contextRef="#ctx0" brushRef="#br0" timeOffset="70432">6334 14385 26172,'-43'28'59,"0"-1"1,3 15 0,10 6-397,21 3 1,7 6 339,-2 0 1,0 5 0,0 1-1079,1-15 1,0 0-1,0 0 1,-1-1 960,0 8 0,0-1 0,-1 1-152,0-3 0,-2 2 0,0-1 0,-3-7 136,-6 5 0,-4-4-72,-10 10 0,-4-5 331,9-17 0,-3-9 341,-31-13-2295,30-49 1998,6-16 59,12 1 1,6-8-337,8 10 1,4-3-1,1-1 96,-1 1 1,2 1 0,4-2-68,4-6 0,5-1 1,6 6-494,8 11 1,5 5 0,-2 3 219,-3 1 1,3 3-867,9 3 0,6 2 1,-8 6-243,1 4-3238,3 4 0,-4 6 3271,-22 9 1423,9 8 0,-17 12 390,-6-9 9440,16 11-4876,-5-17-2327,22-1 1259,3-16-2765,4-10 2557,-15-2-3214,-6-11-172,-14 3-141,4-14-50,2-11-71,-9 21 1,0-2-1705,2-7 1,-1-3 1692,2-6 1,-2-3-1,0-5 1,-2-5-240,-4 6 0,-2-4 0,-1 3 306,0-1 1,-3 2-9,-2 11 1,-1-1-1,-3 10 29,-12 6-96,0 22 0,-4 37 3012,9 2-3018,2 5 1,1 2 1153,0 16-1159,2-5 0,1 7-20,2 4 1,2 6-469,2-18 0,0 3 0,1 1 0,1-2 439,-2 0 1,1-2-1,3 3-328,2 2 1,2 3-1,1-1 1,0-10-137,0-7 1,2-4-133,4 17 1,4-1 644,4-18 0,-1-5 0,-4-1 0,15 8 0</inkml:trace>
  <inkml:trace contextRef="#ctx0" brushRef="#br0" timeOffset="70600">6801 14456 25483,'39'-27'-917,"0"-1"0,0 1 0,8-10 0,-4 9 0,15 23 0,-34 3 0</inkml:trace>
  <inkml:trace contextRef="#ctx0" brushRef="#br0" timeOffset="71750">1824 16250 9100,'6'-8'6704,"-1"2"-2533,-5 6-3717,-24-65-292,11 46 516,-1-17 1,-4 5-527,-5 29-29,-13 20-117,4-2-6,5 7 0,-1 4 33,6-1 0,0 2-30,-5 10 0,-1 2-6,1 0 0,2 2-8,1 7 0,4-1 1207,9-17 0,2-2-1180,6 27 52,24-43 2,8-23 0,2-7-23,-4 1 1,0-3-1578,6-8 0,-1-1 1558,8-20-821,-22 20 0,-1-2 846,-2-2 0,0-4-497,-1-9 0,-1-5 0,0 3 461,-2 2 0,-2 0-8,2-16 1,0-1 77,1 10 0,0 4 70,3-7-107,-3 14 0,-1 6 12,-3 18 1543,-5 12-1594,-1 6 2270,0 15-2253,2 35-17,-1-6 4,-1-1 0,-1 10 0,0-7-228,-2-11 1,0 0 206,1 6 1,-1 5 0,0-4-21,-2 3 1,0 0-334,3 10 1,1 0-127,0-10 1,3-1-3059,7 10 1,6-5 3542,13-9 0,-5-6 0,-7-20 0</inkml:trace>
  <inkml:trace contextRef="#ctx0" brushRef="#br0" timeOffset="71933">2607 16449 23489,'0'-8'1882,"-3"-29"0,-1-4-1737,1 20-78,-2-20 1,-1 5-35,1 30-346,-1 1-858,3 4-4072,9 6 5243,3 0 0,1 1 0,-3-3 0</inkml:trace>
  <inkml:trace contextRef="#ctx0" brushRef="#br0" timeOffset="72466">4314 16518 11882,'8'-49'1358,"0"-1"0,1 1 1,-1-4-1,0 4 272,-2 11 1,-1 7-1317,-3 10 100,-1 1-246,-2 15 1142,-1 8-1276,-6 29-34,3 5 0,0 3 0,-3 23 349,2-14 0,6-1-363,15-15 0,4-5 25,11 12 6,20-3 2597,-14-39-2586,14-20-6,-24 3 1,0-3-68,4-4 1,-2-2 89,-4-3 0,-4 0 61,2-21-50,-11 14 151,-7-12-184,-3 31 16,-3-12-78,0 26-185,0 2-1233,1 13-4692,15 11 5764,-1 2 0,3-3 0,-7-12 0</inkml:trace>
  <inkml:trace contextRef="#ctx0" brushRef="#br0" timeOffset="73083">5121 16224 21063,'0'-5'3568,"0"1"-1445,0 4-2089,-1-30-34,0 32 6,-2-6-12,0 31 6,-2 13 0,-2 0-6,-1-2 0,1-4 1,-1 0 33,-3 3-17,6-15 17,-1 2 23,7-22-6,7-15 5,9-13 12,9-16 44,7-8-45,-16 23 1,1 0 33,17-23-16,-1 6-51,-9 15 11,8 7-39,-11 18-11,11 9 0,-5 15-6,7 20 34,-6-1-12,-2 0-22,-9-13 29,10-2-12,1-12-23,16-2 18,0-20-1,2-13 0,-12-2 31,-11-8 1,-3-3 30,-3-15-40,-5 16 1,-2 0 123,-6-22 174,-8 9-112,-2 2-118,-2 9 16,0 18 29,2 8-34,2 6-111,0 0 27,2 13 7,7 9-42,6 17 35,9 11 2,6 8-13,-4-9-23,-3-9 0,0 1-1755,-6-3 1,-1-1 1727,2 0 0,-3 1-124,-6 3 0,-8-2-658,-20 9-367,-17 5-1218,14-28 0,-2-2 2417,-4-4 0,2-2 0,-3 1 0,4-7 0</inkml:trace>
  <inkml:trace contextRef="#ctx0" brushRef="#br0" timeOffset="73716">6423 15859 24995,'-4'-45'607,"0"0"0,0 5 0,2 7 115,6 13-632,-1 11-73,3 0 5,-3 17 25,1 23 1,-2 7-687,-1 8 642,-2 11 0,-2 7 11,-5-7 0,-1-1-3,1-10 0,1 0-17,-2 16 1,1-2 11,4 2-1599,4-25 0,1-3 1581,0 4 40,5-12-16,-2-28 10,6-12-11,3-14-1829,0-3 1854,-2 2 1,1-2-21,6-14 1113,-4 13 0,1 1-1084,12-15-40,-5 15-5,25 3-2274,-25 21 2291,20 1 2180,3 35-2163,-12-2-46,-6-5 1,-1 1 50,13 16-56,-13-16 34,5-4-23,-8-22 3376,3-10-3336,4-13-17,1-9 16,0-5-3303,-4 1 3399,-6 5-12,-7 13 120,-6 6-237,-5 11 0,-1 2 0,-1 9 0,1 7 3392,5 22-3392,2-5-343,6 14-743,0-14-1295,-2-2-6306,-3-6 8687,-5-7 0,-3-8 0,-2-6 0</inkml:trace>
  <inkml:trace contextRef="#ctx0" brushRef="#br0" timeOffset="73857">7243 15907 17711,'0'-7'4369,"0"2"-3567,0 5-9456,0 0-1177,-17-48 9046,14 37 0,-13-37 1,17 49-1</inkml:trace>
  <inkml:trace contextRef="#ctx0" brushRef="#br0" timeOffset="74591">7897 15823 24508,'-52'-20'461,"1"0"1,0 1-1,8 9-388,17 22-28,0 14-23,9 20-2151,8 12 1,4 4 2133,2-21 1,0 1-8,0 0 0,0 4 1,0-2 44,-1 8 1,-1-1-64,1 4 1,-2 1-65,2-10 0,0 1 0,-1 1-448,-1 4 0,0 0 0,-1-1-745,-3-4-1,-1 0 1,-2-2-71,0-2 0,0-1 1,-3-4-101,-10 10 0,-3-8 1778,-18 0 1631,10-25 2492,16-57-3776,15 8-294,9-10 1,5-5 1129,7-1 1,6-2-1496,2 3 1,4-3 0,-1 2 49,-6 11 0,-1 1 0,1 1-104,4-2 1,2 1-1,-2 5-155,-1 8 1,-2 4-526,26-16 251,-19 16 0,4 2-118,10-1 1,-1 3 514,10-3 130,-13 7 0,-4 0 151,-10 4 1350,15-10-444,-23 10 1301,18-16-1094,-22 16-626,15-12-409,-14 14 247,9-4 252,3-1-544,-1 2-156,2-1-12,-8 3 40,4-3-29,6-4-16,9-7 8,-9-1 0,-2-2-58,6-8-102,-8 1 0,-4-3 140,-6-22-691,-2-3 661,-8 16 0,-2-2-9,-3 4 0,-2-1 90,-4-14 0,-2 0-11,0 15 0,-2 2-1572,-2 5 0,0 5 1515,-3 10 12,-4 16-61,5 30 5,-1-1 0,6 9 0,3 4 0,0 12-3,3-13 0,1 1-3,1 5 1,1 2-9,-1 2 0,3 5-721,2 6 0,3 6 1,0-5 647,-2-3 0,2-1-149,4 0 1,1 3 0,0-10-297,6 5-622,-4-14 0,0-2 1154,4 7 0,-4-11 0,-5-14 0</inkml:trace>
  <inkml:trace contextRef="#ctx0" brushRef="#br0" timeOffset="74775">8201 15975 24144,'19'-51'467,"0"1"0,2 0 0,1 11-400,-1 25-5699,8-2 5559,16 5-5071,18 12 5144,-7 1 0,-9 7 0,-36-4 0</inkml:trace>
  <inkml:trace contextRef="#ctx0" brushRef="#br0" timeOffset="77075">2043 17499 18229,'0'-4'4437,"0"1"-2679,0 3-1506,-51-23-162,27 29-51,-10-11 0,1 4 12,8 35-29,-1 1 17,6-1 34,4-2-11,8-15 38,3-5 203,8-11-168,2-4-74,2 0 7,7-7-52,-2 1-21,1 0-1,-5 4 6,-3 4 17,-2 0 117,-1 1-106,-2-2-28,-1-2 12,0 0 4,0 0-10,0 2 100,0 2-106,-1 0-33,-1 0 55,-1 0-22,-1-1 17,1 1 17,2 0-931,1 0 180,5 0-593,1 2 515,2 0 178,-1 1 51,-3-1-274,1-1 751,-2-1 38,1 1 1121,-2-1-684,-1-3 657,0 0-545,0 0 303,0 1 117,0 2-755,-1 5-23,1 3 28,4 10-106,-1-6 39,7 8 22,3-9 95,21 3-173,-12-6 196,24-8-112,-23-10-6,9-9 28,-9-7 0,-5-8 168,-6-14-201,-7 13 78,-8-12-95,-3 27 106,-16-8-145,1 17-40,-21 6-11,5 17-5,1 6-12,1 13-16,6 15 39,3 9-15,13-12 1,3 1 8,4-10 1,3 1-1784,7 13 0,7-2 1388,1-12 1,7-3-3101,20 9 1,7-5 3483,-11-13 0,0-4 0,1-1 0,-4-4 0,-3-5 0</inkml:trace>
  <inkml:trace contextRef="#ctx0" brushRef="#br0" timeOffset="77250">2737 17811 24620,'0'-3'2907,"0"1"-2784,0 2-419,-18-30-1076,12 27 1372,-12-18 0,17 27 0,1 2 0</inkml:trace>
  <inkml:trace contextRef="#ctx0" brushRef="#br0" timeOffset="78599">4291 18177 26116,'23'-50'414,"-7"16"1,-1 1-303,4-10-59,-5 9 0,0-3-8,-2 1 0,-2 0-40,-2 6 1,0-2-922,1-27 1,-2-4 943,-2 15 0,-2-3 1,0 4 0,0-6 1,-1-1-1,0 6-1230,0-13 0,-1 3 1221,0 11 1,0-1-1,-1 9-1530,-2-3 1499,0 25-34,-9 43 34,1 22 5,1-3 1,-1 5 3,2 6 0,0 2-6,2-14 1,1 0 0,0 1-8,1 2 0,1 0 0,0 0-30,1-1 0,1 0 0,2 0-145,5 18 0,5-3 2,-4-14 0,7-5-778,20 6 0,5-9 193,7-6 312,-2-26 0,10-6 0,-8-4 113,7-14 525,-14-4 1,4-7-1,-11 0 226,-5-25-274,-11 22 0,-3 0 1028,-3-20 87,-8 8 1319,-1 16-2406,-1 3 3413,-1 31-3519,0 6-3160,8 7 3126,-1-6 22,14-3 17,2-9-2274,14-7 2235,7-7-1484,4-9 1540,-3-9 57,-7-9-34,-11-4-102,-10 7 196,-8-14-33,-15 16-90,1 0 1588,-27 14-1599,7 23 2108,-19 8-2181,-2 28-5,24-11 0,1 3 68,3 1 1,2 2-53,5 2 1,6-1 3291,14 21-3586,24-22 0,7-4 88,8 1-4,8-11 0,3-9 96,-21-16 0,-3-3 106,2 2 0,-1-2 16,11-12 1,-3-6 70,-14 2 0,-3-1-29,2 1 1,-3-2 202,5-27 262,-25 20-374,-4 6 173,-6 2-235,1 20-17,-1-1-34,1 19-22,1-3-11,-2 24 22,3 0-22,2 15-40,5 3 40,0-11-50,8 16 49,-4-23-10,3 6 56,-4-24-12,0-17 79,14-33-90,-9 9 17,10-20 56,-5 14 34,12-15-40,-2 10-39,8-2-11,-10 26-11,-5 7-23,12 16-5,-1 14-28,-2 3-45,-4 9-151,-14-13-376,0-2 40,-2-7-286,1-3-8085,13-7 2366,-6-1 6008,17-4 1,-22 0 0,1-1 0</inkml:trace>
  <inkml:trace contextRef="#ctx0" brushRef="#br0" timeOffset="79014">6560 17680 25825,'-12'-39'281,"0"0"1,-15 16 0,-3 11-226,-24 39-39,16 0 0,3 2-6,-3 10-25,20-3 0,8 0-19,12-5 16,12 19 50,23-41 18,3-13 55,0-8 426,0-24-185,-16 3-39,-2-14-95,-16 11-39,-4 3-12,-1 5-110,-1 8-52,0 9 0,0 41 0,1 7 0,0-2 0,-1 5-15,-1 8 1,-1 1-20,-1-4 0,-1 2-1766,-2 11 1,-2-1 1692,2-18 1,-2-2-252,-5 8 0,-1-2-211,0-11 1,-4-3-2429,-13 9 1,-2-4 2996,-10 4 0,-3-12 0,35-25 0</inkml:trace>
  <inkml:trace contextRef="#ctx0" brushRef="#br0" timeOffset="79866">6855 17441 21875,'11'-44'902,"0"1"0,0 0 0,4-18 0,-6 6-370,-12-6-67,-3 11-84,-1 15-79,1 15-319,2 16 12,0 10 33,-1 47-48,3-23 1,0 3-1427,-1 15 1,1 7 0,-1-2 1400,0 7 1,0 0-26,1-5 1,-1 2 0,0-5 355,0-7 1,-1 0-786,-1 2 1,-2 4 0,0-7 274,2-10 0,-1-2 159,-3 20 1,-2-12 47,-3-34 28,5-15 62,-1-31 3456,6 0-3347,2 6 0,1-1 25,-1-26 41,1 21 1,-2 1 54,-2-18-225,1 13 1,-2 11-113,10 12 34,3 5-6,21-5-27,25 5 27,-22 8 1,1-2-4,17-7 1,0-1 10,-18 7 1,-2-2 14,10-8 0,0-4-9,-7-5 1,-2-1 13,-6 7 1,0-1 38,4-10 1,-3 3 134,-5 6-90,-7 8-67,-7 11 45,0 25 31,0 27 0,-1 8-478,2 7 363,-2-3 0,-1 3-6,-1-10 0,-1-4 23,0-14 0,1 0 33,2 21 1,-1-4-68,1-13 73,0-12 90,-2-22-23,3-11-34,8-9 91,5-15 156,17-13-236,-11 15 80,17-8 267,-23 26-313,25-2-111,-23 13-29,30 14-5,-30 1-101,20 20-67,-23-12-1255,10 17 1434,-8 7 0,-6-17 0,-3 3 0</inkml:trace>
  <inkml:trace contextRef="#ctx0" brushRef="#br0" timeOffset="81281">10067 10929 8342,'2'-60'983,"0"1"0,0-1 0,-1 0 0,1 0 0,0 1 0,0 2 0,-1 2 0,1 2 0,-1 2 0,0 3-90,-1-11 0,-1 4 1,-1 9-446,0-15 802,-2 12-869,3 34-243,0 5 36,3 34-37,2 11 0,-1 4-101,0-7 1,-1 2 18,1 8 1,-1 5 0,0 0-3,-1 14 0,-1 2-493,-1-9 1,0 4 0,-1 5 490,2-7 1,-1 5-1,0 2 1,0 2-1,1-2-587,-1-1 0,0 0 0,1 0 1,-1 2-1,1 3 558,0-15 0,0 3 1,1 1-1,-1 1 1,0 0-1,1 0 1,-1-1-1,1-2-294,0 8 1,0-1 0,0-1 0,0-1 0,1 1 0,-1 0 300,1 1 1,-1 1 0,1 0 0,0 0 0,-1-1 0,1-1-4,0-7 0,-1-1 0,0-1 0,1 1 1,-1 2-1,1 2 2,-1 1 0,0 3 0,1 2 0,-1 1 0,0 1 0,0-2 0,0-3 1,0-3-268,1 7 1,-1-5 0,-1-1 0,1 2 0,0 6 252,0-8 0,-1 4 1,1 4-1,0 3 1,-1 0-1,1-1 0,-1-2 1,1-3-1,-1-6-118,0 10 0,0-6 0,0-2 0,0 0 0,-1 5 108,1-11 0,0 2 0,0 1 1,0 1-1,-1 1 0,1 1 0,0 0 1,-1 1 3,1-3 0,0 2 0,-1 1 0,1 0 0,-1 1 0,0-2 0,1 0 0,-1-1 1,1-2-10,-1 3 0,1-2 0,-1-2 0,1 0 1,0 1-1,-1 0 0,1 3 17,-1 1 0,0 2 0,1 1 1,-1 0-1,1 1 0,-1 0 0,1-1 1,-1-2-26,1 5 0,0 0 0,0 0 0,0-1 1,-1-2-1,1-2 0,1-4 6,-1 0 1,0-5 0,0-2 0,0 2 0,1 4-6,-1 1 0,1 5 0,0 2 0,0 1 0,0-1 0,0-4 0,1-6-105,0 5 1,0-6 0,0-1 0,1 2-743,0-1 0,0 2 0,0 1 0,1-3 0,-1-3 855,0 11 0,1-5 0,0-6 0,0 0 0,1-10 0,-2-15 0</inkml:trace>
  <inkml:trace contextRef="#ctx0" brushRef="#br0" timeOffset="83008">11617 10103 19587,'5'-62'961,"0"0"0,1 0 0,-1 7 1,-1 2-1,-6 14 154,-12 14-1053,-5 28 327,-4 31-361,9-3 0,0 5-181,-1 14 0,1 1 170,1-5 0,2 2-12,2-4 1,1 3-1,0 1-18,0 9 0,-1 3 0,1 0-220,2-13 1,0 0 0,-1 1 0,0 5-61,0-2 1,0 5 0,-1 2 0,0 0 0,1-2-1,0-7-30,-1 12 0,1-6 1,-3 4-664,-1 0 0,-2 6 0,-1 2 1,1-5-1,1-13 703,0-6 0,-2-6-520,-6 7 1,-4 2-1,2-23 1263,-3-41 448,6-31 1,7-14-360,10 6 0,5-3-417,0 2 1,2-3 0,3 3 68,2 13 1,1 2 0,2 2-9,7-18 1,2 2-88,0 6 0,2 4 328,-1 6 0,2 3-507,5 0 0,2 3 884,-5 8 1,1 2-1431,-1 1 0,0 3-3456,2 2 1,0 2 3399,10-4 0,-5 4 0,-15 8 0</inkml:trace>
  <inkml:trace contextRef="#ctx0" brushRef="#br0" timeOffset="83185">12002 10457 28076,'-23'-34'-2453,"10"11"-1888,18 31 2926,8 3 0,-10-8 0,0 0 0</inkml:trace>
  <inkml:trace contextRef="#ctx0" brushRef="#br0" timeOffset="83933">13623 10215 21959,'-3'-54'1051,"0"-1"1,0 1 0,-2-6 0,0 6-668,0 9 0,-2 13-5994,-2 25 5615,-3 17 1376,7 29-1396,2 2 0,0 11 0,0-1 9,2-10 1,-1 0-1,0 4-359,1 6 0,-1 4 0,0 4 0,-1 2 100,-1-1 1,0 3 0,0 2 0,-1-1 0,-2-3-122,0-7 1,-1-3-1,-1-1 1,-1 2 0,0 0-130,-1 10 0,-1 3 1,-1 1-1,-1-5 0,-1-5 421,-4 3 1,-1-6 0,-4-6 716,-10 5 1,-3-12-383,-12-8 195,-9-43-39,25-38-224,23 11 1,6-8 0,2 0 636,6-17 1,5 1-787,-3 19 0,0 1 0,4-1 4,8-6 0,6-1 0,2 4-28,0 9 0,3 3 0,-1 0-10,-1-1 1,0-1 0,2 2-19,5 3 0,3 2 0,1 1 4,7-3 0,1 2 0,-3 2-253,0-2 0,0 0 286,3-3 0,4-2 1,-10 6 144,-3-5-103,7-6-396,-6-6 698,-21 24 2222,5-16-2284,-22 30 1171,0-2-919,-2 4-375,0 2-95,-2 3-39,-1 4 3391,-15 35-3414,6 1-25,2-6 0,0 2-120,4 24-353,6-25 0,2-1-1642,7 20 1,2-7 2128,10-15 0,-13-22 0,5 1 0</inkml:trace>
  <inkml:trace contextRef="#ctx0" brushRef="#br0" timeOffset="84083">14240 10113 19972,'0'-8'3713,"0"2"-3579,0 6-1450,0 0-8515,-36-24 0,29 25 9140,-27-19 1,37 25-1,-2-2 1</inkml:trace>
  <inkml:trace contextRef="#ctx0" brushRef="#br0" timeOffset="84650">14422 10690 27891,'26'-51'83,"0"-1"0,-1 0 0,-2 4 0,-1 1 0,-2-1-74,-4 5 0,-1 1 1,-1-3-1873,0-8 1,-2-1-1,-1 2 1863,1-3 0,-2 1 3,-2 5 1,-1-3 0,-1 8 720,-3 10 0,-2 3-668,0-4 0,-1 3 821,-5 2-844,-13 34-16,4 13-12,-8 28 1,0 13-12,7-4 1,2 4-294,1-2 1,0 4 0,4-1 290,4-11 1,2-1 0,5 0 5,6 1 0,3-1 0,2-5-1,0-5 1,6-3-13,9-3 0,7-1 0,1-8 1,6-10 0,2-8 12,0-1 0,3-2 0,-2-6-225,11-10 0,-3-9 235,0-8 1,-5-6 8,-9-2 0,-4-2-12,-9 9 1,-2-6 9,-4-13 0,-2-10 0,-4 4-1,-4-1 1,-2 0-15,1 6 0,0-4 0,-3 2 0,-5 5 0,-1 2 0,-2 6 807,-2-21-807,-3 10 0,-4 5 0,-5 20 3118,-3-1-3118,5 26-3118,-9 33 3118,2 17-116,6-18 0,2 5 116,0 13 0,2 8 0,2-1 0,3-4 0,1 0 0,1 2-320,-1-3 0,0 4 0,1-1 1,1-2 208,1 2 1,2-4-1,1 0-503,1-2 0,2-2 0,-1-2 349,2 7 1,0-3 0,-1-11 0,0-2 0,2 16 0</inkml:trace>
  <inkml:trace contextRef="#ctx0" brushRef="#br0" timeOffset="85191">13726 9864 25808,'-23'11'168,"4"1"-947,0 28-845,9-13-5741,7-4 6302,5-11 0,-1-5 0,1-3 0</inkml:trace>
  <inkml:trace contextRef="#ctx0" brushRef="#br0" timeOffset="85733">16060 9955 19308,'11'-55'1033,"0"0"1,-1 0 0,-1 5 0,-1 1 0,-1 6-642,-2 7 1,-3 3-4689,-5-14 4380,0 23-974,-8 20 940,-4 27 345,-7 16 0,0 8-392,3-6 0,2 5-58,1 1 1,0 7-1,2 3 0,5-4-1661,7 2 0,6-3 1,0 1 1527,-2 5 0,-1-1 0,4-5 0,9-2 0,2-12 0,2-18 1</inkml:trace>
  <inkml:trace contextRef="#ctx0" brushRef="#br0" timeOffset="85974">16811 9821 12687,'-4'-63'2240,"0"0"1,3 20-1,-1 6 370,-6-4-2515,6 43 1370,4 14-1403,16 44-60,-6-20 1,2 4 324,4 10 1,-1 3-519,-5-12 1,-1 3 0,-4-2 347,-1 8 1,-6 0-5074,-6 8 1,-5-3 4027,2-24 1,-3-4 0,-12 10 0,17-30-1</inkml:trace>
  <inkml:trace contextRef="#ctx0" brushRef="#br0" timeOffset="96965">11388 12554 19406,'1'-48'1568,"-1"0"0,0 0 1,-5 9-808,-8 24-436,-2-2-224,2 10 11,-3 7-33,-3 12-12,-13 9-2145,7 2 0,1 2 2089,-18 22-11,2 2-1409,16 1 1381,16-28 34,5 12 100,23-25-50,-3-2 134,35-18 90,-6-10-33,5-10 2592,-4-10-2592,-26 16 3318,-5-3-3436,-11 19-101,-4 5 17,0 19-51,-1 15 1,0 6-1,-1 3 1,1 3-233,-2-1 1,1 5 0,0 3 211,0 1 1,0 4 0,0 1 0,0-2-768,0 6 0,0-2 1,0 3 733,0 0 0,0 3 0,-1-1 0,0-3-46,-2 1 1,-2-4 0,0-2 49,2-10 1,-1-2 0,-5 1 10,-7 3 1,-4 3 0,-4-3 0,1-10-1085,-6-12 0,-2-3 1156,-12 26 0,2-18-88,16-50 1,7-16 106,10-1 1,6-4-12,-2-15 1,3-2-29,3 9 1,3-1 2,3 8 0,2-2 0,4 1 7,3 1 0,3 0 0,4-1-111,0 2 1,4-1 0,0 1-1,-1 2-66,1-3 1,-1 3-1,4 1-1856,14-9 1,4 1 0,-4 8 1914,-13 15 1,-1 3 0,5-6 0,-3 4 0,-6 7-1</inkml:trace>
  <inkml:trace contextRef="#ctx0" brushRef="#br0" timeOffset="97215">12184 12688 27354,'-45'-13'1086,"9"3"-1013,36 10-1176,0 0-8728,7 5 8678,-4-2 1,5 3 0,-6-6 0</inkml:trace>
  <inkml:trace contextRef="#ctx0" brushRef="#br0" timeOffset="98083">13977 12353 21730,'-7'-48'1622,"0"0"1,0 1 0,-2 8-6645,-3 14 5156,1 5 1421,-9 8-1527,9 14-1398,-17 14 1384,7 5 0,-2 4-6,0 2 1,0 1-1,-5 9 0,3 3-16,8-1 0,5 0 10,7-6 1,4-2 3,8 27-1,16-21-775,14-8 1,4-3 752,7 5 516,-7-8 0,8 3 1,-5-4-509,-8-5 1,-2-2-71,9 3 1,-2 1 84,-7-5 0,-10 0 2225,-18 0-2208,-39 5-12,-15-10-8,7-5 1,-8-1 0,3 0 972,-3-1 1,1-1-988,-11 2 0,-1-1-1624,1-4 1,5-5 379,21-5 1,3-2-317,-2 3 0,3-3 1121,4-25 1,24 26 0,1 0 0</inkml:trace>
  <inkml:trace contextRef="#ctx0" brushRef="#br0" timeOffset="98607">14476 12399 27062,'-11'54'29,"0"0"0,0 0 0,0-10 1,1-1-1,5-1-35,8 3 1,4 0-1,0-6-637,-2 18 640,1 3 0,-4-3 20,-9-18 176,-2-5-188,-12-12 141,4-20-134,-3-4 21,0-30 1,7-9-26,5 7 1,0-1-31,1-23 55,5 6 1,2-4 5,2 2 1,2 1-26,-2 1 0,2-2 4,2 7 1,3-2 0,1 8-19,9-13 11,-4 13 0,6 4-110,33 8 99,-18 15-3234,18 8 3228,-16 17 6,-8 1 5,3 8 1,0 4-20,-6-1 0,-1 3 11,1 3 1,-1 1 248,5 17-246,-33-10 72,-20-10-61,-4-3-11,-4-9 0,-4-4-51,-18-1-55,14-4 0,0-2-527,-19-9 3347,19-4-2714,7-21 0,23 19 0,0-13 0</inkml:trace>
  <inkml:trace contextRef="#ctx0" brushRef="#br0" timeOffset="99157">15010 12558 20778,'3'2'4616,"0"-1"-9717,-3-1 5336,24-63 141,-12 23 246,4-9 1,0-3-528,-8 15 0,-1 1-25,0-9 0,0-2-628,-1-5 0,0-1 619,0-2 1,0 0 8,-2 5 0,0 2 98,-1 6 0,0 3-78,0-5 2166,-3 16-2240,-1 24 305,-3 11-316,-7 23-5,2-1 11,2 1 1,0 3 10,-1 25-22,1 4-2,5-17 0,1 8 1,2-8-27,5 18 14,-3-2 0,6-3-42,23-11-1126,-5-23 0,2-2 1160,20 15-89,-13-20 1,0-6 105,7-9 10,-11-14 1,0-3 16,3-4-3,-11-4 1,-4-3 14,-5-6 0,-2 1 2192,-2-1-2153,-7 14 318,0 2-290,-4 7-34,-2 6 0,0 6 3376,-5 19-3455,3 1-16,-1 16-5,6-12-3516,7 5 3392,2-13-6065,30 23 1909,-19-26 3933,23 12 1,-35-25 0,0-1 0</inkml:trace>
  <inkml:trace contextRef="#ctx0" brushRef="#br0" timeOffset="99331">15855 12013 25506,'-34'-21'-1616,"9"0"0,40 50 0,-6-19 0</inkml:trace>
  <inkml:trace contextRef="#ctx0" brushRef="#br0" timeOffset="99924">16409 12084 26782,'-54'0'424,"1"1"0,4 0 0,4 9-3210,15 14 1,5 4 2790,-8 11 632,17-9 0,4 1-693,7 12-765,9-10 1,3 0 652,5 10-208,6-15 0,4-3-520,21-1-79,-8-10 0,5-4 141,4-7 0,-1-3 750,-7 0 0,1-4 218,20-15 0,-1-7 241,-23 2 1,-1-2-43,14-6 0,-3-2 48,-14 3 0,-5 1 2578,5-11-2169,-13 11 225,-21 17-684,-10 15 3070,-13 12-3272,-1 11 507,6 6-597,8 2-39,10 0 12,13-4 38,10-8-28,14-8 1,10-9-12,8-10-33,2-9 44,-1-11 6,-8-10 34,-10-8 27,-21 8 1,-4-2-16,-5-15-74,-5 19 0,-6 3 0,-33 0 0,12 17 0,-4 15 0,-2 7 0,-7 18-158,11-3 0,1 3 158,6 2 0,2 3 0,-1 10 0,4 0 0,-5 17-2070,17-8 1,5-1 1161,10-6-1052,5-2 0,4-2 1410,13-2 0,-4-6 1,-10-16-1</inkml:trace>
  <inkml:trace contextRef="#ctx0" brushRef="#br0" timeOffset="100858">11085 15094 18484,'2'-52'1498,"-1"-1"0,1 1 0,0-6 0,-1 5-1108,2 12 0,0 5 203,-1 5-55,0 0-409,-1 16 233,0 17-346,0 8 142,4 38-122,-3-14 1,-1 2-34,0-2 0,0 3-13,-5 7 1,-2 6 0,0-5-390,0-7 0,-1 0 399,-4 21 0,0-2-6,-1 1 155,5-21-3,7-24-51,7-22-44,2-9 5,5-11 81,2-4 0,2-3-42,1 2 0,1 0-64,1-5 0,1 0 14,0 5 0,2 5 933,13 2-962,-7 7 29,12 25-22,-26 8-1,10 29-16,-16 2-281,-1 19 258,-6-29 1,-1 1-393,3 14 0,1-1-369,2 11-23,-2-22 0,4-4 801,9-7 0,-10-13 0,5 0 0</inkml:trace>
  <inkml:trace contextRef="#ctx0" brushRef="#br0" timeOffset="101132">12318 15057 22699,'-4'0'1630,"0"0"-1619,4 0-576,61-2-1900,-1-9 2361,-19 5 1,5-1 0,-6 0 0,19-7 0,-3 0 0</inkml:trace>
  <inkml:trace contextRef="#ctx0" brushRef="#br0" timeOffset="101965">14360 14583 24295,'-11'-43'463,"-1"0"0,1 1 1,-3 6 118,-13 13-335,-11 5-141,-4 15-67,6 12 17,10 13 0,4 6-39,-2 12-190,7-12 1,2 2 172,7 19 57,17-11-57,5-10 0,5 0 3,3-5 0,2-1-6,1-1 0,2-2-6,15 4 1,-1-3 14,2 1 5,-2-1 0,-4 3 51,-19 2 231,-2 1-285,-47-6 1,-16-4 14,-15-1-312,14-2 0,-3-2 258,6-7 1,4-3-267,-21-4-28,28-2 0,1-2-359,-8-9-8333,27-26-533,13 19 9550,5-12 0,0 27 0,-1 3 0</inkml:trace>
  <inkml:trace contextRef="#ctx0" brushRef="#br0" timeOffset="102491">14711 14963 26575,'8'-62'199,"0"1"1,-2 10 0,1 1-96,3-3 0,1-1-1302,-1-4 0,1-2 1240,-3 13 1,0-2 0,0 3-9,3-14 0,-2 3 162,-3-2 0,-1 6 753,-1 6-826,-3-13-95,-5 50-28,-1 12 424,-2 18-424,-2 20-9,3-9 1,1 4-12,1 8 1,0 2 13,0 7 0,3 1 84,3 2 1,3 1-118,2-1 0,2-2-15,5-3 1,3-3-3,0-7 1,5-4-1,9-5 0,3-7 62,15-4-6,5-14 39,-8-45 6,-17-2-121,-10 10 0,0-2 160,3-26-26,-12 27 1,-1 1 36,2-14-44,-3 10 61,-6 20-67,-3 11 1146,-2 9-1168,-2 9-23,-4 15 0,-1 22-51,6 11-167,9-1 44,11-6-1747,21-17 364,-10-16 1557,18-5 0,-33-14 0,7-1 0</inkml:trace>
  <inkml:trace contextRef="#ctx0" brushRef="#br0" timeOffset="102658">15537 14157 21791,'-5'-4'2992,"1"1"-4023,4 3 1031,-23 45 0,17-34 0,-17 33 0</inkml:trace>
  <inkml:trace contextRef="#ctx0" brushRef="#br0" timeOffset="103258">15933 14392 18938,'3'-10'4941,"-1"1"-3408,-2 9-463,0 0-975,-77-4-62,40 28-30,-13-6 0,2 7-87,32 12 0,9 4 25,-1-2 0,7 0-1235,16 6 0,9-5 103,-3-16 1,6-5 25,26 1 1,4-10 1354,-20-13 0,-2-6 271,14-5 1,-5-6 235,-17 0 1,-6-2 573,17-24-313,-11 2 140,-3-5-504,-8 12 103,-3 5-182,-8 15-3347,-3 11 2905,-2 1 34,-5 11-68,-1 5-2086,-2 19 2052,6-11-5,5 5 28,16-15-56,22-5 40,-7-3-37,24-11 25,-19-7 36,-9-4 1,0-4 30,8-16 3,-16 12 0,-5 1 2259,-5-5-2144,-8-1 68,-15 12-253,-5 4 3373,-7 6-3373,-10 21 0,-1 8 0,-9 15-161,9-10 1,1 4 160,12 1 0,4 2 0,5 2 0,3 1 0,2 0 0,2 1-3267,6 27 3267,13-21-85,34 0-1409,3-12 917,-20-12 0,2-2 166,7-7 0,-4-3 0,-9-2 0,11-1 0</inkml:trace>
  <inkml:trace contextRef="#ctx0" brushRef="#br0" timeOffset="111067">4916 14612 18902,'0'-53'1124,"1"-1"0,0 11 0,-1 4-5709,-6-3 4775,3 26 1387,-3-11-1320,4 16 7,1-3-208,1 4 882,0-1-916,0 9-100,0 2 122,1 17-16,-1-2 3415,-2 27-3415,-4-2-11,-2 15-1,2-22 1,0-1-17,-1 21 0,2 6-3392,9-23 3392,-2-11 34,4-10 39,-4-13 72,0 0 331,2-16-364,-1-4 6,1-17 3375,-2-5-3448,-2 8 117,-5-31-128,3 36 50,-3-23-22,4 39-107,-1 2 11,0 9 6,-7 24-17,0-3-2158,-4 14 0,-3 4-1597,4-8 0,0 1 3800,-3 9 0,0-2 0,0 4 0,9-20 0</inkml:trace>
  <inkml:trace contextRef="#ctx0" brushRef="#br0" timeOffset="112998">4302 14700 9145,'0'-3'7499,"0"1"-3236,0 2-3614,-3-19-49,0 12-68,-3-13-67,0 16-67,-3 2-96,0 0 107,-10 1-213,4-1-23,-6 1 51,2 0-145,6 2 55,-7 1-16,5 2 39,-11 4-101,7 1-33,-2-1 33,9 2-51,6-5 1,-1 2-1,2 1-5,3-2 0,-3 5 12,4-4-7,-1 4 6,2 6 12,2-3-23,1 5-28,4-8 33,2-2 18,7 2-23,-6-4 11,3 0-5,-2-2 10,0-1-4,12 1-3393,-9-2 3381,5 0 0,-4-3 11,1 1 17,14-2 6,6-2-23,-1 0-6,-2-1 3382,-13 3-3387,-5 3 5,-5 3-10,-1 11-3387,-4 0 3397,0 0 12,-3-2-6,0-7-5,-2 2 5,0-1 34,-1 0-6,-4 1 3364,-4 2-3358,-12 9-28,3-4-11,-3 1-1,3-2 6,10-8 40,-10 5 5,3-4-17,-7 0 23,1-1-18,-1-2-4,3-2-12,1 1 5,-1 1-5,1 0-17,1-2 29,3 0 10,-5-3-5,5 1-23,-5-1-16,6 0 16,0 0-3380,1 0 3380,4 0 1,1 0 5,5 0-107,1 0 85,3 4-1,3 0-21,4 3 3424,3-3-3391,3-1-39,4-1 44,19-7-27,-8-2 5,13-5-6,-14-2 17,-1-1-22,-7 4 11,-2 1 39,1-2-33,-7 4-6,4-3-17,-10 5 23,-1 1 22,1-4-17,0 1 17,-1-3-11,-2 0 27,-2-1-16,-2-3-11,-2 5 22,-2-1-33,-2 6 22,-2 0 0,-5 0 0,2 0-22,0 2 10,0-3 24,2 0 10,-9-11-28,3 2 34,-9-8-39,11 11 22,-4-2 1,-2 5-3427,6 3 3415,-8-2 6,13 4-17,-3-1 5,6 3 12,1-3-18,3 0 7,1-3 3358,1-4-3387,1 3-11,4-4-151,13-2-554,5 2-5792,22-6 5666,-5 6 0,-12 5 0,-10 2 0</inkml:trace>
  <inkml:trace contextRef="#ctx0" brushRef="#br0" timeOffset="117290">8929 15495 20845,'5'-53'1484,"0"0"0,-1 6 1,-1 7-768,0 9-403,-5 15-236,-2 16-22,-4 17 6,-4 18 11,-5 19-54,6-19 1,1 2-410,-2 4 1,0 2 397,-1 5 1,0 0-12,0 1 1,1 1 7,2-1 1,0-1-15,3-4 1,3 1-291,6 1 0,3-3-210,8 12-671,5-24 1,6-5-7799,26-4 8978,8-4 0,-19-9 0,-16-7 0</inkml:trace>
  <inkml:trace contextRef="#ctx0" brushRef="#br0" timeOffset="119066">9203 15618 23069,'-4'-56'1378,"1"11"-1233,3 45-100,0 0 11,0 8 67,-1 10-4285,0 30 4201,0 2-25,0-17 0,0-1 852,1 10-844,5 13-16,-1-29 27,9 20-16,-4-30 11,2 2 3554,8-23-3492,-3-11 28,10-14-39,-9 2 117,2-10 0,-7 7-45,2-4-95,-5 10 5,-3 4-66,-2 11-146,0 1-931,5 5-693,5 7 464,2 1-257,1 5-6324,5 5 7044,2 2 0,-7-4 0,-5-5 0</inkml:trace>
  <inkml:trace contextRef="#ctx0" brushRef="#br0" timeOffset="119649">9624 15688 24419,'0'-32'394,"1"0"1,-1-11-367,-42 64 0,10 11-4246,2 15 4224,9-14 859,0 23-843,19-39-2279,6 9 2263,2-18 45,19-2-6,-2-11 2307,13-8-2050,-2-17 23,-8 1 190,-2-8 3370,-15 14-3784,-3 7-67,-7 10-18,-7 27-4,1-2 4,-3 19-10,7-17 0,2 4-6,13-4-6,-2-4-11,11-2 12,29-12 5,-9-11 8,-6 2 0,0-5 6,-3-10 0,-3-3 11,-4 2 1,-2-3-1678,3-8 1,-3 0 1713,1-15-43,-14 1 1,-3 0 58,-2-7 56,-6 8 1,-3-9-1,0 7-129,-1 13 0,0 3 62,-3-18 1,-1 4-62,-4 14-6,9 24 0,-2 17 0,5 5 3181,1 29-3181,0-11 0,1 3 0,-1 6 0,0 1 0,1 0 0,-1 3 0,-1 15 0,-1 3-1101,1-9 0,2 0-439,0 9 0,4 0 1540,3-8 0,1-6 0,5-7 0,0-13 0</inkml:trace>
  <inkml:trace contextRef="#ctx0" brushRef="#br0" timeOffset="120115">10126 15126 12835,'0'-6'7680,"0"2"-3270,0 4-4158,27-43 271,-7 49-434,19-33-1555,-18 57 0,-2 16 1508,-6-9 0,-2 2-31,-1 1 0,1 3 1,-4 1-234,-3-1 1,-2-1 0,-3 2 109,-3 1 0,-2 2 0,-3-1-518,-2 1 1,-3 0 0,-3 0 629,-6 5 0,-4 0 0,3-5 0,2-5 0,0-4 0,-1-2 0,-1 0 0</inkml:trace>
  <inkml:trace contextRef="#ctx0" brushRef="#br0" timeOffset="120882">7449 14087 20440,'14'-46'1079,"-1"0"1,1 0-1,4-14 1,-3 9-626,-6 15-113,-4 20-257,-4 19 111,-3 22-106,-3 6 1,-1 5-45,-3 14 0,-1 5-349,-2 6 0,0 0 306,1-4 1,1-3-3,2-10 0,1-1-25,2 0 0,2 1-247,2 5 1,6 1-1037,7 2 0,5-3 271,-4-9 1,4-6-1517,7-10 0,1-8-6784,6-7 8544,-3-6 1,-14-2 0,-5-1-1</inkml:trace>
  <inkml:trace contextRef="#ctx0" brushRef="#br0" timeOffset="121103">8134 13954 23573,'-14'-40'838,"-1"0"1,1-1 0,-5-11 0,3 9-77,5 20-706,6 13 33,14 27-33,12 14-28,6 12-14,-6-10 0,2 0-6,-2-2 1,1 1-13,0 2 0,1 4 1,-1-2-545,1 1 0,-3 2 277,-3 6 1,-1 4-1,-10 0-1260,-12-6 0,-9-1 1,1 1 1530,2 3 0,0 0 0,-3-2 0,-10 8 0,-1-7 0,-2-4 0</inkml:trace>
  <inkml:trace contextRef="#ctx0" brushRef="#br0" timeOffset="147161">11166 14901 20879,'0'-44'901,"0"-1"1,1-3 0,1 6-291,-1 12-113,3-12-100,-3 10 207,1-6-347,0 13-152,1 1 101,0 12-140,-1 9-22,0 0 50,-1 13 40,-1 9-74,1 3 63,-6 32-77,-1-19 1,-2 2-43,1 1 1,0 0-1,-1-1 1,0 0-1677,1 3 1,1-3 1681,1 0 3,0-2 0,1 1 19,3 10-21,-1-12 21,2 2-16,1-28 28,0-3 369,-1-5-330,1-5 3381,-1-15-3415,1-10-1718,-3-3 0,-1-3 1691,0-14-9,-1 8 0,-1-3-1115,1 6 1,1 2 1116,-4-24 40,4 21 0,0 4 40,1 8-68,0-1-17,2 19 2257,0 8-2257,0 3 3376,2 4-3387,2 2 11,11 22-28,2 29 28,0 2-1707,-10-26 0,-1-1 1696,-1 8-11,-3 0 0,0 1 0,-2-1-829,9 17-571,-3-33-8420,14 16 7897,-9-31 0,1-2 1,-8-7-1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30T13:56:16.07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2565 2755 18834,'5'-46'1209,"-1"-1"1,0 0 0,-4 0 0,-1 0 0,-3 13-930,-7 11 147,-28-4-366,21 25 6,-17 16-22,13 23-37,7-4 1,2 3-4,1-2 1,2 2 7,2 2 0,1 3 0,0 6-77,1 4 0,1 7 1,1 4-1,-1-1 0,1-6-1132,-1 6 0,0-4 0,1 9 1073,1-16 1,1 7-1,-1 5 1,1 3-1,-1-1 1,1-3-1,0-6 1,-1-8-372,0 8 0,-1-9 0,1 3 499,1 9 1,2 7 0,-2-3 0,-7-12-93,-9-8 1,-5-12 198,-17-8-37,5-18 1,-1-13 36,7-29 0,7-11-68,4 0 1,6-3 486,9 6 0,4-4 1,7 1-527,9 2 1,6 2 0,3 1-12,-2 6 0,2 2 1,2 0-12,6-5 0,4 1 0,-1 3-15,-4 8 1,1 4-1,0 0 1,17-11 1,0 3 10,-1 1 0,-1 2-5,-2 1 0,-2 1 743,-4 2 1,-3 0-686,-6 4 1,-3 0 522,11-12-394,-20 8 56,-11 6 86,-8 3 1290,-1 3-1420,0 5 761,0 2-784,0 5-201,-1 17 61,1-3-11,-2 16-50,0 6-3818,-3 24 3487,2-10-423,0-12 0,2 1-9027,8 15 9142,-1-9 1,2-10-1,-2-25 1</inkml:trace>
  <inkml:trace contextRef="#ctx0" brushRef="#br0" timeOffset="199">3167 2738 19260,'-3'-3'4352,"1"1"-3142,2 2-2201,-33-1-3484,25 17 4475,-24-1 0,33 5 0,0-8 0</inkml:trace>
  <inkml:trace contextRef="#ctx0" brushRef="#br0" timeOffset="908">3433 2928 23988,'-20'39'100,"0"1"1,-1-1 0,-8 19 0,10-10-73,19-27 654,0 1-514,0-19 73,0-1 211,0-2 288,3-22-474,1 0-109,5-22 228,2 6-340,5 2-22,8 3-35,9 7-49,13 7-113,14 8 3,-26 8 1,3 2-379,11 6 0,0 2 25,-14-2 1,-1 1-253,16 8 1,-1 3-665,-15-1 1,-1 1-3308,21 11 0,0-1 2523,-17-7 1,0 0 1629,20 7 1,-2-3 593,-12-10 0,-8-5 0,-1-4 4688,-3-17 1182,5-10 425,-7-30-4850,-12 9-3858,-5-5 2844,-12 23 242,-5 8-298,-7 6-212,-11 2-79,-11 15-62,-10 10 6,-6 14-50,5 8 3313,11 11-3454,22-7 51,18-8 73,13-16-34,33-22 101,-15-14 0,0-6 17,0 3 0,-1-3-226,5-13 1,-7-5 258,-13 5 0,-6-2-314,-2-6 0,-4-3 393,-1-4 0,-3 0 72,-1-2 1,-2 1 19,0 6 0,-1 2-48,-2 10 1,-1 4 303,-4-11-3205,1 24 2700,0 10 501,4 14-501,-3 46 0,4-21 0,0 3-68,1 24 0,2 3-33,0-16 1,2 1-1235,3 8 0,2 6 0,1-1 1335,0-7 0,1-2 0,-1-1 0,-2-3 0,0-2 0,0-3 0,3 6 0,-1-1 0</inkml:trace>
  <inkml:trace contextRef="#ctx0" brushRef="#br0" timeOffset="1659">6875 2988 24318,'-24'-36'627,"-1"0"0,1 1 1,-7-14-1,4 16-616,11 29 12,8 31-34,5 12 16,2 1 1,1 6-12,2-3 1,1 5-1,1-2-619,-2 10 1,1 6 508,-1-10 1,1 10 0,0 4-1,-1-3 1,0-10 31,-1-7 0,0-7 0,0 7-64,-1 8 0,0 9 0,0 3 0,0-3 0,0-11 16,-1 5 1,0-5 103,0 13 0,-1-4-28,-4-8-118,-4-62-100,-2-22 279,5-22 1,2-10 9,3 21 0,0-2 0,1-2-481,1 0 0,-1-4 0,1 1 0,0 2 477,1-2 0,-1 3 1,1-3 18,0 2 1,1-3 0,-1 0 0,1 2 27,0-3 0,0 1 0,0-1-12,0-9 1,1-3-1,0 0-6,-1 15 1,1-2 0,0 2 0,1 2-21,1-3 1,0 3 0,2-1-6,2-3 0,3-1 0,3 7-18,8 5 0,3 8-5,2 4 0,3 9-4,9 15 1,1 12-909,-8 7 0,-1 7 908,6 12 1,-4 8-15,-8 4 1,-9 5-162,-11-8 0,-5 3 1,-5-1 186,-9 13 0,-9-2-216,1-13 0,-5-1 0,-4-4 225,-6-2 0,-4-4 1,0-2-30,-8 7 1,0-3-303,-6 2 0,5-3-854,3-5 2017,15-10-7551,60-23-1070,-8-3 7780,25-4 0,-30 5 0,-6 2 0</inkml:trace>
  <inkml:trace contextRef="#ctx0" brushRef="#br0" timeOffset="2216">7518 2976 20005,'16'-50'1521,"0"-1"1,2 8 0,-10 9-1024,-24 20-324,6 10 90,-16 4-169,-5 18-62,2-4-16,-2 15 28,3 11-11,9-5-29,-2 14 1,16-16 27,9-9 46,6-9 94,7-7 152,16-18-3319,20-23 3134,-12 5 5,6-13-2032,-15 2 1976,-16 18-5,7-13 6,-19 26 123,-2 3-196,-1 3 5,-11 21-22,5-6 6,-7 17 2268,6-12-2291,3 15 11,3-12-16,16 19-6,-2-25 28,20 5 28,12-20 56,8-22-42,-24 6 0,-2-2-3,9-20-5,-14 5-12,-15 15 107,3-11-56,-4 8 95,0-4-135,-5 16-33,-1 6 0,-1 3 3375,0 4-3403,0 15 12,0 8-35,3 15-22,0-10-381,8 1 1,3-2-45,2 0-343,2 0 1,3-1-8991,19-4 7868,-12-5 1,1-9 0,-24-12 0</inkml:trace>
  <inkml:trace contextRef="#ctx0" brushRef="#br0" timeOffset="2415">8148 2515 19488,'-8'-4'1562,"-27"-10"0,-2-1-221,17 7-1338,-19-8 0,8 4 165,29 13-655,12 7-1512,25 19 257,-6-3 1742,0 2 0,-2-1 0,-11-8 0,7 9 0</inkml:trace>
  <inkml:trace contextRef="#ctx0" brushRef="#br0" timeOffset="2699">8318 2770 20453,'1'-4'5002,"-1"0"-4408,0 4-533,78 18-16,-42 12-431,9-13 1,-3 5 401,-25 10 1,-11 5 347,-17 23-241,5-6 6,-21-15 190,4-35 0,3-9-39,-4-11 431,10-4-538,6-22-1816,16 2 1,5-1 1642,4-17-23,6 8 1,7 3-100,-7 24 1,1 3 14,0-1 1,4 2-885,16 0 0,3 6 618,-5 7 0,-2 2 0,-4-1 0,-2 0 0,15 5 0</inkml:trace>
  <inkml:trace contextRef="#ctx0" brushRef="#br0" timeOffset="3459">10390 2939 22996,'4'-45'700,"0"1"0,-1 0 0,2-13 1,-3 7-220,-5 6-436,-3 22-162,1 23-4135,0 8 4263,2 15-1392,-1 17 1393,1 8-7,1-18 1,3 1-4,5 4 1,3-3 3,3 10 16,20 4 197,10-29 27,-4-8 124,21-23-264,-29-5 2309,9-22-2241,-20 9-57,1-8 18,-8 7-1,-6 9-173,-5 13 3336,-3 10-3297,-2 10 83,-1 10-111,6 21 5,29 3 40,6-4-12,-6-24 1,2-6 22,21-4 119,3-18-30,-11-15-64,-25-4 1,-5-6-15,-4 0 0,-4-1-8,-4-3 0,-2 2 14,-4-14-1,-4 20-38,0 20-180,0 2 22,-2 15-234,2 14-784,1 16-2146,11 13 3316,20 11 0,-10-24 0,9-5 0</inkml:trace>
  <inkml:trace contextRef="#ctx0" brushRef="#br0" timeOffset="3666">11668 2616 18971,'-47'30'-375,"13"21"686,38-15 0,7 2-1655,-2-1 0,3-2-1159,18 20-2036,-5-24 4539,-8-13 0,-9-9 0,0-1 0</inkml:trace>
  <inkml:trace contextRef="#ctx0" brushRef="#br0" timeOffset="3834">11765 2211 22940,'-17'-50'838,"-1"-1"1,4 11-1,2 6-1505,-4 10 90,11 26-313,12 18 181,11 22 0,3 2 1,-5-6-1,2-2 1,0 1-1</inkml:trace>
  <inkml:trace contextRef="#ctx0" brushRef="#br0" timeOffset="4525">12291 2178 16876,'-3'-43'670,"0"1"1,1 4-1,-4 12 1828,-3 25-2498,-1 59 0,7-16 146,3 13 0,3 5-174,1-12 0,1 2-45,-1-7 0,1 4 1,-1 2-156,1-3 1,-1 4 0,0-1-1,0-3 54,0 0 0,-1-3 1,1 3-264,0 17 0,1 3 1,-1-7-74,1-7 0,-1-4 1651,0 4 1,0-3-957,0 7 78,-18-54-50,-3-31-45,2 0 0,-1-5 210,0-12 0,1-3-143,3 7 0,2-2 327,-1-15 1,4 0-476,5 19 0,2 2 600,5-7 1,3 3-727,13-6-3084,17 4 3089,-4 22-28,24-1-970,-19 8 0,-1 1 1037,-6 2 1,-1-2 175,19-15 0,-5-5-153,-22 7 0,-5-3 39,3-9 0,-1-4 1,-3 3-48,-5 5 1,-3 1 150,2-15 0,-3 6 2214,-6 21-1954,-1-1 3140,-1 15-3524,0 3-6,3 14 7,3 19-15,3 6-3,3 16-26,-3-11 1,0 6-1,-1-2-1456,-1 8 1,0 1 1467,0-5 1,1 3-1,-1-3-29,-3 9 0,-1-5-41,0-17 1,0-2 78,1 1 1,0-2 167,3 3-114,-2-23 54,12-48-124,0-6-9,-7 14 1,3-4 126,14-16 0,0 4-137,-1 7 1676,6-2 0,3 6-1736,6 23 0,11 8-20,-20 16 0,-2 5-61,8 11-405,-6 4 1,-2 4-2069,-11-4 0,-1 0 2624,3 3 0,-2-2 0,2 15 0,-13-30 0</inkml:trace>
  <inkml:trace contextRef="#ctx0" brushRef="#br0" timeOffset="5433">15399 2790 22733,'4'-55'1142,"1"-1"1,-7-6 0,-6 6-6283,-13 11 5372,-2 15 1,-2 2-1204,-8 5 1061,-18 7 976,24 22-1094,-18 23-58,21-3 86,8 2 0,1 2 23,1 19-26,8-11 0,2 1 3,2 12 2251,16 9-2133,9-35 0,-3-7 3559,5-9-3369,-9-20-140,5-8-11,1-11 143,-2-3-300,-3 0 0,-8 14 0,-3 5 0,-6 14 0,1 9 0,-2 5 0,-2 40 0,-4 3-169,4-23 1,-1 4 168,0 5 0,-2 8 0,1 0 0,0-6-854,-1 2 0,1 0 813,-2 6 1,-1 9-1,0 0 1,0-10-8,1-6 1,-4-2 7,-3-2 1,-4 7 0,-1-2 0,2-7-178,0-4 0,-1-2 228,-14 24 1,-2-11 38,2-34-22,-2-32-34,7-1 0,13-10 1,6-6-1,7 1 1,4-2-473,-1 0 1,5-3 469,6-6 1,6-3 0,3 1-19,2 6 0,5 2 0,2-1-21,-3 3 1,3-1 0,2 0 0,-1 3 3,8-3 0,1 3 0,-2 4 15,8-2 0,-1 5 652,6 2 0,-1 1-618,-11 1 0,0 1 2,1 1 0,-2-1 6,-7 2 0,-3-1 541,9-24-493,-17 19 201,9-24-185,-24 37 152,0-8 1436,-5 17-1666,-1-1 87,0 6-87,-1 1 0,1 4-29,-1 8 12,0 15-45,1 14-100,6 12-166,0-17 1,1-1-328,7 13-82,-4-17 1,1 0-7497,-1 6 8233,-1-7 0,-6-9 0,-3-17 0</inkml:trace>
  <inkml:trace contextRef="#ctx0" brushRef="#br0" timeOffset="5608">15898 2357 16865,'-26'-44'330,"0"1"1,5 6 0,3 8 1943,7 19-2734,9 11 1118,9 12-4819,14 28 4161,1 0 0,0-1 0,-12-21 0</inkml:trace>
  <inkml:trace contextRef="#ctx0" brushRef="#br0" timeOffset="6575">16219 2657 26995,'14'18'-11,"11"9"33,7 21 1,2-9 27,-10-22 85,-8-8 61,-5-13-51,-2-10-83,-1-5 22,0-14 0,1-4-34,1-3-39,-1 4 1,1 1-46,2 8-319,14 11 40,0 18-119,16 12-209,-14 8 0,-1 3 383,8 6 174,-12-9 0,0 0 0,2-1 341,0-6 69,-5-3-158,-5-7 28,-11-7 683,0-4-728,-2 3-22,2-2-135,-4 5 40,6 7 11,6 1-23,4 3 79,36 0-11,-16-8 27,24-3 130,-17-17-68,-14-9 17,-5-31-101,-18 4-22,-9 13 0,-3 2-40,-3-7 130,-13-4 6,-2 29-169,4 6 0,-6 12-7,14 9 1,-12 27-16,10 6 13,4-9 1,1 3-76,6 8 0,5 1-163,11 7 1,4 0-118,-1-8 0,2-3 285,4-3 1,4-6-115,3-15 0,3-7 120,0-5 0,2-5-1561,9-6 0,1-5 1645,-11 4 1,-2-5 30,0-11 0,-6-5 64,1-18 48,-10 13 0,0-1 93,4-16-96,-6 9 134,-9 24 17,-4 13-279,0 3-1,-1 31 3376,0 7-3404,5 8 0,0 3 1,3 5 7,-2-16 1,3-2 20,11 3-12,-9-16 118,10 6-28,-11-28 22,15-20-67,3-12-47,-7 9 0,1-2-9,-2 2 0,2-1 0,5-1 0,1 1-270,19-11 270,-1 8 0,-14 24 0,0 6 0,-1 4-1652,1 4 1,1 4 1651,2 15-744,-12-3 1,-1 2-3239,10 20 3982,-8 2 0,-16-25 0,-4-11 0</inkml:trace>
  <inkml:trace contextRef="#ctx0" brushRef="#br0" timeOffset="7149">19920 2603 20235,'21'-52'1586,"0"1"1,-2 9 0,-5 3-1020,-16-14 138,-12 4-498,3 10 135,-19-2-297,-1 37-2163,-1 17 1,-1 6 2112,-10 10-700,9 14 1,5 4 704,15-4-65,10 9 1,6-1 59,14-4-7,14 3 1,5-1-384,6-9 398,8 1 0,1-3 2006,-8-8-1990,-4-3 1,-5 1 2,-17 7 1,-3-5 194,-52 0-194,-10-24 296,-14 2-294,26-10 0,3-2 14,-6-3-34,4-5 0,1-2 28,3-4-47,2-8 0,4-2-103,10-1-752,9-7 1,6-1-795,15 6 1663,13 2 0,2 4 0,-5 12 0,18-4 0</inkml:trace>
  <inkml:trace contextRef="#ctx0" brushRef="#br0" timeOffset="7491">20583 2593 19201,'-32'14'24,"1"-1"1,1 7-1,10 4-239,26 18 232,1-1-2,14-15 1,3-4 7,5-5 542,7-3 0,2-4-476,8-6-49,8-4 72,-12-13 1331,-16-8-1348,3-26-73,-14 11 29,-5-24 2284,-9 23-2307,-11-17 3332,4 26-3718,-10 0-281,10 26-1052,-2 11-2213,4 11 3904,5 6 0,0-7 0,3-8 0</inkml:trace>
  <inkml:trace contextRef="#ctx0" brushRef="#br0" timeOffset="8040">21283 2746 27275,'-1'-30'0,"0"3"0,-5 87 34,1-18-29,0 8 7,0-7-18,3-10 17,-1-11 224,0-5-55,1-29-3550,0-7 3398,0-8 28,-1-18-6,2 12 37,4-6 0,3-4-203,6-13 163,-1 16 1,2 1 8,16-9-28,3 12-2215,15 14 2193,-14 10 1666,29 23-1677,-33 2-999,3 12 0,-1 4 999,-6 3 2,-4 2 0,-4 2 137,-5 12-151,-3 10 17,-12-12 2083,-4-14-2016,-5-15 534,4-12-540,0-15 3382,7-14-3404,9-18 7,10-15-1742,2 17 0,3 1 1696,-7 12 0,2 0 0,10-7 0,1 5 0,1 9 0,8 7 0,5 4 0,-9 13 0,2 3-1135,3-4 1,0 4 1134,-6 5 0,-2 7-103,1 11 1,-3 7-3175,-12 2 0,-3 4 0,0-1 2487,11 4 1,-3 0-1,-9 10 1,-6-11-1,-8-32 1</inkml:trace>
  <inkml:trace contextRef="#ctx0" brushRef="#br0" timeOffset="9574">922 2980 13051,'-8'-43'1572,"1"0"0,-1 2 0,1 8 1133,4 21-2593,-2 5 1320,5 12-1365,3 18 837,1 0-854,1 20 1,-1 4-34,1 5 248,-7-2 1,-2 11 0,0-5-266,-1-6 0,-1-4 0,-3 9 0,1-4 0,1 1 0</inkml:trace>
  <inkml:trace contextRef="#ctx0" brushRef="#br0" timeOffset="9733">1250 3220 26480,'-15'-14'-2474,"3"-1"0,11 22 1</inkml:trace>
  <inkml:trace contextRef="#ctx0" brushRef="#br0" timeOffset="12850">23557 2770 21309,'1'-7'4150,"0"2"-3174,-1 5-897,0 0 229,3-27-305,-6 57 0,2 5 29,3-33-811,-2 45 1,-2 14-3915,7-22 4693,2 9 0,-1-26 0,-3-12 0</inkml:trace>
  <inkml:trace contextRef="#ctx0" brushRef="#br0" timeOffset="13017">23733 2566 19809,'-17'-46'1594,"0"0"1,-1 1-1,1 6-1028,2 12-342,-2 1-269,8 13-162,5 8-308,6 13-4406,8 13-1487,12 17 5841,4 2 0,-6-13 0,-8-10 0</inkml:trace>
  <inkml:trace contextRef="#ctx0" brushRef="#br0" timeOffset="13224">24401 2417 25331,'-46'-1'245,"0"0"0,-2 16 0,8 13-208,19 7 0,8 9 1,1 7-1213,-1 2 0,1 8 1,1 3-1,0 0 0,1-5 1056,0-8 0,2-3 0,0 0 0,0 3-77,1 2 0,0 4 0,1 2 0,0-3 0,0-3 247,-1 14 1,0-5-1,1-8 1,3-15 0,-1-2-1,-4 26 1,0 0 0</inkml:trace>
  <inkml:trace contextRef="#ctx0" brushRef="#br0" timeOffset="13367">23717 3818 17277,'13'-47'913,"1"0"0,-1 0 0,1 0 0,1-2 0,2-1 0,0 2 0,1 6-1609,9-7 0,1 4 763,-3 10 0,1-2 1,-1 4-54,6-5 0,1 4-34,10-2 0,3 3-683,9 4 1,2 2 572,-15 9 0,1-1 0,-1 2 0,7-2 0,-4 2 0,14-1 0</inkml:trace>
  <inkml:trace contextRef="#ctx0" brushRef="#br0" timeOffset="15003">3215 5051 17624,'-15'-45'1256,"1"0"0,-1 0 1,-9-18-1,-1 11-651,-8 17-124,-12 17-173,5 40-123,-5 19-110,14 1 1,3 6-42,5-7 0,2 1-2143,-2 9 0,3-2 2114,2 12-693,17-26 1,5-3 698,7-4 6,23 10 58,-1-36 1,2-9-15,-3 0 1,0-3 58,17-16 1,-1-6 13,-20 3 1,-3-1-177,0 0 0,-4-2 185,-7 2 0,-4 0 2322,-2-29-2246,-5 4-118,-5 9 3293,-7 20-3266,3 16-77,-1 3-23,-4 32 517,4-7-540,-9 39 13,9-23-18,1 5 0,1 1 0,1 1 0,2-3 0,2-1 0,7 5-3397,15 9 3408,-3-20 6,19-3 11,-7-22 28,13-7-34,-2-12 0,-2-8 46,-9-5 16,-11-2-6,-9-3 3381,-8-4-3408,-5-6-29,0 7-5,4-1 0,2 1-1,9 1-16,5 2 0,3 5 12,3 13-3404,17 7 3392,-26 11 16,10 21 24,-11 14-35,1 12 12,-6 8-11,-3-9-12,4-3 0,0-14 6,4-6-22,27 1 33,-5-17 3381,14 7-3375,1-29 0,-18-5 5,9-13 6,-17-4-5,-10 4 5,-7-24 11,-8 10-34,-4-21 23,-3 12 23,0-7-46,4 18-5,6-3 6,8 21-12,23-2 18,-1 10 2,3 5 0,2 4-3,10 8 11,14 9-33,-28 14 0,-8 13 33,-12 11-25,-10-16 1,-3 1-4,-4 25 6,0-5-28,0-11-381,32-7-448,6-8 5,-2-13 1,6-5-4065,22-8 1,1-5 300,-25 2 1,0-1 3935,18-3 1,-9 0 0,-27 1 0,-9 1-1</inkml:trace>
  <inkml:trace contextRef="#ctx0" brushRef="#br0" timeOffset="15734">5012 4990 14264,'0'-5'6346,"0"1"-5587,-8-23 0,-5-6 854,-6-4-1406,4 2 0,0 0 460,-12 5-236,8 20-134,-7 2-3425,-11 21 3184,11 0 39,-17 27-22,12 0-48,14-15 0,1 4-17,1 7 1,4 1 2,5 13 0,12 5 0,17-34 3409,8-10-3380,15-19-12,-13-2 89,16-22 90,-20-2-3341,4-13 3425,-8-6 34,-6 0-56,-5 3-135,-6 16 241,-3 6-246,-3 20-67,-2-1-45,-4 15 3380,-3 8-3391,-6 13-6,-1 10 17,5-4 11,2 22-68,10-16 7,10 14-40,13-19 17,12-11 50,6-12 1,0-13 27,-4-12-5,-7-11 0,-6-4 0,-9-2 16,-6 2-10,-8 12-12,-2 4 50,-6 15-44,-2 8-17,-3 8-5,3 5-29,11 13 6,15-11 22,2 0-22,21-17 17,-2-10 45,15-11-23,-21-1 0,-1-4-8,-1-7 0,-3-2-219,-1-1 0,-2-1 275,-6 0 0,-5 0 26,1-10-85,-9 12 0,-7 14 0,-4 8 0,-8 24 0,-8 21 471,3 1-471,4-8 0,1 4 0,0 2 0,1 4 0,1 1-437,0-2 0,2 1 1,0 3 95,-1 2 1,0 4-1,2 0 1,1-1-2829,4 9 1,3-2 0,1 0 3168,1-6 0,0-1 0,2-3 0,1 3 0,1-7 0,2 6 0</inkml:trace>
  <inkml:trace contextRef="#ctx0" brushRef="#br0" timeOffset="16133">7336 5111 21282,'18'-58'1934,"0"0"0,-2 6 1,-3 9-1711,-9 20 11,-1 13-224,-3 14 12,-1 5 5,-2 26-140,-3 15-185,4-18 0,-1 2-972,2 2 1,2-1 1268,3-1 0,1-4 0,1 4 0,3-5 0</inkml:trace>
  <inkml:trace contextRef="#ctx0" brushRef="#br0" timeOffset="16317">7687 4654 22608,'-27'-50'283,"1"1"1,0-3 0,9 23-1048,18 39-4451,11 20 4208,3 5 0,1-2 0,-8-19 0</inkml:trace>
  <inkml:trace contextRef="#ctx0" brushRef="#br0" timeOffset="16733">8100 4718 19762,'0'-5'4553,"0"1"-2761,0 4-1546,-71-45-50,50 37-188,-19-14 1,5 9 84,31 23-81,12 34-7,2-19 258,11 24-280,7-10-3386,2 2 3358,-8-11 1,-1 2-80,9 17-77,-6 2-281,-16-15 303,-8-15-235,-7-4-13,-4-17 119,-7-19 555,-3-34-141,6 8 44,7-2 1,2 1 79,4 7 38,0 5 1,1 1 286,1 4-152,0 2-140,0 16-229,-1 16 3329,0 5-3346,0 10 22,-8 25-50,-5 3 187,-4 12-918,2-15 0,-2 1-4174,5-12 1,0 0 3499,-2 5 1,1-2 0,-1 3 0,10-29 0</inkml:trace>
  <inkml:trace contextRef="#ctx0" brushRef="#br0" timeOffset="17282">10378 4956 15924,'19'-51'741,"0"0"1,-1 4-1,-7 5 2188,-16 2-2458,-18-2 1061,-2 19-1493,-7 3 910,-17 34-949,29-3 3386,-18 17-3386,31 0 0,4-5-22,10 33 28,10-13-1,7 9-28,6-15 1,5 0 0,-10-10 0,0 0 19,8 7 0,-2 0 14,1 10 0,-25-26 6,-11-6 17,-16-7 11,-31-2-45,15 0-6,-27-5-106,35-5-874,0-12-817,17-3-3165,20-7 4968,10 7 0,-1 8 0,-4 7 0</inkml:trace>
  <inkml:trace contextRef="#ctx0" brushRef="#br0" timeOffset="17649">11124 4804 18148,'-46'11'129,"1"0"0,6-4 0,6 4 2486,1 34-2587,17-1 1415,-1-1-1438,21-2-33,21-18 17,-4-6 859,12-5-769,1-14 3447,-9-10-3324,8-8 16,-16-10-16,-9-6-34,-5-4 100,-13-18-172,0 19-29,-9-4-50,5 30-45,-9 5-381,10 14-1260,3 7-1692,21 6-6470,15 3 8361,-2-9 0,-6-5 0,-13-6 0</inkml:trace>
  <inkml:trace contextRef="#ctx0" brushRef="#br0" timeOffset="18175">11435 4738 23282,'0'-5'3108,"0"2"-1674,0 3-1434,-25-32-4251,24 32 4256,-16-19 888,41 57-898,4 9-21,-9-14 1,0 1-149,-1 2 1,-1 1 148,-2-2 0,-2 1-23,-4 1 0,-4-3 60,-9 11 3213,-7-14-3180,-22-28-28,16-9 22,-15-15 476,16-5-465,1-25 44,7 14-94,14-22-11,5 30-208,24-9 1,5 2-23,0 6-170,1 2 0,2 2-642,11 7-936,6 1-1013,-2 3 0,0 0 2372,-23 7 0,-1-2 602,27-14 0,-7-3 1254,-24 2 225,-5-6 0,-4-4 762,-10-19-1320,-5 18 1,-1-1-250,-1 2 0,-1-1 237,0 0 1,-1 2-87,-1-17-459,0 14-273,-1 21-63,0 20 0,3 37 252,-1-3-252,0-7 0,1 3 0,1 17 0,0 2-650,-1-3 1,-1 2 649,1-2 0,-1 4 0,-1-1-529,-2-6 0,-2-1 0,0-1 342,0 1 0,-1 0 1,0-1-579,-4 19 1,0-4-679,2-7 1,2-3 1442,2-10 0,2-4 0,0 2 0,4-18 0</inkml:trace>
  <inkml:trace contextRef="#ctx0" brushRef="#br0" timeOffset="19058">12164 4790 23747,'-44'-26'496,"-1"1"1,3 2-1,17 7-473,35 13-119,41 2-4,-4 1-630,-2-1 1,13-1-1,2 0 1,-11 0 392,-6-2 1,-2 0 166,19 0 1,8 0-1,-16-2 406,-19-8 296,-14 2 801,-15-2-840,-7 7 1232,-24-1-1383,12 7-23,-13 2 208,11 3 228,-2 6-682,7 0-23,6 5-28,14-5-1679,22-3 1,6-1 1667,-1-2-6,2 1 1,1-3 17,0-8 38,4-9 62,-1-9 40,-14-4-57,-18-3 12,-20 4 22,-9 1 3386,-11 6-3403,-6 6-16,-24 16-102,15 11 7,-9 17 27,29 10-50,12-3-1,8 1-55,11 6-101,9 6-93,-2-19 1,3 0-544,15 16-305,9-17 0,8-4-441,-5-9 1,6-5 933,-6-2 0,6 0 0,2-2 0,-1-2 535,13-3 1,1-3 0,0-3 242,-1 0 0,-1-1 1,-2-4 177,-9-3 0,-2-2 0,-6-1-13,-8-1 1,-6-4 589,-6-7 1,-7-2 12,-11-5-331,-15-9-162,-23 24-197,-9 19 1,-2 6-190,-10 4-42,13 1 1,4 3 1,5 13-2022,12 10 2011,6-7 2,22 6-25,19-21-61,9-8 0,6-3 56,-9-4 0,1-2 22,13-3 1,-1-4 61,9-18-28,-10-15 8,-26 4 1,-5-4 5,-3 1 0,-3-5 45,-3 0 0,0-4 0,-3-1 58,0 2 1,-2-1 0,0 3 1659,0-14 0,-1 4-1629,1 7 1,-2 9-93,1 20-45,0 15-44,1 18 24,0 16 1,0 7-20,1-2 0,-1 3-382,1 8 0,-1 5 1,1-4 355,-1-3 1,1 0-194,1-2 1,1 4 0,0-4-1699,1 5 1,1-3 1916,1 6 0,1-3 0,1 12 0,-2-27 0</inkml:trace>
  <inkml:trace contextRef="#ctx0" brushRef="#br0" timeOffset="19208">14372 5013 24816,'-55'-12'0,"12"2"0</inkml:trace>
  <inkml:trace contextRef="#ctx0" brushRef="#br0" timeOffset="23366">1859 7384 21563,'-9'-44'540,"1"0"1,0 0-1,-4-16 1,-2 9-300,-9 14 302,-15 3-252,2 24-190,0 3-5399,-9 24 5394,13 12 531,8-1 0,0 3-610,5-2 0,2 1-15,0-1 1,2 1 14,1 24 891,11-17-953,12 2 111,13-13 7,16-13 11,9-15 53,-9-13 0,0-6 3253,7-5-3239,-11-1 0,-4-3 308,-7-19-3213,-4-10 2787,-8 11 68,-13 0 17,-2 25-34,-2-1 0,0 11-56,-1 11-28,-3 13 0,-6 24-12,2 20-10,8-19 0,2 1 47,5-4 0,3-1-42,17 27-22,14-19 39,13-9 0,6-12 0,-9-10 0,14-13 3426,-27-9-3415,11-20 6,-25 7 67,-4-17-51,-11 10 1,-6-13-17,0 10 16,-6-23-5,7 21-11,5-16-11,7 21-23,7 10 11,4 10 12,4 7-3393,3 9 3410,6 8-29,1 9 6,4 18-149,-14-8 126,2 21 18,-14-11-12,2 11-2200,-1 7 2250,-3-21 2168,4 4-2218,0-25-2200,16-1 2211,-6-10-1407,34-20 1402,-29 3 753,-1-4 0,-1-2-730,1-12 16,2-11 44,-11-4-1529,-7-13 1468,-7 20 1547,-3-17-1513,-5 22-28,1 0 17,-2-5 20,2 19-54,0-3-11,4 14 34,1 4-29,10 3 6,11 2 6,16 3-18,-4 4 1,1 3-11,16 14 1025,-18-5 1,-5 4-1015,-6 23 0,-11 5 33,-8 2-2228,-4 9 2200,-2-22 2179,3 10-2240,6-17-308,9 0-499,9-8-2112,11-12 3050,12-17 0,-21 2 0,0-5 0</inkml:trace>
  <inkml:trace contextRef="#ctx0" brushRef="#br0" timeOffset="23592">3762 7012 20000,'-4'0'5422,"0"-1"-4784,4 1-711,48-30-246,1 18-158,-2-5 1,5 0-3997,1 12 1,-3 4 1957,-14 0 0,-2 1 2233,7 1 0,-7 2 1,-17 1-1,-2 1 0</inkml:trace>
  <inkml:trace contextRef="#ctx0" brushRef="#br0" timeOffset="23741">3951 7246 26754,'39'-1'-3405,"1"-1"0,22 1 3284,-25-4 1,-4-1 0,-6 3-1,-1 0 1</inkml:trace>
  <inkml:trace contextRef="#ctx0" brushRef="#br0" timeOffset="24342">5670 6958 20061,'2'-8'3128,"0"-24"1,-4-3-2855,-5 17-100,-4-44-46,-13 59-77,-4 3-40,-2 3 6,-13 7-12,9-2 1,0 1 0,-21 6 8,6-3 0,1-1 30,0-1 29,-2-1 22,30-6-61,17-3-28,3 4 10,0 1 12,0 12 23,1 12-6,-2 17-6,-3-10 0,-1 3-20,-1 6 1,-1 2-12,-2 0 1,-1 1-1714,-1 8 1,2-3 1704,-2 9 3,6-17 0,4-2-9,9-5-16,22 15-135,14-33-50,6-6-255,-15-15 0,3-4-681,-1-2 0,2-2-2692,12-4 1,0-3 3834,-5 1 0,-3 1 0,14-6 0,-29 8 0</inkml:trace>
  <inkml:trace contextRef="#ctx0" brushRef="#br0" timeOffset="24782">6543 7239 21195,'-3'-49'639,"0"0"1,0 0-1,0 0 1,0-6-1,0 2 1,0 10 149,-3-7-693,4 35 1046,-2-4-1153,4 26 404,0 4-388,1 27-210,0 17 193,0-15 1,-1 3-31,0 4 0,-1 1-238,-1 3 0,1 1-532,-1-1 0,0-1-135,0-11 0,1-1-3969,3 5 1,1-3 2952,1-2 1,-1-11 0,-3-30 0</inkml:trace>
  <inkml:trace contextRef="#ctx0" brushRef="#br0" timeOffset="24983">7147 7288 22587,'1'-5'4229,"0"1"-3568,-1 4-667,-30 39-162,20 0-429,-6-8 1,2 2-9235,16 17 8476,1-23 1,3-9-1,-4-13 1</inkml:trace>
  <inkml:trace contextRef="#ctx0" brushRef="#br0" timeOffset="25534">7938 7044 22889,'-2'-4'2487,"0"1"-550,2 3-1842,-17-17-16,13 12-12,-15-12 6,14 19 50,-10 2-2,-5-1 47,-6-9-19,6-6-104,7-6 56,6-21-62,9 8-11,8-14 0,15 8-23,-2 15-55,28 0 44,2 22-2,-21 4 0,0 4 8,1 5 0,-3 5-23,-7 12 1,-4 4 22,4 14-371,-18-7 1,-7 1 350,-10-9 1,-7 1-19,-5 3 1,-6 3 0,0-2 7,1-4 0,-1-1 0,-1-1-275,-1 0 0,0 0 0,0-3 322,-9 6 0,4-7 44,-6-6-5,6-3 124,9-28-96,19-7 5,3-21-78,11 11 629,31-20-645,-2 29 479,-5 4 0,4 3-547,5 9 1,-1 4-262,19 4 23,-11 2 0,-2 1-367,0 2-4238,-1 2 1,1-1 4081,2 1 1,5 2 0,-32-11-1</inkml:trace>
  <inkml:trace contextRef="#ctx0" brushRef="#br0" timeOffset="25691">8570 7288 22615,'1'-3'5035,"0"0"-4631,-1 3-320,-2 12-208,-6 27-940,-1 2-8284,-6 20 9348,4-24 0,4-15 0,3-10 0</inkml:trace>
  <inkml:trace contextRef="#ctx0" brushRef="#br0" timeOffset="26433">9257 7203 21259,'-1'-5'3994,"-1"1"-3644,1-32 1,2-10 119,5 3-3121,1-16 0,3 2 2713,7 19 1268,18-7-1257,-2 24-700,-2 8 0,0 2 638,14-2-744,-11 8 0,1 3 722,14 12 672,-9 8 1,-1 5-685,-12-3 1,-5 3 5,4 21 0,-10 4 6,-22 7-677,-10-15 0,-5-4 722,-18 0 0,-5-5 128,12-19 1510,10-8-1465,4-8 348,7-10-399,5 2-111,3-2-11,3 9 2257,2 1-2280,6 0-34,35 5 23,-12 2 0,24 6-11,-22 3 0,-1 2-11,16 16 10,-17-14 1,-4 1-84,1 23 78,-24-23 6,-12 16-51,-13-13 1,-4-1-438,-30 4-475,11-13-295,12-3 1,-1-2 700,-21-7 1,25 1 0,6-4 0</inkml:trace>
  <inkml:trace contextRef="#ctx0" brushRef="#br0" timeOffset="26632">10328 7234 20201,'1'4'3585,"1"-1"-3361,-2-3 140,-1 83-426,-6-44-2502,0 1 1,-4 7 0,-1-7 2563,-13 1 0,-6 1 0,18-29 0</inkml:trace>
  <inkml:trace contextRef="#ctx0" brushRef="#br0" timeOffset="27265">11059 7185 18100,'0'-8'3285,"2"-35"1,-2-11-1931,-6-7-4017,4 6 0,-1 1 2931,-9 6-960,-3 28 915,-3 6 999,-11 4-1184,-6 24-1539,-7 23 1505,12 1-2,15-8 0,4 0 1508,4 0-1522,2 16-6,18-9 29,6-5 2278,24-9-2267,-12-20 10,5-10 158,-2-24 150,-4-14-209,-12 18 0,-1-1 1746,-2-6 1,-2 3-1879,-2-5-3392,3-2 3392,-11 29 0,1 0 0,-3 9 0,0 17 0,1-3 0,1 32 0,0 3 0,-2-8 0,-1 6 0,-1-3-121,0-5 0,0 0-263,-2 24 1,0-1-2037,-2-26 1,0-4 1851,-2 25 1,0-9 0,3-23 0</inkml:trace>
  <inkml:trace contextRef="#ctx0" brushRef="#br0" timeOffset="27465">11743 7423 24251,'0'-4'3114,"0"1"-2817,0 3-331,-37 26-2066,23 14 2100,-18 11 0,28-13 0,10-22 0</inkml:trace>
  <inkml:trace contextRef="#ctx0" brushRef="#br0" timeOffset="27849">12670 6725 26603,'-40'19'242,"0"0"0,0 0 1,-13 8-1,9 5-214,21 10 0,7 5 0,2-5 0,1 3-20,-1 11 1,2 1-792,4-18 1,2 0 782,0 15 0,5-3-6,17 7-36,9-21 0,4-3 31,11 1 55,-10-17 1,2-9-40,22-28 124,-20-3-68,-8 1 1,-3-3 432,-7-19-304,-16-11-151,-7 18 34,-23-5-39,-10 24-1,-18 5-240,16 18 0,-5 6 0,4 0-451,9-3 0,0 2 242,-10 9 1,-3 5 0,12-3 0,15-4 0,-7 9-1</inkml:trace>
  <inkml:trace contextRef="#ctx0" brushRef="#br0" timeOffset="30732">12052 7225 16790,'3'-7'3290,"10"-30"1,1-10-2092,-2-8-1111,3-3 1,-2-2 684,-5-3-152,-5 18-4018,-3 19 3420,-1 16-1315,-3 19 1298,0 5 22,-7 35-23,3-8 1,-3 21-17,5-5 0,2 3-325,2-13 0,1 0-97,0 2 0,1 4 0,2-3-3438,3 6 1,2-4 3870,0-6 0,1-4 0,3 12 0,-4-27 0</inkml:trace>
  <inkml:trace contextRef="#ctx0" brushRef="#br0" timeOffset="32440">13277 7387 17173,'0'-5'4666,"0"2"-1880,0 3-2769,-6-30 516,4 33-500,-10 13 221,9 18-335,-1 2 0,0 0-311,0-3-126,2 11 1,-1-2-1,2-14 1,0 28 0</inkml:trace>
  <inkml:trace contextRef="#ctx0" brushRef="#br0" timeOffset="32734">13746 6917 26889,'-2'12'157,"-4"-16"-163,8 47 0,5 20-27,-6-11-491,-2 6 1,-1 3-2275,1-15 0,-1-2-2118,0 8 1,-1-1 4645,2-16 0,0-5 0,0-10 0,1-8 0</inkml:trace>
  <inkml:trace contextRef="#ctx0" brushRef="#br0" timeOffset="33040">14333 7026 22890,'-3'-11'1767,"-12"-22"0,-2-4-1123,2 6-513,-2-5 1,1-1 327,6 2-296,24 7-130,-2 1 40,33-3-51,-11 19 1,0 3-12,23-6-8,-14 9 0,-1 10 2,-11 14 1,-5 8-1,1 3 1,-3 5-1699,-1 16 0,-5 3 1687,-9-14 1,-4 1-1,-2 10 0,-2 0-240,-4-11 0,-1 0 125,0 8 1,0-1-34,0-12 0,0 0-1416,2 8 0,3-2-6764,7 7 7817,2 8 0,-4-38 1,-3-13-1</inkml:trace>
  <inkml:trace contextRef="#ctx0" brushRef="#br0" timeOffset="33240">14469 7285 21674,'-5'-6'3697,"1"2"-3098,4 4-436,0 0-146,10-61-169,19 49 1,4 0-20,-11-21 1,2 1-147,18 23 0,3 8-859,5-2 1176,7 0 0,-2 0 0,-9 0 0,-4 1 0,-1 0 0</inkml:trace>
  <inkml:trace contextRef="#ctx0" brushRef="#br0" timeOffset="33692">15204 6633 25881,'40'-33'93,"0"1"0,0 2 1,0 7-50,-5 15 1,2 4 45,14 0 0,1 3-57,-14 2 1,0 2-359,10 3 0,-3 2 353,-2 11 241,-10 3-174,-10 9 142,-5 6-142,-7 3 0,-2 3-47,-3-9 0,-2 0-20,0 13 0,0 3 16,1 4 1,1-3-40,-2-18 1,2 0-107,11 27 0,4 0 98,-4-29 1,1-2-7,7 13 1,-2 1-26,-6-12 1,-6-1-259,-19 21 85,-13-28 0,-8-3-776,-18 2 0,-5-4-1051,4-3 1,-2-1 2033,-14 3 0,9-4 0,26-7 0,5-1 0</inkml:trace>
  <inkml:trace contextRef="#ctx0" brushRef="#br0" timeOffset="36467">2009 8919 22055,'-35'-43'578,"0"0"1,3 4 0,1 10-422,-8 16-5728,-8 25 5588,16 2 1414,-11 30-1417,28-8 0,3 2 0,2-5 0,1 2 407,4 11 1,6-1-467,19 14 37,1-27 0,4-3 2,10 8 9,-9-15 0,-1-3 3389,-6-6-3314,2 10 0,-27-11-38,-5 4-3354,-47-2 3348,5-3-1141,4-2 1,0 1 1084,-9 1 5,19-4 0,2 0-392,-4 2-55,7-1-2040,9 0 3071,22-3 0,0-3 0,4 1 0</inkml:trace>
  <inkml:trace contextRef="#ctx0" brushRef="#br0" timeOffset="36825">2268 9105 25898,'-3'-35'78,"-9"50"-84,5 29 3,1-12 1,3-1-21,12 3 12,32-2 0,-6-18 45,23 4 10,-18-25-4,-6-7-7,-6-9 57,-7-5 33,-9-5 45,-10-19-84,-7 13-45,-5-10-28,0 25-151,3 8-100,3 9-1895,2 8-1287,6 8 3422,7 10 0,-4-7 0,3 1 0</inkml:trace>
  <inkml:trace contextRef="#ctx0" brushRef="#br0" timeOffset="37400">2892 8995 26228,'34'-17'39,"-7"13"-22,-25 36-17,-1 1-28,-1 0 34,-3 0 27,-2 3-33,-1-10 241,0-15-185,4-16-17,1-16-22,5-15 30,0 5 1,3-2 16,3-4 1,1 1-1730,-2 5 0,1 0 1721,11-20-978,-2 22 933,-5 9 16,12 4 0,6 2-27,14 7 5,-3 4 1,1 4-168,-6 7 0,-2 5 151,2 3 0,-2 3 8,-2 0 0,-6 5 1197,-6 13 0,-7 1-1194,-3 9 650,-14-14 0,-6-2-650,-23 2 94,-5-7-60,2-5 632,5-28-661,20-8 40,8-43 5,14 11-28,7 2 1,5 0-4,-3 16 1,2 3-9,11-6 1,0 6-1,10 5 188,-9 13 1,3 6-189,4 8 1,0 3-18,-1-3 0,0 3-173,10 13 0,-5 4-907,-8 8 38,-3 8-5287,-30-3 6335,-11-10 0,1-5 0,-2-11 0</inkml:trace>
  <inkml:trace contextRef="#ctx0" brushRef="#br0" timeOffset="37607">5014 8846 21271,'-4'-2'3674,"1"1"-3310,3 1-722,49-29-1115,0 19-3443,6-7 1,1 1 4114,4 12 1,-5 2 0,-45 2-1</inkml:trace>
  <inkml:trace contextRef="#ctx0" brushRef="#br0" timeOffset="37774">4967 9138 18209,'-4'0'3887,"0"0"-1821,4 0-2234,72-34-1852,-21 17 2020,-13 2 0,6-3 0,-7 5 0,6 2 0,-4 1 0</inkml:trace>
  <inkml:trace contextRef="#ctx0" brushRef="#br0" timeOffset="38534">7025 8612 23500,'-5'-47'612,"-1"1"0,5 5 1,-5 10-484,-17 21-78,0 9-6,-25 15-45,-3 4-12,18-3 1,-2 2-175,5-2 1,0-1 221,-3 1 1,1-2 92,-13 4 367,4-6-222,25-11-156,8-1 151,6-1-247,1 2 6,1 10 273,1-1-273,1 21 0,0 4 22,-4 25-50,-3-24 0,0-1 0,-3 19-6,-5-1 57,9-31 16,1-7 140,3-5-61,6-17 22,17-20-151,-6 8 55,21-19 1,-9 17 22,11-5-47,-11 12 0,1 2-15,25-4-16,-15 10 0,1 3 28,21 11-43,-26 0 1,-1 2-48,20 17 40,-10 5-18,-17 5-16,-24 5-62,-31 4-109,2-18 0,-5-2-205,3-3 0,-2-1-378,-13 5 1,-2-1-564,8-7 1,0-2-1914,-9 1 1,1-2 2615,9-4 0,4-3 0,-8-2 0,23-5 0</inkml:trace>
  <inkml:trace contextRef="#ctx0" brushRef="#br0" timeOffset="38741">7104 8543 24570,'53'-34'582,"0"0"1,-3 2 0,-4 7-522,-2 8-5704,-9 7 5648,-10 6-970,-1 3-581,0 4-8285,2 4 8856,-8 1 0,-9-1 0,-6-5 0</inkml:trace>
  <inkml:trace contextRef="#ctx0" brushRef="#br0" timeOffset="46707">1853 10644 22492,'14'-53'723,"-15"62"-690,-6 20 1,-2 9-9,-3 13 0,0 2-436,3-14 0,1-2 431,2-2 0,0 0 167,-1 2 1,1-3-121,1 4 236,0-4 240,5-31-112,0-8-229,0-13 207,7-40-179,-2-1 113,0 13 1,1-2-260,-3 7 0,1-1-695,3-18 1,1 0 646,-2 19 0,2 2-19,2-9 0,4 6 39,16 14-62,2 18-5,1 13 11,-4 11 0,15 26-23,-16-6 1,-1 2 8,-2-7 0,-1 2-195,2 6 1,-4-1-156,3 16-1311,-12-9 1,-1 2-1082,-3-7 0,-1 0 2756,-1 8 0,-2-5 0,-5-10 0,-2-16 0</inkml:trace>
  <inkml:trace contextRef="#ctx0" brushRef="#br0" timeOffset="47466">1967 10952 13460,'-2'-43'183,"0"0"0,2 0 0,6 8 2399,20 16-2596,8 2 0,6 0-59,-5 3 0,2 1 495,17-4 0,4 0-633,-14 4 0,1 1 1,-3 1 176,-1-1 0,-1 1 23,11-3 0,-3 0 39,-5-4 129,-7 0 235,-1-4 1085,-15 3-749,-10 3 3324,-7 5-3442,-3 3-206,0 5-348,-1 4 300,0 10-277,0 34-68,1-12-3,0 0 1,1 1 19,0-4-11,1 34-3443,-1-24 3437,1 7-5,-2-18 67,2-18 263,3-11-292,0-7 103,13-30-2,-1 4 14,1 1 1,2 0 3305,7-6-3426,3 0-11,-13 26 0,-5 9-5,10 18 10,2 13-27,0 2 11,8 23-40,-12-30-10,12 12 50,-6-23 44,18-18 1,-8-10 55,-6-10 1,-3-4 50,1-18 98,-11 2 0,-4-1-14,-5-6-118,-6 19 1,-3 1 167,-2-4-123,-2 12-128,2 8 10,2 10-33,1 6 0,8 6 0,7 8-22,14 13-20,-6-3 0,1 3-3,3 4 0,-1 2 14,2 0 1,-2 2-38,0 12 1,-6-1-229,-6 6-290,-9-17 1,-6-2-636,-12-10-8638,-4-3 7555,10-13 0,0-1 0,6-5 0</inkml:trace>
  <inkml:trace contextRef="#ctx0" brushRef="#br0" timeOffset="47683">4065 10405 25438,'-37'18'247,"8"-4"-449,56-15 0,19-4-1187,-3 2 0,-1 1-312,-7 0 0,0 0 1701,9 0 0,-5 1 0,-17 1 0,-2 0 0</inkml:trace>
  <inkml:trace contextRef="#ctx0" brushRef="#br0" timeOffset="47841">4087 10746 26334,'49'-21'-455,"0"-1"1,0 1 0,-1 1-1,0 0 1,-13 6 0,-10 8 0,-2 0-1</inkml:trace>
  <inkml:trace contextRef="#ctx0" brushRef="#br0" timeOffset="48466">6397 10340 16670,'0'-8'4441,"0"2"-3366,-4-25 1,-6-5-448,-15 7-550,10-9 1,-3 3 558,-15 23-609,-2 9-2754,10 4 2738,-27 8 21,-3 6 85,19-4 0,-2 2-138,1 0 1,0-1 22,1 1 0,1-1 13,-10 4 18,15-7-28,21-6 3201,10 3-3179,0 0 714,3 24-658,-1 4-9,-3 4 1,-1 2-31,-4 17 16,-1-11 1,-1 1-145,2-13 1,-1-1 84,0-1 1,2 1-14,6 25 0,6-2-14,2-25 0,5-2-177,4 7 0,5 3 1,3-8-628,9-6 0,6-8-3045,14 1 0,1-4 497,-13-7 0,0-4 2934,8-3 1,-5-1 0,-8 0 0,0-3 0</inkml:trace>
  <inkml:trace contextRef="#ctx0" brushRef="#br0" timeOffset="49040">7165 10337 26424,'-17'-26'185,"4"12"-157,13 26 78,0 13-50,-2-6-17,-1 5 85,-4-10 206,0-8-224,1-6 152,-3-9-168,3-1 117,-4-12 17,2-6-107,1-2-27,3-6-34,5 7-17,5 2-28,7 2 6,10 3-17,-1 7-3397,30 4 3391,-25 10-14,30 8 31,-26 16-6,4 15-39,-21 3 1,-8 5 19,-5-8 0,-7 3-343,-11 11 0,-9 5 1,-2-3 301,3-16 1,0-3 0,-2 1 26,-6 6 0,-1 0 0,1-4 0,-1-1 0,1-5 17,5-7 0,1-3 61,-16 6 6,1-8-11,20-25 5,12-15 1047,14-21-1007,17-5-79,9 2-9,1 23 1,3 6-19,6 1-102,6 9 0,1 4-822,15 9-466,-18-3 0,3 1 1405,-3 0 1,-4 0-1,5 1 1,-5-3-1</inkml:trace>
  <inkml:trace contextRef="#ctx0" brushRef="#br0" timeOffset="49240">8149 10629 27118,'-22'30'-79,"1"0"1,0-2 0,3 1-1054,6 4 0,3-1 0,-1-2 0,-3 12 0</inkml:trace>
  <inkml:trace contextRef="#ctx0" brushRef="#br0" timeOffset="49776">8509 10312 21887,'-1'-8'1663,"7"-24"1,2-2-1406,1 14-17,7-17 0,3 3-135,1 24-28,12-4 124,11 8-107,5 3-72,1 3-7,3 11-10,-22 9-6,4 10 6,-11-2-29,-9 33 29,-15-30-1,-3 2 1,-5-1 0,-13 0 66,-7 1 80,1-13 94,5-11-106,8-10 319,-3-12-184,9 0-79,-1-7-84,6 5-51,20-2-38,-4 7-18,16 0 12,5 13-9,-1 10 1,2 4-18,-5-3 1,1 1-139,10 10 1,-2 1 118,4 14 17,-15-2 5,-19-1 23,-23-2-3346,-27 2 3223,-7-10-51,-2-6-526,2-13-689,10-9-1608,-8-9-3294,12-2 6274,4-8 0,21 11 0,1 0 0</inkml:trace>
  <inkml:trace contextRef="#ctx0" brushRef="#br0" timeOffset="50198">9487 10049 21416,'-4'-2'4101,"0"1"-3412,4 1-370,21-25-235,-3 16 19,13-7 1,5 0-31,15 11-45,12-2 0,-20 6 39,-8 1-22,3 0-12,1 5-3397,-11 1 3420,-6 21 51,-16 24-40,-7 4 17,-5-11 0,-3-1-39,-5 6-6,3-13 0,2-1-5,1 2-147,1 13 149,5-15 1,2 1-9,2 24-12,1-14 1,1-1-11,3 10-1,-2-22 1,-1-1-11,-7 13-7,-9-15 1,-8-2-549,-14-4 0,-6-4-4356,-5 0 1,-2-5 4013,3-3 1,3-4 0,-8 0 0,35-5 0</inkml:trace>
  <inkml:trace contextRef="#ctx0" brushRef="#br0" timeOffset="50965">6289 11864 15270,'-53'6'592,"0"-1"0,0 1 1,0-1-1,0 1 0,-11 1 1,-1-1-1,6 0 1,13-2 538,-6-1-99,40-12-671,41-3 0,22-2-205,-11 4 1,5-2 0,5 1 0,4-1-609,-6 2 1,5 0-1,3 0 1,3 0 0,1 0-1,1 1 1,1-1 538,-6 2 0,2 0 0,1 0 0,2 0 1,0 0-1,0 1 0,-1-1 0,0 1 0,-1 0-232,2-1 1,-1 1 0,0-1 0,-1 1-1,0 0 1,0 0 0,0 1 0,0-1 165,-1 1 0,-1 1 0,0 0 0,1 0 0,-1-1 0,1 1 0,1 0 0,0 0-124,0 0 0,2-1 1,0 1-1,1 0 1,1-1-1,-2 1 1,-1 0-1,-1-1 1,-2 1 130,0 0 1,-2 0 0,-2 0 0,0 0 0,0 0-1,3 0 1,3-1-112,-2 1 1,3-1-1,3 0 1,1 1 0,1-1-1,0 0 1,-1 0 0,-4 0-1,-3 1 1,-4 0 102,12-2 0,-6 1 0,-4 1 1,-1-1-1,1 1 1,6-1 0,-1 0 0,0 0 0,1 1 31,-4 1 1,2 0 0,-1 0-1,-1 1 1,-5 0 182,5 0 1,-5 0 0,3 1-232,2-1 0,6 0 0,-6 3 1,-16 4 945,-10 13-5866,-58 5 1,-18 1 4189,16-7 0,-1-2 0,-14 5 0,5-3 0,22-9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30T14:14:56.26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2604 2990 15709,'1'-6'3666,"-3"-40"0,-6-9-2675,-20 11-711,5-13 0,-7 8-112,-9 42 0,-5 15-76,-7 12 1,2 12-73,15-5 1,2 4 0,4 3-10,-9 20 0,11 2 6,18-8 0,11-4 11,24 10-14,-1-37 0,6-7 8,0-6 0,2-6 80,25-13-13,-23-3 1,-3-7 111,-2-14 1,-5-4-12,-7 7 1,-3 1 50,0-3 0,-7 4-96,-15 10-111,-6 21 44,-28 48-72,19-6-4,4-5 1,3 2 3,11-3 0,7 0-12,7-4 0,6-1 12,8 4 0,7-5-4,10-9 1,2-7 2,-5-5 1,-2-6-3,0-2 0,-4-7 31,14-25 16,-12-11 0,-7-10 6,-23 22 0,-4 1 0,-5-7-3280,-7-8 3241,6 32 28,8-6-39,9 16 10,10-2-10,6 2 0,15 3-6,-6 0 0,7 2 3397,-5 1-3374,-1 9-18,-13-2 23,-6 26-28,-25 12-9,2-10 1,1 1 3,1 24 10,7-9 23,24-34 12,14-15-29,16-14-9,-21-5 1,-3-6 31,-6-2 0,-5-4 8,-3-13 0,-7-3-14,-13 8 0,-6 1-14,-4-3 0,-5 2 142,-16-15-94,12 22-23,43 0-11,31 15-32,-16 5 0,6 1 1,-2 1-217,4 0 1,-2 2 219,10-2 0,-3 5-3230,4 22 3236,-27-5-6,0 13-11,-22-1 28,-4 14-51,-6 12 40,-5 3 281,-4-3-432,6 0 3223,14-8-5467,15-11 1,5-3 2388,15 4 0,10-1 0,-34-26 0</inkml:trace>
  <inkml:trace contextRef="#ctx0" brushRef="#br0" timeOffset="315">4424 2766 25987,'13'-23'-938,"36"6"0,14 5-40,-13 5 1,3 1-1087,1 0 0,5 0 0,-8 1-487,-13 3 0,-5 1 1819,21 1 1,-37 0 0,-2 1 0</inkml:trace>
  <inkml:trace contextRef="#ctx0" brushRef="#br0" timeOffset="467">4632 2985 26278,'56'-13'-2058,"0"-1"1,-1 1 0,-3 0 2057,-14 5 0,-5 1 0,11-3 0,-19 5 0</inkml:trace>
  <inkml:trace contextRef="#ctx0" brushRef="#br0" timeOffset="1108">6059 2574 25365,'-55'-23'196,"0"0"0,2 2 1,3 11-158,-5 30-2858,23-9 0,1 0 2875,-29 10 1317,15-7-1239,-1-5 897,23-6-846,-3-1 89,16-2-162,6 0 3315,3 5-3360,-1 7 60,-1 5 63,-7 31-1757,3-11 0,-1 2 1617,0 0 1,0 2-7,-1 7 1,1 0-116,3-15 1,2-1 98,0 30-56,10-6-17,13-8-33,18-11-306,5-22 1,6-7-676,-10-5 0,1-3 1059,21-6 0,-4-3 0,-10-4 0,-7-3 0</inkml:trace>
  <inkml:trace contextRef="#ctx0" brushRef="#br0" timeOffset="10154">6641 2781 19496,'14'-47'2262,"0"1"1,-2 5 0,-3 8-1860,-6 17-218,-3 9-101,0 4-22,0 45-62,0-18-87,0 19 0,0 5-529,-2 13-2938,0-5 0,0 3 3554,0-20 0,0-3 0,1-1 0,-1-5 0,2-5 0</inkml:trace>
  <inkml:trace contextRef="#ctx0" brushRef="#br0" timeOffset="10361">7105 3032 23495,'2'-5'3881,"0"2"-3797,-2 3-67,8-14-84,-8 26-594,8 8-1535,-10 27 2196,6 16 0,-2-33 0,3-4 0</inkml:trace>
  <inkml:trace contextRef="#ctx0" brushRef="#br0" timeOffset="10906">7798 2818 21595,'0'-5'4717,"0"2"-4185,0 3-414,-31-39-79,23 29-6,-26-22-38,30 42 22,-6 10 33,1-5 185,-7-6-33,3-21-23,0-19-140,6-1 68,7-16 27,19-1-117,0 8-6,19-5-8,-1 35 0,3 8-15,-3 6 1,0 8-36,-1 8 1,2 7-1,-6 2 10,-4 7 1,-12 8-69,-16 9 1,-12 8 0,-6-6-167,-10 0 0,-8-4 261,1-4 1,-5 0 0,1-6-1594,-2-3 1,1-7 1663,6-8 1,2-5 341,-20-6-296,26-18 122,12-26-201,30 1-28,21-5-39,12 16 37,-12 14 1,4 5-1624,13 7 1,1 3 1624,-8-2 0,-3 1 0,0 1 0,-6 1 0,-8 0 0</inkml:trace>
  <inkml:trace contextRef="#ctx0" brushRef="#br0" timeOffset="11089">8413 3065 28418,'5'7'-409,"-3"9"-795,-8 20-7753,-1 6 7894,-1-3 0,4-16 1,1-10-1</inkml:trace>
  <inkml:trace contextRef="#ctx0" brushRef="#br0" timeOffset="11754">9221 2976 19388,'0'-49'1099,"0"0"0,-1 0 0,-2-3 0,-3 0 0,-1 7-873,-4 12 1,-2 4-84,-2-5 0,-4 6 357,-20 10-477,7 22 5,-22 30-12,26 13 1,4 7-515,5-12 0,2 0 495,-3 10 1,8 0 58,19-10 0,8-5-17,6-8 159,6-7 1,4-8 31,7-27 83,12-19 9,-23-1 0,-4-3-185,-5 7 1,-1 0-85,3-5 0,-3 1 1042,6-22-1071,-13 30 203,0-6-227,-8 25 4,-6 14-4,-1 17 0,-4 19 0,4-14 0,0 3 0,0 5 0,1 3-606,0 17 1,3 4-1373,4-19 1,2 0 0,-1-1-2939,0 13 1,2-4 4212,4-5 0,0-9 0,-4-19 1,-3-8-1</inkml:trace>
  <inkml:trace contextRef="#ctx0" brushRef="#br0" timeOffset="11937">9754 3196 22083,'1'-5'4559,"-1"1"-3355,0 4-1232,-12-11-145,2 24-5086,-19 26 5259,15 5 0,-1 6 0,12-34 0</inkml:trace>
  <inkml:trace contextRef="#ctx0" brushRef="#br0" timeOffset="13238">10587 2835 20951,'0'-60'1130,"1"0"0,-1 0 1,0-4-1,-1 7-738,-4-6-437,2 65 73,-1 37-73,2 24-230,0-15 1,0 5-225,-1-8 1,-1 1-1,0 1-1613,1-5 1,0 0 0,-1 0 2111,0 4 0,-1-1 0,2-5 0,0-5 0,0-6 0,0 4 0</inkml:trace>
  <inkml:trace contextRef="#ctx0" brushRef="#br0" timeOffset="13655">11142 2762 19266,'5'-60'1993,"0"0"1,3 6 0,-10 17-1679,-34 41-192,3 20-90,-5 7 3,16-3 1,2 4-6,-2 9 0,3 5-52,4-5 1,3 3-1,1 0-542,1 19 0,7-1 459,12-3 1,7-8 52,19-2-41,-2-33 1,2-10 265,21-28-45,-25 9 0,-1-5 193,-2-16 0,-5-3-31,-2-10 124,-23-7-281,-26 39-123,-8 12 0,-13 19 247,20 4 0,3 5-1275,6 5 1,2 2 362,-1-4 1,3-1-4131,10 25 3936,15-28 0,-4-11 0,3-2 0</inkml:trace>
  <inkml:trace contextRef="#ctx0" brushRef="#br0" timeOffset="13857">11783 3024 26861,'1'26'-135,"-2"4"-117,-8-2-3411,-1 18 2600,4-20 0,0 3 1,3-18-1</inkml:trace>
  <inkml:trace contextRef="#ctx0" brushRef="#br0" timeOffset="14119">12408 2637 27342,'-25'36'36,"8"7"1,4 6-132,7-4 0,1 3-680,-1-5 1,0 3 0,1-2-223,-1 3 0,2-3 345,2 0 0,1-3 0,0 4 0,4-12 0</inkml:trace>
  <inkml:trace contextRef="#ctx0" brushRef="#br0" timeOffset="14392">12693 2753 26558,'4'-48'319,"1"-1"0,-2 8 1,6 8-292,43 21-17,-6 22-2131,0 14 0,-1 8 2114,-16-4 1,-4 4-37,7 15 0,-5 2 246,-14-9 1,-6-1-334,0-9 0,-4 3-3766,-9 25 0,-5-1 3895,2-4 0,-1-10 0,0-6 0,6-20 0</inkml:trace>
  <inkml:trace contextRef="#ctx0" brushRef="#br0" timeOffset="14562">12774 3154 24396,'31'-34'-1565,"0"1"0,0 0 0,6 1 0,2 3 1,3 6 1564,2 10 0,3 6 0,-4 2 0,9-4 0,-8 3 0,-8 3 0</inkml:trace>
  <inkml:trace contextRef="#ctx0" brushRef="#br0" timeOffset="15154">13617 2596 18156,'0'-4'5831,"0"2"-5590,0 2 470,32-61-464,1 40-138,-3-14 1,5 3 27,6 24 0,1 7-36,21 1-70,-25 2 0,-2 6 5,-9 14 0,-4 4-8,3 9-462,-9 11 1,-5 4 458,-8-17 0,-2 2-5,0 9 1,0 5 0,-1-2-4,0 1 0,-1 1-21,0-3 0,-1 3 0,-2-4-2,-5 4 1,-4-3 10,-1 0 1,-8-3 3,-8-11 1,-8-3-1,0-3-6,-5-2 0,-3-3-295,-7-2 1,-6-1 0,5-3-4625,7-5 1,4-3 3989,-6 1 1,7-2 0,11-4 0,23-2 0</inkml:trace>
  <inkml:trace contextRef="#ctx0" brushRef="#br0" timeOffset="17604">2608 4446 4986,'6'-8'8475,"-2"2"-4515,-4 6-2807,15-75 237,-28 24-1177,14 3 0,-5 1 139,-31 4-150,3 25-79,-2 10-45,-1 11 941,-13 34-1017,29-3 1,6 5-23,7 16 1,8 1 10,5-6 1,8-2-26,17 2 1,8-6 5,-6-16 0,2-5 151,-4-2 0,0-1-157,15 9 1796,-28-11-1739,-40 9-23,-21-5 16,5-5 1,-8-2-6,2-5 0,-5-1 1,2-3-502,-15 1 1,1-4 368,0 0 1,5-4-580,-3-18-1199,54-6-6362,21-7 7562,9 4 0,-5 8 0,-5 10 1</inkml:trace>
  <inkml:trace contextRef="#ctx0" brushRef="#br0" timeOffset="17977">3062 4407 20571,'1'-7'3741,"0"1"-3461,-1 6-157,0 0-4268,-53 19 4162,39-3 2,-15 4 1,4 6 862,36 32-871,15-4 1,3-3 18,2-34 1,3-7-3,0-3 92,19-12 1,2-9 36,-22-4 0,-2-4-236,10 3 0,-3-4 188,-15-3 1,-9-2 3394,-14-17-3420,-11-3-229,-1 7-68,-3 19-544,10 18-5723,4 28 5737,1-7 0,1 9 0,-1-16 0</inkml:trace>
  <inkml:trace contextRef="#ctx0" brushRef="#br0" timeOffset="18554">3676 4472 20431,'6'-7'4766,"-1"1"-4289,-5 6-438,0 0-6,34-41 7,-25 44-3376,12 18 3352,-29 20-8,-4 3 1,-2 1-74,-11 12 110,10-19 263,-3-1-213,18-39 34,5-11 140,18-41 944,-8 18 1,1-3-1183,0 2 0,1-2 62,3-4 0,2-3 1,-2 7-55,12-8 28,-8 4 1,2 6-51,8 20-12,8 14 0,-7 15 1,0 4 6,17 5-15,-11 26 0,-8 9-8,-25-18 0,-4 0 2,9 9 1,-7 1 8,-27 2 0,-8-10 22,9-24 1131,-28-3-1137,52-68-4,2 4 58,13 8 1,8-7 0,-1 8-54,-7 16 0,2 1-19,10-10 0,5-4 0,-4 12 2,2 12-48,9 34 1,-2 13-65,-12 7-76,1 4 1,-3 5-2482,-15-5 0,-5-2 2669,6 16 0,-3 2 0,-4-42 0</inkml:trace>
  <inkml:trace contextRef="#ctx0" brushRef="#br0" timeOffset="18787">5147 4274 22699,'-6'0'2941,"1"-1"-2885,5 1-218,-11-10-853,61 8-2715,9-4-1186,-12 9 1,1 2 3287,-9-1 1,-6 0-1,-3 4 1,-22-6 0</inkml:trace>
  <inkml:trace contextRef="#ctx0" brushRef="#br0" timeOffset="18939">5206 4578 18527,'-5'3'5853,"1"-2"-5571,4-1-1005,36-5-1305,10-4 726,-14 4 1,1-1 466,2-1 1,-4 0 0,-6 1 0,-1 1-1</inkml:trace>
  <inkml:trace contextRef="#ctx0" brushRef="#br0" timeOffset="19703">6753 4425 23226,'3'-43'537,"1"0"1,-4 4 0,-7 10-443,-15 24 6,-15 8-12,-1 5-38,-8 7 5,9 0 0,-1 0 62,-16 6-20,20-7 0,2-2 120,1-3-33,12-5-56,9-3 67,5 0-163,2 3-16,1 4 17,1 9 67,-6 30-51,-1-4-31,1-12 1,-2 2 19,-3 0 1,-1-2 21,-7 14 1,-4 5 139,11-27-5,7-11-72,2-6 133,4-10-162,0-5-50,1-7 6,3-8-40,1 3 39,36-24-44,-16 27-1,12-3 1,9 3-15,-1 15 1,3 5-3,-2-2 0,2 4-140,6 4 1,-3 4 130,-19 2 1,-7 4-1718,-6 13 1,-10 4 1489,-15 23 6,-10-18 1,-10-2-1149,-21-1 0,-6-7 42,14-10 0,0-2 1275,-14 2 0,5-6 0,14-8 0,8-6 1</inkml:trace>
  <inkml:trace contextRef="#ctx0" brushRef="#br0" timeOffset="19921">6689 4365 21159,'43'-25'862,"0"-1"1,-1 1-1,9-5 1,-4 5-577,-12 14 0,-3 6-202,-1 2 284,2 4-3589,-18 12 2217,-8-3 0,-2 4 0,-5-8 0</inkml:trace>
  <inkml:trace contextRef="#ctx0" brushRef="#br0" timeOffset="23293">8508 2819 8455,'1'-6'5490,"1"0"-3037,-2 6 1048,0 0-2090,10-49-857,-7 32-206,8-38-258,-10 46 5,11-4-84,0 7-3459,18 1 3443,-12 8-7,6 5-77,-8 19 72,-8-4 28,1 17 28,-16-3 118,-16 4 3566,-1-8-3567,1-9 220,9-17 32,13-5 264,-2-2-672,12 0-5,2 2-12,11 4-11,12 13 0,-8-2-17,4 10 28,-18-12-39,-4 4 51,-7-3-1,-14 9-22,-5-3-106,-22 3-437,-3-9-8022,-11-5 7745,19-7 0,12-3 0,20-1 0</inkml:trace>
  <inkml:trace contextRef="#ctx0" brushRef="#br0" timeOffset="23496">8926 3203 24536,'-34'42'-210,"0"-1"0,-3 4 0,6-7 0,11-14 0,0 2 0</inkml:trace>
  <inkml:trace contextRef="#ctx0" brushRef="#br0" timeOffset="35745">1317 6837 19631,'-8'-43'1033,"1"0"1,0 0-1,-3-15 1,0 9-318,-2 13 323,-1 4-821,6 15-75,1 3-98,5 11-2,1 2-26,8 17 35,-2 0-58,7 17 28,-4-3-5,-2 2-17,-1-3 17,-2-7 67,-1-7 84,-2-9 252,0-3-280,-1-18-78,1 5-34,-1-8 56,2 8-101,-2 7 6,2 6 11,1 12 22,0 18-5,1 19 5,-8 9 1,-2 2-18,4-24 1,-3 1-257,-2 11 0,-3 6 0,1-9 248,2-15 1,1-2-4,-3 9 0,1-2 29,3-3 167,4-20 219,1-41-353,0-5-45,0 1 0,0-4 1,0-29-4,0 27 0,-1-4 3,-2-18 1,0-3-309,2 14 1,-1 0 301,0-15 1,2 0 2,6 15 1,4 3-9,4 3 0,4 4-6,1 3 1,5 6 694,30-3-700,1 26-12,6 17 14,-29-2 1,0 5-17,10 16 0,-4 5 22,-12-9 0,-6 4-25,1 22 0,-14 4 22,-20-16 1,-9-3 8,1 2 0,-4-3-1,-3-10 1,-3-8 37,-17-10 622,16-15-629,-2-14-16,17-7 0,6-10-68,14 10 46,7 3-23,18 15 36,3 15 1,3 5-21,21 7 1,-14-2 0,-2 5-20,-8-1 0,-4 4-1732,-6 1 0,-5 1 1679,6 27-17,-33-4-96,-19-14-150,-13-8-314,-3-8-840,11-12 0,1-3-5355,-14-4 6291,-6-3 0,36-1 0,11 0 0</inkml:trace>
  <inkml:trace contextRef="#ctx0" brushRef="#br0" timeOffset="36446">1989 6858 19871,'-9'0'5735,"2"0"-5203,7 0-145,0 0-309,9-42-27,35 54-46,-12-40-2,2 44 0,1 10-3,6 5-62,5 11-128,-12 2-82,-31-8 1,-9-1 293,-10 1 101,-22-6 0,11-53-83,14-9 21,17-21-66,25 17-40,-5 12 0,2 2-22,24-5-328,-4 13 0,1 4-216,3-1-1466,-4 3 1,-2 0 1930,-6 1 51,5-2 319,-17-6-79,-7 3 544,10-16 869,-13 1-1290,-1 8-116,-15 28 3251,-10 32-3403,-2 7-6,6 11 1,15-24-29,19 9 28,2-27 1,4-3 16,14 7 11,-3-22 1,-2-10 66,-5-16 3,-12-1 1,-4-2-20,-5-17-45,-12 2 50,-19 8-458,-4 20-595,2-2-661,8 21 1,15 7-1</inkml:trace>
  <inkml:trace contextRef="#ctx0" brushRef="#br0" timeOffset="36679">3547 6482 20778,'-1'-42'1697,"0"-1"0,0 1 0,0-21 0,-5 24-1601,-5 45-96,-1 20 5,8 5 1,2 3-6,-2 26-302,2-5 1,1 5 119,0-3 0,0 2-841,1-12 0,0 3 0,0 0-2254,-1 7 0,1 0 0,1-4 2597,-1-7 1,1-4 0,-1 2-1,1-8 1,0-23 0</inkml:trace>
  <inkml:trace contextRef="#ctx0" brushRef="#br0" timeOffset="37229">3348 6736 25791,'22'-16'51,"-3"3"-29,35 30-11,-20-11 0,1-3-302,2 2 0,1-2 277,0-2 0,-2-1 2,19-2-24,-21-4 0,0-1 8,18-7 33,-14 2 1,-2-3 266,2-13-221,-13 5 226,-38 4-142,-18 21-90,-23 15-34,20 8 301,17 8-300,29-13 4,16-6-4,9-10-24,2-6 46,0-6 5,-6-8-5,-10 0 72,-3-16-39,-14 8-5,-5-12 0,-14 9-3410,-9 4 3432,-7 8 202,-16 11-196,10 13-51,7 9 0,2 5-33,3 7-15,7 7 1,3 3-127,7 10-1859,14 0 1,6 2-2923,0-18 1,3-3 3911,4 5 0,0-5 1,4-7-1,-17-18 1</inkml:trace>
  <inkml:trace contextRef="#ctx0" brushRef="#br0" timeOffset="38161">5590 6413 22380,'-47'-40'995,"-1"0"0,12 10 0,2 15-953,1 45 1,5 23-1286,11 1 0,5 8 1,2-1 1242,1-9 0,2-1 0,1 6-48,1-8 0,1 6 0,-1 2 1,2 2-1,0-2 0,1-6-157,0 5 1,1-5 0,1 0 0,0 4-156,0-1 1,0 4-1,1 1 1,-1-2-1,-1-2-698,1 1 1,-1-2 0,-1-2 0,-2-2 463,-7 8 1,-2-3-1,-3-3 836,3-5 1,-2-2 0,-7-13 1382,-21-17 1,-1-18-954,16-18 0,5-13-181,8-7 1,2-10-1,4-4 1,3 4-373,4-2 1,5 2 0,4-6-72,2 5 0,3-7 1,2-1-1,3 3 1,1 5-19,10-7 0,3 6 0,3 1-326,-1 6 0,2-1 0,2 2 0,-1 6 298,1 6 0,1 5 0,2 2-6,8-1 0,4 2 1,-4 3 736,-1 3 1,-1 2-734,-4 3 0,2 0 0,-6 3 0,12-1 395,-7 11-311,-37 11 901,-5 10-733,-5 6-1480,-6 20 1317,4-9-2,3 12 14,29-7-23,3-16-33,8-2 376,14-29-164,-29-7 281,15-33-325,-31 6 0,-7-23 3347,-9 12-3409,-2 17 0,-2 0-33,-8-10-29,-9-4-50,9 32-44,3 6-23,4 8-118,0 24-1511,15 26-2847,10-10 1,5 1 4503,-2-6 0,1-2 0,14 13 0,-22-39 0</inkml:trace>
  <inkml:trace contextRef="#ctx0" brushRef="#br0" timeOffset="39012">6349 6821 21517,'-1'-47'1706,"1"1"1,0 4 0,-1 11-1584,0 23-140,7 11 12,25 26-1,3 3-8,-1 3 0,0 3-48,0 14 31,-14-19 1,-5-1 35,-16 7 35,-9-14-12,-8-14 117,-7-39-10,11-4-96,2-19-39,21 11-6,13 9-39,15 4-16,-2 9-189,-2 8 1,2 2-579,20 1-11,-12 3 0,2 1-150,-5 1 1,0 2-2260,2 1 1,2 1-405,14 0 0,0 0 3425,-12-2 0,-2 0 751,1 1 0,-5-3 3178,5-11 62,-32-3-1389,-1-6 148,-8-9-1100,-2 0 3050,-9-1-4249,2 13-118,-9 8-100,-16 28-40,2 3 28,-15 22-22,14 2-135,19-13 0,2 1 84,-1 12-313,12 18-554,13-25-1662,7-11 1,5-4-2309,6-7 1,2-5 799,8 0 0,0-6 4116,-7-5 0,0-4 641,15-7 1,0-8 4273,-14-6 0,-2-3-2949,4 8 1,-2-3-541,-8-13 0,-9 0 361,-12 1-718,-10-4 2508,-23 28-3543,4 13 16,-12 24-33,13 22 376,7-7-365,0 7 73,15-27 112,7-19-3521,0-6 3330,2-5 34,-5-2 17,-5 1-45,0 1 0,-4-3-78,3 6-4856,-1-1-4846,4 5 9752,1 0 0,-1 2 0,-2 1 0</inkml:trace>
  <inkml:trace contextRef="#ctx0" brushRef="#br0" timeOffset="39663">7676 6719 17260,'-5'-2'7254,"1"1"-6745,4 1 142,-7 20-226,13-1-302,-5 7 180,32-6-96,11-17-53,-2-10 0,1-3-20,17-8-39,-25 1 1,-5-5 234,-12-23-279,-12 16 61,-14-14 106,-19 21-106,-3 3-11,-10 5-28,-19 27-57,17 10-10,6 8 0,3 4-521,3 9 507,10 0-1,7 2-72,17-8 0,8-2-432,8 6 1,12-5-2765,9-13 0,9-5 0,-3-4 1638,0-2 1,-1-4-1,12-6 1,-12-3 0,-32-2-1</inkml:trace>
  <inkml:trace contextRef="#ctx0" brushRef="#br0" timeOffset="40479">1427 7889 17001,'59'4'206,"0"-1"1,-1 1 0,1 0-1,0 0 1,0 0 0,2 0 0,-1 0-1,-1 0 1,1-1 0,2-1-839,-9 0 1,1-2 0,1 1 0,2-2 0,-2 1-1,1 0 1,-2-1 703,3 1 1,-3 0 0,0-1 0,1 0 0,3 0 0,5 0-15,-9-1 0,3 1 0,2-1 1,2 0-1,2-1 0,1 1 1,1 0-1,1-1 0,-1 0 0,1 0-110,-9 0 1,-1 0 0,2-1-1,-1 1 1,1-1 0,1 1-1,0-1 1,1 0 0,1 0 0,0 0-1,1 0 1,1-1 0,1 1 61,-7 0 1,1 1 0,2-1 0,0 0 0,1-1 0,0 1 0,1 0 0,0 0-1,1-1 1,0 1 0,0-1 0,0 1 0,0-1 0,0 1 0,0-1 0,-1 0-1,0 0-30,0 0 1,1 0 0,0 0 0,1 0 0,0-1-1,-1 1 1,1-1 0,0 1 0,-1-1 0,0 1 0,0-1-1,-1 1 1,0-1 0,-2 1 0,1-1 0,-2 1 0,-1 0 10,7-1 0,-1 0 1,0 0-1,-2 1 0,0-1 1,0 0-1,-2 1 0,1-1 1,-2 0-1,1 1 0,-2-1 1,1 1-1,-1-1-147,4 0 1,0 0 0,1 0 0,-2 0 0,1 0 0,-2 0 0,-1 0 0,-1 0 0,-2 0 0,-3 0 0,-1 1-729,15-3 0,-4 1 0,-3 1 0,-2-1 0,-2 0 0,0 1 884,0-1 0,0 0 0,-2 1 0,-3-1 0,-3 1 0,7-1 0,-5 1 0,-6 0 0,-9 1 0,1-1 0</inkml:trace>
  <inkml:trace contextRef="#ctx0" brushRef="#br0" timeOffset="41053">8783 6601 14398,'12'-49'4890,"-1"1"0,-8 9-4563,6-13 1,-6 6 25,-20 32-134,-16 10-96,-6 19-73,-2 7-38,5 15-1,13 1 17,10 9 28,21-2 67,15-11 56,12-14 28,1-24 225,-3-22-208,-14-1 106,-4-22-257,-19 21-28,-17-3-118,-12 31-790,-17 30-3467,28 8 1,3 5 3763,2-9 1,4 0 0,5 2-1,5-4 1,3-14 0</inkml:trace>
  <inkml:trace contextRef="#ctx0" brushRef="#br0" timeOffset="41313">8784 6872 24939,'-32'42'213,"-1"1"0,10 0 0,16-8 431,50-27-67,4-8-465,-8-7 56,-24-15-112,-16 9-2089,-32-4 2033,-14 7 0,4 3 0,8 7 0</inkml:trace>
  <inkml:trace contextRef="#ctx0" brushRef="#br0" timeOffset="60454">5650 9064 16740,'-2'-36'2876,"0"0"0,-1-17-2372,0 8 0,0-1 891,-3-8-1328,2 27-39,0 9 11,3 26 11,5 10 18,3 17-15,-2 0 0,1 1-566,1 18 530,-3-9 0,-1 1-6,-2 17 0,-1-26 0,0 0-8,1 0 0,-2-3 423,1 4-157,0-15-168,0-36-45,0-17 11,-1-32-50,0 13 25,-2-8 0,0-1 3,0-3-12,0 15 1,0 3 11,0 6 479,1 23-502,1 18 6,1 19-39,1 11 0,2 2-1,-1 12-3,2-7 0,2 8 1,-1-6 30,3 12 1,-1-3 0,0-5 89,-1-20-94,-2-10 66,-10-46-33,0-7-6,-1-6 0,2-4-398,1 7 1,2 1 374,-1-2 1,2 0 53,3 1 0,2 3 110,3-13-18,3-2-56,-3 21-78,-4 16-22,-2 23 0,-1 2 711,0 26-756,-1 10-3215,0-6 1,0 9-1,0-4 3254,1 0 0,0-2 0,-1 17 0,0-8 0,3-23 0</inkml:trace>
  <inkml:trace contextRef="#ctx0" brushRef="#br0" timeOffset="62629">7186 9082 12264,'-58'5'2754,"1"0"0,3 0 0,10-1-1942,23-3-532,7-1-157,10 1 146,15-1 23,21 0-220,-2 0 1,4-2-37,15-1 1,3-1-644,-10 0 1,2 0 0,1-1 615,5-1 1,1-1-1,0 0-4,1 0 1,0-1 0,1-1 8,-4 0 0,2-1 0,-1-1 0,-4 1 14,-2 0 0,-4 0 0,0-1 16,7 0 1,0-2 0,-18-4 46,-29-23-63,-38 9-14,-1 11 0,-7 1 4,2 8 1,-5 1 0,2 1-812,4 1 0,2 0 0,-1 0 994,-18-3 1,5 2-51,19 3 1,8 1-40,16 1-62,18 3 23,41 15-51,-11-5 113,18 8 0,4 3-127,-20-5 0,-2 0-2,10 2 0,1 3-88,2 8 1,-5 0 76,-2 3-9,-8 5 0,-4 2-137,-13 8-3403,-8 0 0,-3 0 3554,-7 6 0,-2 0 0,1-38 0</inkml:trace>
  <inkml:trace contextRef="#ctx0" brushRef="#br0" timeOffset="63552">9215 8810 20688,'-9'-52'1099,"1"0"1,3 7 0,-4 11-932,-23 22-112,3 12-5,-19 5-12,-7 7-6,5 2 1,-2 1-26,14-4 1,0 0 2,-10 4 0,4-1 6,8-1 28,20-1 11,14-2 39,7 6 12,6 3 128,8 33-106,-5 0-1,-6 4 1,-1 4-78,-4-18 0,-2-1-656,-1 15 1,1-1 626,0-17 1,2-2-7,2-3 1,4-1-39,17 21-214,5-25 1,8-6-262,7-8 1,1-5 0,-11 3 0,-3-2 0,29-11 0</inkml:trace>
  <inkml:trace contextRef="#ctx0" brushRef="#br0" timeOffset="64246">10299 8837 15035,'2'-5'7326,"0"2"-6048,-2 3-1132,24-56 319,-15 53-347,17-31 157,-29 61-197,-9 5 588,-11-11-547,-6-6 71,-7-9-117,12-8-6,-1-6 123,7-23-83,7-6-18,0-23-53,15 26 1,5 1-12,5 2 1,3 2-12,1 3 0,6 4-6,25 8 0,5 13-19,-15 10 0,-1 6 5,11-3 1,-5 6-4,-12 20 1,-13 7 2,-19-4 1,-14 3-451,-6-5 1,-8 5-1,-3-1 1,3-4 449,-8 12 1,-4-3 7,5-14 1,-7 1 0,2-2 0,7-9 19,-8 2 59,6-12 1,2-5-21,12-9 197,-9-30-168,34 7-18,8-17 1745,10 24-1857,20 6-55,7 9 17,6 3-694,-9 4 1,8 2 0,-1 0 771,-7-2 0,-1 1 0,0-1 0,3 1 0,1 1 0,-4-2 0,-1 0 0,0 0 0</inkml:trace>
  <inkml:trace contextRef="#ctx0" brushRef="#br0" timeOffset="64429">11239 9037 19529,'-3'-9'5797,"1"2"-5595,2 7-51,0 0-145,-47 12-124,30 26-199,-9-18 1,3 2-2025,23 41-1888,5-26 4229,6 0 0,-6-24 0,1 0 0</inkml:trace>
  <inkml:trace contextRef="#ctx0" brushRef="#br0" timeOffset="64954">11757 8752 20369,'-3'-8'2221,"-4"-26"0,5-6-1857,20 9-317,-12-9 1,4 3-31,25 20 22,10 11-5,-5 13 0,2 5-38,-12-3 1,1 2 6,13 8 1,-4 6-33,-8 24 23,-16-7 29,-25 7 17,-12-23 16,-17-4 184,-10-15 175,5-15-135,4-4-17,15-11-67,16 4-78,5 2-40,11 4-39,10 3-28,17 7-22,15 10-6,-20-1 1,2 4 16,6 8 0,3 4 0,-4 0-6,-6-1 0,-2 0 9,19 9 0,-13 3 75,-42 21-94,-32-13 4,13-13 1,-4-1-149,-18-3 1,-4-7-536,13-6 1,0-4 15,-5-3 1,3-2 0,3-4-1,18-7 1</inkml:trace>
  <inkml:trace contextRef="#ctx0" brushRef="#br0" timeOffset="65153">13170 9101 23948,'-35'44'-400,"0"1"0,1-1 0,4-7 0,2-2 0,4-2 400,4 5 0,6-7 0,4-8 0,7-16 0</inkml:trace>
  <inkml:trace contextRef="#ctx0" brushRef="#br0" timeOffset="66287">13988 8676 3810,'2'-7'8072,"0"2"-4348,-2 5-677,0 0-2228,11-63-153,-9 40 229,3-16 1,-2 1-583,-8 24 484,-7-5-629,-8 9 1520,-2 3-1627,-9 4 12,-11 19-11,-7 14-48,23-10 0,1 3 2,2 1 1,2 3 0,3 6 0,6 1 0,7 23 89,30-2-5,16-31 17,19-27 92,-24-13 0,-2-7 112,-2-7 0,-1-3-171,-1 0 0,-2-1 6,-7 0 0,-6 0 425,-4-10-402,-6 20-124,-3 6-40,-2 18 24,-4 40-46,2-17 17,-2 32-188,5-6 1,2 1-342,1-14 0,1 1-532,0 19 1,1 1 1049,2-9 0,1-8 0,-3-8 0,2 13 0</inkml:trace>
  <inkml:trace contextRef="#ctx0" brushRef="#br0" timeOffset="66527">14650 8829 25970,'0'43'-465,"0"1"0,0 0 0,0 16 1,-4-4 464,-3-16 0,-1-6 0,0 1 0,-5 10 0</inkml:trace>
  <inkml:trace contextRef="#ctx0" brushRef="#br0" timeOffset="66954">15499 8782 19423,'12'-46'1059,"0"0"1,1 0-1,-1 0 1,4-13-1,0 1 1,-9 32-931,-11 48-40,-5 20-53,0 18 1,0 4-51,3-25 0,0 1-517,1 5 0,1 3 0,1-4-663,2-4 1,1-1-3723,1 10 1,0-2 3862,1-12 0,-1-3 1,2 11-1,-2-32 0</inkml:trace>
  <inkml:trace contextRef="#ctx0" brushRef="#br0" timeOffset="67353">16399 8550 20568,'0'-6'3932,"0"1"-3342,0 5-400,-75-9-67,29 29-521,-2-18 1,0 6 439,11 27 0,6 8-25,10-11 0,1 2-26,-8 16 1,3 2-4,10-9 1,4 0 11,4-2 0,3-2 271,6 20-288,10-24 1,4-3 10,6-3 0,0-5 1,6-5 158,6-16 0,0-5-74,10 2 94,-7-15 1,-5-7 67,-18-8-23,1-14 730,-18 11-808,-18 2-3454,-17 11 3325,-6 7-161,-17 27-113,24 5-773,1 22-264,25-11 737,19 15 1,-5-29-1,9 7 1</inkml:trace>
  <inkml:trace contextRef="#ctx0" brushRef="#br0" timeOffset="67554">16919 9042 23803,'0'-3'3013,"0"0"-3002,0 3-11,-22 5 11,9 15-630,-7 11 1,2 6-2172,2 21-2126,7-14 1,1-2 3786,2-5 1,3-14 0,2-16-1</inkml:trace>
  <inkml:trace contextRef="#ctx0" brushRef="#br0" timeOffset="67827">17469 8526 26256,'39'31'176,"0"0"1,13 1-202,-33 7 1,-4 12 0,-5-4-670,-3-10 0,-4 0 374,4 17 1,-4 2-4413,-8 0 1,-4-2 4731,2-14 0,-1-2 0,0-2 0,0-5 0,-1-8 0</inkml:trace>
  <inkml:trace contextRef="#ctx0" brushRef="#br0" timeOffset="68027">17400 8915 24172,'41'-29'-263,"0"0"0,-10 3 0,4 6-667,26 15 0,3 9-3211,-19-4 0,0 0 4141,14-1 0,-3 0 0,-2 1 0,-26-2 0</inkml:trace>
  <inkml:trace contextRef="#ctx0" brushRef="#br0" timeOffset="68687">17163 8810 21920,'-7'-56'1137,"0"0"1,0 5-1,2 8-698,4 11 368,3 0-474,0 19-199,1-2-85,3 27-21,1 19-5,3 29-217,-6-2 1,0 5-597,-1-13 0,0 1-537,0 9 1,-1-3 1326,1-15 0,1-8 0,0-5 0,0-2 0</inkml:trace>
  <inkml:trace contextRef="#ctx0" brushRef="#br0" timeOffset="69302">18089 8471 14874,'-4'-2'7568,"1"-1"-5513,3 3-1909,11-51 178,23 30-240,-4-34 64,8 45 1,2 7-42,1 0-17,22-2-6,-21 6-56,-19 1 11,1 4 73,-18 15-62,-3 1 34,0 17 62,-6 23-113,2-29 1,1 1-37,-2 1 1,1-1 18,2 4 1,3 1-34,4 5 1,3 1 10,1 3 0,1 0 3,3 5 1,0-1-94,0-6 1,-1-3-689,3 11 784,-7 6 0,-7-37 0,-8-3 0</inkml:trace>
  <inkml:trace contextRef="#ctx0" brushRef="#br0" timeOffset="70602">18412 9246 8881,'4'1'8178,"-1"0"-7495,-27 11 0,-14 3 483,3-1-601,-6 3 1,-1 0 459,8-6-571,13-6 560,7-1-656,10-3 23,2 0-185,8-1 78,29-3-190,4-2-48,-7 1 1,0 0 36,19-3 22,-8 0-28,-15 2 314,-6 0-39,-15 3-168,0-1-57,-4 1-44,-1 0 202,1-2-186,-2 3 180,0-1-241,-7 0-6,0 0 23,-6-3-39,3 2-96,2 1-531,5 0-1900,6 1 1673,15-3 0,-10 2 0,9-1 0</inkml:trace>
  <inkml:trace contextRef="#ctx0" brushRef="#br0" timeOffset="73354">10244 7563 15305,'-1'-48'1684,"0"0"0,1 0 1,-1 20-1674,0 30 196,9 33-134,-1 7-20,3 13 0,0 4-25,-3-16 0,-2 2 15,-1 13 0,-2 8 0,-2-9 13,-2-14 0,-3-3-14,3 19 0,-8-9 535,-28-24-415,13-25-27,-20-6 56,-2-32-113,10 6-11,6 5 1,2 1-1,0 2-5,-2 0-90,21 18-34,6 14 96,9 7 10,5 13 169,28 13-101,-11-17 103,4-6 1,5-5 92,-2-10 0,-1-4-168,26 3 22,-17-9 1,0-5 218,10-16-213,-2 1-28,-10-1-45,-28 15-134,-6 6-661,-4 3 700,5 13 0,-5-7 0,4 7 0</inkml:trace>
  <inkml:trace contextRef="#ctx0" brushRef="#br0" timeOffset="74587">11962 7899 13004,'5'-52'1869,"1"0"0,-1 0 1,1-11-1,0 4-1374,-4 16 1,-1 6 149,-3-5-315,-1 18-302,-3 13-44,-1 32 21,0 9-10,-1 31-15,3-10 0,0 2 17,0-10 1,0 0 4,-1 12 1,-4 0 50,-6-12 1,-3-5 58,-13 9-68,7-24 1,-3-5 118,-35-11-96,17-11 45,12-7 0,4-3-56,6-3 17,-1-11 285,19 0-212,4 13-90,6-7-51,6 20 12,2 7-11,1 4 33,13 24 11,-5-7 1,16 16 195,16-13-83,-7-13-74,-12-8 1,2-5 106,10-10 0,0-5-98,-11 2 0,-1-2 22,13-6 1,-4-3 148,2-13 45,-12-11-225,-18 13-106,-7-4-246,-9 24-639,-2 6 902,1 23 0,0-10 0,1 10 0</inkml:trace>
  <inkml:trace contextRef="#ctx0" brushRef="#br0" timeOffset="75345">14058 7399 21030,'2'-45'672,"0"0"0,0 2 1,-1 19-668,-4 37 18,0 13-7,-2 17-10,2-4 0,-1 3-4,1-8 1,-1 1-9,-6 23 1,-2 0 22,-7 1 8,4-24 0,-2-5 104,-11-7-51,6-12 292,-24-20-79,13-16 62,-14-8-252,24 6 50,10 11-179,12 14 22,1 6 12,2 1 39,11 14 5,5-5 40,17 7-29,-4-9 40,3-6 0,2-1 67,21-1-93,-16-2 1,2-1 3,0-6 0,-2-2-85,17-4-56,-24 2 1,-1-2-9663,26-9 9724,-27 9 0,5-1 0,-30 11 0</inkml:trace>
  <inkml:trace contextRef="#ctx0" brushRef="#br0" timeOffset="81127">6296 11446 14012,'1'-3'6245,"-1"0"-4677,0 3-1299,10-23-168,-7 19 163,8-12-52,-10 24 158,-1 11 16,-23 9-156,-2-2 280,-26 0-107,15-19 129,-3-17-95,16-26-386,8 6-7,7-14 29,14 10-6,12-10-67,8 19 0,6 3-3,-6 4 1,4 5 7,21 10 1,1 10-12,-14 4 1,-3 8-20,-1 12 1,-1 8 0,-5-2 21,-5-7 0,-7 4-20,-12 18 1,-8 8 0,-6-7-696,-7-16 0,-6-2 708,-10 13 1,-5 6 0,-3-3-660,0-6 0,-1-2 0,-1-2 691,2-2 1,-1-2 0,1-2 23,-3-1 1,0-2 0,5-7 0,7-7 1,4-13 176,2-24 0,7-9-118,16-12-64,3 1 0,7 1-6,17 9 1,6 6-26,15-9-8,7 15 0,8 7-241,-7 11 0,2 5 46,-5-2 1,3 0 0,-4 2-1,-2 1 1,-4 2 0,-10-2 0,-1 0-1</inkml:trace>
  <inkml:trace contextRef="#ctx0" brushRef="#br0" timeOffset="83761">7647 11669 17501,'-42'9'937,"0"1"0,0 0 0,-9 2 0,11-2-797,22-6 536,28-3-502,15-5-113,25-5-30,-14 2 0,4-2-800,10-3 1,2-1 796,7-1 0,4-2-3,-18 4 0,3-1 1,0-1-1,-2 1 8,4-1 1,-2-1 0,-1 0 72,6-2 1,-1-1-1,-10 1 456,4-13-545,-44 12 11,-31 8 0,-9 5 6,-7-3 145,-1 3 0,-11 0 0,6 1-20,14 1 0,1 2-33,-23-2 0,2 0 401,13 2-314,31 0 1204,31-1-1406,4 0 0,11 2 1,6 2-1,16 6 0,1 3 3,-6-2 0,1 3-322,0 2 1,2 2 0,-6 0 293,-11-3 0,-3 3-79,12 12 1,-8 5-1129,-22-5 0,-7 4 685,2 7 0,-5-1 0,-4 12 0,-11-16 0</inkml:trace>
  <inkml:trace contextRef="#ctx0" brushRef="#br0" timeOffset="84321">10110 11298 22963,'-7'-47'367,"0"-1"1,0 4 0,-6 13-351,-11 28 27,-36 8-21,2 6-15,14-3 1,-6 3 108,2 0 1,-4 2-1,5-2-396,10-1 0,1-1 357,-23 3 1,13 0 278,38-7-324,4 1 161,8 9-110,3 7 96,3 27-51,-4 6-253,-4-17 1,-1 2 168,-4-1 0,0 0-31,0-7 0,-1 1 2,-1 7 1,0 0 0,1 22 11,9-19 0,5-1-23,1-10 1,7-3-6,20 4 0,10-6-127,-9-16 0,5-5 1,2-2-1943,0-2 0,4-3 0,0-1 0,-1-1 2069,8-2 0,-2-1 0,-3-1 0,14-4 0,-10-1 0,-9 1 0</inkml:trace>
  <inkml:trace contextRef="#ctx0" brushRef="#br0" timeOffset="85011">10788 11458 22335,'-19'-49'513,"1"1"1,2 7-1,6 7-412,19 7 128,21 4 1,8 3-134,20 0-1009,-9 2 1,2 3 920,-15 14 1,-1 8 2,13 21 0,-6 9-22,-19-13 0,-5 3 86,9 18 0,-12 2-52,-41 10-18,4-29 1,-4-2 19,-1-2 0,-2-1 45,1-3 0,0-2 272,-19 8 505,11-14-460,14-15 156,9-15-409,9-1 907,14-5-990,16 11-40,5 10 0,5 4 6,-3 2 0,0 2-15,3 1 1,2 4 167,14 13 1,-4 4-188,-3 10-145,-8-10 0,-9 3 101,-42 21-113,-21-14-1159,-7-10 0,-5-5-2552,16-10 1,-1-2 3884,-8 0 0,5-4 0,8-5 0,14-2 0</inkml:trace>
  <inkml:trace contextRef="#ctx0" brushRef="#br0" timeOffset="85220">11842 11654 24687,'-9'55'-238,"1"0"0,0-1 0,-1-9 0,-1-18 0,4-4 0</inkml:trace>
  <inkml:trace contextRef="#ctx0" brushRef="#br0" timeOffset="86104">12812 11390 21797,'18'-54'1703,"-4"11"-1238,-13 28-269,-1 6 258,-5-11-253,-5 4-66,-8-6 55,-22 2-33,-14 8-124,14 14 1,0 5-12,5 1 1,3 3-17,-2 9 0,5 3 16,-7 17-33,10 14 22,14-21-33,37 16 33,-4-36-6,7-1 1,6-5 67,5-9 0,0-7 81,0-2 0,-1-3-148,6-4 0,-5-2 179,3-18 72,-19-8 113,-15-3-253,-1 8 124,-9-6 84,-2 27-247,-2 5 40,1 7 265,2 13-371,0 4 68,0 34-86,2 4-42,3 8 1,2 4-23,0-16 0,2 2-708,2 8 1,1 5 0,2-1 777,-1-7 0,1 0 0,-1-3 0,1 9 0,0-4 0,-1-8 0,-1-1 0</inkml:trace>
  <inkml:trace contextRef="#ctx0" brushRef="#br0" timeOffset="86304">13421 11584 21399,'1'-5'3742,"0"2"-3243,-1 3-393,6 27-706,-9 5 1,-1 2-1002,8 21 1601,-6-7 0,0-5 0,3-23 0,3 9 0</inkml:trace>
  <inkml:trace contextRef="#ctx0" brushRef="#br0" timeOffset="86537">14215 11079 23635,'0'-9'2699,"0"1"-2620,0 8-34,-33-8-85,23 58 1,4 21-325,-12-26 0,1 3-109,13 7 1,7 10 0,1 0-1,-1-10 1,-2-5 0,1-5-1,5 5 1,0-1 0</inkml:trace>
  <inkml:trace contextRef="#ctx0" brushRef="#br0" timeOffset="86946">14849 11154 22240,'-1'-52'1099,"1"1"1,3 3 0,-8 16-6430,-38 43 5498,5 13-115,9-2 1,1 4 479,3 2 0,4 4-525,0 2 1,4 3 461,1 8 1,9 3-454,20 10 0,10-1-17,-5-11 0,7-3-109,2-11 0,6-1 0,0-6 111,3-5 1,1-7 1441,3-4 1,-1-6-1383,7-10 489,-8-18-456,-32-11 107,-24-21-46,-19 8-100,6 23 0,-5 5-39,-23 1-17,-2 24 456,24 16-1369,5 35-1076,19-6-1475,13-14 0,6-1 2674,15 7 1,-1-16 0,-7-12 0</inkml:trace>
  <inkml:trace contextRef="#ctx0" brushRef="#br0" timeOffset="87143">15586 11410 23467,'2'-5'2834,"-1"1"-2778,-1 4-39,2 21-40,-6 10-38,2 11-2424,-1 9 1,0 1 2484,4 0 0,-2-11 0,1-4 0,3-17 0</inkml:trace>
  <inkml:trace contextRef="#ctx0" brushRef="#br0" timeOffset="87554">16420 11197 24167,'15'-52'683,"-1"-1"1,-1 6 0,0 7-326,0 11 207,2 12-542,-1 13-12,23 41 0,-7 9-472,-7-6 0,-1 4 436,-5-3 0,-3 4-142,-3 1 1,0 4 0,-3-1-243,1 9 1,-2 2-110,-1-10 1,-1 3 0,-1-2-4399,0 13 1,-2-6 3342,-1-23 1,1-3-1,2 31 1,-3-57-1</inkml:trace>
  <inkml:trace contextRef="#ctx0" brushRef="#br0" timeOffset="88137">16119 11301 17176,'-1'-5'3599,"-4"-26"0,0-7-2664,0 8-607,-2-10 0,0 2 148,1 17-118,1 8-352,-1 11-6,0 14 11,-3 15-25,1 12 0,1 6-95,3-6 0,1 2-618,1 18 1,5 3 726,7-18 0,3-1 0,0-4 0,-4-6 0,0-3 0,8 8 0,-1-1 0</inkml:trace>
  <inkml:trace contextRef="#ctx0" brushRef="#br0" timeOffset="88611">16818 11393 8128,'-8'0'7550,"1"0"-6951,7 0 3711,0 0-4231,-57 0 1028,46-1-1079,-35 0 325,99-4-1720,3 2-2509,-9 0 0,1 0 3580,-12 1 0,-3 0 0,13-1 0,-20 0 0</inkml:trace>
  <inkml:trace contextRef="#ctx0" brushRef="#br0" timeOffset="89428">17507 10932 10080,'-3'0'9830,"0"0"-6962,3 0-2252,-59-14-403,45 11 83,-45-11 169,87 9-364,11 0-73,16-4 47,1 2 1,4 0-1,-19 3 1,-1 0-34,15-1 0,-3 0-19,3 1-6,-36 5 16,-11 2 90,-14 15 12,-5 24-57,2 7-16,6-1 0,3 3-43,4-16 1,1 0-6,4 12 0,1 3 0,5 0 0,-1-2-3,-5-10 1,-3-1-4,4 9 0,-9-1-134,-20-3 0,-9-4-440,-1-6 1,-2-2 0,2-3-1,1-3 1,-14 1 0</inkml:trace>
  <inkml:trace contextRef="#ctx0" brushRef="#br0" timeOffset="90629">5944 12929 18516,'-63'7'709,"0"1"0,1 0 1,25-5-461,62-14-232,2 1 0,14-4 0,10-2-849,-3 1 0,4 0 0,2-1 826,1 0 1,2 0 0,4-1 2,-13 3 1,4 0 0,1 0 0,-1 0-1,-3 0-170,0 0 0,-1 1 0,-3 0 1,0 1 228,11-3 0,-1 0 0,-9 1-14,-4 0 0,-20 5-65,-35 9 36,-21 8 0,-16 6 0,0 1-6,8-1 1,0 0 0,-3 1-147,-2 0 0,-3 2 0,-1 1 0,0-1 249,0 2 1,-1 1 0,2-1-1,2-1 41,3-1 1,2-1 0,1 0 8,-7 3 1,1-1-1,9-3 1862,3-2-1848,48-25-135,32-13-213,3 3 1,13-5-1,0 2-862,-8 4 0,0 1 0,3 0-110,-6 1 1,3 0 0,0 0 0,-4 3-1919,1 0 0,-3 2 0,-4 2 2602,2 0 1,-6 2-1,6-1 1,-19 4 0</inkml:trace>
  <inkml:trace contextRef="#ctx0" brushRef="#br0" timeOffset="91154">11303 12558 17244,'-58'11'967,"-1"0"1,1 0 0,-1 0 0,-1-1 0,8-1-433,11-2 0,6-2-350,-18-1-28,100-27-2258,3 6 0,6 0 2109,0-1 1,5-1 7,-10 5 1,8-1 0,-1 0 0,-8 3 66,-5 1 1,-1 1-75,17-4 0,6-2 1,-12 3 40,-4 1-5,3-2-51,-59 11-5,-14 6 8,-11 2 0,-4 2 1442,-20 4-1434,1 2 1,-12 4 0,4-2-3,19-4 1,2-1 0,-2 1 1,-6 2 1,-5 1 0,1 0-1,5-1 12,-14 5 0,5 0 331,4-1 0,6 0-269,7 0-23,65-15-157,7-6 0,6-4-390,1 0 0,5-1 0,-1 1-4425,18-3 1,-3 2 4293,-11 1 1,-4 1-1,18-2 1,-44 7-1</inkml:trace>
  <inkml:trace contextRef="#ctx0" brushRef="#br0" timeOffset="93019">9762 14818 21545,'-22'-33'91,"0"-1"1,1 5-1,-4 9-77,-14 23 0,-3 10-2,-19 0-883,7 0 0,-1 1 899,17-4 0,-1-1 10,-2 1 0,-4 1 1,5-2 230,-21 4 423,6-2-597,46-11 12,7 0-141,2 1 859,0 1-792,0 11 576,1 19-564,-5 12-3409,0 4 3398,-4-4-128,-2-4 0,-1 1 133,-1 21-19,2-14 0,2 3-4,8-7 1,5-3 6,12 17-373,13-32 1,12-4 0,0-6-797,3-8 1,5-7 1145,1-4 0,10-2 0,-2-1 0,-11-1 0,-14 1 0,-4-1 0,12-5 0,-1 1 0</inkml:trace>
  <inkml:trace contextRef="#ctx0" brushRef="#br0" timeOffset="93618">10307 14918 23427,'0'-12'1540,"0"-8"-1310,-1 8 101,3-31-269,4 5-12,8-20-39,2 20 23,20-11-23,-5 22-11,23-7 0,-12 28 0,1 7 5,-10 2 1,0 5-3,13 4 0,-4 9-29,-12 20 1,-9 5 14,1 7-160,-19 0 1,-11-2 164,-20-9-366,2-11 1,-6 4 0,1-2 357,-6 1 0,-2-1 17,-2 0 1,-4 2 0,4-5-1,6-6 0,0-3 28,-5-1 0,2-6 170,0-12 51,4-11-95,14-9 150,17 0-284,23-5-2318,38 6 2290,-8 2-4,-5 8 1,3 2-54,-14 3 1,0 2-1104,26 4 0,4 4-3751,-11-1 1,-1 2 3371,-3-1 1,-4 2 0,2 3 0,-40-10 0</inkml:trace>
  <inkml:trace contextRef="#ctx0" brushRef="#br0" timeOffset="93796">11324 15287 19596,'0'-4'6162,"6"-32"-6146,-5 27-4,4-10-12,-5 29-191,0 28-2279,1 4-381,0-2 2003,2 5 0,-2-36 0,0-3 0</inkml:trace>
  <inkml:trace contextRef="#ctx0" brushRef="#br0" timeOffset="94287">11690 14883 22554,'13'-56'442,"1"1"0,-11 15 1,6 5-337,25 3 1,9 11 2,2 16 0,-1 5-98,18-6-3,-10 18 1,-4 11-9,-27 5 0,-6 3 11,19 20 6,-26-9 0,-8-2 22,-13-10 163,-25 16 5,11-33 600,-22-28-471,29-4-101,-4-19-78,22 8-84,9 9-56,10 2-34,18 13 11,24 26 1,-13-4 2,2 15 0,-3 4 31,-11-7-90,-2 18 1,-10 3-158,-33-13-53,-1-1 1,-6-4-984,-36-9-1607,-6-10 2014,0-9 0,28-4 0,4-2 0</inkml:trace>
  <inkml:trace contextRef="#ctx0" brushRef="#br0" timeOffset="94736">12629 14569 16120,'29'-43'114,"1"0"0,3 0 0,0 7 2356,11 13-2395,-12 7 1,0 3-3,12-2 1435,1 5-1491,-16 23 896,-14 7-902,-4 20 14,-11-8 1,-2 2-15,1 20-3,2-17 1,1 0 3331,6 14-3267,14 8-62,-10-30 0,1 0 17,12 27 23,-9-5 17,-16-10 5,-17-1-37,-12-11 0,-7-1-496,-10 1 1,-2-2-2148,-1 1 0,0-2 2607,4-4 0,6-5 0,8-4 0,17-7 0</inkml:trace>
  <inkml:trace contextRef="#ctx0" brushRef="#br0" timeOffset="95753">8662 16410 17132,'62'-9'434,"0"-1"1,-1 1-1,1 0 1,0-1 0,0 1-1,-8 1 1,1 0-1,0 0 1,0 0 0,-1 0-1,0 0 1,-1 1-1157,3 0 0,-1 0 0,-1 0 0,-1 0 0,2 0 0,1 0 771,-2 1 1,-1-1-1,1 0 1,1 0 0,1 0-1,2 0 1,1 0-16,-4 0 1,2 0 0,1-1 0,1 1 0,1 0 0,1-1 0,2 0 0,0 0 0,2-1-79,-9 2 0,1-1 0,2 0 0,0 0 0,1 0 0,2 0 0,-1 0 0,2-1 0,-1 1 0,0-1 0,1 1 0,-1-1 0,-1 1 51,-2-1 1,0 1-1,0 0 1,1 0 0,0-1-1,0 1 1,0 0 0,-1-1-1,1 1 1,-1-1-1,1 1 1,-1-1 0,-1 1-1,0 0-44,7-2 1,-1 1-1,2-1 1,-1 0 0,0 0-1,-1 1 1,0-1-1,-2 1 1,0-1 0,-3 1-1,-1 0 1,-2 1 39,8-2 1,-2 0-1,-1 1 1,-3 0-1,-1 1 1,-3-1-1,-3 0 1,-3 0-2,14-3 1,-5 1 0,-5-1 0,-8-2 0,1-5 0,-6-2-26,4 0 1,-4-2 16,-14-2 1,-5-4-9,-5-9 0,-5-2 19,-2 6 1,-3-2-1,2-15 1,-5-4 33,-9 8 0,-4-2 1,-1 1-31,1 7 0,0 1 1,-2-2-3,-5-13 0,-3-3 1,-3-1 4,1 8 1,-3 0 0,-1 0-1,2 5 132,3 3 1,1 4 0,-4-3-139,-1-1 1,-4-3 0,-2-3 0,-2 2-1,0 3-8,-8-1 1,-3 2 0,0 3 0,-1-2 2,7 7 0,1-1 0,-1 1 0,-2 0 0,-1 1 1,-6-3 0,-2 0 1,-1 1-1,-3 2 1,-3 2-3,10 10 1,-3 0 0,-2 2 0,-1 1 0,1 1-1,0 0 1,2 2-27,-11-4 1,3 2-1,0 2 1,-2 0-1,-3 0 25,7 3 0,-2-1 1,-2 0-1,-1 1 0,-2 1 1,1 2-1,-1 1-3,3 4 1,-1 1-1,-1 1 1,0 1-1,0 1 1,1 1-1,3 0 1,3-1 1,-9 0 1,6 0 0,1 1 0,-2 0 0,-7 2-2,15 1 1,-4-1 0,-2 1 0,-2 1 0,-2 0 0,-1 1-1,1 0 1,0 1 0,2 0 0,2 1-134,-6 2 1,1 0 0,1 2-1,1 0 1,0 0 0,0 1-1,0-1 1,-1 1 135,0-1 0,-1 0 0,0 0 0,0 1 0,0-1 0,0 1 0,-1 1 0,1-1-30,3 1 1,-1 0-1,0 0 1,-1 1 0,1 0-1,1 0 1,1 0 0,3 0-1,3-1 31,-6 3 0,5-2 0,1 1 0,2 0 0,-1 2 0,-2 0-1,0 1 0,0 2 0,-2 1 0,0 0 0,2 0 0,1 0 0,3-1-5,-3 1 1,3 0-1,1 0 1,1 0-1,-1 1 37,-2 0 1,0 2 0,0 0 0,2 0 0,4-1-37,-8 9 0,4-1 0,6-1 482,0 1 0,4-2-478,-1 0 0,4-2 1605,2 3-1532,67-51-62,-7 5-11,20-12 0,9-5 481,-15 13 1,1-1 0,0 1-480,-1 0 0,2-1 0,1 1 0,12-4 0,3 1 0,-6 4 0,-11 6 1,-3 3-3,7-2 0,-4 4 2355,-4 14-2349,-9 11 388,-10 17-372,-14 12 1,-5 9-6,-3-4 0,-4 6-581,0-9 1,-2 8 0,-1 3-1,-1 0 1,0-3 584,0 0 0,-1-2 0,1 0 0,-2 3-1,2-6 1,-1 3-1,0 2 1,0 0 0,1-1-1,0-3-24,-2 11 0,0-3 1,2 0-1,1 3 18,1-2 1,2 3 0,0 1-1,2-1 1,2-3-3,4 1 1,2-3 0,2 0-1,1-1-25,-1 3 1,0 2-1,3-4 1,7-6-1213,10-3 0,6-6 1,0-7 1224,1-8 0,-1-6 0,23 9 0,-31-30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30T14:20:00.25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2340 2801 11667,'8'-42'1126,"0"1"0,0-1 0,2-16 0,-2 5-636,-4 18 0,-3 2 277,1-20 2148,-2 15-2691,0 17 933,0 11-1117,4 18-18,2 1 649,10 23-620,0 10-15,-8-13 0,0 3 872,-2 4 1,-2 1-901,-3 1 0,-3 0 9,-1-2 0,-2-1 5,-7 22 6,0-19 141,6-21 49,6-18-94,9-21-7,11-21-30,-4 13 0,1-3-569,4-5 1,2-1 590,1-2 0,2 1-6,-1 1 1,0 2 118,-2 4 1,-1 4-173,9-10 12,-2 11-62,-12 21 11,7 8-11,-2 14 1216,4 13-1244,3 13-72,3 9-4,-16-21 0,0 1-112,2 2 1,0-1-118,0 1 0,1-2-38,1-2 1,1-3-420,22 14 292,1-20 358,0-25 185,-1-20 112,-3-17 123,-6-7-3308,-9-3 3397,-7 3 40,-8 6 23,-5 11-85,-2 12-157,-2 11-150,-1 9-40,-2 10 3414,-1 10-3403,0 12-11,0 8-22,9 2 11,8-1 22,12-6 0,14-10 6,10-11-12,7-16-202,3-14 214,-32 2 0,-1-4 8,-2-2 0,-2-2 25,10-15 62,-18 9 0,-3-1 34,-3-7 5,-6-19-3401,-10 25 3261,-1 5 95,-2 15-263,5 7 34,-1 3-902,3 20-1277,3 4-6279,11 18 8581,3-6 0,-3-19 0,-7-10 0</inkml:trace>
  <inkml:trace contextRef="#ctx0" brushRef="#br0" timeOffset="792">4108 2498 20061,'1'-5'4946,"-1"1"-4162,0 4-661,-12-19-89,8 20 11,-10-3-12,10 27-21,-2 11-1,-4 13-11,2-15 39,-3 2 107,5-25 61,3-21-157,1-1-3302,11-38 3308,-3 19 3,3-2 0,2-1-226,10-15 284,6-9-73,-7 29 1,1 3-50,12-3 16,10 7 0,-8 29-11,0 11-22,-2 14 5,-6 11 8,-17-11 1,-3 2 8,1 13-984,-7-8 1,-2-3 989,-1-9 17,-4 9 55,3-29 17,-1-8-44,4-15 2256,5-14-2256,10-25-4,-4 24 1,2 0-17,2-2 0,1 1 3389,8-8-3398,-1 13-11,-6 19 6,14 3-28,-1 12-6,6 8 17,-12 3-6,2 8 12,-8-5-6,6 6 0,6-2 0,3-10 6,15-4-6,6-15 28,4-10-336,-14-3 364,-2-16 67,-19-12-16,-6-5-57,-7-1 45,-14 1 90,-6 3-39,-3 3-108,0 3 8,6 22-46,3 7 0,3 7 0,8 10 0,16 20 0,10 13 0,-10-9 0,0 0 0,11 17 0,-13-16 0,-1 1-23,-5 0 0,-2 1-103,-2 5 0,-2 0-165,1 24-1412,-20-5-302,2-34 2090,-4 10 1,8-22 0,0 0 0</inkml:trace>
  <inkml:trace contextRef="#ctx0" brushRef="#br0" timeOffset="993">5804 2272 25433,'40'-9'-3277,"0"-1"0,-5 4 0,-1 0 1310,5 2 1,-2 1 0,1 3 0,-27 0 0</inkml:trace>
  <inkml:trace contextRef="#ctx0" brushRef="#br0" timeOffset="1143">5864 2536 20750,'-4'2'3501,"1"-1"-3205,3-1-1936,78-5-8191,-20 2 8577,-7 0 1,-3 0-1,-7 0 1,-30 3-1</inkml:trace>
  <inkml:trace contextRef="#ctx0" brushRef="#br0" timeOffset="1626">7761 2121 25153,'-24'-40'69,"1"-1"0,-1 5 0,0 9-46,-11 24 272,2 4-267,0 3 0,-3 2-17,-21 6-17,16-2 1,0 0 11,-18 5-6,15-3 124,15-4-79,11 2 26,7-2 244,0 21 62,3 4-142,-3 25-201,5-26 0,0 0-288,1 3 0,-1 1 285,1 0 0,0 0 2,2-3 1,0 0 22,7 25-225,9-10 101,13-11-10,12-5-186,14-7 194,-19-13 0,1-2-319,7-2 0,0-1-158,-7-1 1,1-2-8,16-1 1,-5-1-1,-12-1 1,16-1-1</inkml:trace>
  <inkml:trace contextRef="#ctx0" brushRef="#br0" timeOffset="2252">8573 2165 25954,'-53'-4'117,"13"1"-100,48 3-6,0 0 12,-2 1 5,-3 0-6,-2 1 538,-1-1-347,-1-7-6,-1-15-145,4-17-34,6-4 92,9 2 25,7 17 86,3 9 37,3 8-49,-4 6-192,17 35 1,-3 14-4,-18 4-291,-4-14 0,1 5 0,-11-3 253,-23-3 1,-13-2 45,-8 0 0,-7 2 1,0-3-22,-5 2 0,-2-2 6,6-6 0,-3-1 0,6-5 81,-16-2 99,11-22-30,30-11-22,0-9-121,21-5-199,10 0-78,15 3 780,13 9-833,11 7 222,6 14-59,-27 0 1,1 1-550,2 4 1,2 2-396,2 0 1,0 1-2239,6 1 1,0 0 3324,-3-1 0,-4-2 0,2 1 0,-27-9 0</inkml:trace>
  <inkml:trace contextRef="#ctx0" brushRef="#br0" timeOffset="2427">9345 2526 21864,'0'-3'4162,"0"0"-3467,0 3-723,-14 4-107,10 13-497,-8 9-1855,19 14 2487,8 4 0,-5-20 0,1-3 0</inkml:trace>
  <inkml:trace contextRef="#ctx0" brushRef="#br0" timeOffset="2700">9848 2117 24195,'-3'-7'2593,"0"2"-2212,-11-55-168,21 37-160,-7-12 0,5 3-8,30 22-28,12 14 8,-11 10 0,2 6-666,-2 2 0,-2 4 635,2 2 1,-2 2-6,0 7 0,-3 1-206,-10-5 1,-2 2 121,2 7 0,-2 3-661,-5 6 0,-4 1-3358,-3-5 0,-3-2 4114,-1-5 0,-1-4 0,0 7 0,-2-31 0</inkml:trace>
  <inkml:trace contextRef="#ctx0" brushRef="#br0" timeOffset="2859">9937 2457 21651,'-2'-4'3855,"0"1"-3447,2 3-245,22-67-141,11 39-1038,-2-12 1,4 2 572,4 25 0,4 7-2472,6-1 0,0 2 2418,-2 1 1,-4 2 0,2 0 0,-28 2 0</inkml:trace>
  <inkml:trace contextRef="#ctx0" brushRef="#br0" timeOffset="3043">11009 2328 25746,'-6'44'-1405,"0"0"1,0 0 0,-3 11-1,3-10 1,6-18 0,0-19-1</inkml:trace>
  <inkml:trace contextRef="#ctx0" brushRef="#br0" timeOffset="3495">11654 2223 22349,'7'-44'682,"0"0"0,0 1 0,2-16 0,-3 10 694,-4 19-1220,-2 12 124,0 11-325,0 7 190,0 16-173,4 18-72,3 22-245,1-7 1,1 2-202,-3-14 1,1 0-844,3 20 0,1 0-3067,-3-21 0,1-2 3845,1 3 1,-1-3 0,4 7 0,-5-23 0</inkml:trace>
  <inkml:trace contextRef="#ctx0" brushRef="#br0" timeOffset="3667">12194 2188 21937,'16'-50'1419,"-1"0"0,-2 9 0,-4 5-691,-3 2-280,-5 17-207,-3 2-330,1 8-51,-2 12 207,2 4-133,0 26-456,2-3 1,2 5-1044,0 3 0,2 4 1569,3 19 1,0-3 0,3-1 0,-2-3 0</inkml:trace>
  <inkml:trace contextRef="#ctx0" brushRef="#br0" timeOffset="3860">12695 2505 27488,'3'-38'-17,"-1"1"0,1-17-363,-4 79-528,1 10-179,3 7 24,8 15 0,-8-43 1,4 8-1</inkml:trace>
  <inkml:trace contextRef="#ctx0" brushRef="#br0" timeOffset="4083">13430 1991 23427,'-2'-10'1509,"-11"-23"1,-1-2-1314,6 17-36,-6-17 0,1 5-138,10 26-39,2 11 23,0 20-29,2 28-1869,-3-4 0,0 4 1662,-1-14 1,0 0-214,-1 10 1,-2 2 368,-6 4 0,0-5 0,2-7 0,1-7 1,1 0-1</inkml:trace>
  <inkml:trace contextRef="#ctx0" brushRef="#br0" timeOffset="4643">14150 2009 25191,'-5'-46'363,"-1"0"1,3 4 0,-2 11-116,0 24-175,2 4-54,-3 2-9,-6 5 6,-9 6 391,-11 7-18,-9 1 20,-2-1 16,5-5-8,6-3-22,9-3 7,6 0 26,5 1-463,0 3 305,0 5 156,-1 6-92,-1 6-72,1 3-44,0 1-211,3-2-211,2-5 56,3-6-304,2-8-60,2-4 139,1-5 607,0 0-465,3-6 116,1-2 189,5-6 37,5 1 49,10 1 71,12 2 2,13 5-122,-18 5 1,1 4-211,3 2 0,0 3 89,0 4 1,-2 3-16,-2 1 0,-3 1-106,15 21-127,-19-2-110,-13-10-197,-31 12-109,-14-14 194,5-7 0,-4-3-234,0-6 1,-1-3-585,0-2 0,0-3-6991,-26-12 8258,15-4 1,19 0-1,14 5 1</inkml:trace>
  <inkml:trace contextRef="#ctx0" brushRef="#br0" timeOffset="4825">14011 1899 24361,'49'-26'1422,"1"-1"0,-5 3 1,-5 3 472,-5 7-850,0 3-571,0 4-1019,2 4-3556,2 4 3242,-5 0 1,-13 1 0,-8 0 0</inkml:trace>
  <inkml:trace contextRef="#ctx0" brushRef="#br0" timeOffset="5226">14748 1765 32767,'38'-27'0,"0"0"0,1-1 0,2-7 0,-1 8 0,-6 19 0,-4 7 0,5-2 0,4 5 0,-6 5 0,-5 7 0,-4 8 0,-6 8 0,-5 10 0,-7 12-919,-3 11 442,-3-29 0,-1 3 137,1 11 1,-1 4-17,4 6 0,0 1-355,2 2 0,0 0 453,1 1 1,0-3 96,-2-13 1,-3-2 271,-8-5 0,-6-3 62,-8-5 1,-7-5-74,-11-2 1,-6-5-82,-8-4 0,-3-3-1345,-5-3 0,2-4 1437,6-1 1,4-1 0,-12-2 0,30-1-1</inkml:trace>
  <inkml:trace contextRef="#ctx0" brushRef="#br0" timeOffset="6059">2658 3960 20127,'-4'-54'807,"-1"-1"1,1 1 0,0 7 0,1 1 0,1 9-327,4-7-323,2 23-114,3 26-4235,10 24 4213,1 9 9,4 17 0,-1 8-336,-7-5 0,-2 3 252,-4-16 0,2 3 0,-3 2 0,-2 2-685,-4 7 0,-4 3 0,-2 1 0,0-1 738,-1-2 0,-1 0 0,-1-2 0,0-2 0,-1 6 0,0-4 0,-1-4 0,-2 1 0,0-1 0</inkml:trace>
  <inkml:trace contextRef="#ctx0" brushRef="#br0" timeOffset="7859">2472 4727 16577,'-8'-56'1583,"0"-1"1,1 13 0,-2-1 0,2 7-1119,-4-8-154,1 9 0,2 3-250,8 12-72,5-1-6,46 9-56,12 8-538,-25 2 0,3 1 507,20 3 1,1 0 10,-18 1 1,1-1 41,-4 0 1,3 1 0,-2-2 16,6-3 1,-4-1 33,-4-2 0,-3-2 45,21-16 39,-19-3 324,-16-13-122,-15 13 11,-11-4 296,-23 22-402,-2 14 1087,-13 12-1239,10 15-28,8 7 12,9 6-23,8 0-6,11-5 24,7-7-7,3-13 50,18-7-3408,-5-17 3403,15-7 28,-9-14 17,-4-7 50,-9-2-78,-10 6 207,-8-9-6,-7 16-61,-2-5-84,-2 17 3313,1 6-3425,1 9-11,1 3-6,-2 25-6,3-2 17,2 18-16,9-8 10,7-4-5,2-11-16,16 2 4,-7-17 1,12 2-3386,-2-22 3402,-12 1 6,0-11 23,-9-11-6,-5 2 11,0-15-5,-6 6-12,-1 0 3387,3 1-3398,6 2 23,9 5-29,7 6 1,6 6-6,7 8 0,-9 6-11,0 7 11,12 30-11,-20 1 8,-3-6 0,-4 3-14,-9 21 6,-5-12-39,3 15-29,7-22-44,12 9-39,16-23-1,18-13 87,-22-10 1,2-3-163,2-2 1,0-2 214,-1-3 1,-3-2 16,-4-1 1,-4-1 39,13-21-1,-16-3 29,-13-3 56,-9 1-29,-11 2-10,-5 6 10,-6 5 1,-1 8 362,0 6-418,0 8-17,2 9-51,2 12 17,1 11 28,2 16-16,4 10-1,7-11 1,1 0 5,2 8 11,4 10 22,3-40-5,0-5 0,-1-4 68,8-17-18,-2-8 185,15-30 28,-6 0-162,-2 2-56,-9 16-62,-7 24 0,-1 14 1,-1 18 7,-2 20 1,0 8-29,-2-4 1,-1 4-528,1-2 1,-1 6 0,0-2 525,0-6 1,-1-1 0,0 0-59,1 4 1,0 0 0,-1 0-135,1 0 1,-1 1-1,-1-1-304,0-2 0,-1-1 1,-2-1-112,0-6 1,-1-1 0,-3-3 260,-5 9 1,-3-7 484,-19 6 67,6-40 45,7-31-6,6-26-121,12 13 1,2-3-11,2-10 0,2-2-805,5-7 0,4-2 721,0 17 1,1 1-1,2 0-17,2 0 1,2 1 0,2 1-445,10-17 0,4 2 155,4 3 1,4 3-292,2 2 0,3 3-454,4 1 0,1 4-445,0 3 0,0 4 268,-2 3 1,0 2 454,-5 5 1,-1 3 819,-7 2 0,-2 2 3097,13-8-342,-21 6-615,-14 7-997,-7 5 1871,-7 2-746,1 2-2127,-3 0 520,3 1-577,3 4-28,0 4-11,4 4 151,20 5-145,1-7-17,19-6 16,-10-13 1,-4-10-29,-8-8-5,-10-5 0,-6-5-22,-7 2 11,-2 4 72,-2 7 35,-5 8-136,0 8-10,-13 21-6,1 13-11,-6 27-9,16-14 1,3 0-9,-3 19 5,9-17 1,4-1-1,17 8-36,22-15 1,9-4 30,-14-13 0,3-5-214,24-2 0,-2-8 214,0-19 14,-26-1 0,-3-4-2,13-23-4,-17 15 0,0-6 17,3-17 1,-3-5-729,-5 3 1,-2 0 705,0-3 0,-3 1 5,-5-1 0,-3 3 26,-3 15 0,-2 1 33,1-9 0,-1 3-11,-1-9 45,-5 12 342,-2 35-437,-1 7 1483,-6 22-1483,2 8 0,1 4-923,-4 21 906,4-2 0,2 2-3,7-10 0,3 0-53,3 15 0,2 3-641,0-19 0,1 1 1,3-1 421,1 1 0,2 0 1,4 0-410,6 3 0,4 0 1,1-3-1199,7 6 0,3-6 1893,10-3 0,-3-8 0,-5-11 0,-11-16 0</inkml:trace>
  <inkml:trace contextRef="#ctx0" brushRef="#br0" timeOffset="8009">5439 4120 25079,'41'-30'-83,"0"0"0,0-1 0,10 2 0,3 1 1,-5 7-1,-6 9 0,-2 4 0,4 0 0,1 1 1</inkml:trace>
  <inkml:trace contextRef="#ctx0" brushRef="#br0" timeOffset="8209">6508 3932 23517,'-5'0'2957,"1"0"-2749,4 0-1895,25-24-680,1 18 2367,13-6 0,1 1 0,-8 11 0,16 0 0</inkml:trace>
  <inkml:trace contextRef="#ctx0" brushRef="#br0" timeOffset="8393">6470 4269 23758,'-3'0'3248,"1"0"-2553,2 0-1054,57-51-2591,-3 27 692,-3-10 1,3 1 1625,-16 19 1,-4 4-1,10-6 1,-22 7-1</inkml:trace>
  <inkml:trace contextRef="#ctx0" brushRef="#br0" timeOffset="8967">8379 3917 19960,'5'-46'1223,"0"-1"1,1 1 0,-2-3 0,-1 3-1017,-3 7 1,-6 4 498,-28-5-527,-4 21-140,8 8 1,-2 5-1,-25 24-31,29-2 1,1 4-327,-13 19 326,16-1 1,3 1-3,3 3-6,3 4 0,5 2-3215,15 9 3226,1 1 39,18-15 68,0-33-23,-2 0 258,12-25 487,-3-25-453,1-4-228,-15 16 1,-3 0-20,0-2 3438,6-3-3578,-10 19 0,4-2 0,-6 18 0,1 15 0,0 21 0,1 25-475,-6-23 1,-2 3 266,0 7 1,-1 2-1174,0 9 1,-1-1-3536,0-13 1,0-1 4160,0 1 1,1-6 0,-1-11-1,0-11 1</inkml:trace>
  <inkml:trace contextRef="#ctx0" brushRef="#br0" timeOffset="15176">22180 2729 22397,'-54'-16'190,"0"1"1,-8 9-1,11 11-156,23 20-34,-8 19 17,27-18-23,17 1 12,10-7 44,26 4-39,-1-6-3397,6-3 3403,-23-8 11,-11-2 134,-15 0-89,-5 0 112,-29 11-90,-3-2-56,-11 4 67,-2 3-22,14-4-22,-5 10 3358,18-5-3398,9 1-10,16-9 44,14 1 28,25-2-40,17 4-30,-27-8 0,-1 0 42,13 6-22,-22-3 89,-28 7-56,-2-7 107,-27 24-73,5-9-17,-13 14-39,13-5-17,9-3-28,12-8 33,10 7-190,11-12-2139,13 7 2296,4-13 0,-6-7 0,-9-5 0</inkml:trace>
  <inkml:trace contextRef="#ctx0" brushRef="#br0" timeOffset="16543">22238 6877 21881,'51'-29'510,"2"5"-420,-1 17-28,7 0-338,-27 5 1,0 0 297,25-2 458,-13 4-127,-29 5-95,-16 1 28,-53 13-96,-2-1-366,14-4 0,-2 0 248,8-1 1,1-1-12,5 1 1,2 1 289,-13 11-318,14-2-33,14-5 11,8 5 51,12-7-12,8 7 572,15-5-572,7-1-11,1-5 12,-4-3-34,-11-4-1,-11-1 12,-8 0 17,-7 0 62,-9 5-46,-10 3 1,-9 4-34,-4 2-6,6-2 23,5 0-39,9-2 5,5 1 0,3 2-11,5 6 11,0 5-22,8 7 33,6 5 6,12 4-28,10 4 3,-13-23 0,0-1-9,21 20 12,-9-10 67,-14-12 353,-32-9-359,-20-6-146,2-4 1,-4-1-4838,-14 3 1,1-1 3202,-15 1 0,1 1 0,51-5 0</inkml:trace>
  <inkml:trace contextRef="#ctx0" brushRef="#br0" timeOffset="27608">7262 6447 19440,'6'-62'823,"0"0"0,0 0 0,-2 11 1,-1 2-1,-3 4-529,-6 2 0,-4 6 93,-18-4-298,1 20-10,-16 16-54,9 20 0,-1 8-31,-3 1 1,0 5-432,6-1 1,-1 3 0,2 1 436,-6 13 0,5 1 0,7-9 0,3-1 8,2 4 1,6-1-1,10-3 1,7-3 80,16 19-5,19-11-17,7-40 62,12-25-59,-31 7 0,0-2-1389,12-13 0,-1-2 1453,-8 5 0,-2-1-978,0-2 1,-4 0 989,-3-2 786,-10 9-926,-8 22 22,-14 31-17,4-4-14,-3 5 0,-1 3 9,0 15-40,5-16 1,3 3 776,2 1 0,3 2-1567,4 4 1,2 0-68,0-8 1,1 1 890,15 26 0,1-4 0,-8-18 0,0-2 0,0-1 0</inkml:trace>
  <inkml:trace contextRef="#ctx0" brushRef="#br0" timeOffset="27835">7905 6540 20173,'-6'-2'4481,"2"1"-3573,4 1-880,-20-44-28,28 27-169,11-13 1,8 1-339,11 17 0,7 7-1466,-1-3 0,3 1 1,-3 0-2761,3 1 0,-3 1 4733,-2 0 0,-5 2 0,-11 0 0,-11 2 0</inkml:trace>
  <inkml:trace contextRef="#ctx0" brushRef="#br0" timeOffset="28177">8677 6176 21567,'-3'-6'2219,"2"1"-1895,1-26 1,7-7-134,22-1-475,-18-2 1,5 1 302,12 20 1,5 8-51,20 3 39,-19 4 1,0 5-12,-1 7 1,-3 4 2,12 11-6,-21 12 0,-7 7 6,-11-6 0,-5 2-350,-4 18 1,-6 1 349,-11-7 0,-5-1 6,-6-3 0,-2-3 2,0-4 0,0-4 6,6-6 0,2-3 37,-8 7 257,21-16 140,26-13-196,25-13-202,-6 1 1,3 0-114,8-4 1,2 0-22,7 0 0,1 1-1089,3 1 0,2 1 1173,8 2 0,-4 2 0,-24 1 0,-4 2 0,29 0 0</inkml:trace>
  <inkml:trace contextRef="#ctx0" brushRef="#br0" timeOffset="30458">10095 6082 19316,'-3'-2'2571,"0"1"-2538,3 1-44,72-60-251,-43 48 0,2 2 196,14-11 1,6-4 0,-4 8 80,-10 11 1,-2 6-302,14 3 0,-9 7-22,-28 20 140,-16 11 126,-18-15 0,-10-1-250,-6 1 0,-2-3 306,6-3 0,-1-1 47,-15 7 1,1-1-3,20-9 0,1-1 103,-10 5 0,4 0-134,0 2 39,19-7 196,17-8-106,8-3-12,20-7 1,6-2 144,5-3-262,9-2 0,1-2-314,-17 1 1,-1-1 332,8-3 1,0-2 33,-5-1 1,-2-2 33,-5 0 0,-5-3 78,-5-4 0,-8-3 266,-19-31-400,-3 30 1,-4 1 248,-9 2 0,-2 3 272,-10-7 210,-4-1 84,24 19-482,-5-3-359,17 14-49,2 2 442,9 10-421,2 1-21,17 21 4,-7-5 1,1 3-406,-1 3 1,-1 3 334,2 9 1,-5 3-426,-9 4 0,-6 0-417,-4-8 0,-2 1 924,-5 12 0,-2-5 0,-2-8 0,4 0 0</inkml:trace>
  <inkml:trace contextRef="#ctx0" brushRef="#br0" timeOffset="30792">11170 5929 19708,'-7'-5'4291,"1"2"-3384,6 3-577,0 0 203,-47-72-388,50 45-97,-16-16 0,8 4 2,57 23-33,-19 10 0,2 4-398,4 3 1,1 4 402,0 4 1,0 4-7,0 8 1,-4 2-14,-7-2 0,-3 4 33,5 22 1,-5 6-37,-13-11 0,-2 1-21,-1-2 1,-1 3-1,-2-1-13,-3 10 1,-4-2-104,0-1 0,-1-2-348,1-4 0,2-1-632,4-4 0,1-3-761,6 17 1878,15-5 0,-18-32 0,5 2 0</inkml:trace>
  <inkml:trace contextRef="#ctx0" brushRef="#br0" timeOffset="30985">11275 6289 18706,'-2'-3'4280,"0"0"-3048,2 3-918,79-59-113,-32 36-547,-12 1 1,6-4-1,-4 7 346,22 5-224,2 7-2590,-1 6 2814,-10 5 0,-19-1 0,-14 1 0</inkml:trace>
  <inkml:trace contextRef="#ctx0" brushRef="#br0" timeOffset="44477">11713 6929 9862,'-58'8'2111,"-1"0"1,0 0-1,-7 1 1,10-1-1832,11-1-174,41-6 281,12 0-45,16-3-253,5-1-16,4-3 0,3-1-17,21-4-37,-2 1 1,3-1-15,-23 5 1,0 0-9,13-2 1,-5 2 75,-10 2 67,-10 2 16,-46 10-100,1-2 6,-22 7 36,8-4 0,-4 0 106,-13 4 1,-3-1-461,3 0 0,1 0 348,-1 0 0,8-2-52,11-4-12,20-3 22,16-3 129,28-5-128,13-3-23,10-2 0,5-1-23,-14 2 1,0-1-311,16-1 0,-3-1 305,-19 5 0,-4 2-11,18-3 752,-21 4-690,-18 3 10,-48 13-33,-11 1-17,5 0 1,-5 0-333,3-1 1,-1-1 348,-1 0 0,1 0-11,10-3 0,1-1 272,-2 0 1,2 0-250,-3-1-69,8 0 52,21-4 78,55-11-90,6-1-7,-13 0 0,6-1 0,-3 0-305,0 0 1,-1 0 297,12-4 1,-3 2 30,-4 0 729,-22 7-724,-23 3 81,-24 6-92,-21 5 1,-9 2-1,6-1 1,-2 0-548,-11 4 0,-2-1 567,9 0 0,5-2 37,-3 1 416,15-3 1,4-1 92,10-3-162,6-2-174,39-15-6,24-9-73,-19 9 1,2-1 235,13-6 0,2-1 14,-7 1 0,-1-2-180,-2 2 1,-2-2 570,-6-2 1,-6 0-647,-5-5-72,-9 0-85,-9 15-140,-3 5-7337,-1 7 7466,2 4 0,0 0 0,3 2 0</inkml:trace>
  <inkml:trace contextRef="#ctx0" brushRef="#br0" timeOffset="48093">18942 3085 8765,'7'-47'1515,"0"0"0,-1 0 0,3-2 0,-5 5-69,-7 6 0,-7 6-718,-15 0-230,-7 8-235,-14 2-165,13 20 0,-2 7-67,3 5 0,1 3 594,-1 1 1,1 4-615,-5 18 1,5 6 112,11-11 0,3 2-119,-7 15 1,4 2-405,11-10 0,7-2 390,5-3 1,7-2 2,5-4 1,3-4 63,19 10-5,-1-21 0,2-5 104,15-8-23,-15-5 1,0-5 184,14-26-182,-30 11 0,-3-3-163,-3-4 1,-3-2 104,5-22 13,-10 9 1,-3-1-48,-2 14 0,-1-1 95,0-20 0,-2 1-84,-2 2 445,-9 1-479,-10 48 3239,1 5-3300,-22 34 6,16 3-4,8-9 1,2 2-121,1 28-3435,17 0 3121,18-5-184,19-9 260,-11-30 1,3-4 108,4-4 1,3-7 103,10-8 0,0-7 193,-2-6 0,-3-4 45,-2-3 0,-5-3 31,-7-3 0,-7 0 42,-2-11 281,-3-16-91,-9 24 11,1-8-78,-5 23 3006,-2 10-3258,-2 13 474,0 5-423,-4 22 10,-4 8 1,-1 3-51,-4 18-340,-1-4 1,0 1 342,4-22 0,1-2-23,-3 8 1,1 0-1550,1-1 1,0-2 1563,-1 8 50,3-7 252,8-30 146,1-4-219,4-13 448,6-8-487,4-12 3375,3-7-3375,4-7-95,1 1-84,-3 9 22,13 6-39,-16 19-22,27 4 11,-15 16 5,6 2-5,1 27-23,-15-10 23,7 17 11,-17-9 0,-12-3 11,-16-4 28,-15-5-3408,-13-6 3346,-6-9-66,2-6-286,9-10-1121,16-6-4038,16-10 5534,17-1 0,-1 7 0,2 5 0</inkml:trace>
  <inkml:trace contextRef="#ctx0" brushRef="#br0" timeOffset="48510">19872 3119 18352,'9'-3'4163,"-2"1"-4018,-7 2 1104,0 0-891,-12 55-38,-1-25-172,1 7 0,-1-1 99,-10-7 5,2-7 174,6-9 117,6-7-156,5-10-169,3-7-72,1-12-12,6-8 17,4-6 23,7-1-34,1 5-45,-3 5-33,-1 10-40,-2 9-11,3 7 6,6 13-28,6 14-6,4 20 17,-14-16 0,-1 3-304,0 8 1,-2 2 289,1 6 0,-3 2-383,-1 4 0,-5 1 380,-4 1 0,-6-1-11,-7-2 0,-9-2-59,-13 1 0,-5-6 0,10-14 1,-1-5-250,-9 0 0,0-8-1138,3-18-2715,-2-22 4189,12-11 0,12 5 0,7 8 0</inkml:trace>
  <inkml:trace contextRef="#ctx0" brushRef="#br0" timeOffset="48717">20103 2815 19543,'-4'-2'4033,"2"0"-2411,2 2-2479,-15-8 932,28 18 1,-23-16-1,25 18 1</inkml:trace>
  <inkml:trace contextRef="#ctx0" brushRef="#br0" timeOffset="49245">20531 3137 23523,'47'-12'-1673,"1"1"0,-13 4 0,2 5-1576,23 11 0,-1 8 3249,-25-4 0,-6 1 0,6 5 0,-20-8 0</inkml:trace>
  <inkml:trace contextRef="#ctx0" brushRef="#br0" timeOffset="49368">20623 3413 24704,'51'-13'-1426,"0"0"1,-6 2 0,-3 2-1,15 6 1,-24 3 0</inkml:trace>
  <inkml:trace contextRef="#ctx0" brushRef="#br0" timeOffset="55208">22069 4136 21864,'0'-12'-112,"0"3"135,0 15 16,0 2 0,0 0 236,0 6 95,-5-3 67,-5 3 83,-5-7 63,-2-4-118,2-10-146,4-9-207,4-2 78,4-27-111,7 9-46,5-16-55,15 10-40,-3 21 6,9 7 28,-4 26-5,6 11-1,2 16 0,-3 10-577,-8 10 611,-18-27 0,-4 2-17,-8 3 0,-6 1 6,-8 3 0,-7-1-3,-8 2 0,-6-1-420,-4-2 0,-3-3 442,1-6 1,0-3 16,7-8 1,1-4-1391,6-7 1,3-4 1431,-3-5-416,10-13 416,20-6 290,9-6-328,6 0 543,11 3-572,6 9 3122,-5 6-3133,20 10 819,-7 7-859,22 9-884,-15 0 277,-3-1 0,2 0-1773,-7-3 0,0-2 2431,12 5 0,-2-1 0,4 1 0,-21-9 0</inkml:trace>
  <inkml:trace contextRef="#ctx0" brushRef="#br0" timeOffset="56370">22955 4018 21931,'-23'-26'-22,"5"6"-51,18 20 1614,0 0-1608,1 3 50,-1-2 11,1 5 23,-2 0-17,0 0-17,1 6 34,-1-5 11,1 4 28,2-5 79,1-1 61,4-2 11,3-1 17,4-2 392,7-10-269,-7 0-73,3-10 113,-12-10-291,-2 12-24,-2-5 24,-4 17-74,1 3-11,-8 1-39,0 5 11,-6 5-39,-4 12 23,7-3 5,-1 9 11,10-8 34,1 2 11,8-1 5,8-1-5,9-8 28,0-3 118,4-18-12,-13-5-106,0-3-5,-11-2-18,-4 9-16,-1 0-67,-2 4-157,1 4-303,0 7-1210,2 9-4380,-1 13 5252,4 2 0,0-6 0,0-9 0</inkml:trace>
  <inkml:trace contextRef="#ctx0" brushRef="#br0" timeOffset="56719">23086 4374 16314,'0'4'5438,"1"0"-4255,-1-4-1043,-24 14-68,18-4 40,-17 9 62,25-9 106,2-5 745,7-4-672,-1-7-174,1-1 185,-2-7 0,-5 3-67,-1-3-62,-1 3-89,-3 2-68,-2 1-55,-2 4-23,-2 0 17,-2 3-57,0 2-72,1 5-526,2 5-2353,3 7 2991,7 0 0,-1-5 0,2-6 0</inkml:trace>
  <inkml:trace contextRef="#ctx0" brushRef="#br0" timeOffset="57769">23771 3984 22884,'-7'-38'689,"1"0"0,-10-18-633,3 70 0,-8 14 5,-1 9 1,0 4-40,-5 11-662,4 1 1,4 1 661,11-2 20,7-17 0,4-1 416,18 8-234,18-16 51,10-12 17,4-17 21,1-12 35,-7-13-35,-10-9-94,-13-6-74,-11-3-27,-11 0-45,-13 2-34,-8 4-28,-8 7-112,-3 7-711,1 10-3996,1 8 4808,5 8 0,10 1 0,4 2 0</inkml:trace>
  <inkml:trace contextRef="#ctx0" brushRef="#br0" timeOffset="62286">10163 3032 14930,'-6'0'5383,"0"0"-4193,-29 1 1,-6 0-323,18 0-717,-19 0 0,7 0-39,32-1 6,12-2-85,14-4-38,21-3-21,-3 3 1,3 0-310,-2 1 1,2 1 303,7-1 0,-2 2 3,10 0-28,-10 3 0,-33 2 90,-20 6-12,-42 9-16,-2-1-1577,-4-2 0,0 0 1593,3-1 3,4-1 1,0-1 426,-4 1-452,11-2-11,13-4 11,22-5 78,20-2-67,30-10-8,-15 5 0,1-1 1263,2-2 0,1 0-1266,4 0 0,-2 0 0,18-6 77,-22 6 1,-2 1 51,0-2-163,-23 3 12,-39 9 27,-5 0 20,-8 3 1,-2 1 147,-11 4-75,19-5 0,3 0 1011,6 0-991,24-5 22,12-4-118,25-9-50,14-5 0,7-1-657,-9 6 0,0 2-475,5 0 1160,4 0 0,-4 1 0,-19 5 0,12-2 0</inkml:trace>
  <inkml:trace contextRef="#ctx0" brushRef="#br0" timeOffset="63477">7483 8361 19652,'-20'-37'918,"-1"0"1,0 0 0,-11-14 0,-3 10-637,0 24 1,-2 8-793,-3 2 0,-1 4 599,8 3 1,-1 5 69,-18 12 1,2 7-104,17 0 0,2 3-34,-8 2 1,2 6 10,4 15 1,7 3-23,13-16 0,3 1-5,-5 16 0,6-1 98,12-15 0,5-3-99,10 14 20,11-26 1,7-6-69,25-9 90,-14-7 1,2-5-255,-6-9 1,-2-5 332,-1-6 0,-2-3 33,-2-3 1,-4-2-70,-9 7 0,-3-2 399,1-13 1,-6 1-216,-4-9-156,-1-8 353,-21 22-398,1 24 340,-10 7-385,5 11 22,-12 37-72,9 3 11,4-10 0,3 3-61,4-2 1,3 1 31,0 3 1,2 2-238,4 1 0,3 0-387,1 4 1,4-1-1819,7 2 1,2-2 2481,1-6 0,0-3 0,9 12 0,-10-25 0</inkml:trace>
  <inkml:trace contextRef="#ctx0" brushRef="#br0" timeOffset="63703">8101 8656 20313,'-5'-4'4425,"1"0"-4058,-24-11 0,-4-1-31,16 6-269,-35-26-16,73 26-3410,26-3 3311,-13 5 1,2 0-96,10 0 0,0 0-417,-8 1 1,3 1-653,-1 1 1,4-1-1,-2 2 1212,5-1 0,-2 1 0,-1 0 0,-4 0 0,9 1 0</inkml:trace>
  <inkml:trace contextRef="#ctx0" brushRef="#br0" timeOffset="64051">8889 8300 12970,'0'-3'9830,"0"0"-7236,0 3-2141,16-51-128,0 26-205,0-8 1,3 1 69,18 7-4318,6 5 4206,7 7 707,2 10-723,0 16-40,-12 5 59,-11 10 0,-3 7-61,-8-6 0,-1 4-2,4 13 1,1 7 0,-2-2-31,0 6 1,-1 0-400,-2-6 0,-1 2 1,-1-2 62,2 4 1,-2-5-65,-3-10 1,0 0 37,3 10 0,-2-6 1,-3-13-1,3 15 0</inkml:trace>
  <inkml:trace contextRef="#ctx0" brushRef="#br0" timeOffset="64252">9201 8661 18175,'-6'-3'5270,"2"0"-3721,4 3-989,0 0-515,73-58-120,-16 38 75,-5-2 0,8-3 0,-8 7 0,7 10 0,-18 5 0,-1 0 0</inkml:trace>
  <inkml:trace contextRef="#ctx0" brushRef="#br0" timeOffset="70043">10275 8296 22666,'44'-13'-781,"-1"0"1,1 1-1,1 3-645,16 3 1,1 3-2788,-9 1 1,-3 2 1952,-12 0 0,-3 1 1534,21 5 0,-40-2 1,-3 1-1</inkml:trace>
  <inkml:trace contextRef="#ctx0" brushRef="#br0" timeOffset="70368">10506 8480 15690,'-54'29'1510,"0"0"1,3 0-1,13-7-983,30-17 243,15 0-557,25-14-152,26-8-50,-21 3 1,3-1-444,5-2 0,0-2 418,0-1 0,-2-1 0,-4 0 0,-2-1 8,-7 1 1,-5-3 296,7-22-251,-26-5 56,-25-2 7,1 25 1,-3 2-70,-4 0 1,-2 3 290,-2 2 0,-1 2 509,-26-8-89,12 10-319,15 9 395,16 5-787,14 3-34,17 8 11,4 1 0,10 8 1,4 5-12,-6-2 0,0 2 235,15 11 0,-1 4-289,-10 0 1,-4 4-766,-5 2 0,-6 4-461,-8 2 1,-7 2 1279,-10 5 0,-4-3 0,-3 8 0,-7-10 0</inkml:trace>
  <inkml:trace contextRef="#ctx0" brushRef="#br0" timeOffset="70861">11707 8315 17115,'-4'-4'4923,"1"1"-4343,-8-30 0,-1-10 153,5 1-534,-5-8 0,4 0-3,21 8-101,13 10-61,4 11-1,30 5-30,-28 22 0,0 5 0,0-1 0,-2 5-3,-1 9 0,-10 9 2,-22 18 1,-14 3 8,0-9 1,-5 0-665,-1-5 0,-3 3 0,0-5 667,-8 4 0,0-5-6,5-4 1,3-1 453,-7 14-395,22-16 101,28-16-6,21-11-115,-7-7 1,3-3-367,6-2 1,2-1 315,5-4 0,2 0-232,2 0 0,1 1-2770,3 1 0,-1 0 3005,-6 4 0,-4 1 0,14-2 0,-27 6 0</inkml:trace>
  <inkml:trace contextRef="#ctx0" brushRef="#br0" timeOffset="73177">11822 8940 18644,'-6'0'2375,"1"0"-1047,5 0-1222,54-38-50,-4 19-406,-9-3 1,3 0 363,-1 12 0,1 3 0,4 1 0,0 1 63,-3 1 1,-2 0-120,1 0 0,-6 2-9,-9 5 62,-25 2-5,-33 9 5,-10-1 0,-5 0-634,-5 2 0,-3 0 638,6-2 0,-2 0 0,1 0 20,5-1 1,0 0 0,2 0 56,-18 5 0,3-1-44,15-3 0,3-1 514,-23 8-494,40-10 105,13-4-38,27-7-74,26-8-30,-11 2 0,2-1 396,-5 0 0,2 0-416,26-5 1,1 0-418,-19 4 0,1 1 406,16-4 0,0 0 0,-20 5 0,-4 1-11,12-2 111,-21 5-60,-33 3-10,-23 7 1,-9 2-17,1-2 0,-3 1-398,-11 4 0,-2 0 401,-1 0 0,1 0 25,-1 0 0,2 0-20,9-2 1,1 0 19,-9 3 0,7-2 736,22-4-744,3 0 0,27-6 22,42-9-56,12-5-496,-11 3 0,3-2 504,1-1 1,-2 0-4,-9 2 1,-1 1 348,15-4 1,-3 0-282,1 0 2,-20 5 1,-7 1 3,-20 3-63,-35 6 35,-31 6-35,17-1 1,-3 1 0,-5 1 0,-2 2 73,9-1 0,-1 0 0,3-1-101,1 0 0,3 0-12,-5 0 1,13 0 504,27-6-605,12-3-1325,21-4 0,6-3 830,22-4 0,-25 5 1,-2 0-1,2 0 1</inkml:trace>
  <inkml:trace contextRef="#ctx0" brushRef="#br0" timeOffset="81535">14958 11116 22201,'-3'-43'927,"1"0"0,0 0 0,-2-17 0,-2 11-703,-2 21-28,-2 10-146,6 21 45,-1 25-33,-1 33-764,3-22 1,0 4 701,0 9 0,1 2-6,-1-5 1,1 0 2,1-2 0,0 0 0,-1-6 1,1-2 7,3 21-2770,0-22 2883,1-20 56,1-20-68,3-18 56,7-33-89,-6 12 0,-1-2 114,0 7 0,-1-2-131,-1-20 0,-3 3 33,-3 0-33,-1 18 0,0 3 267,-5 4-300,-6 24 3188,3 11-3205,-10 28-12,3 9 9,7-11 0,0 1-12,1 3 1,1 2-4,3 6 1,1-1 0,3 14 5,4-22 1,3-4 601,8-4-591,5-3 23,-3-14 0,2-28 12,-5-12-12,-1-11-6,-8 10 0,-2-1-365,-1 0 0,0-2 374,-1-9 0,-1-2 5,0 2 1,0 1-108,-2 2 0,0 3 116,0-7 11,-3 15-39,3 28-23,-3 14-229,1 44 17,3-14-1090,7 11 0,5 3 1308,3-19 0,0-3 0,-1 0 0,-1-3 0,10 11 0</inkml:trace>
  <inkml:trace contextRef="#ctx0" brushRef="#br0" timeOffset="84478">23665 4751 18722,'57'-26'2,"0"1"0,-3 1 0,-2 6-8,-13 13 0,-2 3 18,25-2 55,-33 2-95,-27 1 61,-36 5 32,-4-1 0,-3 1-351,1 1 0,-2 1 364,-10 1 1,1-1-29,17-1 1,2 0 58,-2 0 0,2 1-3112,-7 3 3020,9-2 229,15 2 23,27-5-157,3-1 17,25-1-987,-7-2 0,2-1 875,23-1 11,2-1 0,-1 0 2105,-4-1-2077,-2 0 0,-1-1 437,-9-2-213,0-1-213,-48 0-50,-11 5 8,-19 0 0,-4 3-8,-7 0 8,-15 3 0,-4 2-5,27-1 0,1 0 1232,-10 2 1,2 0-1248,-15 5 230,35-2-190,5-2 219,31-1-169,5-5 17,14 0 0,7-2-6,25-3-450,-13 0 1,0 0 362,-13 0 1,-1 0 16,7-1 1,-1-1 81,15-2 363,3-2 567,-29 2-1020,-26 2-11,-31 3-1,-8 1-1275,-11 3 1,-3 1 1270,-9 2 12,14-1 0,-5 1 0,5 0-54,9 0 1,2 1 40,-10 0 0,5 1 23,8-1 274,31-2-157,11-3 101,34-3 0,11-2-199,-18 1 1,0-1 926,23-1 1,0-1-967,-15 0 0,-2 1-340,-2 0 1,-2 1-6469,18-2 6794,-6 5 0,-46 3 0,-7 1 0</inkml:trace>
  <inkml:trace contextRef="#ctx0" brushRef="#br0" timeOffset="85984">13866 11375 17714,'8'-47'1912,"1"-1"0,0-8 0,-5 5-1268,-8 8-398,-1-5 96,-13 25-152,-4 20-27,-12 16-74,5 10 1,-1 7-2188,2 2 0,1 3 2101,-1 2 0,1 1 2,4 3 1,4 0 772,4 20-781,9-26 1,8 0-10,15-4 1,9-4 3,14-7 0,7-6 8,5-3 0,3-7 50,-4-11 0,2-6 1,-4-2-157,-3-3 0,-5-6 305,8-17 0,-10-6-93,-28 13 1,-8-2-68,-1 2 0,-6-1 25,-10-2 1,-5 2-18,-1 6 1,-3 2 5,-11-9 1,-4 3-24,7 10 1,0 3-67,-4 3 0,2 6 42,-4 10-23,1 18-28,12 15-157,9-1 1,2 4-169,-2 17-1229,11 2 0,4 0-1510,7-3 3109,2-6 0,0-4 0,0-16 0,1-2 0</inkml:trace>
  <inkml:trace contextRef="#ctx0" brushRef="#br0" timeOffset="86168">14363 11547 26850,'16'-19'-6772,"-14"20"5357,-31 50 0,8-17 0,7-14 0</inkml:trace>
  <inkml:trace contextRef="#ctx0" brushRef="#br0" timeOffset="86894">13248 10919 21909,'-19'-44'532,"1"1"0,4 3 1,-2 11-147,-10 28-167,1 8-63,-17 7-44,-4 7-39,-7 5-45,22-11 0,0-1-5,-20 9-1635,12-7 0,0-3 1908,-6-1 68,-12 1-72,32-16-73,14-4-51,6-2-118,5 3-11,2 8 3392,2 11-3397,-1 16 0,0 18-18,-4-16 1,0 2 0,-1 4 0,2 4-34,2 19 0,3 2-347,2-16 0,4-2 240,7 14 1,7-4-253,5-22 1,5-5-1249,7-2 0,5-3 1624,12-3 0,-1-3 0,-24-6 0,-1-2 0,-1-3 0,1 0 0</inkml:trace>
  <inkml:trace contextRef="#ctx0" brushRef="#br0" timeOffset="87419">15820 10966 24542,'-25'-45'623,"1"1"1,2 2 0,7 7-367,13 15-122,13-1-85,11 1-22,16 1 23,12 4-40,6 6-11,-1 4 11,-9 5-5,-15 3-6,-13 1 0,-10 2 67,-9 9-28,-7 3-22,-11 24-12,4-11-5,-6 27 23,12-8-148,5-16 0,2 2 141,0 4 1,3 0-289,2 3 0,2 1 266,2 0 1,2 0-7,3-1 1,-1-1-9,-1-3 1,-2 0-145,-4-4 1,-5 0-98,-8-2 1,-7-2-2754,-9 2 1,-4-4 3013,-3-2 0,0-4 0,-14 8 0,17-15 0</inkml:trace>
  <inkml:trace contextRef="#ctx0" brushRef="#br0" timeOffset="89494">9621 9482 17137,'-46'9'1239,"0"0"0,0 0 1,-14 2-1,14-2-958,35-6-1,24-4-185,7-2-23,10-4 1,5 0-62,-3 0 1,1-1-222,17-3 0,1-1 201,-14 4 1,0 0-260,13-2 1,-1 1 245,5-1 33,7 0 11,-43 8 6,-30 7-16,-9 1 21,-14 5 1,-7 2-6,5-2 0,-2 0-378,-20 7 1,-3 0 452,7-2 1,1 0 67,2 0 0,2-1 19,6-2 1,4 0 505,-15 5-399,17-7-135,48-11-112,17-7-36,5-1 0,5-2-269,5-2 0,1 1 260,-7 1 1,1-1 19,14-2 0,-2 0 166,0-1 1405,-3-2-1535,-45 11 152,-37 6 0,-20 9-28,-3 1 0,-3 2-698,14-2 1,-1 0-1,2 0 518,-10 3 1,7 0-45,0 5-45,44-12 161,20 0-77,23-6 0,4-2 0,-5 2 0,-1-2 0,-1 0 0</inkml:trace>
  <inkml:trace contextRef="#ctx0" brushRef="#br0" timeOffset="90202">11907 9139 22795,'28'-16'100,"0"0"1,6 0 0,2 2-90,10 2 0,3 1-534,-2 1 1,-1 1 541,-8 1 1,-4 2 347,9-2-294,-36 6 138,-36 8-203,-1-1 1,-4 1 5,-26 4 0,-5 3-519,18-4 0,-2 0 0,1 0 555,-1 1 1,1-1 0,3 0 2,-9 1 0,7 0 626,-9 3-522,37-8 212,16-2-151,28-6-106,26-4-84,-1-2-328,0-2 0,0 1 334,4-2 33,4-2 0,0-1 112,1-3 639,-19 5 1,-2 0-494,8-5 72,-16 2-201,-14 6 56,-16 2-246,-7 6 822,-31 8-1164,-6 11-1151,7-1 0,-2 2 1460,5 0 0,3-1 0,-13 9 0,19-11 0</inkml:trace>
  <inkml:trace contextRef="#ctx0" brushRef="#br0" timeOffset="90752">8726 10917 28936,'-17'-48'-1010,"0"0"1,0 0 0,-7-3 0,7 8 0,17 5 0</inkml:trace>
  <inkml:trace contextRef="#ctx0" brushRef="#br0" timeOffset="93035">9253 8035 18828,'-18'-45'517,"0"0"1,1 0 0,3 1 0,3 0-1,11 2-405,17 2 0,11 2 0,0 2-1631,4-5 1,4 3 1606,9 1 0,6 1 0,2 4-10,-6 10 0,1 5 1,2 0-310,-1 1 1,1-1-1,3 2 1,0 0 251,3 2 0,1 0 0,1 2 0,3 0-247,-10 3 1,3 0 0,1 1 0,0 0 0,-2 1 0,-2 0 225,7-1 0,-4 1 0,1 1 0,4-1 0,-5 1 0,5 1 0,1-1 0,1 1 0,-1 0 0,-4 1-1,-1 0 0,-4 0 0,0 1 0,1 0 0,2 0-254,1 0 0,1 0 0,3 0 0,-1 0 0,1 0 0,0 0 255,-2 1 0,1-1 0,-1 1 0,1 0 0,0 0 0,2 0-94,-5 1 1,2 0 0,1 0-1,-1 0 1,-1 0-1,-1 1 1,-4-1 87,15 1 1,-4 0-1,-1 0 1,1 1 5,-3 0 0,3 1 0,-1 0 0,-3 0 0,-7 2 174,-3 1 1,-6 2-1,0 1-171,5 4 1,0 2 0,-6 0 13,-2-1 0,-9 5 61,-12 12 1,-11 2 106,-26 8-79,2-10 0,-1-2 12,-12 8 33,-4 2 1473,11-4-1568,3-1-6,3 17-33,10-25 2283,0 11-2054,-8-15-72,-8-2 3251,-4-2-3173,-30-7-140,25-7 168,-31-3 208,22-12-220,0-4 54,8-4 93,6-6-287,15 12 63,-4-6-12,12 13-151,0 4-22,4 10-18,15 11 57,21 5-28,17-4-11,2-6-261,-13-11 1,1-2 284,-11-2 1,1 0-20,5 0 1,2-2 41,6-4 0,-3-2 81,11-9-173,-19 3 0,-2-2 229,1-18-95,-18 6 180,-9-19-113,-7 18-50,-2-8-39,-1 19 394,-1 11-876,2 6-30,1 7-9392,7 9 8481,-1-3 1,2 2 0,-4-9 0</inkml:trace>
  <inkml:trace contextRef="#ctx0" brushRef="#br0" timeOffset="93909">13617 8211 20056,'0'-9'2691,"-15"-25"0,-3-2-2198,7 18-415,-7-19 1,3 12-17,12 31-40,3 5 23,11 40-68,3 2-25,-2-11 1,1 3-258,1 6 0,-1 1-942,-2-6 1,-3 0-2470,0 16 0,-2-3 3716,-6-22 0,-1-4 0,-2 24 0,-1-39 0</inkml:trace>
  <inkml:trace contextRef="#ctx0" brushRef="#br0" timeOffset="94075">13364 8555 21243,'-41'-40'1249,"0"0"0,2 4 0,15 6-1137,27 15-90,21 2-78,27 2-62,-13 5 1,4 1-835,10 1 0,3 1-12,6 0 1,2 1 963,-15 0 0,0 1 0,-4 0 0,-4 0 0,-3 1 0,-4-1 0,0 0 0</inkml:trace>
  <inkml:trace contextRef="#ctx0" brushRef="#br0" timeOffset="94336">14507 8027 26528,'-34'-45'285,"0"1"1,5 3 0,16 7-196,44 16-18,23 3-41,-20 10 0,2 1-657,3 4 1,1 4 625,1 4 0,-1 3-12,-1 6 1,-1 4-6,-2 5 1,-2 4-1763,-1 4 1,-4 3 1671,-4 3 1,-3 4-216,-5 0 0,-5 3-210,-4 1 0,-5 1-1941,-5-2 1,-3-1 2472,1-7 0,-2-3 0,-3 8 0,5-23 0</inkml:trace>
  <inkml:trace contextRef="#ctx0" brushRef="#br0" timeOffset="94485">14542 8430 19081,'1'-6'1792,"26"-21"1,10-2-1659,-1 6-905,4 0 1,10-6 0,-2 6-339,-4 8 0,0 4 1109,15-5 0,-4 2 0,3 2 0,-27 7 0</inkml:trace>
  <inkml:trace contextRef="#ctx0" brushRef="#br0" timeOffset="95469">12666 9130 20492,'-60'8'1316,"22"-4"-4031,63-7 0,23-2 2774,-4 0 1,10 0-1,6-1 1,0 0-1,-2 0-270,-7 2 0,-2-1 0,1 1 0,2-1 0,4 0 210,-5 1 0,3-1 1,3 0-1,2 0 0,0-1 1,0 1-1,-1 0 0,-3 1-75,9-2 0,-2 1 0,0 1 0,-1-1 0,-1 0 0,1 0 72,0 1 0,0-1 1,0 1-1,0 0 0,-2 0 1,-3 0-205,0 0 1,-3 0-1,-2 1 1,1-1 0,2 1 180,5 0 0,4 0 0,-1 1 0,-4 0 0,-6 0 181,-4 0 0,-7 1 0,2 0-203,11-1 1,1 1 0,-28 5 1352,-35 5-1351,-23-1 0,-18-1 1,-5 1 26,-2 0 0,-5 1 1,-3 0-1,-1 0 30,8-2 0,-2 2 0,-1-1 0,-1 0 1,-2 0 9,5-1 1,-1 1-1,-2 0 1,1-1-1,0 1 1,0-1 5,5 0 0,-1 0 0,2 0 0,-1 0 0,0-1 1,0 1 5,-2 0 1,1 0 0,-1 0-1,0 0 1,0 0 0,0 1-177,1-1 0,0 1 0,0-1 0,0 1 0,0-1 0,1 1 158,1 0 0,1 0 0,0 0 0,0-1 0,0 2 0,1-1 1,-7 1 1,0 1 0,1 0 0,1 0 0,1-1 9,-9 3 0,2-1 0,1 1 0,2-1-107,9-2 1,2 0 0,2 0 0,3 0 148,-22 5 0,12-3 1305,14-2-1128,69-15 1,37-8-1,2 0-181,-18 4 0,2 0 0,2-1 0,6 0-41,-10 2 1,3-2-1,4 0 0,1 0 1,1 0-1,-1 0 1,-1 1-11,-2 1 1,1-1 0,0 1 0,0 1 0,-1-1 0,0 1 0,-2-1-10,1 1 1,-2 0 0,-1 0-1,1 1 1,1-1 0,3 0-2,-1 1 0,3-1 0,2 0 0,1 0 0,0 0 0,-2 0 1,-1 1-1,-4 0 1,9-1 0,-3 1 1,-2-1-1,0 1 1,4 0-117,-6 0 0,3 0 1,2-1-1,0 1 0,-1 0 1,-2 0-1,-4 1 113,1-1 0,-1 1 0,-3 0 0,-2 0 0,-2 1 30,19-2 0,-3 0 0,-17-1-332,-14-7 170,-58 11 0,-23 3 76,1 1 0,-8 1 0,-4 2 0,2-1 63,6 0 0,3 1 0,-3 0 0,-10 2 16,17-1 0,-7 1 1,-4 1-1,-3 1 1,-3 0-1,-2 0 1,1 1-1,1 0 1,2-1-1,3 1 1,5-1 11,-14 1 0,6 1 1,2-1-1,1 0 1,-4 2-1,-7 0-28,14-1 1,-4 0-1,-5 1 1,-2 1-1,-2 0 1,-1 0-1,1 0 1,1 0-1,3 0 1,3 0-1,5-1 1,5-1-15,-14 4 0,7-1 1,5-1-1,2 1 0,-2 0 0,-2 2 0,-1 0 1,2 0-1,5-2 1,11-1 1219,-12 7-1183,78-19 1,21-5-7,-5-1 1,6-3-1,7-1-8,-11 3 1,7-2 0,5 0 0,2-1 0,0 1 0,-2-1 0,-3 1-11,6-1 1,-4 1 0,-1-1-1,3 1 1,5-1-162,-13 2 1,4-1 0,3 0 0,2 0 0,0 0 0,0 0 0,-1 0-1,-2 1 1,-2 1 154,1 0 0,-3 0 0,-1 1 0,-1 0 0,1 0 0,0 1 0,3-2-53,-1 1 1,2 0 0,0 0-1,1 0 1,1-1 0,-2 1-1,0 1 1,-1-1-570,1 0 0,0 1 1,0 0-1,-2 0 0,0 0 1,-2 0-1,-2 1 543,7-2 1,-1 1 0,-3 1-1,-3-1 1,-3 2 0,4-2-1,-4 2 1,-8 0 0,18-2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30T14:21:50.49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4506 3065 24424,'1'-24'717,"-7"7"-611,-15 24-61,-22 6-26,13-4 1,-2 0 0,-6 2 0,-2-1-202,-2 0 0,0-1 218,2-1 0,2-2 4,-16 2 139,2-8 32,31-4-144,-3-1-61,16 1-79,4 7 95,-2 12-16,-5 20 5,-6 20-3070,0 0 3075,3-2 1,1 3 5,4-14 1,2 1-181,-3 19 0,2 0 169,5-15 0,3-2-8,4-4 0,3-3 2,3-5 1,4-3 22,26 17-39,-14-29 0,3-4-225,6-4 1,2-4-1720,8-5 0,0-4 1955,-1-2 0,-2-2 0,14-5 0,-21 2 0</inkml:trace>
  <inkml:trace contextRef="#ctx0" brushRef="#br0" timeOffset="1507">5416 3463 20660,'-2'-44'1337,"0"0"1,0 0-1,0-11 1,-2 9-633,-11 9-542,6 26-158,-7 13 1,8 26-17,-2 28-12,7-18 1,1 2-814,0 8 1,1 2 79,0 7 0,1 1-1483,-1-15 1,1 0-1,1-1 2239,0 16 0,0-5 0,-2 2 0,2-36 0</inkml:trace>
  <inkml:trace contextRef="#ctx0" brushRef="#br0" timeOffset="1909">6205 3823 17045,'2'-10'2338,"4"-25"1,1-5-110,-4 8-1918,3-9 0,-1 2 551,-8 19-739,0 10 128,0 8-245,0 10 788,-1 12-822,-3 16-459,-4 15-1331,5-20 1,-1 2 969,-3 26 0,4-19 0,3-17 0</inkml:trace>
  <inkml:trace contextRef="#ctx0" brushRef="#br0" timeOffset="2341">7345 3283 25155,'-45'-23'67,"1"-1"0,-1 1 1,3 4-1,0 1 0,5 11-59,2 17 1,5 9-9,0 1 0,3 4 117,3 1 0,5 4-134,3 5 0,5 0 96,1 13-101,18 7 53,16-33-19,14-1 178,10-13-44,2-17 95,0-9 89,-6-12-5,-9-4-67,-8 0-34,-7 2-45,-7 7-34,-5 11-72,-4 7-84,-3 11 5,-2 6-5,-3 22 6,-3 13-1,2-12 0,-1 4-608,0 5 0,0 1-27,1 6 0,2 3-2636,2-8 0,0 3 0,1-3 1804,0 0 0,1-3 0,0 5 0,1-9 0,-1-22 0</inkml:trace>
  <inkml:trace contextRef="#ctx0" brushRef="#br0" timeOffset="4514">6988 3540 17188,'-27'2'2369,"6"0"-1350,21-1-39,-2 1 483,-4 2-971,-2 0-4,-5 1-40,0-3-23,-1-1-184,5-1 454,-1-6-353,8-5-113,-2-13-78,8-9-87,8 2 1,2-1-37,11-14-14,-4 16 0,1 3-14,5 6 0,12 7-11,-8 12 0,14 11 5,-5 14-5,-3 15 5,-6 11 6,-9 6-6,-18-9 1,-7 1-4,-3-10 1,-5-1-287,-7 13 0,-6-3 303,-3-14 1,-4-3-4,-1-2 1,0-3-124,1-3 1,1-2 134,-15 9-11,17-14 5,16-7-5,16-6 5,15 0 0,20-3-17,21-2-238,-20-1 0,1 1 232,-7 0 1,1-1-171,22-4 0,1 0-353,-18 2 0,0 0-858,16-4 0,2 0 1393,-11 0 0,-5 1 0,5-1 0,-9 1 0</inkml:trace>
  <inkml:trace contextRef="#ctx0" brushRef="#br0" timeOffset="4910">6843 3442 16126,'16'-43'97,"0"0"0,6 3 0,6 8 743,12 18 0,6 8-818,2-1 0,1 3-16,-2 1 0,0 3-1,-4 5 1,-3 5 603,-6 2 0,-4 5-609,-7 6 0,-5 3 0,-6 6 0,-8 3 8,-9 5 0,-8 0 9,-7 4 0,-7-1-14,-9 0 0,-3-3 11,7-9 0,-2-2 2,-13 6 1,2-2 0,-1 1-9,16-13 1,4-1 1041,8-3-944,19-10 2856,8-6-2878,46-14-104,-24 6 1,2-2-58,20-6 1,3 0-412,1-1 1,0 0-1347,3 0 1,0-1 1833,-16 5 0,0-1 0,-5 2 0,-3 1 0,-4 1 0,26-7 0</inkml:trace>
  <inkml:trace contextRef="#ctx0" brushRef="#br0" timeOffset="5283">6830 3587 23831,'-25'-50'494,"0"0"1,4 1 0,13 6-405,37 11-2901,-2 11 1,5 2 2829,8 0 1,5 2-9,6 3 0,3 3 517,1 4 0,-1 4-525,-3 6 0,-3 7-6,-7 4 0,-5 6 3,-7 7 0,-8 6 11,-7 5 0,-8 3-5,-9 5 0,-9 0 256,-9 3 1,-7-2-241,-6-1 1,-5-3-15,-1-3 1,-1-3 2,5-6 0,1-2 0,9-6 1,2-3 16,-4 6 112,18-14 3138,18-10-3138,19-12-95,25-8-42,-15 5 0,3-1-525,9-3 0,2 0-442,6-1 1,3 1 963,-14 5 0,2 0 0,-5 2 0,-4 0 0,-3 1 0,-1 2 0,0-1 0</inkml:trace>
  <inkml:trace contextRef="#ctx0" brushRef="#br0" timeOffset="5766">8431 3636 23293,'-2'-4'2129,"1"1"-2057,1 3-38,-21 49-168,5-5-746,1 1 1,1 1-4191,2 13 4007,6 2 0,5-37 0,1-1 1</inkml:trace>
  <inkml:trace contextRef="#ctx0" brushRef="#br0" timeOffset="6292">8969 3377 21312,'-5'-6'1543,"-8"-26"1,3-10-1158,20-9-372,-16 9 0,5 0 5,22 12 1,8 8-9,17 5-11,-12 6 0,4 4-20,8 12 1,-2 5 8,13 3-14,-12 11 0,-5 6-37,-12 11 28,-10-11 1,-4 1-34,-12 24 67,-18-2 5,-3-14 29,-15 1 250,6-17-54,-9-1 133,12-11-38,2-12-121,13-5 99,2-7 136,5-2-315,9-4-119,5 5-22,15 4 12,-4 10-12,27 17-5,-1 14-216,0 0 226,-23-9 1,-4 1-22,-5 7 10,-4 0 18,-18 5-90,-24-2-23,1-8-485,-4-6 1,-1-4-406,3-5-6463,-26 2 6641,31-10 1,5-2 0,10 0 0</inkml:trace>
  <inkml:trace contextRef="#ctx0" brushRef="#br0" timeOffset="6458">10086 3555 24217,'-32'48'134,"1"1"1,1-3-1,5-5-6158,6-6 6024,-2 12 0,16-36 0,-1 7 0</inkml:trace>
  <inkml:trace contextRef="#ctx0" brushRef="#br0" timeOffset="7082">11144 3313 22195,'10'-54'1331,"1"1"0,-1-1 1,-2 12-1024,-6 27-263,-1 0-107,-2 16 40,-3 12 44,-6 16-22,-8 21 8,6-17 1,1 4-145,-1 4 0,1 1 130,3 2 1,1-1 2,1-8 1,3-2-10,4 2 1,6-2 39,20 8 51,8-10 27,17-25 34,-2-27-53,-22 3 0,-1-3-80,2-4 1,-2-1 110,17-16 24,-16 12 1,-2 0-8,3-5-29,7-8-78,-21 25-67,-7 11 11,-6 17 28,1 12 0,0 20-28,2 16-65,-2-23 1,1 0-690,0 4 1,0 0-2532,1 3 0,0-1 3313,0-5 0,-1-2 0,1 10 0,-2-20 0</inkml:trace>
  <inkml:trace contextRef="#ctx0" brushRef="#br0" timeOffset="7265">12078 3782 23259,'2'-5'3047,"0"1"-2660,-2 4-404,-10 20-4834,-5 11-940,-7 23 5438,3-4 1,8-18 0,8-15 0</inkml:trace>
  <inkml:trace contextRef="#ctx0" brushRef="#br0" timeOffset="8015">13442 3463 19445,'1'-7'4262,"1"1"-3618,0-32 0,-1-6-291,-7 15-246,5-19 0,-4 4 38,-12 28-50,-1 4-55,-5 4-40,-6 4 11,-7 9 28,-6 4-22,-2 5-12,6-1 18,9-1-12,12-3-17,6-2 12,4 1 22,1 3-6,-3 5-5,0 6 17,-3 6 22,0 6-11,-2 2-1,0 3 1,-1-1 11,0-2 163,-2 7 10,7-21 74,0 0 44,9-20-118,3-5-111,4-5-34,5-6-11,8-6-28,7-1-23,5 2-5,2 5-6,-2 7-33,-2 8 16,-2 10-3392,9 17 3393,-12-5-6,8 17-23,-18-12-22,-2 9-34,-18 4-1377,-12-14 0,-5-2 968,-13 9 484,-1-11 0,-1-4-7675,-10-4 7159,-2-3 0,22-8 0,16-3 1</inkml:trace>
  <inkml:trace contextRef="#ctx0" brushRef="#br0" timeOffset="8240">13896 3681 25337,'-29'51'-479,"0"0"0,4-4 0,3-9 1,7-18-1,8-8 0</inkml:trace>
  <inkml:trace contextRef="#ctx0" brushRef="#br0" timeOffset="8841">15306 3394 19932,'-6'-44'1687,"0"0"1,-8 1 0,-6 12-1542,-20 28-90,-10 5 6,-8 24-29,12 15-995,12 2 0,2 4 962,10-14 0,2 3-2,2 8 0,0 6 0,4-5 5,6-14 0,2 1-9,-5 24 0,6 3 0,11-18 1,4-2 313,-1 0 1,5-2-273,13 3 1,3-7 109,13-7-62,3-15 521,-11-42-409,-16-3 11,2-20-33,-15 7-90,-9 13 22,-11 1 1000,-17 15-1083,-7 5-23,-13 13-28,7 12-538,1 21-2285,18 2 2851,16 16 0,10-25 0,9-3 0</inkml:trace>
  <inkml:trace contextRef="#ctx0" brushRef="#br0" timeOffset="9031">15734 3900 19000,'-32'37'-210,"1"-1"0,-1 1 0,2-1 0,0 1 0,8-7 0,7 0 0,2-2 0</inkml:trace>
  <inkml:trace contextRef="#ctx0" brushRef="#br0" timeOffset="9481">16556 3418 23259,'25'-38'707,"-1"0"0,1 0 1,10-12-1,-2 10-662,4 16 16,4 15-33,-19 14 40,31 28-52,-15 11-16,-13-20 0,-3 7-1903,-12 11 0,-5 12 0,-3 1 0,0-8 1903,-1-7 0,-1 0 0,0 17 0,-1 8 0,-2-18 0,-2-25 0</inkml:trace>
  <inkml:trace contextRef="#ctx0" brushRef="#br0" timeOffset="9625">16665 3755 20140,'0'-6'4346,"0"2"-3954,0 4-275,68-74-1118,-41 57 0,2 1 411,11-13 0,6-5 1,-2 7-26,2 12 1,-3 5 0,17-4 0,-23 7 0</inkml:trace>
  <inkml:trace contextRef="#ctx0" brushRef="#br0" timeOffset="15907">16964 3669 23159,'-6'-56'1640,"1"11"-1421,5 43-180,0 1-56,-1 5 28,0 7 34,-2 14 28,-3 13-6,-4 11-1746,4-18 0,-1 0 1684,-3 12 18,1 9 22,6-26-45,1 2 28,0-10 336,2-9-101,0-5 3583,0-6-3605,1-8-129,0-11-45,0-12-5,0-14-34,2-5 28,0-2 56,2 6-23,0 11-22,-1 11-72,-2 13-12,-1 8-22,1 19 39,1 4 28,3 17-45,0 20-140,-2-12-593,1 12-1009,0-24-3892,4-8 4803,2-8 0,-3-8 0,-2-5 0</inkml:trace>
  <inkml:trace contextRef="#ctx0" brushRef="#br0" timeOffset="16415">16618 3248 22974,'-22'-25'683,"11"3"-633,31 15 12,12-1 28,13-1 27,8 0-44,-17 4 0,0 0-23,12-2-5,-14 4 0,-3 0-40,-8 2 63,1 6-3354,-18 9 3331,-6 0 78,-3 21-89,1-16 44,-2 23 0,2-8 74,1 17 44,0 9-31,-1-15 1,0 1-272,1-5 1,0 0 124,-1 0 1,0 0 19,2-4 0,-1-2 3241,1 17-3235,1-14 0,1 1-28,2 19-269,3-1-303,-2-27-2761,2-10 3316,2-13 0,-3-2 0,0-5 0</inkml:trace>
  <inkml:trace contextRef="#ctx0" brushRef="#br0" timeOffset="16850">16751 3235 23791,'-2'-29'768,"8"6"-740,6 19 16,8 1-10,-5 8-6,7 5 6,5 11 22,-7 7 0,0 4-14,-6-4 0,-1 3-313,3 14 1,-3 2 351,-8-7 1,-2 0-21,-2 1 1,0 0-31,-3 0 0,0-1-39,0-2 0,0-2 20,-5 17-24,0 2-627,0-7-1562,1-3-6352,4-5 8553,5-23 0,0-9 0,0-6 0</inkml:trace>
  <inkml:trace contextRef="#ctx0" brushRef="#br0" timeOffset="17433">16774 3706 24083,'-21'-9'425,"19"-1"-374,48-3-7,10-1 7,1 0-18,-3 2-21,-17 3 122,1 1 107,-25 6 33,3-1-83,-18 3-112,-6 0-63,-13 1 24,-13 2-12,-10 1-12,-2 2 12,5 0 23,3 0-51,17-2 22,5-1 12,13-3-29,5 0 12,8-2-11,13-4 5,17-5 0,14-4-11,6-1 23,-2 3-35,-18 3 91,-5 3 111,-24 4-95,-1 1 17,-22 2-89,-10 1-1,-19 3 6,-7 0-22,2 4 22,8-3 0,15-1-6,11-3 12,8 0-57,6-1 1,6-2-101,12-2-768,18-4-2828,23-5 3719,-29 7 0,-1 0 0,14-3 0,-18 4 0</inkml:trace>
  <inkml:trace contextRef="#ctx0" brushRef="#br0" timeOffset="18509">17752 3107 15849,'-4'-2'4895,"1"0"-1316,3 2-3455,-58-16 49,50 11 29,-35-14-57,77 15-105,20-2-24,-9 2 1,1 1-9,-13 1 1,0 0 2,15 0 0,-3 0-5,3 3 0,1 3 5,-18 0 0,-15 4 11,-9 2 40,-7 5 33,-5 6 74,-2 7 16,-1 9-26,4-5 1,2 1-59,-1 16-20,3-5 0,3 1-231,1-8 1,0 0 185,4 10 0,0 3-22,2-3 0,0 0-3,1-2 1,-1-2-4,0-4 1,-2-1 10,-2-5 1,-3 0 30,-10 25-1710,-10-28 1,-4-3 1133,-17 11 526,-5-13 0,0-5 0,15-8 0,-19 4 0</inkml:trace>
  <inkml:trace contextRef="#ctx0" brushRef="#br0" timeOffset="23915">4404 5338 24424,'-15'31'117,"-1"1"1,2 7 0,3 2-113,8 5 1,3 4-1198,0 4 1,1 4 0,1-2 620,0-13 0,0-2 0,1 4 571,-1 3 0,1 6 0,-1-2 0,1-6 0,1 2 0,-1-5 0,-1-3 0,0 0 0</inkml:trace>
  <inkml:trace contextRef="#ctx0" brushRef="#br0" timeOffset="24707">3939 6210 18632,'-4'-53'1286,"-1"-1"1,3 8 0,5 5-1147,15-8-112,6 22 28,18 8 0,11 2-658,3 3 1,3 1 601,-19 3 0,2 0 0,3-1-3,6 2 0,4-1 1,1-1-1,-3 1-46,2-3 1,-3-1 0,2 0-259,-5 2 1,3-1-1,-1 0 1,-4-1 326,1-1 1,-4 0-1,-6 0 19,-4 1 1,-8 0 161,-6-3-5,-27 7-16,-14 4 94,-21 11-3,1 10 1,-1 6-208,10-1 1,1 1 357,-11 10 1,4 1-395,3 19-11,14-5 1611,14-7-1600,13-10 34,13-12 11,13-10 36,0-18 0,0-5-36,9-3 128,-6-9 1,-3-4 235,-13-3 11,3-13-3330,-17 15 2994,-7 14 56,-3 6-118,-2 11-38,-5 6 4,-9 16-10,-2 8-17,8 0 0,1 4 22,-1 20-17,12-10 1,6-2 5,15 9 1707,-2-21 0,4-3-1679,26-4-22,3-10 5,1-12 0,-2-9 51,-1-18-23,-16 5 34,1-17-12,-19 9 12,-1-11-51,-4-4-10,1-1 27,5-7-28,-3 19-11,8-3 17,-7 23-6,2 4-17,1 5 12,10 16-12,4 7 12,3 8 5,1 13 12,-7-2-40,3 12 0,-15-19 0,0-1 17,3 10 0,5 9-22,-7-23-90,13 4-818,11-11 169,-5-7-304,5-10-1814,-5-9-1523,1-5-2644,10-9 6198,-10 2 0,-14 7 0,-10 5 0</inkml:trace>
  <inkml:trace contextRef="#ctx0" brushRef="#br0" timeOffset="28282">6298 5839 13200,'3'-6'3814,"3"-24"0,0-5-2430,-6 3-709,-1-10 0,-4 0-222,-15 12-234,-17 7-146,9 15 8,-4 17 0,0 7-64,-8 13-109,8-3 0,3 4 103,-2 22-22,14 1 22,14-8 0,15-7 28,12-10 68,9-13 296,13-19-229,-12-7 134,16-23-11,-15 0 28,7-10 218,-5-2-240,-16 15-91,-9 6-167,-10 17 173,-4 7-202,-3 14 18,-7 16-23,-4 24-17,7-16 1,1 3-999,-1 10 1,1 4 977,3-12 0,2 1 0,0 0-2,-1 11 0,1 2-84,2 5 0,2 5 0,0-4 2,0-16 0,0-3 0,-1 4-281,-1 2 0,-2 6 1,0-2-1,-1-6 388,1 7 0,-5-5 9,-5 3 0,-8-14 61,-25-37-56,4-36-22,18 4 0,5-7-48,7-15 0,7-2-125,4 14 1,5-3-195,9-11 1,6-7 0,4 4-446,0 13 0,3 4 0,1-2 687,-1-7 0,1-2 0,4 3-178,6 6 0,3 2 1,-4 8 950,11-6-741,-4 8 1,1 1 47,6 1 89,-20 12 1,0 1 235,23-14 23,-18 11-119,-11 5 379,-15 9-278,-6 4 3401,-2 2-2511,-11 23-748,4-10-237,-10 38-112,14-24 6,5 7 50,15-20-55,2-10 61,14-10-17,0-9-45,0-3 143,-7-6 0,-3-4-14,-3-12-107,-4 8 1,-4 1 6,-8-5 116,-5-1 85,-7 14-196,-4 4-79,-3 8 12,-8 12-17,0 9 0,-8 9 11,13 11 0,2 3-34,-2 4-5,13 6 0,7-2-6,9-15-11,30 20 22,10-28 0,-3-9 1,3-4-462,-16-3 1,2-3 473,5-7 1,3-4-1,-7 0 10,13-13-252,-6-4 1,-1-4 239,-21 7 1,-3-3 25,7-18 0,-3-7 10,-12 6 0,-3-4 0,-1 1-13,-1 6 0,-2 0 0,-1-1 13,-2-4 0,-2-2 0,-3 5 127,-4 1 0,-1 6-73,-5-5-44,-7 19-34,5 40 867,4 4-890,-4 32 3,8-21 0,2 4-362,-1 26 0,2 5 314,0-3 1,2 2-131,2-10 0,2 2 0,0-3-136,-1 2 1,4 1-722,4-4 0,3 4 0,2-6-2726,6-4 0,1-3 3764,7 14 0,0-7 0,6-12 0,-14-24 0</inkml:trace>
  <inkml:trace contextRef="#ctx0" brushRef="#br0" timeOffset="28456">7317 5707 20492,'-2'-2'4005,"-1"0"-3753,3 2-504,84-61-5907,-39 42 6159,-6 2 0,11-4 0,0 1 0,-10 6 0,6 8 0,-1 2 0,0-1 0</inkml:trace>
  <inkml:trace contextRef="#ctx0" brushRef="#br0" timeOffset="28649">8119 5691 25566,'53'-17'-1967,"0"0"1,0-1 0,-4 3 0,-1 1 0,-3 4 1571,-2 7 1,-4 3 0,8 0 0,-24 0 0</inkml:trace>
  <inkml:trace contextRef="#ctx0" brushRef="#br0" timeOffset="28806">8224 5901 18055,'46'-12'-729,"1"-1"1,0 1 0,15-5 0,-7 2 0,1 4 0,-24 3 0</inkml:trace>
  <inkml:trace contextRef="#ctx0" brushRef="#br0" timeOffset="29115">9466 5406 25145,'-55'-4'449,"0"1"1,8 5-1,-1 4 1,6 4-375,6 8 1,3 4-434,-16 12 0,3 2 377,17-9 1,4 4 146,0 17 1,6 2-165,12-15 1,3-1-169,2 15 1,6 0 153,8-12 1,6-3 2,7 1 1,5-3-9,7 0 1,5-3-327,4-2 1,3-4 370,0-5 0,-1-5 39,-5-7 1,-2-5 349,18-16-114,-25-15-23,-21-8-118,-27 0-95,-29 2-62,6 19 1,-6 3-601,-10 2 1,-3 3 75,14 5 0,-1 1 0,-1 3 519,-5 4 0,-1 3 0,5 0 0,4-3 0,4 2 0,3 4 0,0 0 0</inkml:trace>
  <inkml:trace contextRef="#ctx0" brushRef="#br0" timeOffset="31401">23389 3102 17104,'0'-5'6251,"0"1"-6391,-28-16 1,-11-1 553,9 11-225,-11-12 1,3 3-134,19 19 48,9 2-71,13 12-27,7 2 28,9 12 271,8 7-299,-11-8 16,-1 5 57,-15-13-46,-4-4 107,-16 14-39,-6-5 67,-7 5 0,-4 2-76,10-8 1,0 0-311,-10 9 0,1 0 274,-4 12-66,16-6 32,16-6 29,22-8 16,14-6-5,16-8-29,6-4-3197,4-3 3175,-21-1 383,-5 3-343,-23 4 171,-19 21-82,-21 12-101,-3 1-14,12-18 1,-1-1 2,-1 5-6,1 4 3404,14-4-3387,12-5-17,10-1-44,20 2-779,1-8 801,20 0 0,-28-12 0,0-2 0</inkml:trace>
  <inkml:trace contextRef="#ctx0" brushRef="#br0" timeOffset="34332">7106 8420 12595,'-7'-47'2346,"0"0"1,0 1 0,-2-17 0,-4 8-1538,-1 23 1,-2 6-121,-6-5-409,-3 13-191,11 22 163,-12 23 23,-11 23-178,13-16 0,-2 5 1,1 1-603,2-1 0,0 0 0,1 3 508,-5 10 1,0 3 0,4-3-2,1 3 1,4-1-3,7-13 0,2 2 0,3-3-3,3 3 1,6-1-341,13 11 1,7-4 361,2-15 1,6-6 5,13-3 0,4-9 8,-5-15 1,-1-6-100,-9 1 0,-1-6 180,5-13 1,-7-6 59,-6-15-84,2-10 139,-46-5-111,-12 25-73,-12-4-15,12 26 1,-3 6-20,-5 8 1,-2 3-213,-1 2 1,0 2 211,-4 5 0,3 2 1306,-6 10-1357,15 5 658,27-6-2322,31 13-4815,29-12 5924,-15-13 0,0-2 0,14-3 0,-18-6 0</inkml:trace>
  <inkml:trace contextRef="#ctx0" brushRef="#br0" timeOffset="34524">7591 8718 26094,'35'-26'-1967,"0"0"1,0-1 0,2 2 0,1 1 0,0 5 1860,10 8 1,-3 6 0,18-6 0,-28 5 0</inkml:trace>
  <inkml:trace contextRef="#ctx0" brushRef="#br0" timeOffset="34714">8525 8227 27785,'-18'10'-73,"3"23"-28,13 10 0,4 9-1346,-2 2 1,0 3 107,-1 4 1,1 1 1338,1-15 0,1 0 0,-1-4 0,-1-4 0,1-2 0,1-4 0,0 0 0</inkml:trace>
  <inkml:trace contextRef="#ctx0" brushRef="#br0" timeOffset="35008">9686 8254 16796,'-51'3'841,"-1"1"1,2 1 0,21-4 1705,32-3-2334,49-8-191,10 1 33,-10 1 1,3 1-284,-4 3 1,-2 1-17,-8 0 1,0 2-1617,20-1 1,-3 2-717,0 4 2576,-7 0 0,-4 2 0,-22-1 0,4 4 0</inkml:trace>
  <inkml:trace contextRef="#ctx0" brushRef="#br0" timeOffset="35341">9876 8531 20223,'-42'18'1450,"-1"0"1,4-1-1,15-8-1111,27-13-244,39-15-73,13-3-591,-10 5 0,3-2 496,0 2 1,1-1-94,0-1 1,1-1-67,-4 1 0,-1-2-18,-6 1 1,-4-1 198,14-18-94,-29 1 206,-29 1 174,-20 2 269,-12 0 191,1 3 56,6 2-62,12 2-5,10 3-292,7 7-285,4 6 22,7 6 833,9 15-946,15 16-10,8 24-12,-3-1 3,-16-14 1,-3 3-355,-7 4 0,-3 2-338,-1 0 1,-4 2-1746,-4 9 1,-5-2 2439,0-13 0,-2-4 0,-5 11 0,6-20 0</inkml:trace>
  <inkml:trace contextRef="#ctx0" brushRef="#br0" timeOffset="35990">11886 8056 18526,'-3'1'5708,"1"-1"-4095,2 0-1434,-36-39-78,12 29-65,-4-11 1,-3 3 19,-13 26 0,-12 4-23,25-3 1,0 1 11,-2 1 0,1-1 5,1 0 1,1 0 10,-23 10-16,14-2-34,12 1-5,13 4 5,8 6 0,5-4 36,5 10 1,1 1-8,-1 7-4,1-6 0,-1 0 166,-11 9-73,2-19 39,-4-1 84,6-20 39,1-4-106,2-6-79,-1-5-5,1-10-45,8-7-1738,12-1 0,4 0 1693,5-2-145,3 3 0,3 3 129,7 10 10,1 2-19,-7 9 0,2 4 25,19 12-8,-15-2 0,-1 4-1095,-6 11 1,-5 2 1079,8 12-65,-24-9 1,-8 2 76,-26 13-12,3-16 1,-7 2-34,-7-3 0,-6 0 1,0-3-267,-15 5 0,-2-3-509,10-7 1,-2-2-1,3-6 820,-1-8 0,5-6 0,-7-3 0,28-8 0</inkml:trace>
  <inkml:trace contextRef="#ctx0" brushRef="#br0" timeOffset="36224">11923 8001 20145,'6'0'4492,"-2"0"-4050,-4 0 225,61-11-219,-27 6-302,9-3 0,2 1 66,3 1-100,0 2-44,-7 1-18,-16 1-56,-16 8-2895,-29 17 2901,-1-1 0,-4 2 0,13-14 0</inkml:trace>
  <inkml:trace contextRef="#ctx0" brushRef="#br0" timeOffset="38523">5427 4225 15838,'-61'16'1814,"0"-1"1,6-1 0,11-4-1418,22-8 119,10-1-364,8 0-29,15 1-84,0 0 34,42 0 96,-19-1-84,4-1 1,2-1 95,23-3-89,-19 0 0,0 1-1700,-11 0 0,-3 0 1807,22-2 6,-36 3 18,-17 7-202,-17 3 83,-38 15-65,24-10 0,-3-1-338,-12 4 0,0 0 325,14-5 0,0 0 8,-4 1 1,1-1 3115,-8 2-3028,2-2-11,20-5-142,26-10 39,17-5 4,8-3-10,26-9 14,0 1 163,-12 5 1,0 1-174,-10 2 0,-1 1 89,26-8-3143,-37 12 3059,-16 5-35,-24 6-15,-14 4 23,-10 3 20,2 0 0,-2 0-201,-3 2 206,3-1 0,0 0 31,-5 1 680,8-1-158,15-6 3326,20-4-3221,7-2-202,8 0 15,20-6 423,7-1-308,15-7-269,-8 1-298,-4 0-1,-12 4-526,5 2-3974,-10 9 4435,5 3 1,-14 0 0,-6 0 0</inkml:trace>
  <inkml:trace contextRef="#ctx0" brushRef="#br0" timeOffset="39422">23301 4617 23573,'-12'-62'728,"-1"0"0,3 11 1,0 7-130,0 14-465,5 21-117,-2 6 11,2 22 6,-1 22-6,-1 22-322,3-25 1,0 1 310,0 2 0,1 1-9,-1 0 0,-1-1-8,1-2 0,-1-1 8,1-3 1,-1-3 14,-3 21 340,2-18-2976,3-24 2680,3-10 34,7-28-34,4-13-36,-2 10 0,0-3-22,2-4 1,1-2 15,0-3 0,1-1 0,-1 2 1,0 1 7,-1 4 1,-2 2 45,7-19 22,-8 18 3100,-4 16-3201,-3 10-6,-1 12 23,0 12 672,-3 17-706,-2 18 8,1-19 1,1 2-128,-1 3 0,0 1 91,1 1 0,2 0-78,-2 20-1950,9-10 1,3-3 2072,2-1 0,7 14 0,-11-45 0</inkml:trace>
  <inkml:trace contextRef="#ctx0" brushRef="#br0" timeOffset="39866">24002 4495 21545,'1'-10'2801,"0"3"-2325,-1 7 594,0 0-1053,-3-2 5,2 10 23,-1 4-23,1 16-5,5-3-11,-1-3 39,7-6 83,0-9 57,5-1 129,6-13-202,-5 0 129,6-16 22,-11 3-146,-2-2 91,-4-5 55,-13-4-190,-2 8-29,-6-1-32,0 17 4,-9 6-38,3 9-12,-13 16-83,20 5-1,7 2-571,25 0-1344,14-9-2883,-3-6 1,1 0 3047,9 2 0,0-1 1,-31-15-1</inkml:trace>
  <inkml:trace contextRef="#ctx0" brushRef="#br0" timeOffset="40207">24145 4756 19652,'-6'0'4145,"2"0"-2476,4 0-1467,-44 38-163,29-17-25,-10 5 0,3-1 9,18-6 111,16 3-3313,11-14 3257,3 2 197,17-19 33,-19-3-124,4-5 192,-13-3 72,-17-3-353,-2 4 3498,-27-7-3509,2 15-56,-7-2 28,2 7-33,12 4-29,-3 1-123,6 4-302,9 3-95,4 2-4431,22 11 4531,0-7 1,4 3-1,-8-9 1</inkml:trace>
  <inkml:trace contextRef="#ctx0" brushRef="#br0" timeOffset="40581">24903 4499 26838,'-49'0'43,"0"0"0,-5 13 0,9 7-37,23 13-1,3 6 1,5 3 0,12 5-4,5-13 1,6-2 8,22 11 1,19-12 32,6-14-10,-9-8 134,12-20 11,-25-6 12,6-16-29,-23-5-89,-9 5 50,-20-25-84,-2 17-84,-12-16-442,4 18-3125,5 10 3612,6 9 0,6 11 0,4 6 0</inkml:trace>
  <inkml:trace contextRef="#ctx0" brushRef="#br0" timeOffset="42215">7178 10700 20319,'-2'-10'2828,"0"2"-2512,-27-13 1,-11 4 170,-12 21-1123,-5-11 1,-3 5 772,17 24 0,2 10-62,-1 4 1,1 3-68,2 5 1,4 3-9,6 3 0,5 2 0,6 1 0,6 1-6,8-2 1,6-2 8,9-4 0,6-4-1631,7-6 1,7-6 1621,6-7 1,5-5 16,4-6 0,2-6 180,2-6 0,-1-6-146,-2-3 0,-3-5-79,-6-4 1,-4-4 142,-9-2 0,-6-2 640,-2-26-541,-31 1-63,-25 7 1225,9 24 0,-3 3-1306,-7 2 1,-1 4 58,-3 3 1,-2 4-102,0 5 1,1 4-20,1 4 0,3 4-15,5 3 1,4 4 144,7 2 1,6 3-504,3 28-1361,33 3 1656,9-25 1,3-4 0,4 6 0,10-8 0</inkml:trace>
  <inkml:trace contextRef="#ctx0" brushRef="#br0" timeOffset="42424">7909 11013 24486,'-51'-12'597,"1"1"1,7 1-1,7 2-445,15 2-119,21-2-61,27-3-263,33-5-275,-14 5 0,3 0-1954,9-1 1,3 0 2519,-14 3 0,0 1 0,-3 0 0,-4 0 0,-3 1 0,-5 1 0,1 1 0</inkml:trace>
  <inkml:trace contextRef="#ctx0" brushRef="#br0" timeOffset="42766">8526 10637 24594,'-26'-53'201,"0"0"1,4 4 0,14 7-141,44 10-22,19 9-22,-5 10-3,-7 12 0,-1 7-3,12 20-11,-17-4 0,-4 5-357,-13 6 0,-8 4 348,-5 5 1,-8 2-6,-8 5 0,-7 0 17,-7 3 0,-6-2-420,-4 1 1,-3-3 424,2-3 0,0-2 28,4-6 1,3-4 530,-10 15-494,18-22 225,24-19-253,26-19-320,3 0 1,9-3 0,1-1-3003,5 1 0,2 0 0,0-1 1872,-1 0 1,-1 0 0,-2 1-1,10 0 1,-12 4 0,-26 7-1</inkml:trace>
  <inkml:trace contextRef="#ctx0" brushRef="#br0" timeOffset="43608">9907 10545 24435,'26'-35'-459,"22"5"294,1 23 0,6 4-704,-1 0 0,-1 1 715,-12 2 0,-2 3-392,2 4 0,-8 6 364,-13 11-20,-20 18-2701,-48-1 2948,23-24 0,-5-1 212,-22 9 1,-3-1-163,18-9 0,1 0 216,-15 5 0,2-1 1025,-10 2-1207,34-13-90,31-14-39,42-13 1076,-12 4 0,3-2-1087,7-1 0,1-2 2,1 0 1,-1-2 51,-3 0 0,-4-2-10,-7 1 1,-5-2 45,5-29 38,-26-4 102,-24 0 105,-17 7 248,1 26 0,-2 4-399,-3 0 57,-15 4 901,45 31-1086,7 5 419,18 18-408,16 5-436,-9-17 1,3 1 370,3 2 1,0 0-20,0 3 0,-1 0-185,-2 2 1,-5 0-185,7 21-1673,-24-11 0,-5 1 1297,-9 7 1,-2 6 0,3-36 0</inkml:trace>
  <inkml:trace contextRef="#ctx0" brushRef="#br0" timeOffset="44015">11258 10247 21450,'1'-8'3545,"-1"1"-2357,11-55-796,-8 45-201,8-30-107,-14 74-6,-4 29-61,0-21 0,0 2-241,-1 5 0,0 1 229,0 0 1,1 0-9,2-3 0,2-1-14,5 24 29,9-19 16,12-19 28,11-19 16,9-21 63,8-17-40,-26 9 0,-1-2-99,0-2 0,-2-2 155,-2 0 0,-1 1 90,12-21 408,-8 15-571,-8 16 45,-8 19-99,-6 20-24,0 20 0,-4 19-382,1-25 1,0 3 319,0 4 0,0 1-403,3 6 1,3 3 464,6 0 0,4 5 0,-2-7 0,-4-10 0,0-1 0,10 12 0,-1 0 0</inkml:trace>
  <inkml:trace contextRef="#ctx0" brushRef="#br0" timeOffset="47423">8642 11521 17475,'46'-20'49,"1"0"0,-1 0 0,16-7 0,-7 5 338,-8 11 552,-24 6-222,-34 14-135,-31 6-272,7-2 1,-3 1-458,-7 1 0,-2 1 435,-2 0 1,0 0-4,3-1 1,2 0-34,8-3 0,3 0 45,-12 4-258,23-9 323,24-4-256,22-7 37,24-6-121,2-1-3,1-1 1,3-2-546,-15 5 1,0 1 530,17-5 1,-1 1-6,-17 5 0,-4 1 704,13-1-654,-29 7-22,-30 10 11,-29 9-14,10-5 1,-4 0-289,-5 2 0,-2 1 327,-2-1 0,1 0 40,2 0 0,2-2 78,7-2 0,3-2-9,-9 3 153,18-7 797,23-11-1107,17-7-44,27-10-367,-12 7 0,5 0 263,16-4 0,-1 1 0,-23 8 0,-1 1 0,2-1 1,0 0-1</inkml:trace>
  <inkml:trace contextRef="#ctx0" brushRef="#br0" timeOffset="48932">23230 5731 24105,'-29'9'336,"2"-1"-196,15 0 302,-8 0-184,4-4 23,-6-5-35,11-8 101,7-25-184,8 4 44,17-20-3560,-3 28 3375,7 3-27,-6 18 5,9 19-2274,-2 9 2268,1 9-148,0 16 154,-9 3 2,-10-18 1,-5 3 3,-7 1 0,-10 2 1,-14 0 0,-12 0 1,0-3 310,7-10 1,-1-4-1,-3 1-302,-12 7 1,-5 0 0,2-8 134,-4-12 1,6-9 33,-7-10-34,16-22 2631,47-10-2712,19 6 0,6 2-70,5-3-6,2 8 1,4 7-1,-10 18 1,0 5-23,22 11 0,-19-2 0,-3 6-493,-4 7 1,-2 3-1934,14 15 1266,-19-20 1,1-2 1187,10-2 0,-3-4 0,-8-5 0,22 8 0</inkml:trace>
  <inkml:trace contextRef="#ctx0" brushRef="#br0" timeOffset="49308">24130 5820 25534,'-47'-35'-6,"10"15"17,31 55-16,9-1 16,2 2 0,19 3 45,-12-23 140,7 5 73,-13-24-196,-5-3 72,1-13 34,-2-1 6,1-8 34,-4-7-152,1 8-17,-3 2-44,3 14-68,0 6-78,1 6-308,-1 9-5321,1 37 5769,0-10 0,1 10 0,0-30 0</inkml:trace>
  <inkml:trace contextRef="#ctx0" brushRef="#br0" timeOffset="49591">24192 6188 20789,'3'2'4094,"-2"0"-3918,-29 8 1,-12 3-31,16 1 5,-14 4 1,8 1 111,33-6-17,19 0-27,16-10 122,22-8 365,2-8-527,-15 2 107,-17-7-118,-27 8-45,-27-12-134,2 10-23,-16-3-666,6 12-148,6 11 0,8-6 0,4 7 0</inkml:trace>
  <inkml:trace contextRef="#ctx0" brushRef="#br0" timeOffset="50507">25060 6027 20977,'1'-59'1633,"0"0"1,-1 3 0,-2 5-844,-4-1-684,-1 18-79,-1 25-33,2 25 59,-5 38-62,5-21 1,0 2 5,-1 15 1,-1-1-178,4-13 0,0-1 180,0 7 0,2-1 11,3-7 0,0-2-5,2 27 39,1-15 173,-2-30-95,-1-12 17,-1-13-1701,0-20 1,-1-6 1591,1 5 0,0-2 2,0-21 1,0 0 88,2-8-77,0 30 0,1 2 106,2-13-78,-1 9-68,1 11-10,-4 23-12,3 8 11,2 22-16,4 16-88,-5 0 1,-2 2 1106,1-12 1,-2 1-998,-5 26 0,-1-4 0,1-23 0,-6 18 0</inkml:trace>
  <inkml:trace contextRef="#ctx0" brushRef="#br0" timeOffset="51732">9440 4232 19417,'-39'0'1055,"0"0"0,1-1 0,10 3-938,22 2 51,3 2 17,15 0-106,3-3 61,48-6-129,-30-2 0,2-1-574,18-3 1,3-1 570,-5 0 1,-3-1 7,-4 1 1,-3 2 146,15-4-1,-31 6-134,-34 5 6,-28 7-12,6 0 1,-2 0-580,-27 8 582,18-3 1,-1 1-24,5 0 1,1 1-59,4-1 0,2 2-1030,-11 18 128,38-14 958,25 2 0,-8-14 0,2 0 0</inkml:trace>
  <inkml:trace contextRef="#ctx0" brushRef="#br0" timeOffset="52465">7093 13047 20190,'-11'-48'1611,"1"0"0,-7 5 0,-5 10-1252,-24 14-230,14 18 0,0 6-477,1 7 0,2 5 409,-4 9 1,3 3-34,6-4 0,1 5-4,1 7 0,-1 6 1,3-1-813,0 9 0,1 2 786,2-2 0,-1 4 0,3-4-7,1 3 1,4-1-52,6-6 0,3 2 1,4-4 47,7-6 1,5-2-120,5 12 1,7-7 132,3-22 1,3-11 8,0-9 1,0-8 10,-2-7 0,-3-5 3,-2-8 1,-4-2 7,9-21 43,-19 10 0,-5-1 24,-10-14-52,-2 17 0,-6 1 24,-23-11-10,-14 16-12,-7 16-5,-6 16-11,0 16-32,31-3 1,2 3-8,-19 22 286,14 4-690,19 0-1165,28-1 1574,11-9 0,0-12 0,-7-10 0</inkml:trace>
  <inkml:trace contextRef="#ctx0" brushRef="#br0" timeOffset="52682">7950 13323 23187,'-10'0'2884,"3"0"-2811,7 0-45,0 0-246,4-62-892,45 31 516,-30-6 1,4 0 441,20 18 1,10 7-1,-8 2 1,4-4-1,-6 2 1,1-1-1</inkml:trace>
  <inkml:trace contextRef="#ctx0" brushRef="#br0" timeOffset="53152">8667 12951 18369,'-5'-3'5378,"1"0"-4578,4 3-413,-18-72-292,28 41-64,-9-13 0,5 1 8,40 15-17,11 3-308,-25 15 0,0 2 286,1 2 0,1 4 8,-2 4 1,0 4-7,-1 4 1,-3 4-3,-1 4 0,-2 4 10,13 27-38,-17 8 28,-17 2 22,-19-1-16,-10-6 44,-8-10 45,-1-12 158,-1-9 161,3-11-22,3-6-73,7-9 343,8-3-534,7-5 82,14-1-176,9 2 27,37 3-55,-5 9 2,-13 4 1,-1 4-15,19 18 12,-4 10-6,-12 7-6,-19 4 12,-28 0-6,-10-12-37,-12-12 1,-6-3-658,8-8 1,-2-3-1055,-17 4 1,-1-2 1747,11-6 0,3-2 0,-12-1 0,20-2 0</inkml:trace>
  <inkml:trace contextRef="#ctx0" brushRef="#br0" timeOffset="53897">10400 12634 30570,'-63'8'732,"0"-1"0,3 0 1,13-2-733,31-5 0,15-6-474,53-14 199,-4 6 1,7-1-241,-15 4 0,2 1 0,0 1 399,4 0 0,1 1 0,-3 2-310,6 2 1,-5 4-115,-8 4 0,-9 6-35,-11 34-245,-24-6 636,-19-2 0,-10 0-530,-1-8 1,-3 0 515,-10 7 0,-4 2 84,14-11 1,-2 1 0,2-1-351,-7 4 1,3-1 479,-1 2 1,6-2 724,8 0-724,26-9 0,36-17-9,20-13 1,9-7-4,-10 3 1,1-2 35,-2-1 1,3-2-1,-5-1-27,2-3 0,-6-4 39,-4-5 1,-7-4-1177,-11 5 1,-7-2 1195,-6-7 0,-7-1 137,-14-3 0,-7 1 67,-3 5 0,-5 3-162,1 3 0,-1 4 13,-19-2-66,24 24-45,13 6 723,12 8-707,12 10-44,17 15 0,-8-12 0,3 2-17,22 16 0,0 1-6,-18-15 0,-2 2-216,3 4 0,0 4 0,-9 2-2708,-18 15 1,-8 1 2579,7-7 0,-2-1 0,-9 1 0,-2-8 0,2-14 0</inkml:trace>
  <inkml:trace contextRef="#ctx0" brushRef="#br0" timeOffset="54380">11676 12465 26110,'21'-35'15,"0"0"0,-1 2 0,2 9-9,18 18-437,14 10 1,2 4 430,-23-1 0,0 4-14,26 15 0,-8 8 14,-31 14-1874,-25-8 1,-9-3 1879,-18 2-451,7-18 0,-2-1 513,-28 10-64,14-11 220,-17 2 95,34-15-118,7-10 2332,15-2-2449,14-5 2728,-1 4-2789,23 0-3217,17 9 3205,9 10 6,-20-1 0,0 2-190,-4 5 0,-2 2 167,0 2 1,-3 2 5,-4 1 0,-4 2 11,-1 25 28,-36-1-17,-25-19 1,-11-5-21,6-6 1,-3-4-269,2-3 1,-3-1 0,2-3-127,-8-3 0,2-4 392,-2-4 0,4-1 0,-7 1 0,13-6 0</inkml:trace>
  <inkml:trace contextRef="#ctx0" brushRef="#br0" timeOffset="56491">23137 7294 24284,'16'-39'41,"-1"0"0,2 3 0,5 11-29,33 26 4,2 9-21,-6 9-12,-11 5 0,-16 5 12,-14 3 27,-20 1 12,-14-2-1,-16-2 18,-3-3 55,1-7 118,9-5 168,13-7 29,10-5-164,7-2-134,5-3-55,7-1-18,11 0-16,12 1-6,11 8 16,9 8-21,3 11-194,-27-7 1,-2 2 167,0 2 0,-3 2 3,14 26 6,-17 0 0,-25-3 33,-36 0-25,5-25 0,-4-5-12,-4 0 1,-2-3-485,-3-4 1,2-4-144,10-4 1,1-3-7621,-18-11 7488,20-5 1,18 4 0,11 4 0</inkml:trace>
  <inkml:trace contextRef="#ctx0" brushRef="#br0" timeOffset="57124">24397 7136 17546,'0'-3'5848,"0"0"-9761,0 3 3946,-7-10 1449,0 16-1443,-5-3 832,6 13-821,2 4-16,6-13 112,2 1 3504,6-6-3163,11-5-90,-1-5-21,3-8-68,-10-3-191,-7 2 74,-4-2-57,-6 6-39,-1-2-44,-5 3-40,-1 3-34,3 4-38,-3 4-62,3 7-605,-3 15-801,3 9-2040,3 15-2233,7-9 4954,3 3 0,-3-29 0,0-3 0</inkml:trace>
  <inkml:trace contextRef="#ctx0" brushRef="#br0" timeOffset="57448">24524 7590 19787,'-8'5'4408,"2"-1"-4285,6-4 532,0 0-526,-14 18 174,24-8-3600,-7 12 3364,18-15 224,-4-3 180,-13-3-253,-1 0 269,-2-8-352,-1 2 447,-6-23-391,0 15-130,-4-11 3393,-5 14-3449,3 7-33,-6 0 23,7 6-79,-2 8-336,8 6-1495,1 9-7916,12-1 8234,-2-6 0,0-11 0,-7-9 0</inkml:trace>
  <inkml:trace contextRef="#ctx0" brushRef="#br0" timeOffset="57957">25198 7336 20940,'1'-46'351,"0"-1"0,6-4 1,6 7 1332,15 15-1633,19-6-6,0 23-29,-8 12-38,18 27 22,-24 9-6,-11-7 1,-5 4 13,-9-1 1,-6 0 7,-7 3 1,-7 0 372,-5 0 0,-4-3-378,1-5 0,-3-2 6,-15 8 0,-2-3 22,-9 6-34,17-14 1,2 0 1142,0 1-1093,16-9 194,17-7-125,23-4-91,6-2-16,17-5 0,7-2-678,-8 1 0,3-1-859,0 0 0,3-2 0,-2 1 1520,11-3 0,-6 2 0,-17 2 0,-5 0 0,7-1 0</inkml:trace>
  <inkml:trace contextRef="#ctx0" brushRef="#br0" timeOffset="59183">6605 15146 23236,'4'-44'596,"-1"-1"1,1 1 0,-1-10-1,0 11-249,2 19-17,-4 21-296,-1 4 70,-1 11-64,-1 4 44,-5 31-54,-3-6 1,-3 5-701,-1 4 0,0 3 673,1-9 1,0 1 0,0 0-16,-2 10 1,2-2 8,3-7 1,4-4 24,7 17 83,16-32-38,16-35-16,13-25-21,-18 6 1,1-3-105,1-3 0,0-1 194,0-2 1,0-1-263,-2 3 1,-2 1 253,-3 4 0,-1 2 61,10-11 1161,-13 17-1317,-10 18 22,-7 31-17,-1-3-16,-2 6 0,-1 4-1,-4 22-313,3-19 0,-1 1 260,0-1 1,3 1-225,2-1 1,5-1-740,4 2 0,3-2-345,0-8 1,3-2 1355,6 3 0,0-4 0,-3-6 0,1-1 0</inkml:trace>
  <inkml:trace contextRef="#ctx0" brushRef="#br0" timeOffset="59383">7592 15534 22167,'-2'-3'3932,"-1"1"-3153,3 2-746,31-64-44,10 33-1068,-3-11 1,6 0 8,4 20 0,1 5-568,-7 1 0,1-1 1142,9-1 0,-8 2 0,-21 8 0,-5 2 0</inkml:trace>
  <inkml:trace contextRef="#ctx0" brushRef="#br0" timeOffset="60133">8945 14855 21763,'-1'-3'4034,"1"1"-3754,0 2-168,1-17-45,7 21-33,-3-16 33,4 29 39,-8-2-5,-5 5 17,-7-1 27,-8-5-10,-3-7-1,2-13 6,3-12-28,6-15-39,7-13-17,12-9 0,8 0-28,4 15 0,9 14 0,5 6-28,10 6 0,-5 4 0,2 8-9,-6 15 1,-3 9-1,-3 9 1,-4 5-1,-2 4 1,-6 3-379,-11 9 0,-11 1 362,-9 0 0,-9 0-15,-5-3 1,-5 3 0,1-5-949,-3 5 1,-1-2 987,0-6 0,-3 2 0,2-8 0,6-12 0,-1-5-21,-2 2 1,-1-6 93,-15-12 27,18-21 18,16-15 567,16-9-624,17-3-27,16 1 5,19 5 1689,-4 12-1764,-3 14 0,4 4-412,-10 3 1,1 1-323,19 2 0,3 2-1871,-5 2 0,-1 2-2275,1 1 1,-1 1 3884,-14-1 1,-4-1 0,15 3-1,-38-6 1</inkml:trace>
  <inkml:trace contextRef="#ctx0" brushRef="#br0" timeOffset="60451">10381 14808 20783,'-5'0'3938,"1"0"-3025,4 0-868,46-58-134,7 33-812,-5-10 1,7 1-391,5 21 1,1 8-993,-11-1 1,-1 4 2282,4 4 0,-6 2 0,-6 0 0,-17 7 0</inkml:trace>
  <inkml:trace contextRef="#ctx0" brushRef="#br0" timeOffset="61023">10707 14907 18280,'-51'31'2087,"0"-1"0,11-5 1,7-5-1853,12-9 297,18-8-425,33-17-85,6-3-28,-4 1 1,3-1 10,5-4 1,0 0-268,-7 3 0,-2 0 262,0 2 0,-3 0 34,8-7-6,-20 10-6,-4-1 18,-15 2 10,-11-2 56,-9-5-44,3 5 608,0-4-413,8 3-3470,-2 0 3297,3 1 79,3 3 145,1 0-241,3 3-17,0 0 79,4 6 241,0 1-152,-2 0 3275,-4-2-3454,1 1 90,-11-6 33,1-1-128,2 1 78,-2-1-84,12 8 67,-2-1-56,5 1-22,0 0 11,2 0-22,1 0-23,8-1 45,15 8-22,6 7-12,11 15 0,-13 1-16,2 18-73,-12 10-404,-4 4-530,-11-25 0,-1 0-4516,-2 20 4739,0-10 1,0-20 0,-1-12 0</inkml:trace>
  <inkml:trace contextRef="#ctx0" brushRef="#br0" timeOffset="62774">7078 15140 18077,'-14'-60'1648,"-1"1"1,0 7 0,-4 11-1072,-23 14-219,-12 25-207,22 11 0,0 6-853,-4 6 0,0 6 772,-3 8 0,1 4-42,-1 8 0,2 3-12,12-12 1,2 1 0,1 1-503,0 4 1,3 1 0,1 0 481,2 1 0,1 0 1,2 0 3,3-2 0,2 1 0,2-2 233,3 15 1,5-4-237,1-15 0,7-3 6,20 2 0,8-8-3,-3-16 0,4-5-164,16 4 0,3-6 186,-6-11 1,-4-8 24,-4-1 1,-5-5 33,-7-3 1,-5-3 869,4-26-834,-19 10 141,-29-20-146,-12 16 475,4 11 0,-3 1-556,0 6 0,-2 3-1,-1 1 1,0 4 81,1 4 0,-1 3-79,-27 5 1,2 21-23,4 15-5,6 11-23,7 3-112,13-1-476,12-3-614,15-5-416,8-10 1635,42 5 0,-33-20 0,24 4 0</inkml:trace>
  <inkml:trace contextRef="#ctx0" brushRef="#br0" timeOffset="63564">6940 15457 20173,'-5'-4'3971,"1"1"-2918,4 3-1025,-39-20-17,32 20 0,-23-4-5,45 32 0,7 17-6,-3-7 2,-6-6 1,-3 1 31,-1 14-1,-7-13 1,-4 0 45,-22 22-261,3-28 0,-4-1 210,-5 0 0,-3-2 11,-1-3 0,-2-3 70,-5-5 1,0-6 2,-10-12-17,6-25 6,34-25-57,11 18 1,2-3-499,3-9 1,3-2 470,4-6 0,2-1-548,4-3 1,3 0 547,1 2 0,1 1 2,2 5 1,1 3-23,1 4 0,0 3 3,-2 6 0,1 1 122,-2 6 1,-1 2-100,14-15 5,-12 14 22,-10 10 924,-9 8-829,-4 7 1106,-3 2-1217,-6 3 114,-10 7-159,-15 12 11,-13 17-1713,11-1 0,-1 1 1702,10-9 0,1 1 8,-13 19 0,2 3-271,11-13 1,2 0 267,-5 13 1,0 2-4,3-2 1,3 1 2,3-3 1,3 0-1,3-7 1,5 1-80,7 3 0,6-3 113,14 11-20,-1-27 1,4-6 7,27-9 24,9-20-1050,-24-5 0,-1-5 1043,13-9 1004,-20 3 1,-4-2-915,-8-11 107,-7-22-174,-10 16-6,-5 10 1,-4 1 61,-10-9 0,-11-6-34,-2 13-56,-7 15-38,-1 15 16,-7 15-17,1 13 11,3 12-22,10 6-397,13 12-1138,19-7-263,9-3 1826,33-5 0,-24-26 0,15 5 0</inkml:trace>
  <inkml:trace contextRef="#ctx0" brushRef="#br0" timeOffset="64231">9021 15150 17624,'21'-46'966,"1"0"0,-1-1 0,1 1 0,4-12 0,-1 2 0,-3 5-753,-3 9 0,-3 3 437,0-3 0,-3 3 129,-3-16-357,-1 13-119,-14 14-129,-6 40-129,-4 5 406,-9 42-409,12-26 0,-1 7-23,-1 5 1,-2 8 0,0 3-1,2-4-684,0 1 0,2-3 0,-1 4 663,-1 3 1,-1 5 0,1-1 0,2-7-2,2 3 0,3-3 3,3-9 0,2 2 0,1-7 6,5 16 10,5-12 1,7-8 11,12-25 17,24-19-22,-11-19-601,2-15 0,0-4 586,-19 19 1,1-1 7,6-8 1,3-5 0,-1 1 29,-6 5 1,-2 2 0,1-1 6,12-16 1,-1 1 818,-3 5 0,-2 2-760,-7 10 0,-3 8-61,-5 13 27,3 37-67,-21 7-25,-1 6 0,-2 3-8,-6 16 22,4-20 0,-1 3-90,-1 12 1,0 1-861,1-8 1,0 2 949,2-4 0,-1 2 0,1-5 0,-2 15 0,2 1 0</inkml:trace>
  <inkml:trace contextRef="#ctx0" brushRef="#br0" timeOffset="64675">9273 14769 25618,'-42'12'175,"0"1"1,5-6-1,6 9-101,16 22 1,10 15 0,-1-2-1587,-5 8 1,0 2 1527,0-2 1,-1 3 0,2-4-14,-1 1 0,2-2-3,2-8 0,1 0 0,4-4 224,3-7 1,4-3-220,0 11 1,7-6 634,26-13-617,-2-23 27,2-19 0,1-9-383,-6 0 0,-2-2 377,7-6 1,2-3 99,-9 0 0,0-3 0,-4 3-52,-5 5 0,-1 0 104,5-8 0,4-6 0,-6 7 140,7-13 492,-12 19 1,-2 3-788,-5 9 377,-8 21-418,-4 20 0,-4 22 0,-1-12 0,-1 2-360,-1 5 1,-2 2 359,-1 5 0,0-1 0,1-9 0,2 2 0,-3 21 0,2-1-267,4-27 1,1 1 266,3 19 0,2 8 0,1-11 0,0-3 0,3-3 0,0-1 0</inkml:trace>
  <inkml:trace contextRef="#ctx0" brushRef="#br0" timeOffset="65548">11841 14748 19036,'-5'-2'4767,"1"1"-3429,4 1-917,6-2-259,-4 7-28,4-1 18,-6 6 16,0-2 61,0-2 214,-3-2-315,0-2 136,-6-4-52,1-5-66,-3-7 5,3-12-56,4-14-11,9-17-320,2 24 0,3-1 252,4-2 1,4 2 2,3 0 1,3 3-17,2 4 0,3 4 14,1 4 0,2 4-154,1 6 1,0 4 130,0 7 1,-1 5 2,1 6 0,-3 5-19,-2 6 0,-3 5 24,-5 6 1,-6 3 2,-7 5 1,-9 1-841,-11 6 0,-10 1 831,2-13 1,-4 0-1,-3-1-11,-7 4 0,-2 1 0,-4 0 5,3-5 0,-2 2 1,-2 0-1,2-3 23,-8 6 0,0-3 0,2-1 26,4-4 1,1-1-1,4-7 42,1-5 0,10-14 110,20-27 431,27-17-622,20-8 0,-12 23 0,2 2-281,21-9 281,-7 15 0,1 4 0,-11 6 0,0 3 0,16 1 0,2 4-295,-8 4 1,-2 3-3890,0 4 1,-2 1 4183,-7-1 0,-4-1 0,9 6 0,-21-10 0</inkml:trace>
  <inkml:trace contextRef="#ctx0" brushRef="#br0" timeOffset="68458">23233 6773 15083,'-56'5'407,"-1"0"0,1-1 0,-1 1 0,1 0 0,-1-1 0,-1 1 0,0 0 0,4-1 0,6 0 502,-18 0 1,7 0-431,-2 0 1,7-1-76,2-1-297,44-2 91,45-5 1,26-2-140,-19 2 1,3 0 0,4-1-687,6 0 1,6-1-1,3 1 1,0-1 638,-10 2 0,2-1 0,0 1 1,1 0-1,1 1-367,-6-1 1,1 1-1,1 0 1,0 0 0,0 0-1,1 0 348,2 0 1,0 0-1,1 0 1,-1 0 0,1 0-1,0 0-259,-1 0 1,1 1 0,1-1 0,-2 1 0,-1-1 0,-2 1 243,-1-1 1,-2 1 0,-1 0 0,0 0 0,3-1-13,-2 1 0,3 0 1,1-1-1,-1 1 1,-3 0-1,-5 0 21,12-1 0,-6 0 0,1 0-75,-4 1 0,4-1 0,-4 0 0,-8 1 29,0 0 1,-21 1 1226,-35-1-1168,-23 3 0,-12 2 7,2-1 1,-5 1-1,-3 0 107,4 1 1,-2-1 0,-1 1-1,-2 0-104,5 0 0,-2 0 0,0 0 1,-2 0-1,0 1-40,-6 0 0,-2 0 0,0 0 0,-1 0 1,0 0 54,6 1 0,0-1 0,-1 0 0,0 1 1,0 0-1,-1-1-208,-1 1 0,-1 0 1,0 0-1,0 0 1,0 1-1,0-1 198,2 1 0,-1 0 0,1 0 0,0 0 0,1 0 0,0 0 1,-7 1 1,1 1 0,0 0 0,2-1 0,3 0-141,2 1 1,3-1 0,1 0 0,0 1 148,0 0 0,-2 1 1,4-1-1,8 0 508,4-1 0,7-1-460,-21 8-20,76-15 0,20-4-23,1 0 0,7 0 0,3-1 54,-1 0 0,5 0 0,1-1 0,3 1-77,-4 0 1,1 1 0,2-1 0,2 1 0,-1 0 20,-5 0 1,-1 1-1,2-1 1,0 1 0,3 0-1,2 0-36,-8 1 1,2 0-1,3 0 1,1 1 0,1-1-1,0 0 1,-2 1 0,-2-1-1,-2 1-148,11-1 0,-4 1 0,-1-1 0,-1 1 0,1-1 1,3 1 150,-10 0 1,3 0 0,1 0 0,0 1 0,0-1-1,-4 0 1,-2 0 0,-6 1 2,8-1 1,-5 0 0,-4 0-1,-3-1-12,19 1 0,-18-4-14,-30-5 28,-39 6 0,-18 2 4,0 0 0,-6 0 0,-4 2 15,4-1 0,-4 2 0,-1-1 0,-2 1-15,3-1 1,-1 1-1,-2 0 1,0 0-1,-2 1-17,4 0 1,0 0 0,-2 1-1,0-1 1,-1 1 0,0 1 27,-5-1 1,-1 1 0,0-1 0,-1 1 0,0 1 0,0-1 7,7 1 0,0 0 0,-1 0 1,1 1-1,0-1 0,1 1 0,2-1 1,-9 1 1,2 0 0,1 0 0,0 1 0,-3 0-106,3 1 0,-4 0 0,-1 1 1,3 0-1,2 0 0,8-1 103,-9 3 1,8-1 0,-1 2 303,-16 0 1,-1 1 0,29 4-249,36 3-45,43-11 1,23-7-10,-17-1 0,4-2 1,4-1-1,4 0-8,1 0 1,5-1 0,3 0 0,2 0 0,-2 0 0,-4 0-12,-2 0 1,-3 0 0,-1 0-1,2-1 1,4 1 0,-8 0 0,4 0 1,3-1-1,1 1 0,0-1 1,-1 1-1,-2 0 1,-3 0-83,12-1 1,-3 0 0,-2 1 0,0-1 0,4 0 78,-12 1 0,2 0 0,1-1 1,1 1-1,-1 0 0,0-1 1,-1 1-172,3-1 1,1 0-1,-2 0 1,0 0-1,-1 0 1,-1 0 162,2 0 1,0-1-1,-2 1 1,-1 0-1,-3 0 5,1-1 0,-1 1 1,-4-1-1,-3 1-4916,18-2 1,-10 0 4664,3 0 1,-39 5 0,-15 2 0</inkml:trace>
  <inkml:trace contextRef="#ctx0" brushRef="#br0" timeOffset="75705">11279 2068 16376,'-4'-4'3579,"0"1"-2863,4 3-648,40-63-46,-13 45-5,17-17 0,5 6-4280,6 35 4238,-16-1 0,-3 4-15,5 18 917,-19 6-844,-17-4 74,-33 20 33,-5-17 0,7-9 0,0-2 498,-12 4 505,13-10 72,13-9-475,8-5-544,5-3 3415,3-5-3561,2 1-39,3-1-22,10 4 28,1 9-12,12 5 7,0 8-24,1 5-38,-4 0 22,-10-4-57,-4 8 57,-18-9-16,-17 8-253,-26-3-903,12-11 1,-3 0 1199,-9 1 0,2-1 0,-8 2 0,6-2 0</inkml:trace>
  <inkml:trace contextRef="#ctx0" brushRef="#br0" timeOffset="78511">7270 1942 18934,'-14'-46'1369,"-1"1"1,4 4 0,-1 14-1551,2 27 2163,-1 26-1062,-2 25-708,4-14 0,0 2-615,0 6 1,-1 1 488,1 2 0,1 0 141,1-11 0,2 0 16,-1 12 0,2-2 172,0 1-405,1 8 365,6-50-890,0-15 568,8-33-49,2-11-443,-4 15 1,0-3 555,-1-3 1,0-1 47,-1-3 0,-2 0 81,0 1 0,-1 1-254,-1 5 1,0 2 736,0-22 282,-1 25-682,-1 19-219,-1 12-204,-3 30 1261,2-8-1043,-3 39 4,3 6-112,1-29 0,1 0-40,0-1 0,2-1-722,6 5 1,1-4-1031,5 3 1667,4-1 1,0-2 0,-6-14 0,7 7 0</inkml:trace>
  <inkml:trace contextRef="#ctx0" brushRef="#br0" timeOffset="78765">8738 2185 21918,'-16'48'-2385,"1"1"0,3-8 0,0-4 1794,0 2 1,7-25-1,1 0 1</inkml:trace>
  <inkml:trace contextRef="#ctx0" brushRef="#br0" timeOffset="79590">6720 1667 21315,'1'-46'344,"1"-1"0,1 7 0,-5 9-316,-17 19-34,-43 16 34,17 4 0,-2 2-23,1-1 1,-2 0 118,3 3 0,-3 1 0,4-2-295,1-2 0,2-1 348,-6 2 1,3-2 149,-11 3-69,39-7 196,9 5 344,6 16-394,2 6-275,3 22-59,0-10-2,0-5 0,0-1-6,0 3 153,1 3 0,0 0 105,1-1-513,5 16 311,0-19-78,0-4-132,10 11-3381,-7-16 2428,5-3 1,4-3 1066,22 2 0,-10-2 0,-2-12 0</inkml:trace>
  <inkml:trace contextRef="#ctx0" brushRef="#br0" timeOffset="80157">12133 1697 32767,'-4'-48'0,"-1"1"0,11 2 0,10 12 0,29 24 0,-11 5 0,0 2 0,3 4 0,8 10 0,-12 13 0,-8 8 0,-11 0 0,-2 8 0,1 13-596,-6-24 0,0 2-403,3 9 1,0 0 350,-2-5 1,0 1 60,-1 0 1,-1 0 348,-1-2 0,-3-1 321,-5 26-404,-28-16 0,-7-2-1864,-1 0 1910,-8-9 1,2-6 0,23-19-1,1-2 1</inkml:trace>
  <inkml:trace contextRef="#ctx0" brushRef="#br0" timeOffset="657707">4781 4738 24575,'35'0'0,"19"0"0,-20 0 0,3 0 0,12 0 0,2 0 0,-6 0 0,1 0-395,0 0 1,-2 0 394,-8 0 0,-2 0 0,3 0 0,0 0 0,2 0 0,3 0 0,0 0 0,4 0 0,-2 0 0,8 0 0,4 0 0,0 0 0,9 0 0,3 0 0,-4 0 0,-9 0 0,-2 0 0,0 0 0,2 0-831,-3 0 0,3 0 1,-1 0-1,0 0 1,-3 0 830,15 0 0,-4 0 0,-4 0 0,6 1 0,-2 0-245,-10 0 1,2 0-1,2 0 245,0 0 0,3-1 0,1 1 0,-1 0 0,-6-1 0,-1 1 0,1 0 0,2-1-239,-4 0 1,3 1 0,0-1-1,-2-1 1,-2 1 238,12 0 0,-3 0 0,-2 0 0,-9 0 0,-1 0 0,2 0 0,12 0 0,3 0 0,-7 0 0,-11 0 0,-2 0 0,16 0 0,4 0 0,-17 0 0,0 0 0,3 0 0,9 1 0,1 0 0,1 0 0,-3 0 0,0 0 0,2 0 0,-11 0 0,1 1 0,-1-1 0,-1 1 0,3-1 0,-2 1 0,3 0 0,-2 0 0,2 1 0,1-1 0,0 1 0,1-1 0,1 0 0,0 0 0,1 1 0,4 0 0,2 1 0,-1 1 0,1-1-308,-1-1 1,0 1 0,1-1 0,1 0 307,-9 0 0,1 0 0,1 1 0,-1-1 0,-2 0 152,3 0 1,-2 0-1,-1-1 1,1 1-153,2-1 0,1 0 0,-1 0 0,-1-1 0,-5 0 0,-1 0 0,-1 0 0,-2 0 0,2-1 0,-2 0 0,2 0 0,8 1 0,1-1 0,1 0-169,-4 0 1,0 0-1,2 0 169,4 0 0,2 0 0,0 0 0,0 0 0,-1 0 0,0 0 0,-1 0 0,0 0 0,0 0 0,-4 0 0,0 1 0,1 0 0,2 2 0,1 1 0,1 0 0,-7-2 0,1 1 0,0-1 0,1 1 0,-1 0 0,1 1 0,0-1 0,-2 1 0,-4-2 0,0 1 0,-2-1 0,1 1 0,0-1 0,0 1 0,0-1 0,1 1 0,1 0 0,0 1 0,0 0 0,-3-1 0,5 2 0,-3 0 0,1 0 0,-1-1 0,0 1 0,-2-1 0,16 3 0,-2 1 0,-17-3 0,0 0 0,1 0 0,-3 0 0,0 0 0,0 0 0,2 1 0,0-1 0,-3 0 0,1 0 0,0-1 0,18 1 0,1 0 0,-16-3 0,-1 0 0,15 2 0,-1 0 0,-18-3 0,-3 1 0,1-1 0,-1 1 546,0-1 1,1 0-547,6-1 0,-1 0 0,-8 0 0,2 0 897,17 0 1,5 0-898,-14 0 0,1 0 0,-1 0 0,12-1 0,1 0 398,-12 0 0,1-1 0,-4 0-398,-2-3 0,-2-1 0,2 0 0,5-1 0,10-3 0,8-2 0,-5 1 0,1 2 0,1 0 0,-16 1 0,4-1 0,0 0 0,-5 2 0,14-1 0,-4 1 0,3 0 0,4 0 0,-8 0 0,3 1 0,-2 0 0,-12 2 0,-3-1 0,4 0 0,16-2 0,5-1 0,-8 1 0,-8-1 0,-3 0 0,11-1 0,-4-1 0,7-2 1526,-14 1-1526,-6 1 0,-14 2 0,-7 2 0,-5-1 0,-7 5 2385,1-4-2385,-3 4 0,2-1 0,-2 0 0,1 1 0,-3-1 0,1 2 0,-2-1 0,-16 17 0,11-11 0,-12 12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30T14:41:47.64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1873 2303 15199,'1'-5'6122,"-1"2"-4262,0 3-1350,-43-64-146,13 46-227,-3-16 0,-2 5 42,-9 35-50,-9 18-107,18-3 1,-9 23-6,23-8-23,3 10-5,14-2 5,20-3-39,17-5-5,17-4 25,-19-16 0,1-2-129,1 0 0,0-1 154,24 13-3262,-18 8 3267,-22-11 18,-28 14-51,-23-11 33,8-8 1,-3-1-117,-4-1 1,-2-2 112,-1-1 1,0-2-11,1-2 0,0-3-71,-3-4 1,2-3-51,-10-4-204,-6-16-1011,31-5-57,3-10 1401,12 3 0,6 12 0,3 10 0</inkml:trace>
  <inkml:trace contextRef="#ctx0" brushRef="#br0" timeOffset="244">2193 2076 20576,'0'-5'3434,"0"2"-818,0 3-2594,-8-29 12,4 55-23,-4-14-23,5 24 1,5 9-45,-1-2 0,-1 3-1100,2 15 0,-1 1 918,0-18 0,0 0-737,0 19 1,0-2-773,1-25 0,-1-1 1747,0 8 0,0-3 0,1 3 0,-2-15 0</inkml:trace>
  <inkml:trace contextRef="#ctx0" brushRef="#br0" timeOffset="918">2138 2748 14757,'0'-7'5954,"0"2"-5167,-1-25 0,-1-5 271,-1 6-3457,1-14 0,-1 2 2539,0 20 1432,4-4-1572,3 18 842,19-6-920,6 8 5,5 0 17,-6 2 3487,-17 3-3369,-6 0-28,-7-1 156,-5-5-84,2 2 477,-3-9-95,6 4-68,0-4-252,2 5 190,0-2-274,1 5 11,1-2-50,10 5-34,7 2-5,6 3-6,5 6 0,1 1-11,9 3 13,10 6 1,3 3-298,-20-6 0,-2 0 289,8 3 1,-1 2-32,-8 0 1,-4 3-48,-1 30 68,-6-10 18,-24-11 1,-8-3 14,-16-6 5,-18 0 34,7-22-28,12-8 90,3-23 533,17 3-589,1-14-40,14 6 1,10 0-3393,14 2 3370,0 7-112,-1 7 0,4 1 117,20-5-11,-15 6 1,1 1 5,-7 4 0,-2 0-6,16-5 12,6-11 11,-25 6 22,5-11 157,-16 2-106,-10 13 274,-3-1 3107,-4 14-3415,0 1 352,0 3-391,-1 6 11,-1 8-17,1 2-27,0 14-1,0 1-73,1 22-117,3-5-370,0 6 40,1-23-3440,-1 5-1328,-3-20 4457,0 6 0,0-18 0,0-2 0</inkml:trace>
  <inkml:trace contextRef="#ctx0" brushRef="#br0" timeOffset="1094">3222 2193 23590,'-23'-41'565,"-1"1"1,4 3 0,3 9-533,8 20-122,4 4-12,6 5-1064,15 14-2756,3 7 3921,8 8 0,-11-10 0,-8-8 0</inkml:trace>
  <inkml:trace contextRef="#ctx0" brushRef="#br0" timeOffset="2186">3422 2368 27214,'18'10'84,"-2"40"-124,-12-1 40,-3-14 0,1-1-5,-1 0 16,0-8-5,0-2 61,0-12 6,2-13-12,1-10-27,3-11-45,4-13 50,4-7-17,3-3 23,0 5 5,-1 8-10,0 11-29,3 9-34,7 7 23,12 5-11,13 6-73,9 6-295,-29-3-1,0 1 97,-1 0 1,-1 2-295,26 13 28,-6-2-28,-7-4 308,-7-8 269,-10-8 123,-9-10 56,-5-7 29,-1-9 512,-2-3-519,1-2 57,-3 1 22,-1 6-78,-4 7-90,-12 9-23,-14 14 12,-18 11-51,-9 11-44,4 5 22,12 1-28,16-4-17,13-5 40,16-8-12,13-9-11,16-9 22,12-13 17,6-9 3,-29 6 0,0-2 188,21-19 106,-11-4 0,-14 1 11,-12 3-173,-7 10 68,-5 1-242,-2 16 0,-2 0 0,-3 20 0,-1 16 0,-2 24 0,4-13 0,1 5-966,-1 3 1,1 7 0,-1 2 965,0-2 0,0 4 0,0 1 0,0 0-518,1-8 0,-1 0 1,1 1-1,-1 0 0,0 0 444,0 2 0,-1 2 0,1-1 1,-1-1-1,0-3 12,-2 16 1,0-5-1,0-3-17,1-14 0,0-1 0,0-6 90,1-3 0,-2-8 140,-9-8-84,11-36-16,-2-22-23,10 6 0,4-3 710,1-9 1,2-2-720,3-7 1,2-1 970,2-5 1,2 2-988,-3 11 0,1 0 0,1 4 1,4-2 0,-1 4 4,2 1 1,2 0-8,-2 4 1,2-3 0,1 3-165,6-5 1,0 3 162,2 0 0,1 1 3,1 0 0,0 0-1,-1 0 1,0 0 3,-1-1 0,-3 0 10,-3 0 1,-3 0-6,-5 2 1,-2 2 10,3-24 17,-11 17 559,-10 16-537,-3 11 1009,-2 7-1047,2 4 803,3 2-826,1 3 0,1 6 0,0 10 0,2 14 0,8 13 0,0-3 0,7-3 0,4 1-234,-4-9 0,3 0 234,9 13 0,2 2 0,-4-11 0,-1 1 0,-5 2 0,-3 0 0,2 11-18,-31 11-368,-22-27-584,7-15 1,-4-3-3462,-4-4 1,0-2 4430,1-4 0,2-2 0,-10-2 0,18-2 0</inkml:trace>
  <inkml:trace contextRef="#ctx0" brushRef="#br0" timeOffset="2786">5742 2317 24109,'-15'-41'347,"1"0"1,4 5-1,0 9 94,-6 20-374,7 10 101,-9 17-135,0 10-49,-4 21 16,9-11 50,2 11-38,8-16-3155,9 7 3205,1-20 229,18-9-190,-9-17 112,18-14 274,2-21-280,-9 3 0,1-18-106,-28 26 3336,-4 5-3376,-8 10-49,1 9-35,-13 4-184,2 10-577,-6 12-95,11 2-4958,-2 16 4989,8-8 0,1-5 0,6-10 0</inkml:trace>
  <inkml:trace contextRef="#ctx0" brushRef="#br0" timeOffset="3077">5766 2824 21125,'3'3'2941,"0"-2"-1810,-3-1-873,-17 49-90,25-35 28,-12 35-50,23-46 363,0-7-363,-11-1 207,2-13-258,-8 6 101,-8-19-151,0 17 56,-18-14-146,0 16-1775,-6 1 1820,7 7 0,11 4 0,9 1 0</inkml:trace>
  <inkml:trace contextRef="#ctx0" brushRef="#br0" timeOffset="3427">1267 3580 21789,'60'4'230,"0"0"0,0 0 1,0 0-1,-10 0 1,-3 0-1,1-1 1,5-1-174,0-1 1,5 0 0,2-2 0,1 1 0,-3-1 0,-5 1-1201,-1 0 1,-6 0 0,1 0 0,9 0 1177,-3 0 0,6 0 0,6 0 0,2 0 0,2 0 1,-2 0-1,-2 0 0,-5 0-180,-1 0 1,-4-1 0,-2 1 0,0 0 0,2-1 0,4 0 149,0 1 1,4-1 0,2 0-1,1 0 1,1 0 0,-2 0 0,-3 0-1,-3 0-67,1 0 0,-5 0 0,-1-1 0,-1 1 0,3 0 0,4-1 54,-6 0 1,3 0-1,3 0 1,1 0 0,1 0-1,-1-1 1,0 1-1,-3 0 1,-2 0-221,2 0 0,-4 0 0,-1 0 1,-1 0-1,1 0 0,2 1 1,2-1-404,1 0 0,3 0 0,2 0 0,1 0 0,1 0 0,-1 0 0,-1 0 0,-3 0 0,-2 1 631,8-1 0,-1 0 0,-2 1 0,-2-1 0,-4 1 0,-1 0 0,5-1 0,-2 1 0,-5 0 0,-5 1 0,9-1 0,0 0 0</inkml:trace>
  <inkml:trace contextRef="#ctx0" brushRef="#br0" timeOffset="19977">5200 5600 25584,'-50'30'902,"14"-8"-639,51-31-129,11-12 1,5-6-85,8-8 0,2-6-713,-2 0 0,2-5 0,-2-2 670,-4 5 1,-2 0 0,-1-7 2,-8 3 0,0-6 0,-1-3 0,-2 3 0,-2 6-7,-1 3 1,-3 5 0,-1-5 7,2-6 0,0-7 1,-2 3-1,-8 8 162,-10 6 1,-5 7-168,-8-18-17,-20 16 8,10 50 0,0 13 6,5-5 0,1 7-229,-6 17 0,-1 11 0,5 3 227,8-11 0,3 1 1,2 1-1,-1-1-3,-6 8 0,1-1 1,6 3-9,9 0 0,6 6 0,3-4 0,4-12 10,4-13 0,6-5 342,6 7 0,6 2 0,0-15-334,4-23 0,0-9 0,-3 4 1,-1-6-6,0-13 0,-3-5 14,11-14-12,-18 13 1,-1-1 16,14-25 179,-15 14-11,-6-1-145,-13 27-34,-5 5 769,-24 42-780,7 1 3,5-1 0,5 1-9,12 3-11,30 3 14,4-37 1,5-9 169,19 0-167,-20-5 0,0-7 8,-7-6 0,-2-7 24,-2-3 0,-1-7 0,-1 1-474,-2 4 1,-1 0 0,-1-2 463,3-11 1,-1-4 0,-5 6-7,-9 8 1,-3 0 39,2-18 0,-2 2 51,-3 3 127,-5 12 1,-3 6-202,-5 18-16,-6 12-17,-6 40 0,7-6-11,2 4 0,-2 10 0,4 1-116,4 2 0,3 2 1,0 0 36,-3-2 0,-1 0 1,5 3-640,8 6 1,4 6 0,3-2 0,1-8-4188,9 1 1,1-4 4283,-6-4 0,-1 1 0,1-8 1,14 5-1,-28-39 0</inkml:trace>
  <inkml:trace contextRef="#ctx0" brushRef="#br0" timeOffset="20177">6241 5257 20867,'-6'-2'5484,"2"0"-5504,23-22 1,14-6-110,-1 13-1934,10-6 0,11-4 0,-5 6 2063,-13 13 0,-2 4 0,16-5 0,-5 1 0,-16 4 0</inkml:trace>
  <inkml:trace contextRef="#ctx0" brushRef="#br0" timeOffset="20753">8279 5268 19871,'11'-42'1375,"-1"1"0,1-1 0,4-13 0,-5 4-992,-13 16 1,-4 4 14,-6-20-157,-6 12 0,-5 3-141,-16 7-60,-9 11 18,-3 41 1,-1 13-54,23-9 1,1 3-102,-6 3 1,-3 4-1,6 3 94,11 2 0,5 2 1,3-2-278,0 5 0,4 0 276,2 9 0,9-5 20,26-7-81,16-22 204,8-26 44,4-21-83,-13-7-1455,-12-3 0,-2-3 1457,-9 10 1,-2-2-31,8-12 0,-1-1 15,-7 10 0,-3 1-36,8-21-52,-9 19 359,-8 12-359,-4 16 98,-7 9-98,-4 16 0,-5 13 0,0 5 0,4-4 0,2 2-200,0 5 0,2 5 0,6-2-1097,12 9 1,9-4 930,2 0 0,7-4 366,15-7 0,1-9 0,1-5 0,-1-11 0</inkml:trace>
  <inkml:trace contextRef="#ctx0" brushRef="#br0" timeOffset="20961">9195 4990 22739,'-6'-3'3287,"2"1"-3018,4 2-661,-9-26-398,40 17-2341,24-18 1440,-24 25 0,2 3 1691,10 0 0,-6 1 0,-15 0 0,-2 1 0</inkml:trace>
  <inkml:trace contextRef="#ctx0" brushRef="#br0" timeOffset="21119">9209 5262 26962,'25'1'-4380,"23"-7"4380,-6-6 0,1-1 0,15-4 0,-24 9 0</inkml:trace>
  <inkml:trace contextRef="#ctx0" brushRef="#br0" timeOffset="21504">10781 4811 20459,'0'-10'2223,"1"-31"1,-1-3-1776,-2 18-8,-1-21 0,-3 3-200,-5 29-144,-8 1-152,7 20-112,1 17-616,7 20-3255,2 19 3191,7 0 0,-3-19 0,3-19 0</inkml:trace>
  <inkml:trace contextRef="#ctx0" brushRef="#br0" timeOffset="22403">11498 5214 21343,'11'-47'1219,"0"0"0,-2-9 1,-6 7-755,-12 19-190,-9-14-146,-7 31-85,-11 10-4,-21 26-29,14-1-3,-2 20 1,3 7-9,22-18 0,1 1-484,-11 20 1,4 0 478,10 4-23,17-23 0,7-2 34,16 1 5,20 6 11,9-26 45,5-15 14,-23-8 1,-2-2 7,12-10 37,-17 2 0,-4-3 524,-1-30-376,-6 9 96,-10-11-180,-11 35 621,-5 7-800,1 15 296,-8 29-341,7 7-36,2-5 0,3 2-2234,5 5 1,4 0 1138,4 15-70,0-22 1,1-2 1234,8 6 0,-8-18 0,0 0 0</inkml:trace>
  <inkml:trace contextRef="#ctx0" brushRef="#br0" timeOffset="22810">12208 4633 25455,'-12'51'-125,"0"0"0,-4 9 1,9-20-1</inkml:trace>
  <inkml:trace contextRef="#ctx0" brushRef="#br0" timeOffset="59668">1042 7071 20576,'0'-6'4610,"0"1"-4437,2-55 2,-1 44-170,2-40 40,-3 73-11,0 13-18,0 5 1,-5 17 0,-3-4-12,0-17 1,0 0-6,-2 4 0,0-1-17,-5 13-3352,3-7 3391,9-25 141,2-10 223,1-3-56,2-8-66,4-15-169,-2 2 56,6-23-33,-6 5-18,1-12 46,-2-8-34,-3 15-67,-2 8 28,0 20-62,0 10-22,-1 4 22,-3 18-34,-2 7 29,-3 19-12,3-7 1,0 10 5,4-9 3381,7 16-3393,5-19 24,1-5 4,-1-21 40,-6-7 23,5-17-34,0-7-1,3-21-10,-2 8-6,-2-3 73,0-8-6,-2 5-39,0-2-17,-3 19-39,-1 18-11,-2 10 0,-2 16 11,-1-1-135,-2 33-357,5-11-96,-1 10-2325,7 4 2913,6-4 0,-5-16 0,4-5 0</inkml:trace>
  <inkml:trace contextRef="#ctx0" brushRef="#br0" timeOffset="60185">1610 7197 17442,'-4'0'2657,"-27"6"1,-5 3-1565,12-2-824,-16 3 0,2 0 210,22-4 182,-2 1-549,13-5 116,1 1-100,4-3 373,5 0-428,6 1-3421,11-1 3376,1 0 17,27-5-39,-11-1-6,17-4 5,-19 2 7,-14 2 10,-9 2 79,-12 4 3308,-3-1-3376,-25 1 1,-7 4-17,-24 4-6,13 1 3,11 0 0,3 1-37,3-1 35,-16 7 10,33-11 12,0 0 78,14-4-73,2-1 28,22-4-45,3-2-16,20-4-6,-14 1-28,15-2-179,-12 3-773,4 2-751,-18 3-6391,-18 3 8122,-12 0 0,-1 0 0,0 0 0</inkml:trace>
  <inkml:trace contextRef="#ctx0" brushRef="#br0" timeOffset="60876">983 7172 19400,'0'-5'5203,"0"2"-4559,0 3-167,-13-62-124,10 41-250,-4-13 1,1 3-3,6 24-68,0 6-10,0 9-1,2 9 17,1 17-16,-1 14-18,-7-1 1,-1 2-3,2-11 0,-1 0-186,-3 13 1,-1-3 210,-1 5 0,6-15 22,1-14 118,3-12 157,2-8-56,0-11-157,3-7-17,2-14 427,-2-12-472,-2 3 0,-2 0 1,0-3-399,0-17 367,0 16 1,0 2 14,1-12 5,0 18-17,-1 15-27,-1 11 5,-2 9-12,0 11 1,-2 11 410,1 15-371,1 20-40,3-17 1,4 16-11,3-27 22,3 4 0,0-9 11,-3-10 84,-3-11-44,-4-12 44,0-11 34,-2-14-73,0 0-17,-3-18-17,3-11 1,-2 1-1,4 1 0,-1 30-5,1 15-28,-1 10 17,0 17-40,-4 18-78,0 14-426,-4 17-711,5-30 1,1 1 1248,-1 7 0,2-2 0,0 6 0,1-3 0</inkml:trace>
  <inkml:trace contextRef="#ctx0" brushRef="#br0" timeOffset="137536">2537 7651 22851,'1'-6'3125,"0"1"-2655,-1 5-128,-11-59-224,8 32-93,-2-7 0,2-2 76,22-10-73,-4 16-697,9-15 1,4-7 682,-8 11 0,1-3-7,0-1 1,1-4-1,0-1 0,-5 6 0,-1-2 0,0 0 0,-1 1 8,3-13 0,-2 1 0,-2 0 105,1 5 1,-2 1 0,-4 4-93,-7-4 0,-5 11 0,-7 15-28,-38 43-17,12 23 17,8-6 0,1 5-511,3 6 1,4 2 507,0 8 1,4 5-12,7-14 0,1 5 0,1 0 0,1-4 0,-4 14 0,5 1-10,5-8 0,4 7 0,3-2 1,5-10-17,14-5 1,6-7 20,-6-2 1,2 1-1,2-8 10,7-7 1,3-11 269,-2-12 1,0-9-282,2-9 1,-1-7 22,2-2 0,-1-4-3,-3 0 0,-1-3 19,2-11 1,-6 2 2,-1 0-5,-6 7 0,-4-1 157,-8-1-158,-4 13 1,-15 9 1059,-10 30-1082,-18 25 415,11-2-418,11-3 1,6-1 8,14 2-11,35 2 5,-5-29 17,17-13 0,-18-13 23,-6-9-6,-8-4 6,-9-2-1,-7 9 23,-10-6-28,-6 16 6,-8-2-23,2 11 0,-16 7 12,8 7-18,-13 9-16,5 12 11,-5 24-31,22-22 0,1 2-47,-7 24-779,25-8 0,9-2-532,19-2 79,-3-7 1,6-4-1598,-1-18 1,2-7-2651,25 5 5557,-26-14 0,-4-1 0,-5 0 0,-1-3 0</inkml:trace>
  <inkml:trace contextRef="#ctx0" brushRef="#br0" timeOffset="138527">3857 7339 23735,'4'-56'788,"1"1"0,0 4 0,-2 9-317,-3 11-141,0 12-229,0 10-23,-1 9-61,-1 6 0,-6 15-6,-4 13-11,-7 19-9,6-21 1,0 2-279,0 1 1,-1 1 286,1-2 0,0 0 11,-4 21 23,7-18 5,11-16 73,7-13 39,9-12-16,9-12-1,8-13 0,7-11 36,1-7-125,-20 23 0,-1-1-12,0 0 1,1 1 22,22-20-45,-3 9 0,-4 13-16,-13 11-6,0 15 5,-11 13-61,3 17 481,-8 10-598,-2 8-57,0 4-252,7-3-179,10-9 224,13-15 84,16-17 13,-18-13 1,1-4 316,6-3 1,1-2 35,1-5 1,-1-2 33,-4-1 1,-3-2 36,-7-1 1,-3-1 7,10-23 193,-13-1 51,-11 3 45,-7 4-6,-10 9 11,-18 10-308,-5 18-22,-19 15 16,3 17-38,1 12-34,9 4 5,13 1 382,13-4-387,13-10 136,10-9-97,11-13-5,5-12 16,2-10 56,-3-8 51,-6-2 22,-8 5-40,-7 6-94,-5 5-28,-1 11 22,1 11 5,4 20-5,2 20-402,-3-19 0,0 3 357,-1 6 1,0 3 2,0 6 0,-1 2-480,-2 4 0,-2 1 449,-3-19 1,-1 1-1,-3-1-65,-1 2 0,-3 0 0,-2-2-109,-4 0 1,-2-1-1,-2-1-56,-1-4 1,-2-2 0,-3-2-152,-14 6 1,-1-8 38,-12-2-951,4-48-1021,39-42-1125,6 11 1,3-3 3483,4-1 0,2 2 0,-2 14 0,1 3 0,4-9 0</inkml:trace>
  <inkml:trace contextRef="#ctx0" brushRef="#br0" timeOffset="138893">5141 6662 26469,'5'44'131,"0"0"0,-1 0 0,-1 2 0,-1 1 0,-3-1-111,-4-3 1,-3 0 0,0 2-650,-1 1 0,0 3 0,-1 0 0,1-4 636,1-2 1,0-2-1,0 1 15,-1 7 1,-1 1-1,3-9 826,1 7-663,4-24 134,9-28-291,0-7 78,15-28 29,2-6-74,-7 14 1,2-1 66,1-2 0,2-1-42,9-4 1,0 3-31,11-11-47,-12 23 0,0 4-9,3 11 0,9 3 0,-3 15 0,1 12 0,1 17 0,-3 12 410,-21-21 0,-1 3-410,2 28 0,-3-2 0,-1-6 0,-7-11 0,1 0 0</inkml:trace>
  <inkml:trace contextRef="#ctx0" brushRef="#br0" timeOffset="139917">942 8865 16868,'4'0'4276,"0"0"-2243,-4 0-1955,-1 2 111,0 1 86,0 2 120,1-2-151,-2 1 354,-6 3-245,-3-1 17,-7 1 45,-1-3-35,1-6 169,-4-15-392,11 0-39,0-12-57,15 5-22,7 0-5,11 2-34,7 4-17,7 7 23,4 11-23,1 16 0,-1 14 17,-10 18-14,-20-17 0,-7 3-446,-8 9 0,-8 1 449,-9 11 0,-7 2-487,3-14 1,-3 1 0,-2 0 489,-2 0 1,-2 0-1,-1-1 10,2-4 0,0-2 0,-1-2 9,-10 6 0,1-6-2,9-13 0,3-6 81,-13-8 33,18-25-5,16-16 677,13-14-722,14-5-39,16-1 484,-11 28 0,3 3-521,3 2 0,2 3-22,1 4 0,3 4-48,2 2 0,0 3-295,23 5-335,-15 8 1,0 4-2547,13 15 3249,-14-3 0,-4 1 0,-5-1 0,-7-1 0</inkml:trace>
  <inkml:trace contextRef="#ctx0" brushRef="#br0" timeOffset="140066">1324 9523 25583,'39'-29'120,"-1"0"1,1 0-1,9-6 1,-3 6-1191,14 5 1081,-8 15 1,-25 5 0,2 1 0</inkml:trace>
  <inkml:trace contextRef="#ctx0" brushRef="#br0" timeOffset="141576">2431 9673 24788,'27'-29'386,"1"0"1,-2-1 0,-3-1-169,6-24-790,-14 20 1,0-1 616,2-8 0,-1-3-566,2-7 1,0-2 527,-6 15 1,-1-1-1,0 0 10,5-19 0,-3 1 13,-3 6 1,-3 3 300,-3 10 0,-2 5-208,-8-13-95,-4 24-39,0 14 611,-11 33-612,1 13 4,5-2 0,0 5 306,1 8 1,2 0-302,2-5 1,2 3-643,1 6 1,1 5 0,1-2 590,0 7 1,3-1 0,1-4 1,1 4 0,3-5-288,5 7 0,7-7 245,4-8 0,5-7 41,-3-12 1,3-5-172,8-5 0,3-8 200,3-14 0,2-7 25,1-2 0,0-4-132,7-12 0,-2-6 168,-9-2 1,-3-2 13,-2-3 1,-2-2 487,-4 0 1,-3 1-461,-5 4 1,-2 1 665,2-21-576,-10 23 266,-17 21-417,-12 20 28,-17 16 50,-10 17-76,22-15 1,2 3-20,1 0 0,4 3 11,-9 26-27,17 1-1,19-4-11,16-7 0,22-14 11,15-16 23,-8-13 36,-15-10 0,-1-5-14,6-13 490,-15 6 1,-2-4-416,-8-10 1,-5 0-31,3-9 5,-15 1 1,-5 1 16,-11 0-45,-8-6 85,-11 8-51,5 23 732,-15-2-838,3 23 7,0 11-270,6 12-690,11 10 975,27-2 0,5 0 0,-7-3 0,21 15 0</inkml:trace>
  <inkml:trace contextRef="#ctx0" brushRef="#br0" timeOffset="144394">2014 9381 12225,'14'-53'1930,"0"0"0,0 0 0,-2 8 0,-2 1 0,-1 3-1431,-1-7 0,-2 4-88,-3 11 1,-1 2 288,1-20-179,-2 15-123,0 13-258,-1 12-5,0 5-124,-2 30 6,-3 15-15,0-1 1,-1 3-363,1-6 1,-2 2 344,-2 8 0,-2 7 1,1-3-670,-3 9 0,0 1 551,1-5 0,0 4 0,2-2-186,-1 8 0,3-5-90,4-8 0,4-4-1571,4-11 0,3-3-37,13 11 510,-1-20-4536,-1-12 5650,-9-13 1,-3 1 0,-3-4 0</inkml:trace>
  <inkml:trace contextRef="#ctx0" brushRef="#br0" timeOffset="144851">1888 9624 22582,'-10'-47'257,"1"-1"1,1 4 0,9 9-242,31 14-16,14 0-6,-17 10 1,2 0-4,2 0 1,1 0 0,0-1 0,0 1-9,-3 1 0,-1 0 17,24-10 17,-9 1-4202,-7 0 4241,-17 8 933,-7 2-928,-16 8-49,-7 4 27,-7 6 45,-9 7 17,-3 7-29,0 7-10,5 2 3375,5 3-3387,10-1-39,4-10 57,18 7 44,4-17-23,16 3 40,1-13 112,0-10 100,-5-4 91,-8-8-17,-9-6-242,-6 2 236,-8-18-224,-5 10-68,-5-12-5,0 15-22,0 9-40,2 8-61,2 6-823,-4 13-2527,-1 8 3361,-3 7 0,6-7 0,5-7 0</inkml:trace>
  <inkml:trace contextRef="#ctx0" brushRef="#br0" timeOffset="146268">2700 8997 9632,'-2'-9'9830,"1"2"-8461,-1-26 1,0-6-558,0 13-653,0-15 1,-1 3 400,1 21 84,-1 4-381,1 3-190,-1 3 0,1 6-17,-1 7 123,-12 39-87,1 13 1,0 7-79,1-5 1,0 0-115,3-13 1,0 0 0,2 1 110,2 2 0,2-1 1,0-5-10,1-12 1,1-1-7,0 13 1,1 5-1,4-6 4,4-10 0,2-4-17,9 31-23,12-22-66,8-32-12,6-13-214,-14-1 1,1-3 126,1-3 1,-2-2-48,19-12 59,-21 12 1,-1-4-4724,-5-4 1,-2 0 2457,9-4 0,-5-8 1,-23 33-1</inkml:trace>
  <inkml:trace contextRef="#ctx0" brushRef="#br0" timeOffset="146684">2726 8953 17400,'0'-5'5736,"0"1"-5336,1-25 1,0-6 512,1 6-689,-1-9 0,0 3-61,0 20 22,-1 10-101,-2 6-3398,-7 18 3359,1-2-2258,-15 32 2247,7-16 0,0 1-229,2-5 0,1 0 223,-8 17 0,1 2-14,8-15 0,0 0-9,-2 9 1,0 2 36,1 7 0,3-1-28,3-9 0,1-1 0,1 1 0,2-1 59,12 20-23,-3-25 2034,7-2-2090,-5-21 3033,5-5-3251,1-4-594,8-8 946,-5-1-7606,18-20 6630,-12 9 0,2-4 0,-15 12 0</inkml:trace>
  <inkml:trace contextRef="#ctx0" brushRef="#br0" timeOffset="148160">2688 8911 23864,'-22'-40'510,"1"1"0,0-1 0,7 17-477,14 28 57,0 10-29,1 20 1,-4 17 0,-2 8-48,-1-15 0,0 3-88,-1 0 1,-1 4 0,0-2 84,-4 11 1,0-3-368,3-11 0,1-1 367,1 5 0,3-2 348,7 9 16,9-37-135,12-50-200,-8-11 18,-5-5 1,-3-6-6,-4 1 1,-3-1-335,1 10 0,0-2 284,0-20 0,0 5 8,2 10 691,0-12-691,0 33-3100,-2 10 3095,-1 12-12,-1 8 17,0 12 584,-3 18-595,-3 19-107,0-17 0,-1 0 90,-5 27 1285,1-10 0,-1 1-1266,4-15 1,0-1 8,-3 14 1,0-1-24,3-15 1,1-3 23,-3 18-7,3-16 12,3-13 22,3-11 283,1-7-204,0-5 697,0-9-787,3-9 6,1-13-4,2 0 1,1-1-20,3-18-14,-3 17 1,-1 3-3390,0 0 3386,-3 13 1,-2 11-12,-1 25 45,-3 9-17,-1 6 0,0 2-22,-4 13-3,1-9 0,-1 1 14,-3 13 11,0 10-28,4-10 17,4-18 3376,3 1-3376,4-19 22,1 4-16,1-13 44,-2-4-28,-2-2 62,1-5-61,-2 1 10,5-18-27,-3 10 5,0-8 28,-2 10-61,0 7 39,2-2-40,3 3 12,22-1 11,-1-2 23,15 0-23,-8-1 33,1 1-22,0-1-33,1 1-28,4-1 33,-14 3 11,-1-2 12,-16 3 27,-5 0-27,-2 1 33,-2-1-39,-8-2-17,2 1 12,-13-2-29,-4 3 23,-12 0-11,-27 5 66,14 0-32,-10 2 10,25 2-44,14-3-23,5 4 34,13-3-1,8 0 18,9-2 28,33-3-18,-4-3-22,2-1 1,0-1 0,-1-1-1,-5 0 0,-2 1 6,-12 1-22,4 0 22,-21 2 28,-8 1-22,-25 3 5,-8 2 6,-26 5-3398,-4 2 3364,0 2 6,1-2 11,7 0 5,8-3 46,10-1-40,10-4-5,12-1-1,7-3-83,5 0 3481,17-3-3414,8-2 28,22-6-6,8-2-17,7-1-412,0 0 301,-4 2-320,-5 3-952,-10 3-8442,-5 6 8335,-16 1 1,-8 1 0,-11-2 0</inkml:trace>
  <inkml:trace contextRef="#ctx0" brushRef="#br0" timeOffset="149210">3794 9445 16460,'5'-38'3749,"0"0"1,0-19-3355,0 10 0,-1 2-87,-1 2 185,-7 18-112,-2 14-330,-1 2 5,-5 14-6,-8 23-3403,-6 11 3364,9-7 1,0 1-1,2 0 0,2 1-1134,0 13 0,5 0 1126,6-14 0,2-2-1,-1 4 1,7-6 25,43-1 23,-10-26-9,-6-3 0,1-4 47,17-20 9,-22 6 0,-2-2 76,13-13 22,-5-3-90,-23 18 57,-6 6-35,-9 10-116,-2 4 2290,-19 18-2297,2 4 3387,-8 13-3381,13-10-11,10 10 0,10-19-16,25 14 10,11-23-263,10 2 269,-15-11 0,2-5 8,4-3 1,1-2 2,-1-1 0,-1-2 8,5-3 1,-5-2 31,7-15 10,-18-2 51,-18-5-56,-17 6 40,-21-7-46,-4 15 236,-19-1-314,23 16-23,1 3-72,21 9-252,8 6-2325,28 9-2100,5-1 4800,18 4 0,-25-12 0,-11-3 0</inkml:trace>
  <inkml:trace contextRef="#ctx0" brushRef="#br0" timeOffset="149794">4716 9360 18268,'5'0'5899,"-1"0"-3183,-4 0-2632,-26-24-45,21 18 17,-13-17 6,38 21-12,14-4-22,-1 0 11,-3-4 1,1 0-12,1-2 28,25-12 84,-31 8 45,-3-7-96,-16 4-27,-14 1-12,-13 6-39,-11 6 6,-7 4-17,5 6 17,-19 12 22,15 4-33,-15 14-1,14 2-11,18-5 1,4 1 11,0 18-1,11-16 1,6-2 5,20 8-11,18-8 0,0-12 0,0-11 0,4-5-296,-11-4 1,1-2 306,14-2 1,0-2-12,11-9 5,-21-1 1,-2-2 22,7-9-27,-14 7 1,-1-2 43,3-15 0,-11-3 22,-4 1 45,-5 0 6,1 8 5,1 4-77,-1 8-46,17-5 582,-2 8-582,19-1 0,-11 8 0,27 11 0,-29 3 0,1 5 0,-1 4 0,-8 10 0,5 16 0,-21 3-1009,-12 10-3907,-1-21 1,-1 0 4326,-8 28 0,4-21 0,5-17 1</inkml:trace>
  <inkml:trace contextRef="#ctx0" brushRef="#br0" timeOffset="157301">6312 8874 18487,'3'-47'1599,"-1"-1"0,1 1 0,0-10 0,-8 15-1375,-21 32-44,-9 38-113,16-4 1,1 4-244,-3 7 0,0 2 193,3-5 0,0 2-332,-5 12 0,2 3 295,2 4 1,2 2-40,2 0 0,4 1-403,4 5 0,10-3 224,9-17 0,9-5-541,17-3 1,8-8-66,8-7 1,3-7 364,2-6 1,-1-5-30,0-8 0,-3-5 536,-13-6 0,-3-2 120,-2-2 1,-3-2 236,-5-1 0,-3 1-83,11-15 640,-11-16-388,-18 21-33,-6-12 518,-7 23-585,-21 9-2623,-4 23 2292,-8 1 28,5 12 0,-1 5 306,-12 13-435,13-9 1,3 1 145,-2 17-162,17-13-34,22 5-17,16-23 3241,22 1-3207,12-25 19,-25-1 1,0-3 259,-1-5 1,-1-2-233,-2-2 1,-2-2 151,15-25 64,-23 16 0,-4-1-3341,2-12 3229,-6 0 185,-15 23-202,-1 16-22,-5 2-17,-2 14-51,1 10-10,2 1 3402,2 27-3419,7-9 22,4 16-34,9-13-5,6-9 11,-1-12 17,16-8 11,1-21 11,21-16 11,-4-12-22,-22 11 0,-2 0 8,-4 1 1,0 0 64,17-23 56,-9 2 39,-12 6-79,-9 11 68,-7 2 84,-8 3-112,-2 2-111,-4-1-46,1 7 0,2 3 0,1 4 0,4 3 0,1 7 0,2 5 0,-1 7 0,3 3 0,2 1 0,2-3 0,1-3 0,0-5 0,-1-2 0,1-3 0,-2-2 0,0 0 0,-1-4 0,-1 0 0,-1-3 0,-2-1 0,-5-5 0,1 3 0,-3-2 0,3 4 0,1 1 0,2-1 0,0 3 0,1 0 0,0 0 0,0 0 0,0 2 0,0 0 0,0 2 0,0-2 0,0 0 0,0-1 0,0 2 0,4 8 0,5 4 0,8 13 0,6 9 0,5 10 0,1 10-1696,-14-24 0,-2 0 1696,8 30 0,-8-2 0,-8-5 0,-12-8-365,-7-10-946,-9-13-2380,-3-10 3691,4-11 0,7-1 0,8-4 0</inkml:trace>
  <inkml:trace contextRef="#ctx0" brushRef="#br0" timeOffset="157693">7802 8942 27214,'-37'37'304,"1"1"0,3-4 0,14-4-192,35-7-16,14-8 10,11-7-28,4-11 23,-2-8-49,-5-11-52,-9-8 0,-8-6 0,-9-5 0,-8-2 0,-10 3 0,-7 7 0,-10 13 0,-7 10 0,-10 15 0,-6 11 0,-5 15 0,26-11 0,0 1 0,2 2 0,1 3 0,-11 26 0,13 2 0,21-1-559,26-3-578,-2-26 1,5-4 474,15 1 1,0-3 0,7 2 0,1-7 0</inkml:trace>
  <inkml:trace contextRef="#ctx0" brushRef="#br0" timeOffset="158183">8610 8810 18590,'12'-47'816,"1"1"1,-1-1 0,1 0 0,-1 1 0,0 2 0,-3 4-403,-2-1 1,-6 8 1138,-9 12-1295,-7 6 247,-11 24-359,-9 22-96,8 10 0,0 4-329,7-12 0,0 3 290,2 3 1,-2 5-1,4-1-11,3 5 0,2 0-48,-2 13 1,5 3-260,7-15 1,4 1 0,6-1-826,6-5 1,5-1 0,3-3 1131,6 0 0,4-2 0,-2-5 0,4-1 0,0-7 0,24-5 0</inkml:trace>
  <inkml:trace contextRef="#ctx0" brushRef="#br0" timeOffset="158377">9516 8533 25662,'-13'-48'732,"0"1"0,0 2 0,2 19-637,3 48-73,2 3-33,9 17 0,5 10-204,1-7 0,3 2 1,-2-1-694,2 13 0,-1 2-1484,-1-2 1,1 3 0,-4-6 1912,-8-11 1,-2-4 0,2-4 0,-1-2 0,-5 5 0</inkml:trace>
  <inkml:trace contextRef="#ctx0" brushRef="#br0" timeOffset="159800">784 10827 15479,'-3'-3'5960,"0"1"-5428,3 2 286,-47-71-45,28 34-650,-8-7 0,4 2 6,20 12-95,8 14 10,15 2-66,7 8 5,16 3-34,3 15 1,2 5 17,5 2 2,-11 1 0,-4 2-8,-18 0-28,-9 37-159,-29-1 231,12-25 1,-3 0 33,-21 3 0,-3-5 12,3-7 27,1-2 0,-2-4 303,-10-6-56,0-4 17,3-12-68,17-7-178,9-2 5,6-4-45,13 3-45,1 2 293,32 1-309,2 9-1,9 3 6,-6 4-11,13 13-11,-10 9-6,1 8 0,-27 6 22,-24-10-5,-21 9-17,0-18 0,-3-2-17,-16 14-70,8-12 0,-1-2-434,-10-1 23,3-3-5244,-9-13 4922,28-11 0,-2 0 0,18 1 0</inkml:trace>
  <inkml:trace contextRef="#ctx0" brushRef="#br0" timeOffset="160034">1453 10931 24038,'32'-24'-990,"0"1"0,7-9 0,-17 23 0</inkml:trace>
  <inkml:trace contextRef="#ctx0" brushRef="#br0" timeOffset="160734">2375 10609 18767,'0'-9'4828,"0"2"-4156,0 7-39,0 0-582,3-12 21,0 43-83,3 6-34,-4 7 1,0 5-324,-1 2 0,-1 5-1161,-2 0 0,-1 6 0,0-3-1581,1-14 0,0-1 0,0 0 3110,-1 10 0,0 0 0,0-7 0,1 10 0,2-30 0</inkml:trace>
  <inkml:trace contextRef="#ctx0" brushRef="#br0" timeOffset="161227">2310 11239 16476,'-8'-48'1975,"0"0"1,0-1 0,2 8-1204,4 18-380,2-5-207,8 13-84,10 2-51,12 3-33,14 0-34,15-1 6,-24 5 0,0 0-179,3 0 1,0 0 197,0-1 1,0 0-15,-3 1 0,-1-1-27,23-7 72,-13 1 51,-16 4 128,-13 3 90,-9 3-123,-9 5 50,-9 10 251,0-2-307,-10 16-50,8-3-39,1 25-57,14-14-21,15 9 27,18-25-28,14-9 6,9-13 33,4-10 23,-5-10 106,-10-6 56,-15-2 79,-16-2 5,-15-1-145,-17 3-45,-16 1-29,-11 6-1748,-3 14 0,-1 5 1653,-4-1-16,5 7 0,5 4-107,16 7-257,3 8-896,15 4-5675,21 3 6946,7-5 0,-2-7 0,-5-8 0</inkml:trace>
  <inkml:trace contextRef="#ctx0" brushRef="#br0" timeOffset="161793">3409 10875 20274,'0'-52'1506,"1"1"1,-2 5 0,-1 6-734,-3 2-252,-1 16-230,-3 13-263,3 11 6,-2 18-12,2 17-5,-2 21-258,4-20 1,1 0 237,0 5 0,2-1 0,1 2 1,2-1-7,3-2 1,3-3 5,4-4 0,3-4-2,29 11-1602,-10-31 0,2-8 1635,-4-6 0,1-5 14,6-7 0,-1-6-204,-2-9 0,-4-5 265,-6 4 1,-4-3-9,2-6 1,-4-1-35,-9 7 1,-4 0-4,-1-6 1,-3 2-42,0-13 28,-8-6 271,-2 34-305,-4 3-106,-1 14 16,4 10-1343,-1 43-1003,8 0 2425,2 1 0,1-2 0,1-3 0,4 0 0</inkml:trace>
  <inkml:trace contextRef="#ctx0" brushRef="#br0" timeOffset="162310">4113 11168 21221,'2'-44'1965,"1"-1"1,-1-8-1832,0 7 1,0 4 240,-6 13 443,0 24-751,-5 28-33,2 19-23,0 13-509,4-11 0,0 2 492,1-2 0,-1 4-22,1 2 0,-1 5 0,1-1-30,-1-4 0,1-2 1,-1 2-412,1 8 1,-1 1 0,1-5 437,-1 0 0,1-3 6,1 0 0,0-5 316,0 0-274,0-10 17,0-35 33,-2-47-45,1 14 1,0-2 153,0-3 0,0-3-159,-1-11 0,1-2 193,0 2 0,1-3-192,0-3 1,0-6 0,1 1-471,1 9 1,0 1-1,1-1 465,0-7 0,0-1 0,1 5-2,1 4 1,1 5-84,1-2 0,2 4 86,2 12 0,1 2-8,7-19-29,19 7 18,-17 35 413,19 7-391,-7 20 1144,8 18-1167,-18-4 1,-4 4 591,-4-3 1,-5 1-593,-3 10 1,-6-2-1,-10 15-5,-4-24 0,-5-1-56,-18 17-1656,0-13 1,-2-2 1498,-8 4-140,10-16 0,1-7-1054,6-13 1418,0-20 0,14 9 0,9-12 0</inkml:trace>
  <inkml:trace contextRef="#ctx0" brushRef="#br0" timeOffset="162784">4618 10846 26693,'-7'51'121,"1"1"1,2-3 0,1 4 0,1-7-1251,4 9 1129,-1 4 0,-1 2-3,-3-26 0,0-3 9,-1 8 0,-2-1 357,-7 23-352,4-24 216,3-15-199,4-19-12,2-11-4,2-16 572,-1-1-556,2-33-6,-1 4-316,-2 21 1,1-2 338,1-15 0,0 1-11,2-5-9,3-4 0,2-1-25,-1 26 0,0 1 0,1-6 0,2 0 17,1 5 0,3 2-9,7 3 0,3 1-2,1 1 0,2 1-9,8 1 0,2 5-154,-6 9 0,0 6 163,29 12-3081,-18 7 3077,-18 8 1,-5 5-25,-7 21-129,-2 11 128,-29-18 1,-12-2-9,1-9 1,-3-3-156,-6 7 0,-3-1 139,4-11 0,-2-2 1,1-3-38,1-3 0,0-4-595,-20 3 1,4-13 678,7-40 0,10 13 0,35-16 0</inkml:trace>
  <inkml:trace contextRef="#ctx0" brushRef="#br0" timeOffset="163409">5412 10848 26754,'-18'33'594,"13"-13"-499,38-38-33,0-5-23,-5-6-5,-5-2-1,-6-14-27,-7 13-1,-2-14 35,-6 20 16,-2-3-17,-3 9 0,-5 10-17,-7 7-5,-11 12 6,-10 8-1,-6 12-22,1 8 0,21-5 0,4 2 28,0 17-25,13-17 0,7-2 8,21 8-17,17-8-33,11-7 5,5-10 12,-11-6 16,13-9-5,-27-7 34,10-6 44,-22-5-45,-8-10-16,-8 7 33,-3-14 11,1-11 12,4 3 0,6-14-12,8 21 40,6 4 38,5 7-49,5 7-12,4 8-28,3 8-56,0 9 6,-2 10-6,-5 11-16,-8 8-152,-9 5-930,-15-9 1,-4 1 1114,-8 19 0,2-5 0,-5-25 0</inkml:trace>
  <inkml:trace contextRef="#ctx0" brushRef="#br0" timeOffset="164544">6953 10414 23002,'-21'-46'726,"-1"1"0,-6 1 0,-3 15-417,-7 36-186,8 1 0,-1 5-434,1 8 0,1 4 381,0 5 0,0 4-410,2 4-1,3 2 344,3 2 0,4 1 0,5-9 0,4 0-31,5 15 0,6-2-83,20 11 38,-4-18 1,5-3-4,5-14 0,4-5-42,3-3 1,3-4-88,3-3 1,2-3-399,3-3 0,1-2 390,3-4 0,0-3 149,0-3 0,-1-2 120,-2-4 0,-4-2 81,-6-2 0,-4-3 134,-7 0 1,-6-1 120,6-27 610,-17-1-845,-9 12 647,-13-11-518,-4 25 717,-12-3-885,1 21 266,-7 22-356,13 0 25,-6 22-34,16-7 1,3 3-9,-4 23-31,7-12 1,4-1 8,7-3-11,13 4 10,0-30 29,6-2 11,-1-15 39,4-14 124,-4-12-23,-5-5 28,-8-1-17,-8 7-95,-2 6 134,3-8-72,-1 15-56,1-3-12,-2 15-61,-2 7 28,-3 19-34,0-4 0,-5 25-5,2-5 10,1 9-4,8-3-24,12-10-4,14-13 16,14-12 0,8-16-12,4-12 26,-27 5 0,0-3 3,3-7 0,-1-2 11,9-12 0,-17 8 0,-3-1 11,-3-19 3,-9 17 0,-1 0-18,-1-21-24,-5 17 0,-3 1 0,-5-8 0,-6-12 0,-1 24 0,2 11 0,5 10 0,3 6 0,5 7 0,14 21 0,-2-2-1696,6 4 0,2 2 1696,-1-2 0,2 0 0,16 15 0,1 1-115,-12-13 0,1 1 115,13 17 0,-4-2 0,-14-7 0,-8-3 0,-8 1 0,-27 7-265,-14 6-749,7-25 1,-3-4-2241,-17 4 168,6-11-1967,22-17 5053,12-5 0,5 7 0,1 0 0</inkml:trace>
  <inkml:trace contextRef="#ctx0" brushRef="#br0" timeOffset="164926">8176 10506 27163,'8'25'342,"9"-3"-253,7-9-27,27-9-45,-14-6 11,22-12 11,-24-4 79,7-17 55,-17-11 12,-18-11-107,-11 13 1,-11 7 134,-4 15-128,-6 11-85,-7 2 0,0 19 0,3 15 0,7 1 0,8 5 0,2 2 0,2 5 0,4 7 0,5 2-368,19 8 280,-1-16 1,4-1-316,20 9-255,-9-22 0,2-1-415,-4-5 0,2-1 419,14 3 0,-1-2 0,5 4 0,-2-9 0</inkml:trace>
  <inkml:trace contextRef="#ctx0" brushRef="#br0" timeOffset="165193">9053 10115 27785,'-25'22'82,"0"1"0,0 12 0,8 2-59,14 20-650,3-13 1,0 1 603,4-5 1,1-2-54,3 1 1,2-3-138,10 19-806,0-20 0,6-3-3897,2-10 1,2-3 4632,2 3 0,-1-3 0,15 2 0,-26-18 0</inkml:trace>
  <inkml:trace contextRef="#ctx0" brushRef="#br0" timeOffset="165401">9717 10322 19591,'-8'-55'1450,"0"0"1,0-1 0,1 7-1,1 0 1,-3 10-656,-10-8-296,6 17-376,7 17 84,5 17-78,9 20-55,8 25-74,-2-16 0,1 4-526,5 8 1,0 0 525,-3-6 0,1-1-1522,6 13 0,1 1 1404,-1 3 0,-2 0-302,-2-1 0,-5 1-1398,-3 6 0,-8-3 1818,-10-20 0,-4-4 0,-7 8 0,2-21 0</inkml:trace>
  <inkml:trace contextRef="#ctx0" brushRef="#br0" timeOffset="166533">615 12533 26126,'0'-9'2941,"1"-23"1,0-7-2576,-1 2-415,1-6 0,1-1 40,-2 5-234,2 9-177,-2 13 24,1 9-378,-1 39-309,-3-7 247,-2 30 266,-10 4-17,6-26 0,-1 1 329,-3 9 1,1 0 108,1-3 1,1-1-172,-2 23 209,8-18 56,10-20 43,7-13 34,10-20-50,7-11 878,5-13-575,2-7-6,-4-1-34,-6 2-67,-7 7-51,-5 10-44,-7 10-73,-4 7 11,-2 10 17,0 7-16,1 12 21,1 8-72,0 8 17,1 5-68,1 3-375,5 3-1064,6-1-5730,9-5 7259,0-11 0,-7-15 0,-8-9 0</inkml:trace>
  <inkml:trace contextRef="#ctx0" brushRef="#br0" timeOffset="166717">1231 12684 26060,'24'-39'-2280,"9"5"-873,0 27 3153,12-3 0,-26 6 0,2-1 0</inkml:trace>
  <inkml:trace contextRef="#ctx0" brushRef="#br0" timeOffset="171350">2462 12461 22699,'-7'-52'776,"-1"1"1,2 4 0,-3 10-447,-7 18-127,-1 7-131,-8 8-72,7 6 6,-15 11-12,6 8 18,-9 10-7,1 7-10,5 10-7,15 1 12,14-1-22,21-3 0,16-5 24,-13-20 1,2 1-114,3-1 0,0 0 125,2 0 0,-1-2 8,22 17-33,-12-8 17,-18-6-1,-13-5-16,-33 0-6,-29-2-11,1-4-475,4-5 1,-2-3-262,16-4 0,2-2-830,-5 1 1,3-4 852,-11-16 0,32 14 0,10-1 0</inkml:trace>
  <inkml:trace contextRef="#ctx0" brushRef="#br0" timeOffset="171894">2893 12629 21971,'6'1'3293,"-2"0"-2441,-4-1-796,-52 7-45,40 7 6,-14 5 0,3 4 0,32 37-12,-5-30 1,2 3 5,7 21 0,0 5-519,-5-15 1,-1 2 0,-1-1 389,0 1 1,0 0 0,-1 0-3,-3 2 0,-1 0 0,-2-6 0,-4-5 0,-3-7-48,-5 7 33,3-38-2771,4-24 2923,2-10 33,-2-24-469,-3-1 452,3 19 1,0-4-606,-1-15 0,0 1 600,2 17 0,1-1 52,0-3 1,0-5 0,1 7-163,-1-15 135,1 6 1,2-1 4,5 15 1,1 3-36,3-25-4,7 21 1,5 5-15,13 8-5,-3 9 0,4 5-11,21 10-9,-22 9 1,0 6 33,-1 13 0,-3 6-3,-7-1 0,-4 2-5,0 1 0,-4 1-4,-9 0 1,-8 0 0,-13-1 0,-5-1 2,-12 21-5,-3-19 0,-7-4-171,0-12 0,0-3 160,8-2 0,-1-1 718,-11 0 1,3-6-1879,7-11 753,-1-29 0,22 18 0,8-15 0</inkml:trace>
  <inkml:trace contextRef="#ctx0" brushRef="#br0" timeOffset="172483">3288 12821 26211,'8'-57'173,"0"-1"1,0 1 0,0 3-127,-2 16 1,0 2-320,-1 4 1,0-1 330,2-20 0,1-3 11,-5 5 0,0 2-20,1 1 1,0 2-1,-4 6 0,-1 8 174,-1 16-212,-2 10 101,-1 14-113,0 12 22,-1 21-22,2 17 6,2-5-15,6-7 1,2 1 11,0-13 0,2-1-188,4 15 0,3-1 174,7 10 11,0-24 0,1-4 6,2-1-223,4-5 1,1-3 227,-6-9 17,28-6-22,-26-18-17,12-10 11,-12-7 0,-8 5 28,-5-9 663,-7 1-618,-1 0 462,-3 1-423,-2 14-68,0 9 35,-1 3-85,-1 6-11,-1 5 12,-2 9-6,0 9-1,1 16-88,7-1-992,10 15-1031,5-16 1275,9 4 0,-15-24 0,0-4 0</inkml:trace>
  <inkml:trace contextRef="#ctx0" brushRef="#br0" timeOffset="172701">3806 12195 21663,'-2'-3'3237,"0"0"-4183,2 3-3708,11 14 3591,0-1 0,1 4 0,-3-8 0</inkml:trace>
  <inkml:trace contextRef="#ctx0" brushRef="#br0" timeOffset="173060">4308 12675 26491,'5'-49'229,"-1"-1"1,2 1 0,0 3-96,4-16-311,-3 26 0,1-1 239,3-24-9,-4 22 0,-2-1 37,-2 2 0,-1 1-15,1 3 1,-1 1 213,-3-22-211,0 36-16,-3 14-62,2 8 0,-2 27-6,0 9 11,2-5 1,0 2-65,1 2 0,0 1 50,4 3 1,1 1 2,-1-9 1,2 1-155,9 21 1,3 0-379,-8-25 1,1 0-115,4 14 1,3 7 0,-2-6-1013,-2-6 1,0-1-2482,5 12 0,0-3 3389,3-1 1,-9-26-1,-6-16 1</inkml:trace>
  <inkml:trace contextRef="#ctx0" brushRef="#br0" timeOffset="173242">4227 12519 25942,'32'-30'11,"-1"1"0,1 0 1,4-9-1,3 7-1056,8 20 1,2 7 833,-9 0 0,-1 1 0,-3 0 0,-2 0 1,11 0-1</inkml:trace>
  <inkml:trace contextRef="#ctx0" brushRef="#br0" timeOffset="175926">894 13976 12893,'1'-3'5385,"-1"0"-3430,0 3-1467,3 6 61,-1-4 140,1 4 671,-3-5-975,0 0-320,-1 0 25,-3 2-29,-3 1 18,-4 3 16,-3 1 0,-4 1 6,-6-1-17,-5 1-11,-5-2 33,-2 0 56,2-3 18,4-1-35,6-3-10,6 0-40,6 0 68,6-1-79,3 0 33,3 0-111,-1 4-6,0 7 11,0 9 6,-1 30-11,1-7 10,0 19 1,1-20-28,1-2 22,-1-6 28,1-5 180,-3-8-34,1-9 67,-1-5 403,-1-6-426,1-5-83,-4-6-96,1 0 34,-1-12-67,4 6-17,5-8-17,7 8 17,12 1-5,13 4-1,11 5 1,10 4-198,-24 6 0,0 2 189,1 1 0,-1 2-70,27 15-17,-15 10-5,-20 8 0,-18-2-124,-20-2 0,-8 1-156,-1-8 0,-3-1-795,-15 14 1,-3-1-710,3-9 0,0-4 1890,6-5 0,2-3 0,-9 3 0,22-14 0</inkml:trace>
  <inkml:trace contextRef="#ctx0" brushRef="#br0" timeOffset="176160">1019 14004 19563,'5'-7'4195,"-1"1"-3831,-4 6 73,0 0-337,20-3-184,8-1-123,12-3-922,-7 3 1,0-1 1128,20-2 0,-7 1 0,-18 2 0</inkml:trace>
  <inkml:trace contextRef="#ctx0" brushRef="#br0" timeOffset="176392">1730 14310 20136,'-15'-50'-9831,"-2"18"8197,12 36 0,0 1 0,5-5 1</inkml:trace>
  <inkml:trace contextRef="#ctx0" brushRef="#br0" timeOffset="180710">1829 14234 11049,'-8'-9'5763,"2"2"-3723,6 7 1123,0 0-2613,-9-24-236,6 18-174,-7-18 0,8 27-40,0 2 180,-10 19-184,0 1-63,-7 23-16,9-19 17,4 0 78,12-20 89,4-7 57,7-10-107,-2-1 487,9-22-139,-13 6-95,2-10-130,-14 9-89,-7 5-73,-5 6-45,-3 6-39,-1 4-22,1 5 5,1 4-34,-1 3-55,4 5-196,1 4-869,6 3-4161,8 5 5304,4-2 0,-1-8 0,0-6 0</inkml:trace>
  <inkml:trace contextRef="#ctx0" brushRef="#br0" timeOffset="181176">2775 14121 20028,'-6'-3'3993,"2"1"-3159,4 2-223,-20-60-174,6 36-289,-1-12 1,-3 3 53,-7 18-74,-5 7-55,-5 7-34,4 5-27,-20 20-46,21 2 23,-11 19 0,28 16 33,19-15 0,23 9-22,20-25-17,-1-11 1,1-3 16,-19-5 0,0-1-6,12 2 1,-4 0-1,-14-1 12,-4 12 5,-16-2-11,-16 15 11,-25-4-6,11-15 1,-3-1-300,-4-1 1,-1-1 279,1-2 0,-1-2-388,-7-2 1,1-3-686,-13-9-1662,-1-15 2739,37-27 1,8 19 0,8-4-1</inkml:trace>
  <inkml:trace contextRef="#ctx0" brushRef="#br0" timeOffset="181726">3155 14493 26379,'5'-42'75,"0"0"0,0 0 0,1-4 0,0-1 0,1 2-61,7-12 0,0 3-917,-3 4 1,-1 1 933,-1-1 0,-3 1 41,-2 13 1,-2 2 308,1-5 1,-2 2-175,-5-14 259,-6 28-444,0 18 1,-8 25-12,2 16-1222,4 4 1,1 2 1212,3-11 1,1 1-6,-1 29 1,5 2-306,6-25 1,2-1 304,-1 8 0,3-1-5,7-6 0,4-4 36,20 12-118,-14-22 0,2-2 107,31 6-6,-12-20-11,-7-10-11,-6-19 44,-6-8-10,4-12 10,-4-15 6,-9 10 2978,-6 3-2944,-7 14 923,-3 15-901,0 2 284,-3 9-379,1 6 6,-5 8 11,0 8-29,0 18-44,3 1-196,8 9-33,2-16-1950,19 12 588,-11-22 1647,19 13 0,-23-26 0,3 1 0</inkml:trace>
  <inkml:trace contextRef="#ctx0" brushRef="#br0" timeOffset="181916">3919 13860 25225,'-34'-37'-86,"0"1"0,2 3 1,10 16-893,23 36-125,4 2 1103,20 25 1,-16-30 0,12 14 0</inkml:trace>
  <inkml:trace contextRef="#ctx0" brushRef="#br0" timeOffset="182144">4362 13889 21338,'0'-5'3198,"0"2"-2094,0 3-645,-63-16-240,25 30-158,-7-12 1,-1 5-2152,16 19 1,5 6 2100,-11 11 823,2 11-929,22 8-572,13-11-481,6-14 0,6 0-1927,8-9 0,4-5-6341,20 13 8851,2-9 1,-30-19-1,-7-2 1</inkml:trace>
  <inkml:trace contextRef="#ctx0" brushRef="#br0" timeOffset="182533">4707 14162 18117,'0'-7'5652,"0"1"-5109,0 6 707,-15-65-746,6 46-350,0-17 0,-3 6 8,2 31-78,0 7-45,3 1 17,1 20-28,7-3-11,7 13-11,12-9 5,14-9-11,9-9 11,6-12 0,1-13 17,-3-10 34,-7-9-1,-7-5 57,-8-5 67,-9-3-68,-6 8 275,-6-15-184,-10 25-68,-10-3-62,-17 32-16,1 10 19,5 4 0,-1 5-17,-1 6 1,0 3-332,1 0 0,1 3 272,-1 4 1,6 2-26,9-8 1,5 0-115,4 29-3556,22-5 3088,0-28 0,4-2-456,21 12-3044,4-13 1,2-2 4101,-19-10 0,0-1 0,6 2 0,-3-1 0,-7-5 0</inkml:trace>
  <inkml:trace contextRef="#ctx0" brushRef="#br0" timeOffset="187719">971 15610 13110,'-1'-3'7987,"-1"0"-4565,2 3-3018,-26-33-365,16 28 78,-34-2-44,19 46-40,5-6 1,0 3-1710,-1 3 0,1 2 1664,0 4 1,1 2 0,3 1 0,1 0-317,4-1 1,3-1 307,2-5 1,5-2-13,5-6 0,5-2-13,19 13-27,21-20 55,13-19-165,-27-11 0,1-5 221,-1-4 1,-2-3 83,-3-3 0,-2-2 3244,11-21-2791,-18 4 747,-19 10-1054,-13 8-80,-13 5-116,-11 7 609,-10 4-682,7 4-33,-23 12-6,26 1 11,-7 6-152,17 10-587,18-6-2857,13 9 3624,11-9 0,0-9 0,-3-6 0</inkml:trace>
  <inkml:trace contextRef="#ctx0" brushRef="#br0" timeOffset="187902">1714 15908 27286,'-35'-22'-7370,"10"7"7370,28 19 0,0-1 0,0-1 0</inkml:trace>
  <inkml:trace contextRef="#ctx0" brushRef="#br0" timeOffset="188886">3131 15679 23528,'-51'-24'392,"1"0"0,3 3 0,6 9-224,5 25-89,6 8-46,10 8-22,9 6-11,15 3 12,16 2-1,17-1 0,-11-20 0,3-2 3,4 1 0,2-3-3,1 0 1,1-2-7,-2-1 1,-2 0-17,19 6 16,-23-3 40,-15-6 134,-27 2-72,-15-1-40,-24 4-39,21-8 0,-1 0-8,-3-1 0,0 0-6,1-2 0,0 0-9,-26 0-27,13-4-90,14-2-1670,16-2-582,22-1-1075,20-2-790,4 2 1,6-1 2992,5-1 0,4-2 0,-2 0 1236,10-2 0,0-1-166,-9 1 1,1-1 0,-5 0 3136,-6-1 1,-3-1 2338,21-17-2071,-11 0-1172,-6-1-695,-8 3-381,-5 4 46,-5 5-819,-8 9 56,-3 6-173,-5 7 464,-2 7-509,-1 8 75,-4 12-97,1 16-17,2-11-1,8 11-21,7-22-1,11 3 12,0-12 33,31-10-22,-27-8 33,28-11 51,-29-5 78,2-7 62,-9-3 0,-9-1-68,-6 1-49,-6 3-52,-3 5-21,-3 3-124,3 11 17,1 2-218,4 9-690,3 4-1797,7 4-476,3 1 2389,8 1 0,-10-8 0,0 0 0</inkml:trace>
  <inkml:trace contextRef="#ctx0" brushRef="#br0" timeOffset="189509">4005 15708 22240,'17'-43'785,"0"0"0,0 0 1,-1-2-1,-1 0 0,-4 5-516,-6 6 0,-3 3-45,3-27 134,-5 19-83,-2 21-135,0 3-107,-3 17-27,1 17-12,1 6 12,0 29-1,2-14 1,1 3-443,-1 2 0,1 1 437,0 11 0,-1-1-9,1-20 1,-1-1 8,0 4 0,0-2 11,0 10-11,3-1 22,0-20-22,4-16 51,6-24-40,-3 1 875,9-25-819,-5 2-33,4-12 16,2-2 28,9-3-50,-3 17-28,13 7 23,-7 22-34,13 21 22,-6 9-11,6 13-17,-16-9-5,1 20 16,-29-13 0,-7 9-44,-29-14-124,5-20 1,-4-3-270,2-1 1,0-2 16,0 0 1,-1-3 425,-10-2 0,5-1 0,11 1 0,-19-4 0</inkml:trace>
  <inkml:trace contextRef="#ctx0" brushRef="#br0" timeOffset="190179">5172 15599 20828,'-11'-57'1372,"0"0"0,3 8 1,-2 9-975,-14 8-28,-3 15-241,-1 4-57,-3 10-27,9 13-22,7 11 5,5 10-12,12 8-4,11 7-7,18 4 1,5 1-6,-15-19 0,1 0-161,15 19 0,-4-4 178,-12-5 28,-13-8 50,-17-6 129,-36 3-134,-1-13-71,11-7 1,-3-2-6,-2-5 0,1-2-25,-15-1-146,-4-5-2750,42-21-6924,22 2 9089,4-5 0,4 15 0,-9 10 0</inkml:trace>
  <inkml:trace contextRef="#ctx0" brushRef="#br0" timeOffset="190418">5556 15393 16022,'0'-4'6054,"0"0"-3326,0 4-2352,-30-59 236,21 54-624,-23-4 1,35 63-26,0-9 1,3 2-346,2-6 0,3-2-523,0 4 0,1 0-1839,-2 0 0,-2 1 2744,-2 4 0,-2-4 0,-1 6 0,-5-5 0</inkml:trace>
  <inkml:trace contextRef="#ctx0" brushRef="#br0" timeOffset="191061">5406 15936 7398,'-3'-8'4119,"-6"-23"1,1-6-359,2 0-3148,-4-8 1,2 1-2413,5 12 2157,6-4 701,9 24-1054,13-4 1412,9 13-1456,10 1-45,4 3 5,-13-1 1,1 0 50,16-2 3426,10-4-3365,-28-4 62,-10-2 57,-7-1 27,-10 2 79,-4 2 67,-4 2 0,-1 3-118,1 2-140,-1 1-56,2 5-11,0 7 34,12 21-40,-2-5-11,15 21 23,-4-13-40,3 13-44,-8 2 22,-10-3 22,-12-7 46,-3-14 55,-11-13 11,7-16-16,-3-9 22,9-12 106,11-23-151,8 8-11,14-15-28,9 17 6,10 2-1694,-13 16 1,0 1 1704,16-7-9,-14 10 0,-1-1-162,9-5 205,8-6-1,-11-2 68,-13 1 111,-13 2 74,-7 2-23,-8 6 117,-5 3 3003,1 9-3372,-1 2 242,4 9-265,0 7-27,-2 11 11,2 1-17,1 24-112,9 3-443,-1-15 1,2 0-1995,11 23 2577,7-6 0,-14-30 0,-1-7 0</inkml:trace>
  <inkml:trace contextRef="#ctx0" brushRef="#br0" timeOffset="191269">6390 15154 25219,'-18'19'-9831,"11"11"8148,33 19 1,-8-17 0,-8-14 0</inkml:trace>
  <inkml:trace contextRef="#ctx0" brushRef="#br0" timeOffset="192036">6708 15442 26827,'13'-57'23,"1"23"-18,-4 67-5,1 10 5,-6-7 1,-2 0-6,1 15 17,-5 8 22,-1-38 96,0-14-96,5-14-17,0-5 29,10-14 22,3-1 106,13-20-84,0 8-28,14-7-78,-8 23 11,8 5-34,-5 17-61,2 9-375,6 16 128,-16-5-2800,-4 9 0,-1 3-4744,5-3 5628,-8-5 1,2-3 1310,18-8 1457,-9-13 2627,17-9 1853,-6-7-1136,11-11-2420,-24 8 0,-2 0-141,18-19-761,-5 3 364,-14 2 46,-12 1-718,-4 7 190,-23-7-246,-18 24-95,-8 0-26,6 13 1,-2 3-241,-27 13 232,17 0 1,1 4-35,11-4 1,2 2-9,1 8 0,7 1 26,14 9-6,22-2 16,40-23-10,8-14-1646,-22-4 1,-1-5 1681,-7-1 0,-4-2 2,13-8-1685,-5-8 1832,-23 16 262,2-5-430,-14 12-40,-2 4 0,-2 4 2269,-4 11-2269,-2 30 0,2 14 1565,3-25 1,1 2-1566,3 9 0,1 3-364,0-3 1,0 3 363,-1-8 0,0 3 0,0 2 0,0 11 0,0 2 0,0-1-613,-1-7 1,0-1 0,-1 0 362,-2 5 0,-1 2 0,-4-4-562,-7 7 0,-5-7 115,1-12 1,-5-4-1155,-14-1 0,-4-5 1851,11-14 0,2-3 0,-23 11 0,23-16 0</inkml:trace>
  <inkml:trace contextRef="#ctx0" brushRef="#br0" timeOffset="196108">822 17030 6252,'-7'-3'6946,"1"0"-4429,6 3 384,0 0-1380,-57 11-328,36-7-173,-40 8-583,53-10 1038,6-2-63,1 0-1244,0 2-101,10-6 28,20-7-78,3 0 22,16-6 0,-12 9-44,-1 2 16,-1 4-6,0 5-5,3 8-3397,3 15 3369,3 16 8,-20-12 1,-3 4-333,0 6 0,-5 4 335,-2 5 1,-6 3-7,-6 3 1,-6 2-789,-3-11 0,-3 2 0,0-3 505,-2 1 1,0-1-2972,1-2 0,-1 2 0,4-6 2866,1 7 1,1 4 0,7-35 0</inkml:trace>
  <inkml:trace contextRef="#ctx0" brushRef="#br0" timeOffset="196291">869 17672 17473,'-1'-5'3938,"1"2"-3714,0 3-34,44-67-2667,0 34 2477,-10 4 0,3-6 0,-3 8 0,13 6 0,5 2 0</inkml:trace>
  <inkml:trace contextRef="#ctx0" brushRef="#br0" timeOffset="196491">1904 17383 26166,'-31'-48'-2000,"10"8"1,33 37-1,-3 0 1</inkml:trace>
  <inkml:trace contextRef="#ctx0" brushRef="#br0" timeOffset="196869">3248 17163 21277,'1'-57'605,"0"0"0,-1 0 0,1 6 0,-2 2 0,2 7-4271,0-21 3812,-3 31 1438,-1 11-1651,1 20 959,3 43-915,5 13-969,-2-3 0,1 5 849,2 1 0,1 2-391,-3-17 0,0 1 0,-1 1-868,0 3 0,1-1 1,-2 0 1401,2 16 0,-2-6 0,1 2 0,-3-38 0</inkml:trace>
  <inkml:trace contextRef="#ctx0" brushRef="#br0" timeOffset="197558">3190 17697 19546,'-4'-49'921,"0"1"0,1 0 1,-3-16-1,3 8-562,5 10-264,2 16-84,8 13-61,9 6-163,13 3 17,0 3-325,-2 3 0,3 1-1845,-2 0 1,0-1 2203,-1 1 0,0-1-16,3-1 0,-5-2 178,-1-4 213,-2-6 319,-14-1-135,-10 3 1217,-13-11-573,-1 4-178,-7-10 3178,7 6-3560,2 4-96,5 6-273,2 7-89,3 4-23,10 3-12,16 7-4,23 7-12,-17-2 0,2 3-177,4 2 1,0 2 122,-1 3 1,-2 3-42,-6 0 0,-3 2 36,-7 0 0,-5 0 26,-5 24 61,-20-10 56,-12-14 11,-7-14 50,3-14 7,4-12-57,7-2 459,5-19-453,8 5-31,9-2 0,5-1-31,14-10 0,-3 14 1,4 2-18,25-7 17,-13 13 1,2 2-29,17-6 17,-22 11 0,-2 1-17,5 1 34,-16 5 50,-2 0-39,-15 2 28,-1 0 62,-3-1 78,-1 2-90,0 1 163,-1 2-241,0 3 5,0 6 12,0 11-56,0 11 22,0 7-33,0 6-51,3 0-705,7 6-163,-1-18-5500,7 3 6441,-6-23 0,-2-1 0,-3-7 0</inkml:trace>
  <inkml:trace contextRef="#ctx0" brushRef="#br0" timeOffset="197742">4558 16826 25830,'-31'-23'-9831,"17"26"7544,28 25 0,2 2 0,-13-24 0</inkml:trace>
  <inkml:trace contextRef="#ctx0" brushRef="#br0" timeOffset="198287">4845 17022 18762,'1'-4'5254,"-1"0"-4096,0 4-1158,13 21 306,-10 8-311,9 10-1,-14 0 0,-6 2 1,-3 7 61,-1-9 0,0-2 28,-2-8 453,-1-12-453,11-20-2879,1-22 2879,3 4-48,2-32 120,5 19 1,2 0-67,4-23-18,-1 14 1,4 1 33,-2 11 1,0 2-68,10-18-11,11 0-22,-4 33-12,-4 4 3347,13 15-3347,-8 14-17,-8 3 1,-1 5 5,0 2 1,-2 4 16,-1 6 0,-2 0 229,2 15-246,-13-5 11,-8-30 23,0-3 73,-1-17-57,1-6 23,2-28-33,3 12 150,15-33-16,3 23-17,14-12-49,-1 19-91,3 9 0,20 19 0,-14 15 0,4 7-130,-30 4 1,-6 3-1019,-3 22 518,-5-22 0,-2 2 144,-9 9 1,-1-5-1,1-9 1,-6 13 0</inkml:trace>
  <inkml:trace contextRef="#ctx0" brushRef="#br0" timeOffset="201342">6035 16749 20761,'13'-59'1504,"0"1"1,-2 9 0,0 5-714,3-1-371,-9 40-180,-13 30-131,-6 16 1,-1 5-412,2-11 1,0 1 306,-2 5 1,-1 5 0,1-2-565,-1 6 0,1 1 478,4-8 1,1 2 0,1 0-118,1-3 0,2 1 0,7-1-1815,10 5 1,9 1-1,0-6 1540,2 1 1,3-5-1,8 0 1,-1-8 0,-3-17-1</inkml:trace>
  <inkml:trace contextRef="#ctx0" brushRef="#br0" timeOffset="201552">6860 16921 21220,'-4'-52'1798,"0"0"0,0 6 0,2 10-1534,7 19-52,9 22-4390,16 30 4195,-1 2-79,-4 1 0,3 10 1,-4-1-84,-4 2 0,-6 5-2313,-3-7 0,0 7 1,-2-1-1,-3-5 1262,-4 4 0,-4-3 1,-6 3-1,-1-9 0,3-27 1</inkml:trace>
  <inkml:trace contextRef="#ctx0" brushRef="#br0" timeOffset="204159">12182 6820 12057,'0'-58'1406,"0"0"0,0 0 0,-1 10 0,0 2 0,-1 5-527,-1 2 0,-1 6 280,-4-3-6085,2 17 5117,3 9 1374,1 9-1458,1 10 870,-2 11-865,0 18-56,-1-1-9,2-7 1,-1 4-336,0 12 1,0 3 312,0 4 1,0 5-17,1 0 0,1 5 1,-1-1 6,1-11 1,0-1 0,1 3 351,1-6 1,0 1 0,0 2-1,1 0-347,-1 6 0,2 2 0,-1 0 0,1-1-484,0-2 0,-1-1 0,1-1 0,0 1 478,0-1 1,0-1-1,0 1 1,0 3-292,-1-1 1,0 3 0,-1 1 0,1-1 0,-1-3 298,0 1 1,0-4 0,-1 1 0,0 4-11,0-6 0,0 4 0,0 1 0,-1 1 0,1-1 0,-1-2-179,0 6 1,-1-2 0,1 0 0,-1-1-1,0-2 173,0 3 0,0-3 0,-1 2 0,0 3-93,0-4 1,0 3 0,0 3 0,-1 1-1,1-3 1,0-2 101,-1-3 1,1-2 0,0-2 0,0 1 0,-1 2-12,1-2 1,0 0 0,0 2-1,0 0 1,-1-1 0,1 1-15,-1 9 1,-1 0 0,1 1-1,-1-2 1,1-1 17,0-7 0,1-3 0,-1 0 0,0 2 0,0 3-29,0-1 0,0 4 0,0 2 0,-1 1 1,1 0-1,-1-1 0,1-2 25,-1 2 1,1-1 0,0-1-1,-1 1 1,1-1 0,0 3-16,0-4 1,-1 2 0,1 1 0,0-1 0,-1 1 0,1-2 0,0-2 15,0 1 1,0 0-1,-1-2 1,1-1 0,0-1-1,0-1 27,1 0 0,-1-3 0,0-1 0,0 2 0,0 3-23,0 6 0,-1 3 0,0 2 1,0 0-1,0-2 0,0-4-32,1-5 1,-1-3 0,1-1-1,0 1 1,0 3 22,-1 6 1,0 3 0,0 1 0,0 1 0,0-1 0,0-3 3,0 0 1,0-2 0,0-1 0,0 0-1,1 0-1,-1-1 1,1 1-1,0-1 1,0 0 0,0 0-1,0-2 1,0-1-1,1 1 1,-1-1-1,1 0 2,0-1 1,1 1 0,-1-2 0,1 0 0,-1-2 83,1 0 0,0-3 0,0 0 0,0 3-96,1 2 0,0 4 1,0 0-1,0-2 1,0-3 10,1 10 1,-1-4-1,1 4 0,0-1 1,0 4 0,1 1 0,0-5-5,0 4 1,2-4 0,0-2-2,1-2 0,0-2 0,1-2-3,1 6 1,0 0 2,1-10 0,1 3 0,0-5 362,-1-1 0,0-2-373,2 17 0,0-2 16,-5-19 1,0-3 27,-1 22 1593,-2-21-1620,-6-4 2430,0-17-2458,-5 2 2058,2-10-2069,1-4 847,2-2-842,2 0 17,1-2-404,2 1-105,-2 0-780,-1 1-3864,-3 3 5164,-1-1 0,3 0 0,1-2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30T14:53:59.03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8208 3369 18711,'12'-49'896,"0"-1"0,0 1 0,0 0 1,1-7-1,-1 2 0,-7 9-627,-15-12 101,-19 25-191,-5 20-2931,-2 13 0,-2 5 2780,-18 7 7,18 5 1,-5 7 0,4 0 345,0 7 1,3 2-374,-10 6 1,1 3-387,16-7 1,3 2 0,4-2 374,6-2 1,3 1-1,-3 10 0,9-1-3,32 3 18,30-21 1891,2-14-1881,-13-13 1,3-7 24,4-9 1,0-5-163,2-4 0,0-4 148,-13 3 1,-1-3 0,-3-1 22,6-18 0,-6-1-34,-8 8 0,-3-2 13,-8 5 1,-2-4 0,-2 1-3,0-15 1,-3-1-14,-2 11 1,0-3 0,-1 3 1343,0-8 0,-2-1-1219,-4 9 1,0-1 0,-2 7 44,-3-7-165,1 9 0,-2 9-2,-1 25-23,-10 44 17,-1 13-12,2-2 1,-1 4-111,5-13 1,-1 4 85,0 5 1,0 8 0,0 3 0,2-5-755,2-2 0,2-3 0,-1 3 684,-1-3 1,-2 3 0,2 0 0,3-4-373,4 1 0,3-4 0,2-6-1203,8 14 1664,8-11 0,2-3 0,-5-14 0,11 8 0</inkml:trace>
  <inkml:trace contextRef="#ctx0" brushRef="#br0" timeOffset="768">8760 3110 18750,'0'-4'5674,"0"1"-4699,0 3-964,-17-22 1,12 28 4,-13-13 1,25 34 6,7 0 21,11-4-4,-1-9 133,17-6-38,-14-14-79,5-2 106,-3-19-33,-14 2-68,3-4 191,-11-12-11,-10 16-101,-4-6-89,-4 18-1,-10 10 6,-16 19-28,-3 3-45,-8 18 23,14 3-6,13 2-51,10 2-66,16 1-191,13-2-454,18-2-261,-11-21 1,4-3-143,5-2 0,1-4-261,4-2 1,0-3 814,-7-3 1,0-4-869,6-4 0,0-4 404,-3-6 0,0-2 1593,-1-1 0,-1-1 647,1-4 0,-3-2 1636,8-16-1636,-15 9 1591,-5-10-1502,-14 19-789,1-5 437,-10 13-572,1 11 321,-4-1-562,1 10-38,0 5-23,1 6-17,5 6 0,8 2-11,10-1 28,14-5 28,8-7 6,2-6 55,-4-12 18,-5-7-7,-8-10-4,-8-6-18,-8-5 0,-6-1-16,-8 1 33,-3 6 40,-6 6-51,-3 11 16,-13 9-44,-11 20-44,-4 9-35,-1 16 1,19-9-6,5 11-23,15-19-120,14 8 1,9 1-803,5-11 0,6-2-1405,20 16 1,5-2 1832,-2-11 1,-1-5-1,-12-5 1,-4-2 0,10 1-1</inkml:trace>
  <inkml:trace contextRef="#ctx0" brushRef="#br0" timeOffset="1756">10192 3073 25920,'-5'-56'157,"-6"26"-129,-15 77-11,0 10-20,16-27 0,1 1 9,0 27 10,17-6-10,13-9 22,16-10 17,11-13 28,7-11 72,2-16-33,-4-11-358,-7-14 391,-5-6 6,-9-3-16,-7 1 78,-10 6-107,-7 11-83,-7 12-18,-9 15 12,-8 12-17,-5 12 263,0 7-274,8 1-3392,21 3 3408,5-14-66,20-7 1,7-5 77,15-6-12,-10-3 1,0-4 44,14-10 6,-12-10 23,-13-4 27,-13-5-22,-11-1-5,-9-3-46,-8 0-22,-4 0 3327,-3 3-3377,3 8 47,4 8-417,3 7-252,4 8-297,9 9-689,12 6-1428,18 6-2946,15 1 6021,-16-12 0,-1-1 0,4 1 0,1-3 0</inkml:trace>
  <inkml:trace contextRef="#ctx0" brushRef="#br0" timeOffset="2133">11392 3126 12914,'3'-3'9427,"-1"1"-7193,-2 2-1562,18-66-156,-20 40-261,5-14 0,-5 4-138,-15 23 7,-15 6-74,1 14 0,-12 8-22,-4 13-28,3 11-17,23-12 1,4 3-35,1 28 7,16-3 4,23-14 46,14-20 28,12-13 5,-16-9 90,6-13 27,-22-5 40,2-10 6,-6-2-6,-6-2-17,-4 2-16,-5 7-40,-4 6-84,-3 9-5,-5 7-1,-11 16-38,6-1-29,-9 19-100,18-3-208,4 11-565,16 4-1208,7-17 1,4 0-7717,26 14 9054,-1-5 0,-18-23 0,-20-10 1</inkml:trace>
  <inkml:trace contextRef="#ctx0" brushRef="#br0" timeOffset="2549">11931 3212 21545,'10'-43'1144,"0"0"0,0 0 0,3-10 1,-4 7-557,-12 10-185,-5 17-168,-13 3-162,-1 8-28,-7 12-51,3 10 6,6 2-22,-3 17 44,10 21-22,3-15-11,12 22-6,12-33 6,3-2-12,12-3 35,-8-13 122,4 0-11,-10-7 28,-3-8-89,-7 1 28,0-5 111,-2-4-50,-1-1-95,-1-3 28,-1 0-61,0 9-29,0-1 17,0 7-11,-2 0 0,2 1-22,-2 1-163,0 0 51,2 0-1893,-5 7 559,4-2-1703,-4 6 2323,2-5 0,1-3 0,0 0 0</inkml:trace>
  <inkml:trace contextRef="#ctx0" brushRef="#br0" timeOffset="3124">11951 2989 12651,'3'-3'9830,"-2"1"-5831,-1 2-3641,17-55-212,-14 38 179,10-42-247,-16 55 68,-3 0-107,3 3-39,-2 3 22,-8 11 6,1 5-22,-7 14-6,6-7 11,6 10 0,13 6 1,10 4-12,-1-17 0,3 0 8,3-4 0,2-2-173,3 2 1,1 0 155,1-1 1,0 0 2,0 0 1,-1 0-29,19 19-33,-15-4-28,-19-7-62,-23-5-184,-22-4-331,-20-5 86,21-11 0,-2-3-527,1-4 0,-1-4-903,2-3 0,3-4-7815,-17-24 9096,18 6 1,16 7 0,10 17 0</inkml:trace>
  <inkml:trace contextRef="#ctx0" brushRef="#br0" timeOffset="3274">11909 3103 22610,'10'-44'1407,"0"0"1,-2 7 0,-1 8-1285,-3 19-67,-3 15 50,-1 13-22,-4 17-33,-5 17-60,0-18 1,-2 0-751,-4 7 1,-2 1-4158,-3 3 1,-1-3 4464,5-8 1,0-2 0,-7 11 0,16-30 0</inkml:trace>
  <inkml:trace contextRef="#ctx0" brushRef="#br0" timeOffset="8823">13597 2982 24755,'27'-28'-202,"18"6"118,0 18 0,5 5-1074,6 1 1,0 0 944,4 1 0,-1 1-140,-1 2 1,-1 1-229,-8 1 1,-3 1-143,-11-1 1,-6 3 20,-5 10 46,-44 3 522,-35 4 251,14-11 1,-3 0-274,-5 1 1,-1 1 564,1 0 0,-1 0 100,4-2 1,1 1 318,7-3 1,2 0-330,-20 9 74,21-6-551,18-5 107,22-2-40,23-2 888,30-3-983,2-3 42,-2-7 1,3-2-338,-20 1 0,-1-2 385,16-4 0,-3-4 50,-20 2 1,-5-4 142,8-23 53,-21-10 40,-24-8-1648,-3 26 0,-4 1 1589,-4 1 0,-3 1 5,-1 2 1,-1 2 294,-19-17-113,11 9 437,12 8-789,12 8-53,13 6 151,16 8 159,21 16-289,-12 1 0,1 4 1302,6 9 1,-2 6-1671,0 9 0,-6 6-1603,-8 9 0,-7 4 1880,-10-3 1,-5-3-1,-1-15 1,-2-4 0,-12 7-1</inkml:trace>
  <inkml:trace contextRef="#ctx0" brushRef="#br0" timeOffset="14048">16606 2619 22324,'-32'-35'667,"-5"10"-516,-2 29-45,-6 4 1,-3 2-23,-4 1 0,-4-1 16,-6-1 52,0-4 66,1-2 0,6-8-10,8-3-7,9-5-16,13 1-28,9 2-62,10 5-134,3 3 11,3 2 11,1 8 34,1 11 16,-1 18-5,-1 18-3,-3-20 1,-2 2-393,-2 5 0,-1 1 412,-2 3 0,-2 2-17,-3 12 0,0 0-23,5-18 1,1-2 2,-2 15 1,3-2-217,7 4 213,4-23 1,4-2 29,16 20-41,10-26 0,7-4-188,-6-8 1,2-4-742,17 3 0,2-6 935,-2-9 0,-5-4 0,7 2 0,-2-7 0</inkml:trace>
  <inkml:trace contextRef="#ctx0" brushRef="#br0" timeOffset="14698">17720 3139 21416,'-2'-44'910,"1"-1"0,-1 0 1,5-11-1,-8 12-692,-33 21-60,1 20-46,-15 11-79,17 5 1,-1 6-26,-3 9 1,2 5-491,-1 2 0,3 3 476,2 4 1,5 0-9,10-7 0,4-1-20,0 27 161,24-15-127,17-16 22,18-15 12,9-19 33,3-16 73,-18-9 0,-3-4-33,8-11-366,-13 2 1,-5-1 353,-9 0-22,-4 4 0,-2-4-1,-4 5 1,-1 0 28,0-10 0,0 0 25,-3 5 0,-1 1-14,-2 8 0,-1 3 61,-5-11-77,-2 20 573,2 12-663,2 11 80,3 13-103,0 16 17,6 21-3,-2-18 0,2 3-97,2 4 0,1 2 16,0 4 0,-1 3-471,-2-7 1,-1 3 0,-2 2 171,-4 8 0,-3 2 0,1-4 0,3 1 1,-1-3-1,-7-3 0,1 0 0</inkml:trace>
  <inkml:trace contextRef="#ctx0" brushRef="#br0" timeOffset="14932">18558 3283 23758,'0'-3'2761,"0"0"-2598,0 3-214,-29 17-296,14 12-308,-20 10-8414,18 21 9069,8-16 0,1-7 0,4-16 0</inkml:trace>
  <inkml:trace contextRef="#ctx0" brushRef="#br0" timeOffset="15549">19192 3236 17277,'0'-4'6246,"0"2"-4039,0 2-2034,-24-8-94,16 21-23,-17-2-17,30 19 28,9-5 34,15-6-34,0-9 118,33-10-84,-12-13-238,-14 2 1,-1-3 326,15-21-3290,-13-8 3184,-16 6-1,-14 6 1,-3-1 28,-3-11 45,-9-16-23,-8 23-27,-9 11 197,-3 10-287,3 9 3424,-29 30-3457,24 2-175,-1 11 0,3 6 163,16-13 0,4 2-1648,-1 12 0,5 0 1558,8-9 1,5-2-203,4 2 1,4-1-533,17 17-162,9-4 1014,-4-20 0,0-3 0,-8-3 0,-1-3 0,-1-1 0</inkml:trace>
  <inkml:trace contextRef="#ctx0" brushRef="#br0" timeOffset="15815">20360 3352 25976,'-30'50'-521,"0"2"-2145,5 0 1251,2-4 0,9-16 0,7-14 0</inkml:trace>
  <inkml:trace contextRef="#ctx0" brushRef="#br0" timeOffset="16258">21008 3075 19058,'0'-4'3383,"0"0"-1097,0 4-2157,-49 5 502,31 15-592,-34 8 283,48 13-294,13-1 873,10-7-873,11-8 28,6-11 39,2-12-5,0-13 16,-3-12 6,-6-11-22,-8-10-29,-9-6-16,-11-4 22,-9 4 12,-9 11 5,-9 12 0,-7 13-12,-3 10 1,-3 13-3420,3 11 3353,2 15-4,16-6 1,2 5-51,4 15 1,3 2-217,1-12 0,4 0-131,6 16 1,7-3-699,3-20 1,4-3-1664,6 6 1,1-1 2755,0-7 0,-1-4 0,9 5 0,-14-17 0</inkml:trace>
  <inkml:trace contextRef="#ctx0" brushRef="#br0" timeOffset="16426">21660 3399 25909,'-19'48'-271,"-1"0"0,1-3 0,-1-4 271,-13 6 0,15-21 0,-2-4 0</inkml:trace>
  <inkml:trace contextRef="#ctx0" brushRef="#br0" timeOffset="18165">22560 3042 24251,'-32'2'257,"0"17"-238,17 9 1,4 5-20,-9 19 0,13-17 0,2-1-16,6 0 21,10 23 62,19-24 12,3-7-1,3-7 96,-1-20 33,-4-14 130,19-22-214,-15 6 3,-12 5 0,-1 0 131,2-8 135,0-4-3627,-11 17 3258,-8 9-522,-17 26 510,-2 7-22,-6 7 11,4 12-22,11-7-1,14 15-16,13-13 28,21-5 39,9-17-11,-7-8 22,11-12-6,-13-9 12,-15-2 0,0-3 0,7-11-71,-14-1 0,-5-2 65,-6 2 25,-4-6 1,-2 0 36,-6-5 3013,-1-8-3019,-7 11 698,4 21-788,-2-1-83,4 14-247,2 13-126,4 9-1415,6 17-7202,9 13 9068,4 0 0,-6-16 0,-6-12 0</inkml:trace>
  <inkml:trace contextRef="#ctx0" brushRef="#br0" timeOffset="18340">23795 3376 26122,'-18'43'-643,"1"1"1,1-5 0,3-5 0,2-4-1,5-12 1</inkml:trace>
  <inkml:trace contextRef="#ctx0" brushRef="#br0" timeOffset="18941">24798 3338 19451,'17'-60'1745,"1"-1"1,-3 4-1,-3 4-1386,-5 14 0,-3 4-5734,1-16 5974,-16 1 1068,-7 28-1555,-24 7-62,-4 28-50,17 2 0,0 5 8,2 4 1,1 4 5,1 2 0,2 2 297,3 1 0,3 1-319,5-1 0,3 0-20,4 25-65,21-11 104,14-16 3254,14-16-3248,-5-14 53,3-15 0,-1-7 75,2-8-61,-5 2 0,-2-2 79,-6-10-1,-6 3 6,-7 6-45,-7 10 306,-6 9-413,-3 9 91,-5 12-79,-3 11-16,-6 15-152,-2 16-196,7-21 0,2 2-970,1 4 1,1 2 1305,1 5 0,2-2 0,0 7 0,2-7 0</inkml:trace>
  <inkml:trace contextRef="#ctx0" brushRef="#br0" timeOffset="19132">25539 3511 26945,'-14'23'-4694,"1"4"3279,5 2 0,4-9 0,4-10 0</inkml:trace>
  <inkml:trace contextRef="#ctx0" brushRef="#br0" timeOffset="19491">26423 2976 22212,'-5'-5'1672,"-25"-11"0,-6 0-1224,-1 8-280,-6-7 0,-3 3 50,-2 17-106,-1 9-50,4 10-23,8 8-28,15 8 12,16 6-23,22 6 0,13-10 0,6 1-9,-5-10 1,1 0-477,12 10 1,-1-1 484,-17-15 0,-3-2 5,5 21 260,-18-9-260,-22-7 1,-15-7-23,-18-8-84,-8-7-240,-6-12-1147,0-9 1488,28 0 0,2-1 0,-3-1 0,6-3 0</inkml:trace>
  <inkml:trace contextRef="#ctx0" brushRef="#br0" timeOffset="20458">27167 2702 15406,'-4'-3'7125,"1"0"-5025,3 3-1993,4-23 16,37 17-84,-12-17 6,33 20-367,-26-1 1,-1-1 393,24-5-12,-12 1 1,-2 0 113,-6-1-23,-4 2 1,-38 13-29,-8 10 17,-9 13 5,-5 16-5,-2 12-72,8-6-29,8-16 0,2 3 141,3-5 0,2 2-155,-1 11 0,1 3-328,3 3 0,2 3 308,3-8 1,3 2 0,0-2-6,-1 3 0,1 0-2,1-4 0,0 1 1,-4-4-5,-5-3 0,-8-3-198,-12 2 1,-10 2 0,-1-4-850,-12 4 0,-5-5 677,-4-4 1,-6-2 0,7-5 0,13-8-1,4-4 1,2-2 0,-1-1 0</inkml:trace>
  <inkml:trace contextRef="#ctx0" brushRef="#br0" timeOffset="21766">17356 4663 15266,'8'-48'1579,"0"0"1,-1 6-1,-4 5 1128,-8 8-2539,-2 14-140,-1 18-11,4 7 1034,-1 26-1051,3 13-6,1-14 1,0 4-13,0 6 1,-2 2-168,-2 5 0,-2 1 84,-5 8 0,-3 2-316,1-18 1,-1 0 0,-2 0-208,-3 2 1,-1 0-1,-1-3 302,-5 10 0,-2-5 88,-11 3 1,-1-10 575,-6-13-107,15-14 1,1-9 375,-6-22 635,5-17-507,6-11-56,5-6 1409,6 2-1650,5 8 331,5 13-661,3 14-95,1 12-1,0 15-10,1 14 0,1 2-1,10 23 12,9-20 22,19 8-16,15-24-281,-20-11 0,1-4 264,4-4 0,0-4-9,3 0 0,0-3-28,2-4 0,-2-2-162,0 0 0,-2-2-510,-1 0 0,-3 1-1633,-5 1 1,-4 1 1531,12-8 0,-20 11 0,-13 6 0</inkml:trace>
  <inkml:trace contextRef="#ctx0" brushRef="#br0" timeOffset="22241">17190 6032 25567,'-47'-31'186,"0"-1"1,5 4 0,5 12-153,11 24-23,-2 25 0,16 0 28,-2 22-28,19-14 1,5 1-7,-1-9 1,2-1-222,8 12 1,3-1 212,-3-14 1,1-2-4,1-2 1,0 0 5,17 19 0,-12-12 44,-12-7 57,-23-9-50,-18-1-29,-22 0-14,16-7 1,-3 0-163,-3 1 1,-1-2 155,-1 0 1,0-1-39,4-1 0,3-2-216,-20 1-911,22-5-2069,16-3 2412,11-3 0,4 2 0,1 0 0</inkml:trace>
  <inkml:trace contextRef="#ctx0" brushRef="#br0" timeOffset="23123">26165 4735 18947,'12'-59'2277,"0"-1"1,-3 12 0,-2 7-2104,-2 14-85,-5 20-89,0 25 6,-1-1-12,0 18 1,1 6 2,2-7 0,1 0-371,-1 9 1,1 1 292,2 2 0,-1 1-214,-4 4 1,-7 1-115,-7-7 0,-5 1 1,-1-3 243,-6 12 0,-4-4 134,-6-6 0,-3-10 42,7-21 0,1-8-19,-13-13 367,-5-12 386,12-23-78,16-1-270,8 2-3018,9 14 2694,3 17 455,-2 7-511,-2 16 99,-1 1-99,-5 18-6,6-3 12,8 7 44,36-1-17,18-13 1256,-12-12 0,3-5-1301,-11-3 1,-1-3-1,1-2 1,2-2-23,15-7 1,0-2-80,-19 4 1,-1-1-291,18-5 0,-3 0-1676,-13-1-246,-18 6 2308,-12 1 0,-6 7 0,-1 0 0</inkml:trace>
  <inkml:trace contextRef="#ctx0" brushRef="#br0" timeOffset="23666">26076 6008 21209,'0'-4'4207,"0"0"-2908,0 4-1159,-21 2-5660,-9 28 5531,-3-12 1387,3 29-1393,23-29 872,12 13-849,9-19 0,5 2 61,30-20-38,-7-8-15,-10 2 0,0-2 60,19-18-40,-17 5 89,-2-17-22,-22 14 3393,1-12-3455,-15 16 96,-17-3-95,-3 14-34,-15-1-17,2 14 6,1 12-17,6 2-17,-10 30 6,16-4-120,8-7 1,2 1 74,2 26-185,16 3-526,16-3-216,-2-29 0,4-3-635,18 12-3298,1-19 1,2-5 3817,7-4 1,8 0 0,-37-10-1</inkml:trace>
  <inkml:trace contextRef="#ctx0" brushRef="#br0" timeOffset="24401">26762 6242 24728,'33'-50'735,"0"0"1,-3 5 0,-8 5-377,-19 9-22,-10 7-220,-7 8-49,-9 6-4,-5 5-53,0 6 16,1 3-33,6 3 69,5 1-68,6-2 5,4-1 22,2-2 0,1-1 51,2-1-34,3-5-27,-1 1-1,3-8-17,0 3 12,1-1-1,2-3 1,-4 5 0,2-2-1,-3 2 18,1-1 5,1 0 33,0 0-38,0 3 38,1-1-50,-4 4-44,1 1 27,-2 5 23,0 11-17,-3 14 0,-6 16 22,-4-2 1,-2 1-23,4-11 0,-1-1-244,-3 11 0,0-3 244,3 1-23,7-11 7,6-14 21,1-8 57,20-18-17,0-7 44,19-19-33,-4-7-37,-17 18 1,-1-2 119,0 1 0,1 0-139,-1 1 0,3 1 0,5-2 0,1 4 0,13-4 0,10 4 0,-19 27 0,-2 10 0,-2 15-12,-5 9-301,-6 9-438,-5 5-996,2 0-914,8-4 2661,18-6 0,-17-20 0,4-7 0</inkml:trace>
  <inkml:trace contextRef="#ctx0" brushRef="#br0" timeOffset="24807">27604 6289 12797,'7'-4'8950,"-2"1"-8180,23-23 0,5-8 367,-6-5-1303,9-5 1,-3-2 826,-19-3 193,-15 9-557,-13 11 52,-16 13-226,-17 16-28,-12 17-351,26-3 0,0 4 272,2 5 1,3 2-14,2 3 0,4 1 175,6 0 1,4 1-224,2 23-27,25-11-1,21-14-22,19-12 78,8-15 67,-2-14-5,-6-13-206,-30 6 1,-2-2 210,-1-7 1,-2-3-270,1-7 0,-3-3 297,1-9 1,-2 0-40,-4 8 1,0-2 200,2-11 1,1-6 0,-3 7-62,-4 15 0,0 1-145,1-5 0,2-4 0,-4 9 154,-4 7-188,-2 18 0,-2 13 0,-4 19 0,-3 24 0,1-8 0,0 4-60,-1 10 1,1 3 59,-1 6 0,1 3-337,3-17 0,0 1 0,1 0-526,0 3 1,0 1 0,0-1-1743,1 11 0,0 0 2076,0 6 0,0-6 0,1-11 0,0-2 0</inkml:trace>
  <inkml:trace contextRef="#ctx0" brushRef="#br0" timeOffset="26809">16055 8612 13859,'-7'-9'3618,"1"2"-644,6 7-941,0 0-948,22-35-849,-20 27 183,4-25-408,-27 36-1108,-12 4 0,-6 2 1102,5-1 1,0 2-6,-18 3 0,-2 2-215,9-2 0,1-1 226,5-1 0,1-1 17,-24 5 34,18-8-29,12-4-44,9-5 3207,6 0-3185,5-1 649,4 1-671,2 8 22,-3 14 34,-3 19 0,-2 20-477,7-22 0,0 2 471,1 5 1,1 0-21,2-8 1,0 1 13,0 22 1,1 0-20,1-20 0,1 1-23,3 15 1,4-1-29,2-16 1,7-4-813,24 3 1,6-6 69,-17-12 1,3-3 778,9-4 0,7-1 0,-10-5 0,-3-4 0,17-3 0</inkml:trace>
  <inkml:trace contextRef="#ctx0" brushRef="#br0" timeOffset="27848">18233 1857 12496,'30'-42'646,"0"-1"1,0 1 0,1 1-1,-1 0 1,1 3-464,7-3 0,2 2-1068,-7 8 0,3 1 0,2-1 969,7-2 1,4 0 0,1 0-330,-6 7 1,1 0-1,2 0 1,0 1 321,6-2 0,2 1 1,1 1-1,0 0-173,-6 4 0,-1 1 0,2-1 1,1 1-1,0 1 139,3-1 0,1 0 1,1 0-1,0 1 1,1 0-16,-7 3 0,1 0 0,0 1 0,0 0 0,0 0 0,-3 1-24,2 0 1,-2 0-1,0 1 1,1 0-1,4 0-148,-1 0 0,5 0 1,2 0-1,1 0 1,-1 1-1,-1 0 0,-2 0 156,6 0 0,-4 2 0,0-1 0,2 1 0,4-1-68,-12 3 0,2-2 0,3 1 1,0-1-1,1 0 0,0 1 1,-1 0-1,-2 1 68,1 1 1,-1-1 0,0 1 0,-2 1 0,1-1 0,0 1 0,1 0-23,0 1 0,0-1 0,0 1 0,1 0 0,-1 0 0,0 1 0,1 0 24,-1 0 0,0 0 1,-1 1-1,1-1 1,0 1-1,0 1 1,0 0 46,-2-1 0,1 1 1,-1 1-1,0-1 0,0 1 1,2 1-1,-1 0-7,7 1 1,1 1-1,1 1 1,-1-1-1,0 2 1,-3-1-1,-2 0-3,2 0 1,-4 0 0,-2 0-1,1 1 1,3 1-20,1 1 1,2 1 0,2 1-1,-1 1 1,-3 0 0,-5 1 10,0 2 0,-5 0 1,-1 1-1,1 1 10,10 3 0,1 2 1,0 1-1,-2 1 88,-6 1 0,0 1 1,-2 1-1,-1 2-85,-4 0 0,-1 2 0,-1 2 0,-2 0-11,-2 0 0,-2 0 0,-1 3 0,1 3-2,-2 1 1,2 4 0,-1 2-1,-2-1 1,-1-1-25,0 0 1,-3-1 0,0 0-1,1 2-8,-2-1 0,2 3 1,0 1-1,-1-2 0,-3-1 11,7 10 1,-3-2 0,-1-1 363,1 0 1,-1 0 0,2 1-335,-5-9 0,2 2 0,0-1 0,-3-4 154,0 0 1,-2-4-1,1 2-158,8 10 1,1 1 0,-2-4 60,-4-1 0,-3-2 20,6 11 0,-1 2 19,-6-3 1,-2 0-4,-5-2 1,-2 0 668,-2-3 1,-3-1-706,0-3 1,-2-2 1652,5 17-1686,-4-23 0,2-2-37,3 3 49,6 10-1158,-10-28 1382,-1-8 0,-8-9 0,1 0 0</inkml:trace>
  <inkml:trace contextRef="#ctx0" brushRef="#br0" timeOffset="31507">16608 7360 21700,'-48'5'-102,"0"0"0,0-1 1,-21 3-1,19-1-187,42-3 470,38-6-321,12-2 0,10-3-1361,-3 0 0,5-1 0,3 0 1474,-6 1 1,3-1-1,2 0 1,3 0 22,-9 1 1,4 0 0,1-1 0,1 1 0,0-1 0,-3 1-440,6-1 1,-1 1-1,-1-1 1,0 1-1,0-1 386,-1 1 0,0-1 1,0 1-1,-2-1 1,0 1-10,4-1 0,0-1 1,-3 1-1,-3 0-84,-2 0 0,-4-1 0,1 0 134,5 0 0,0-2 1,-4 0 258,8-4 0,-9-1-11,-1-10 888,-32 5-983,-48-2 44,-22 5-13,15 7 0,-3 0 933,-4 2 1,-1 2-741,1 1 0,1 1-44,7 1 0,2 2 1990,-14-1-2246,24 2 148,17 1-175,18 4-1,2 0-2952,38 16 2941,-13-5-16,5 2 0,3 1 265,-6-3 0,1 0-277,9 6 1,1 0-6,-2 1 0,-3 2-255,-4 5 0,-5 1-603,4 12 869,-27-8 0,-5-1 0,-7-13 0,-4 11 0</inkml:trace>
  <inkml:trace contextRef="#ctx0" brushRef="#br0" timeOffset="32050">25551 7032 20218,'64'1'136,"-1"0"1,0 0 0,-6-1 0,5 0 0,2 0 0,-1-1-1,-4 0-1533,-1 1 0,-3-1 1,0 0-1,4-1 1404,-5 1 1,5 0-1,1 0 1,0-1-1,-2 1 1,-4 0-69,6 0 0,-5 0 0,0 0 1,3 0 53,2 0 0,4 1 0,0-1 1,-3 0-1,-7 1-49,-5 0 0,-5-1 0,3 1-506,8 0 1,7 0 0,-2 0-1,-9 0 439,2-1 1,-7 1 0,-7 0 0,-4 0 0,8-1 0</inkml:trace>
  <inkml:trace contextRef="#ctx0" brushRef="#br0" timeOffset="32450">25833 6725 14846,'3'-5'4605,"-1"1"-3368,-2 4-828,43-34 123,-44 45-179,16-12-235,-33 26 0,-19 12-23,-3-1 0,-6 3 0,3-3-456,2-2 0,-1 0 374,-5 2 0,-5 2 0,11-5-30,6 2 40,8 10-1,59-20-120,2-14 0,4-4-436,-2 0 0,4-3-2743,9 0 0,6-1 0,-7-1 2108,-11-1 1,-2 0-1,17 1 1,-8-1 0,-27 0-1</inkml:trace>
  <inkml:trace contextRef="#ctx0" brushRef="#br0" timeOffset="35025">16917 9080 14785,'3'-4'6687,"-2"1"-4401,-1 3-2034,-29-53-157,11 39-20,-8-15 1,-3 5 64,-22 34-134,0 6-1,-1 15-16,21 4 0,12 6 0,9-6 5,13-3 1,6 3 16,10-7 0,4-1-597,5 11 0,4-2 586,10-5 0,3-4-6,-3-4 1,-1-3-9,-9-5 1,0-1 18,-1 1 1,-4-3 39,-5-1 173,-33 12-162,-33-6-28,3-3 0,-5-1-17,-3-1 0,-1-2-31,-1-1 1,0 0-487,5-3 1,2-1 332,-18 1-2901,12-5 3074,34-5 0,1 2 0,14-1 0</inkml:trace>
  <inkml:trace contextRef="#ctx0" brushRef="#br0" timeOffset="36374">26306 9345 11267,'1'-3'6637,"1"0"-5247,-2 3 217,39-75-1444,-23 48 66,7-16 1,1 0 1092,-4 14-502,-9 6-361,-1-6-269,-24 13-100,-18 7 5,-24 8-53,20 6 0,-3 3-623,-3 4 1,-1 3 602,1 4 1,1 2-15,4 2 0,3 2-71,6 0 1,4 2 51,-7 22 17,18-6 16,22-7 6,17-8-6,22-9 12,13-8 290,-26-8 1,1-3-317,1-4 1,-2-3 10,-1-3 1,-1-4 30,-3-4 1,-2-5 156,-2-4 1,-4-3-134,8-23 58,-21 12 1,-5-8-1,-2 5-444,-2 9 1,-3 0 410,-2-15 0,-2-6 0,-3 6 80,-3 6 1,-2 4-12,-3-8 0,1 3-14,2 9 0,2 4 19,-5-6 356,9 20-518,8 23 71,9 22-99,4 32 17,-3-15 0,0 5-351,0 12 0,-2 3 339,-2-16 1,-2 2 0,0 0-658,0 2 1,-1 1 0,-1 1 132,-2 1 0,0 0 1,-1 1 535,1 3 0,0 0 0,-1-6 0,-1-3 0,1-5 0,1-6 0,-1 1 0</inkml:trace>
  <inkml:trace contextRef="#ctx0" brushRef="#br0" timeOffset="38799">19630 2587 8690,'7'-44'302,"1"0"1,-1 0 0,2 1-1,1 1 1,3 1 192,10-15 1,7 2-1081,3 9 0,5-1 0,-1 3 826,5-3 0,3 2-73,-8 13 0,5-2 0,2 1 0,-1 4-47,5 0 0,0 4 1,3-1-51,-3 2 1,1 0-1,4 1 1,3 0 12,-5 4 1,4 0 0,3 1 0,1 0 0,-2 1 0,-2 2-50,-1-1 1,-2 2 0,0 1 0,1 1 0,2-1-308,2 0 1,3 0 0,1 1 0,-1 0 0,0 1 0,-5 2 281,7 1 0,-4 1 0,0 2 0,6 1-17,-8 1 1,4 2-1,4 0 1,1 2-1,-1-1 1,-1 1-1,-4 0-190,7 1 0,-4 0 0,-1 1 0,0 1 0,3-1 199,-3 0 1,3 0 0,1 0 0,-2 0 0,-2 1 0,-4 1 9,5 2 1,-4 1 0,-3 1 0,-4 0-113,-5 1 1,-3-1 0,0 2 168,10 2 0,1 2 0,-1 0 39,-5 0 1,0 1-1,-2 0 4,-2 1 0,-1 1 0,-1 0 27,-1 1 1,-1-1 0,0 2-32,-1 0 0,0 0 0,0 0 5,-1 0 0,0 1 0,1 0 31,5 3 1,2 1-1,-3-2 32,1 1 0,1 0-17,-3-1 1,3 1 0,-6-3 139,9 5-67,-8-3 0,0-1 970,3 3-880,-11-9 1,-1 0 216,18 7-138,2 2 36,-23-12 2167,-1 5-2104,-6 0 624,6 10-682,8 15-310,-11-12-91,-4-5 0,0 0-301,-4-5 117,13 14 65,-13-20 3578,3 1-3292,1-4-28,-5-4 42,-4-2 25,-4 0-273,-6 3-7308,-9 6 7356,0-1 1,-2-4 0,5-7 0</inkml:trace>
  <inkml:trace contextRef="#ctx0" brushRef="#br0" timeOffset="40373">18286 9222 18043,'-4'-63'1234,"0"0"0,1 6 1,-5 7-5706,-15 6 4717,5 17 1491,-11 5-1575,8 16 801,-12 7-806,-22 24-882,13-3 770,5 4 0,0 4-12,9-5 1,2 2 1387,-6 7 1,1 3-1422,7-1 0,4-1 0,-4 17 28,36 9-17,23-30 28,9-11 1,4-3-29,-15-9 0,2-3 20,21-5 0,0-5 39,-21-2 0,-2-3 44,6-4 1,-2-4 75,-7 0 1,-5-4 125,-6-7 1,-5-2 8,-3-23-190,-13 3 167,-15 8 34,0 19-90,0 2-178,6 11-29,6 17 1112,3 4-1145,4 20-3215,10 18 3176,-1-6-721,5 3 1,2 1-9078,5 12 9259,-8-23 1,-2-3 0,1 2-1,-9-25 1</inkml:trace>
  <inkml:trace contextRef="#ctx0" brushRef="#br0" timeOffset="41382">24877 9145 12897,'-5'-4'7517,"2"1"-4476,3 3-2828,-45-25 174,21 43-287,-28-26 80,34 56-46,14-11 6,10 9-62,7-11 45,9-13 1,6-3 38,22 0-303,-12-6 0,2-3 214,-2-6 0,-2-4 22,1-4 1,-2-3 27,-2-2 0,-1-2 6,12-12 134,-20-4 0,-4-3-3330,-7-10 3137,-7 5 0,-5 1 76,-15-4-85,-7 7 29,-9 14 39,-12 11-85,7 4 1,2 8 0,-1 5-6,-7 12-28,12-3 1,-1 2-12,-10 25 141,23-20 0,2 2-133,4 1 1,3 1-18,3 1 1,5 0-82,11 9 1,6-1-96,11 13-9,-4-23 1,7-3-1000,15-6 1,4-6 1192,-14-5 0,0-1 0,7 3 0,-4-3 0,-6-5 0</inkml:trace>
  <inkml:trace contextRef="#ctx0" brushRef="#br0" timeOffset="42640">21069 2815 19316,'7'-59'608,"1"0"1,1 2 0,4 5-506,5 18 1,3 4-1150,4-6 0,3 1 1099,5 0 0,3 1 11,4 1 1,4 2 10,3 2 1,3 4 11,2 2 0,1 3 8,1 4 1,1 2-29,-1 4 0,0 2-19,0 2 0,0 3-26,0 3 0,1 3-5,0 2 0,3 2-976,-9 3 1,2 2 0,-3 0 964,3 1 0,0 1 14,-4 2 1,4 1-1,-6 1 214,1 3 1,-3 1-229,9 7 0,0 3 8,-6-1 0,-3 1-924,-7 0 1,-3 0 920,-6-2 0,-3-1-11,12 23 423,-8-5-1499,-5-6 1076,4-2 0,-13-18 0,1-6 0</inkml:trace>
  <inkml:trace contextRef="#ctx0" brushRef="#br0" timeOffset="44466">19576 9000 19921,'-9'-47'976,"-1"1"1,3 1 0,0 15-793,3 29-133,1 4 111,-4 17 12,-3 15-93,3-2 0,-1 3-59,3-3 1,0 1-170,2 6 1,4 0 180,17 17-23,7-16 8,-1-21 1,7-4 47,26-4 1,6-7-4,-17-1 1,0-4-11,-1-1 0,2-2 0,-6-6 195,-5-16 0,-7-2-120,5-8 64,-18 3 0,-6 0 55,-14 6-108,-6-5-79,-12 21 265,3 9-292,-11 15-12,8 10-27,0 21 16,19-2-28,22 7 17,8-20 11,29 0-5,-25-21 0,0-1-4,1 0 1,3-2-446,11-3 0,6-2 0,-3-2 454,-4-5 0,-1-1 2,-2 4 0,3 0 0,-6-7 169,3-16 0,-9-3-75,-10 0-26,-7-4 0,-8-3 76,-24-6-28,-13-12-79,9 27 0,-2 2-10,-16-14 4,10 15 1,0 2 28,-4-2-95,-9-4-292,25 19-621,9 10-259,8 6 1194,15 17 0,-10-14 0,8 8 0</inkml:trace>
  <inkml:trace contextRef="#ctx0" brushRef="#br0" timeOffset="45166">22281 8969 24301,'-41'-24'211,"0"-1"0,2 5 0,7 13-88,8 45-39,5 11-22,8 4-40,12 1 17,18-5 45,20-8-56,-11-24 1,3-3-229,4-4 0,1-2 253,1-3 0,-1-4 28,0-4 1,-2-3 41,15-5 319,2-26-173,-30 2-56,2-21-129,-22 15 19,-9 10 1,-5 2-14,-18-6-60,6 12 1,-4 3 20,-30 3-18,-4 13-13,31 9-1,1 3-5,0 3 0,2 3 8,2 3 1,2 4-17,-15 26-12,16-7-19,15-7 0,7 1-65,19 12-16,2-11 0,4-3-40,0-10 0,5-3-687,9-1 1,5-1-1,0-1 833,9-1 0,-2-1 0,0 2 0,-4-3 0,13 0 0</inkml:trace>
  <inkml:trace contextRef="#ctx0" brushRef="#br0" timeOffset="46766">17624 9708 18537,'0'-6'4829,"0"1"-2583,0 5-2268,-8-43-18,5 40 40,-6-30-128,5 61-836,-2 8-8867,-3 26 7633,3-22 1,1 0-1,5-33 1</inkml:trace>
  <inkml:trace contextRef="#ctx0" brushRef="#br0" timeOffset="47173">19367 9466 20005,'0'-7'4380,"0"2"-3371,0 5-679,-15-60-285,10 47-73,-11-42 0,11 81-263,1 5-152,0 11-2817,4 12 3260,4-13 0,-2-8 0,3-12 0</inkml:trace>
  <inkml:trace contextRef="#ctx0" brushRef="#br0" timeOffset="47556">21291 9510 24967,'3'-43'413,"0"1"0,0 1 0,-3 13-453,-4 25 18,0 9-180,0 35-913,1 8 1115,2-7 0,0-1 0,0-2 0,2-2 0</inkml:trace>
  <inkml:trace contextRef="#ctx0" brushRef="#br0" timeOffset="47973">23961 9625 25141,'-8'38'-221,"-1"0"1,-7 10 0,-2-2 0,-6 4 0,-6 4-1</inkml:trace>
  <inkml:trace contextRef="#ctx0" brushRef="#br0" timeOffset="49424">25662 9702 19109,'0'-5'4514,"1"1"-4306,-1 4-203,-9 21-2251,-5 17 2246,-5 19 0,5-18 0,6-12 0</inkml:trace>
  <inkml:trace contextRef="#ctx0" brushRef="#br0" timeOffset="50376">27062 8729 14757,'-2'-4'6150,"0"0"-3775,2 4-2291,-5-25 39,15 18-28,8-18-16,25 26-46,15-1-208,-25 0 1,-1 0 202,21 0-11,-18 0 0,0 0 11,3 0-17,1 0 129,-25 4 73,-20 4 22,-4 7 265,0 0-102,-9 15-264,10-13 180,-9 36-168,12-8-267,3-10 0,0 3 163,2-2 0,2 3-17,5 22 0,2 1-14,-2-14 1,-1 0-281,0-6 0,1 2 0,-3-4 196,-1-5 0,-6-3-1232,-15 18 0,-9-1 1305,-6-12 0,-2-3 0,6 0 0,2-2 0,2-14 0,0 1 0</inkml:trace>
  <inkml:trace contextRef="#ctx0" brushRef="#br0" timeOffset="51900">14917 10593 22582,'36'-8'29,"-1"0"1,10 4 0,7 0-29,-7 0 1,6 0-1,3-1 1,-1 2-1424,5 1 0,2 2 0,0 1 0,3-1 1410,-6 1 1,1 0 0,2 1 0,0-1 0,2 1-182,-6 0 0,1 0 1,1 0-1,1 0 0,0 0 1,1 1 187,-5-1 0,0 0 0,1 1 0,0-1 1,1 0-1,2 1 0,1 0-46,-1-1 1,1 1 0,3 0 0,1-1 0,0 1 0,0 0 0,-1 0 0,-2 0 0,-3-1 51,1 1 1,-3-1 0,-1 1-1,-1-1 1,1 0 0,1 1 0,5-1-100,-6 1 0,2-1 1,3 1-1,2-1 1,0 1-1,0 0 1,0-1-1,-2 1 1,-1-1-1,-3 1 113,7-1 0,-2 1 0,-3-1 1,0 1-1,0-1 0,2 0 1,3 1 12,-5-1 0,1 1 0,2-1 0,1 1 0,0 0 0,1-1 0,0 1 0,0 0 0,-1-1 7,1 1 1,0-1-1,0 1 1,0-1-1,1 1 1,-1-1-1,1 1 1,0-1-1,-1 1-8,-4-1 0,0 0 1,0 1-1,0-1 1,0 0-1,0 1 1,0-1-1,0 0 1,1 1-1,-1-1-13,2 0 1,0 1-1,0-1 1,1 0 0,-1 0-1,0 1 1,1-1 0,0 0-1,-1 0 1,1 1-8,-4-1 0,-1 0 0,1 0 0,0 0 0,0 0 1,0 0-1,0 1 0,0-1 0,0 0 0,1 0 0,-1 0-2,2 0 1,0 1 0,0-1-1,1 0 1,-1 0 0,0 0-1,1 1 1,-1-1 0,1 0-1,0 0 1,0 0-2,0 1 0,1-1 0,0 0 0,1 1 0,-1-1 0,0 0 0,0 0 0,1 1 1,-1-1-1,1 0 0,-1 1-1,-4-1 0,0 0 0,1 0 1,-1 0-1,0 0 0,1 0 1,-1 0-1,0 0 0,1 0 0,-1 0 1,1 0-1,-1 0 0,1 0 1,0 0 0,0-1 0,-1 1-1,1 0 1,0 0 0,0 0 0,0 0-1,0 0 1,0 0 0,0-1 0,-1 1-5,1 0 0,-1 0 0,1-1 0,-1 1 0,1 0 0,-1-1 0,0 1 0,1-1 0,-1 1 0,0-1 1,0 1-1,0-1-1,4 0 1,1 1 0,-1-1 0,0 0 0,0 0 0,0 1 0,0-1 0,0 0 0,0 0 0,-1 0 0,1 0 1,-3 0 0,1-1 0,0 1 0,0 0 0,-1 0 0,1-1 0,-1 1 0,0 0 0,0-1 0,0 0 0,-1 1 2,5-1 0,-1 0 0,0 1 1,0-1-1,0 0 0,-1 0 1,1-1-1,-1 1 0,-1 0 1,1-1 0,-3 1 1,0-1 0,0 0 0,0 0 0,0 0 0,-1 0 0,0 0 0,0 0 0,-1 0 0,0-1 1,3 0 1,1 1-1,-2-1 1,1 0 0,-1 0-1,0 0 1,-1-1 0,0 1-1,0-1 0,3-1 1,-1 1 0,0-1-1,-1 0 1,0-1 0,0 1-1,-1-1 1,-1-1-1,4 1 1,-1-2 0,0 1-1,-1-1 1,-1 0 0,0 0-1,-1-1 2,3-2 1,0 1-1,-1-2 1,-1 1 0,0-2-1,-2 0 22,5-1 1,-1-1 0,-1-1 0,-1-1-1,-2 0-36,7-4 0,-1-1 0,-3-1 0,-1-2 7,-7 2 0,0 0 0,-3-2 0,-2-1 167,9-8 0,-3 0 0,-2-3-177,-7 2 1,-2-2 0,-3-1 307,-4 1 1,-3 0-1,-4-2-308,-4 1 1,-3-1 0,-4-1-16,2-19 0,-9 0-12,-11-4 1,-9 1 23,-2 17 0,-5 1 0,-2 0 219,-8-4 0,-4 0 0,-3 2-208,6 8 1,-3 1 0,-1 1-1,-1 0 14,-2-2 1,-1 2 0,-2-1 0,-4 0 2,-2-1 1,-5-1 0,-1-1-1,1 2 1,4 3-7,-5-3 1,4 2-1,-5-2-62,4 3 0,-5-2 0,-2-2 0,3 3 0,8 4 62,4 3 0,6 3 1,-2-1-1,-1-1 1,-3-1 0,0-1 0,3 2-29,-3-3 1,2 2 0,2 1 6,-7-5 1,-1 0-17,-1 2 0,-3-1 0,0 3 9,12 8 1,0 2-1,-2-1 2,-3-2 0,-2 0 1,-2 0-1,2 2 298,-10-2 0,0 2 1,-1 1-292,-3 0 1,-2 2 0,-1 0-54,14 4 1,-2 2 0,0 0 0,0 1 60,-3-1 1,0 2 0,0 0-1,-1 0 2,-3 1 0,0 1 0,0 0 0,2 0-2,-6 0 0,3 0 1,-5 1-3,8 1 1,-5-1 0,-1 1-1,0 0 1,3 0-159,1 1 1,2 0 0,0 0 0,-4 0 151,6 0 1,-4 0 0,-2 0-1,0 0 1,0 0 0,1 0 1,-4 1 0,0-1 0,1 1 0,0 0 1,-1 0-156,8 0 0,-1 1 0,0-1 0,0 1 0,0 0 0,-1 0 159,-1 0 0,-1 0 0,-1 0 1,1 0-1,-1 1 0,1-1-99,-3 1 1,1 0 0,-1 0 0,0 0 0,0 0-1,0 1 91,-2 0 1,1 0 0,-1 0 0,0 0 0,0 1 0,0-1-70,-1 1 1,0 0 0,0 0 0,-1 0 0,1 1 0,0-1 69,9 1 1,-1 0-1,1 0 1,0 0 0,-1 0-1,1 0 1,-1 0-3,1 0 1,0 0-1,-1 1 1,1-1-1,-1 1 1,1-1-1,0 1 3,-8 0 1,0 1 0,0-1 0,0 1 0,-1-1-1,-2 1 5,9-1 0,-1 1 0,-2-1 0,0 1 1,0-1-1,1 1 0,2-1 0,3 0 1,-11 1 1,3-1 0,2 1 0,-1-1-1,-4 1 2,5-1 1,-3 0-1,-2 1 1,0-1-1,0 1 1,3-2-1,3 1 7,-2-1 1,4 0 0,1-1-1,-1 1 1,-3-1-3,1 1 1,-2-1 0,-2 1 0,0-1 0,0 0 0,1 0-2,1 0 1,0 0 0,1-1 0,-1 1 0,-1-1-1,-1 0-9,2 0 1,-2 0 0,-1 0-1,-1 0 1,2-1 0,1 1 0,4 0-2,-3-1 0,3 1 0,2-1 0,-2 1 0,-2-1-12,5 1 0,-2-1 0,-2 0 0,-1 0 0,2 0 0,2 0 0,3 0-28,-13-1 1,5 1-1,0-1 1,-3 0 12,3 0 0,-2 0 1,-1 1-1,0-1 0,0 0 12,3 0 1,0 0 0,0 0 0,0-1-1,1 1 53,1 0 0,-1 0 0,1 0 1,1 0-1,-1 0-37,1 0 0,0 0 1,1 0-1,-1 0 0,0 0 18,2 0 1,-1 0 0,0 0 0,0 0 0,0 0-9,1 0 1,0-1-1,0 1 1,0 0-1,0-1-2,0 1 0,1 0 0,-1 0 1,1-1-1,-1 1-6,2-1 1,0 1-1,0-1 1,0 0-1,0 1 144,1-1 1,1 0 0,-1 1 0,1-1-1,0 0-139,-10 0 0,0-1 0,0 1 0,1 0 194,1 0 1,0-1 0,2 1 0,2 0-190,-2 0 1,3 0-1,-6 0 0,3 0 1,-7 1 0,-2 0 0,3 0-1,6 0-5,-1 1 0,5 0 0,-5 0-1,8 1 0,-5-1 0,-4 1 0,0 0 1,5 0-1,7 0-3,-1 1 0,6-1 1,-2 2 1,-16 0 0,-2 1 0,4-1 16,0 1 0,2-1-7,10 0 1,-3-1-1,2 0 2,1 0 1,0-1-1,1 0 348,-19 0 1,2 0-350,4-3 1,2 0 712,6 0 0,3-2-702,8-1 1,3-1 923,-17-6-847,20 1 1362,16 4-1397,10 3 1127,6 2-1317,1 2 1158,3 8-805,6 26-129,0 0 3,-1 4 0,-1 5-544,-2 2 0,-1 3 507,-1-4 1,0 4 0,-2 4-5,0 3 1,0 5-1,-2 1 1,1 0-781,-1-2 1,-1 0-1,1 0 1,-1 3 743,0-1 0,0 2 1,0 2-1,0-2 0,0-4-13,0-3 1,-1-4-1,1 0 1,0 2-331,0-2 0,0 3 1,0 0-1,0-1 1,1-2-20,0 2 1,0-2 0,0 0 0,1 2 199,-1 0 1,0 3 0,1 1 0,-1-2 0,1-6 0,0 3 0,0-5 0,0-2 0,0 14-1,0 0 1</inkml:trace>
  <inkml:trace contextRef="#ctx0" brushRef="#br0" timeOffset="56282">1327 2904 19014,'-1'-8'3142,"1"2"-2806,4-27 0,2-4 17,2 12-258,-2-15 0,4 7 34,2 32-84,-3 7 50,2 21 12,-6 10-74,-1 5-25,-7-2 1,-2 1-229,1-9 0,-1-1 203,-3 13 0,0-1 1,-5 16 44,5-21 89,4-17 74,3-16-57,1-19-95,0 1 101,0-25 17,1-1 129,0-17-92,0 23 1,0-1 223,0-1 0,1-2-122,2-11 1,0 3 124,1-12-3504,1 2 3310,-4 45-2209,0 33 2022,-2-2-248,2 21 302,-1-9 0,-1 1 59,4 24-94,-2-15 0,3 0-29,3-6 1,1-2-42,7 15-36,4-7 2229,-10-28-2294,-4-12 3479,-9-31-3387,-5-2-24,-6-24 23,-2 4 27,-1-2 53,5 1 184,4 11 597,5 12-785,3 13 109,0 8 111,0 10-221,5 9-142,2 12-3741,6 13 2155,4 11 1638,-5-17 0,0-1 1,1 3-1,2 0 0</inkml:trace>
  <inkml:trace contextRef="#ctx0" brushRef="#br0" timeOffset="56508">2260 2921 23314,'-9'-5'2405,"2"0"-2015,7 5 486,0 0-851,20-26-69,-7 21-1342,29-16-8445,-8 25 8406,-3 2 1,-10-3 0,-15-1 0</inkml:trace>
  <inkml:trace contextRef="#ctx0" brushRef="#br0" timeOffset="58649">1205 11683 17249,'1'-5'3473,"1"1"-1854,-2 4-1406,-3 4 403,-13 9-336,-6 4-62,-15 7-39,-3-2-5,-5-1 50,2-6 78,6-6 40,9-11-90,12-12-157,7-5 163,7-27-157,10 7-6,6-17-33,8 14-34,7 10-17,-5 13-22,24 11 17,-21 12-1744,13 19 0,-1 8 1704,-10 5 0,-2 11 1,-5 2-22,-16 2-30,-11-11 1,-6 7 0,-2-3-574,-7 9 1,-5 1 606,0-2 1,-4 3 0,-2-2 42,2-8 1,-2-1 0,-1-2 20,0-3 0,-1-1 0,2-2 1,-5 4 0,-1-4 131,-7-4 1,3-6 140,-1-12-140,-5-4 3062,24-44-3035,16-5-61,5-22-27,16 7-52,3 27 1,3 1-28,24-9-6,-8 19 0,3 4 1581,23 7-1715,1 7-656,-2 11-3504,-28-3 0,-1 0 4294,26 9 0,-11-3 0,-28-10 0</inkml:trace>
  <inkml:trace contextRef="#ctx0" brushRef="#br0" timeOffset="58839">1848 12177 25926,'50'-32'0,"0"0"0,-11 6 0,1 1 0</inkml:trace>
  <inkml:trace contextRef="#ctx0" brushRef="#br0" timeOffset="60824">6530 11971 21915,'-44'-17'372,"0"0"1,0-1-1,-18-4 1,6 10-177,-4 29-95,7 16-650,10 12 577,14 9-34,13 6 202,18 0-188,21-20 1,8-3-18,-3-7 1,4-3-446,16 8 1,3-3 458,-11-10 1,-1-1-6,-6-2 0,-3 2 23,8 15 16,-31-1 279,-33-3-256,-29-1-43,18-15 1,-3-2-370,-4 0 1,-2 0 352,1-1 0,-1-2-1113,3 0 0,1-1 1023,5-2 1,2-2-603,-19 1-1731,23-10 2420,21-12 0,8 6 0,6-5 0</inkml:trace>
  <inkml:trace contextRef="#ctx0" brushRef="#br0" timeOffset="61066">6927 11946 23052,'0'-6'2851,"0"2"-2621,0 4-141,-2-20-94,2 28 5,2 31-54,0-4 1,0 5-886,1 19 0,-1 3 336,0-4 1,0 0-827,-3 3 1,0-2-1605,1-2 0,-1-1-1883,0-8 1,0-3 4782,1 13 0,0-26 1,0-25-1</inkml:trace>
  <inkml:trace contextRef="#ctx0" brushRef="#br0" timeOffset="61540">6941 12647 6795,'-3'-6'9830,"1"0"-7892,-13-26 0,-4-8-863,2 5 101,-5-10 1,2-1-561,7 7 130,6 14-640,4-3 274,12 14-363,11-4-23,19 0-25,-1 8 1,3 1 874,20-4-875,-10 5 1,-1 2-38,11 1 7,-2 1-107,-8 2 162,-34 0 40,-5 1 50,-20-3 45,-10-4 222,0-4-172,0-5-101,8 5 135,2-6-168,7 11-6,2-1-28,7 6 6,19 13-17,-3 0-17,26 22 1,-11 1-249,-15-9 1,-1 2 191,-4 2 1,-3 3-26,-3 8 0,-6 1 87,-6 22-3193,-13-4 3232,-4-34 5,-3-14 208,-7-18-190,12-1 83,-10-30 200,18 15-283,1-24-18,11 13-27,8-9-23,16 1-95,15 5 694,-6 18 1,2 2-1121,-11 6 0,1 1 538,21-1 0,-3 3 0,-19 4 0,14 0 0</inkml:trace>
  <inkml:trace contextRef="#ctx0" brushRef="#br0" timeOffset="62133">8529 12291 24984,'36'-28'-431,"-3"13"0,4 6-510,-7 7 0,3 2 941,9 1 0,4 0 0,-6-1 0,9 0 0,9 2 0</inkml:trace>
  <inkml:trace contextRef="#ctx0" brushRef="#br0" timeOffset="62291">8698 12541 25718,'40'-14'-1924,"15"-3"0,3-1-773,-25 8 0,0-1 1753,9-2 1,5-2 0,-9 3 0,-6 2-1,-2 0 1</inkml:trace>
  <inkml:trace contextRef="#ctx0" brushRef="#br0" timeOffset="62773">9609 12042 25825,'25'-33'347,"-7"12"-353,-19 42-94,0 4-197,1 3-303,5 1 197,0-7-544,11 1-167,4-10 935,1-3 224,2-12 156,-7-10 275,-2-7-151,-4-1 795,-2-10-397,-5 10-118,-1-8-152,-4 10 135,-4 5-481,2 6-96,0 3-33,4 5-51,0 5-246,3 6-981,4 8-3444,10 6 4744,4-3 0,-6-8 0,-4-6 0</inkml:trace>
  <inkml:trace contextRef="#ctx0" brushRef="#br0" timeOffset="63373">11350 12070 23063,'2'-2'2476,"-1"0"-1345,-1 2-1058,-30 5-67,21 5-85,-22 6-419,30 6-1899,6-1 2397,5 2 0,-2-12 0,1-1 0</inkml:trace>
  <inkml:trace contextRef="#ctx0" brushRef="#br0" timeOffset="63549">11593 12110 22313,'3'-3'3120,"-1"0"-2364,-2 3-739,14 14-9848,-26 21 9101,20-9 1,-24 6 0,14-27-1</inkml:trace>
  <inkml:trace contextRef="#ctx0" brushRef="#br0" timeOffset="67042">12511 4294 15010,'-16'60'483,"0"0"1,1 0 0,-1 0-1,2 2 1,1-4-1,-5 2-396,-1-15 1,-5 1-1,-1 1 1,-1 1-1,-1 1-750,3-3 0,-1 3 1,0-1-1,0 2 1,-1-2-1,2-1 686,-2 3 1,1-2 0,0 0-1,-1 2 1,-2 3-113,4-4 1,-3 3 0,-2 3 0,1 1 0,-1 1-1,1-3 1,1-2 0,3-4 104,-2 2 1,3-6 0,1-2 0,-2 4 0,-3 6-50,3-6 1,-3 5 0,-2 3 0,-1 3 0,-1 2 0,0 0 0,-1 1 0,1-2 0,0-1 0,2-4 20,-1 3 0,1-2 0,0-2 0,0-1 0,1 1 0,-2 1 0,0 2 1,-3 2-91,6-7 1,-2 1 0,-1 2 0,0 1 0,-1 2 0,0-1 0,-1 1 0,1 0 0,0 0 0,0-2 0,0 0 0,1-2-44,-3 5 0,1-1 0,0 0 0,0-1 0,0-1 0,1 1 0,-1-1 0,0-1 0,1 1 0,-1 0-839,2-2 1,-1 1 0,-1 0 0,1-1 0,0 1 0,0-2 0,1 0 0,1-1 0,0-1 0,1-2 914,-4 8 1,0-2-1,1-1 1,1-2-1,1-1 1,1-1 0,1-3-1,-9 16 1,1-2-1,3-5 1,7-11-1,8-14 1,1-1 0</inkml:trace>
  <inkml:trace contextRef="#ctx0" brushRef="#br0" timeOffset="67607">11892 3503 18022,'-39'47'390,"0"0"1,0 0 0,0 1 0,0-1 0,5-4 0,0-1 0,1 0 0,-1 2 0,-1 1-1062,3-5 1,0 1-1,-1 2 1,-1 0 0,0 1-1,0 1 1,0 1 726,1 0 1,-1 2 0,0 1 0,0 1-1,1 0 1,0-1 0,1-1 0,1-2-210,-3 4 0,3-3 0,0-1 1,1 0-1,-2 3 0,-2 3 144,3-4 1,-1 3 0,-2 2 0,-1 2 0,1 0 0,-1 0 0,1 0 0,1-2 0,2-2-146,-1 3 0,1-3 1,1 0-1,1-1 0,0 0 1,-1 2-1,-1 2-199,2-4 1,0 1 0,-1 1 0,0 1 0,0 1-1,-1-1 1,2 0 0,0-1 0,0-1 295,1 0 1,0 0 0,0 0-1,1 0 1,0-2 0,1-1 0,2-1-1,0-3 1,-4 9 0,1-2-1,1-3 1,2-2 0,2-4 0,1-1-1,1 1 1,-1-1 0</inkml:trace>
  <inkml:trace contextRef="#ctx0" brushRef="#br0" timeOffset="68157">10671 3344 7274,'1'-3'5405,"0"0"-852,-1 3-3080,17 49-708,-24-2 0,-6 8-1665,6-5 0,-1 3 0,-4 1 967,-4-1 0,-4-1 1,-3 3-7,-1-4 1,-2 1-1,-3 2 1,-2 2-346,5-12 1,-1 2-1,-2 0 1,0 1-1,-1 0 1,-1 0 289,-1 4 1,-1-1-1,0 1 1,-1 1-1,-1 0 1,-2 2-227,5-7 1,-1 1 0,-1 1 0,-1 1 0,0 0 0,0-1 0,0 0 0,1-1 169,-4 2 0,0 1 1,1-1-1,-1-1 1,1-1-1,0 0 1,1-1-166,0 0 0,2-3 0,0 0 0,-1 0 0,0 2 0,-3 3 215,3-4 0,-3 3 0,-2 4 0,-1 0 0,0 1 0,2-2 0,1-3 0,4-5 0,4-5 0,-10 14 0,6-9 0,-3 5 0,5-6 0,0 0 0,-1 0 0,1 0 0,-1-1 0,1 1 0</inkml:trace>
  <inkml:trace contextRef="#ctx0" brushRef="#br0" timeOffset="68941">9491 4233 18100,'14'16'2112,"-17"29"-1935,-10-9 1,-6 6-1,-1 1-1560,-2 8 0,-2 3 0,-1 1 1423,3-8 1,-1 2 0,-1 1 0,0 1-32,2-6 0,0 0 0,-1 2 0,0-1 0,-1 1-354,-2 4 1,0 0 0,-1 0 0,-1 1 0,0 0 295,2-6 1,-1 0-1,-1 1 1,0-1 0,1 0-1,0-3-104,-1 2 1,2-2 0,-1 0 0,-1 0 0,-4 3-250,-2-1 0,-3 4 1,-4 1-1,0 1 0,0-2 1,1-2-1,3-4 310,0 0 1,2-5-1,1-1 1,0-1 0,-1 2-1,-5 6 1,-1 1 0,0 1-1,3-5 1,4-5 0,-8 4-1,1 0 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30T15:06:29.38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2848 3386 17092,'-51'6'604,"0"-1"1,0 1 0,0 0 0,-11 0 0,2 0 0,4-1-328,-4 0 0,6 0-92,15-3 0,6-1 837,0-1-989,46-8-66,41-7-49,-7 4 1,6-1-1242,-9 3 0,3 0 0,1 0 1183,6 1 0,2 0 0,0 2-53,1 0 1,1 1 0,-1 2-26,-2 0 0,0 2 1,-4 0-13,7 1 0,-4 4-343,-2 7 0,-11 6 58,-21 17 375,-25 22 190,-19-26 1,-8-3-140,-7 4 1,-2-2 331,-3-1 1,0 0 80,2-4 1,1-1 3,6-4 0,1-1 2768,-15 5-3018,21-11 1239,25-7-1244,26-11 6,26-9-96,4-4-6,-1-3 1,2-6 129,-3-4 1,-2-3-7,-1 0 0,-3-3 22,-6-3 1,-11-1 134,-23-16-81,-21 2 363,-15 5-11,-12 8-4,-3 8 77,5 9-28,8 9-148,12 7-189,10 6-31,8 8 949,9 11-1090,9 14-129,17 17-28,-11-18 0,2 1-456,2 3 0,-1 1-63,0 2 0,-3 0-1290,-4 2 0,-5 0 1251,-2-5 1,-4-1 0,-2 8 0,-4-17 0</inkml:trace>
  <inkml:trace contextRef="#ctx0" brushRef="#br0" timeOffset="2034">6018 3467 18554,'-1'-8'4257,"0"2"-3840,-23-26 1,-10-4-5619,-3 12 5377,-4-14 0,-3 4 99,-6 25 1274,6 6-1516,7 9 844,13 7-889,10 15-10,12 15-23,16 13-282,-1-23 1,4-1 287,6 2 0,3 0 2,3-2 1,2-1 19,-6-8 0,1-2 1468,3 1 0,-2-2-1445,9 10 5,-10-7 73,-26 5-33,-31-14-1,-27 4-1552,10-11 0,-4-1 1513,-1-2 1,-3-2-14,12-2 0,-1-1 0,3-1 158,-2 1 0,4-2-1612,-20-9-2464,49 0-1396,17 1 4749,16-6 0,-9 9 0,2 0 0</inkml:trace>
  <inkml:trace contextRef="#ctx0" brushRef="#br0" timeOffset="2706">6233 3239 25903,'-1'4'28,"6"17"-73,-1 24 1,2 11-1122,2-2 0,2 0 727,1 5 0,0 2-421,-1-2 1,-1-1-412,-1-5 1,-2-3-148,-1-10 1,-1-3-1641,-1 12 242,-2-25 513,-5-22 1977,1-9 2712,-10-27-581,5 11 2900,-15-34-2179,5 21-734,-7-16-458,3 11-405,4 3-627,7 10 74,2-7 798,9 19-1174,19-16-28,-2 20-37,11 0 1,5 1-93,17 0-99,-13 4 1,1 1-25,25-1 56,-7 3 140,-6 0 135,-22 1 33,-7 0 296,-17-4-27,-5 0 6,-4-5-163,-2 5 425,-6-3 36,6 5-405,-4-1-285,8 4-1,0 1 28,6 9-5,7 10 0,10 16-11,3 1-43,0-1 1,0 5-62,-5 2 0,-2 1 126,2-2 0,-3 0 19,-5-1 1,-7-5 75,-10-8 112,-7-13 303,-6-31-174,9-8-11,3-27-90,18 0-112,11-5-295,-5 30 1,2 1 148,3 2 1,3 2-155,2 3 1,2 2-583,2 3 0,2 3 759,2 2 0,-1 3 0,5-1 0,-6 5 0</inkml:trace>
  <inkml:trace contextRef="#ctx0" brushRef="#br0" timeOffset="3741">7749 3475 20285,'-6'0'3568,"0"0"-3462,6 0-369,0 0-4817,62-8 4295,-19 5 200,4-1 0,4-1-2293,-3 4 1,-2 1 2877,-5 1 0,-2-1 0,-3 0 0,-4 0 0,3 2 0</inkml:trace>
  <inkml:trace contextRef="#ctx0" brushRef="#br0" timeOffset="3908">7929 3802 25758,'31'-12'-1504,"0"1"1,6-1 0,2 1 1503,3 1 0,-2 1 0,15-3 0,-25 5 0</inkml:trace>
  <inkml:trace contextRef="#ctx0" brushRef="#br0" timeOffset="5674">9660 3459 15866,'-2'-6'5113,"1"2"-3471,1 4-1205,-64-59-969,27 45 599,-7-16 1,-2 6 4,3 34 187,5 11-281,10 8 145,15 21-112,19-9-3266,7 3 3258,9-20 0,4-3-15,17 11 41,-11-8 1,2-1-33,-7-4 0,-1-2-2,18 16 22,-16-6 39,-18-3 78,-35 2-78,1-9 3,-5-5 0,-4-3 41,-23 1-64,20-5 1,-2 0-18,0-2 1,1-2-28,3-2 0,1-1-166,-24-7-918,13-8-1791,18-5 2883,12 1 0,11 8 0,3 6 0</inkml:trace>
  <inkml:trace contextRef="#ctx0" brushRef="#br0" timeOffset="6033">9974 3940 24715,'0'-51'392,"0"0"1,-1 8-1,1 2-230,0-4 1,0 1-1286,0 6 0,0-1 1204,0-17 1,-1-2-7,-1 12 1,0 2-1366,-3 2 0,-1 2 1380,-2-6 1001,-5 6-1057,7 31-100,1 2 13,3 15 911,1 15-875,5 26 0,0-16 0,0 6 557,3 8 0,1 5 0,0-2-893,1 11 1,1 0-119,-1-8 0,0 4 1,1-4-1500,3 8 1,0-6 760,-4-19 1,0-1-3100,3 4 1,0-6 3585,-1-11 1,-1-4-1,-6-12 1</inkml:trace>
  <inkml:trace contextRef="#ctx0" brushRef="#br0" timeOffset="6491">10016 3804 22844,'-40'-30'-64,"0"1"1,4 0 0,17 6-604,41 15 236,6 0-2354,10 1 1,2 2 2319,6-1 128,7 0 0,3-3 214,-19 1 0,-3-2 531,1 1 1,-2-2 175,11-10 687,-36 1 11,-11 6-77,-5-3 223,-8-2 2653,2 5-3806,0 1 134,5 5-297,4 4-280,11 16 140,3-2-12,12 17-77,16 10 35,-14-16 1,1 2-245,7 7 1,0 1 162,-3-1 1,-2 2-1577,-6 2 0,-4-1 1745,-2 10 94,-21 0 102,-13-31 117,-6-2 247,-3-25 20,9-7-272,5-18 3201,10 10-3347,7-11-78,9 9-158,25-18-284,13 9-782,-12 18 1,1 3 371,-8 6 1,2 4 761,16-2 0,-2 2 0,-12 4 0,16-1 0</inkml:trace>
  <inkml:trace contextRef="#ctx0" brushRef="#br0" timeOffset="6707">11266 3770 21271,'-11'4'2179,"2"-1"-510,9-3-2010,0 0-236,-7-31-762,10 24 1415,4-23 0,1 30 0,5 0 0</inkml:trace>
  <inkml:trace contextRef="#ctx0" brushRef="#br0" timeOffset="7689">11830 3523 22397,'-2'-53'876,"0"-1"1,0 1 0,0-11-1,-2 8-490,-6 23 1,-1 6-213,-2 4-169,-4 0-33,10 18-11,4 24 5,3 17 14,1-2 1,2 5-643,1 9 1,1 4 459,2 10 1,0 1-7,-1-11 1,0 3-680,-1-1 0,-1 4 1,-2-1-1661,-5-7 0,-1-1 0,-1-1 883,2-1 1,0-2 0,-3-2 517,-6 13 1,-5-15 1302,-7-28 2274,2-29-672,8-3 3349,6-42-2778,5 9-1688,2 13 0,0-2-43,0 6 1,1 2 357,2-29-615,-1 17 145,3 1 695,1 26-1283,15-13-123,10 18 68,8-3-253,19 7 0,5 1 297,-26 4 0,1-1-161,6 0 0,4-1 1,-4 0 241,-5 0 0,-4-1 48,-1 0 0,-3-1 451,20-8-155,-17 3 102,-16 3-135,-13 5-107,-9 2 35,-8 8 635,-1 2-519,-17 23-189,8 1-68,-7 17-11,17-5-17,12-5 40,16-6-23,2-11 107,17-4 195,3-11-106,0-7 510,12-33-645,-29 11 102,1-31 27,-37 9-173,1 9-40,-16-6-38,7 27-68,3 6-112,6 5-313,7 7-723,4 7-1921,14 7 3142,15 8 0,-9-9 0,6-3 0</inkml:trace>
  <inkml:trace contextRef="#ctx0" brushRef="#br0" timeOffset="8274">12972 3105 23405,'0'-7'2974,"0"2"-2509,0 5-465,-33-23 6,14 45-23,-28 1 11,32 14 1,5 9-606,-3 4 1,1 2 568,0 4 0,0 0-28,3-1 0,1-1-232,2-6 1,4-2 189,3-9 0,6-3-184,13-7 1,5-6 161,25-2-1328,-12-15 1,1-7 1455,-7-6 0,-1-5 28,0-2 1,-2-3 344,-3-2 0,-2-2-314,-3-2 1,-3-1 63,11-25-1805,-9 6 1973,-8 12 14,-7 15-209,-9 11 2205,-4 12-2267,-6 10 82,-1 12-88,5 11 3382,6 5-3399,7-9 18,21 11-12,7-19 17,21 7 22,4-19-3419,-11-7 3425,-11-11 0,-1-4 50,7-9-45,-12 1 1,-2-2 78,2-21-5,-14-4 21,-17-10-10,-20 3-62,-11 6-34,-12 12-16,3 16-45,3 8 3364,5 9-3421,7 8-83,7 7-666,8 18 229,7-7-1670,16 20-4217,13-11 6475,7 1 0,-7-15 0,-9-12 0</inkml:trace>
  <inkml:trace contextRef="#ctx0" brushRef="#br0" timeOffset="8783">13799 3423 18150,'3'-5'5886,"0"1"-3848,-3 4-1976,-3-32 69,-4 38-131,-1-15 67,0 51-67,7 7 5,11-16 1,5 0 0,12 10 2,-4-18 0,2-4 26,17-8-6,-9-8 39,16-17 12,-17-3 44,13-13 202,-18-1-263,-8 6 39,-4 0 55,-9 11-116,0 3-24,-6 8-10,-4 12-28,-3 7 38,-1 25-44,14-4 28,0 0 12,24-12-1,3-17 6,16-1 27,4-11 80,4-18 44,-14-17-17,-11-9-50,-20-6-45,-17 10 5,-14 1-61,2 15-5,-13 0-51,11 15-101,0 2-269,7 4-1125,10 13 677,8 0-3221,19 16 4095,2-7 0,-3-2 0,-8-7 0</inkml:trace>
  <inkml:trace contextRef="#ctx0" brushRef="#br0" timeOffset="9383">14958 3504 20324,'-4'0'3781,"1"-1"-1960,3 1-1749,-60 4 74,46 2-28,-45 4 44,65 2 146,10 2-78,6-4-46,12-2-105,-9-7 10,11-8-5,-2-7-5,8-7 33,6-13-90,-18 9 17,4-13 40,-24 15-34,-1-6 16,-16 0 6,-21 4-50,5 9-11,-19 5-29,15 14 35,-8 8 4,-7 17-38,9 7 11,4 3 5,14 7-16,15-5 16,9-10 1,4 0-1,21 19-1696,-7-23 1,3-3 1692,-2-7 1,1-3 8,17 4-6,7-8 12,-7-14 16,-3-5-5,-6-5 22,-10-21-27,-15 13 32,8-27-4,-7 10 3447,9-19-3434,-6 29 0,0 1-8,12-17-6,5 9 56,17 11-67,-1 14-31,-17 7 1,0 3-4,18 17-11,-21 5-137,-10 8 0,-3 2-148,-3 2-583,-1 4 0,-1 1-2660,-5-5 3545,1 15 0,-5-30 0,0 0 0</inkml:trace>
  <inkml:trace contextRef="#ctx0" brushRef="#br0" timeOffset="10540">16502 3219 19926,'16'-56'1452,"0"0"1,-3 6-1,-5 7-1078,-10 14-161,-13 10-86,-5 15-93,-11 10 16,-10 15-33,15-3 0,0 4-275,-3 5 0,-1 4 269,1 4 0,1 3-11,2 2 0,4 1 36,4-1 0,5 2-90,7 5 1,5-2-8,7 15-43,8-22 0,7-4-594,26 1 424,-13-16 0,3-3-46,5-3 1,2-4-42,2-4 0,-1-2 55,0-4 1,0-5 207,4-6 0,-3-3 123,-15 4 0,-3-2 90,7-9 0,-4-3 272,-5-13 117,-2-14 123,-13-2 263,-10-3-677,-5 22 62,-7 2-175,-4 27 496,-5 4-574,-3 15-3289,-8 22 3267,10-5 127,-5 24-116,15-16-11,3 9-28,7-6 45,12-6 5,-2-16 34,14-7 12,0-17 3380,13-9-3292,1-11 141,7-16-101,-14 4-89,-5 1 254,-10 8-109,-9 12-39,0 2-96,-5 8-117,-3 6 0,-1 4 0,-5 9 0,1 7-5,0 11-18,1 16 12,6-14 6,8 14 16,10-21-6,12 1 7,10-11 4,17-12 12,-4-14 0,-3-4 40,-5-18 38,-16-4-1713,-12 5 1,-2-4 1808,1-26-96,-5 1 72,-17-2-66,1 34-17,-5-12 151,3 15-111,4 7-102,9-1-55,2 13 3318,10 9-3301,9 14 27,8 15-22,-6-1 0,1 7-30,-8-1 0,-1 4 1,-2-2-41,4 9 0,-4-1-56,-4 9 0,-8-4-306,-18-8-3324,-22-17 3756,10-23 0,-2-1 0,17-12 0</inkml:trace>
  <inkml:trace contextRef="#ctx0" brushRef="#br0" timeOffset="10934">17943 3366 26329,'6'63'582,"16"-15"-531,20-49 33,15-10 61,-6-18-83,-3-9-427,-24 12 0,-4-3 421,2-25 28,-10 2 199,-11 15-216,-20 0 133,-4 19-132,-16 0 10,4 14-11,2 11 342,10 2-386,-3 18-1,2 20-33,5 8-158,9-18 1,5 1 126,8-4 0,3-2-65,9 21-344,9-15 1,7-2-281,-7-15 0,3-2-1182,11 8 0,1-4 1913,19-4 0,-24-12 0,-15-6 0</inkml:trace>
  <inkml:trace contextRef="#ctx0" brushRef="#br0" timeOffset="11175">18723 2911 26973,'-56'11'61,"1"0"1,6 1 0,8 10-71,19 18 1,10 8-850,1-1 0,5 0 833,5 3 0,4-1-6,0-11 0,5 0-249,18 15 0,9-4-193,-4-17 0,6-2-496,-2-3 1,3 0-1,2-3-1353,16-1 1,1-7-2595,-2-5 1,-2-4 3826,-14-5 1,-3-1 0,8-3 0,-32-1-1</inkml:trace>
  <inkml:trace contextRef="#ctx0" brushRef="#br0" timeOffset="11357">19314 2844 16722,'-11'-58'868,"0"0"0,2 8 1,2 9 2029,2 13-2747,3 17 1310,4 16-1438,1 6 38,19 48-53,-9-26 1,2 3-59,8 21 1,1 3 0,-7-20 1,-1 1 0,-1 3-755,-3 4 1,-1 5-1,-1 1 1,-2-4 802,-2-3 0,-1-2 0,0-1 0,0 7 0,0 0 0,-5-9 0,-9-1 0</inkml:trace>
  <inkml:trace contextRef="#ctx0" brushRef="#br0" timeOffset="14508">1960 5592 19680,'-47'-6'1238,"0"-1"0,5 3 0,10-3-1025,21-2-197,11 0-72,31-5-95,21 7 0,8 3 67,-15 2 0,2 1-86,-1 1 0,2 1 1,-7 7-30,-9 10 0,-7 4 65,3 11-74,-35 30 157,-30-14-482,7-16 1,-4 1 574,-4-1 0,-3-1 109,-5 5 0,-1-2-290,11-7 1,1-2 191,5-3 0,2-1 70,-3 4-61,20-14 270,11-2-232,37-17-100,19-11-6,-24 6 1,1-2 281,9-5 0,0-3-268,-9 3 1,0-2 30,6-5 0,-1-2 25,-7-1 1,-4-1 22,-7 0 0,-5-3 67,-8-10 0,-6 1 3,-7-17 55,-7 17 1,-5 3 291,-18-4-173,10 15 0,-1 2 613,-15-6-675,5 8-202,22 18-27,9 3-24,8 9-4,22 19-1,15 10-31,-5-5 1,1 1-26,-6-7 0,1 2-394,2 6 0,2 4 0,-5-2-333,-5-6 0,-4 3 772,3 11 0,0 8 0,-5-9 0,-6-1 0,-3 20 0</inkml:trace>
  <inkml:trace contextRef="#ctx0" brushRef="#br0" timeOffset="19081">5752 5303 7727,'0'0'0</inkml:trace>
  <inkml:trace contextRef="#ctx0" brushRef="#br0" timeOffset="19834">5752 5303 9729,'31'-53'5753,"-10"2"-2214,-31 5-2833,0 11-1195,0 10 556,3 13 1039,4 6-1073,6 26 2241,1-2-2262,8 37-7,-1 4-8,-1 0 1,0 2-1004,-1-15 0,0-2 997,0 7 1,0-4 8,4-5 2398,-5-16-2365,0-11 7,-2-3 105,9-23-38,3-11 27,12-21 51,0-6-68,-5 7 23,-11 10 0,0-1-56,2-12-64,-4 12 0,-1 1-15,1-2 2984,2 3-3028,-3 21-39,5 3-40,7 10-347,14 14 197,-7 0-365,16 15 5,-13-9 18,21 1 481,6-15 162,1-15 46,-2-16 122,-17-8 107,-7-2 45,-11-1 1,-9 5-18,-9 2-51,-6 7 34,-31 14-291,3 15-33,-22 19 10,28-2 1,4 3-12,-7 24-2,13-21 0,5 0-15,9 15 1,13-11 22,25-12 22,2-12-11,4-11 17,-1-13 40,-12-10 116,6-17-100,-18 8 124,-5-27-152,-17 30 22,-6-23 0,-13 12-38,-3 3-29,-2 5-17,-3 12 1,14 12-29,-6 1-78,11 14-554,0 13-696,8 6-1959,9 12 3321,14 3 0,-8-20 0,2-1 0</inkml:trace>
  <inkml:trace contextRef="#ctx0" brushRef="#br0" timeOffset="20341">7121 5189 18781,'-28'-27'157,"10"2"1114,3 46 0,2 16-1259,-1 23-46,6 0 34,7-5-34,28-16 29,4-22 16,10 0 11,7-16-16,-9-11 22,-10-2 0,0-2 0,8-10 67,7-18 90,-25 3 1297,-3 7-1337,-7-5 63,-14 22-164,1 4 844,-8 12-866,2 11 3370,0 3-3392,1 12 6,8 7-45,9-1 27,4-2-27,32-11 45,-13-13-12,4-3 1,3-3 16,-1-9 0,0-3-194,-1 1 1,0-4 207,4-6 0,-5-4 82,7-21 55,-15-3 12,-13 2 23,-18-5-197,-10 12 0,-17-3 0,5 20 0,0 4-119,11 11-552,8 8-4403,6 10 4226,5 4 0,0-2 0,1-4 0</inkml:trace>
  <inkml:trace contextRef="#ctx0" brushRef="#br0" timeOffset="21183">8173 5322 14514,'-1'-6'5701,"1"1"-2766,0 5-2901,-1-46 804,2 41-793,1-29 383,3 51-388,7 18 1367,4-9-1384,2 5 61,19-9 11,-5-15 17,16-3 17,-6-15 117,2-18 45,-11-17-151,-7-7-39,-15-6 11,-12 8 23,-7 4 10,-6 8-16,-5 10-34,-6 12-33,-5 9-45,-4 15-17,-5 11 11,3 19-17,3 13 6,19 0 0,7 3-9,5-12 1,4 1-317,5 15 1,9-4 313,6-18 0,7-6 5,5-3 0,5-4-11,4-5 1,3-5 2,3-4 0,2-5 8,1-6 1,-1-5 5,1-3 0,-1-5 14,-3-5 0,-2-5 2,-2-2 1,-5-5-474,-3-3 0,-5-4 485,-5-5 0,-3-4 0,-5-5 0,-3-2 17,-4-3 0,-2-1 25,-3 2 0,-3 0 33,-2 7 1,-3 3 18,-2 9 0,-3 3-122,-10-11 0,-3 25 0,-2 23 566,3 25-566,1 29 0,6 5-467,7-11 1,4 5 466,4-9 0,3 1 0,0 2-236,1 2 1,-1 2 0,3 1-1135,0-5 1,2 3-1,0-1 1,0-3 1369,2 5 0,0-3 0,-1-4 0,1 4 0,-1-6 0,4 10 0</inkml:trace>
  <inkml:trace contextRef="#ctx0" brushRef="#br0" timeOffset="22865">9676 5147 16807,'0'-5'5136,"0"2"-3517,0 3-1048,-20-62-179,12 44-317,-3-16 1,1 5-53,6 27 16,3 9 11,0 8-22,3 12-11,4 8 0,4 5-6,9 2-5,5-1 10,6-2-16,-4-10-22,13 9-40,-15-18-145,5 7-202,-16-13-100,-14-4-51,-13-3-62,-11-4 89,-8-2 147,2-9 151,7-10 235,11-14 257,10-11 276,9-5 206,1 4 62,-1 10-112,-3 12-252,-4 9-191,-8 9-83,-18 30-135,5-7-14,1 6 0,1 3-3,-5 16-148,9-15 1,0 2-55,3 1 1,1 0-538,-6 20 728,11-17 0,1-2 0,2-9 0,0 11 0</inkml:trace>
  <inkml:trace contextRef="#ctx0" brushRef="#br0" timeOffset="23098">10628 5088 22571,'-4'-3'3052,"1"0"-2945,3 3-298,16-39-655,29 27-613,-9-8 0,4 1 1299,18 16 1,-2 7-1,-22-4 1,-2 1-1,27 2 1</inkml:trace>
  <inkml:trace contextRef="#ctx0" brushRef="#br0" timeOffset="23275">10738 5323 21525,'-3'0'3209,"0"0"-1521,3 0-1749,12-10-259,21 1-1567,26-9-3029,-20 11 1,0 1 4041,21-3 1,-19 3-1,-29 5 1</inkml:trace>
  <inkml:trace contextRef="#ctx0" brushRef="#br0" timeOffset="23707">12275 4924 16474,'1'-8'5085,"0"1"-3114,4-55-1696,-4 44-12,1-18 1,0 6 222,-2 26-486,-1 9 5,0 2 126,-2 35-607,2-7-118,2 16-5231,17 5 5825,10-19 0,-6-2 0,-2-17 0</inkml:trace>
  <inkml:trace contextRef="#ctx0" brushRef="#br0" timeOffset="23841">12548 4989 26525,'14'-51'-163,"-2"20"-772,-14 64-4095,7 8 5030,4-2 0,-1-14 0,-1-11 0</inkml:trace>
  <inkml:trace contextRef="#ctx0" brushRef="#br0" timeOffset="33724">13349 5426 18162,'-13'-60'1293,"1"1"1,0 5 0,-3 10-649,-12 16-292,-1 12-163,-1 10-72,0 13-40,-4 11-22,-2 14-11,-1 12-11,3 8-23,7 1-5,12-5-12,8-14 6,9-9 22,25 3 29,3-14 33,24 5 45,-7-21 61,-2-9 292,-1-16-90,-15-6-224,-9-2 123,-15-6-5,-5 5-12,-4-5-33,-1 9-34,-2 11-184,2 12-57,1 7 23,2 13-6,3 10-168,5 25 1,0-10-528,8 25-755,1-16-513,-4-16 0,1 1 1980,12 22 0,-9-20 0,-5-13 0</inkml:trace>
  <inkml:trace contextRef="#ctx0" brushRef="#br0" timeOffset="34190">13864 5350 19176,'-5'-5'3971,"1"1"-3058,4 4 140,0 0-1014,-46-40-16,35 36-7,-35-26-4,50 49 21,6 3-5,9 0 17,7-4 11,4-5 79,8-7-73,-12-6 61,7-7 22,-15-9 23,4-9-39,-8-6 73,-8-9-135,-7 13 95,-18-6-111,-2 23-34,-8-1 16,-5 12-10,13 3-7,-18 14 1,16 5-17,-6 15-11,15 2-84,13 17-79,14-3-1774,0-23 0,4 0 1500,16 9-434,-6-16 0,4-1-4034,3-3 1,1-2 3091,17 11 0,-3-7 0,-40-19 0</inkml:trace>
  <inkml:trace contextRef="#ctx0" brushRef="#br0" timeOffset="34406">14518 5339 22347,'0'-5'3623,"0"1"-3141,0 4-381,-45-18-73,27 31-28,-32-6 0,44 38-51,3-8-481,10 23-1596,9-5-511,-5-24 1,1 0 1790,15 17 0,-13-27 0,-6-12 0</inkml:trace>
  <inkml:trace contextRef="#ctx0" brushRef="#br0" timeOffset="34574">14626 5079 17417,'-7'-17'0,"2"4"0</inkml:trace>
  <inkml:trace contextRef="#ctx0" brushRef="#br0" timeOffset="34951">15266 5169 22995,'-45'18'318,"-1"-1"0,1 0 0,4-1 0,0 1 0,7 2-223,3 7 0,8 2 7,-7 27-13,19-5 284,27-7-323,7-20 73,31 2-50,-7-16-23,9 2 152,-14-20 0,-3-7-1,-3-6-103,-4-1 0,-5-2-14,-14-5 62,-8-12 61,-14-2-123,-4 0 70,-10 1-115,-3 20-45,-1 10-27,3 8-89,3 11-85,7 2-1283,3 23-2106,12-1 3596,4 9 0,2-18 0,0-9 0</inkml:trace>
  <inkml:trace contextRef="#ctx0" brushRef="#br0" timeOffset="35523">15742 5278 11026,'-6'-6'1137,"2"0"-391,4 6-1430,0 0 1776,0-13 768,0 8 520,2-12-223,0 11-528,2-4-446,0-2-332,1-1-201,-1 2-158,1 1-77,-3 4-102,1 2-71,-2 2-80,-1 1 17,-4 10 12,-3 6-18,-6 14-38,-1 8-62,1 6-17,4 2-23,7-2 23,14-5 23,15-6-29,17-7 28,15-7-36,-26-12 0,2-2 3,-1-2 0,1-3 30,-2-3 1,-2-2 148,24-14-3196,-9-21 3107,-20 9 49,-8-23 1,-20 12-68,-8-11-16,-7 5-50,-3 9-51,4 12-12,5 11-553,4 7-1054,5 9 2462,1 7 0,1-2 0,0 4 1</inkml:trace>
  <inkml:trace contextRef="#ctx0" brushRef="#br0" timeOffset="35957">16580 4832 26413,'-21'38'-8397,"-1"12"8397,8 10 0,5-19 0,3-17 0</inkml:trace>
  <inkml:trace contextRef="#ctx0" brushRef="#br0" timeOffset="36734">16780 4853 26183,'48'-40'146,"-8"17"-152,-35 53-44,-2 12-505,-13 12-1585,1-23 1,-2 0 2139,-16 25 0,7-19 0,7-16 0</inkml:trace>
  <inkml:trace contextRef="#ctx0" brushRef="#br0" timeOffset="40291">5420 4227 13397,'-6'0'3747,"2"0"-2018,4 0-1151,82-15-361,-44 12 0,3 1-930,11-3 1,7-2 0,-1 2 748,-6 3 1,0 1 0,1 0-507,5 0 1,1-1 0,1 0 520,2 0 0,0-1 0,0 0-3,0 0 1,-1-1-1,0 0-415,-3 0 0,0 0 1,-2 0 378,-5-1 1,-1 0 0,-2 0-161,15-2 1,-5 1 146,-14 0 1,-4 1 1174,8-2-1155,-31 4 1822,-32 3-1987,-22 0 83,6 0 1,-2 1 374,-8 0 1,-1 0-381,-7 1 1,-2 0 12,-5 1 0,-1 0 24,14 0 0,0 0 0,-1 0 3,-3 1 0,-1 0 1,0 0-259,-4 1 0,0 1 0,-1-1 327,-2 1 1,0 1 0,-1-1 92,1 1 0,1-1 0,-1 1 34,4 0 0,0 0 0,2 0 43,-15 2 0,3 0-98,13-2 0,6 0-48,-10 3 94,31-5 109,33-3-89,25-1-155,-5-3 1,4-1-264,13-2 1,4 0 250,-11-1 0,1 0 1,2-1-12,5 0 1,2 0-1,0 0-6,2 0 0,1 0 0,0 0 1,-1 0 0,0 0 1,-1 1-1,-2 0 0,-1 0 0,-2 1 40,6-1 0,-1 0 260,10 0 0,-3 1-294,-26 3 0,-2-1-1,9 0 1,-2 0-131,-5 1-55,-19 1-306,-13 2 412,-15 4 43,-18 7 1,13-4 0,-6 2 0</inkml:trace>
  <inkml:trace contextRef="#ctx0" brushRef="#br0" timeOffset="929613">2005 8831 10640,'10'-54'1638,"-1"0"0,1 0 1,0 0-1,1-10 0,-2 1 1,-7 7-287,-10 6 1,-5 7-1145,-11-8-63,-12 30-58,6 28 0,-4 11-41,-2 7 1,-4 8 0,1 4-869,6-4 1,0 3-1,0 1 1,1 0 821,-9 11 0,0 0 0,5 2-8,4 6 1,4 2-1,7-1-627,9-11 1,5-1-1,2-1 595,2 0 1,1-1 0,5 0-8,3 1 1,5-1-1,5-7-242,17 0 1,7-9 234,-6-7 1,3-6-31,16-3 0,4-8 45,-16-8 0,2-4 0,0-1 46,1-1 1,0-1-1,0-2 6,-2 0 0,-1-2 0,-1-4 17,4-9 0,-1-4 0,-6 2 3,-7 6 1,-1-1 18,3-5 0,2-4 1,-4 3 31,-8 3 0,-3 0 25,1-1 0,-3-1 194,-1-13-236,-24 25 1556,-7 14-1595,-24 24-6,13 3 1,0 4-35,0 1 1,1 2 8,-2 8 1,4 1 225,9-7 1,7-1-241,11 25 6,9-18 11,31-7 14,-9-23 0,2-5 3,1-2 0,0-4-206,10-5 1,-2-5 210,-11-5 1,-4-4 5,14-16 22,-24 11 1,-4-1 49,0-19 46,-10 11 0,-5-1 44,-9-23-106,-2 27 0,-4 3 6,-10-4 3191,-13 7-3091,-17 19-173,16 6 118,-13 9-230,24 21 664,13-8-861,-4 25-649,24-6-3975,5-5 1,3 1 3594,6 8 0,6 0 0,-22-34 1</inkml:trace>
  <inkml:trace contextRef="#ctx0" brushRef="#br0" timeOffset="930345">3008 9336 25634,'-4'-45'121,"-1"1"1,9-16-1,6-1-96,10 5 1,2 0-317,-7 17 1,0 0 0,-1-3 308,-1-2 0,-1-4 0,0-1 0,-1 4-673,-1 0 1,-2 2 0,1-2 665,3-17 0,0-3 0,-3 6-3,-1 6 1,-3 4 109,-4-3 1,-4 5-35,-8 6-17,-7-3-33,-5 37 339,-3 21-356,-2 22-23,13-6 1,2 6 450,-1 12 0,1 4-462,5-9 0,1 2 0,1 1-413,0 7 0,2 2 0,1 0 385,0 4 0,2 1 1,1-1-68,3 0 0,1-1 0,2 0-107,2-4 0,1 0 1,3-3-133,2-5 0,3-2 0,1-3-306,3 5 1,4-5 48,7-3 0,5-7-447,-1-13 0,1-7 775,1-4 0,0-6 319,5-9 1,-3-8 156,-8-8 0,-4-7-578,5-13 0,-3-1 569,-10 14 1,-2-1 1296,5-19 1,-5 4-690,-13 19 385,-9-7-704,-22 49 221,-10 15-546,0 11-50,9 2-56,13-3-23,17-7 3380,18-9-3380,5-12-17,9-11 1,5-7 2,-8-2 1,3-4 4,8-8 0,5-5 0,-4-2-516,1-6 0,-4-5 519,-5 1 1,-1-3 0,-5 1-11,-7 0 0,-4-3 10,-3-8 1,-2-5 0,-2 5-3,-3 8 0,-2 0-436,1-17 1,0-7 0,-4 6 454,-6 15 1,-3 1 27,-1-16 1,-4 3-116,-4 23 0,-2 5 217,-19-12-40,-1 20-73,3 16 852,3 24-874,4 24-20,15-8 1,2 6 414,1 11 0,3 3-435,0-8 1,3 4-479,4 6 0,2 5 0,2-3 396,0-15 1,1-3 0,2 3-113,4 15 1,2 4 0,2-5-131,1-13 0,2-3 0,1-2-528,12 11 1,6-5-2414,-3-18 0,3-4 0,-1-3 3065,0-1 0,-1-4 1,0-4-1,-7-4 1,-20-7-1</inkml:trace>
  <inkml:trace contextRef="#ctx0" brushRef="#br0" timeOffset="930662">4658 9042 25007,'-33'5'199,"0"-1"0,-17 5-82,60 2-55,14-5-17,17-8-17,11-11-23,5-11 3,-24 6 1,-3-4 22,-4 0 0,-4-2 25,13-22 61,-21 5 51,-22 15-16,-11 12-63,-4 6 185,-27 29 1,-2 12-269,12 6-147,-8 4 0,7 4 130,31-2-168,13-8 0,7 0-1200,17 10-2119,-2-14 1,4-3 3497,24 4 0,-16-17 0,-15-9 0</inkml:trace>
  <inkml:trace contextRef="#ctx0" brushRef="#br0" timeOffset="931712">5466 8972 21903,'1'-42'816,"1"-1"0,-2 5 0,-5 10-524,-18 26-91,-10 14-55,-8 16-79,18-6 0,0 3-285,-2 6 1,1 2 239,-1 6 1,2 4-14,5-1 0,1 5 1,4-3-41,1 5 0,5 0-28,3 12 1,13-6-38,13-27 1,8-8-34,10-4 1,6-8-24,7-7 1,2-5-1488,-9 0 1,1-5 1548,-1-7 0,3-4 1,-3-3 63,1-4 1,-1-3-220,-3 0 0,1-3 0,-3-2 263,-9 2 1,-4-1 0,-1-2-1,-1-2 1,-3-3 0,-1-1-295,-1-2 1,-2-2 0,-2 0 347,-1-1 1,-2 0 0,-1 1 5,1-7 1,-3 0 165,-1-11 1,-6 5 147,-10-4-204,2 24 0,-4 3 2527,-14 7-2519,1 17 938,-10 54-1084,11 10-42,8-3 1,2 6-68,5-1 1,3 2 41,0-14 0,1 0 1,1 1-55,1 2 0,1 0 0,1 0-269,0 1 0,1 0 0,1 0-69,2-3 0,2 0 0,0-1-591,7 15 1,3-2-519,0-11 0,1-5-2918,17 13 1972,-13-29-1474,-10-31 6335,-25-30-677,0-1 159,-6 7 0,-3-1 2534,-17-17-3321,14 19 0,-1-1-361,1 3 0,-1 1 294,-16-20 554,8 15-1266,11 13-223,9 10-68,16 6-22,20 3-16,26 1-4,-13 0 0,3 0-609,9-1 1,3-1 586,4-1 0,1-1 25,0-1 1,0-3-327,-5-1 1,-2-2 350,1-5 0,-4-2-111,-14 3 1,-3-1 164,20-15 89,-29 4 85,-16 8 1460,-5-4-1282,-8 7 683,-8 5-840,-7 6 254,-3 13-444,-2 9-22,1 16-57,12-4 1,3 2-11,-4 30-287,9-29 0,3 0 253,2 2 0,4-2-342,5 21-5,-1-21 0,1-1-1099,13 23-2071,3-13 2775,4-16 0,-13-13 0,-1-9 1</inkml:trace>
  <inkml:trace contextRef="#ctx0" brushRef="#br0" timeOffset="931878">6874 8519 20319,'-5'-5'2285,"2"1"-2470,3 4-902,0 0-4811,3 22 5898,9 0 0,-6 4 0,6-10 0</inkml:trace>
  <inkml:trace contextRef="#ctx0" brushRef="#br0" timeOffset="932262">7332 8818 25461,'-45'-6'127,"0"-1"0,-10 21 0,8 11-99,18 30-370,8-17 0,3 1 326,13 23-7,21-20 29,2-1-12,30-7 1,3-20 24,-11-9 1,0-4-20,-6-5 0,-1-4 22,2-4 1,-2-3 5,2-14 47,-16 2 1,-4-4-6,-7 0 0,-6-2 8,-1-11 1,-5 0-21,-4 6 1,-5 3-6,-4 4 0,-3 5-8,-10-1 207,-11 9-247,20 14 38,-13 14-312,24 9-532,1 15-23,14-6-9007,26 19 8869,-12-25 1,8 6-1,-21-22 1</inkml:trace>
  <inkml:trace contextRef="#ctx0" brushRef="#br0" timeOffset="932839">7935 8857 19137,'1'-6'5041,"0"2"-3221,-1 4-1713,-18-9-68,8 18 39,-23 21-44,18 17-29,5-14 1,2 2-6,6 27-5,8-26 33,5-4 33,10-29 12,12-19 0,5-9-37,-12 4 1,-2-2 2,10-14-11,-14 12 0,1-1 11,-1 1 0,0 0-16,20-18-23,-4 7 5,-3 24 1,-13 17-29,11 11 54,-10 8 0,-1 4-34,0 2 0,-2 0 3,2 1 0,-1-1-6,-2 0 1,1-2-6,28 13 0,-3-12 22,15-5-11,-16-33 90,7-23-43,-25 6 1,-2-4 16,0-3 1,-2-1-15,-5 4 0,-3-1-112,0-6 0,-2 1 303,1-11-123,1-8 240,-8 14-195,-3 25-91,0-2-10,-1 16-40,0 15-16,1 12-6,2 21-6,-1-13 1,2 0-859,4 27 839,3-6 0,4 3-45,-1-15 0,1 2-67,0-3 1,0 4 0,1-2-391,6 11 1,-1 0-1055,-6-13 0,0 1 0,-2-3 1581,1 4 0,-2-2 0,-2-5 0,-2-5 0,-5-11 0</inkml:trace>
  <inkml:trace contextRef="#ctx0" brushRef="#br0" timeOffset="933263">863 10478 19373,'62'5'-1,"0"1"0,-1-1 1,1 1-1,-9-2 0,1 0 1,1 0-1,1-1 1,4-2-647,-5 0 1,4-2 0,1 0-1,1-1 1,1 0 0,0 0-1,-1-1 662,-1 1 0,0 0 0,1 0 1,-1-1-1,0 1 0,1-1 1,-1 0-125,2 0 0,-1 0 0,1-1 1,0 1-1,0-1 0,1 1 0,0-2 186,-3 1 0,2 0 0,1-1 0,-1 0 0,0 0 0,-1 0 0,-2 0 0,-4 1-61,8-1 1,-5 0-1,-2 0 1,4 0 0,8 0 112,-15 1 1,4 0 0,4-1 0,3 0 0,3 0-1,0 0 1,1 0 0,-1 1 0,-1-1 0,-2 0 0,-4 1-150,2 0 1,-3 0 0,-2 0 0,0 0 0,0 1 0,0-1 0,1 0 0,3 1 0,2-1 56,-7 0 0,2 0 0,2 0 0,1 0 0,1 0 0,1 0 0,1 0 0,-1 0 0,1 0 0,-1 0 0,-1 1 0,-1-1 0,-1 0-15,4 0 1,-1 0 0,-1 0 0,0 1 0,0-1 0,-1 0 0,0 0 0,0 1 0,1-1 0,-1 0 0,1 0-15,1 0 1,-2 1 0,1-1-1,0 0 1,0 0 0,0 0 0,0 0-1,1 0 1,1 0 0,0 0 0,1-1-24,-8 2 0,1-1 0,2 0 0,0 0 1,1 1-1,0-1 0,0 0 0,0 0 0,0 0 1,-2 0-1,0 0 0,-1 1 0,-2-1 0,-2 1-20,12-2 0,-3 1 0,-2 0 1,-1 0-1,-1 1 0,0-1 0,1 0 1,2 0-1,2 0-95,-6 1 0,2-1 0,2 0 1,1 0-1,1 0 0,0 1 1,-1-1-1,0 0 0,-2 0 0,-1 1 1,-3-1-1,-3 1-927,13-1 0,-4 1 0,-3-1 0,-1 1 0,-1 0 0,0 0 0,2-1 1057,3 1 0,2-1 0,0 0 0,0 1 0,-3-1 0,-1 0 0,-5 1 0,1 0 0,-3 0 0,-2 0 0,-4 0 0,-4 0 0,-1 0 0,-1 1 0,0-1 0</inkml:trace>
  <inkml:trace contextRef="#ctx0" brushRef="#br0" timeOffset="933872">10499 8482 19412,'9'-57'1081,"0"0"0,-2 6 0,-4 8-505,-12 13-178,-8 15-135,-6 10-78,-4 14-56,-3 10-56,-1 14-12,4 10-38,8 5-12,8-9 62,18 14-34,11-26 34,15 4 44,4-22 34,-1-19 17,-5-12 62,-5-15 84,-9-5-45,-7-1-56,-12 5-45,-7 7-73,-7 11-50,-4 8-264,-17 28-385,6 12-144,10-2 0,3 4-1551,6 3 0,4 1 1620,3-2 1,1-1-1,0 11 1,4-18 0</inkml:trace>
  <inkml:trace contextRef="#ctx0" brushRef="#br0" timeOffset="934154">10637 8996 24105,'-55'21'168,"-1"0"0,6-1 0,10 3-123,17 17 11,14-2 22,16-7 12,13-7 27,14-9 46,7-7 73,5-13 72,-3-9 61,-5-12-16,-9-7-56,-11-5-62,-10 0-106,-16 3-3555,-20 8 3213,1 12-503,-15 8 716,-10 22 0,28-9 0,-13 9 0</inkml:trace>
  <inkml:trace contextRef="#ctx0" brushRef="#br0" timeOffset="936471">13367 9510 19921,'-11'-48'1047,"-1"1"1,-1 4-1,-5 9-666,-22 16-118,-11 10-100,-4 12-96,2 11-67,11 14 0,16 12 11,14 13-262,13-22 1,6 0 255,3 3 1,5 0-276,6-1 1,4-1 269,5-2 0,3-3 0,2-3 0,2-2 0,0-3 0,1-1-9,-4-2 1,-1-1 251,18 12-226,-23-4 5,-34-4 23,-31-3-20,5-8 0,-6-1-133,-7 1 0,-3-2 122,-5-1 0,-1 0 265,2-2 0,0-1-358,-8-3 1,4-2-297,-3 0-1911,3-7 2286,65 0 0,-7 4 0,10-1 0</inkml:trace>
  <inkml:trace contextRef="#ctx0" brushRef="#br0" timeOffset="937062">13878 9753 23987,'19'16'1625,"9"-12"-1566,1-20 0,1-9-3,-2 2 0,-2-1-6,-2-2 0,-3-2 68,11-23 44,-15 5 40,-9 14-40,-14 11-94,-10 11-35,-14 12-5,-10 14-11,-8 15-188,23-8 1,2 3 181,0 3 1,3 3-18,3 2 0,3 2-11,3-1 1,4 0 13,6 0 0,4-2-3,7-2 1,5-3-6,9 0 0,5-5 5,9-2 1,5-4 10,9-4 1,0-4-6,-8-1 0,1-4-471,0-7 0,4-5 0,-4-1 468,2-4 1,-2-4 0,-3 0 0,3-3 0,-4-4-942,-4-6 0,-3-4 0,-3 2 952,2-4 1,-3-3 0,-6-2 1,0-5-1,-5 1-336,-4-8 1,-4-1 342,-3 10 1,0-2 0,-1 0 11,-1-18 0,-5 2-3,-3 10 1,-5 3 13,-2 9 0,-3 5 195,-18-13-206,-2 24 832,3 24-821,2 27-16,3 31-29,13-15 1,1 4 527,1 12 0,2 2-522,2-10 0,1 3-32,3 3 0,1 5 1,2-4-37,5 4 1,4 0-142,-2-4 1,3 2 0,1-5 84,4-4 1,4-3-652,1-11 1,4 0 0,-1-5-809,0-7 1,2-3 1555,11 6 0,-2-5 0,-5-11 0,-7-11 0</inkml:trace>
  <inkml:trace contextRef="#ctx0" brushRef="#br0" timeOffset="937213">14639 9714 22789,'-28'-18'551,"0"0"1,14-18-516,47 22 1,20 6-20,5-4 0,4 0-768,-17 4 1,1 2 0,1-1 393,-1 1 1,0 1 0,-1 0 356,-1 1 0,1 1 0,-6 0 0,-3 0 0,-4 1 0,19 0 0</inkml:trace>
  <inkml:trace contextRef="#ctx0" brushRef="#br0" timeOffset="937997">16442 9321 23220,'52'2'-34,"1"0"1,0 0-1,3 2 1,4 1-1,-1 1 1,-5-1-994,-7-1 1,-4 0 0,2 1 987,3 1 0,5 2 0,-3 0 0,-9 0-101,19 12 987,-10 1-869,-38 3-1140,-36-10 0,-12-3 1190,-16 11 24,4-9 0,-11 1 1,4-1-574,-3 0 0,1-1 564,10-2 0,-1 1 0,2-1 483,-16 4 1,4 1-443,14-2 0,2 0-196,7 0 0,3 0 112,-13 9 2533,78-6-2544,1-11 8,13-1 0,6-2 646,-6-5 1,1-2-644,13 0 0,3-4-335,-19-1 0,1-1 0,-3-3 363,7-4 0,-4-3-3,-5 2 0,-6-4 120,-14-3 0,-6-2-5,-3-24 62,-7 13 0,-4-2 30,-5 9 0,-2 0 40,-2-2 0,-2 2 232,-14-6-274,6 13 291,0 5-443,12 15 672,-1-2-728,16 21 1160,3-1-1170,29 29-21,-7-11 1,3 3-1,-1 2 1,-1 5-1080,-8-4 0,-1 5 0,-4-4 1012,-4-2 1,-8 1-1788,-11 16 1,-11-3-978,-16 0 2536,-1-12 1,2-5-1,13-17 1,2-4 0</inkml:trace>
  <inkml:trace contextRef="#ctx0" brushRef="#br0" timeOffset="938612">19006 9587 20324,'8'-55'1316,"1"0"0,0 6 1,-6 7-606,-18 8-448,-2 15-139,-11 0-73,6 27-12,3 18 6,4 23-26,10-17 1,1 2-227,3 5 0,3 1 218,4 0 0,6-1 6,4 0 0,7-4 0,6-3 0,6-3-6,5-5 0,2-4 6,3-5 0,0-5 19,-3-6 0,-1-4 26,19-8 47,-28-12 0,-4-6 31,-1-21-67,-10 9 0,-4-2-9,-9 4 1,-5 1-1,-3 0 1,-3 1-1616,-6 0 0,-2 3 1562,-7-8-33,-8 7-40,18 25-61,0 12-202,8 15-3646,17 32 2168,-1-9 1803,8-2 0,0-2 0,-5-14 0,8 12 0</inkml:trace>
  <inkml:trace contextRef="#ctx0" brushRef="#br0" timeOffset="939147">19718 9681 23422,'14'-57'657,"0"1"0,0 2 1,-4 12-451,-6 29-162,0 4-6,-2 18 6,0 46-23,-3-3-19,0-11 0,0 1 2,1 18-5,2-22 45,8-4-28,-3-26 61,11-9-11,2-15-11,10-13 51,6-11-6,2-6 11,-1 1 0,-2 5-45,-4 9-22,-3 12-34,-2 10 11,-2 13-5,1 10-28,2 12 22,2 6-11,3 2 0,2-2 11,14-2-5,-6-12-1,-2-6 23,-7-17 40,-12-8 72,4-21-34,-11-1-39,-4-1 107,-9 4 61,0 12-17,-1 3-134,0 8-95,0 5 0,0 12 11,2 1 17,5 19-51,6 4-5,9 14-166,-3-12 1,2 0-490,15 16-228,-13-20 1,3-2-6977,13-2 7050,-5-11 0,-13-9 0,-9-6 0</inkml:trace>
  <inkml:trace contextRef="#ctx0" brushRef="#br0" timeOffset="939304">20735 9145 20498,'-2'-6'2918,"1"1"-3595,1 5-9154,1 15 9308,4-5 1,-2 7 0,1-11 0</inkml:trace>
  <inkml:trace contextRef="#ctx0" brushRef="#br0" timeOffset="940020">21466 9400 24196,'-44'-26'218,"-1"1"1,0 0 0,-13-5 0,0 12-191,0 29 0,4 13-244,16-4 0,4 6 224,0 14 1,7 2-9,5 9-12,20-16 1,10 0-17,36 8 17,-16-23 0,4-3 13,10 0 1,4-7 31,4-8 0,0-8 69,-4-7 1,-2-6 24,-4-3 1,-4-2 149,-11 1 1,-6-3-16,-8-5 0,-5 0 224,-4-4-269,-6-11-95,-7 27 95,-10 13-201,0 11-15,-4 13 1,-1 5-8,-4 11-1465,-6 17 0,3 4 1486,7 2-37,11-12 1,-1 7 0,4-3-457,6 0 1,4 0 312,1-3 0,3 4 0,2-5-18,3 2 0,6-4-247,13 4 1,9-7-242,11-15 1,4-8 349,2-2 1,1-7 106,10-11 1,-1-11 80,-15-9 1,-4-8 94,-2-7 1,-5-6 44,-3-4 1,-4-3 35,-1-3 1,-3 1 5,-6 10 1,-1 1 43,4-11 0,-2 3 511,-3-5-300,-6 21 0,-2 2-31,-6 4 3056,-8 10-3235,0 14 936,-6 12-992,0 17 693,-1 19-749,3 13-1679,7-25 0,4 0 1693,4 0 1,4 0-21,18 23-129,12-12 186,2-18 50,0-15-6,-2-20 28,-1-13 29,-6-17-40,-8-8 11,-11-6-16,-8-2-68,-4 14 46,-2-7-113,0 26-202,0-3-380,3 21-1014,9 15-3075,13 12 4716,6 5 0,-8-7 0,-8-9 0</inkml:trace>
  <inkml:trace contextRef="#ctx0" brushRef="#br0" timeOffset="940330">22804 9738 25685,'-5'34'313,"12"-10"-271,22-15 0,8-7 28,-2-7 0,-1-2 9,9-6 117,4-25-23,-31-2-77,-3-2 111,-9 7 0,-3-1 129,-5-9-56,-7-14-95,-10 29-68,-8 13-49,-10 14-24,-5 19 1,-5 16-249,25-8 0,3 3 184,2 4 1,5 2-186,4 4 1,8 1-1796,10 5 1,8-1 1999,3-2 0,2-4 0,4 2 0,-12-24 0</inkml:trace>
  <inkml:trace contextRef="#ctx0" brushRef="#br0" timeOffset="942186">14276 10741 17260,'5'-48'1128,"0"0"-1,1 3 1,1 8-747,3 14-6,4 21 146,0 37-305,-6 1 0,-1 7-805,-3-2 1,-1 3-1,0 3 652,0-3 0,-1 3 0,-1 3 0,0 0-286,-1-2 0,0 2 0,-1 2 1,0 0-1,0 2 244,1-3 1,-1 2-1,0 1 1,0 1-1,-1 1 1,1 0-328,0-1 1,-1 0-1,0 1 1,1 1-1,-1 1 1,0 0-1,0 1 316,-1-2 1,1 0-1,0 1 1,0 1 0,-1 0-1,1 1 1,-1 0-1,0 1-187,0-3 1,0 0 0,0 1 0,0 1-1,-1-1 1,0 1 0,1 1 0,-1-1-1,0 1 131,0-5 1,-1 1 0,1 1-1,0-1 1,-1 1 0,1 0 0,-1 0-1,0 0 1,0 0 0,0 0-155,0 0 0,0 0 0,-1 0 1,1 0-1,0 0 0,-1 1 0,0-1 1,1-1-1,-1 1 0,1-1-575,-1 5 1,0 0 0,0 0 0,0 0 0,1-1 0,-1-1 0,0 0 0,1-1-1,0-1 764,-1 6 1,0 0 0,1-1-1,0-2 1,0-1 0,0-3 0,1-3-1,-1 14 1,0-3 0,0-6 0,2-5-1,0 7 1,0 0 0</inkml:trace>
  <inkml:trace contextRef="#ctx0" brushRef="#br0" timeOffset="942696">14581 11723 22296,'37'-34'-6,"1"-1"1,16 0-1,0 11-830,-3 19-1225,-1 1 0,-1 2 1071,2 4 0,-8-1 1,-20 1-1</inkml:trace>
  <inkml:trace contextRef="#ctx0" brushRef="#br0" timeOffset="943304">16420 11476 18526,'8'-61'1480,"0"-1"1,-12 0 0,-8 10-1229,-11 19 157,-29-1-247,30 26 113,-11 0-130,13 7-27,-8 18-34,2 15-48,10-2 1,0 2-9,-8 23 11,3-1 0,3 4-14,11-13 1,3-1-138,-6 4 0,3-3 151,12-9 1,5-9 27,3-15 112,14-6 129,13-35-94,4-10-33,-20 6 0,1-7 0,-3 2-120,-2 5 1,-3-1-474,9-25 0,-5 2 608,-4 1 212,-1-2-184,-8 19-196,-5 21-51,-3 11 7,-2 11 16,-3 13 0,-5 28-45,0 11 128,5-16 0,1 0-352,1 20-300,6-22 1,3 1-3213,8 1 0,2 0 3781,0-5 0,0-1 0,0-4 0,0-4 0,0-7 0</inkml:trace>
  <inkml:trace contextRef="#ctx0" brushRef="#br0" timeOffset="944147">17244 11496 20380,'-11'-53'868,"0"1"0,0 3 1,-1 6-197,-6-1-146,-6 10-335,2 15 178,-21 11-240,6 18-101,-9 4 25,14 11 1,1 4-38,-2 6-407,-2 8 1,3 3 396,8 8-9,9-22 0,3 0 3,16 19-17,19-18 17,5-14 0,6-4-276,0-6 1,3-5 286,11-5 1,1-7 16,-6-6 0,-2-5 14,1-7 0,-4-3-17,-8 5 0,-2-3 82,6-21 0,-5-5-660,-12 11 1,-2-2 591,-1 3 0,1-4 1,-3 2 41,-1-12 0,-2 2 229,-2 4 0,0 2-159,-3 7 0,-1 4 101,1-18-56,-5 21-140,0 17 445,-2 13-490,-1 20 1347,0 4-1392,-2 13 0,0 7 9,0-6 0,0 3-151,-2 19 1,0 6-228,4-9 0,2 3 0,3-3-884,3 9 0,5-1 833,-1-10 0,3 2 1,5-8-292,14-3 0,6-9-427,5-7 1,4-7 711,4-5 1,3-9 451,-4-13 1,2-7 0,-3-1 116,-3 3 0,-1-4 238,2-11 0,2-7 1,-8 1 41,-12 2 0,-5-2-11,11-14 0,-3-3-100,-10 9 0,-5 1 105,-3 2 1,-4 2 221,-7-21 157,-23 17-487,-22 20-175,13 19 1,-4 5 383,-4 5 0,-1 5-442,-2 7 0,1 4-26,1 3 1,4 4-6,4 2 1,4 1 4,8 1 1,4 0-23,7-3 1,5 1-29,17 25 839,20-11-816,-7-30 0,4-4 13,3-5 1,2-4 19,3-8 1,0-6 13,1-6 1,-1-5-254,0-7 1,-2-6 280,-2-6 1,-2-4 5,-1-7 1,-4-4-23,-10 14 1,-1-1-1,-2-1 6,0 0 0,-2-1 1,-1-1 116,1-6 1,-1-3 0,-2 5-21,0 0 0,-2 3-34,-1-3 1,-3 8 0,-6 19-107,-6 20 466,-3 23-477,-5 25-23,8-12 1,1 5-346,-1 8 0,2 3 144,2 8 0,2 2-383,2-17 0,0 1 0,2 0-665,0 3 1,1 0 0,0-2 824,2 17 1,0-6 0,-1-18 0,1-4 0,-1 4 0</inkml:trace>
  <inkml:trace contextRef="#ctx0" brushRef="#br0" timeOffset="944829">14388 12670 13961,'-60'14'1801,"0"-1"1,9-1 0,8-2-1404,13-4 583,29-3-741,29-8-44,31-3-851,-16 2 0,3 0 652,7-1 0,4 0-2210,-2 2 1,4 1 0,-4 0 2212,2 0 0,-2 1 0,5 0 0,-8 1 0,-21 1 0</inkml:trace>
  <inkml:trace contextRef="#ctx0" brushRef="#br0" timeOffset="945863">14509 11787 17238,'34'-50'392,"9"5"-392,-15 32 0,4 4-416,4-3 1,1 1 370,-7 2 1,1 0-466,14-2 0,0 1-1881,7 1 2391,11 0 0,-40 7 0,-13 2 0</inkml:trace>
  <inkml:trace contextRef="#ctx0" brushRef="#br0" timeOffset="946887">16161 12523 17188,'-4'-48'1418,"-1"0"1,5 10 0,-5 6-887,-20 12-357,10 16 161,-28 19-191,6 13-106,8-3 1,0 4-670,3 4 1,3 3 629,2 4 0,2 1-17,5 2 0,5 1-6,6-1 1,9-1-9,13 4 1,9-3 4,3-9 1,3-4 8,1-2 1,4-5-1,3-9 0,1-5 3,-7-6 0,0-4 8,10-2 1,2-6-84,-6-4 1,3-5 0,-4-1 113,4-4 1,-2-2 18,10-11 1,-7-1 44,-24 11 1,-6 0 118,3-19-63,-19 12-38,-20 15 10,-35 25-70,17 6 1,-1 6 246,-1 1 0,3 3-286,1 3 0,7 3-30,5 26 5,27-13 6,12-6-45,30-14 39,8-13 8,-18-5 1,2-3 8,9-8 0,-3-2 12,16-5 16,-24-3 0,-4-4 72,-7-12 688,-4-12-620,-17-4-3248,-23-6 3114,2 18 44,-20-1-97,9 25 25,-8 1 232,1 8-434,-4 18 39,15-2-1086,-1 27 3672,20-18-6965,12 20 3708,8-19 0,-4-7 0,-5-10 1</inkml:trace>
  <inkml:trace contextRef="#ctx0" brushRef="#br0" timeOffset="947480">17101 12669 23584,'-13'-35'112,"1"40"-117,10 56 5,1-20 0,-1 0-514,1-7 0,0-2 525,1 18 107,3-2-73,2-22 414,12-4-241,4-23 56,13-17-106,-8-7 678,9-15-436,0-8-214,2-1-124,-17 22 1,-1 3-17,4-2 182,0 9-193,-10 12-28,5 14-12,-4 12 1,2 17-6,-1 8 0,-2-9 11,9 8 0,0-23 1,4-2-12,10 8 5,-1-11 1,3-7-496,16-18 493,-18-2 0,0-2 2,21-16 26,-18-3 0,-2-7-1595,-8-6 1,-4-3 1582,3 4 1,-2-2 5,-6-3 0,-4-1-235,-6 0 0,-2 4 305,2-11-829,-6-1 1,-2 3 845,-4 21-22,-5-15 235,-4 38-308,0 12 2041,-2 5-2041,-4 23-6,1 16-28,6 0 0,0 6-214,4-1 0,1 1 161,0 2 0,3 0-188,5 6 1,6-2-228,2-9 1,5 0-422,5-4 1,4 2 0,3-4-1067,9 8 1,5-7 1971,-7-13 0,3-3 0,-3-6 0,17 5 0,-10-15 0</inkml:trace>
  <inkml:trace contextRef="#ctx0" brushRef="#br0" timeOffset="948170">18057 12711 21231,'38'10'-53,"7"-4"0,6 0 30,-5-2 1,2-2-639,-4 1 1,4 0 0,-3-2 654,8-3 1,-4-2 16,-4 0 0,-3-2 170,-6-2 1,-2-1-70,17-12 541,-17-2-205,-17-2 528,-15-4 26,-20 4 549,-8 6-1137,-16 11 120,-3 15-388,-6 12-79,0 14-271,12-1 218,19-4 0,4 1-19,5 11 5,10 17 5,11-26 6,22-3 23,13-15 28,4-11 33,7-14 39,-15-14-50,-12 0 235,1-21-50,-19 13-22,1-12 198,-9 16-288,-6 9-107,0 10-27,-2 8-1,-3 13-11,-1 10-22,-2 15-6,2 9-11,4 6-106,12 4 16,2-12-215,9-13 0,4-1-440,16 5 254,-7-12 1,2-3-120,13-4-531,-7-12 1,2-6 473,15-11 622,-15 2 1,-2-4 156,-10-1 0,-3-2 274,16-23 180,-12-1 134,-14 4 34,-9 6-17,-12 8-163,-5 7-246,-5 9 298,1 7-544,1 10-23,3 10-39,4 10-207,4 8-409,8 5-946,6 2-4225,10-2 4967,-2-9 0,-5-14 0,-8-8 0</inkml:trace>
  <inkml:trace contextRef="#ctx0" brushRef="#br0" timeOffset="948320">19432 12422 16460,'-3'-7'3808,"1"2"-4032,2 5-743,0 0 0,0 0 0</inkml:trace>
  <inkml:trace contextRef="#ctx0" brushRef="#br0" timeOffset="948920">19791 12573 25690,'15'16'45,"-3"13"-48,-11 5 1,-1 4 7,0-1 1,1-1-1,-2-1 1,0-1 11,-3 21-6,-1-17 39,1-17 34,2-16-11,8-16 28,7-14 33,9-16 6,11-10-73,-15 23 1,2 0-265,2 2 1,0 0 241,23-18-22,-1 14-1,10 17-33,-16 17 11,8 15 5,-18 13-5,-2 5 0,-3 1-11,-2-4 6,2-8 16,3-11-6,2-10 483,7-14-471,2-12 16,1-17 35,-6-14-276,-18 22 0,-3-1 303,-2-1 0,-3 0 135,1-28 22,-8 8 112,-9 6-274,3 19 33,-5 6-95,9 17-34,0 5 545,9 12-545,6 15-10,11 19 18,-7-16 1,1 3-343,3 6 0,2 2 248,2 5 0,0 0-174,2 4 0,-2 0-437,0 1 0,-3 0-3535,-5-3 1,-3-1 4237,-8-8 0,-2-4 0,-2 8 0,-7-23 0</inkml:trace>
  <inkml:trace contextRef="#ctx0" brushRef="#br0" timeOffset="949413">14208 14423 22257,'39'-21'-265,"0"1"1,0 0-1,18-1 1,6 1 0,-2 4-240,-14 8 0,-2 2 0,4 1-125,9-1 0,7 0 0,-2 1 0,-12 1 0,-13 1 0,-5 1 0,18 0 0,0-1 0</inkml:trace>
  <inkml:trace contextRef="#ctx0" brushRef="#br0" timeOffset="951329">16211 14436 22605,'1'-62'787,"0"1"1,2 1 0,2 14-670,1 34 27,2 0-89,-4 19 38,5 27-78,-2 14-140,-2-10 1,-1 1 117,1 20 17,-4-19 0,0 1-14,-1-8 1,-2 0 21,-10 19 1,-4-2 53,-7 3 117,-34-60-140,35-44-19,6-4 0,5-6-397,11 12 1,3 1 376,0 8 0,1-1 14,6-8 1,2 0-1,1 13 0,2 1-44,8-13 1,5 2 24,5 8 0,0 4-42,-5 6 1,2 4 32,7 5 0,1 6-2,1 7-4,-7 5 1,1 4-9,-3 9 0,-2 5 451,16 9-445,-19 1 0,-8 7 5,-17 1 1,-7 1-1,-4 24 9,-12-14 0,-10-2 2,-14-8 1,-3-4-356,10-4 1,-1-1 358,-3-3 1,-4-1-1,6-4 31,-14 1 135,21-8 0,5-2-170,13-6 6,25-4-22,24 0-11,21 0 5,-1 0-8,-14 0 0,4 0-446,8 2 1,0 0 417,-10-1 0,3 0-119,3 0 0,4 2 0,-4-1-133,-5-2 0,-1 1 84,17-1 0,-1-1 47,-21 0 0,-3-3-109,4-2 1,-3-2 13,13-14 211,-17 3 0,-3-2 131,5-8 369,-7-20-240,-19 31 1344,-8-13-885,-15 18 265,-5 3-792,-4 4 203,-5 13-309,18-1 0,-6 17-5,16-4 33,23 21-33,5-18-18,13 2 6,17-19 6,-25-9 16,2-5 1,-2-5 39,-4-12 28,4-19 22,-20 2-72,-10 6 66,-11-5 46,-12 8-74,-5 5 1,-7 8-57,8 16-16,3 13-17,6 11 0,7 3-11,4 18-73,16 1 0,4 3-234,2 11 165,3-18 0,6 4 0,1-7-273,2-10 1,1-5 271,14 11 0,2-5 17,-5-10 0,0-6 61,1-4 1,0-5 35,18-5 26,-24-5 0,-1-4 70,12-17 53,-16 3 1,-4-3 10,-6 3 1,-4 0-67,6-26 372,-15-3-152,-4 26-72,-2-10 97,0 23-170,0 7 437,1 8-561,1 14 76,4 20-109,-1 14 39,2 18-338,-7-6 315,-2-1 12,-2-17 12,-3-2 10,5-24 28,-2 0-33,4-17 17,6-23-12,4-7 12,8-21 27,4-1 122,5 0-155,1 6-11,2 11 11,0 13-28,-6 12 0,13 9 0,-8 13-22,12 7 22,-2 30-17,-13-5 11,-3 8 1,-12-3 178,-5-20-201,0 6 5,-1-19 23,1-8 0,6-10 6,9-8-1,8-11-5,3-6 17,-1-4 0,-3 0 11,6-1-39,-13 16 5,5 2 1,-14 20-12,1 6 6,-1 7-6,-1 1-84,8 13 11,1-6-55,11 10-1,4-10 17,7-5 29,5-9 77,4-6 29,4-10-1,1-6 12,0-7-11,-14 2 55,12-13 23,-24 9 51,9-6 83,-25 13-190,-19 11-28,-4 7 23,-15 10-35,9 7 12,0 11-5,8 8-29,12 3 42,11-12 1,7-1-20,23 11 8,-9-16 0,3-4 8,2-8 1,1-7-9,-3-5 1,-1-5 13,-1 0 0,-4-7 48,-7-18 0,-8-7 19,-8-23-33,-11 17 0,-5 0-6,-5 10 0,-5 2 14,-5-3 1,-2 3-32,-10-10-14,8 20 1,0 4-9,-11 7-23,-3 3-55,6 15-28,14 1-734,6 29-595,17-2-2312,10 22 3068,2-28 1,3-2 0,2 5 0,3-4-1</inkml:trace>
  <inkml:trace contextRef="#ctx0" brushRef="#br0" timeOffset="951671">19788 14276 19053,'0'-7'5052,"0"1"-4386,0 6-78,0 0-531,-3-44-51,10 54-12,1-21 12,12 71-20,-2-13 0,2 0 14,-6-15 0,0-1 11,4 6 0,0-6 62,-1-12-6,-5-21 28,0-17 17,4-16 11,4-15-5,2-8-87,-9 27 0,1 0-129,1 1 0,1 1 59,19-21-107,4 14-257,3 15-432,2 14-621,1 18-2390,-16 9 1,0 7-1071,-7-1 1,-1 2 4263,0 0 0,-4-1 0,-1 5 0,-13-26 0</inkml:trace>
  <inkml:trace contextRef="#ctx0" brushRef="#br0" timeOffset="951953">20482 14395 10153,'4'4'9830,"0"0"-4549,-4-4-5214,51-22-50,-29 15 0,20-6 0,5 1 6,0 8-18,-12 0 1,0 0 0,21-6 22,-12-4 0,-11-8 39,-16-7 39,-9-7 96,-26-8-90,1 14 123,-32-3-1752,17 27 0,-1 2 1601,-20-4-197,15 8 0,1 4 163,0 11-139,-3 14 83,13 15-33,14 12-93,13-23 1,6 2-540,4 4 1,5 0-350,7 4 1,5-1 1019,7 5 0,0-3 0,-12-18 0,-3-2 0,20 18 0</inkml:trace>
  <inkml:trace contextRef="#ctx0" brushRef="#br0" timeOffset="952488">14106 15681 16224,'-3'-3'5181,"1"1"-3825,2 2-1311,-4-54-56,36 33-17,-6-11 0,6 0-1515,23 18 1,9 8 1392,-13-1 1,2 1-1,-1 0 12,-7 0 0,-1 1 0,4 0-1362,4 1 1,5 0-1,-1 0 1,-5 1 1211,10-1 1,-3 0 0,-12 1 0,1 0 0,-8 1-1,7 0 1</inkml:trace>
  <inkml:trace contextRef="#ctx0" brushRef="#br0" timeOffset="954246">16161 15744 18527,'10'-58'1026,"-1"-1"1,-1 7 0,-11 10-5118,-31 19 4164,6 12 1460,-17 15-1505,16 15-28,-6 18-22,4 14 199,17-20 1,2 1-411,2 5 1,2-1-2056,-2 24 1324,12-15 1,7 0-571,20 12 1872,-4-18 1,5-2-571,4-15-1,4-6 253,3-3 0,2-5 159,0-7 0,1-4 179,-2-4 1,-1-4 162,-1-2 0,-3-3 112,-5 1 0,-4-2 571,13-14-319,-21 6-291,-19 4 189,-14 8-542,-12 5 3166,-8 8-3279,0 4 397,6 3-503,12 1 0,10 1 18,16-3 16,17-2-28,26-7-14,-18-3 0,2-1-450,5-4 1,0-3 493,0-2 1,-1-3 22,-3-1 1,-2-5-1460,7-17 0,-3-6 1439,-13 8 1,-3-3-36,-4 5 0,-1-4 1,-3 1-193,-4-8 1,-4 1 193,-2 1 0,-2 2 25,-2 4 0,-2 3 138,-10-21 5,-5 22 493,-7 19-666,0 16 3189,-3 19-3212,-3 21-11,13-9 0,1 4-44,0 7 0,1 3-21,3 6 0,1 0-78,2 4 0,3-1-112,3 1 0,3-1-121,4-2 1,4-2-104,4-3 0,5-3-135,5-5 1,4-4-315,3-5 1,3-5-345,3-6 1,2-5 148,1-5 0,0-4 671,0-5 1,-1-4 694,-3-2 1,-2-4 408,-5-2 1,-3-3 209,7-11 1967,-10-22-1133,-18 18-396,-7-14-370,-12 18-320,-10 9-258,-5 6-139,4 6 563,6 4-782,9 1 17,9 5 17,9 4-17,11 4 0,13 4 11,13-2 6,9-3 29,0-5 77,-6-7 95,-12-5 68,-11-5-29,-12-6 29,-9-18-219,-10 5 12,-9-11-23,-8 17-28,-6 8-17,-3 9-28,-9 18 6,14 0-34,-8 20-45,18 2-38,1 13 27,7-6-1870,16 0 1,4 0 1768,2-1-92,8 1 0,6 0-716,22-2 637,-16-16 1,6-2 47,11-4 0,4-6-30,-8-5 0,1-5 394,7-4 0,-2-3 28,-20-1 1,-3-2 95,3-4 0,-3-2 414,11-15-143,-15 6 0,-2-2-165,5-9 140,-13 6 0,-4 1-185,-7 7 3041,-2-16-3092,-29 19 110,-1 7-288,-26 9-2531,24 10 2519,-6 14 58,20 3-109,-2 21-2262,8-1 2291,9 8 7,6-19 4,13 1 2342,15-12-2263,-1-7 117,18-18-34,-20-11 3324,-3-7-3240,-8-8-101,-12 15 79,3-12 5,-7 15-167,-1 3-96,-2 3 23,-8 21 56,0 5-135,-3 33 85,8-20-12,11 17 34,15-26 5,18 1-19,-9-14 0,3-4 30,0-4 1,0-4 16,0-1 1,-3-3 72,17-18-11,-23-8-28,-5-18 34,-7 4-18,0-7-27,-7 20 45,5-1-68,1 10 17,15-5-33,-9 12 5,20 2-11,-22 13-3437,28 15 3432,-25-2-96,3 11 0,0 5-668,1 18-108,-8-10 0,-2 1-1435,0 17 2312,-6 5 0,-6-35 0,-2-1 0</inkml:trace>
  <inkml:trace contextRef="#ctx0" brushRef="#br0" timeOffset="954954">13985 16254 13998,'7'-50'1088,"0"0"1,0 0 0,1-2 0,0 0 0,0 2-336,3-3 1,0 3-382,0-1 1,0 0-54,2-2 0,-1 3-42,-4 17 1,-1 4 63,2-11 384,-3 21-647,-4 31 29,-3 29-43,-3-3 0,-3 6-349,-2 14 1,-4 8 294,0-15 0,-1 5 0,-3 2 0,1 1-563,0-4 0,-1 1 1,0 1-1,0 1 1,0-1 534,1 1 0,0 0 0,0 0 0,1-1 0,2 0 4,-1-2 1,1 1 0,0-1-1,4-3 1,3-2-321,4 11 0,6-4 0,5-3 317,6-7 0,5-2 0,3-4-332,7 4 0,9-5 282,9-11 0,10-4 0,-4-5 16,-8-5 1,5-6-317,-7-4 1,8 0 0,3-2-1,0-2 1,-4-1-56,10-5 0,-4-4 1,4-1-374,-10 3 1,5-1 0,0-1-1,0-1 1,-4 1 794,0-2 0,-2 0 0,-3 0 0,-2 0 0,19-4 0,-8 1 0,-23 6 0,-1-1 0</inkml:trace>
  <inkml:trace contextRef="#ctx0" brushRef="#br0" timeOffset="956996">16406 16980 20380,'11'-49'823,"1"0"1,-2 5 0,-10 8-539,-34 20-106,-7 8-83,-4 9-52,-2 12-16,4 12-50,8 11-28,13 10 27,15 4 6,19 5 3,2-26 0,3-2-525,7 3 1,3-1 510,5-1 0,2 0 14,3 1 0,1-2 8,0-2 1,-2 0 1,-4-3 0,-4-1 15,8 12 12,-26-8 22,-31-8-17,-26-6-14,11-8 0,-3-2 2,-4-3 1,-5-1-30,4-3 0,-4 0 0,3-2-226,-3 0 1,1-1 73,-9-3 0,6 1-894,13 0-1704,23 6 2763,18 2 0,-2 2 0,1 1 0</inkml:trace>
  <inkml:trace contextRef="#ctx0" brushRef="#br0" timeOffset="957213">16998 17139 24099,'-13'39'-232,"-1"0"1,1-2 0,4-1-1271,10 15-5247,-1-3-3082,-1-16 8630,-1-9 1,0-16 0,1-3-1</inkml:trace>
  <inkml:trace contextRef="#ctx0" brushRef="#br0" timeOffset="957395">17109 16843 17120,'-25'20'0,"5"-4"0</inkml:trace>
  <inkml:trace contextRef="#ctx0" brushRef="#br0" timeOffset="958112">17426 17159 18874,'0'-4'4212,"0"0"-3456,0 4-527,13-65-128,-2 45-23,1-18 1,5 3 39,7 24-6,4 2-79,2 8-33,-6 11 0,0 4-33,5 17-35,-4 6-10,6 16 22,-17-24 0,-3 2-469,-4 7 1,-3 0 468,-5 12-115,-8-16 0,-6-3 176,-19 0 15,-14-1 221,-8-12-50,15-16-91,7-7 119,19-12 778,10-1-767,11-11-130,9 7 314,13 0-364,8 13 7,-4 4-29,12 11-34,-14 7 0,-1 5-14,-3 3 1,-2 3 16,3 6 1,-5 1-32,-4 18-56,-26 4-22,-7-23 0,-5 0 33,-3 0 1,-1-1 58,-2 0 1,-2-3 35,-5-6 1,3-5 39,2-4 101,-13-6 96,34-30-225,4 7-11,14-15 11,19 5 5,14-4-405,-12 10 1,3-1 376,2 1 1,4-3 3,0 1 1,3-3-1,-2-1 0,-5 2 1,-1-1-1,1-1-330,4-2 1,0 0-1,-5 0 388,0-2 1,-7 1 341,5-16 50,-23 18 17,-16-5-325,-8 13-73,-10 7 640,8 9-690,-2 11 1155,5 9-1143,-4 16-40,6 12 0,3 4-56,3 6-84,5-1 0,7-3-964,28-5 1104,-4-14 0,1-2 0,5 2 0,4-4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28A29-AF64-691C-1D16-2A0EBBAAEC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3FEA5B-9E93-3346-1D72-887CD439A5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123A62-2400-2BEB-D7AB-5DC072583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7A794-2B08-4A4D-9DE8-BEBA401D1529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CE6F40-ABBF-0108-BC4D-20E3CEC57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66455E-9E04-2E22-6EAE-9D33F10C8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EEF91-6B55-EF48-AF87-93EFEA0FF7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3973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12C389-54BA-47BD-32A1-CCCB279FCC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25A17E-82CC-01AA-0F2B-89309FA0E2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102522-2FA2-048F-10AB-BC753A4962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7A794-2B08-4A4D-9DE8-BEBA401D1529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6B87B8-5299-960D-80B3-41C2B4A91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4906B3-FD3B-2F63-9274-26F4E0D27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EEF91-6B55-EF48-AF87-93EFEA0FF7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66769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19C9C-CB6A-8567-CE0A-CD19F532D3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175705-A1D0-B208-B9D9-AC05B5263E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FB6F0F-38A8-F2F9-52A6-01F15416DC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7A794-2B08-4A4D-9DE8-BEBA401D1529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FE6185-CC46-A76F-E82F-EEB0385D4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E5C071-06A9-4C4B-C8CB-3406BACE9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EEF91-6B55-EF48-AF87-93EFEA0FF7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0227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8E809-2FB0-7633-88BE-1E82D9E4F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86A659-A133-6E2E-C961-EEE30A5A3D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FD7C85-9764-95E6-3F4C-A17CC11063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2A2C8C-5B00-FFD1-8442-493709208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7A794-2B08-4A4D-9DE8-BEBA401D1529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305F24-DDF7-149F-0947-696D03665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857663-EC03-FA95-0051-027EF7F73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EEF91-6B55-EF48-AF87-93EFEA0FF7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4123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D591F-828E-B70D-2244-D7155BA79E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3E5021-4E58-700C-ABEB-5EAA9ADCEE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D0F44B-A163-195A-86C6-F30B88F5F4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0A2939-5E60-5DE2-7DF7-03B7C81C99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F0B516-ABF0-036A-1A3B-A2442978B3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877E88-CC7C-5C54-82D6-00CA549B3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7A794-2B08-4A4D-9DE8-BEBA401D1529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81266D0-54F6-52FD-77C5-6DF0DFE48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DF2A5A-2AA3-2D88-08BF-238145B7E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EEF91-6B55-EF48-AF87-93EFEA0FF7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7622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2702A-AA68-97B2-5532-F73D3032D0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7C6A54F-B450-32FD-CCBF-EDC2BFF92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7A794-2B08-4A4D-9DE8-BEBA401D1529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78A8D6-C0D7-A64E-F2B1-9F1D5A202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A41574-75DA-0084-838E-277738B93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EEF91-6B55-EF48-AF87-93EFEA0FF7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4610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618DD2A-1674-7157-3B3D-54AAB5D41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7A794-2B08-4A4D-9DE8-BEBA401D1529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7B0B96-2192-7247-F204-21EB0BA76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9D1E91-6114-3AA3-542B-99CAEBF9E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EEF91-6B55-EF48-AF87-93EFEA0FF7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06577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03ECE-38E5-CEF2-862A-72BA7AA839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A0893B-3E08-AA11-4259-476F1323F0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929BFE-D786-F880-381C-3BD610BD15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0B5F82-1568-B9EF-2EB8-5119FD1740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7A794-2B08-4A4D-9DE8-BEBA401D1529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792D37-E6A3-B9D4-BAB8-5DF718C73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0F8009-B2EB-E69D-9688-56FCADE28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EEF91-6B55-EF48-AF87-93EFEA0FF7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4417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29045-D445-DC6D-CA0A-333DD96B85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FF045BF-7B5D-C0DC-05B2-0031245D5D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69CAC3-F3E3-314B-889D-DD0B7403DB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F5677C-4A7C-1D36-C4F1-A31477427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7A794-2B08-4A4D-9DE8-BEBA401D1529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51FCD8-3F6E-120C-71DB-BD39683E7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0B930F-25D5-2A58-A800-047FD30CD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EEF91-6B55-EF48-AF87-93EFEA0FF7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970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BBEF9C-A925-FDA4-65CF-DFC177EC5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AFEEB0-EAE1-38E3-2A85-A914E04035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D63FC3-9C1F-89F2-A308-4BD0D943A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7A794-2B08-4A4D-9DE8-BEBA401D1529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6E8026-C6AF-094C-0BD8-EE56808CB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58C6FA-1CCB-42F8-11F9-B43186094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EEF91-6B55-EF48-AF87-93EFEA0FF7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8216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868266-3054-FB33-41BC-DCE386A78C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B84612-A147-12F8-D634-320CC18876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191B1D-B5F3-66F7-6F68-AACC3B539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7A794-2B08-4A4D-9DE8-BEBA401D1529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B36AD9-8386-84E4-8E3A-A11574C18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FE3F4E-BCD3-7C87-24FA-8455C6F58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EEF91-6B55-EF48-AF87-93EFEA0FF7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8770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48A930B-2986-D3A1-41B3-5D7207593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B94BF-DE61-0D32-8E19-C0E11F46E0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E96C83-C024-9377-D913-2CA9AA2C0A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17A794-2B08-4A4D-9DE8-BEBA401D1529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60CCB6-F0ED-88EB-3443-10D25FD1C2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670406-6F72-505F-55AE-0E62E5FFD4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EEEF91-6B55-EF48-AF87-93EFEA0FF7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7290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9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7E207C5-AC35-15A5-71F4-C16FC8A19FC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5946DA81-7F47-F5AF-A0FD-BD3F9A9FE225}"/>
                  </a:ext>
                </a:extLst>
              </p14:cNvPr>
              <p14:cNvContentPartPr/>
              <p14:nvPr/>
            </p14:nvContentPartPr>
            <p14:xfrm>
              <a:off x="1820520" y="2235960"/>
              <a:ext cx="3155400" cy="222912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5946DA81-7F47-F5AF-A0FD-BD3F9A9FE22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811160" y="2226600"/>
                <a:ext cx="3174120" cy="2247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967970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A7C507A-3048-BA42-E1AF-0FA06DFB671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181733FB-CCC3-58B3-E283-5897E7B75B10}"/>
                  </a:ext>
                </a:extLst>
              </p14:cNvPr>
              <p14:cNvContentPartPr/>
              <p14:nvPr/>
            </p14:nvContentPartPr>
            <p14:xfrm>
              <a:off x="197280" y="483120"/>
              <a:ext cx="7602120" cy="43502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181733FB-CCC3-58B3-E283-5897E7B75B1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87920" y="473760"/>
                <a:ext cx="7620840" cy="4368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269261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8FE4BF-09C9-B126-EFF9-907E564AF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74374EF-2CB9-F4DA-07D2-BEE94EF34B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B236686-952E-0798-73AF-04156B104AE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1CD08A0-D504-3518-3638-0B4EFC707624}"/>
                  </a:ext>
                </a:extLst>
              </p14:cNvPr>
              <p14:cNvContentPartPr/>
              <p14:nvPr/>
            </p14:nvContentPartPr>
            <p14:xfrm>
              <a:off x="462960" y="534960"/>
              <a:ext cx="4625640" cy="53269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1CD08A0-D504-3518-3638-0B4EFC70762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53600" y="525600"/>
                <a:ext cx="4644360" cy="5345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070893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A761C4-0420-023F-A435-7E36A86A8E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4034370-44A2-367B-9FAD-8808C4C07C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6A1AF18-B748-53A9-3779-59D7C375BAF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1186FA34-3F34-1ED2-757B-2D46C66F9D44}"/>
                  </a:ext>
                </a:extLst>
              </p14:cNvPr>
              <p14:cNvContentPartPr/>
              <p14:nvPr/>
            </p14:nvContentPartPr>
            <p14:xfrm>
              <a:off x="279720" y="636840"/>
              <a:ext cx="7340040" cy="59871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1186FA34-3F34-1ED2-757B-2D46C66F9D4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70360" y="627480"/>
                <a:ext cx="7358760" cy="6005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582247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98C0D1-80D9-15BC-3B6C-2FA9891682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C45EC17-3F9F-A6B6-6127-55CB595D02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7AD31A6-7FC1-F1DA-500E-54E74831C25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1A1C946-47D7-1AC6-B3B3-7C29E192888C}"/>
                  </a:ext>
                </a:extLst>
              </p14:cNvPr>
              <p14:cNvContentPartPr/>
              <p14:nvPr/>
            </p14:nvContentPartPr>
            <p14:xfrm>
              <a:off x="309600" y="724320"/>
              <a:ext cx="8511840" cy="35665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1A1C946-47D7-1AC6-B3B3-7C29E192888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00240" y="714960"/>
                <a:ext cx="8530560" cy="3585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401014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8C0A9D-BB8F-D74F-3190-D98C872A3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585DA1D-E32C-7223-E2D8-9CC165520B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F6D3E74-B545-72E8-CCF0-AF7C2D95DEE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C8E3349-648B-DD9F-49FE-5CAEB29486BD}"/>
                  </a:ext>
                </a:extLst>
              </p14:cNvPr>
              <p14:cNvContentPartPr/>
              <p14:nvPr/>
            </p14:nvContentPartPr>
            <p14:xfrm>
              <a:off x="438480" y="875520"/>
              <a:ext cx="6249960" cy="50691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C8E3349-648B-DD9F-49FE-5CAEB29486B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29120" y="866160"/>
                <a:ext cx="6268680" cy="5087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879191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44E0FA-4F39-5837-7147-B78E68FF06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4366DE8-5E74-945F-2D46-7FBED6347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D22F24F-BBA0-7D09-0747-928917EA256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1AC9C809-6391-67C6-BE70-C4585A6A4726}"/>
                  </a:ext>
                </a:extLst>
              </p14:cNvPr>
              <p14:cNvContentPartPr/>
              <p14:nvPr/>
            </p14:nvContentPartPr>
            <p14:xfrm>
              <a:off x="842400" y="579240"/>
              <a:ext cx="7869240" cy="36327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1AC9C809-6391-67C6-BE70-C4585A6A472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33040" y="569880"/>
                <a:ext cx="7887960" cy="3651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589243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6E075C-33AA-5B3A-64DF-3F87AD7B4B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382C112-DF43-60FE-4516-E0FD98DDE6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38448C5-A3B3-E657-1D99-9C649EAAE30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A0A28663-DA12-1CAA-8584-1CF2181F12F4}"/>
                  </a:ext>
                </a:extLst>
              </p14:cNvPr>
              <p14:cNvContentPartPr/>
              <p14:nvPr/>
            </p14:nvContentPartPr>
            <p14:xfrm>
              <a:off x="1388520" y="536760"/>
              <a:ext cx="7917120" cy="52167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A0A28663-DA12-1CAA-8584-1CF2181F12F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79160" y="527400"/>
                <a:ext cx="7935840" cy="5235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651643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4A725F-FD4C-02C1-7F8A-692791A4E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E6B97B3-D618-4173-116E-42413B6E97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CF9728C-B20C-88FA-210E-C05E3A8F851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E57FF51-3F4D-4ACE-2E24-798DABCBEFBA}"/>
                  </a:ext>
                </a:extLst>
              </p14:cNvPr>
              <p14:cNvContentPartPr/>
              <p14:nvPr/>
            </p14:nvContentPartPr>
            <p14:xfrm>
              <a:off x="177120" y="732600"/>
              <a:ext cx="4218120" cy="57142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E57FF51-3F4D-4ACE-2E24-798DABCBEFB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67760" y="723240"/>
                <a:ext cx="4236840" cy="5733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723975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1D5C6D-98FA-DDB3-B13F-550C9E508D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44E974F-3E51-5D8A-A46B-5F566826AF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5049425-14BB-B118-A481-8DBED0340AF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14CCF56F-6BA2-0B46-82D1-6291EA86CE2B}"/>
                  </a:ext>
                </a:extLst>
              </p14:cNvPr>
              <p14:cNvContentPartPr/>
              <p14:nvPr/>
            </p14:nvContentPartPr>
            <p14:xfrm>
              <a:off x="222840" y="161640"/>
              <a:ext cx="10716480" cy="44100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14CCF56F-6BA2-0B46-82D1-6291EA86CE2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13480" y="152280"/>
                <a:ext cx="10735200" cy="4428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708824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6966C1-A63C-79D6-3CCE-1906A2766B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37E0ABC-61BF-4D13-7BD6-CF145F241E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D00DD31-444A-09C7-568A-291B30D3497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863F8CB-5CFE-6CB3-212B-2B31C95E354A}"/>
                  </a:ext>
                </a:extLst>
              </p14:cNvPr>
              <p14:cNvContentPartPr/>
              <p14:nvPr/>
            </p14:nvContentPartPr>
            <p14:xfrm>
              <a:off x="310680" y="935280"/>
              <a:ext cx="7993080" cy="54702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863F8CB-5CFE-6CB3-212B-2B31C95E354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01320" y="925920"/>
                <a:ext cx="8011800" cy="5488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017050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</TotalTime>
  <Words>0</Words>
  <Application>Microsoft Macintosh PowerPoint</Application>
  <PresentationFormat>Widescreen</PresentationFormat>
  <Paragraphs>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 365</dc:creator>
  <cp:lastModifiedBy>Office 365</cp:lastModifiedBy>
  <cp:revision>1</cp:revision>
  <dcterms:created xsi:type="dcterms:W3CDTF">2025-11-30T13:19:08Z</dcterms:created>
  <dcterms:modified xsi:type="dcterms:W3CDTF">2025-11-30T15:28:20Z</dcterms:modified>
</cp:coreProperties>
</file>