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14:30:04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2715 2944 7682,'-10'0'9830,"2"0"-7323,-22-9 0,-2-3-1499,14 6-1008,-19-5 0,12 0-62,53 5-316,12-2 0,9 0-477,10-2 1,6-2 430,-4 2 0,4 0 0,-6 1 0,-9 0 0,-5 1 0,-2 2 0,0-1 0</inkml:trace>
  <inkml:trace contextRef="#ctx0" brushRef="#br0" timeOffset="949">2856 2881 21523,'-17'45'-80,"-1"-1"1,1 1-1,-1 3 1,0 1-1,2 1-546,4 1 1,2 1 0,-2-1 275,-2-4 1,-1 0 0,-2-3 559,-6 8 0,-3-10 866,-17-12-247,18-42-146,28-41-661,10 24 1,6 0-110,14-3 0,8 2-140,11 1 1,5 4 112,-15 9 0,0 1 0,1 0 119,16-5 1,-2 0 190,-14 2 0,-5 0 706,2-13 45,-24 5-454,-13 13-516,-3 16 46,3 31-6,3 27-20,-1-20 0,1 1 25,0-4 1,0-3 464,4 10 286,-1-39-314,0-39-112,1-18-302,4-3-56,7 20 28,11 29-57,10 37 26,-18-6 0,0 5 6,3 4 0,0 1 5,-2-4 0,-1-4 14,22 0 73,4-51-39,-24-9 0,-3-9-10,-4 4 1,-2-5 0,-1-1-18,-1-2 1,0-2 0,-2 1 31,4-19 1,-3 4-15,-5 15 0,-1 6-69,2 0 22,0 57 13,-4 12 1,-2 9-59,4 22 0,2 7-545,-2-8 1,2 4 0,0 1-1858,-1-10 0,1 2 1,0 0-1,0-4 1951,1 5 1,1-2 0,-1-4-1,3 12 1,-2-11 0,-3-24 0</inkml:trace>
  <inkml:trace contextRef="#ctx0" brushRef="#br0" timeOffset="1766">3781 3477 13233,'-34'-52'3276,"0"-1"1,6 9 0,10 5-3002,26-4-334,18 27 0,10 4-118,20-1 1,7 1 13,-15 3 1,2 0 0,0 1 130,-2-1 0,0 0 1,-5 1 160,3-1 0,-8 0 195,-9-3 18,-46 10-241,-4 2-107,4 7 34,23 15-33,24 24-4,-7-9 1,2 5-26,3 10 1,-2 4 16,-5 0 0,-7 0 64,-9-8 1,-10-5 316,-26 4 118,-12-59-163,8-40-241,29 14 1,10-2-54,8-1 0,8 2-20,11 3 1,7 5-17,16 2 0,4 5 22,-10 6 0,1 3-8,7 2 0,-5 6-25,-2 11 66,-25 31-21,-32 26-23,4-23 0,4 0 5,7-2 1,7-5 2,13-7 1,9-9 49,9-7 1,4-10 70,0-7 0,-3-8 120,-8-7 1,-10-7 21,-14-5 1,-12-3-76,-12 0 0,-9 1-98,-7 4 0,-5 5-67,0 6 0,-2 6-378,-19 2-4387,16 27 3886,16 3 0,10 5 0,8-12 0</inkml:trace>
  <inkml:trace contextRef="#ctx0" brushRef="#br0" timeOffset="2248">6541 3253 17876,'1'-57'1282,"-1"0"1,1 0 0,-1 0 0,1-11 0,0 3 0,-1 13-1311,0 9 39,0 50 6,0 47-117,0-9 1,0 8 0,-1 1-569,-1 4 0,0 1 0,0 2-1790,1-9 0,0 3 1,0-1-1,1-3 2231,0 2 1,0-3-1,0-5 1,0 1-1,2-10 1,5-10-1</inkml:trace>
  <inkml:trace contextRef="#ctx0" brushRef="#br0" timeOffset="2567">7020 3061 21332,'-47'22'238,"0"0"0,0 1 0,0-1 0,-7 3 1,2 1-1,9 2-213,8 10 0,10 2 20,8 17-28,35-29 0,11-3-194,9-6 1,8-5-638,0-4 0,5-2 0,0-4-1126,-6-2 0,-2-3 0,2-1 1231,4-3 1,2-1-1,-8-1 1,19-6-1,-16 1 1</inkml:trace>
  <inkml:trace contextRef="#ctx0" brushRef="#br0" timeOffset="3382">7361 3338 12197,'-6'-39'4915,"0"-1"0,1 4-3554,-2-7 0,0 4-1271,4 23-79,2 24 50,-4 35-33,-2-2 0,-1 4-20,1-3 1,0 1 5,-3 7 0,2-5 188,1-4 246,9-23-218,7-47-45,10-23-138,-7 21 1,2-1-6,8-5 0,4 3-31,20-5-22,8 10-34,4 48-67,-14 25-191,-18-7 1,0 3-499,2 1 0,3-1-499,6-5 1,5-9 627,12-11 0,2-11 845,-8-7 1,-2-9 403,3-13 0,-6-9 176,-17 1 1,-7-4-144,-2-1 1,-4-1-200,-4 6 1,-5 1-31,-11-8-319,-18 28-28,-21 38-29,19-2 1,1 5-23,3 8 0,5 2-56,8-1 0,8-2-5,24 15 100,19-37 169,10-42-51,-29 0 0,-4-4 59,1-5 0,-4-1-6,-5 4 0,-1 1 53,0-10-274,-7 24-39,-12 42-347,-4 32-1127,7-9 1,4 3 1540,4 0 0,1-1 0,0-13 0,2-4 0,8 6 0</inkml:trace>
  <inkml:trace contextRef="#ctx0" brushRef="#br0" timeOffset="3882">8498 3511 21226,'24'-55'1801,"0"1"1,-4 8 0,-2 9-1690,-6 17 28,-6 64-109,-8-12 0,-3 5-22,0 9 0,-1 7 1,-1 1-236,-2-1 1,-1 1 0,0 0 202,1 0 1,-1-1 0,1-3 33,-2 10 1,-1-15 128,2-32-117,4-59-23,3-14 0,0-10-2,1 17 0,0-2 0,1-1-160,-1-6 0,1-1 1,2 1 177,2 1 1,3 0 0,2 5-19,2 9 0,3 3 0,4 4-9,14-7 0,7 9-9,0 15 1,3 12 228,2 18 1,-2 13-221,-5 15 0,-8 9 16,-8 9 1,-12 3 19,-15-1 0,-12-4-53,-7-12 0,-10-9-2089,-26-14 0,-4-13 1631,27-4 0,2-3 1,-6-5-1,7-2 0,20 1 1</inkml:trace>
  <inkml:trace contextRef="#ctx0" brushRef="#br0" timeOffset="4533">9378 3166 23377,'-46'-42'403,"10"13"-257,20 73 8,12-5 0,4 4-84,4 2 0,3 4-42,3-6 0,3 3 0,1-2 14,10 11 0,0-5 92,-4-10 1,-6-3-29,-12 6-193,-34-43 0,-12-10-549,4 0 1,-3-4 635,-1-4 0,-2-4 0,5 2 0,-15-9 0,2-8 0</inkml:trace>
  <inkml:trace contextRef="#ctx0" brushRef="#br0" timeOffset="4733">9258 3105 24833,'-32'41'23,"0"-1"1,-1 1 0,1 0 0,-4 5 0,-3 3 0,3-3-1,6-6 1,5-5 0,4-2 0,-8 6 0,1-1 0</inkml:trace>
  <inkml:trace contextRef="#ctx0" brushRef="#br0" timeOffset="10149">9821 3383 9470,'5'-9'9516,"-1"2"-7780,4-31-935,-8 19-33,3-33-242,-16 31-352,-2 4-124,-11 11-16,-11 30-46,-8 18 1,23-14 0,3 3-9,4 6 1,9 1 8,20 15-1,15-7 119,23-33 117,-7-35 84,-4-16 22,-23 4 1,-5-3 150,-1-14-218,-4 4-156,-8 27-141,-2 27 51,-2 17-51,-2 39-235,6-29 1,4 0-1547,3 8 0,3-2 1815,16 9 0,-4-20 0,-8-20 0</inkml:trace>
  <inkml:trace contextRef="#ctx0" brushRef="#br0" timeOffset="10698">10374 3336 13357,'7'-9'4385,"4"-22"1,-1-6-3283,-8 7-873,3-8 0,-9 6-57,-29 31-117,4 19 0,-2 9-39,-7 15 0,2 6-30,13-9 0,1 1 0,5 2-237,-1 20 1,13-2-1056,19-11 0,13-7 1305,11-13 0,4-8 0,-10-9 0,-2-4 0,21-7 0</inkml:trace>
  <inkml:trace contextRef="#ctx0" brushRef="#br0" timeOffset="10949">10862 3016 17703,'0'-5'5736,"0"0"-5518,-22 17-140,12 17 1,2 10-93,-14 14 0,0 7-876,10-5 0,3 3 1,1 0 889,0-4 0,2-1 0,0-5 0,-2 4 0,3-8 0,6 5 0</inkml:trace>
  <inkml:trace contextRef="#ctx0" brushRef="#br0" timeOffset="11233">11047 3147 10926,'0'-2'9471,"0"-1"-8939,-40 16 0,-18 16-11,25 0 0,0 5-308,-10-2 0,-5 4 0,9 2 27,8 14 1,15 2-59,15-7 0,13-5-115,17-10 1,11-8-315,15-6 1,7-9-1771,-13-8 1,2-5 0,-2 0 1307,9 0 0,-6-2 1,-9-2-1,-8 1 1,-12 2-1</inkml:trace>
  <inkml:trace contextRef="#ctx0" brushRef="#br0" timeOffset="14532">2936 4692 15115,'0'-6'3593,"-34"-30"1,-15-2-3034,-1 22-521,-3-15 0,0 10-36,24 36 0,7 12-59,9 8 0,7 5 33,3-2 1,6 0-3,14 9 0,9-2-57,11-3 1,5-4 64,-7-4 1,-1 0 94,3-1 0,-15-2 152,-53 13-180,2-27 1,-8-4-14,-5-2 0,-7-2 1,2-2-30,-13-1 1,3-4-197,9 1 0,11-7-1218,19-25-1720,50 2 1,19-1 305,4-2 0,5-1 1756,-14 10 0,3 0 0,0 1 1765,1 1 1,1 1 0,-5 1 2692,3-2 1,-4 0-914,-2 0 1,-6 0-477,-7-2-1579,-21 12-269,-12 20 50,-15 42-199,11-21 1,1 3 10,-2 6 1,7 0 36,14-4 0,9-6 218,35-4-11,-23-21 1,1-8 147,0-17 1,-4-9-138,-11 0 1,-5-4-144,-1-2 1,-2-1 36,-4-23-285,-6 31-186,-2 12-582,5 32-4823,13 16 5708,4-2 0,-2-4 0,-8-19 0</inkml:trace>
  <inkml:trace contextRef="#ctx0" brushRef="#br0" timeOffset="14998">3737 4733 21954,'7'-49'775,"0"1"0,0 3 0,-3 20-680,-3 50-34,-3 6 1,-2 5-31,-5 18 0,-1 3-28,3-14 1,0 1 0,0-1 7,-4 15 0,1-4 165,3-16 1,3-7 445,7-12-319,9-46-113,11-22-176,-5 17 0,3 0 0,5 3 0,3 3-17,1 5 0,3 7 20,1 8 0,0 7 5,-1 9 1,-4 7-43,-4 6 1,-6 6 13,-10 3 0,-10 2-25,-16 0 1,-11-5-379,-18-1 0,-9-9 409,-9-13 0,1-6 0,19 4 0,4-5 0,-20-19 0</inkml:trace>
  <inkml:trace contextRef="#ctx0" brushRef="#br0" timeOffset="16599">4626 4859 8556,'0'-5'9830,"0"1"-7069,0 4-2301,-7-53-337,4 40 22,-7-36 46,3 54-73,-3 3-6,-3-2-61,2-1 21,0-1-60,6-3 16,2 0 408,3 0-385,0-5 38,2 0 23,0-6 12,2 1-12,2-2 156,0 0 24,-3 0-80,-4-1 74,-12-2-196,-6 5-40,-5 2-39,-2 17 0,6 18-22,5 10 45,17 26-32,15-26 1,7 0-11,1 1 0,2-1 2,13 8 0,-2-1 37,-13-12 0,-7-1 87,-12 21-46,-32-30 1,-13-7-20,-23-6 1,-6-7-52,7-1 1,0-6-560,-3-6 0,14-12 557,36-8 0,8-2 0,-7-5 0,34-8 0</inkml:trace>
  <inkml:trace contextRef="#ctx0" brushRef="#br0" timeOffset="17265">4890 4866 22783,'37'53'1350,"4"-15"-964,13-27-10,-7-35-169,-26-15-56,-14-11 102,-26 5-136,-6 25-78,-8 18 17,-1 44-16,16 17-63,10-20 1,8 1-6,15 7 0,12-2-28,8-12 0,6-5 42,8 1 0,5-11 6,-7-19 1,2-10-1,-2-6 30,-8-3 1,-3-6 0,-1-3-1,6-12 0,-1-5 1,-5-2-96,-7-1 0,-4-1 0,-4-1 173,-4 2 1,-5 0 0,-3 2 117,-5-13 1,-7 5-85,-2 17 1,-6 10-73,-19 13-18,5 63-41,16-1 0,6 9 2,1-4 1,3 5 0,2 1-353,2-9 0,2 2 0,2 0 0,1-1-648,3 0 1,2 0 0,1-1 0,1-2 994,4 5 0,1-3 0,0-5 0,3 0 0,-1-10 0,1-8 0</inkml:trace>
  <inkml:trace contextRef="#ctx0" brushRef="#br0" timeOffset="17466">5482 4887 25141,'42'-21'-349,"-1"-1"0,-3 2 0,1 5 1,12 10-1,-2 5 0,8-3 0</inkml:trace>
  <inkml:trace contextRef="#ctx0" brushRef="#br0" timeOffset="19383">11880 3499 21836,'32'-17'-69,"0"1"0,24-1 0,8 4 41,-18 8 0,4 0 0,2 2 0,-3-1 76,8-2 1,-2-1 0,-2-2 195,21-5 0,-24-10 450,-64-32-403,-8 27 0,-8 0-105,-3 2 1,-6 0 0,2 0 121,-4-4 0,3 2-272,5 6 1,13 2-87,32 2 39,47 43 8,-11 2 0,3 5-20,-1 6 1,-3 7-101,-15-3 0,-3 5 0,-6 2-1883,-12-5 1,-6 0 0,-2 0 2005,3 17 0,-6-4 0,-10-17 0,-4-8 0,1-11 0</inkml:trace>
  <inkml:trace contextRef="#ctx0" brushRef="#br0" timeOffset="20216">6863 5240 20470,'-35'-2'983,"0"0"0,22 6-989,36-1 1,29 0-1,4 0-42,-4 0 1,5-1-1,2 1 1,2-1-469,-6 0 1,3 0 0,1-1 0,-1 0 0,0-1 516,-3 0 0,0-1 0,-1-1 0,-1 0 0,-3-1 165,17-2 1,-5 0-1,-9-7 477,-6-6 0,-18-9-352,-28-7 0,-14-3 320,-13-6 1,-7 1-265,-3 0 0,0 2-201,9 11 0,4 4-343,-3-2 1480,38 39-1288,34 33-18,-8-4 1,2 6-171,-11-6 1,-1 3 0,-5 2-232,-8 3 0,-5 2 0,-1-4 0,4 1 0,-6-3 0,-18-11 0,-1 0 0</inkml:trace>
  <inkml:trace contextRef="#ctx0" brushRef="#br0" timeOffset="24866">1874 3638 13032,'24'7'3988,"3"2"-3283,15 5-72,9-3-454,-15-6 0,4-2-100,12 0 0,5-2-57,-9 0 1,3-1-1,1 1-279,8-1 0,2 0 0,1 0 252,-14 2 1,2 0 0,0 0 0,-1 1-1,1 0 1,-1 0 0,0 1 0,1 1 12,-2 0 1,0 2-1,-1-1 1,1 1 7,0 0 1,-1 0 0,0 0 0,2 1-29,8 0 1,1 0 0,0 1 0,-1-1 4,-6-2 0,-2 1 0,1-1 0,2 0-207,-2 0 0,2 1 0,1-1 1,0 0-1,-2 0 209,5 1 1,-2 0 0,0-1 0,1 2 9,3 0 1,1 1 0,0 0 0,-1 1-165,-4-1 1,-1 0 0,-1 1 0,0-1 170,-4 0 1,0 1 0,-1-1-1,0-1-12,14 2 0,0-1 0,-1 0 0,3-1 0,0 0 0,1-1 4,-1 1 0,1-1 0,-2 0-118,0 2 0,-1 1 1,-2 0 124,-5 0 0,-1 0 0,-1 1 2,-3-1 0,0-1 0,0 0 7,2-2 1,-1-1 0,2 0-23,5-3 0,2 0 0,0-1-15,4-2 1,1 1-1,0-1 22,-3 0 1,1 0 0,-2 0 1,-4 0 1,0 1-1,-2-2 2,-3 0 1,-2 0-1,1-1-4,0-1 1,0-1 0,0 0-1,2-1 1,0 0 0,-1-1 1,0 2 1,0-1-1,-1 1-7,-3 2 0,0 0 0,-1 2 225,18 2 0,-1 2-201,-19 0 0,0 0 1,1 1-20,2 1 1,1-1-1,0 1 0,4 0 1,0 0 0,1 0 1,0 0 1,-1 0 0,0 1 8,0 0 1,0 0 0,-1 1 3,-1 0 1,0 1 0,0 0 166,2-1 0,1 1 0,0 0-169,3 0 1,0-1 0,1 0-12,2-1 1,2-1-1,-1 0-17,2 0 1,0-1 0,-1 0 7,-1-2 0,0 0 1,-1 0-1,-2 0 0,-2-1 0,0-1-15,-2 0 0,0 0 1,-1-1 3,-1-1 0,-1 0 0,0-1 1,0 1 1,0-1 0,0 1 13,-2-1 0,1 0 0,0 0-14,4 0 1,1 1 0,-2 0 16,12 0 1,0-1-17,-14 1 0,1 0 0,-2 0 227,11-1 0,-1 0-274,-15 0 0,2 0 0,-1 1-103,-1-1 0,1 1 1,0 1-31,2-1 1,1 2 0,1-1 22,5 2 0,0 0 0,0 0 138,-7 0 0,-2-1 0,2 1-84,6 0 0,1 0 0,-2-2-812,-8-3 0,-1 0 0,-1-2 926,14-1 0,-5-1 0,-13 1 0,-7-1 0,-4-3 0</inkml:trace>
  <inkml:trace contextRef="#ctx0" brushRef="#br0" timeOffset="26099">2999 5415 8097,'-50'-2'814,"0"-1"0,0 1 1,5 0-1,0 0 1,2 1-126,-21 0 0,2 0-37,11 0 1,3 2-20,4-1 0,1 1-353,9-1 0,0 1 120,-3 2 1,2 0 97,-11 1-369,5 2 11,29-3 347,31 2-111,33 1-261,-6 0 0,5-1-61,-6 0 0,3-1 0,2 1-188,7 0 1,3 2 0,2 0 166,-13-2 1,2 1-1,0 0 1,1 0-262,3 1 0,0-1 0,2 1 0,-1-1 254,5 0 1,0 0 0,1 0 0,0 0-6,-9-1 0,0-1 0,1 0 1,0 1-1,0-1-8,0 1 1,1-1-1,1 1 1,-1-1-1,-1 1-7,-1 0 1,0 0 0,-1 1 0,0-1 0,-1 0 14,6 2 0,-1 0 0,0-1 0,-3 1-58,9 0 1,-2 0 0,-2 0 107,-8-2 0,-2-1 0,0 0 1,-3-2 1,-1 0 0,1-1-32,0-1 0,0 1 1,1 0-24,5 1 1,2 2 0,-3-1 9,14 1 0,-2 2-4,-17-1 0,1 1 0,-3 0 12,3 0 1,-1 0 5,5-1 0,1-1-25,0-1 0,0 0 2,2-1 1,-1-1-15,-1 0 1,0 0 27,2 0 1,-1-2-12,-12-1 1,1-1 226,7-1 1,1-1-351,-7 0 1,-1 0 100,1 0 0,-4 2 0,12-1 0,-23 4 0</inkml:trace>
  <inkml:trace contextRef="#ctx0" brushRef="#br0" timeOffset="41183">10776 6329 10735,'-18'-46'1728,"1"-1"1,0 1 0,-9 4-1,-4 4 1,-7 14-1405,-14 22 1,-7 16 0,-1 4-966,-1-2 0,1 4 1,-2 6 707,12-2 0,-2 3 0,-1 4 1,1 3-1,2 1 80,0 6 1,2 4 0,1 2 0,1 1 0,2-1-342,1-1 0,2 0 0,2 1 0,0 2 0,2 3 215,3-1 1,0 3-1,2 3 1,1 0 0,4 1-1,4 0-41,5-2 0,4 1 1,3 1-1,2-1 1,3 0-1,0-1-12,1 5 1,2-2 0,2 1 0,5-2-1,5 1 21,3-6 1,4 2 0,4-1 0,3-1 0,5-5 0,5-5-10,7-7 0,6-4 1,5-4-1,3-3 1,0-2-1,0-2 21,-1 1 0,1-3 0,1-1 0,2-3 0,1-3 0,3-2-92,-4-5 1,2-1-1,3-2 1,1-3-1,1-1 1,0-3-1,-1-2 1,-1-1 109,0-4 1,0-2-1,1-3 1,-1-1 0,-1-3-1,0 0 1,-1 0 0,0-1-196,-5 2 1,-1 0 0,0-1 0,-1-1 0,-1-1 0,1-1 0,-1-1 0,0-2 199,3-3 1,2-1-1,-1-2 1,1-1 0,-3-1-1,-1-2 1,-4-1-1,-3 0 53,1-8 1,-4-2 0,-3-1-1,-3-2 1,-1 1 0,-2 0 10,4-4 1,-2 0-1,-3 1 1,-3-3-1,-3-2 7,-7 6 0,-2-3 1,-2-1-1,-3-1 0,-3 1 1,-4 2-59,-4-4 1,-5 2-1,-4 0 1,-1 1 0,-3 1-10,-1-7 0,-2 1 0,-5 2 0,-8 3 32,-5 7 0,-6 2 1,-5 2-1,-5 4 1,-4 5-91,-1 10 0,-7 5 0,-3 4 0,-2 3 0,-1 2 0,0 0-31,8 2 0,0 0 0,-2 3 1,1 0-1,-1 2 0,0 0 1,0 3-94,-2 0 0,0 0 0,-1 2 0,1 2 0,1 1 0,1 3 0,2 2-829,-2 5 0,1 2 0,1 4 0,3 1 0,2 1 0,5 0 927,-4 6 0,6 2 1,2 0-1,3 0 0,-5 5 1,4-1-1,6-2 1,12-1-1,0-1 0</inkml:trace>
  <inkml:trace contextRef="#ctx0" brushRef="#br0" timeOffset="42082">10333 6884 20442,'-50'-10'558,"0"0"1,-1 0 0,-19 2 0,11 18-478,26 39 0,15 13-84,8-10 1,7 1 4,4 8 1,15-6 134,25-13 1,15-19 147,-6-27 1,4-14 0,-2-2-48,9-4 0,-7-9-136,-14-5 1,-3-7 0,-16 1 23,-23-4 0,-14 3-79,-8 6 1,-7 6-43,-3 7 1,-2 7-213,-21-1-264,23 37-391,53 33 176,17-10 0,15 0 269,-1-11 1,8-2-1,4-3-170,-8-7 0,4-1 1,2-3-1,0-4 472,4-4 0,2-3 1,0-3-1,-3-2 162,-6-2 1,-2-1 0,-1-4-1,-1-3 209,-1-5 0,-1-4 1,-2-3-1,-5-1 113,-4-3 1,-4-3 0,-4-1-2,-1-3 0,-4-2 0,-6 2 63,-7-6 0,-10 4 28,-21-11-375,-14 38-70,4 27 0,3 12-28,9 1 0,7 4 588,6 11 1,12-2-603,20-8 0,12-8 59,16-9 0,6-12 30,-18-7 1,-1-6 0,-1-5 226,14-12 1,-9-9 10,-17-7 1,-16-5-115,-23 2 0,-14 3-115,-14 2 0,-9 8-308,-7 5 0,-4 11-3070,4 14 1,2 7 3307,15 1 0,4 4 0,-5 17 0,26-15 0</inkml:trace>
  <inkml:trace contextRef="#ctx0" brushRef="#br0" timeOffset="45015">10793 7669 8158,'0'-10'6923,"0"2"-5001,0 8-349,4 16-849,4 2-36,12 9 180,19-9-336,17-18-249,-5-13 0,3-5-11,-8-1 0,-1-2 27,6-5 1,-5 0 126,7-12-12,-31 16-123,-15 11-268,-11 12-29,-18 18 12,-23 20-26,12-11 0,-2 1 12,-4 3 0,0-1 50,2-3 0,0-4 11,3-7 0,1-7 9,-25-13-46,5-26 6,29 7 1,3-3 28,-12-25-35,13 10-133,12 15 61,8 23 78,13 26 1,10 11-1,17 9-11,-12-26 0,3-3 45,4-5 0,2-6 31,6-7 0,-1-7 47,0-6 1,-3-7 58,-3-4 1,-4-3-18,-8 0 1,-5 0 2,3-17-263,-15 18-1882,-7 17 1966,5 17 0,-4-2 0,4 6 0</inkml:trace>
  <inkml:trace contextRef="#ctx0" brushRef="#br0" timeOffset="46848">9783 6870 17596,'32'-43'3210,"9"-6"-2785,3 3-179,-10 17 1,2 3-130,-4 6 1,1 2-56,6 0 0,2 2-28,-4 5 0,0 3-51,-4 2 0,-1 1-818,19-2-8098,-20 11 8933,-19 0 0,-9 3 0,-3-4 0</inkml:trace>
  <inkml:trace contextRef="#ctx0" brushRef="#br0" timeOffset="47548">11241 6607 9072,'-7'1'8692,"1"-1"-7548,-13-13-316,27-10 107,0-20-568,14 16 0,8 2-118,4-2 0,4 1-123,1 2 1,3 2-43,3 3 0,3 3 0,1 1 0,0 3-23,2 3 1,0 1-42,-5 3 0,-3 2-51,-8 3 0,-3 3-3,6 8-1210,-18 6 1244,-6 1 0,-8-8 0,1-2 0</inkml:trace>
  <inkml:trace contextRef="#ctx0" brushRef="#br0" timeOffset="49916">9918 8314 7526,'-2'-7'8939,"1"2"-6250,-16-35-1255,10 28-813,-15-22 17,3 64-391,4 6 0,0 7-74,-4 13 1,-1 11-488,6-18 1,-1 6-1,-2 4 1,1 2-1,0 1 363,2-7 1,1 2-1,-1 1 1,0 1-1,0 2 1,0 2-356,0-4 0,0 2 0,0 2 0,-1 2 0,1 0 0,0 0 0,0 0 0,2 0 151,1-7 0,1 1 0,0 0 0,0 0 0,1 0 0,0 0 0,1-1 0,1 1 0,0-2-599,0 4 0,1 1 0,0-1 0,1 0 0,0-1 0,2-1 0,0-1 0,1-3 582,1 4 0,1 0 0,1-2 0,1-2 0,0-3 0,1-4 1,2 21-1,1-7 0,3-12 0,13 1 0</inkml:trace>
  <inkml:trace contextRef="#ctx0" brushRef="#br0" timeOffset="50466">12036 7935 13200,'-19'-50'2865,"0"1"1,4 3 0,4 19-1964,13 49-647,5 19 0,3 14-197,-4-10 1,-1 6 0,-1 4 0,0 3-572,-2-7 0,0 3 0,-1 2 0,-1 2 0,-1 2 0,0 0 483,-2 1 1,-1 2-1,-1 2 1,0 0-1,-2 1 1,0 1-1,-1 0-47,1-11 1,-1 1-1,0 0 1,-1 1-1,0 0 1,-1 0-1,0 1 1,-1-1-1,1 0-423,-2 1 0,1 1 0,-2 0 0,1 0 0,-1 0 0,0 0 1,-1-1-1,1-1 0,0 0 500,-1 3 0,0 0 0,-1 0 0,0 0 0,1-2 0,-1-2 0,2-2 0,0-4 0,-2 8 0,0-3 0,1-3 0,1-3 0,1-2 0,-1 8 0,0 0 0,0 0 0</inkml:trace>
  <inkml:trace contextRef="#ctx0" brushRef="#br0" timeOffset="52432">12292 7782 12763,'39'-39'1254,"-1"0"1,-8 6 0,2 9-950,7 22 0,2 12 67,5 14 1,-1 5-281,-9-4 1,0 2 22,3 6 1,4 4 0,-2-1-165,7 7 0,0 1 135,-8-6 0,1 2 1,-1 1 60,-3-1 1,-2 1-1,-1 2 47,1 6 0,-2 2 0,-2 0-146,-5-8 1,-3-1 0,1 3 18,4 10 0,0 2 1,0-1 27,-3-8 0,1 0 0,0 1-9,-2-3 1,1 1 0,0 1 0,-1-2-42,3 5 0,-1-2 0,-1 3 8,-3-5 0,-1 2 0,-1 0 1,-3-2-17,-3 0 0,-3-1 1,-3-1-27,0 3 0,-2 0 0,-6-2 8,-12 16 1,-8-6 25,-1-22 0,-4-5 19,-3-2 0,-3-8-53,-7-20 1,-3-9-21,1-2 1,-1-4-4,-8-4 1,-1-3 11,8 4 0,-2-1 0,1 1 0,-16-9 0,1 0 11,16 7 1,-1 0-1,-1-1 5,-1-1 1,0 0 0,1 0 19,-8-5 1,3 1-12,-3-1 1,3-2 32,7-6 1,4-4 33,9 1 1,2-3-45,1-5 0,1-5 17,7 11 0,1-3 1,1-1 42,3 3 0,1-1 1,1-1-27,-2-5 0,0-1 0,2-2 58,1-11 0,1-3 0,2 3-151,2 12 1,0 2 0,0-1 84,1-6 1,-1 0 0,1 4-27,-2 1 0,0 3 122,-1 0 0,-1 1-137,-1 11 1,-2 2 11,0 0 0,-2 2 100,-22-16-178,10 27-225,-3 13 136,6 25-908,-7 21-8801,-3 14 9597,7-10 1,10-14 0,14-22 0</inkml:trace>
  <inkml:trace contextRef="#ctx0" brushRef="#br0" timeOffset="58432">13128 10893 8965,'1'-3'9830,"-1"0"-8077,10-40-526,-7 21-471,7-36-313,-11 37-146,0 6-275,-1 8-106,0 6 62,-2 5 22,-2 2 0,0 3-17,2-2 11,2 0 40,0 0-17,0 0-34,1-1-11,-1-3 33,1 0 7,1-2 4,0 6-4,-1 7 21,-1 9-5,1 1-33,0-6 83,1-10-50,0-5 45,-1 4-17,-2 9-23,-1 5 29,-1 0 72,2-8 354,3-8-371,3-24-5,2-8 0,7-28-22,8-5-57,-6 29 1,2 1 16,24-20-55,4 19 27,2 23 6,2 28-45,-2 24 17,-27-11 0,-5 3 31,-5 3 0,-8 1 50,-10 3 0,-6-2 59,-16 15 175,-12-15-153,22-36-67,8-17-67,17-13 6,19-5-45,21 5-15,-12 16 1,1 7 25,2 7 0,-1 7-20,-4 8 1,-7 7-37,-10 11 0,-10 6-113,-17 12 1,-10 0 42,1-11 0,-5-3-540,-9 3 0,-1-14-5149,1-27 5815,13-27 0,18-3 0,8 0 0</inkml:trace>
  <inkml:trace contextRef="#ctx0" brushRef="#br0" timeOffset="58833">13736 10780 12483,'8'-7'9045,"-2"2"-8114,-26 54-399,10 0-437,-2-1 0,6 2-70,11-11 0,10-3-28,8-4 1,8-6 32,10-8 1,4-9 126,1-12 0,-3-9 176,-6-6 0,-6-8 67,-14-7 1,-10-3-160,-14-2 0,-9 0-81,-9 0 0,-6 2-51,-2 6 0,-1 4-70,3 5 0,0 7-408,-10 13-1760,22 35 2129,28 28 0,-6-21 0,16-2 0</inkml:trace>
  <inkml:trace contextRef="#ctx0" brushRef="#br0" timeOffset="59132">14389 10568 25954,'-17'34'-34,"0"-1"0,1 1 1,2 4-518,5 15 0,3 8 0,3-3-3054,7 7 0,3-5 3605,1-9 0,4-6 0,14 1 0,-10-35 0</inkml:trace>
  <inkml:trace contextRef="#ctx0" brushRef="#br0" timeOffset="60015">14511 10633 16045,'-7'0'3573,"-33"10"1,-5 6-3036,18 10-312,-20 10 1,5 8-177,34-8 1,9 1-65,-1 6 0,8-1-73,14-5 1,7-7-175,6-11 1,4-7-132,7-4 0,4-8-1062,11-15 1,0-9-418,-8-1 0,0-5 1274,1-3 1,0-4 901,-3-5 0,-5 0 905,-13 8 0,-4 0 31,0 0 0,-5 0 1436,-5-9-1764,-30 27-482,-20 24-257,-16 28-155,22-8 1,2 5-74,4 2 1,4 1-36,5 21-6,44-25 151,2-34 89,16-22 482,-20-32 287,-13 1-175,-5-1-302,-11 25-353,0 24-6,4 26-67,1 22 1,0 12-20,-1-3 1,-2 5-1,1 4-340,-1-5 0,1 3 1,-1 2-1,-2 3-256,0-9 0,0 3 0,-1 1 0,-1 1 0,-1-1 0,-1-3-374,-4 12 1,-1-1 0,-3-2 0,0-1 1230,1 0 0,-1 1 1,-3-4-1,-6-9 542,-10-8 1,-5-7 0,-1-16-469,-6-19 1,2-17-188,0-17 0,11-14-60,20 2 0,9-8 0,6-4 0,2 2-333,4 0 0,3 2 0,5-2 0,1-1 217,1 2 0,2-2 0,3-1 0,1 2 0,1 3-270,-1 8 0,1 2 1,1 1-1,1 1 1,-1 2 305,5-4 0,1 1 0,-2 3 0,-3 4 0,10-7 0,-6 6 0,11-8 0</inkml:trace>
  <inkml:trace contextRef="#ctx0" brushRef="#br0" timeOffset="61441">12538 10914 15518,'4'-43'3644,"0"0"0,11 0-3345,-4 68 1,0 21-250,-4 3 1,-1 7-1,-1 4-761,-2 0 0,0 4 0,-1 2 0,1 1 624,0-8 1,0 2 0,1 0 0,0 0-1,1-2 46,1-3 1,0-1 0,1-1 0,1-1 0,0-3 329,5 18 1,2-4 0,1-10-167,2-4 0,0-23 237,0-50-358,-15-19 1,-5-12-1,1 1 0,1-5 0,0-2-180,1 7 1,0-1 0,1-2 0,1-1 184,0-4 0,1-1 0,2-1 0,1 1 28,2 2 0,1 1 0,3 0 0,2 2-9,3 3 1,2 1 0,3 3 0,4 2-15,3 4 1,3 3 0,3 2-1,4 2-19,5 1 0,3 3 0,4 2 0,2 1 27,-6 5 1,3 1 0,1 0 0,2 2 0,0 1-36,4 0 1,2 1-1,1 1 1,1 1-1,1 2 11,-4 1 0,2 2 1,1 0-1,0 1 1,0 2-1,-3 0-12,4 0 0,-2 1 1,-1 2-1,1 0 1,1 1 17,-5 0 1,1 2 0,1 1 0,0-1 0,0-1-1,-2 0 6,7-3 0,0-1 0,-2 0 0,0-1 0,-3 0 3,4 0 0,-3 0 0,0-2 0,0-1 1,-8-1 1,1-2-1,-1-1 1,-2 0-1,-6 1 12,0-3 0,-5 1 1,0-2-176,9-3 1,0-1 0,-3 2 192,2 0 0,-1 1 92,11-1 1,-1 4 55,-17 9 0,-2 7 300,-1 6 1,-3 8-416,-6 10 1,-5 8-9,-1 15 0,-5 12-45,-7-11 1,-2 8-1,-1 3 1,-1 0-1,1-7 211,0 2 0,0-5 0,0 9-303,-3-5 0,2 8 1,-2 6-1,1 3 1,-2-1-1,-2-2 1,-2-7-249,-2 1 1,-4-4 0,0-2-1,-2 1 1,-1 3 284,2 1 0,1 4 1,-1 0-1,-3 1 1,-3-2-1,-7-3 80,-2-8 0,-4 0 0,-3-1 1,-4-2-1,-2-2 0,-2-3 1,-3-4 14,-3-4 0,-3-5 1,-3-2-1,-3-3 1,0-1-1,-1-2 0,0 2-55,0-1 0,-1 1 0,0-2 1,-2-1-1,0-1 0,-2-2 1,-2-2-3,5-3 1,-2-1-1,-2-2 1,-1-1 0,0-1-1,0-1 1,0 0 0,2-1-1,2 1-1,-5 0 0,2-1 0,0 0 0,2-1 0,0 0 0,0 0 0,0 0-4,1-1 1,2 1 0,-1-1 0,1-1 0,-1 1 0,-1 1 0,-2 0-19,-2 0 1,-3 2-1,-1 0 1,-1 0-1,0 0 1,2 0-1,2-2 1,4-1-528,0-1 1,4-1 0,1-1 0,2-1 0,-1 1-1,-2 0 302,-4 2 0,-4 1 1,1-1-1,2 1 1,3-2-1,6-2 0,-11-2 1,7-3-1,16-1 1,19-3-1</inkml:trace>
  <inkml:trace contextRef="#ctx0" brushRef="#br0" timeOffset="65448">13981 5163 10534,'18'-11'3209,"9"1"-2576,20 1-308,10-3-174,-25 5 0,1-1 42,2-2 0,-1 1-50,-1 1 1,-2 0 152,15-4-10,-20 7 22,-17 3 286,-8 2 1417,-1 0-1798,-2-2-40,1-1-89,-1-3-45,2 2 12,0 0-236,0 2-592,0 1 0,0-1 1</inkml:trace>
  <inkml:trace contextRef="#ctx0" brushRef="#br0" timeOffset="77616">14002 5336 16667,'-5'-56'1420,"-1"0"1,2 6 0,1 10-1163,0 22-12,4 19 129,9 35-137,-1 4 1,-1 8-112,0-2 0,0 3 0,0 3-339,0 11 0,-1 3 0,1-1 225,-3-4 0,1 0 0,0 0-4,0 3 1,1 1-1,1-6-253,1-1 1,1-5-1158,1-6 1,2-8 1400,6-7 0,-9-24 0,-4-9 0</inkml:trace>
  <inkml:trace contextRef="#ctx0" brushRef="#br0" timeOffset="78482">14042 5401 13200,'-4'-3'5612,"1"0"-5427,-9-52-45,43 24-39,-8-10 0,7-1-29,5 20 1,7 5 0,3 0-226,5-5 1,3 0-1,1-1 173,4-1 1,1-1 0,1 1-172,0 0 1,1 1 0,-2 0 153,-2 1 1,-2 1 0,0 1 3,-4 2 1,0 1 0,-2 1 48,14-5 0,-3 3-3,-10 4 0,-3 3 62,-13 3 0,-3 2 131,10 0 391,-16 4-430,-3 3 681,4 7-631,4 10 51,7 15-148,-17-9 0,0 3-9,4 11 1,-1 3-12,4 12 0,-1 3-97,-6-10 0,0 1 0,0 0-172,2 3 0,1 0 0,0 0 125,-1-1 0,1-1 1,-2-2 39,8 15 1,-4-4 44,-7-10 0,-6-3 39,-13-8 1,-8-1-57,-9-4 1,-8-4-32,-14-1 1,-7-5-9,-13-1 0,-5-3-121,17-6 0,-1-2 0,-1-1 139,-3 1 0,0-1 0,0 0 22,1 1 0,-1 0 1,1 0-16,1 2 0,1 1 1,-1-1-23,-2-1 0,-1 1 0,1-2 3,1-1 1,0 0 0,1-3-29,4-2 1,2-2 0,2-3 49,-9-4 1,5-6-1006,16-7 0,6-4 952,0-29 0,16 17 0,8 8 0</inkml:trace>
  <inkml:trace contextRef="#ctx0" brushRef="#br0" timeOffset="81554">14909 5343 7710,'3'-11'6470,"-1"1"-5283,8-8 466,-8 14 363,-16 16-1713,-2 6-1546,-13 8 1,-2 0 1561,3-9-28,-15 6 101,23-19-263,6-1-107,0 0 46,7 21-52,4-7 12,0 18 17,7 8 3386,1 6-3375,2-13 0,-1-1 40,2 4 10,1-6 796,1-50-790,1-5-78,12-9 0,3 0-29,-2-1-11,3 6 1,2 4-45,2 16 16,1 5 0,3 4-5,-4 6 0,0 4-6,3 5 0,-4 4 57,-3 31-4,-37-20 0,-12-2-268,-5-5 0,-4-5-1410,-3-2 1,0-8 1669,-13-15 0,31-5 0,14-6 0</inkml:trace>
  <inkml:trace contextRef="#ctx0" brushRef="#br0" timeOffset="85932">17333 4112 10086,'-2'-4'7012,"0"1"-5791,-4-6 79,14 73-1202,-8-18 0,1 6-100,2 0 0,2 6 0,-1 3-508,-1-3 0,1 3 0,0 1 0,2-4-639,3 5 1,3-4 0,3 0 1148,2 2 0,3-1 0,1-8 0,-1-11 0,1-10 0,18-1 0</inkml:trace>
  <inkml:trace contextRef="#ctx0" brushRef="#br0" timeOffset="86749">17388 4294 13564,'25'-36'464,"0"-1"0,0 1 0,8 3 0,5-1 0,4 3 0,2 2-317,6 2 0,3 4 0,2 2 0,3-3-709,-10 3 0,2 0 0,2-1 0,1-1 1,-1 1-1,1-1 553,0 0 1,0 0-1,0-1 1,0 1 0,1-1-1,1 1 11,3-1 0,1 0 0,1 1 0,-1-1 0,1 1 0,0 1-14,-1-1 1,1 1 0,-1 1 0,1 0 0,-1 1-1,0 1 12,-3 1 0,0 2 0,0 0 0,0 2 0,-1 0 0,-1 1 27,6-1 1,-2 2-1,0 1 1,0 0-1,-2 1 16,8 0 1,-2 1-1,0 0 1,-2-1 42,-4 2 1,0-1 0,-2 0 0,-1-1 88,12-3 1,-1-1 0,-4 0 313,-7 1 0,-3-1 0,-3 1-63,8-2 0,-6 2 139,5-1-100,-31 15 1525,-18 19-1845,-4 29-72,-1-7 0,0 6-14,0-4 1,0 4 0,0 1-103,-2 11 0,-1 2 1,0 1 49,1-2 1,0 1-1,0 3-20,0-8 1,0 2-1,0 0 1,0-3-128,1 4 0,-1-3 1,-2 1 144,-2 4 1,-2 1 0,-6-6 20,-3-11 0,-4-4 0,-6-4-10,-10-3 1,-6-3 0,-5-4 11,-8 0 0,-5-4 0,-3-2-274,10-5 0,-2-2 0,-1-1 1,-2 0 241,9-3 1,-1-1-1,-1 1 1,-1-1 0,0 0-239,-4 0 1,-2 0 0,0 0 0,0 0 0,-2 0 234,5-1 1,0-1-1,-1 1 1,-1 0-1,0-1 1,0 1-108,-4 0 0,0 0 1,-1-1-1,0 1 1,0 0-1,0-1 84,-1-1 0,0 1 0,0 0 0,0-1 1,1-1-1,1 0-30,6 0 0,0-1 0,1 0 1,0-1-1,2-1 0,2 0-756,-15-1 1,2-2 0,2-1 0,6-1 815,3-1 0,4-1 0,6-1 0,3-3 0,9 0 0,9-2 0</inkml:trace>
  <inkml:trace contextRef="#ctx0" brushRef="#br0" timeOffset="87753">18404 4399 12298,'5'-42'4203,"1"-1"1,-1 0-3784,0-3 0,1 7-118,-4 31-94,-9 56-371,0-4 1,1 6-553,0-5 0,2 2 0,2 0-2125,3 1 1,3-1 0,2-3 2839,6 10 0,3-7 0,14 6 0,-6-37 0</inkml:trace>
  <inkml:trace contextRef="#ctx0" brushRef="#br0" timeOffset="88192">18915 4231 19776,'-26'19'834,"23"40"-3634,10-17 1,4 0 2827,-1 0 0,5-7 1779,39-12-1275,-20-48 888,7-22-1160,-30 9 1,-7-2-9,-8-2 0,-7 1 30,-7 3 1,-6 5 1376,-1 8 1,-3 8-3660,-15 10 2000,14 28 0,21 0 0,7-1 0</inkml:trace>
  <inkml:trace contextRef="#ctx0" brushRef="#br0" timeOffset="89418">23143 3163 9139,'4'-45'2457,"1"-1"1,0 0-1,3-27 1,-3 29-2680,-10 65 0,-6 33 0,-1 15 0,0-1 1,3-16-43,3-10 1,3 1-1192,0 7 0,0 14 0,2 4 0,2-9 0,5-20 1455,14-11 0,0 6 0,-2-10 0,-11-24 0</inkml:trace>
  <inkml:trace contextRef="#ctx0" brushRef="#br0" timeOffset="90289">23197 2924 7906,'61'-24'401,"0"1"1,0 0 0,0-1 0,0 1 0,0-1 0,0 1 0,0-1 0,-1 1 0,1-1 0,0 1 0,-3 2 0,2-1-1,4 0 1,1-1 0,1 0 0,0 0 0,0 0 0,-2 1 0,-2 1 0,-3 2 0,-4 0 0,-4 3 0,-5 2 0,-7 2-277,21-5 0,-14 5 0,8-1 113,-3 1 1,9-3-1,5-1 1,2 1-1,-5 1 1,-7 5-1,-13 3 109,-1 8 1,-7 3-228,14-5 1,-4 7 556,-1 41-638,-33-28 11,6 13 1,6 0 24,7-14 1,3-3-12,3 6 1,2-3 252,6-10 0,-3-6-256,-1-5 163,-11-33-207,-24 23 11,7-19-151,-7 25 67,-1 16 112,-10 26-51,2-4 15,2 24 0,1 5-15,7-2-5,0 0 0,0 8-23,2-15 1,1 2 0,-3 1-27,-5 0 1,-3 0-1,-1 1 88,1 7 0,-1 1 1,-11-4 38,-15-4 1,-12-5-1,-6-9-52,-7-12 0,-6-8 1,-2-4-870,16-3 1,-1-2-1,-1-1 1,-1-2 850,-1-2 1,-1-2-1,-2-1 1,-3-1-1,-2-1 1,-4-1 0,-2 0 0,0-1 0,0-1-93,10 0 1,0 0 0,0 0-1,-1 0 1,-1-1 0,-1 0 25,0 0 0,-2-1 1,-1 1-1,-1-1 1,2 0-1,2 0 0,3 0-78,-2 0 1,3 0-1,1 0 1,3-1-1,3-2 136,-17-3 0,5-1 0,15 0 0,11 2 0,2-5 0</inkml:trace>
  <inkml:trace contextRef="#ctx0" brushRef="#br0" timeOffset="91351">24125 3089 19288,'-7'4'1798,"-18"-4"-1451,7-8 219,-15-25-353,28-12-134,9-11-79,26-1 16,14 26-27,-1 8-17,16 43-5,-26 12 27,-13 12 0,-8 7-22,-12-9 0,-9 2 20,-11 5 1,-7 3 0,-3-5 200,-11 2 0,-3-6 67,-6 4 1,1-11 355,-8-27-504,41-34-123,17-12-34,39-2 17,-10 27 0,5 3-45,7 0 1,6 1-82,-4 3 1,4 0 0,-1-1-26,-4-1 0,0-1 0,0-1 59,3 0 1,-1-2-1,-1-4-32,15-16 1,-7-6 201,-20 7 1,-6-2 53,-1 0 0,-6 1 310,-5-11-290,-12 28-108,-3 11 85,-1 35-90,4 10 23,12 14-3,9-25 0,9-9 134,18-22 0,3-8-120,-17 12 0,-1-5 100,14-24 1,-12-10 257,-34-12-73,-19-6-223,-16 7-267,2 29 1,-3 6-7207,-25 4 7366,7 4 0,22 7 0,20-1 0</inkml:trace>
  <inkml:trace contextRef="#ctx0" brushRef="#br0" timeOffset="93352">15578 7152 12270,'-1'-4'5674,"0"1"-4738,1 3 335,-6 86-1238,1-33-52,2-2 1,0 10-1,0-8-40,1-15 1,1-5 427,-2 29-279,0-60 50,-8-45 0,1-24-98,2 24 0,1-4 47,5 2 1,2-8 0,1 0-1,-1 8-64,0 3 1,4 3 26,16-8 0,10-3 0,-1 11-24,15 10-17,-3 1 1,9-2-14,5 4 0,7 2 0,-4 1 2,-8 3 0,4-2-671,-2 2 1,10-4-1,5-2 1,-5 2-1,-10 4 677,0 0 0,0 0-250,-6 2 0,9-5 0,2-1 0,-3 2 0,-10 3 263,-3 1 1,-1 0 3,2 0 1,6-3 0,0 1 0,-4 3 94,11-2 0,-4 3-82,0-1 0,-2 2 6,-8 2 0,2 1 8,-1 1 1,3-1 0,-3 2-43,-7 1 1,2 0 45,20-5 0,9-3 1,-10 4 29,4-3-28,-14 1 0,6-3 0,-9 2-23,4-3 444,-4 1 1,9-2 0,-7 4-355,8 2-101,-15 2 1,-2 2 44,-1 4-28,-6 2-22,-5 1 3420,22-2-3381,-27 5 168,7 30-90,-12 28-1250,-2-9 0,1 10 1,-1-6 1117,-2-7 1,-1 2-2,1 0 1,2 7-1,-1 1 1,-3-5-67,-2 14 1,-2-3 55,3 2 1,-2-2 0,2-6 0,-12-5 114,-41-8 0,-7-8-94,8-3-3,0-11 1,-15 3 0,-5-2 0,4-4-22,-2-5 1,1-4 0,0 0 787,13 0 0,0 0 1,-2 0-1,-4 2-768,2 0 1,-7 2-1,-2 0 1,1 0-1,5 0 1,8-3-7,-12 4 1,0 1-2,9-2 0,-11 4 0,-5 1 0,1 0 0,4-2 0,13-2-1622,-7 1 1,3-1 1631,8-2 0,-4 2 1,-3 0-1,-1-1-479,2-1 0,-4-1 0,0 0 1,3-1-1,5-1 423,-13 2 0,0-2-315,9-1 0,-9 2 1,-2-1-1,6-4 1,15-7 118,-9-24 0,1 9 1,47-10-1</inkml:trace>
  <inkml:trace contextRef="#ctx0" brushRef="#br0" timeOffset="94177">16608 6972 19311,'46'16'2991,"-23"13"-2638,-39-1 11,-16-2 240,-12-41-531,15-7-11,-4-33-82,37 13 1,6 0 13,-5-6 14,12 9 1,9 9-23,6 28 0,2 11 19,20 10 15,-15 18 0,-9 10-29,-22-8 1,-12 3 107,-18 11 0,-13 7 0,2-10-1,5-15 0,-2-4 28,-9 0 1,-5 0 0,11-17-121,14-26 0,39-23-51,21 7-3,-8 14 1,6 0-904,10-2 1,6-1-1,-5 2-533,-7 0 0,1 0-1793,13-5 0,6-2 0,-11 2 1657,1-5 1,-6 1 0,-38 19 0</inkml:trace>
  <inkml:trace contextRef="#ctx0" brushRef="#br0" timeOffset="94803">17425 6723 19619,'8'-38'1263,"0"0"0,-10-10-1145,-11 59-1,-14 12 70,-6-1 1,0 0-143,4-2 39,-7 1 0,3-2 135,17-12-231,2-1 18,8-2 39,6-3 229,2 6-151,-1 0-16,2 8-1663,-2 17 0,-1 2 1567,-1-5 3,1 8 0,-1 1 356,0-1-309,1-17 393,1 3-320,5-42-78,7-8 3336,2-3-3397,12 2-51,4 18 0,2 3 22,15-2 0,-5 7 1,5 5-82,4 14 0,-3 6 56,-19-8 1,-1 1-10,18 9 1,-17 5-1947,-48 1 1,-13-3-7818,0-1 8712,-4-2 1,1-6-1,15-18 1,13-1 0</inkml:trace>
  <inkml:trace contextRef="#ctx0" brushRef="#br0" timeOffset="96289">20177 5845 9486,'2'-5'7097,"-1"1"-6501,-26-2 1,-16 5-203,-6 7 1,-2 2-331,-5-7 1,-2 1 0,10 7 1,-2 3 0,6-1 40,-17 6 95,15-5 1,3-1-67,9-3-51,1-1 17,26-7-68,2 0-33,0 0 17,-23 16 11,7-2 11,-9 6 0,-2 1 51,0 3 67,-5 3 352,24-18-145,10-11-17,18-22-145,1 5-28,9-12 269,-6 31-303,-9 3 369,-6 44 1,-7 16-426,0-29 0,-1 2-32,-1 16 0,0 9 1,2 1-37,2-11 1,2 3 0,0-1 0,0-5-14,-2 12 0,3 2-16,3-4 0,4 10 1,0-4-1,-1-13-205,5 7 218,3-2 0,-1-7 0,-10-27 0,3-8 0</inkml:trace>
  <inkml:trace contextRef="#ctx0" brushRef="#br0" timeOffset="97421">19875 6046 17042,'-11'-41'3462,"17"3"-3205,36 18 1,23 4-1,-5 1-232,-10-1 1,2 1-18,-9 1 0,5 0 1,3-2-1,1 1-869,0 0 1,3 0 0,1-1 0,-3 2 0,-4 0 860,3 0 0,-5 2 0,7-2-14,0 0 1,9-1 0,5-2 0,0 0 0,-5 2 0,-8 2 424,2 0 1,-6 3-1,4-1-392,-3 0 0,7-1 0,1-1 0,-2 1 1,-8 1 219,-4 2 1,-5 0 0,3-1-225,8-3 0,5 0 1,0-1-1,-8 1 24,2-2 1,-1 0 72,5-3 0,4-3 0,-8 3-59,-12 5 0,-3-1 73,13-8 1,-3-1 58,-6 2-51,18-7-134,-23 12 2505,9 4-2454,-1 3-40,-12 3 50,8-3-38,-33 8 279,-1 40-212,-7-6-23,-1 25 0,3 10-62,3-15 1,4 5-5,4-1 1,4 9-1,1 1 1,-2-7-21,-3-11 0,-1-5 1,0 5-27,3 13 0,3 7 0,-6-1 1,-12-9 19,-12-16 1,-9-6 0,-7 0-398,-4-2 1,-6 1 0,-5 0 0,-1-2 0,4-5 421,-10 3 0,0-5 0,-6-3-6,10-7 0,-6-2 1,-4 0-1,0-1 1,2-2-1,6-1-157,-14 2 1,5-3 0,-9 1 160,18-2 1,-6 0-1,-6 2 1,-2 0 0,0 0-1,1 0 1,3-1 0,6-1-154,-2 1 0,5-1 1,2-1-1,-2 1 1,-7 1 178,7-1 0,-6 1 0,-3 1 1,-3 0-1,0 0 0,1 0 1,4-1-1,3-1 0,7-1 4,-7 0 0,7-1 0,1-1 0,-4 0-6,-11 0 1,-6 0-1,-2-1 1,5-1-1,8-1-20,9-1 0,6-2 0,-1-1-19,-10 0 0,0-1 0,4-5 17,-2-11 0,8-1 0,-1 9 0,-9-26 0</inkml:trace>
  <inkml:trace contextRef="#ctx0" brushRef="#br0" timeOffset="97992">20813 6239 13844,'-3'-3'7292,"1"0"-6076,-12-14-331,20 65-779,-17-29-360,11 17 0,7 13 1,0-4-2470,1-7 1,0-1 2722,2 11 0,0-5 0,8-6 0,-6-26 0</inkml:trace>
  <inkml:trace contextRef="#ctx0" brushRef="#br0" timeOffset="98671">21391 6048 21282,'0'-24'1238,"-38"15"-1176,8 15 47,-2 2 0,-2-1 194,-6 2-231,7 2 304,-9 36-343,32-24-2,1 7 0,1 4 159,-2 26-61,2-7-39,0-1 498,7-33-241,9-44-319,-2 7 5,10-23-44,16 11-17,-8 13-23,28 12 1,9 10-14,-24 2 0,0 6-175,15 11 0,6 7 0,-10-2 188,-16-10 1,-7 3-177,4 23 0,-19-1-1199,-48-19 1,-12-6 305,-3 12 1120,-6-21 0,6-8 0,35-6 0,-11-11 0</inkml:trace>
  <inkml:trace contextRef="#ctx0" brushRef="#br0" timeOffset="99033">21638 5890 12847,'46'-18'4265,"0"1"0,-11 4-3313,26-10 1,-4 2-225,-41 16-168,16-4-717,-32 8-901,1-1 1058,8-3 0,-6 2 0,5-2 0</inkml:trace>
  <inkml:trace contextRef="#ctx0" brushRef="#br0" timeOffset="103918">24605 4861 7716,'0'8'7046,"-9"-14"-6934,7-2-285,-7-11 33,9 11 39,0 1-370,0 5 1020,0 2-493,-4 0-5,1 0 66,-2 0 12,4 0 201,0 0-16,-3 1 370,-7 5-158,-4 0 180,-14 9-57,-23 3-402,-8 1-124,15-7 0,-2 0-17,6-4 1,1-1-42,1 1 0,2-2 69,-19 1-39,21-3 79,10-3-29,6 0-21,3-1 4,6-1-38,5 1-56,3-1-79,2 1 118,0 9 11,0-1 56,0 6 240,0-6-55,0-3-90,-1-5-95,1 18-78,0-4 22,0 26-20,0-2 1,1 2-43,-1 8 73,-1 11 0,-2 12-1,-1-24 0,-1 4 0,-1-1 0,1-3-75,-1 14 1,0 2-3,1-14 0,-2 7 0,1 2 0,-1-3 0,3-10-158,0 3 1,3-4 140,3 2 0,2 1 0,0-5 0,0 15 0,17-27 0</inkml:trace>
  <inkml:trace contextRef="#ctx0" brushRef="#br0" timeOffset="106032">24015 5066 6495,'-4'-41'1960,"1"22"-2178,1-21 296,-1 29 107,0-2 857,-6-3 896,1 3-885,0-3 812,8-1-1277,12 7 443,34-16-656,-10 14 1,7 0-102,8-2 0,8-1 1,0 1-191,-5 2 0,1 2 0,0 0-47,2-1 0,1 1 1,3 0 123,-3 2 0,4 0 0,-1 1 0,-4 0-57,-5 1 1,-4 0 0,3-1-76,-1 1 1,1 0-1,2-1 1,-1 1 41,0-1 0,0 0 1,-1 0-1,-1 1-6,6-2 1,-1 0-1,0 0-45,5-1 1,1 1 0,1-3 8,-5 0 1,2-2-1,0-1 1,-6 1-16,-6 1 1,-4 0 0,2-1-1,2 0 0,2-1 0,1 0 0,-5 0 34,21-5 0,-7 1-20,-19 5 0,0 1-9,15-4 1,-1-1 52,-13 5 1,-2 0-17,3-1 0,-2 0-31,-4 2 1,-3 1-4,13-3 12,-5 0 207,15-3 122,-21 3-351,-4 1 16,-3 2 61,0 3-89,-10 3-28,5 1 6,-19 3 78,4 7 672,-2 55-633,1-20-22,0 0 0,2 10 0,-1 1-28,0 4 0,-2 1 0,0 1-45,0-1 0,-1 1 0,-2 3-255,-3-1 0,-1 5 0,-3-2 0,-2-8 286,-5 8 0,-7-3 30,-4-14 1,-7 4 0,-1-2-1,2-9-30,0-3 0,-5-5-29,-4-2 0,-8 2 1,-4-2-1,-3-5 30,-5-7 0,-4-6 1,-1-2-1,3 1-30,8 1 1,3 0 0,-1 0 0,-3-1-3,2-2 0,-2-1 0,-1-1 0,-1 0 0,0 0 23,-5 0 1,-2 0 0,0-1-1,3 0 1,7 0-149,4-1 1,6-1 0,-8 2 131,0 0 0,-9 0 0,-6 2 1,-2 0-1,3-1 0,6 0 0,10-1 21,-14 1 0,2-1 0,3-1 0,-10 1 0,-5 0 0,3-1 0,9 0 0,5 0 0,7-2 0,-4 2-5,1 0 1,-5 0 0,-2 1-1,3 1 1,7-2-10,-18 3 0,5 1 6,4 0 1,-2 1 0,6-3-7,8-5 0,6-4-1516,3-9 1,4-4-4892,-3-8 6393,40-15 0,10 25 0,-4 5 0</inkml:trace>
  <inkml:trace contextRef="#ctx0" brushRef="#br0" timeOffset="106820">24899 5305 18632,'23'-38'392,"0"-1"0,0 1 1,9-15-1,5 9-333,8 23 0,1 7-59,10-3-3,-22 12 0,-1 8 76,15 34 22,-25-12 482,9 28 380,-53-18-222,-13-1-517,-2-9 141,7-13-309,24-10-78,43-3 17,-6 4 5,0 0 1,4 2-32,-2 6 1,1 6-48,7 13 0,-1 2 95,-9-12 0,-8 2 28,-15 14 1,-16-2-12,-54-16-126,13-5 0,0-8 98,8-20 0,5-3 0,-7 4 0,26-23 0</inkml:trace>
  <inkml:trace contextRef="#ctx0" brushRef="#br0" timeOffset="107353">25853 5105 12494,'2'-4'7993,"0"0"-7333,-27-7 456,-7 43-915,-5-21-114,18 15 0,6 8-3,19 27-79,32-8 12,-15-25 0,5-6 156,16-15 1,1-12 73,0-16-18,-27-21 1,-9-4-191,-11 4-3,-8 3 1,-7 3 86,-30 11-218,20 10-2538,-34 0-5875,52 18 8508,-4 2 0,18-2 0,-1-3 0</inkml:trace>
  <inkml:trace contextRef="#ctx0" brushRef="#br0" timeOffset="108433">26201 5020 17216,'-1'-41'2427,"0"-1"1,-20 31-2343,3 68-158,7-17 0,0 7 0,5 0-848,16 16 0,3-3 287,-10-14 1,5-7-4283,20-9 1,1-15 4100,-16-21 1,6-13 0,-17 16-1</inkml:trace>
  <inkml:trace contextRef="#ctx0" brushRef="#br0" timeOffset="108758">26435 4948 7923,'-40'24'4915,"-1"0"0,-6-2-5830,3 19 1,5 0 976,18-18 1442,-11 14-1320,74-31 597,-16 1-901,11-8 0,9-2-1863,13-1 0,-1 0 359,-22 0 0,1 1 1170,28-4 0,-7 1 1,-33 2-1,3-4 0</inkml:trace>
  <inkml:trace contextRef="#ctx0" brushRef="#br0" timeOffset="109743">26794 4927 6803,'1'-10'7086,"0"2"-5182,5-4-1338,-5 9 414,5-10-846,-6 12 297,-2-2 718,-18-1-970,5 4 667,-27 18-2117,24 13 1,3 3 1292,-12 7 121,19 2 0,8-6 103,8-25 394,17 11 110,16-43 56,2-17-478,-17 12 0,-3-1 3730,6-21-4052,-19 24 22,1 29-23,-7 5 12,10 43-40,-5-1 1,0 3-17,-1-12 0,0 3-62,3 12 0,0 7 0,-3-6 25,-2-14 1,-7-2 75,-15 16 0,-8-8 17,-10-16 14,-7-42 0,2-13 2,17-17-1140,24-7 1,9-11 0,2 7 1112,9-11-5,-4 21 1,3-3 0,3-1-155,4-2 1,3 0 0,-4 6-5,-8 10 1,0 0-2906,9-13 0,4-5 0,-9 13 3062,-13 17 0,-4 3 0,-7 12 0</inkml:trace>
  <inkml:trace contextRef="#ctx0" brushRef="#br0" timeOffset="123134">15174 12953 16958,'-3'-4'4156,"1"1"-3837,-3-30 73,20 33 107,2 18-384,1 27 0,1 12-82,-2-8 1,1 0 114,3 6 1,4-10 237,19-22-148,-9-42 0,2-15-169,-9 1 0,-1-6 0,2-4-397,1-4 1,1-5 0,1-3 0,2 0 339,-4 6 0,0-1 1,2-2-1,0 1 0,1 0-15,2-2 1,0 0 0,2 0 0,0 1 0,0 1 6,-2 3 1,1 2-1,1 0 1,-1 2-1,0 3-193,2-2 0,0 3 0,-1 3 0,0 2-2451,1 2 0,-1 3 0,-3 4 2640,-1 5 0,-4 5 0,1 2 0,-22 13 0</inkml:trace>
  <inkml:trace contextRef="#ctx0" brushRef="#br0" timeOffset="131233">13037 5535 7419,'-5'4'5719,"1"-1"-3966,4-3-789,-24 45-214,8-18 695,-12 26-481,18-37-499,8-25-146,2-24-165,-4-6 0,0-5-101,-1-5 0,0-5-36,0 3 0,0-4 0,1 1-116,0 4 1,2 1 0,0 0 109,1-2 0,2 0 1,1 2-24,0-12 1,4 4-42,5 8 0,2 4 94,0 13 0,4 2-69,10-3 0,5 3 2,4 5 1,5 3-3,10-2 0,4 1 66,-13 6 1,2 2 0,2-1-274,6 0 1,2 0 0,2 0 250,-7 2 0,0 0 0,2 0 0,1 0-1,7-2 1,0 0-1,2 1 1,1-1-278,-8 3 0,1-1 0,1 1 0,0 0 0,1 0 260,3 0 1,1-1 0,0 2 0,1-1 0,0 0-30,0 1 0,1 0 1,0 0-1,-1 0 1,1 1 35,0 0 1,0 0-1,0 1 1,0 0-1,-1 1-55,-1-1 0,0 1 0,0 1 0,-1-1 0,1 0 13,-3 1 0,1 0 0,0-1 0,-1 1 0,1-1 15,2-1 0,0 0 0,-1 0 0,2-1 1,-1 0 38,3-1 0,-1 0 0,1-1 0,0-1 0,1 0 0,-9 2 0,0-1 0,0 0 0,1-1 0,0 1 0,2-1-17,-2 0 1,1 0 0,1-1 0,1 0 0,-1 1 0,-1-1 0,-1 1-280,1-1 1,-1 1 0,-2 0 0,1-1 0,0 1-1,3-1 275,-1 0 0,1 0 0,2 0 0,0 0 0,0 0 1,-1 0-1,-3 1 10,3-1 1,-3 0-1,0 0 1,0 1-1,0 0 1,2-1 0,-4 2 0,1-1 0,1 1 1,0 0-1,0-1 0,0 1 0,0 0 3,-1 0 1,1 1-1,-1-1 1,0 0-1,0 1 1,-1-1-1,1 1-19,7-2 0,0 1 1,-1-1-1,0 1 1,0 0-1,-1 0-160,-3 1 1,0 1 0,-1-1 0,0 1 0,-1 0 0,-1 0 184,6-1 1,-2 0-1,-1 0 1,0 1-1,-1 0-18,7-2 0,0 1 0,-1-1 0,-2 2 4,-8 0 1,-1 1 0,-1-1 0,-1 1 334,8-3 0,-2 0 1,-3 0-168,7-2 1,-7 1 898,-18 3 0,-7-1-879,-6-5 1339,-25 3-1427,-6-1 919,-2 1-947,-2 2 61,2 4-55,4 2-84,3 4 180,3 1-36,1-2 176,42-25 659,-18 13-525,22-7 0,10-2-220,-16 12 0,3 2 1,5-1-181,-1 1 0,7 0 0,4-1 1,0 0-1,-1 0 0,-7 1-464,16-3 1,-7 1 0,8 0 451,-12 2 0,6 0 1,3-1-1,0 0 1,-1 1-1,-5-1-1,3-1 0,-4 0 0,1 0 1,5-1-425,-9 3 0,4 0 0,3 0 0,1-1 0,0 1 0,-1 0 0,-3 0 311,-1-1 1,-3 1-1,0 0 1,0 0 0,-1 1-1,2-1 3,3 1 0,0 0 0,1 0 0,0 1 1,-1 0-1,-1 0-140,7 1 1,-1 0-1,-1 1 1,-1 1-1,-1-2 326,-7 1 1,-2 0 0,0 0-1,1-1 1,3 1-44,2-1 0,3-1 0,1 1 0,1-1 0,1 1 0,1-1-44,-6 1 1,4 1 0,0-1-1,0 0 1,-2 0 0,-4 0 0,-4 1 166,4-1 0,-6 1 1,-1-1-1,7 1-139,2 0 1,9 0 0,2 0-1,-1 0 1,-7 1 0,-9-1 485,8-2 0,-1-1-388,-7 3 1,9-2 0,4 0-1,-4 0 1,-7 0 185,-6 1 0,-6 0 0,4-1 75,8 1 0,6 0 1,-2-1-1,-10 1 461,-8 0 0,-5 0 2,1 2 0,-1-1 554,-1-5 0,-3-1-1430,8 2 0,3 3 0,0 38 0,-13-1 0,-1 2 0,6 13 0,-9-21 0,-1 1 0</inkml:trace>
  <inkml:trace contextRef="#ctx0" brushRef="#br0" timeOffset="398765">851 2734 15832,'27'51'544,"0"1"0,0-1 1,-7 4-1,-1 3 1,-3 4-1,-3 5-528,-6-15 1,-3 4 0,-2 3 0,-1 2 0,0 0 0,0 2 0,1 0-669,0-1 0,0 1 0,0 1 0,1 1 0,-1 1 0,0 0 0,1 0 0,-1 0 649,0-5 1,0 1-1,1 1 1,-1 0-1,0-1 1,0 1 0,1-1-1,-1-1 1,1-1 4,0 2 0,0 0 0,0 0 0,0-1 0,0-1 0,0-1 1,0-1-1,0-2 98,0 7 0,1-1 0,-1-1 0,1-2 0,-1-3 0,-1-4-49,1 5 1,-1-4 0,0-4 0,-3-7 448,-3 6 0,-3-23-567,-13-85 57,13 6 1,2-12 0,1-6-218,2 16 1,1-5 0,1-2 0,0-1 0,2-1 241,0 4 0,0-2 0,2-1 0,0 0 0,1-1 0,0 1 70,0 6 0,1 0 1,0-1-1,0 1 0,1-1 1,0 1-1,1 0-109,0 1 0,1-1 0,0 1 0,1 1 0,0-1 0,1 0 0,0 1-12,1 1 0,0-1 0,1 0 0,1 1 0,1 0 0,0 1 0,2 0 12,3-7 1,1 0 0,1 1 0,2 0-1,1 2 1,3 0-101,1 2 0,1 0 1,3 1-1,1 1 1,1 2-1,3 2 116,2 1 1,2 2-1,2 2 1,1 1-1,3 2 1,0 2-13,-4 7 0,2 1 0,1 1 0,1 2 0,1 1 0,1 1 0,1 1 12,4 0 0,2 2 0,0 2 0,2 1 0,1 0 0,1 2 0,0 0-178,-2 2 1,1 1-1,1 1 1,0 0-1,1 1 1,1 1-1,1 0 1,1 0 182,-9 3 1,2-1 0,0 1 0,1 1 0,0 0-1,1 0 1,1 0 0,-1 1 0,1-1 0,1 1-62,-2 0 0,0 1 1,1-1-1,0 1 1,1 0-1,0 0 0,1 0 1,-1 0-1,1 1 1,0 0-1,1-1 67,-3 1 1,0 0 0,0 1 0,0-1-1,1 1 1,0 0 0,0-1 0,0 1 0,1 0-1,1 0 1,0 1 0,0-1 4,-4 1 1,0 0 0,0 0 0,1 0 0,0 1 0,0-1 0,0 1-1,1-1 1,1 1 0,0 0 0,0-1 0,1 1 0,1 0 0,0 0-31,-4 0 1,0 0-1,2 0 1,0 0-1,1 0 1,0 0-1,1 0 1,0 0-1,0 0 1,1 0-1,-1 1 1,0-1-1,-1 0 1,0 1-1,0-1 1,-1 0-1,-1 1 24,4-1 1,-1 0 0,-1 1-1,0-1 1,0 1 0,-1 0-1,1-1 1,-1 1 0,0-1-1,0 1 1,1 0 0,0-1-1,0 1 1,1-1 0,1 1-23,-4-1 0,1 1 0,1-1 0,0 1 0,1-1 0,0 0 0,0 1 0,0-1 0,0 1 0,0-1 0,0 0 0,-1 1 0,0-1 0,-2 1 0,0-1 0,-1 1 0,-1-1 35,6 1 1,-1-1-1,-2 0 1,0 1-1,0-1 1,-2 1-1,1-1 1,-2 1-1,1-1 1,0 1-1,0-1 1,-1 1-1,2-1-13,3 1 1,0-1 0,0 0 0,0 0 0,0 0 0,0 1 0,0-1 0,-1 0 0,1 1 0,-1-1 0,-1 1 0,1-1 2,2 1 1,0 0 0,0-1-1,0 1 1,-1 0 0,0 0-1,0 0 1,0 0 0,-1 0-1,0 1 1,-1-1 51,2 0 1,-2 0-1,0 1 1,0-1 0,-1 0-1,0 1 1,1-1 0,0 1-1,1 0 1,0 1-54,-4-1 0,1 1 0,1 0 0,1 0 1,0 0-1,0 0 0,0 1 0,-2-1 1,0 1-1,-3-1 0,-2 1 0,-3 0-1,11 0 0,-3 0 0,-4 0 1,-1 0-1,0 1 0,0 0 1,3 0 1,-2 0 1,4 0-1,1-1 1,0 1 0,-2 1-1,-3 0 1,-4 3 0,-6 1 25,19 8 1,-10 4 0,-5 5 421,-5 2 1,-4 3 0,-2 7-425,-6-2 0,0 4 1,-3 5-1,-5 5 6,-8 6 1,-5 8 0,-3 3 0,-3 0 0,0-4 48,1 0 0,-2-4 1,-1 1-1,-2 3-80,-2 1 1,-1 1-1,-1 2 1,-2 2-1,0 0 9,-1-6 0,0 1 0,-1 1 0,-1 0 1,-3 1-1,-2 1-86,-1-11 0,-3 0 0,-3 2 0,0-1 0,-1 1 0,1-1 0,1 0 0,2-1 81,0 11 1,2-1-1,2 0 1,-2-1-1,-2 0 1,-4-2 131,-2-7 1,-2 1 0,-2 0 0,-2-1 0,-2-3-1,-1-4 1,-1-5-113,-13 5 0,-1-8 0,-5-2 0,-8 2-180,15-11 0,-5 1 0,-4 1 0,-4 1 0,-1 0 0,-2 1 0,2-2 0,1 0 0,3-1 0,4-2 143,-7 5 1,5-1-1,2-1 1,0-1 0,-4 1-1,-6 0-2,11-6 0,-3 1 1,-2 0-1,-2 0 0,-3 0 1,0 0-1,-1 0 1,-1-1-1,0 0 0,0-2 1,1-2-10,-2 0 1,-2-1 0,-1-1 0,-1-1 0,0-1-1,0 0 1,1-1 0,2 0 0,1-1 0,2 1-1,4-1 20,-8 3 0,6-1 0,2-1 0,1 0 0,-1 1 0,-4 0 0,-5 1 33,13-4 0,-2 0 0,-3 1 0,-1 0 1,-1 1-1,-2-1 0,-1 1 0,-1 0 0,-1 0 1,1 1-1,-1-1 0,1 0 0,0 0-36,4-1 1,-3 1 0,0-1 0,-2 2 0,0-1-1,0 0 1,-1 0 0,1 0 0,1 0 0,0 0-1,2-1 1,2 0 0,2-1 0,2 0 0,3-1-82,-11 3 0,6-1 1,3-2-1,2 0 0,0 0 1,-2 1-1,-4 0 1,-6 2 81,13-3 0,-3 1 0,-3 0 1,-2 1-1,-2 0 0,-1 1 0,-1-1 1,-2 2-1,0-1 0,0 0 0,-1 0 1,1 0-1,0 0 0,1 0 0,2-1 1,0-1-3,0 1 0,-1 0 0,-1 0 1,0 0-1,0 0 0,1-1 0,-1 1 1,1-1-1,1 0 0,1 0 0,2 0 1,1-1-1,2 0 0,2-1 1,2 0 5,-11 2 0,5-1 0,3 0 0,3-1 0,-1 0 0,-1 0 0,-5 2 0,-5 0 1,9-1 0,-4 0 0,-4 2 0,-3 0 0,-1 0 0,-3 1 0,0 0 0,-1 0 0,1-1 0,0 1 0,2-1 0,3 0 0,2-1 0,3-1 0,5-1 55,-11 2 1,7-1-1,3-1 1,2-1-1,1 0 1,-3 0-1,-2 0 1,-6 0-50,6-1 0,-2 0 1,-4 0-1,-2 0 1,-1 0-1,-2 0 1,0 0-1,0-1 1,0 1-1,1 0 1,2-1-1,1 0 1,4 1-42,-5-1 0,3 1 1,1 0-1,2 0 1,0-1-1,0 0 0,0 1 1,-1-1-1,-1-1 1,-2 1 36,3-1 0,-1 0 0,-1 0 0,-1 0 0,0-1 0,-1 1 1,0-1-1,1 0 0,-1-1 0,2 0 0,0 0 0,1-1 35,-6-1 0,0-1 1,-1 0-1,1 0 0,1-2 1,0 1-1,3-1 1,1 1-1,3-1 0,2 1 39,-6 0 0,5 0 0,3 0 0,0 0 0,-3 0 0,-7-1-79,12-1 0,-6 1 0,-5-1 0,-2 0 0,-3 0 0,1-1 0,0 1 0,2 0 0,4-1 0,5 1 0,6-1 0,8 1 0,-18-1 0,13 1 0,-4-2 0,-3-1 0,-1 0 0,1-1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14:34:24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2113 2848 13917,'3'-46'2031,"1"1"1,0-1 0,-3-14-1,-13 12-1787,-19 27 0,-8 12-54,-18 18 1,-5 15-537,12 1 1,-1 6-1,3 4 359,2 5 0,3 4 0,7 2 5,11-2 1,5 1 0,14-2 29,26 13 1,20-8-66,0-20 0,9-6 0,3-1-7,9 0 0,3-1 0,-3-1 18,-14-5 0,-3-1 1,-7 6 155,3 13 1,-21 4-138,-39-7 0,-22 0 0,-2-1 2,3 1 0,-4-2 0,-3 0 10,-2-3 0,-6 1 1,1-3-1,3-4-46,4-5 1,3-4-1,4-3-234,-7 2 1,16-10-6081,53-50 6335,11 27 0,5 2 0,-2 0 0,-2 2 0,12-3 0</inkml:trace>
  <inkml:trace contextRef="#ctx0" brushRef="#br0" timeOffset="398">2424 3106 21954,'-33'47'330,"0"0"0,9-2 1,10-1-53,17-6 0,13-11 284,31-32 1,7-22-168,-13-14 1,-3-7-430,-7 13 0,2 0 1,-4 13 33,7 16 0,-31 27 0,5 16 0,0 1 0</inkml:trace>
  <inkml:trace contextRef="#ctx0" brushRef="#br0" timeOffset="938">3048 2981 10405,'-14'59'1966,"1"0"0,-1 0 0,1-1 0,3 9 0,10-31 4038,23-69-5943,7 4 1,13-8 0,4 4 0,-6 15-90,6 21 0,-9 18-135,-12 15 1,-21 5-215,-28-12 0,-20-3 0,0 1 0,0 8 0,-2 0 0,0-12 1,-14-27-1,0-1 0</inkml:trace>
  <inkml:trace contextRef="#ctx0" brushRef="#br0" timeOffset="1990">3058 2947 7822,'0'-10'9830,"0"2"-7962,2-29 0,0-6-1610,-2 21-205,2-26 0,-2 15 9,-6 70-51,3-5-14,0 5 0,1 7-2596,1 14 1,0 1 2598,-2-16 0,1-2 0,2 9 0,-1-6 0,-4-17 0</inkml:trace>
  <inkml:trace contextRef="#ctx0" brushRef="#br0" timeOffset="2864">3834 2961 18548,'-52'-35'981,"7"26"-768,41 66-124,9-23 1,5 2-62,9 5 0,5 1-9,2-4 1,-1-2 16,-3-7 1,-5 1 473,-16 24-264,-35-26-131,-5-13 0,-6-4-141,1-7 1,1-5-4891,1-5 1,4-4 4840,-5-7 0,28-4 1,17 14-1</inkml:trace>
  <inkml:trace contextRef="#ctx0" brushRef="#br0" timeOffset="3616">4128 3045 14057,'5'4'6676,"-1"-1"-6486,-4-3 180,-9 36 201,23-14-83,0 21-138,19-38 0,5-10-165,10-8 243,-7-27 1,-7-6-368,-16 11-13,-7-6 0,-11 4 24,-21 24-72,-29 22 0,24 16 0,3 7-14,-1 2 0,5 4 8,8 9 1,12 0 8,10-11 0,10-4-17,20-1 0,10-11 75,-4-16 1,4-7 0,-1-1-20,11 4 0,-2-8-7,-11-10 0,-1-6 1,-7-7 8,-15-4 1,-6-4 0,-1-3-13,1-3 0,0-2 0,-3-4 57,-2-1 1,-2-4-1,0 0 1,-2 6-48,2-11 0,-2 4 104,-2-10 0,-7 16-12,-6 42-89,-11 30-57,5 18 1,2 13 0,1-1 0,-1 2 0,4 3-110,3-3 1,2 7 0,3 0 0,3-6-152,10 8 0,4-4-897,-5-15 0,0 1 1,0-6 560,1-2 1,-2-8-5650,1-6 6257,-12-31 0,0 3 0,-2 2 0</inkml:trace>
  <inkml:trace contextRef="#ctx0" brushRef="#br0" timeOffset="3833">4737 2960 12629,'-4'-2'8838,"0"1"-7393,4 1-1042,57-45-353,-17 37 1,3 1-379,4-17 1,1 2-524,2 20 1,-6 5 0,-18-1 0,-7 3-1</inkml:trace>
  <inkml:trace contextRef="#ctx0" brushRef="#br0" timeOffset="4682">5907 2744 17916,'-42'-6'1921,"0"0"0,-13-3-1904,84 2-143,12 4 1,13 2 0,-5 1 19,-9 2 0,0 1-154,18 1 1,7 2-1,-19 8 20,-27 29 679,-48-5 1,-14-1-270,13-12 1,-3-3 8,-11-3 0,-6-1 1,22-6 129,26-9-231,45-14 0,21-10-50,-27 10 0,1-2 138,16-9 0,6-6 1,-20-5 373,-39-11 1,-9-2-399,16 10 1,-5 2-3,-26-7 0,-6 8 381,7 21-543,11 9 27,28 48-295,-6-6 1,0 9 0,1-3-50,4-1 1,-1 3 338,-6 1 0,-1 8 0,-2-3 0,-2-13 0,-4-6 0,-1 3 0,0 0 0</inkml:trace>
  <inkml:trace contextRef="#ctx0" brushRef="#br0" timeOffset="5264">1495 4161 8819,'-62'13'2457,"86"-17"1,34-8-1,13-2 1,-7 2-1582,-15 3 1,-3 0 0,5 0 0,9-2-1218,-16 4 0,5-1 0,5 0 1,3-1-1,2-1 0,4 1 1,1 0-1,1-1 0,1 1 0,-1 1 1,0 0-1,-1 0 351,-4 2 0,1 0 1,1 0-1,0 1 1,2 0-1,-1 0 1,1 0-1,0 1 0,0 0 1,0-1-1,-1 1 1,0 0-1,-2-1 1,0 1-11,4-1 0,-2-1 0,-2 1 0,0 0 0,0 0 0,-1 0 0,1 0 0,1 1 0,1-1 0,2 1 0,2-1 0,2 1-10,-10 1 1,3 0 0,3 0 0,3 0 0,1 1 0,1-1 0,2 1-1,0-1 1,0 1 0,0 0 0,-1 0 0,-1 0 0,-2 0 0,-2 0-1,-3 0 1,-2 0 0,-4 1 0,-4 0 0,-4-1 20,25 1 0,-9 0 0,-7 0 1,-2 0-1,3 0 0,8-1 70,-7 0 0,7 0 0,5-1 1,3 0-1,0 0 0,-3-1 0,-4 0 1,-6 0-1,-10-1 0,-11 0-22,8-6 0,-10-3-124,16-9 1,-12-5 64,-37-12 0,-2 22 0,-3-5 0</inkml:trace>
  <inkml:trace contextRef="#ctx0" brushRef="#br0" timeOffset="11461">10880 2508 16258,'-52'-9'469,"1"0"0,0 0 1,-1 1-1,0 1 0,2 3 13,-16 7 0,4 2-143,11-2 0,6-1 109,-5-2-420,31-1-151,16 2 341,-5 24 51,-11 28-157,4-4 0,-1 6-58,4-11 0,-1 3 0,1 2-15,0 9 0,1 4 1,3-3 6,2-8 1,2-2 0,5-1 62,8 20 0,11-10-84,5-25 1,9-10-418,23-14 0,10-12-2885,-11-5 0,4-6 0,-5 1 1770,6-1 1,-4 0 0,7-5 0,-15 4 0,-38 11 0</inkml:trace>
  <inkml:trace contextRef="#ctx0" brushRef="#br0" timeOffset="11960">11774 2554 16796,'6'-44'2957,"1"0"1,4-20-2667,-11 88-193,-5 7 0,-2 8-68,-1 14 1,-3 8-1265,-3-1 1,-1 5-1,1-2 1234,5-14 0,2-1 0,-1-1 0,-7 19 0,3-8 0,11-5 0</inkml:trace>
  <inkml:trace contextRef="#ctx0" brushRef="#br0" timeOffset="12344">12495 2961 22099,'-15'63'-68,"1"0"1,5-25 0,1-5 0,-2 22 0</inkml:trace>
  <inkml:trace contextRef="#ctx0" brushRef="#br0" timeOffset="13132">13349 2541 20979,'-14'39'1821,"-3"-14"-1238,-32-24-35,12-30-240,13-26-244,26 17 1,9-1-37,12-3 0,11 6-25,22 7 0,5 9-17,-18 7 0,1 8-1688,15 21 1,-7 10 1661,-23 9 18,-18 23 0,-16 12-89,-17-21 1,-12 0 0,-1 1 75,11-9 0,-1 2 0,-2 0 0,-3-2 20,-8 2 1,-5 0-1,0-4 1,1-6 207,-16 7 0,6-20 317,-6-49-443,52-9 1639,31-4 0,13 5-1701,15 14-746,-4 33 0,9 15 0,-8-1-1121,-19-7 0,-1 3 1313,14 11 1,6 6 0,-14-7 0,-16-7 0,-2-2 0</inkml:trace>
  <inkml:trace contextRef="#ctx0" brushRef="#br0" timeOffset="13346">14148 2943 19232,'-12'44'800,"2"-11"0,-1 1 0,3-1 0,0 0 0,-9 26 0</inkml:trace>
  <inkml:trace contextRef="#ctx0" brushRef="#br0" timeOffset="14598">14883 2645 7918,'-3'-65'2457,"0"1"1,44 63-1,19 17 1,-11-13-173,-17-48 1,-7 11-2167,1 72 0,1 34 1,-6-24 546,-10-40-663,-29 39 0,6 5-118,60-41 0,10-2-5,-29 36 0,-9 9 125,5-9 1,-14-2-46,-50 1 1,-17-17-527,19-32 1,-1-7 0,-1 10 0,5-2 0,6-22-1</inkml:trace>
  <inkml:trace contextRef="#ctx0" brushRef="#br0" timeOffset="15648">15695 2344 20319,'52'-24'121,"0"-1"0,3 4 1,-1 5-86,-10 12 0,-3 5-16,-5-1 0,-3 2 30,7 9-5,-20 8 162,-6 17-39,-5 3-90,-6-6 1,-1 3-32,-1 0 1,0 0-3,1 9 0,0 2-15,1 9 1,1 1-9,2-1 1,3 2-63,-1-14 1,2 1 0,0-1-227,7 19 0,-6-2 227,-8-4 0,-11-3-373,-17-7 1,-11-6 411,-8-10 0,-3-7 0,6-7 0,3-4 0,-8-4 0</inkml:trace>
  <inkml:trace contextRef="#ctx0" brushRef="#br0" timeOffset="19146">10241 4221 20476,'-2'-13'1142,"-19"5"-1036,-32 18-45,11-4 1,-3 0 25,-7 0 0,0 0-8,3-3 0,2 0-23,10-3 0,6-1 67,-3-1-151,24 0-67,9 1 39,1 5 84,-3 17 11,-5 23-3,1-7 1,-1 4-7,-3 9 1,0 1-17,-1 6 0,1 0-3,2-3 1,1-2-1,3-7 0,4-3-42,7-8 0,6-4-529,34 7-1530,-5-26 1,5-5 2089,2-5 0,-2-2 0,-9 0 0,-3-1 0,8-4 0</inkml:trace>
  <inkml:trace contextRef="#ctx0" brushRef="#br0" timeOffset="19812">11148 4303 12146,'-3'-1'8139,"0"0"-7450,-27-12-527,28 8 29,-11-11-46,54 7-94,7-1-37,-12 4 0,2 0 5,-2 0 1,-1 2-3,21-2 44,-15 9 124,-40 21-129,-13 16-28,-4 13-14,7-15 0,1 2 0,2-4 0,3 0 11,-1 11 0,2 1-8,2-3 0,2 0-14,2 2 0,0-2-9,2-6 0,0 0 48,-3 3 1,-4-3 24,-24 17-106,3-28 0,-9-5 39,-21-10 0,-2-6 0,-3 4 0,23-12 0,-1-1 0</inkml:trace>
  <inkml:trace contextRef="#ctx0" brushRef="#br0" timeOffset="21026">9610 5876 8651,'10'-1'8357,"20"-4"-7920,-25 4 605,15-1-257,-32 9-153,-26 2 1,-6-1-437,3 3-9,-10-5 1,4-4 19,27-6-279,0-3 94,16 12 171,-14 43 0,-3 15-171,11-31 1,-1 1-12,-4 12 0,-4 6 1,3 1 45,4-2 1,2 0 0,1-5-47,1-6 1,3 0 12,1 13 0,3 6 1,4-12-37,11-4-573,19-10 0,11-8 585,4-22 0,0-7 0,-9 9 0,-1-2 0,-3-10 0,1 0 0</inkml:trace>
  <inkml:trace contextRef="#ctx0" brushRef="#br0" timeOffset="21382">10266 6189 17104,'0'-5'7583,"15"-54"-7571,-11 52 16,10-35-49,-18 74 0,-8 36 1,2-8-459,6-26 0,-1 0 479,-3 27 0,-2 11 0,4-20 0,5-26 0,3 4 0</inkml:trace>
  <inkml:trace contextRef="#ctx0" brushRef="#br0" timeOffset="21953">10869 6056 15771,'0'-2'5035,"0"-1"-4593,37-15 1,16-3-130,-7 9-182,-4-2 0,8-4 0,-4 4 82,0 6 0,-4 4-85,18-6 113,-3 2-157,-52 15 23,-4 21 7,-1 7 1,0 3-53,-1 24-34,0-21 0,2 3-1671,5 15 0,2-2 1648,-2-23 1,1 0 12,5 15 1,2 6 0,-10-2-64,-24 4 1,-5-5-38,21-10 1,-5-3-297,-29 6 0,-13-12 378,-4-28 0,3-8 0,2 9 0,6-7 0,1-1 0</inkml:trace>
  <inkml:trace contextRef="#ctx0" brushRef="#br0" timeOffset="22886">9463 7618 18767,'10'-27'2224,"-4"7"-1911,-59 32-173,3-3 123,-9-8 1,0-2-158,5-5-61,17-2 0,9-3 118,22-1-12,4 16-67,1 7 101,1 30-17,-7 16 0,-1 5-132,3-21 1,1 2-19,-3 4 1,0 4 0,4-3-8,5 4 0,9-5 14,11-5 0,8-5-501,13 1 0,10-10 286,-3-21 1,6-9-1,-5-1 1,-5 2 0,-3-2-1,3-8 1,0-1 0</inkml:trace>
  <inkml:trace contextRef="#ctx0" brushRef="#br0" timeOffset="23767">10131 7653 21355,'17'-62'857,"-3"12"-812,-11 50 448,-2 0-140,1 1-331,-5 2-28,3-2 23,-2 3 140,2-3 465,0-1-482,2-1 56,9-10-107,6-5-55,35-15-29,-20 15-10,20 0-18,-26 35 1,-12 26 12,-27-1 1,-13 9 0,1-3-8,3 0 0,-4-1-65,-8 3 0,-7 1 1,2-6 86,-1-8 1,1-8 164,10-12 1,1-4-148,-17 7 10,34-36-72,57-22-50,8 22-65,-13 8 0,4 5 154,1 10 0,3 6 0,-6-1 0,14 10 0,-11-8 0,1-1 0</inkml:trace>
  <inkml:trace contextRef="#ctx0" brushRef="#br0" timeOffset="24254">10927 7566 14919,'0'-4'7668,"-1"0"-7584,-11-28 51,15 24 173,32-19-163,26 28-114,-23 1 0,1-1-6,-5-2 0,-2-1-3310,28-4 3363,-33 2 337,5 12-63,-50 34-312,5-4-24,-7 21 15,15-11 0,6 3-45,3-4 0,1 2-3,-1-6 0,1 2 1,-5 0-692,-4 2 1,-5-1-1,-3-5-4208,-8-4 1,-5-4 4470,-8 6 1,-2-8 0,-11-17 0,26-11 0</inkml:trace>
  <inkml:trace contextRef="#ctx0" brushRef="#br0" timeOffset="25130">9408 9040 19232,'34'-11'2279,"-20"4"-2189,-79 11 58,26-5 1,-2 0-65,0-1 0,2 0 381,-21-11-257,47 3-152,16 9-17,3 11 263,1 54-182,-17-19 1,-4 7-1220,2 6 0,0 8 0,0-5 1107,-6 2 1,3-1-6,5-11 1,3 0 0,6-8-15,17 2-1431,20-26 1,14-6 0,-4-4 1441,-5-5 0,0-2 0,26 3 0,-6-4 0,-23-12 0</inkml:trace>
  <inkml:trace contextRef="#ctx0" brushRef="#br0" timeOffset="25748">10059 9253 12124,'-8'-8'4427,"16"-26"1,7-3-3935,2 12-31,19-23 1,4 2-424,-8 28-34,7 3 1,-1 10-28,-9 31 30,-11 7 1,-7 6 21,-21 9 1,-8 1-11,6-6 0,-3-3 226,-19 4 0,-3-10 460,8-19-157,4-27-527,27-4-5,18-19 8,13 30 0,4 6-30,-3-1-4,7 6 1,1 9 8,-12 18 0,-5 5-6,7 10-25,-22 4 1,-16-3-138,-41-14 168,-8-18 0,-1-6 0,2-3 0,-11-17 0</inkml:trace>
  <inkml:trace contextRef="#ctx0" brushRef="#br0" timeOffset="26342">10981 9094 18772,'48'-30'851,"0"0"1,-6 2 0,-1 7-108,23 17-648,-29 2 22,21 4 190,-35 8 442,-30 32-593,2-7-101,-8-6 0,-2 0 62,-6 30-88,19-4 1,4 3-23,-2-15 1,3-1 2,6 17 1,3 2-24,-2-2 1,-2-4-28,-9 7-230,-13-3 0,-13-7-4106,-6-34 1,-3-7 4374,-2 3 0,2-1 0,-15-5 0,37-8 0</inkml:trace>
  <inkml:trace contextRef="#ctx0" brushRef="#br0" timeOffset="28717">9415 10641 9083,'1'-4'9830,"-1"0"-9259,0 4 169,-49-11-449,1 15-146,-1-5 1,-3 0 5,4 7 0,2 1 6,5-1 0,2-3 50,-18-2-134,32-3-73,28-1 39,12 14 51,4 19 44,3 32-117,-14-20 0,-3 4 8,-3 7 0,-2 1-14,-2-2 0,1-1-36,3-5 0,3-4-93,15 7-747,18-38 0,6-10-4051,-10-6 1,-1-3 3745,7-3 0,-3 0 0,-4-2 0,-28 10 0</inkml:trace>
  <inkml:trace contextRef="#ctx0" brushRef="#br0" timeOffset="29726">9927 10846 9878,'13'-54'3276,"-1"-1"1,1 4 0,-2 13-526,-4 27-2063,-13 66-676,-5-3-326,4-10 0,-1 7 1,2-4-1107,1 2 0,2-2-3496,2 11 1,3-4 4252,5 7 0,1-23 0,-5-24 0</inkml:trace>
  <inkml:trace contextRef="#ctx0" brushRef="#br0" timeOffset="30097">10454 10935 15715,'1'-3'7108,"16"34"-7882,-22 9 1,-2 5 773,12-2 0,0 0 0,-13 2 0,0-4 0,6-8 0</inkml:trace>
  <inkml:trace contextRef="#ctx0" brushRef="#br0" timeOffset="30740">11102 10885 12892,'-8'-6'7931,"1"1"-6155,-12 34-1491,12-28 432,-3-19-594,17-15-67,8-24 76,27 43 1,16 10 0,-22 16-234,-47 29 0,-27 18 0,17-5 121,46-12 0,-6-3 52,-42-6 1,-22 2 0,-7-5 0,9-11-59,3-10 0,13-14 100,26-30 1,16 1-92,18 32-306,8 7 0,19 5 1,6 2-1,-3 1 0,-15-1 1,-12 4-1,0 1 0,18-1 1,0 1-1,0-1 0,0 0 1</inkml:trace>
  <inkml:trace contextRef="#ctx0" brushRef="#br0" timeOffset="31967">11587 10689 8198,'-9'2'8318,"1"-1"-5966,8-1-621,38-14-1563,-11 10-34,33-11-11,1 11-50,-24 3 0,0 1-1599,1-1 1,-2 0 1766,18 5 39,-31 3 68,-23 13 33,-11 20-179,-5 23-936,12-11 0,4 9 0,-1-7 734,-3-10 0,3-1-4,4 9 1,5 5-1,1-6 1124,6-5 1,-3-5-1169,-8-5 0,-10-1-2798,-25 12 1,-11-7-2605,-14-10 4996,-2-20 0,5-5 1,32-6-1,1-1 1</inkml:trace>
  <inkml:trace contextRef="#ctx0" brushRef="#br0" timeOffset="32987">9106 12134 12040,'1'-3'8077,"0"0"-7825,6-17-50,-26 32-130,-11-9 1,-6 15 0,-4 3 5,1-6 1,0-3 13,3-2 1,3-4 75,-9-9-124,27-5-49,9-2 89,9 4 89,5 11 74,1 22-48,-15 30 0,-6 8-185,6-23 0,-1 1-12,-4 3 0,-2 5 0,2-3 6,1 5 1,4-5-21,6-6 1,7-2-323,14 5 1,8-7-1044,27-5-3539,-4-31 1,0-8 3185,-3-8 0,-10 1 0,-41 14 0</inkml:trace>
  <inkml:trace contextRef="#ctx0" brushRef="#br0" timeOffset="33504">9956 12387 8690,'5'-50'4915,"0"1"0,3 13-2946,1-25 1,1 18-1354,-3 60-493,-1 1-39,-11 38-42,-2-18 0,-1 5-840,0 5 1,-1 6 0,1-3-1379,-1 2 0,1-1 1610,2-4 1,0 2 0,3-12 0,4-12-1,1-12 1</inkml:trace>
  <inkml:trace contextRef="#ctx0" brushRef="#br0" timeOffset="33884">10471 12618 16572,'4'-7'6083,"-1"1"-5714,16-7-346,-15 24-91,12-2-4848,-22 32 1,-9 8 4398,6-5 1,-2-3 0,1-7 0,10-26 0</inkml:trace>
  <inkml:trace contextRef="#ctx0" brushRef="#br0" timeOffset="34528">10966 12357 12735,'12'-40'2962,"0"1"1,13 17 0,1 1-2904,-2-21 0,1 3 3,37 19-29,-22 31-33,3 32-51,-25-8 1,-5 4 36,-2-4 0,-5 0 25,-10 6 1,-8-3 105,-21 1 172,-1-18 0,-3-5 338,-13-9-179,13-26-403,47-6-12,17 7 1,9 9-34,14 24 0,1 12-3,-10-9 1,-2 2 4,6 8 1,-13 6-84,-32 9 0,-14-3-250,-11-11-4585,-24 7 1,-5-7 2493,14-20 1,-23-1-1,57-8 1</inkml:trace>
  <inkml:trace contextRef="#ctx0" brushRef="#br0" timeOffset="36018">11655 12208 12107,'-9'0'6621,"1"0"-5635,65-17-667,-29 11-11,16-5 0,2-1 34,-11 6 106,7-2-124,-23 5 668,-5 21-790,-9-2-68,2 18 40,2 6 0,-1 0-141,0-1 20,2 11 1,1 5 4,-6-20 1,-2 2-18,-1 12 0,-2 5 0,-1-3-27,-1 0 0,-2-1 0,0 17 0,-12-5-462,-22-25 0,-4-9-78,2 1-4390,-16-8 1,1-7 3470,28-17 1,-16-1 0,38 2 0</inkml:trace>
  <inkml:trace contextRef="#ctx0" brushRef="#br0" timeOffset="40027">9102 13701 17227,'-14'-7'1568,"-19"7"-1504,0 6 1,-5 3 2,-1 0 1,-2 0 139,-11 1 0,1-1 471,-11 0-533,20-6-77,40-7 66,20 1 51,3 7 207,-3 21-6,-22 40-277,-2-27 0,-3 2-22,-7 21 0,-3 2-59,1 0 0,0-1-28,3-7 0,4-1-28,4 2 0,10-7-289,13-19 1,7-8-1255,8-5 0,4-6 1571,10-9 0,-1-5 0,10-6 0,-13-4 0</inkml:trace>
  <inkml:trace contextRef="#ctx0" brushRef="#br0" timeOffset="42164">9838 13836 6647,'2'-6'2503,"0"2"-1332,-2 4 526,0-6 543,0 3-414,1-6-577,1 4-398,-1 1-291,0 0-100,0 1 61,0-1 112,0 0 11,0 0-112,0 1-56,0 0-162,0 2-45,0 0-118,1 6 12,0 0 5,0 8-23,-1 6-61,-4 1 0,1 0-5,-1-7 27,1-7 185,1-4-184,-2-6-40,0-6-34,0-12-10,10-13 27,7-6-22,11 2-22,4 11-6,-2 13 28,3 18-45,1 24 17,1 28-53,-21-3 0,-11 6-179,-13-10 1,-9 1-1,1-1 155,5-6 1,-1-1 0,-6-1 83,-12-2 0,-8 2 0,-2-6 0,6-10 163,3-15 1,2-5-149,-17 13 1,13-12 78,45-46 0,22-2-45,14 41 0,7 6-101,-8-24 0,5 2-379,-1 26 0,7 11 0,-1 3 0,-12-4 0,4 0 0,10-2 0,1-1 0</inkml:trace>
  <inkml:trace contextRef="#ctx0" brushRef="#br0" timeOffset="42451">10450 14113 15238,'-1'44'1100,"0"1"1,0-1 0,-1 7-1,0-10 1,5-15 0</inkml:trace>
  <inkml:trace contextRef="#ctx0" brushRef="#br0" timeOffset="43567">11046 13767 19423,'21'-53'479,"-1"0"1,-12 12 0,4 8-489,29 16 1,4 13-20,-15 7-51,7 2 1,-5 8-163,-21 17 1,-9 5 122,-7 30 333,-14-20 1,-5-5-20,-10-1-73,-5-17 902,32-40-907,15 7 67,50-18-173,-7 28-11,-9 15 1,5 9 0,-6 0-2,-13-3 0,-3 3-6,17 18 1,-11 6-26,-32-5 0,-9-3 3,-2 2-51,-6-4 1,-10-7-4838,-22-24 1,-3-9 4332,-7 4 0,11-5 0,6-2 0,26 1 1</inkml:trace>
  <inkml:trace contextRef="#ctx0" brushRef="#br0" timeOffset="44664">11905 13572 11138,'-3'0'6313,"1"0"-4896,2 0 73,8 11-785,7-8-251,26 3-196,13-16 10,9-3 355,-8-4-382,-23 8-129,-13 2 123,-9 11-45,-1 10-11,1 11 12,-3 26-135,-7-15 0,-2 5-31,-1 11 0,-1 5-18,1-7 1,-1 3 0,0-2-23,1-5 0,0 0 0,1 1-23,2 7 1,0 1 0,-1-3-39,0 5 1,-3-4-51,-7-4 0,-7-5-816,-7-12 1,-7-7 262,-8-9 1,-1-6 0,-11 1 0,13-10-1</inkml:trace>
  <inkml:trace contextRef="#ctx0" brushRef="#br0" timeOffset="46805">12195 4236 15664,'9'-39'2784,"-1"23"-2336,-5 55-39,-2 21-286,-2-27 1,-1 3 35,-2 15 1,-1 3-20,2 4 0,-1 2-120,2-13 1,0 1-1,1-1-622,1-2 1,1 0 0,-1 0 616,1 3 0,0 1 0,0-1 7,-2 0 1,0-1-1,-1 1-6,-2 6 1,-1 1 0,-2 0 1,0 2 1,-2 0 0,-1 0 26,-2 2 0,0 1 0,-1 0-282,-1 2 0,-1 0 1,0 1 248,3-13 1,-1 0-1,0 0 1,0 1 5,-1-1 0,0 1 1,-1 0-1,-1 1-3,-1 6 0,-1 2 1,0-1-1,1-1-7,1-9 1,1-2-1,0 0 1,0 2 7,-2 8 1,-1 2 0,1 0 0,0-1 40,2-4 1,0 0-1,0-1 1,0 2-36,0 6 0,-1 3 1,0-2-1,1-3-20,1-1 0,0-3 0,0 4 11,3-9 1,-1 3-1,0 2 1,1-2-1,2-4 9,0 5 1,2-5-1,0 5 0,0-6 1,-1 4-1,0 1 1,0 1-1,0-2 13,1 8 0,1 0 0,-1-2 0,1-1-586,0-6 0,1-2 0,-1 0 0,0-1 607,-1 12 0,-2 0 0,1-3-4,0-6 1,0-2-1,0-2 615,-2 15 0,0 1-596,3-16 0,0 2 0,0 4 3,1-1 0,-1 5 0,0-1 1,1-5-64,-2 14 0,1-3 0,1-11 0,0 3 1,1-4 339,2 2 0,3-8-312,-1-2-17,0 4 1,1-2 33,0-16 112,-2 13-5,1-25 3079,1 5-3186,4-27 45,3-5 0,7-4-101,-4-10 0,0 14 0,-6-4 0</inkml:trace>
  <inkml:trace contextRef="#ctx0" brushRef="#br0" timeOffset="48762">12621 10661 14639,'19'-31'2358,"0"0"1,11-18-1335,-30 57-587,2 10-2277,1 17 0,0 3 1901,1 1 283,0 12 0,1-1-260,-1-11 31,0 20 0,-2 9-65,0-12 1,-2 2-27,0-1 0,0 4 1,-1-1-141,1-8 1,-1-2 0,1 0 130,-1-4 0,0-1 0,1 1 991,1 2 1,1 1-1,-1 1-971,1 8 1,0 1-1,0-3-21,0 2 0,1-1 190,-1-10 0,-1 2 0,0-3-95,-3 3 0,-2-1-22,0 6 0,-2 2-15,2-7 1,0 2 0,0 0-38,0-6 1,0-1 0,1 1 8,0 4 1,2 0 0,0 0 16,1-4 1,1 0 0,0 1-8,0 2 0,1 0 0,0-1-54,1 10 0,1 1 26,-2-13 0,0 2 1,0-3-8,-1 4 1,-1 1 335,-1 13 0,-2 1-338,0-11 0,-2-2-3,0-5 0,-1 0 14,0 6 0,-1-2-9,1-10 1,-1-2-1,0 4 1,-1-1 2,0-4 1,0-1 10,1-2 1,1-1-11,-4 25-46,4-4 12,8-4-39,1-1-281,2-3-5802,-4-12 6133,-3-12 0,1-14 0,0-7 0</inkml:trace>
  <inkml:trace contextRef="#ctx0" brushRef="#br0" timeOffset="57176">19306 3465 18285,'56'-28'-84,"0"0"0,-1-1 0,-8 8 0,1 1 0,1 1 0,1 4-380,2 3 1,1 3 0,0 2 0,-2 1-1005,8 0 0,-2 2 1,-10 8 792,-7 10 0,-19 7 742,-42 14 1,-25 3 340,2-6 1,-7 0 0,-2-1 298,-4 0 1,-1 0 0,2-2-313,11-4 1,1-2 0,6-1-91,-2 1 1,14-1 601,26 0-610,64-20-264,-8-10 1,4-6 12,-11 1 1,1-3 0,-1-2 186,-2-3 1,-1-3-1,-4-2 117,6-14 0,-11-5-157,-17 0 1,-11-1 52,-11 3 1,-5 2 159,-3 5 0,-1 4 434,-5-12-722,10 23-146,14 25 50,8 29-22,-3-5 0,1 5-98,3 11 0,0 3-888,1 3 0,0-1 986,-3 0 0,0-5 0,3 8 0,-8-20 0</inkml:trace>
  <inkml:trace contextRef="#ctx0" brushRef="#br0" timeOffset="57893">21304 3481 13693,'-8'0'7163,"2"-1"-6569,1-62-460,32 27-129,-7-7 1,5 3-26,14 21 1,5 10-23,-1 4 0,-3 8 28,-7 11 0,-9 8 5,-17 13 1,-13 7-23,-18 15 1,-12 0 26,5-17 0,-2-1 1,-2-1 3,3-4 0,-1-1 0,2-3 2,-2 2 1,5-4 216,7-1 83,38-17-235,36-14-305,-3-3 0,7-4-1351,-3 0 1,5-2-1,0-1 1165,-1 1 0,0-1 0,-3 1 0,11-2 0,-7 1 0,-25 5 0,-1 1 0</inkml:trace>
  <inkml:trace contextRef="#ctx0" brushRef="#br0" timeOffset="58578">21977 2711 8332,'-1'-3'7971,"0"1"-6476,-1 28-44,2 33-1171,-4-19 0,-1 3-59,1 2 1,0-2 405,-2-9 0,0-4 68,0-1-68,3-15 185,15-47-767,-2 13-11,23-35-40,14 21-14,-17 18 1,4 5-7,15 10 1,0 6-14,13 8-532,-16 16 0,-2 8 571,-18-1 0,-3-1 0,-2-8 0,-1 0 0,9 23 0</inkml:trace>
  <inkml:trace contextRef="#ctx0" brushRef="#br0" timeOffset="59683">23494 3459 19524,'61'-17'-169,"0"0"1,1-1 0,11-2 0,1 2 0,-33 20-2668,-63 41 0,-7 8 2847,48-12 377,-43-5 1,-25 7 0,-4 0 0,18-6 457,16 14-768,-11-16 1,11-7 577,54-15 1,17-13-313,-4-24 1,1-8-264,4 12 0,-4-8 380,-16-18 1,-5-11-1,-13 4 144,-16 14 0,-5 1-549,6-19 0,-3 8-224,-15 20 157,20 34 1698,18 21 1,9 13-2861,-6-3 1,2 4-1,-2 0-3087,10 15 1,-2 1 3842,1 7 0,-9-7 1,-22-22-1,-4-15 0</inkml:trace>
  <inkml:trace contextRef="#ctx0" brushRef="#br0" timeOffset="63060">25634 3525 15692,'2'8'2722,"-6"1"-1472,-7-5 256,-1-4-739,2-14-441,6-15-265,13-12-83,11-2-23,18 9-89,8 19 49,4 28-27,-9 36 75,-32-4 1,-11 5-24,-8-8 0,-7 2 1,-4 0-158,-9 6 0,-5 0 0,-5-2 275,-4-3 0,-3-3 0,-1-3 117,5-8 1,0-3 0,2-7 0,-5-5 0,10-14-24,13-30-52,53-20-97,-1 26 0,5 5-42,4 7 0,3 7 25,3 9 0,1 7-182,2 4 0,1 3-788,6 5 1,1-1-3565,4-5 0,-1-3 3992,-14-4 0,-4-2 0,14-4 0,-46-6 0</inkml:trace>
  <inkml:trace contextRef="#ctx0" brushRef="#br0" timeOffset="63693">26252 2959 17092,'43'-40'328,"-1"1"1,-5 5 0,0 9-352,-2 19 1,-1 10 67,13 20 73,-18 5 212,-24 22-50,-27-7-134,-9 4 179,0-12 560,12-14 106,12-13-414,7-7-370,2-2-162,5-1-118,9 1 39,20 15 12,0 9 16,-1 10 174,-28 11-4,-36-11-92,-16-3-193,12-20 1,0-4-728,-18-2 0,18-3 0,16-3 0</inkml:trace>
  <inkml:trace contextRef="#ctx0" brushRef="#br0" timeOffset="63992">27107 3461 17048,'57'-10'-1229,"0"-1"0,0 0 0,-2-3 0,-6 3 1,-7 9-1,-12 4 0,-23-2 0</inkml:trace>
  <inkml:trace contextRef="#ctx0" brushRef="#br0" timeOffset="64460">27172 3754 21103,'-5'29'95,"59"-20"-286,-1-22 1,6-7 134,-17 7 0,0-1 0,-2-3 3,13-17 0,-11-6 125,-22 0 1,-9-3 103,-4-5 1,-9-1 299,-15-2 0,-6 3-129,7 17 1,1 3-152,-12-22-213,29 35-16,12 28 55,9 29-28,-8-3 1,-2 6-79,1 12 0,-1 4-611,-2 2 0,-4 1-3013,-7-2 1,-3-5 3707,-2-18 0,-2-5 0,-10 7 0,6-33 0</inkml:trace>
  <inkml:trace contextRef="#ctx0" brushRef="#br0" timeOffset="65162">28233 3431 20016,'-23'41'390,"1"1"1,0-1 0,-9-9 0,12 1-431,35 16 1,23 8 0,5-12-51,-6-21 1,5-8-1,1-2 166,6 3 1,1-2 0,-8-12 74,3-38-123,-42 5 0,-13-6 155,-23-8 0,-15-4 1,11 1-56,21-3 1,5 0-118,-18-7 1,12 3 27,38 5 0,18 18 0,-1 38 0,8 18 1,-4-4-35,0-19 1,-6 8 59,-6 36 0,-7 19 1,-15-11-329,-30-7-303,-1-1 1,-4 8 0,4-13-1,6-16 1,-4 16 0</inkml:trace>
  <inkml:trace contextRef="#ctx0" brushRef="#br0" timeOffset="67761">10262 3726 11777,'57'-22'675,"0"-1"1,-1 1 0,-5 5 0,2 1 0,2 1 0,4 3-523,-2 3 0,4 2 0,3 2 0,1 1 1,0-1-1,-2 1-873,-3 0 1,0-1 0,-1 2-1,0-1 1,3 1 0,1 0 724,-4 1 1,3 0-1,0 0 1,2 1 0,1 0-1,-2 0 1,0 1 0,-3 0 2,-1 1 0,-1 0 0,-2 0 0,0 1 0,1 1 0,2-1 0,2 1-27,0 1 1,2-1 0,3 2 0,0-1 0,2 1 0,-1 0 0,-1 0 0,0 0 0,-3 0-10,-1-1 1,-1 1 0,-1 0 0,-1-1-1,0 1 1,0 0 0,1-1 0,0 1 35,3 0 0,0 0 1,0 1-1,1-1 1,0 0-1,-1-1 1,0 0-1,0-1 38,-4 0 1,1-1 0,-1 0 0,0-1 0,-1 0 0,0-1 0,-2 0 0,-1-2 29,8 0 1,-2-2-1,-2-1 1,0 0 0,-1-1-1,0 1-60,7-1 1,0 0 0,-1 0 0,-2-1 0,-1-2-105,3-2 0,-1-2 0,-4 0 0,-5 1-2438,-7 1 0,-5 1 1,-2 1 2525,6-2 0,-6 3 0,4 0 0,-35 7 0</inkml:trace>
  <inkml:trace contextRef="#ctx0" brushRef="#br0" timeOffset="72360">9722 2848 7968,'-4'0'3912,"-31"-22"-3113,11 13-526,-6-4 0,-4 3 221,-29 15 80,20 2 1,-4 4-64,-13 5 0,-3 4-395,19-6 0,0 1 0,-4 2 259,-2 0 0,-3 2 0,-1 1 1,1 0 35,3-1 0,0 1 0,1 0 0,0-1 317,-11 5 1,1-1 0,1 1-294,0 3 1,1 1 0,9-1 194,11-4 0,5 1-225,-5 1 1,6 4 94,13-1 1,7 2-429,4 26-231,7-14 1,-1 4-320,0 4 0,0 2 75,-2-10 0,0 2 0,-1 1 265,-2 7 0,0 2 1,-1 2-12,0-8 1,0 1 0,0 1 0,-1 1-291,0 5 0,-2 2 0,1 1 0,-1-1 270,-1 3 1,-1-1-1,0 1 1,-1 0 137,0 2 1,-2-1 0,0 0 0,-1 0 89,1-2 1,-2 0 0,1-1-1,-1 0-80,0-1 0,-1 0 0,0-1 0,0 1 10,-1-2 0,0 0 1,-1 0-1,0 0 3,-2-1 1,0 0 0,-1 1 0,-1-1-64,-1 2 0,-1-1 0,-1 1 0,0 0 8,-2 1 1,1-1-1,-1 1 1,0-1-78,1 2 0,0-1 1,1 1-1,0 0 18,1 1 1,0-1 0,1 1 0,0 0-13,5-11 1,0-1-1,1 1 1,-1 1 0,1-1 136,-1 3 0,0-1 0,0 1 0,-1 0 0,1 1-75,-1 2 1,0-1-1,-1 2 1,1-1-1,0 0-21,-1 1 0,1 0 0,-1 1 0,1-1 0,0 0-189,1 0 1,0 1 0,0-1 0,1 1 0,0-1 211,0 1 1,1 0 0,0-1-1,0 1 1,0 0 45,1-1 1,1 0 0,0-1 0,-1 1 0,1 0-3,0 1 1,-1-1 0,1 1 0,-1-1 0,0 0-3,0 1 0,0 0 0,0-1 1,0 1-1,0-1-42,0 1 0,-1 0 1,0 0-1,1-1 1,-1 1 41,1-2 0,0 0 1,0 0-1,0 0 1,1 0-3,1-2 0,1 1 0,-1 0 1,2-1-1,0 1 4,0-2 0,1 0 1,0-1-1,1 1 0,0 0 23,1 0 1,0 0 0,1 0 0,0 0 0,-1 0-12,1 2 1,-1 0 0,0 1-1,0-1 1,0 1 19,-1 1 1,0 1 0,0-1 0,0 1 0,0 0-18,0-1 1,-1 1 0,1 0 0,0 0 0,0-1-2,1 1 1,-1 0 0,1 0 0,1-1 0,0 1 13,1-2 0,0 0 1,1 0-1,0-1 0,0 1 17,0-1 0,0 0 0,1 0 0,0 1 1,-1-1-9,1 1 0,-1-1 0,1 1 0,-1 0 1,0 0-1,0 1 0,-1-1 0,1 1 0,-1 0 1,1-1 47,-1 1 0,1-1 1,0 1-1,-1-1 0,2 1 37,-1-1 1,1 1-1,-1-1 1,1 1-1,0-1-39,1 0 0,-1-1 0,1 0 0,0 0 1,0 0-24,1 1 1,-1-1 0,1 0 0,0 1-1,0-1-4,0-1 0,-1 1 1,1-1-1,0 0 0,1 0-145,-1 12 1,1 0 0,0 0 0,0-1 177,1-2 0,0-1 0,0 0 0,1 0 36,1-2 1,1 0-1,0 0 1,0 1-12,1-1 0,-1 1 1,0 0-1,1 1-36,1-7 1,0 2 0,1-1-1,0 0 1,1-3-25,0 3 0,0-1 0,2-2 0,4-1 72,3 1 1,1 2 0,5-6 0,8-11-241,15-11 0,9-12 0,4-9 140,-2-7 0,5-8 0,1-3 0,-6 0 0,-1 0 0,-4 0 0,-1-4 0,-1-5 0,0 0 0,0 0 0</inkml:trace>
  <inkml:trace contextRef="#ctx0" brushRef="#br0" timeOffset="104259">15158 5910 16028,'0'-4'6055,"0"0"-5646,-27-40-101,-20 65-165,1-8 0,-3 7-303,11 14 0,3 11 1,2 3 103,1-1 0,4 2 0,6 1-429,4 16 0,17-4-320,24-19 1,13-10-398,17-13 1,8-13 650,-15-11 0,1-5 1,0-6 360,0-4 1,-1-5-1,-2-5 356,0-8 0,-2-4 0,-3-4 261,-1-4 1,-3-4 0,-1-1 100,-9 12 0,-1-2 0,-1 0 0,0 1 71,5-10 0,0 0 0,-1 4 107,6-10 0,-2 7-356,-8 18 0,-3 8-216,-3 13 501,-30 50-588,-3-2 1,-3 6-37,-6 14 1,-3 5-14,9-18 0,0 1 0,1-1 5,-4 15 0,3-3-1,7-14 1,4-5 249,8 0 438,19-46-533,22-32-121,-10 9 1,4-2-15,3 0 1,2 3-15,-3 6 0,1 5-19,23 7 11,-16 37-22,-13 28-4,-18-16 1,-2 3-118,0 1 1,1 1-102,1-5 1,3-3-469,24 8 281,-10-38 0,3-10 117,7-10 0,0-8 291,3-10 1,-1-5 143,-4-1 0,-4-2 189,-10 7 1,-7 0 535,-1-14-303,-21 24-347,-6 26-95,-6 26-51,6 19-44,11 11-6,27-8 45,24-22-9,-17-26 1,2-8 49,0-7 1,-3-6 11,-6-9 0,-5-4 5,-7 0 1,-7-1 106,-10 1 1,-6 4 7,-14-9-55,-25 29-79,-7 46-54,20-3 1,3 7-56,0 10 0,6 4-261,7 3 1,11 1-1320,13 0 0,13-4 1605,16-11 0,4-6 0,-13-10 0,-1-4 0,30-4 0</inkml:trace>
  <inkml:trace contextRef="#ctx0" brushRef="#br0" timeOffset="104527">17224 5824 14958,'3'-6'9612,"-1"1"-9024,-2 5-212,-52-28-264,4 55-101,5-17 0,3 5-59,12 22 1,14 9-413,15-3 1,11-2-289,3-10 1,8-6-1533,16-2 0,5-9 2280,-10-10 0,-2-3 0,14 0 0,-20-9 0</inkml:trace>
  <inkml:trace contextRef="#ctx0" brushRef="#br0" timeOffset="104811">17808 5612 17938,'0'-5'7097,"0"1"-6531,1-43-253,-1 47-38,-3-21-186,-4 46 1,-3 20-79,-6 11 0,-2 4-302,0 1 0,-1 3-688,2-13 1,0 3 0,2-4-3938,1 0 1,2-5 4181,0-8 1,3-5-1,3-5 1,6-27-1</inkml:trace>
  <inkml:trace contextRef="#ctx0" brushRef="#br0" timeOffset="105131">18183 5656 22733,'-58'20'415,"-1"0"1,0-1-1,9-1 1,1 0 0,6 2-299,1 11 1,10 3-1,12-1 1,10 0 17,29 22-116,1-26 1,7-2-177,24 2 0,7-6-1409,1-5 1,3-5 1080,-17-3 0,2-2 1,-5-1-1,1-1 1,-6-3-1,8-1 1</inkml:trace>
  <inkml:trace contextRef="#ctx0" brushRef="#br0" timeOffset="105778">19661 5801 19742,'-4'64'666,"10"-9"1,-2 0-1,-15 3 1,14-19-1,1 1 1</inkml:trace>
  <inkml:trace contextRef="#ctx0" brushRef="#br0" timeOffset="106051">19987 5523 16460,'-18'-39'3573,"0"1"1,-9-9-4518,29 81 1,6 15-1,-5-15 1,4 6 0,0 0-1</inkml:trace>
  <inkml:trace contextRef="#ctx0" brushRef="#br0" timeOffset="106325">20373 5478 17524,'-4'61'420,"0"-1"0,0 1 1,0 0-1,0 0 1,0 0-1,0 0 1,0 0-1,4 3 0,3-3 1,0-3-1,-2-3 1,-5-2-1,-14 6 1,1 1-1,0-1 1</inkml:trace>
  <inkml:trace contextRef="#ctx0" brushRef="#br0" timeOffset="106534">19986 6310 11122,'48'-37'0,"1"-1"0,-1 0 0,0 1 0,1-1 0,-1 0 0,1 1 0,-1-1 0,-4 4 0,1-1 0,-1 1 0,0-1 0,0 1 0,1-1 0,-1 1 0</inkml:trace>
  <inkml:trace contextRef="#ctx0" brushRef="#br0" timeOffset="107978">22192 5618 6999,'1'-5'-660,"0"2"460,-1 3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14:37:27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2626 2896 14006,'22'-26'2731,"0"0"1,-5-12 0,-5 15-3961,-10 56 0,-9 42 0,-4 10 0,3-20 1299,2-25 0,2-6 758,-1 10 0,9-15-855,18-46 1,13-27 0,4-1-72,-2 9 0,4-1 0,1-1 0,-1 3 81,8-6 0,1 3 1,-1 1 472,2 0 0,0 2 1,-10 6-328,-6-1 526,-17-14-565,-36 102 1508,5 1 0,5 9-1598,10-18 0,5 5 0,0 0 0,-2-3 0,-6-1 0,-2-3 0,6-2 0,17 10 0,0 0 0</inkml:trace>
  <inkml:trace contextRef="#ctx0" brushRef="#br0" timeOffset="1292">3708 2947 11766,'0'-3'9830,"0"0"-9236,-28 1-418,7 32 1,0 7-144,-17-5-8,41 24 1,17-1-15,12-28 159,24-17 1,1-12-109,-21-13 198,0-28 1,-11-8 19,-31-2-177,-5 4 1,-4 3-121,-11 9-213,-9 28 1,1 10-768,13 14-2307,-18 17 3304,36-7 0,2-10 0,5-3 0</inkml:trace>
  <inkml:trace contextRef="#ctx0" brushRef="#br0" timeOffset="2446">4093 3061 9610,'-1'-7'9830,"0"2"-6419,1 5-2767,0-68-605,12 69-34,-6-56 23,9 118 0,-12-9-34,-4-10 1,-2 3 363,-2-7 1,-1-3-163,-4 12 73,3-23 11,7-50-90,3-32-168,1 20 1,2-3-20,3-4 0,3 1 8,-1 9 0,3 4-67,24-10-11,16 53 61,-22-5 0,-8 14 1,-4 7-12,-13 23 23,-1-3 123,-6 3 162,-1-37-173,-1-30-34,10-28-50,6-11-20,1 21 0,6 3-20,8 10 0,2 5-5,18-3 0,-15 21 0,-3 8 22,3 30-5,1 8 10,-1 1 1,-2-19 39,3-25 39,12-33-19,-24 3 0,-2-6 19,2-6 0,-5-5 179,-8-10 1,-4 1-225,0-3-5,-15-2-62,-1 70-16,-1 24-1270,13 10 1,9 6 1302,7-10 0,3-1 0,-5 2 0,1-6 0,23-6 0</inkml:trace>
  <inkml:trace contextRef="#ctx0" brushRef="#br0" timeOffset="3328">5771 2903 17736,'-61'3'1886,"0"1"0,-4 0 0,26-2-1567,45-2-274,12 0-17,23 0 0,14 0-52,-1-2 0,9-2 0,2 1 1,-7-1-209,-9 1 0,-3 1 0,3-2 257,10 0 0,7 0 1,-4-3-1,-14-3 552,3-22-426,-25 3-28,-27-12 185,-27 8 0,-5 3-235,6 2-67,-5-1 0,10 10-18,38 37 730,5 1-721,4 3 0,4 6-305,-2 6 0,2 6 0,-3-4-23,-1-6 1,-4 3-236,-2 13 1,-3 8 0,-7-13 0,-12-16 0,-12 25-1</inkml:trace>
  <inkml:trace contextRef="#ctx0" brushRef="#br0" timeOffset="6146">4168 4367 22442,'10'-54'767,"1"1"0,-4 9 1,0 10-808,-1 20 186,-6 60-81,-4 12-74,1 2 1,-1 5-591,1-13 0,1-1-1502,-2 4 1,2-4 1552,4-15 1,1-5 0,-1-2 0,4-14 0</inkml:trace>
  <inkml:trace contextRef="#ctx0" brushRef="#br0" timeOffset="6595">4777 4470 13782,'-4'0'8363,"0"1"-7383,-48 1-678,43-5-212,-16 1-34,83-7-56,-12 4 0,3 0-20,0 0 1,1-1-15,5 0 1,-2-1-819,8-4 852,-10 1 0,-36 5 0,-9 2 0</inkml:trace>
  <inkml:trace contextRef="#ctx0" brushRef="#br0" timeOffset="7915">6390 4528 22240,'1'-45'896,"0"0"0,1-13-812,-1 81 23,-1 42-65,-3-26 0,-1 3 28,-2 7 0,-2-2 282,-9 15 52,-1-23 55,6-60-268,6-17-127,5-4 1,3-7-12,4-8 0,3-4-38,0 13 0,2-2 0,2 0-21,3-1 1,1 1-1,3 2 0,0 7 1,2 1-1,2 5-8,10-5 0,5 13 11,7 18 1,-1 12-66,14 20 20,-26 11 1,-9 8 41,-20-6 1,-8 1 19,-7 8 0,-9-2 17,-14-1 0,-8-5 5,1-4 0,-5-7 84,-9-7 1,1-6-182,-3 0 72,35 0-20,42 3 1,18 3-65,9 2 0,9 2 1,-1-1-323,-6-2 1,0-1 0,2 0 394,-3-3 0,3 0 0,-2-1 0,-7-3 0,1-1 0,-7-2 0,19 7 0</inkml:trace>
  <inkml:trace contextRef="#ctx0" brushRef="#br0" timeOffset="8305">7157 4435 23786,'51'5'812,"-16"-15"0,-2-6-560,3-16-67,-16-1 0,-5-1-140,-13 8 28,-16-9-486,8 75 0,3 38 0,5-13-2797,10-24 3210,-1 19 0,3 15 0,4-30 0,13-47 0,10-5 0</inkml:trace>
  <inkml:trace contextRef="#ctx0" brushRef="#br0" timeOffset="9909">7300 4369 9890,'3'10'9830,"53"-1"-6755,-18-1-2902,0-6 1,-3-9 828,-8-49-867,-16 26-1675,-12-6 1,-5 2 1601,-6 15 95,-15-14-85,11 25-49,-8 1-18,-9 27 7,11-6 21,-14 40 3376,25-27-3398,-7 32 45,16 0-39,5 0 0,0-25 0,3-1 55,14 27-49,-6-25-6,6 5 27,-2-23-161,24-4-527,-7-6-1759,19-8 1555,-14-13 0,-18 6 0,0-2 0</inkml:trace>
  <inkml:trace contextRef="#ctx0" brushRef="#br0" timeOffset="10430">7954 4329 23321,'-18'-33'557,"0"0"0,-19-12-428,16 63-73,1 14 28,8 13-5,22 11-51,7-20 0,5-1-37,2-5 1,0 1-1666,7 13 1,-2-2 1678,-4-7 12,-17 14-235,-44-38-1222,-12-6 1440,12-16 0,2-3 0,-4 5 0,5-23 0</inkml:trace>
  <inkml:trace contextRef="#ctx0" brushRef="#br0" timeOffset="10687">7816 4442 10472,'3'-5'9830,"-1"2"-8240,17-25 1,2-4-846,-10 14-605,12-17 0,-6 11 45,-33 48-45,-20 30-123,11-18 0,-3 5-1723,-1 6 0,-3 6 1,4-7 1139,6-11 0,2-1-1529,-12 21 0,13-8 1755,28-29 0,-5-4 1,6-6-1</inkml:trace>
  <inkml:trace contextRef="#ctx0" brushRef="#br0" timeOffset="11112">8186 4343 16488,'0'-4'6945,"0"0"-6475,0 4-195,12-22 162,-16 50-96,3 22-324,-4-18 0,0 3 53,1 18 0,13-6 233,44-22-146,0-7-1,-4-33 1,-3-14-6,-22 4 1,-5-4 10,3-15 0,-6-1-128,-11-6-353,-9 4 319,11 41 0,-5 3 0,10 9 0</inkml:trace>
  <inkml:trace contextRef="#ctx0" brushRef="#br0" timeOffset="11896">8795 4363 24766,'-18'38'322,"1"-1"0,-11 22-224,12-18 0,3-1 580,1-6 302,24-58-879,-1-6-60,8-10 0,7-9 0,-2 8-19,10-8-14,1 0 1,4 10-48,17 33 22,-19 9 28,4 10-31,-26 30 1,-7 7 25,-5-6-20,3 8 0,-5 0 25,-22-1-3196,-1-19 3219,3-5 67,10-62-23,27-16-67,3 3 0,5 2 14,0 12 1,6 7-24,19 1 1,1 10 3,4 13-15,-14 24 1,-7 10-3,-23-1 0,-7 5-1754,2 21 1,-3 0-1031,-6 5 2795,-8-1 0,9-56 0,0 0 0</inkml:trace>
  <inkml:trace contextRef="#ctx0" brushRef="#br0" timeOffset="12583">9569 4379 24217,'56'22'921,"-19"-5"1,0-2-550,-4-7 1,-1-1-177,21 7 8,-17-23 1,-7-11-37,-19-34-146,1 7 0,-28-3-38,-23 53 10,8 1 14,-5 18 1,2 9-15,0 22 11,12 2 1,5 3-22,7 6-74,19-15 0,13-8 90,23-30 0,5-7 0,1 18 0,-10-24 0,0-1 0</inkml:trace>
  <inkml:trace contextRef="#ctx0" brushRef="#br0" timeOffset="31128">4181 5715 8629,'-3'0'9107,"0"0"-8205,-6-4-89,2 10-108,-10-1-150,0 12 10,-9 1 197,-6-4 140,-3-8-303,1-18-307,5-27-225,19 8 0,3-4-34,3-2 1,4 0-62,4 0 0,5 3-67,21-13-17,10 23 28,4 26 84,-4 30-93,-25 1 1,-6 7 13,-6 17 1,-10 6 50,-5-11 0,-5 2 0,-4 0-268,0-10 1,-2 1 0,-2-1 0,-1-2 313,-8 9 1,-3-4 0,-3-3 91,-4-4 0,-3-3 0,1-8 19,-1-7 0,1-11-62,-3-11 0,6-11 6,1-35-51,32-12-22,37 10-17,4 32 1,7 7-10,13 9 1,5 10-26,-13 1 1,0 5 0,0 3-204,1 3 0,-1 4 0,-3 2-2616,-7 4 1,-2 2-1,-3-1 2425,0 3 1,-7-2 0,-3 11 0,-17-39 0</inkml:trace>
  <inkml:trace contextRef="#ctx0" brushRef="#br0" timeOffset="31910">4884 5906 12993,'-8'2'8300,"2"0"-6227,-34 5-1995,30-6 79,-26 6 229,86-8-299,5-2 0,5 0-76,-8 1 0,1 1-2,-4-1 1,2-1-1,-4 2-2126,-2 0 0,-6 0 2117,12 1 898,-8 0-1385,-46 1 487,3-1 0,-1 1 0</inkml:trace>
  <inkml:trace contextRef="#ctx0" brushRef="#br0" timeOffset="35259">6710 5636 15378,'1'-5'4061,"1"-32"0,0-6-3305,-1 14-697,1-17 0,0 14 25,-4 49-45,-2 12 0,-3 8-28,-4 21 1,-3 6-194,2-11 1,0 2 0,0 0-743,0-1 0,1 1 0,1-1 924,5-6 0,2-1 0,0-4 0,0-5 0,3-4 0,10 6 0</inkml:trace>
  <inkml:trace contextRef="#ctx0" brushRef="#br0" timeOffset="35627">7057 5711 11726,'0'-3'8979,"0"0"-8500,-30 7 0,-16 8-151,10 5 0,-3 3-56,-4-3 1,-4 1-1,2 3-34,-4 11 0,6 3-126,8-5 0,6 1-11,-4 25-140,25-6-28,29-7-104,5-25 0,7-4-588,15-3 0,7-5-754,-12-5 1,2-2 0,1-2-1765,4-3 0,-1-1 0,-2-2 2401,6-2 0,-5-1 0,-12 1 0,-8 1 0,-12 2 0</inkml:trace>
  <inkml:trace contextRef="#ctx0" brushRef="#br0" timeOffset="36527">7349 5910 19081,'14'-54'1637,"0"0"0,-1 8 1,-4 11-1571,-7 21 0,-3 31 34,-4 28-59,-2-8 0,-1 4 14,-3 8 0,-2 2-14,0-3 0,-1-2 47,3-9 1,1-4 342,-1 0-164,16-43-99,8-27-113,0 8 0,3-1-34,3-2 1,3 1-7,4 2 1,2 3-23,1 5 1,2 5-45,27 3 33,-8 29-101,-11 19-397,-7 19-897,-3 1-1327,9-15-605,20-24 2535,-19-19 0,0-7 1019,4-5 0,0-5 299,1-3 1,-3-4 341,-5 0 1,-2-2 91,-6 0 1,-4-1 782,9-21-791,-23 15-509,-28 24-225,-22 32-184,12 1 0,1 6-76,-2 8 0,4 4-182,6-1 1,7 0-186,13 26 482,26-29 314,17-34 151,3-32-177,-24 4 0,-2-4-19,0-3 1,-1-1-41,-5 2 1,-1 2 117,3-14-297,-10 21-106,-12 33-67,-6 30-390,4 0 1,0 4-732,1 0 1,1 2-3266,4 11 0,5-3 4453,10 8 0,-3-15 0,1-36 0</inkml:trace>
  <inkml:trace contextRef="#ctx0" brushRef="#br0" timeOffset="37062">8438 6119 21450,'33'-38'1298,"0"0"0,0 0 0,2-14 0,-4 19-866,-7 41-245,-24 21 1,-8 10-152,2 3 1,-2 5-43,-1 2 0,-2 5 1,-2 0-258,0 0 1,-2 0-1,1-3 260,-3 14 1,-1-5 111,2-4 1,0-16-99,6-36 0,5-35-11,8-11 0,3-7 8,2-5 1,1-2 0,-2 11 1,2-2-1,0 1 2,0 1 0,1 0 1,1 0-14,2-1 0,2 0 0,1 3-9,9-11 0,2 5-9,0 6 0,4 8-16,0 18 0,0 10 397,18 29-395,-7 18 20,-29 2 0,-10 2 20,-15 16 16,-4-21 1,-8-5-158,-14-13 1,-6-8-911,-1-4 0,-1-6 1045,-7-4 0,3-4 0,-8-5 0,21-3 0</inkml:trace>
  <inkml:trace contextRef="#ctx0" brushRef="#br0" timeOffset="38161">9205 5885 17468,'4'-33'3789,"1"-1"0,-5 24-3778,6-44-13,7 76 1,7 31 0,0 8-1,-3-13-90,-4-15 0,-4 0-936,-7 15 0,-5 14 0,-4-5 0,-8-23-567,-27-30 1009,-21-5 0,7-18 4179,51-43 1,10 0-3252,-22 42-530,3 43 0,0 19-189,3 4 0,0 7 0,-2 0 0,-6 5 0,-3 1 0,6-8 1,8-15-1,1-1 0</inkml:trace>
  <inkml:trace contextRef="#ctx0" brushRef="#br0" timeOffset="39302">9610 5962 10629,'-30'-17'3276,"0"0"1,-6 37 0,-3 6-1359,-9-22 0,1 5-1921,2 40 1,20 10-7,29-26 1,11-2 27,2-2 1,6-6 22,19-8 0,5-12 176,-2-18 1,-4-8 19,-8-1 0,-5-6 196,-2-18 1,-8-2-83,-8-13-167,-10 8-157,-1 43-11,-1 24-23,0 21-14,1 0 1,1 4-426,3 5 0,1 0 195,-2-8 1,1 1-2210,5 6 0,2-5 2459,3-10 0,-3 8 0,-2-24 0</inkml:trace>
  <inkml:trace contextRef="#ctx0" brushRef="#br0" timeOffset="39893">10237 5958 12718,'8'-8'9774,"-1"1"-8452,-31-16-678,-7 39-504,-7-27 39,11 29 0,1 10-81,1-1 0,2 3-129,1 5 1,3 2-133,5-1 1,8 0-337,22 15-839,33-26-2180,-15-21 1,1-5 3517,29-6 0,-14-4 0,-27 1 0</inkml:trace>
  <inkml:trace contextRef="#ctx0" brushRef="#br0" timeOffset="40113">10551 5842 23377,'20'-28'857,"0"0"0,0 4-745,-46 73-65,4-10 1,0 3-174,3 0 0,0 2-1689,1 7 0,2-1 1815,7-10 0,1-4 0,2 13 0,6-29 0</inkml:trace>
  <inkml:trace contextRef="#ctx0" brushRef="#br0" timeOffset="40460">10757 5887 16964,'-3'-1'5663,"1"0"-5330,-28 9 0,-11 6 613,-3 12-574,-7-3 1,2 5-54,8 20-156,24 4-90,46-3-121,3-25 1,6-4-113,10-2 0,4-3-428,2-3 0,1-2 588,-2-3 0,-4-3 0,4 2 0,-12-6 0</inkml:trace>
  <inkml:trace contextRef="#ctx0" brushRef="#br0" timeOffset="42915">6531 7114 17955,'-52'-34'5103,"-1"15"-5022,14 40 0,-1 12-73,6 0 1,1 2-20,-7-2 0,11 3 11,29 13 0,17-2-9,7-22 1,8-3-48,17 15 0,2 0-28,-3-10 0,-6-3 168,3 20 123,-64 1-137,-25-25 0,-13-9-61,12-4 0,-2-3 1,4-5-1013,-3-8 0,19-7 96,43-13 0,22-5 933,-1 10 1,10-1 0,3 1 0,-2 1 314,12-4 1,-1 1-1,-1 2 378,-4 0 0,-2 1 0,-11 4 216,-3-1-884,-29 13 30,-13 33 0,-5 13-75,5-3-40,5 17 0,9-1 18,28-17 66,-6-14 0,3-7 87,-1-18 1,-1-9 158,-3-5 1,-3-7 274,-5-22 1,-7-4-446,-6 13 0,-1 3-2893,6-19 2767,3 55 0,-7 23 0,5-3 0</inkml:trace>
  <inkml:trace contextRef="#ctx0" brushRef="#br0" timeOffset="43313">7317 7223 14986,'26'-9'9830,"-17"72"-9099,-17-2 0,-5 4-667,4 1 1,0-22 58,5-41 115,18-37 0,11-15-221,-2 15-2123,28-3 0,9 13 2075,-25 29 0,-5 13 32,-1 25 1,-12 6-815,-14-2 813,-45-6 0,-11-12 0,16-27 0,-17-7 0</inkml:trace>
  <inkml:trace contextRef="#ctx0" brushRef="#br0" timeOffset="44432">7382 7138 10752,'-1'-3'9332,"1"1"-6896,0 2-1663,-3-60-191,2 37-419,0-42-141,3 56 219,9 43-219,-8-18 20,-1 17 0,-5 3 20,-15 9-2808,4-8 0,-1 0 897,-5 6 1849,6-3 0,14-36 0,0-1 0</inkml:trace>
  <inkml:trace contextRef="#ctx0" brushRef="#br0" timeOffset="45278">8086 7299 21478,'-30'-54'1619,"-16"17"-1406,5 47-146,1 6-5,18 1 72,15 3-16,23 9-102,1-2-52,13 5 0,4 1-20,7 6-14,-7-3 0,-4 1 70,-9 1 61,-58 15-83,15-35-68,-14-3 1,-2-9-1883,7-20 1124,0-5 0,11 2 0,14 2 0</inkml:trace>
  <inkml:trace contextRef="#ctx0" brushRef="#br0" timeOffset="45579">8070 7269 23125,'-25'25'1663,"-20"21"-1630,15-13 1,-1 3-233,-8 8 1,0 2-2012,6-1 1,4-2 1358,7-8 1,5-3 0,2 9-1,14-26 1</inkml:trace>
  <inkml:trace contextRef="#ctx0" brushRef="#br0" timeOffset="46469">8257 7401 17193,'3'-2'5579,"0"0"-5237,16 8-90,6 0-95,21 1 5,9-14 28,-1-8 188,-16-15 0,-2-4-277,-2 1 58,-8-2 1,-11-1 289,-33 1-303,3 7-46,-22 13-88,9 34-10,9 6 1,2 5 31,-9 25-51,12-15 0,4 0-22,2 23-79,13-17 1,4 1 2,-2-15 0,3-1 28,9 8 0,4-5 98,15-9 56,15-19-28,-19-16 1,2-7-24,6-7 1,1-5 5,-7 1 1,1-3 0,-1 0 27,9-11 1,-3-1 42,-12 7 1,-1-2-1,-4 0 153,1-15 1,-7-1 69,-4-1 1,-5-1-63,-8 7 1,-4 4-232,-5-9-35,-7 42 40,12 48-25,1 7 0,-1 6-20,-1-1 0,-1 1-11,0 14 0,-1 2-319,-2-6 0,4-1-1661,12 2 0,2-3 412,-7-14 0,3-4 996,10-4 1,2-10-1,-9-18 1,-2-5-1</inkml:trace>
  <inkml:trace contextRef="#ctx0" brushRef="#br0" timeOffset="46854">8852 7272 23215,'-10'-5'1366,"23"5"-1184,38-1 0,10 1-146,-26 1 1,2-2-7,25-1 1,-1-2 154,1-7-4537,-18 4 4184,-4-2-6192,-24 12 6360,-18 1 0,1 2 0,-1-4 0</inkml:trace>
  <inkml:trace contextRef="#ctx0" brushRef="#br0" timeOffset="49595">11468 4098 16902,'-14'-59'697,"25"27"0,10 7-658,18 12 1,7 8-12,6-5 0,3 1 0,2 3 0,-3 3-34,-19 2 1,-2 4 105,27 10 288,-40 21 54,-9 24-313,-9-15 0,-2 5-90,3-3 0,-1 5 0,1-1-24,0-2 0,1 0 0,0 2-61,0-1 1,1 3 0,0 1 0,0 0 131,-1 4 1,0 0 0,0 1 0,-1-1-271,0-3 1,0 0 0,-1 1 0,0 1 236,-1-3 1,0 2 0,0 2 0,0-1 0,-2-1 38,0-1 1,0 0 0,-1-1 0,-1 0 0,1 0-18,-1 9 1,-1-2 0,0 1 0,-1 2 1,-1-4 0,-2 2 1,0 0-1,-2 0 0,0 0-316,-1-2 0,-2-1 0,0 0 1,-1 0-1,0 1 257,0 2 0,-1 0 0,0 1 0,0-1 0,0 1-8,0-1 0,0-1 0,-1 1 0,1 0 0,0 1-10,1-6 0,0 1 0,0 0 0,1 0 0,-1-1 0,1-2-12,-1 3 1,0-1 0,0-2 0,1 0 0,-2 1-141,0 1 1,0 1-1,0-1 1,-3-1 0,-2-3-2307,-10 6 0,-3-3 1,-2-3-1,5-7 1850,-2 5 0,0-8 1,-15-3-1,7-12 1,28-22-1</inkml:trace>
  <inkml:trace contextRef="#ctx0" brushRef="#br0" timeOffset="57143">10399 4120 12472,'-1'-10'8295,"0"2"-7500,-21 40-325,21 6-207,-1 9 1,6 4 83,11-10 1,8-4 55,9 7 0,7-11-123,7-22 0,5-16-183,-7-11 0,2-10 0,0-6-432,-1-3 1,0-6-1,1-3 1,1-3 355,-10 9 1,1-3-1,1-1 1,0-1-1,1-2 1,0 1-327,-1 2 1,0-1 0,1-1 0,1-1 0,0 1 0,1-1 0,1 1 325,-3 4 0,1 0 0,0 0 0,1 0 0,0 0 0,0 0 0,1 2 1,-1 0 3,6-4 1,0 1-1,0 0 1,0 1 0,1 1-1,-2 1 1,0 2-134,2 0 0,0 1 0,-1 1 1,0 2-1,-2 2 0,-3 3-189,6-3 0,-3 2 0,-2 5 0,-6 10-4619,2 9 1,-12 12 3141,-21 17 0,-21 19 1,11-38-1</inkml:trace>
  <inkml:trace contextRef="#ctx0" brushRef="#br0" timeOffset="61493">12427 6026 9498,'-4'0'7964,"1"0"-6984,-6-17-627,10 12-296,-6-11 144,24 22 135,21 1-196,-7-2 0,4-1-56,11-1 0,1-2 5,4-2 1,0-2 8,-5 0 0,-2-1-39,-8-1 0,-3 0 3,17-3-46,-18 3 40,-14 2 157,-9 9 17,-5 7-12,-2 16 12,4 27-99,-3-13 1,1 4-69,-2-3 1,1 2-1,-1 3-304,0 10 0,-1 2 0,-1 2 253,0-12 1,-1 1 0,0 0-1,-2 1-15,-1-2 0,-1 1 1,-1-1-1,0 0 3,-2 12 0,-2-1 0,0-1-69,-1-5 1,-1-2 0,1 0 53,2-4 0,0 0 0,4-1 7,2-1 1,4-1 0,1 0 18,2-2 0,2-1 0,1-1-6,6 18 1,0-3 0,-4-5 0,-7-1-26,-10 1 0,-8-3-5,-3-12 0,-7-2-42,-16 4 0,-8-6-239,-2-11 1,-6-8-1994,7-7 1,-3-3 0,3-3 1790,-10-1 1,4-3 0,7-2 0,7-2 0,13-1 0</inkml:trace>
  <inkml:trace contextRef="#ctx0" brushRef="#br0" timeOffset="2.14748E7">6053 5030 24575,'13'0'0,"19"0"0,-1 0 0,6 0 0,18 0 0,7 0 0,-7 0 0,4 0 0,2 0-684,-8 0 0,1 0 0,2 0 0,0 0 684,7 0 0,2 0 0,0 0 0,1 0-318,-11 0 0,0 0 0,1 0 0,0 0 0,0 0 318,-1 0 0,1 0 0,0 0 0,0 0 0,-1 0 0,0 0 0,-1 0 0,0 0 0,0 0 0,-2 0-293,8 0 1,-1 0-1,-1 0 1,-1 0 292,-5 0 0,-2 0 0,0 0 0,0 0 0,11 0 0,-1 0 0,-1 0-158,-5-1 0,0 0 0,-1 0 158,-2 0 0,1-1 0,-1 0 0,-3 0 0,-1 0 0,0-1 743,18-2 1,-2 0-744,-4 1 0,-1-1 1108,-5 1 0,-1-1-1108,-5 2 0,-2 0 711,-7 0 0,1 2-711,5 0 0,-1 0 642,14 1-642,-22 0 0,-3 0 203,5 0-203,20 0 0,-13 0 0,15 0 0,-19 0 0,-4 0 0,-4 0 0,-4 0 0,-5-1 0,-5-2 0,-5 0 0,-6 0 0,-2 1 0</inkml:trace>
  <inkml:trace contextRef="#ctx0" brushRef="#br0" timeOffset="2.14748E7">5820 6565 24575,'49'0'0,"0"0"0,0 0 0,-5 0 0,4 0 0,5 0 0,4 0 0,3 0 0,3 0 0,3 0 0,3 0 0,-17-1 0,2 0 0,4 0 0,2 0 0,3 0 0,1-1 0,2 1 0,0 0 0,2-1 0,0 0 0,-1 1 0,1-1 0,-2 1 0,0 0 0,-2-1 0,-1 1 0,-3 0-757,7 0 1,-2 1 0,-1-1 0,-1 0 0,-1 1 0,0 0-1,0-1 1,0 1 0,0-1 0,1 1 0,2-1 0,1 1-1,1-1 674,-8 0 0,3 0 0,2 0 1,1-1-1,2 1 0,0-1 0,1 1 1,0 0-1,0-1 0,0 1 0,-2-1 1,-1 1-1,-2-1 0,-2 1 0,-3 0 1,-2 0-1,-4 0 0,-4 1 83,30-1 0,-9 0 0,-4 1 0,-5 0 0,-1-1 0,1 1 563,3 0 1,-3 0-1,-1 0 1,-1 0 0,0 0-564,-2 0 0,0 0 0,-1 0 0,-3 0 0,-5 0 0,19 1 0,-6 0 859,8-2 1,-17 4-860,-44 0 0,-10 2 0,-12 2 6784,3 0-6784,-18 15 0,23-15 0,-8 9 0</inkml:trace>
  <inkml:trace contextRef="#ctx0" brushRef="#br0" timeOffset="2.14748E7">5502 8313 24575,'57'-1'0,"0"0"0,-1 1 0,1-1 0,5 0 0,6-1 0,-19 2 0,10 0 0,8 0 0,4 0 0,0 0 0,0 0 0,-6 0 0,-8 0 0,8 0 0,-9 0 0,1 0 0,11 0 0,-16 0 0,7 0 0,5 0 0,3 0 0,2 0 0,1 0 0,0 0 0,-3 0 0,-3 0 0,-4 0-656,0 0 1,-3 0 0,-2 0-1,-1 0 1,0 0 0,2 0 0,3 0 655,1 0 0,3 0 0,2 0 0,1 0 0,1 0 0,-1 0 0,-2 0 0,-2 1 0,-4-1 0,8 1 0,-3 0 0,-2 0 0,-2 0 0,-2 0 0,-2 0 350,11 0 0,-4 0 1,-2 1-1,-3 0-350,5 1 0,-4 0 0,-8 0 149,-14 0 1,-5 0-1,15 1 1,-34-2-1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13:59:36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1463 2401 18543,'-46'3'838,"0"0"1,0 0 0,-11 1 0,25 0-553,62-3 0,25-2-244,-12 0 0,7-2 0,4 0 0,2 0-719,2-1 0,4 0 0,3-1 0,1 0 0,0-1 678,-7 0 1,1 0 0,1-1 0,1-1 0,-2 1 0,-1-1 17,6-2 0,1 0 0,-2 0 0,-2-1 0,-4 0 291,-1-1 1,-3 0 0,-3-1 0,-8-2-73,12-10 0,-22-4 666,-49-22-548,-15 27 0,-10 3 8,-1 1 0,0 3-145,-19-3 2043,40 14-1890,42 15-139,9 3 1,7 3-197,12 8 0,-3 9-1699,-9 21 1,-9 5 1120,-8-11 0,-8-1 0,-14 0 0,-8-5 1,-15-7-1</inkml:trace>
  <inkml:trace contextRef="#ctx0" brushRef="#br0" timeOffset="1629">3809 2298 16790,'1'-48'2647,"1"0"0,2-10 0,2 11-2349,0 30 418,4 1-46,-14 65-560,-1-16 1,-2 4-60,-7 16 0,-3 6-33,4-14 1,-2 3 0,2-2 80,-5 15 0,4-1-77,-4 6 1,17-6-418,36-19 0,17-12 367,5-15 1,3-5-1,-4 6 1,-2-5-1,-9-21 1,0 1-1</inkml:trace>
  <inkml:trace contextRef="#ctx0" brushRef="#br0" timeOffset="2434">4821 2155 14559,'-22'-41'9830,"-28"42"-6684,4-29-2573,9 48 1,-11 22-1,7 8 1,24-6-3160,39-7 1,21-1-1,-14 4 2070,-41 12 1,-17 5 0,23-11 524,51-15 1,25-11 0,-16-12 0,-29-13 0,11-4 0</inkml:trace>
  <inkml:trace contextRef="#ctx0" brushRef="#br0" timeOffset="3540">4989 2138 15552,'0'-3'4915,"-31"-14"0,-15 3-1382,-15 28-3032,12-9 0,-8 1 0,9 13-255,12 23 0,10 13 0,9 0-476,5 8 1,21-4 181,30-17 0,19-5 0,-2-8 0,-3-6 0,2-12 0,-4-17 1,1 0-1,-1 0 0</inkml:trace>
  <inkml:trace contextRef="#ctx0" brushRef="#br0" timeOffset="3980">4970 2133 15664,'-7'-3'9830,"-36"-16"-6684,13 15-2776,-3-6 1,-5 6 270,-14 21 0,-1 10-110,10 4 1,1 2-265,-6-2 1,5 3-151,17 6 0,11 1-153,14-7 1,10-1-257,9 9 0,12-1-179,3-14 0,6-4 0,-1-2-256,3 4 1,1-7 88,4-14 0,5-7 1,-13-1-1,-14-1 0,22-9 1</inkml:trace>
  <inkml:trace contextRef="#ctx0" brushRef="#br0" timeOffset="4634">5920 2117 28691,'-29'-16'-31,"0"0"0,-7 5 0,-3 9 481,-7 18 1,2 8-67,10-7 0,3 2-294,0 12 0,11 4-365,26 18-62,26-13 1,16 3 0,-6-4-7,-16-8 1,1-1 96,21 12 1,9 4-1,-19-11-143,-29-15-549,-29 32 869,-18-40 1,-20-9 0,-3-2 0,10 1 0,7 7 0,1 0 0,-22-6-1,0 1 1,0-1 0</inkml:trace>
  <inkml:trace contextRef="#ctx0" brushRef="#br0" timeOffset="8451">3607 3725 15406,'33'4'400,"0"0"1,20 0 0,10-2-1,3-1-392,-16-1 0,2-1 0,1-1 0,2 0 0,0 0-343,5 0 0,2 0 0,0-1 0,0 0 1,-1-2 386,-2-1 1,1-1 0,-1-1-1,-3-1 1,-3-1 210,7-3 0,-5-1 0,-2-3 278,-5 2 0,-2-1 0,-14-5 299,-13-39 252,-63 15-706,13 21 1,-3 1-3,-5 5 0,2 4-474,0 0 909,19 3-863,57 30 24,-8-2 0,3 2-70,15 12 0,0 6-302,-5 2 0,-8 4 392,-15 5 0,-8 0 0,-1 5 0,-29-7 0</inkml:trace>
  <inkml:trace contextRef="#ctx0" brushRef="#br0" timeOffset="9559">6052 3421 20423,'7'-40'389,"1"0"0,0 1-316,-14 64 1,-6 20-55,-1 15 1,-1 6-13,4-16 1,0 2-1,3 0 8,4-2 1,2 0 0,7-4 60,11 8 0,12-10 8,16-18 0,9-15-4,-11-11 0,1-7 0,1-5 51,1-5 0,-1-5 0,-1-4 3,-6 0 1,-2-4 0,-4 0 78,3-9 0,-9 1-2,-8-15-284,-29 32-56,-12 35 45,1 25 62,17 21 2,14-25 1,12-5 159,30-8 0,7-7-90,-26-3 0,0-4 96,28-14 0,-9-13 184,-32-20-154,-12 2 1,-10-5-74,-29-9 1,-12 4-211,5 16 1,-4 5 86,-5-7 1,0 16-250,5 48 0,11 13 79,19-11-1827,17 28 1,13-1-1344,25-32 2875,-3-10 0,8-1 1,-6-5-1,6-9 1,-11-6-1,0-1 1</inkml:trace>
  <inkml:trace contextRef="#ctx0" brushRef="#br0" timeOffset="10439">7048 3645 8864,'54'0'1638,"-1"0"0,0 0 1,1 0-1,6 6 0,-3 4 1,-9 9 764,-10 25 0,-6 6-3044,7 0 0,2-12-71,23-33 1066,-23-19 0,9-12 0,5-4 0,-4 0 0,-8 8-337,1 3 0,-1-1 83,5-11 1,10-11 0,-10 4 0,-28 14 134,-32 18-268,7 3-51,-6-4 252,8 5-174,2 1-22,-1-1 73,-4 1-45,4 0-689,-3 0 689,8 8 0,-2-6 0,2 5 0</inkml:trace>
  <inkml:trace contextRef="#ctx0" brushRef="#br0" timeOffset="11608">7155 3614 14477,'2'34'4016,"0"-1"0,-2-45-5500,1 53 1,2 40-1,-2-19 1826,-2-38 2462,35-51-2720,-11-7 0,2-6-65,0-3 1,3 0 435,11-6 0,1 14-472,5 37 25,-6 16 1,-3 7-43,-1 18-47,-7 14 0,-4-1-743,-13-22 370,6 7 0,0-4 1,-8-18-1,6 3 1</inkml:trace>
  <inkml:trace contextRef="#ctx0" brushRef="#br0" timeOffset="12710">8215 3678 19361,'-14'-43'840,"-1"-1"0,-34 13 0,-7 17-829,-5 31-8,2 2 0,4 8-6,28 2 0,9 5 6,3-3 0,10 3 336,25 8 0,8-2-64,1 4 310,20-27 0,4-18 62,-22-28 0,-4-7-516,-2 12 1,-1-1 19,3-17 1,-7 2 44,-12 12-247,-3 8-21,-4 40 79,-2 16 0,-3 16 0,-1 7 0,1-4-65,0 8 0,1-1 0,-1 4 25,1-17 1,1 3-1,0 1 1,-3 1 0,-2 2-316,-3 1 1,-3 4 0,-3 2-1,0-3 1,1-6 0,1-9 153,-1 4 1,-6-5-2265,-11 4 0,-10 7 1,-2-8-1,9-25 1339,-7-41 0,1-5 0,7 2 0,25 13 1</inkml:trace>
  <inkml:trace contextRef="#ctx0" brushRef="#br0" timeOffset="13772">8593 3694 11301,'-6'-1'9796,"-7"2"-9454,14 8 532,7 9 599,36-15-1260,-6-3 11,15-26 109,-29-17 0,-6-3-299,1 5 47,-7-14 0,-13 5-159,-23 31-6,-8 0 58,-2 53 1,4 17 8,2 8 9,10-11 1,1 9 0,16-5-12,20-14 0,13-5 1,-1-1 57,-1 10 0,6-8 39,12-15 1,9-10 0,-6-15 36,-13-25 1,-7-15 0,-1 1-43,9 0 0,-6-3-23,-13 3 1,-5-4-1,-6 2 331,-10-6 0,-5 7-404,5 5-245,-2-4 262,29 83 0,9 25 0,-13-26 1,2 3-884,2 2 1,4 8-1,0-1 1,-7-7 851,-3-4 1,-11-1-1144,-15 8 1,-11 4 0,-5-10 1179,-11-16 0,-6-6 0,-11 11 0,3-6 0,6-16 0</inkml:trace>
  <inkml:trace contextRef="#ctx0" brushRef="#br0" timeOffset="14347">9633 3833 14913,'20'-56'3276,"-1"0"1,-11-6 0,-1-4-2999,6 11 1,2-3-1,-4-1-112,-8 0 0,-5-1 1,-4 10-78,-2 15 1,-2 5-143,3-11 0,0 17-29,-8 57 1,3 29 65,13-17 1,5 6 0,1 2 0,-2-2-13,-6 7 0,-2-1 0,5 3-1939,7-6 1,4 8 0,3-2 0,0-7 0,1-16 1851,18-4 1,-9 17 0,-1-12 0,-4-45 0</inkml:trace>
  <inkml:trace contextRef="#ctx0" brushRef="#br0" timeOffset="14622">9552 3580 12595,'-17'-21'4764,"56"7"0,24 3-4543,-7-1 0,4 1-160,-9 5 1,3 0 0,-6-2-1211,0-9 1,-13 1 1148,-22 8 0,-2 0 0,-12 9 0</inkml:trace>
  <inkml:trace contextRef="#ctx0" brushRef="#br0" timeOffset="16441">11273 3542 8517,'20'-51'4780,"-1"0"1,-7 10-3465,-14-14 1,-10 10-1205,-11 40 35,-16 24 1,-11 18-1,9-1-111,17-5 1,3 4-30,-5 4 0,-4 7 0,6 1 0,14-4 8,26-2 0,15-3 0,-3-2 52,-8 11 0,4-5-31,27-2 1,11-19 254,-11-34 1,2-15-1,-7 1-182,-16 10 1,0-3 136,18-14 0,6-8 1,-14 4 61,-18-9-188,-13 13 1,-3 1 159,-11-10-112,-4 9 123,-1 2-258,5 21 91,-7-3-158,5 16 39,-15 19 1,-2 6-6,3 0 0,-5 7 0,3 6-25,20 5 0,8-2-3,3 7 42,26 0 0,16-14 162,9-42 1,3-13-79,-8 15 0,-5-8 115,-12-19 0,-4-11 0,-13 3-73,-27-21-1783,-21 2 0,-7 5 1609,-10 19-412,-6 20 1,0 15 445,25 21 0,3 6 0,-24 6 0,22 11 0</inkml:trace>
  <inkml:trace contextRef="#ctx0" brushRef="#br0" timeOffset="17386">12049 3593 13245,'7'-49'3146,"0"-1"0,1 3 0,2 15-3107,0 31 28,-1 27 0,-6 16 28,-12 19 1,-5 5-80,9-10 1,-1 0 397,-12 9 1,6-21 229,15-41-314,22-50-282,-9 16 0,1-4-34,9-19 0,3-3 11,3 2 0,3 4-81,-6 9 0,3 11 3,13 23 0,-1 14 64,-3 24-28,-21 6 0,-4 10 0,-7-3 62,-12-5 0,-5-2 14,9 6 0,-6-9 204,-21-21-221,25-49 0,9-16-2,-2-11-38,1 9 1,11 5-37,26 25 0,5 10 40,-4 7-15,5 3 1,-3 14-586,-24 44 1,-12 12-738,-4-31 1,-1 1 764,-1 9 1,0 6 0,-4-10 0,-6-7-1,0-6 1</inkml:trace>
  <inkml:trace contextRef="#ctx0" brushRef="#br0" timeOffset="18184">12996 3452 17395,'2'-3'5366,"-1"1"-5136,-1 31-158,-8 19-42,1-8 0,-2 7 0,1-4-19,-1-3 0,-1-2-2626,-6 23 1,3-10 2844,7-32 1795,24-73-1981,0 7 270,0-6 1,5-12 0,1 7-307,4 12 1,2 4-29,1-17 1,5 11-7,5 33 1,-1 18-3,-9 40 0,-5 11 943,-1-26 1,-3 0-916,-2 24 0,-14 0 403,-40-6-291,19-35 73,-25-31-157,51-20 0,11-8-34,-15 8 1,4 1 5,25-11 0,12 17-1036,4 43 0,0 10 1005,-18-19 1,-2 5-112,1 19 0,0 12 0,-13 0-2390,-21 6 1,-9 1-2385,11-5 1,-1-1 4117,-8 0 1,0-9-1,7-22 1,1-5 0</inkml:trace>
  <inkml:trace contextRef="#ctx0" brushRef="#br0" timeOffset="18658">14014 3511 12679,'1'-6'9830,"9"-55"-8234,-12 47-1557,-49 12-33,26 27-5,-2 13 1,-4 12 0,11-5-18,21 8 66,15 3 0,14-6 126,13-33 1,8-12-43,-1 5 1,0-11 156,4-28 1,-13-15-99,-30-11 0,-11-4-182,4 10 1,-5 0-35,-11-5 1,-12 14-718,-37 41-817,11 24-1720,19 2 0,-1 7 0,3-2 3132,5-1 1,2 0-1,-3 8 1,5-6 0,12-17-1</inkml:trace>
  <inkml:trace contextRef="#ctx0" brushRef="#br0" timeOffset="19141">14446 3517 19815,'17'-51'1398,"-1"-1"0,-1 3 1,-4 21-1394,-10 31-1866,-7 33 1,-9 25-1,1-6 1858,6-17 1,0 0 469,-7 23 1,-1 7 0,8-18 344,11-29 148,8-16-828,16-41 0,4-17-102,-11 25 1,-1-1 25,17-24 1,1 2 4,7 3 1660,-10 22 1,6 9-1762,2 18 1,1 11-20,-2 6 0,-5 8-549,-2 22 1,-9 8 41,-17-2 1,-7-1 0,0-15-1,-3-4 1,-7 12 0</inkml:trace>
  <inkml:trace contextRef="#ctx0" brushRef="#br0" timeOffset="20387">16540 3314 11962,'0'-5'3045,"-26"-14"0,-23-7 0,4 12-3012,10 24 1,-1 8 61,-21-4 1,8 8-74,29 11 0,17 8 18,25-2 1,19 5 0,6-1 0,-6-9-41,1-4 0,0-5 0,10 2 0,3 3 0,-20 0 476,-39 23-335,-45-40-42,-3-10 0,-18-4 1,-3-2-1,11-1-40,5-2 0,2-4-142,0-1 0,-12-3 1,12 0-1,32 1-675,48 2 0,27 1 0,-1 0 621,-10-4 0,5 1 156,2 4 0,11 1 0,5-1 0,-3 0 0,-7-2 529,2-8 1,-7-1 0,1 0-112,5 2 0,1-1 0,-7-1-157,-4-9 0,-13 1-100,-22 9-169,-16 59 0,-1 23-11,18-24 0,1 0 3,-14 26 0,8-3 204,39-21 0,8-17 56,-10-22 213,12-16 0,-3-11-274,-21-19-23,-9-14 1,-10-3-175,-18 26 1,-3 2-115,6-6 0,-2 8-9722,-10 26 9699,18 19 1,1 12-1,-2-18 1</inkml:trace>
  <inkml:trace contextRef="#ctx0" brushRef="#br0" timeOffset="20919">17499 3199 23371,'7'34'420,"0"-17"-416,-4 19 0,-1 18 1,0 5-1,-1-8 158,-1 8 1,0-4-43,4 15 1,1-24 1375,-2-46-1387,16-37 0,7-19-118,-11 14 1,6 2-26,24-10 1,10 20-12,-13 42 0,2 19 1,-2-2 24,4-9 0,-5 6-16,-12 15 1,-5 9 0,-16-8-122,-42-1-220,-18-23 0,-16-6 0,8-4 0,25-4 0,0-2 1,-10-5-1,0-1 0,0 1 0</inkml:trace>
  <inkml:trace contextRef="#ctx0" brushRef="#br0" timeOffset="21635">18505 3425 10438,'2'-3'9830,"-1"0"-8791,0-28 1,-3-5-945,-9 19 78,-36-28-133,9 73 49,7 18 1,13 10 33,32-4 0,12 1-101,-9 2 1,7-2-7,11-16 1,7-3 0,-6-5 112,4 8 22,-21 1-103,-57-27 0,-21-12-1469,13-8 0,-3-7 0,2 2 1421,-11 4 0,5-2 0,-3-9 0,20-1 0,37 13 0</inkml:trace>
  <inkml:trace contextRef="#ctx0" brushRef="#br0" timeOffset="22123">18872 3448 18610,'-21'59'870,"44"-33"1,9-1-1602,7 16 781,4-23 1,6-14 852,-4-28 1,-6-8-825,-7 8-17,10-11 0,-14-5 356,-49 9 1,-13 4-452,-2 8 421,-6 1 1,-2 12-426,5 39 0,7 14 14,7-12 1,5 4 418,1 7 0,4 6 0,17-7-3072,31-10 1,19-6 0,-5-1 2675,-10 12 0,2-5 0,11-17 0,6-6 0,-13-5 0,-13-7 0</inkml:trace>
  <inkml:trace contextRef="#ctx0" brushRef="#br0" timeOffset="22972">19768 3516 9430,'1'-5'9830,"0"1"-7388,-15-44-2291,-20 38-95,5-6 0,-3 4 8,-5 25 1,0 15-1181,9 4 1,2 7-1,3-3 1124,1-7 1,6 1 254,12 25 1,17-12 374,22-46 0,7-10-473,-9 13 1,-1-4 35,2-21 1,-1-12 0,-7 2 150,-1-21-416,-8 10 0,-5 19-99,-17 46 181,-16 24 1,-12 17 0,2-2-12,11-16 1,3-2 0,-3 4-32,-4 2 0,-7 8 1,0 1-1,9-5 1,13-12 3549,40 13-3523,-24-15 0,6-9-72,34-37 0,18-24 0,-6 0-385,-15 9 1,-1-1 453,0 1 0,5-4 0,-1 1 0,-9 5 0,11-5 0,-15 8 0,0 1 0</inkml:trace>
  <inkml:trace contextRef="#ctx0" brushRef="#br0" timeOffset="23540">20272 3475 10892,'0'-4'9830,"0"1"-6845,15-44-2917,-49 76-52,19-40-10,-15 38 0,-1 21-2090,8 13 0,8-1 2235,7 0 685,37-7 0,17-15-528,0-46 0,6-18-153,-5-1 0,3-6 0,-7-1-113,-1-5 0,-8-3-11,-8-19 0,-12 8-121,-14 28-4251,0 6 4341,5 31 0,-4-2 0,4 2 0</inkml:trace>
  <inkml:trace contextRef="#ctx0" brushRef="#br0" timeOffset="24421">20733 3597 17188,'-4'1'5948,"8"2"-5685,15-1 45,22-3 0,6-1-218,-3-2 170,17-12 1,-4-11-49,-37-8 1,-6-3-154,8 6 0,-6-1-37,-13-7 1,-11 6-62,-22 19 22,-6 32 0,-1 10 0,-4 13-6,18-1 1,0 9 0,8-5-6,11 17-31,18 0 0,13-5-112,2-33 1,8-9-77,26 3 1,2-10 145,-25-9 0,-2-11 90,4-14 0,-1-10 0,-8 1 134,-15 6 0,-3-1 190,13-26 1,-5 3-129,-15 19-274,-2 9 72,-8 58 0,-3 21-1693,-1-7 0,-1 3 1710,1 6 0,0 0 31,-4-1 0,8-19 904,19-40-789,10-6-83,3-11 1,7-9-1,-2 2-29,2 1 0,1 2-27,2-2 1,4 0-1,-4 9-58,-6 13 1,-3 7 3325,17 12-3839,-33 19 1,-8 7-3201,-8 25 3764,1-24 0,-1-3 0,-3-1 0,7-19 0</inkml:trace>
  <inkml:trace contextRef="#ctx0" brushRef="#br0" timeOffset="25221">22364 3407 12673,'0'-3'8581,"0"0"-12930,-53-21 4444,32 22 830,-29 6 1,-1 8-769,14 23-83,12 1 1,-2 7 0,6-3-36,5 17 0,29 4 0,16-5-33,-2-37 0,8-7 258,7 2 0,7-1 0,1-9-283,-1-15 0,1-9 1,-1-3 154,-1 0 0,0-3 1,-4 0-14,14-10 0,-10-3 101,-16 6 0,-16 6-207,-22 20 3358,-26 26-3386,17-4 117,2 36 214,70-37-259,-11 1 76,7-27 1,-4-16-63,-28-8 1,-7-2-90,7 7 0,-9 2-22,-35-6 0,-15 14 18,-3 31 1,-3 18 11,6 4 1,1 7 0,3-2 7,-4 0 1,11 4-9,19 8 1,11 8-1,7-14-531,22-9 537,14 2 0,1-5 0,-12-18 0,16-2 0</inkml:trace>
  <inkml:trace contextRef="#ctx0" brushRef="#br0" timeOffset="32269">842 5562 15569,'58'7'560,"1"1"0,-11-4 0,2 0 0,2-1-644,10 0 0,3 0 0,2-3-321,-13-1 1,1-2-1,1 0 1,-3-2 475,12-2 0,-1-1 0,-5-3 183,9-5 1,-13-6 583,-15-20-300,-75 2 148,1 18 0,-5 3 2,-1 0 1,1 1-238,5 1 1,4 1-100,-5-4 357,26 12-743,35 20 19,12 5 0,11 6 0,-4-2-24,-2 2 0,0 1-58,8 1 0,3 1 0,-11 4-4541,-20 7 0,-9 0 3790,-2 13 0,-10 4 0,-12-37 0</inkml:trace>
  <inkml:trace contextRef="#ctx0" brushRef="#br0" timeOffset="33785">3873 5241 11278,'4'-39'4915,"1"0"0,1-1-4428,-1-8 1,1 14 201,-2 35-678,-6 40-852,-3 5 1,-4 20 0,-1 9 0,0-2 0,3-12 847,1-10 1,2-6 0,0 8 150,-4 3 0,-3 13 0,-1 4 0,5-4 1,8-11-1,12-22-429,25-24 0,11-18 1,-4 5-3520,-6 20 1,1-5 3411,11-25 0,7-15 0,-13 4 0,-11 3 0,-15 9 0</inkml:trace>
  <inkml:trace contextRef="#ctx0" brushRef="#br0" timeOffset="35052">4689 5207 8125,'-3'0'9830,"1"0"-7886,2 0-1743,-51 7 690,79-1-735,-42 1-104,41-7 1,31-6-1,-5 0-58,-15 1 1,0-1-141,12-2 1,7-2-1,-8 2-1221,-14 3 1,-4 0 1366,10 0 0,-5 0 0,-10 2 0,-14 3 0</inkml:trace>
  <inkml:trace contextRef="#ctx0" brushRef="#br0" timeOffset="35380">4975 5209 12174,'-10'-1'8621,"2"0"-8476,8 1-94,-4-19-253,3 49 230,-4-16-25,4 15 0,0 10-535,-5 7 0,-4 6 0,1-3-505,2-7 1,-1 2 1036,-3 3 0,-4 7 0,0-1 0,4-11 0,-4 6 0,2-13 0,0 1 0</inkml:trace>
  <inkml:trace contextRef="#ctx0" brushRef="#br0" timeOffset="35656">4555 5915 8528,'-8'1'9259,"1"0"-8778,21-4 133,29-5 0,8-3-491,-17 4 0,1-1 80,24-5 1,9-2-1,-10 2-158,-22 4 0,-1 0 124,22-5 1,10-2 0,-11 2-74,-3 2-88,-3 0 0,-3 2-3004,-23 7 2996,-17 3 0,2 1 0,-8-1 0</inkml:trace>
  <inkml:trace contextRef="#ctx0" brushRef="#br0" timeOffset="36630">6017 5226 8226,'2'-5'8967,"0"1"-7280,-47-15-1251,14 23-5,-23 3 1,-4 8-306,21 8 0,8 9-34,4 13 0,11 2-2,14 14-79,30-29 0,16-1 1,1 0-31,-9-4 0,0-1 1,-1 1 44,3-3 0,0 0 0,-13 4 346,-18 19 1,-16-4-300,-19-18-16,-29-10 1,-19-5 0,11-4-383,2-7 325,15-1 0,-7-1 0,15-1 0,19-1 0,7-4 0</inkml:trace>
  <inkml:trace contextRef="#ctx0" brushRef="#br0" timeOffset="42660">6166 6924 8332,'13'-53'3276,"0"1"1,-2 1 0,-4 6-667,-5 1-1775,-5 13-707,-13 33-72,-3 19 0,-1 13-31,-9 15 1,-1 8-43,6-9 0,1 3 0,1 1-50,3 0 0,2 1 0,5 0-16,5-6 1,4 0 0,6-3-22,10 8 1,12-6-6,12-13 0,8-11 81,12-15 0,4-13 54,-14-6 0,2-5 0,-1-5-69,4-5 1,-1-5-1,-1-2 144,-5 1 0,-3-3 0,-3 1 114,8-12 1,-9 2 5,-15 15 1,-11 3-127,-18 3-50,-22 45-45,-10 29-6,20-16 1,6 3-18,6-2 1,8-2 5,33 11 11,0-36 1,6-10 214,7-9 1,0-9-37,3-15 1,-6-7-3,-11 5 0,-9-4 44,-11-7 1,-13 2-68,-17 14 1,-9 6-40,-9 2 0,-5 8-81,-4 7 0,1 9-98,3 11 0,5 7-190,10 7 0,7 6-390,7 3 0,10 3-2537,14 10 0,12-3-25,8-14 0,9-10 2467,5-9 0,8-7 0,-1-8 2888,-10-6 0,-1-5 1,0-5-266,10-9 0,0-5 1,-8 0-1266,-7-4 0,-6-1 910,1-13 1,-6 6-1445,-9 21-18,-2 17-30,-21 46 0,-10 17-31,8-23 0,-1 2 5,-2 16 1,0 5 0,1-11 106,3-12 36,-1 7 0,4-13 200,6-40-158,17-26 0,6-9-128,-10 19 0,1 0-31,2-6 1,3-4 0,3 5 1,13 2 1,0 9-23,4 0-22,2 26 0,-2 12-28,-19 22-23,-6-2 0,0 5-1450,1 13 0,0-3 532,12 0 554,-6-6 1,8-9-43,9-29 0,4-11 616,3-5 1,2-7 329,-7 1 0,2-3 0,-4-3 115,-6-4 1,-3-3 0,-4 0-331,6-3 1,-11-1 682,-29-29-851,-23 63 0,-9 13-91,1 7 0,-1 6 0,2 4-49,-5 17 0,6 4 39,-2 2 1,20-6 52,38-18 1,12-14 369,8-37 0,1-13-310,-4 17 0,-1-2 150,2-20 1,-10 2-219,-20 22 23,-2 62-145,-12 0 0,-5 15 1,-3 4-1,3-6-93,3 0 1,0-2-1,-4 7-243,-1-11 0,-2 7 0,-3 5 0,-1 1 1,-1-1-1,-2-6 0,1-8 427,-4-2 1,-2-7-1,-1-4 1,0 2-60,-13 27 1,-1-1 0,8-39 50,16-54 0,6-27 0,3 2 0,1 11 0,5-2 0,14-17 0,0 1 0,1-1 0</inkml:trace>
  <inkml:trace contextRef="#ctx0" brushRef="#br0" timeOffset="44142">8638 7219 9167,'-6'-3'9830,"47"8"-7584,-23-3-1832,24 3 0,6-7 281,-14-17 0,-4-7-424,-2 1 1,-5-3-90,-5-15 0,-15 1-121,-26 15 1,-11 9-84,-23 14-20,17 36 0,11 15-9,21 6 1,23 1 27,16-22 1,15-1 0,5-4 0,-6-3 41,11 6 1,4-12 33,-3-16 0,9-8 0,-3-6 1,-15-6 27,-15-10 0,-10-8 139,-4-10 0,-6-7 1,-5 5-1609,-8 4 0,-5 3 1408,2-8 0,-1 6 69,-8 7-100,12 34 162,-1 1-168,-1 1 23,-2 17-6,2-3 1673,1 19 1,6 6-1685,10 1 0,6 1 5,2-3 1,2 2-1,1 1-104,-3 5 0,0 1 0,-1-4-42,5-1 1,-11-3-871,-24 7 0,-16-8 1022,-13-29 0,-5-6 0,-18 11 0,11-17 0</inkml:trace>
  <inkml:trace contextRef="#ctx0" brushRef="#br0" timeOffset="44707">9790 7307 18296,'-3'0'4443,"1"0"-4029,2 0 409,24-68-515,-3 24-110,-3-10 0,2-14 0,-3 9-92,-5 21 1,-4 0 79,-3-12 1,-4-7 0,-5 11-24,-12 6-124,-12-6 56,13 39-101,11 10-5,-1 16 6,7 26-10,4 2 0,2 12 0,1-3-33,0 4 1,1 1-23,0-2 1,1 4 0,2-4-1081,1-14 0,0-3 0,1-5-4188,17 16 3433,-13-15 1,1-8 1904,5-24 0,-17-6 0,0 0 0</inkml:trace>
  <inkml:trace contextRef="#ctx0" brushRef="#br0" timeOffset="45090">9791 7013 10662,'-9'0'9539,"2"0"-8122,7 0-532,-54 3-677,51-3-24,25-4-156,11-1 0,9 1-8,15-3 0,3-1 13,-3-1 1,-2 0-1,-7-1 1,-2 1 39,-3 0 0,-4 1-34,11-3-6145,-40 10 6106,-12 4 0,-1 0 0,1-1 0</inkml:trace>
  <inkml:trace contextRef="#ctx0" brushRef="#br0" timeOffset="52867">11712 7135 18224,'11'-47'1361,"-1"0"0,1 0 0,5-20 0,-10 26-1355,-22 54-34,-5 25-597,7 6 1,1 6-3692,7-2 0,3 1 4316,1-4 0,2-3 0,7 11 0,-2-40 0</inkml:trace>
  <inkml:trace contextRef="#ctx0" brushRef="#br0" timeOffset="53287">11986 6692 12545,'0'-6'7046,"0"0"-6822,0 6-107,-24-6-89,12 25 6,-6 12 56,34 12 55,16-5 835,23-34 90,-17-29-409,-6-14-252,-41-17-476,-30 21-460,-1 14-414,-6 27 941,27 23 0,5 4 0,0-7 0,-5 24 0</inkml:trace>
  <inkml:trace contextRef="#ctx0" brushRef="#br0" timeOffset="53770">12352 6929 17081,'0'-4'5131,"0"1"-5103,-20 16-17,8 31 20,-9-1 0,-1 2 5,14-12 1,0-1 35,-4 7 1,0-7 969,6-22-448,11-24-242,14-28 1,5-8-286,-9 18 1,1 0-1,11-25 0,6 1 42,3 23 0,1 8-81,6-1-42,2 12 0,-2 14-196,-14 37 0,-8 16 210,-1 5 0,-4 0 0,1-3 0,-5-4 0,-11-12 0,-1 0 0</inkml:trace>
  <inkml:trace contextRef="#ctx0" brushRef="#br0" timeOffset="55222">13339 6843 18576,'-54'2'585,"0"0"1,20 33-1,5 16 1,8-4-670,4-6 0,16-4 700,34 2 0,20-3 1,-7-17 88,-3-33-660,-1 6 0,8 1 0,-10 12-3,-22 21 0,0 4 152,18-16 0,12-6 0,-3-2 2,3 6 0,0-11-25,4-19 1,2-14 0,-18-5 178,-33-16 1,-13-1-419,7 18 1,5 6-5,36-8 142,0 21 1,9 4 0,-2 2 41,6 6 0,-2-1-11,18-19 0,-22 11-112,-49 33-202,-2 16 0,-1 14 0,5-1 213,16 11 0,1 0 0,-19 4 0,3-6 0,37-7 0</inkml:trace>
  <inkml:trace contextRef="#ctx0" brushRef="#br0" timeOffset="56372">13581 6863 9615,'0'-8'9617,"-23"-45"-9051,7 39-90,-21-36 229,-3 47-369,-1 11 0,-2 4-212,-15 2-71,16 0 0,3 5 87,3 12 182,23 18 1,5 3-262,-6-1-33,10-1 0,11-4 202,37-9-115,-13-21 0,5-2-23,17 4 0,5-3-182,-9-7 1,1-6-3961,11-6 1,-5-6 4049,4-6 0,-10-1 0,-36 11 0</inkml:trace>
  <inkml:trace contextRef="#ctx0" brushRef="#br0" timeOffset="58058">14582 6958 20688,'-11'25'1429,"5"-11"-1188,16 30-90,4-25 308,33 2 96,10-31-275,-2-1 168,-20-26 0,-7-6-191,-15-1-224,-1 8 1,-9 3 112,-53 1-202,21 29 25,-17 13 0,-1 10-13,6 25 35,13-16 1,5 4-160,15 22 0,15-1-179,31-4 156,-14-1 1,11-5-397,19-26 1,14-12 0,-6-3 437,-11 1 1,0-4 156,2-6 0,7-3 1,-1-2-1,-12-2 37,-14-1 0,-5-4 120,18-15 1,-9-6 540,-24-25-404,-5 16 258,-24-14-543,-13 47-34,-4 20 0,-3 7 29,-11 11-54,6 26 0,6 4-14,16-7-1643,29 8 0,10-5 1727,3-26 117,23-13 1,3-17 125,-22-29 1,-5-8-244,2 16 0,-1-1 84,-2-21 0,-6 6 202,-11 22-359,-1 0 3420,-28 57-3380,12-8-21,-2 17 1,6 3 14,26-1 19,6-14 1,9-6-6,25-19 0,5-12 27,-11 3 1,-1-10 185,-2-17 1,0-11 0,-9 2-116,-16 10 0,-6-3 7,-3-13 0,-5-8 1,-6 10 36,-10 0 68,-12-18-386,16 59 173,1 18 0,6 13 0,4 6-20,9 8 0,4 0-56,9 5 1,0 3-1262,-10-6 0,-3 2 1,-7-2 1336,-12 1 0,-5-2 0,6 1 0,-7-6 0,-41-4 0</inkml:trace>
  <inkml:trace contextRef="#ctx0" brushRef="#br0" timeOffset="58442">16225 6910 17204,'8'3'7483,"-2"0"-7163,10-41-276,-20 60-55,10 3-350,-11 19 0,1 10-124,19 10 0,2-3 1,-12-25-1,1-4 1,14-2-1,0-1 1</inkml:trace>
  <inkml:trace contextRef="#ctx0" brushRef="#br0" timeOffset="58717">16346 6570 18840,'-4'-2'1725,"-18"-8"-1725,38 32 0,-30-26 0,35 28 0</inkml:trace>
  <inkml:trace contextRef="#ctx0" brushRef="#br0" timeOffset="59658">16588 6781 23780,'6'39'62,"-1"6"-3,-3-4 1,0 7 0,-1-6 377,0 11 207,2-3 0,1-19-352,0-53-2082,10-33 0,3-5 1835,-1 10 260,2 9 0,5-6 0,-1 13-305,10 17-5,11-12-88,-5 50 1,-2 13-26,-4-1-595,3 5 0,9 9 0,-8-9 332,0 0-370,12-13 0,14-1 1,-8-10 643,10-20 111,-21 5 0,5-2 0,-4-7 634,4-23 1,-9-6 263,-1-5-575,-17-1 1,-17 6-191,-40 31 0,-11 10 3261,-19-3-3409,8 31 0,9 11 22,31 4 0,1 15 106,57-42 1,12-10 134,-9-11 300,13-17 0,-6-8-244,-29-9 8,-11-1 1,-6 2-284,-6 15-38,-4 2-21,3 62 1,2 22 14,-2-14 2,1-6 0,0 15 0,0 7 0,-1-1 0,2-8-47,0-3 0,1-5 0,-3 6-64,-4-1 1,-2 8 0,-2 5-1,0-1 1,-1-5 0,2-10 91,2 1 0,0-9 0,-8-1-118,-15 14 0,-9-3 1,1-29-956,-3-51 0,4-26 1101,13 1 0,5-8 0,1 3 0,-9 1 0,8 2 0,20-6 0,0 0 0</inkml:trace>
  <inkml:trace contextRef="#ctx0" brushRef="#br0" timeOffset="62456">20160 6990 16723,'1'-5'7192,"-1"1"-7142,13-34-112,-12 38-968,-5 2-1911,-13 42-1975,7-7 1,3 0 4635,4 2 0,7-8 0,2-24 1</inkml:trace>
  <inkml:trace contextRef="#ctx0" brushRef="#br0" timeOffset="62585">20557 7011 25433,'29'-32'-43,"-27"54"1,-16 12 0,-13 25 0</inkml:trace>
  <inkml:trace contextRef="#ctx0" brushRef="#br0" timeOffset="65557">938 8887 10114,'-49'7'1695,"-1"1"1,1 0 0,-18 1-1,14 2-1510,30 4 375,67-1-459,13-8 0,12-4-89,-23 0 1,3-1 0,2-1-1,1-1-333,6-1 1,1 0 0,1-2 0,-1-1 320,-1-1 0,0 0 0,-1-1 0,-2-2 106,9-2 0,-1-3 1,-6-1 725,9-7 0,-11-4-564,-21 5 1,-15-2-96,-31-6 1,-13 2 86,-3 7 1,-4 4 291,-13-7 0,1 4-602,2 3 905,21 6-855,59 24-14,-7 4 0,3 3-28,10 5 0,1 5-265,-10-2 1,-1 3 0,-4 3 306,0 22 0,-5-2 0,-2-19 0,-6-2 0,-13-2 0,-1 1 0</inkml:trace>
  <inkml:trace contextRef="#ctx0" brushRef="#br0" timeOffset="67660">3976 8864 6927,'3'-3'2666,"-2"0"-2834,-1 3 470,5-7 925,-4 6-1205,3-5 5394,-4 7-2985,-2-2-2262,1 1 435,-4-4 365,4 1-667,-2 0-66,3 3 1702,-1 0-2280,0 17 393,0 22-27,-1-1 0,-1 9 1,-1 0-20,-1 8 1,-1 5 3,0-8 1,-1 6 0,0 0 0,0-10 491,1-5 0,-1-4-294,-2 15 1,1-21-264,6-74 0,4-27 30,1 25 1,4-6 3,1 4 1,3-9 0,2-4 0,3 2 0,2 8-28,14-5 1,5 7-1,0 0 17,-6-9 1,-1 0-1,6 15-86,30 18 1,-5 31 44,-36 32 0,-10 21 1,-1-4 69,10-8 0,-4 3 12,-14-5 1,-3 9 0,-5-3 0,-4-11 97,-22 11 525,-5-20-568,32-61 1,8-15-46,3 6 1,6-3 0,16-10 1,10-5 0,4 11-14,-5 23 1,2 8-1,1 1-9,4-6 0,0 1 1,-1 13-33,3 25 0,-1 16 1,-12 3-20,-14 6 0,-10 5-1172,-1 0 0,-3 5 0,-6-5 1225,-10-1 0,-6-6 0,1-11 0,0-5 0,3-6 0</inkml:trace>
  <inkml:trace contextRef="#ctx0" brushRef="#br0" timeOffset="69040">5554 9282 7347,'10'-11'7130,"-3"2"-4867,-7 9 33,-14-40-1909,4 26 570,-26-32-755,12 40-113,-33 15-72,23 4-12,-5 15 1,3 4 0,10-3-12,-1 4 1,3 6-132,14-2 0,5 0 64,-4 17-67,9-7 0,8-5 330,12-18 141,43-16-248,-18-22 57,-6-4 0,-2-4 84,5-11 92,-15 1 1,-2-1-20,0-9-184,2-10 889,-18 10-817,-6 25-51,2-15 533,-3 9-522,-1 13-27,2-7 44,-3 16-296,0 1-314,0 8 515,-1 16-1741,-6 30 1,-1 5 1595,3-1-183,-4 4 1,1 0-117,10-26 1,0-5-1,-2 4 1,6 14 0</inkml:trace>
  <inkml:trace contextRef="#ctx0" brushRef="#br0" timeOffset="69443">6013 9055 15305,'6'-43'2520,"1"0"1,-1 4 0,-2 7-1406,-5 16-874,-2 13-213,-1 27-12,-1 2-16,0 20 0,1 15 0,0-7 11,0-15 1,1 0-16,-2 14 0,1 7 1,0-5-227,1-5 0,2-2-4686,3 14 1,1-2 3276,-2-19 1,0-3-1,2 8 1,1-14 0,-3-31-1</inkml:trace>
  <inkml:trace contextRef="#ctx0" brushRef="#br0" timeOffset="69998">5848 9386 9106,'-2'-3'9830,"0"0"-11251,-36-39 1455,28 31 16,-28-31 1342,39 42-1330,8-1 887,32 0-916,-7-1-19,8 0 0,1 0-14,4-2 3,-14 1 0,1 0 19,19-6-16,-24 5-6,3-1 3431,11 1-3436,-19 1 5,21-2-152,-30 3-178,-13 2-280,0 0-9221,9 1 9509,-2-1 0,3 1 0,-5-1 0</inkml:trace>
  <inkml:trace contextRef="#ctx0" brushRef="#br0" timeOffset="71152">6335 9258 8746,'-11'-3'9830,"2"1"-7326,9 2-1265,0-5-1295,0 4 0,26 27 61,-8-1 68,13 19 0,2 11-71,-11 2 1,-3 1-3,4-9 0,-5-1 199,-11 11 0,-15-16 507,-30-43-561,7 2 62,2-46-246,41 14-22,9-8-110,31 11 0,7 3 190,-29 10 1,1 0-11,16-5 1,8-3-1,-9-2 139,-18 0 1,-4-1-46,5 1 1,-4-1 568,-7-25 258,-17 28-930,-1 7-364,-1 15 358,-2 32 1,3 12-247,-2-9 246,0 12 0,2 6-4910,3 7 1,0-6 3322,-1-4 1,1 5 0,0-12 0,-3-40 0</inkml:trace>
  <inkml:trace contextRef="#ctx0" brushRef="#br0" timeOffset="71356">7022 9162 21500,'-17'8'0,"4"-2"0</inkml:trace>
  <inkml:trace contextRef="#ctx0" brushRef="#br0" timeOffset="71649">7563 9275 19848,'7'-8'3568,"-2"2"-3473,-32 55-44,-1-8-191,4-7 0,-6 9 0,-2 1 0,4-5-1294,-5 5 1,0-2 513,-2 3 0,-2 3 0,6-5 920,10-10 0,4-6 0,-1 4 0,9-8 0</inkml:trace>
  <inkml:trace contextRef="#ctx0" brushRef="#br0" timeOffset="71877">7180 9432 11474,'-3'-33'4915,"0"1"0,2 12-2080,30 12-2830,0 47-50,3-1 0,9 7 1,3-2 44,2-8 0,2-3 0,-2-1 0,-10-3 0,-3 0 0,1-3 0,16 3 0,1 1 0</inkml:trace>
  <inkml:trace contextRef="#ctx0" brushRef="#br0" timeOffset="73388">8547 9557 11598,'2'-4'8508,"-1"0"-7338,8-26 1,1-6-1221,-6 20-12,-8-11 40,-19 84-17,10 3 0,3 4 25,4-25 0,7-2 39,26 10 0,10-14 81,23-42 73,-22-17 0,1-11 1,-5 2-161,-9 9 1,-5-3 89,8-36 1,-13 9-301,-17 45 174,-18 45 6,12 25-3,20 3 0,7 0 22,-7-27 1,6-6 52,32 5 1,6-20 142,-17-42 1,-4-12-186,-1 21 1,-3-3 47,-3-29 1,-14-4 60,-23 22 1,-3 4-146,1-17-1556,-16 5 1573,21 59 0,2-12 0,4 13 0</inkml:trace>
  <inkml:trace contextRef="#ctx0" brushRef="#br0" timeOffset="73683">9408 9535 15956,'3'-5'6491,"-1"2"-4973,19-22-1434,-19 25-6,11-11-232,-24 42 0,-9 15-848,3 0 1002,1 10 0,3-4 0,9-26 0,3 9 0</inkml:trace>
  <inkml:trace contextRef="#ctx0" brushRef="#br0" timeOffset="73918">9638 9230 17809,'-2'-4'4454,"0"1"-4746,-18-12 292,4 56 0,-8-45 0,14 49 0</inkml:trace>
  <inkml:trace contextRef="#ctx0" brushRef="#br0" timeOffset="74242">9983 9020 24060,'-17'11'95,"2"17"-193,3 23 0,4 11-347,0-1 0,5 4-1055,4-17 0,4 3 1,-1 0-1,0-4-452,-1 11 0,1-2 820,9 11 0,-2-12 0,-9-35 0,-3-2 0</inkml:trace>
  <inkml:trace contextRef="#ctx0" brushRef="#br0" timeOffset="74920">9839 9621 8276,'-29'-35'2457,"1"0"1,-1 1-1,-17-15 1,22 11 936,82 22-3545,6 4 95,-12 6 0,9 0 0,-6 1 42,-3-1 0,-2-2 2,0-5 1,3-5 0,-9-2 92,-13-1 1,-5-3 254,10-14 0,-7-3 387,-11-14 285,-12 0-185,-5 25-907,-2 12 135,-6 64-23,5-3-1150,-1 11 1,1 12 0,0-8 1121,2-20 0,-1-2 0,2 13 0,-1 6 0,-1-5 0,-3-1 0,0-7 95,1 10 283,-2-12 0,2-15-210,13-58-76,14-14 1,6-5-46,-4 9 1,5 0-15,4 0 1,5 0 0,3 13-3,17 21 0,0 11-40,-19-10 1,-3 9 1637,9 33 0,-15 15-3814,-37-3 0,-10 3 2185,8 2 0,-1-2 0,-6-6 0,-1-7 0,0-9 0</inkml:trace>
  <inkml:trace contextRef="#ctx0" brushRef="#br0" timeOffset="75587">11678 9577 15737,'5'-63'2927,"1"0"1,5 12-1,-7 22-2831,-24 58-2004,16 20 0,7 17 0,-1-6-70,-3-12 1,-1-1 1268,3 13 0,0 5 1,0-19-1,-3-29 1,-1-1-1</inkml:trace>
  <inkml:trace contextRef="#ctx0" brushRef="#br0" timeOffset="75908">11623 9579 15524,'-11'-57'2462,"0"1"1,10-12 0,17 7-2066,33 25 1,12 9-314,-9-5 0,4 10-51,6 21 1,6 11 0,-7 9-36,-19 2 0,-4 7 1,-4 6-1434,-6 7 0,-3 7 0,-3 2 1,-4-5 1439,5 6 1,-13-1-1,-15-5 1,-10 3 0,-11-13-1279,-21-21 1,-14-14 0,4-1 1272,3 4 0,0-1 0,2 0 0,-3-2 0,14-2 0,14-8 0</inkml:trace>
  <inkml:trace contextRef="#ctx0" brushRef="#br0" timeOffset="76926">12830 9646 13513,'6'-48'3183,"-1"-1"1,0 4-1,-2 19-2841,1 79-320,-2-8 0,1 12 1,-2 7 27,-2-9 1,-1-3-15,1-7 1,-2-2 16,0-1 0,-2-10 826,-3-23-775,0-43 0,2-18-88,1-11-3,1 12 0,0-9 1,4 0 2,7 5 1,4 1 0,0 2-4,-5 8 0,1 1 0,3 0-4,8-15 1,6-1-1,6 12-48,24 16 0,4 11 50,-16-3 0,0 6-22,16 10 0,-4 18-51,-19 32 1,-12 7 61,-5 0 44,-25 10 1,-19-5-40,-24-39 1,-10-10-619,8 8 0,0-3-4303,-8-10 1,8-5 3965,20-1 0,11 5 0,18 1 0</inkml:trace>
  <inkml:trace contextRef="#ctx0" brushRef="#br0" timeOffset="80216">3579 7029 14113,'-42'-2'1235,"1"0"0,-3 4-1011,70 4 0,20 2-174,-1-2 1,5 0-1,4 0-639,-2-1 1,3 0 0,1 0 0,2-1 467,-5-1 0,1 0 0,0-1 0,1 0 1,-1-1 36,0 0 0,-1-1 0,1 0 0,-2-1 0,-1 0 100,7-1 1,-2 0 0,-1-1 0,-3-1 412,4-2 0,-4 0 0,-6-2 142,-1-2 1,-13-5 984,-28-16 163,-54-5-1075,13 14 0,-3 2-188,3 1 1,3 2 1254,-9-10-1689,26 14-134,27 9 107,32 14-15,-5 1 1,4 4-23,12 7 0,0 6-224,-1 4 0,-9 7-2303,-17 9 1,-12 2 1889,-9-12 1,-6-2 0,-23 23-1,6-38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14:01:02.4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2375 2039 11340,'0'-5'4915,"8"-26"0,1-3-3783,-3 15-830,12-42-22,-16 84-67,-4 12-70,-10 15 0,-4 9-74,4-17 0,-2 1 0,0 2-120,-3 8 0,0 2 1,1 0 72,2-4 0,2 0 1,2-2-9,3 12 0,6-4 14,4-12 0,8-7 8,10-11 1,8-10-93,19-16 0,8-11-251,-11-1 1,2-3 0,1-2-166,1-2 1,-1-3-1,-2 1 1,2 0-1,-6 2 1,1 0 0</inkml:trace>
  <inkml:trace contextRef="#ctx0" brushRef="#br0" timeOffset="680">3728 2000 20425,'-53'35'332,"0"0"0,0 0 0,1 0 0,18 10 0,3 6 1,12-1-1,19-10-899,40-11 1,25-10 0,-5 4 0,-22 13 0,-5 4 0,7-12 0,22-34 0,0 0 0,0-1 0</inkml:trace>
  <inkml:trace contextRef="#ctx0" brushRef="#br0" timeOffset="1684">4800 1953 7643,'-33'-11'3276,"0"-1"1,-15 35 0,0 9-998,7-16 1,9 7-2207,17 16 0,11 11 0,10-2-37,28 6 1,4-2 369,-20-4 0,-11-3-490,-23 12-340,-23-47 0,-16-12 0,6-1 0,14 2 0,2-1 0,-8-4 0,1 0 0</inkml:trace>
  <inkml:trace contextRef="#ctx0" brushRef="#br0" timeOffset="3585">2642 3523 16101,'-64'-9'1506,"1"1"1,9 4 0,4 6-1440,17 7 0,5 6-22,2 25 84,44 5-70,4-17 0,8 1-45,17 6 0,5-1-28,-4-3 0,-2 1 86,-6 1 1,-9-1 101,-10 5-57,-43-17 1,-13-5-107,-8-8 0,-5-5-551,-11-2 0,2-6 540,14-6 0,4-2 0,-9-8 0,40 0 0</inkml:trace>
  <inkml:trace contextRef="#ctx0" brushRef="#br0" timeOffset="4034">3165 3614 21926,'-7'-47'901,"0"-1"1,1 7 0,1 10-1025,2 20 62,4 38 100,1 29-361,-3 1 0,1 4-479,0-15 0,1 0 801,3 18 0,1-8 0,-2-23 0,10 3 0</inkml:trace>
  <inkml:trace contextRef="#ctx0" brushRef="#br0" timeOffset="5183">3793 3528 11984,'18'15'8083,"9"-8"-9089,12-5 1,19-1-1,7-2 1,-1-1-1,-11 0 1300,8 4 0,-9-9 1035,0-24 0,-23-3-987,-52 11 225,-26-11 0,16 8-920,50 26 342,36 17-200,-6 9 0,8 11 0,-9 3 211,-22-3 0,-6 3 0,3-2 0,18 0 0,4-2 0,-17 0 0,-32 1 0,0 0 0</inkml:trace>
  <inkml:trace contextRef="#ctx0" brushRef="#br0" timeOffset="6516">6125 3609 8898,'-31'-54'2457,"0"1"1,-18 49-1,-10 19 1,16 8-677,25 34-1634,-1-3 1,-2 10-1,19-16 710,54-20-137,3-32 0,-3-14-451,-15-25 7,-16 0 0,-1-9 1,-5 7-70,-2-6-204,-6 6 0,1 10-250,0 30 242,-2 24 8,4 19 1,2 12 0,0-4-86,-4-13 1,1 1 81,5 23 0,1 9 0,-4-16 0,-4-19 0,3 15 0</inkml:trace>
  <inkml:trace contextRef="#ctx0" brushRef="#br0" timeOffset="7380">6536 3288 12124,'-2'-5'9679,"1"1"-8906,0-35-834,1 46 161,5 5-49,2 45-23,1-3 0,1 5 5,-3-16 1,2 2 0,-2-3-15,1 5 1,-1-2 38,3 8 1,-3-9 389,-5-31 292,0-4-35,0-11-610,0-19-139,6-18-35,15-16 46,15 1-105,4 41 1,4 10 64,17 12 37,-17 11 0,-4 5-15,-3 16-44,-19-11 0,-4-1 100,-3 8 102,-33 13-79,-20-29-3669,-14-24 0,-2-5-5309,7-1 8562,8-6 1,11-1 0,30 11 0,0 2 0</inkml:trace>
  <inkml:trace contextRef="#ctx0" brushRef="#br0" timeOffset="8067">7523 3475 7470,'2'-6'9830,"0"1"-7231,-2 5-1524,-40-20-868,13 24 6,-37-7-87,35 19 0,4 9-40,-11 29 1,6 5-95,12-26 0,3 1 2,-9 19 0,18-4-198,39-24 1,20-8 0,-4-5-1139,-12-3 1,2-2-1936,15 5 0,8 1 0,-10-5 1697,3-9 0,-29-1 0,-28 2 0</inkml:trace>
  <inkml:trace contextRef="#ctx0" brushRef="#br0" timeOffset="8778">8243 3569 19406,'-43'-13'677,"1"0"1,-19-4-527,12 39 0,4 14-64,16-4 0,6 4-12,-4 18 1,8 1 22,11-20 0,10-4 224,35 2 1,13-15 293,-7-35 0,1-9-574,3 18 0,-4-7 68,-16-25 0,-8-15 0,-6 0 93,-8 9 1,-6 0 0,0 0-132,2 0 1,1-1 0,-1 1 36,-3-19 1,-1 10 422,-3 15-459,3 21-298,-1 3 231,8 45 0,3 17-1,2 5-15,1-1 1,1 11 0,-1-1-1828,-2-5 0,-1-1 0,1-1 1837,2-4 0,1-2 0,-2-1 0,-2 19 0,0-12 0,1-28 0</inkml:trace>
  <inkml:trace contextRef="#ctx0" brushRef="#br0" timeOffset="9501">8771 3608 15417,'-2'-3'7523,"-15"6"-7489,13 13 72,3 34-22,17-14 182,14-5 0,8-7 176,-4-25 1,1-7-342,2 3 0,-3-5-40,-5-7 1,-8-8 164,-18-15 1,-10-1-215,0 6-40,-11-2 0,-8 12-23,-1 43 1,-4 23-1,2-2 51,-1-6 0,2 2-6,-2 6 1,0 4 0,15-1-79,22 4 0,17-8-1423,13-21 0,6-6 1507,2 9 0,-1-3 0,-3-13 0,-5-4 0,-7-3 0</inkml:trace>
  <inkml:trace contextRef="#ctx0" brushRef="#br0" timeOffset="11731">2799 5108 20089,'-1'-36'1565,"0"0"1,-6-20-1521,-19 47-62,-17 22-50,-10 19 11,28-8 0,3 3-50,-1 34 72,36 3-19,29-17 0,8-4 47,-24-18 0,1-1-22,10 1 0,4 0 0,-8-1-72,-3 12 228,-50 6-318,-25-30 0,-9-8-670,10 1 0,0-5 181,-14-12 1,12-5-1,34 4 1,8 0 0</inkml:trace>
  <inkml:trace contextRef="#ctx0" brushRef="#br0" timeOffset="12287">3222 5145 14762,'-7'4'7450,"1"-1"-6806,-3-56-325,29 12-266,-3 0 1,5 3-93,28 6-82,-2 26 1,-1 14-26,-23 13 1,-6 8 49,-1 12 1,-10 5 44,-19 6 1,-14 1 50,-8-5 0,-9 1 0,5-6 45,8-7 0,1-3-9,-16 10 1,20-11 8,41-28-1304,19-6 1,14-4 0,-2-1 1258,2 0 0,0-1 0,-3 3 0,2-1 0,-6 0 0,14-5 0</inkml:trace>
  <inkml:trace contextRef="#ctx0" brushRef="#br0" timeOffset="13240">4187 5233 8702,'-6'0'3517,"1"0"-330,5 0-1008,89 17-1942,-43-16 0,4-2 0,4-1 246,2 0 0,5-2 1,1 0-1,-5 0-953,-2-1 0,-2 1 0,-4-3 621,23-8 1,-29-5-1053,-69-4 0,-16 0 1237,9 0 185,-15-7 0,1 1 274,19 8-717,4 4-145,17 9 22,61 43 45,-28-18-652,14 24 1,9 17-1,-14-7-2691,-17 6 3031,-2-8 1,3 7 0,-12-14-1,-25-13 1,-3 0 0</inkml:trace>
  <inkml:trace contextRef="#ctx0" brushRef="#br0" timeOffset="49479">6126 5132 15760,'-11'-55'2452,"-6"9"-2009,-11 32-112,-5 4-12,-6 4-190,4 4-39,-7 11-12,4 10 6,-10 22-34,13 3-14,16-11 1,5 2 8,6-2 0,6 1-3,4 5 0,6-1 14,5-3 0,6-3 58,12-6 1,5-6-3,-4-7 0,1-6 103,9-9 1,-2-9 44,-11-7 1,-3-6-68,-1-9 1,-4-4 61,-6 0 0,-4-2 98,-6-2 0,-3 2-40,-2-15 1,-6 10-230,4 29-84,0 14-11,1 29 22,1 34-25,0-26 0,3 2-462,-1 13 0,5-1 476,10-7 0,1-4 0,-2 13 0,14-17 0</inkml:trace>
  <inkml:trace contextRef="#ctx0" brushRef="#br0" timeOffset="50375">6806 5088 7050,'0'-5'9830,"0"1"-12539,-60-15 2821,38 18 755,-25-2 0,-3 12-677,20 45 1,7 10-186,-2-30 1,8 3 10,19 17 1,13 8 0,5-16-241,22-14 22,9-18 1,12-5 0,-12-5 0,-6-10 0,-3-6 0,1 1-1</inkml:trace>
  <inkml:trace contextRef="#ctx0" brushRef="#br0" timeOffset="51884">7258 5181 8976,'6'-6'8032,"-2"0"-6772,-15 0-116,11 35 558,54-7-851,-5-8-417,-3-22 1,-4-12-250,-7-25 33,-34 2 0,-8 3-223,-4 17-51,-36-8 56,20 49 0,0 10 0,-17 3-6,9 10 1,6 7 13,19-9 0,3-2-2,-12 25 11,19-13 0,5-3-17,0-19 5,12 30 74,11-37-57,-4-4-28,25-9-985,2-14-404,-1-1 684,-6-3 711,-7-4 0,-27 11 0,11-6 0</inkml:trace>
  <inkml:trace contextRef="#ctx0" brushRef="#br0" timeOffset="66545">11241 3407 6462,'-8'-3'3181,"0"0"-1204,8 3-1226,41-1-404,-5-1-115,6-1 1,5 0 111,-4-1 1,-1 1-135,1 0 0,0 0-98,-4 1 0,-2 1 173,17 1-16,-26 3 196,-6 4 51,-14 6 89,-4 6-113,-3 8 281,-22 34-591,6-28 0,-1 2-135,-5 7 1,1 2 8,1 7 0,4 1 42,7-8 0,4 1 23,2 3 0,3 1 58,2 6 0,1 0-31,-1-9 1,-1 1-79,-2 5 0,-1 2 33,-1 6 1,0 0-34,0-6 0,1-1-17,1 5 1,1 2 88,0 5 1,0-2-6,0-10 1,0-1-40,-1 5 0,-1-1-6,-1-4 0,2 0-19,3 3 0,2 1-14,-1 0 0,1 0 19,1 0 0,-1-1 42,-4 1 1,-3-2-57,-4-13 1,-1-1-32,-1 5 1,0-2 5,-7 20-117,0-16-969,-24-12 1047,-13-19 0,-3-6 0,0 2 0,9-8 0,1 0 0</inkml:trace>
  <inkml:trace contextRef="#ctx0" brushRef="#br0" timeOffset="70545">13753 4422 7671,'-1'-5'7024,"-1"2"-5735,9-41-455,11 16-504,-1-8 1,4 0-85,24 0-148,-13 14 0,2 3-56,-3 7 0,1 3-47,27-5-51,1 24-45,-16 18 28,-13 8 135,-12 17 41,-29-22 1,-6 0-57,1-2 1,-4-2-6,-10 6 0,-2-3 98,-10 2 84,14-12 191,19-14-308,26-14-91,3 2-77,22-3-34,12 20 11,-3 8 55,-20 4 1,-4 4 73,-3 22 28,-15 6 67,-33-10-45,-34-16-440,24-18 1,-2-4-335,-7-3 1,3-3 0,-6-2-1,14-2 1</inkml:trace>
  <inkml:trace contextRef="#ctx0" brushRef="#br0" timeOffset="72379">5969 5652 6966,'-64'7'9830,"32"-2"-9108,-25 1 0,2 2-705,35 0 95,35 2-123,31-6-1113,6-4 1,11-1 0,-9-1 1151,7-1-482,9-1 1,-11 1-1,-48 2 1,3 2-1</inkml:trace>
  <inkml:trace contextRef="#ctx0" brushRef="#br0" timeOffset="74322">6033 4282 13497,'7'37'2016,"-5"8"-1187,-11-1-672,2-10 280,-3 21 8,5-19 0,0 0-109,-4 20-221,4-15 0,1-1 153,-1 7-245,3-27 16,0 5 79,-3-8-342,3-8-650,-2 5 874,4-15 0,0 0 0,0-1 0</inkml:trace>
  <inkml:trace contextRef="#ctx0" brushRef="#br0" timeOffset="75142">5965 4291 6719,'-1'3'3932,"0"0"-3557,-22 29 1,-9 11 741,11-17 1,-1-1-1004,-11 20 1,1-3 3,-1-7 190,29-30 481,3-3 825,8-7-1217,4-6-285,2-2 163,11-19 61,15-18-230,-11 11-36,-6 11 0,-3 4-42,-6 9 23,14-9 201,21-9-180,-13 11-4,14-6-24,-30 21-60,3 10 32,-5 1 1,12 16 0,-13-3 84,11 21 11,-16-3 1,-2 1-130,6 14-82,-9-14 1,0-3 98,6-5 0,-8-15 0,5 0 0</inkml:trace>
  <inkml:trace contextRef="#ctx0" brushRef="#br0" timeOffset="77202">7566 4028 6792,'0'-4'2907,"0"1"-958,0 3-184,-30 30-970,-5 13 0,-4 8-646,11-13 0,0 1 1,-1 0-113,0 1 1,0 1 0,1 0 79,1 2 1,1 0-1,4-6-33,-10 12-1011,3-8 0,-6 6 0,4-7 1061,-7 7 34,3-7 0,-6 5 0,4-6 8,9-13 1,2-4-1,-6 10 1,-1-4 748,-10-7-735,18-23-61,7-3 3912,-13-27-3682,18-7-270,-4-4 12,8 6-392,4 42 274,3 1-28,14 41 90,2-16 33,10 0 1,7-5 117,29-13-143,-12-8 0,3-6-14,4-14 1,-4-4-52,-18 7 1,-1 0-527,2-2 1,-5 2 537,-10 4 0,-4 1 0,1 0 0</inkml:trace>
  <inkml:trace contextRef="#ctx0" brushRef="#br0" timeOffset="78668">9037 4303 6792,'2'-3'6861,"-8"-8"-6620,3 10 1025,-23 8-555,-4 17 1,-4 9-483,-6 1 1,-3 4-1247,0-1 0,-3 4 1,4-5 1044,5-4 0,2-2 84,3-2 0,-1 2 0,-1-2 98,-14 10 0,2-2-194,15-10 1,-2 1 95,-9 4 0,-4 3 0,10-9-17,11-9 31,-5 4 1,-4 1 116,2-2 1,2-3-143,-11 8 103,4-4 1,1-2 13,10-10 3438,-18 5-3606,19-8 118,-12 4 504,19-6-465,2-3-50,6-5 173,-12-26-296,12 17 174,-18-30-141,22 30-22,-3-13-168,6 15 10,2 3-38,-2 35 145,3-6 0,-1 14 1,3 7-1694,9-1 0,2-1 1694,0 23 13,-2-27 0,8-7 165,42-27-190,-30 2-433,20-10 1,-3-2 0,-28 4 0,21-6 0</inkml:trace>
  <inkml:trace contextRef="#ctx0" brushRef="#br0" timeOffset="81016">6923 3181 7402,'29'-51'1142,"0"0"1,-2 3 0,-6 13-1042,-14 27 258,-8 16-9,-11 17 0,-7 11-72,-4 9 0,-2 7 1,0-3-212,-1 3 0,-2 7 245,3-10 1,-5 12 0,-2 5-1,0 0 1,2-5 0,7-13-210,-2 3 1,0 0-10,5-11 1,-5 10-1,-3 5 1,0 2-1,0-1 1,2-5 0,5-9-73,-1 1 0,3-7 1,-1 2-335,-9 17 0,-2 3 0,3-6-367,5-1 1,3-9 0,2-7-1,12-16 1</inkml:trace>
  <inkml:trace contextRef="#ctx0" brushRef="#br0" timeOffset="81937">8740 2971 11474,'-33'35'456,"-1"0"0,0 0 0,-1 6 0,-4 5 1,-1 3-1,2-3 0,5-5-724,3-3 0,4-5 0,-3 5 367,0 0 1,-4 4 0,-3 4 0,0 0 0,1-1 0,2-4 111,-4 4 1,1-2 0,1-1-1,1-2-245,-5 7 1,2-2 0,0 0-569,-2 2 1,-1-1 0,10-9 601,8-7 0,6-8 0,11-15 0</inkml:trace>
  <inkml:trace contextRef="#ctx0" brushRef="#br0" timeOffset="431682">2065 7896 10954,'-13'-52'4915,"0"0"0,-20 1-3700,5-7 1,-6 9-1088,-4 42 1,-4 15-90,-8 14 1,0 12-50,14-3 1,1 4 0,2 3-33,2 2 1,2 2 0,6 0-18,1 15 1,15-3 63,23-16 1,12-10 69,17-17 1,8-15 23,-13-6 0,2-7 0,-2-6 80,0-8 0,-3-6 1,-5-6-195,-4-7 0,-5-5 0,-4-3 156,-7 10 0,-2-2 1,-3 1-1,-1 1 10,-2-6 1,-1 2 0,-2 2-26,1 3 1,-2 2 0,1 6-82,-1-7-101,0 33 73,7 64-23,-5-11 1,0 8-1,0 2-84,0 1 1,1 2-1,0 3-2041,0 1 1,1 3-1,0 0 1,0-6 2130,-1-8 0,-1-3 0,2-2 0,2 16 0,0-11 0,1-20 0</inkml:trace>
  <inkml:trace contextRef="#ctx0" brushRef="#br0" timeOffset="432439">2437 7683 21691,'3'-43'960,"-1"0"1,3-17-815,4 116-113,-4-13 1,1 6-1433,-1 11 1,1 8-1,-1-7 1396,0-7 1,-1-3 10,-1 19 1,-2-13 1057,-2-40-371,-3-13-564,-1-30 1,2-16-76,-1-21-51,1 20 1,1-8 0,0-2-505,1 2 1,1-3 0,1 0-1,-1 5 516,0-9 0,0 0-8,-1-6 1,1-6-1,13 16 1125,16 26 0,8 10-1142,-2 1 0,3 9-21,2 18 1,4 10 0,-7 1 31,-3-4 0,-10 6 10,-19 23 0,-14 11 0,-11-9-4929,-30-10 1,-10-7 3709,12 12 0,0-3 0,-5-14 0,14-13 0,36-13 1</inkml:trace>
  <inkml:trace contextRef="#ctx0" brushRef="#br0" timeOffset="433334">3394 7678 13396,'-3'0'8732,"32"-36"-9541,31 19 0,5 2 1,-34-6-1,-1 1 1,29 8-1,0 1 1</inkml:trace>
  <inkml:trace contextRef="#ctx0" brushRef="#br0" timeOffset="433529">3539 7908 20117,'61'-12'-481,"1"-1"1,1 3 0,-18 2 0,6-2 0,-10 3 0,-5 3 0</inkml:trace>
  <inkml:trace contextRef="#ctx0" brushRef="#br0" timeOffset="460880">5011 7207 12651,'-1'7'0,"0"-2"0</inkml:trace>
  <inkml:trace contextRef="#ctx0" brushRef="#br0" timeOffset="463497">4615 8238 7834,'4'0'7415,"0"0"-6068,-32-2 1,-23 1-1040,-8 9 0,-5 1-185,17-6 0,-1-2 1,2 2-102,-15 7 1,9-1-248,17-2-201,36 23 499,-1 3 0,0 4-73,2 26 14,-2-18 0,0 10 0,0 0 0,0-10-9,0-11 1,0 1 13,-1 15 1,0 12 0,-1 2 0,0-11-26,-3-3 0,-1-2 38,0 10 0,0 6 0,-1-1-21,0-1 0,0-2 0,1-2-3,-2 3 1,2 2 66,3-10 1,2 5 0,0 1 0,1-8 13,4 7 1,0 0 33,-1-4 0,-1 7 1,1 4-1,0 0 78,0-3 1,1 2 0,0 2-1,0-3 1,-1-5-182,0 5 1,-1-5 0,0 6 29,-1-11 0,1 8 1,-1 3-1,0-2 1,-1-4-1,0-8 3,-2 14 0,-1-1-33,2-15 0,-1 7 1,1 3-1,0 1 0,-1-2 19,0 8 0,0 0 1,0 0-1,0 0-16,1-2 1,0 1 0,0-1 0,0 1-8,0-9 1,-1 0 0,1 1 0,0-1 0,0-1 15,-1 7 0,1-1 1,-1-1-1,1-2-4,0 5 0,0-3 0,0 6 18,0-11 1,0 5 0,0 4 0,-1 0 0,0-3 0,1-6-25,-1-2 0,0-6 1,-1 1-1,1 5-3,0 1 1,0 7 0,0 2-1,-1-1 1,1-2 0,-1-8-11,-2 9 0,1-7 1,-1 3 12,1-1 1,0 3-1,-1-1 1,1-4 5,-1-4 0,-1-4 0,1 3-17,-2 14 0,1 4 0,-1-4-4,2-16 1,-1-2 0,0 0-17,-1 21 1,3 0 19,7 1 0,4-4-3,-1-21 1,5-2-146,12 14 0,9-11 137,5-34 0,1-5 0,11 19 0,2-33 0</inkml:trace>
  <inkml:trace contextRef="#ctx0" brushRef="#br0" timeOffset="479213">3152 8452 8903,'2'-12'7069,"0"3"-4672,-2 9-839,-6-11-842,1 8-514,-9-8 39,-8 22 89,-12 13-145,1 7-73,-3 12 17,21-1 11,10-5 23,20 5-12,21-9-72,4-9 55,13-5 90,-8-19-67,-4-10 56,0-14 111,-9-7-111,-10-1 28,-8-6-84,-17 5 67,-4-3-73,-7 7-56,-7 4-22,1 9-17,-9 1-50,0 7-18,6 3-184,-2 7-6200,7 13 6396,4-3 0,1 4 0,10-12 0</inkml:trace>
  <inkml:trace contextRef="#ctx0" brushRef="#br0" timeOffset="480546">3235 9556 17820,'-12'-30'3899,"2"7"-3305,9 19-202,0 0 224,0-8-190,-1 2-214,1-2-38,0 3-40,1 2-139,0 3-23,0 11 89,-4 31-44,-1 0 0,0 0 0,-1 3-12,-2 23-5,1-2-16,5-10 38,2-27-7891,0-10 7869,-1-10 0,1-6 0,0-1 0</inkml:trace>
  <inkml:trace contextRef="#ctx0" brushRef="#br0" timeOffset="481651">3044 10635 8886,'4'-2'9830,"-5"-7"-5763,2 0-3933,20-19 1,10 7-202,3 32 0,-8 13 22,-32 37 31,13-18 0,-7 3-5,-33 5 0,-16 3 1,24-12 40,46-11-254,4-3 0,8-5-721,16-21 1,6-10 952,11 3 0,-6-1 0,-11-1 0,-9 4 0</inkml:trace>
  <inkml:trace contextRef="#ctx0" brushRef="#br0" timeOffset="483039">3064 11574 17238,'-1'-55'3478,"8"6"-3433,41 25-51,11 24-61,-2 24 59,-43 12-1,-11 4 37,-12 23-22,-5-28 0,-7-4 551,-18-1 0,1-8-209,11-7 167,-32 6-504,71-30-11,25-5-3,1 16 1,1 9-1703,-4 10 1,-2 4 1709,-2-6 1,-7 4 17,-16 36-925,-39-34 0,-17-3 0,5-3 381,-10 10 268,4-10 0,-9 1 0,16-7 0,21-10 1,-12 0-1</inkml:trace>
  <inkml:trace contextRef="#ctx0" brushRef="#br0" timeOffset="484189">2976 12949 15743,'16'-54'1603,"-1"-1"1,-1 7 0,-3 8-1134,-7 22-335,-3 9-85,-2 15 213,-23 45-190,7-11-34,-1 5 0,0 2-5,6 10 33,11 3 180,27-23-101,9-26 75,5-28 0,2-9-137,4-4-20,-4-4 1,-3 1 25,-13 9 156,1 7-218,-23 22 51,-11 22 21,-10 15-123,3-3 1,-2 8 0,2-5-76,3-10 0,1-1-2580,-2 15 1,-1 5 0,5-12 2677,7-13 0,0 6 0,1-28 0</inkml:trace>
  <inkml:trace contextRef="#ctx0" brushRef="#br0" timeOffset="485356">3170 14048 19087,'10'-38'2402,"-36"17"-2368,-11 33-12,-8 0 0,-3 1 443,-11 2-313,2-1-45,37-11-219,20 9 134,0 0 3,1 21 0,0 7-2,1 9-9,-1-14 0,0-4 445,2-4 207,25-52-638,27 8-28,-22 4 0,0 3-28,30 4-48,-23 29 1,-7 6 30,-15 1-243,-30 30 0,-16 2-324,-13-20 143,8-14 1,-6 3 0,5-8 468,-7-9 0,21-6 0,1-4 0</inkml:trace>
  <inkml:trace contextRef="#ctx0" brushRef="#br0" timeOffset="486675">3142 15016 9694,'1'-8'9331,"-15"-21"-9000,4 25 327,-23 13-1,-3 12-573,14 6 0,5 7-81,-9 16 0,5 2 14,17 11-1643,36-34 0,8-9 1676,-6-10 230,13-6 0,-3-9 1199,-26-24-1395,11 12 241,-47-18-286,0 31-45,-21 5 1,-3 4-140,4 4 145,-5 6 0,3 2 0,23-7 0,-5 8 0</inkml:trace>
  <inkml:trace contextRef="#ctx0" brushRef="#br0" timeOffset="487670">3936 14620 19988,'9'-54'1495,"-2"16"-195,-6 89-1137,0-20 52,3 15 1,2 2 53,4 7 75,-8 3 1,-1 2-275,-2-25 0,-1-2-37,-4 10 1,-1 0 153,0-2 1,1-4-126,2-4 47,3 11 0,2-2-70,6-21 0,6 18 225,38-21-213,-6-17-7,16 3-38,-16-17 0,-4-4-287,-12 6-4635,9-3 1,-3 2 2630,-25 9 0,4 0 0,-13 3 1</inkml:trace>
  <inkml:trace contextRef="#ctx0" brushRef="#br0" timeOffset="488355">4003 14614 12214,'0'-3'9830,"-9"-40"-8295,7 31-1261,-7-19 6,5 56 8,-11 33 1,-1 7-233,3-3-12,1-22 1,-1 6 0,7-1 142,13 9 1,6-6-81,3 9-1638,14 2 1,3-7 1547,-7-31 22,25 6-230,-3-21-8311,-2-8 8502,14 0 0,-31-5 0,-18 2 0</inkml:trace>
  <inkml:trace contextRef="#ctx0" brushRef="#br0" timeOffset="492964">5462 7375 19574,'4'-14'2083,"-1"3"-1842,-5 10 0,1 1-78,-12 11-34,-7 10-107,-2 11 28,4 21-38,23-5-7,9 3 40,15-11 45,2-14 117,0-10 45,3-13-95,-2-17-1,1-9 68,-7-5 163,-9-5-169,-15 4-22,-8-7-5,-5 2 21,1 5-27,1 8-78,2 8-29,-5 6-44,-3 1-23,-4-1-11,-2 3 0,3 3 5,-4 5-72,-6 4-694,-3 4 761,-1 3 0,14-8 0,9-1 0</inkml:trace>
  <inkml:trace contextRef="#ctx0" brushRef="#br0" timeOffset="494822">6861 7577 8584,'0'-12'9830,"0"2"-6419,-3-45 0,0-9-3192,2 29 97,-2-36 1,1 12-412,2 55 123,1 34 0,-1 21-28,-4-12 0,0 2 24,0 14 0,1 6 1,-1-7 28,-1-16 0,0-5-53,-4 24 0,9-59 0,1-7 0</inkml:trace>
  <inkml:trace contextRef="#ctx0" brushRef="#br0" timeOffset="496442">8058 7375 8752,'3'3'6469,"-1"-1"-4004,-2-2-2011,2 3 683,-2-1 627,-1 5-156,-8-3-1121,2 1 376,-5-17-656,9-4-22,7-26-124,15 7-38,10-4-37,7 25 0,3 5-3,2 5-28,5 16 0,-4 11-28,-21 31 37,-30-11 1,-12 7 0,0-6 57,0-5 1,-5-3-10,-8 1 0,-6 0 0,3-9 144,-17-4 50,27-13-235,8-5-6,29-8-75,38-1 0,11 0-93,-26 0 1,2 0-1862,17-1 1,7 0-1,-8 0 2063,-16 0 0,-3 1 0,24-3 0,-35 4 0</inkml:trace>
  <inkml:trace contextRef="#ctx0" brushRef="#br0" timeOffset="497665">9975 7392 7817,'-9'-8'9830,"2"1"-7940,24-17 0,10-4-1598,-4 10-122,18-15 1,9 4-160,-8 30 1,0 7-21,-3-5 1,-1 3 8,11 12 0,-14 9 140,-33 5 1,-13 2 335,-21 18 98,2-23 0,-3-7-266,-14-6-101,33-19-190,31 2-19,17 12 0,14 9 0,-6-1-4,-11-8 1,-1 3-3,19 11 1,3 6-1,-27-3-12,-57-1 1,-18-3-96,25-2 1,-5-3-371,-25-2 0,-12-4 1,12-3-1,0-3 1,22-4-1,-1-1 1</inkml:trace>
  <inkml:trace contextRef="#ctx0" brushRef="#br0" timeOffset="502124">10914 8203 6971,'3'0'3882,"-1"0"-505,-2 0-778,5 0-1104,-11 0-710,7-2-617,-8 2 140,34-2-213,2 0-11,31-1-48,-18 0 1,1 1 41,-1-1 1,2 0 33,10-1 0,-2-1 39,-17 0 0,-3 0 0,11-3-89,-29 4-146,-12 3 157,-1 4-51,0 5 17,4 14 45,0-1-22,7 17-28,-3-11-6,5 16-6,-2-1 0,2 21-19,-10-31 0,-1 1 14,0 1 0,-1 2 13,-3 6 1,-1-1 8,0 23-8,-2-17 0,-1 2-3,1-11 0,1 0 11,-2 4 0,0 2-5,-1 1 0,1 0-34,1-2 0,0 0 25,0 5 0,1 1-6,1 12 1,1-2-17,0-17 0,1-1 2,0 18 1,-1-1 19,0-18 0,-1 0-19,-1 10 0,1 2-15,-1 10 1,1-1 10,-1-18 1,1-1-6,2 16 1,0-1 18,-1-19 1,0 0-28,-1 10 0,-1 1 2,0-1 1,-1-1 8,1-1 0,-1-1 11,1-2 1,1 0-10,1 4 1,1 0-9,0-8 1,-1 0 8,0 8 0,-1 1 5,-2-7 0,0 1 9,-1 6 0,0 1 8,-1 3 0,0 2 3,0 4 0,0 1-20,-1 3 1,0 1-119,2-18 0,1 0 0,-1 1 115,-1 1 1,0 0 0,1 1-3,0 1 1,0 0 0,0 3 7,2 3 0,0 4 0,0-1 1,1-4-3,-1-7 0,1-4 1,0 5 9,1 9 1,0 6-1,1 2 1,0-3-797,1-6 0,1 0 0,0-2 0,-1-3 784,0 1 1,0-3-1,0 4 14,1 0 0,0 5 1,1 3-1,0 0 1,1-5 36,2 3 1,1-2 0,-1-2 0,0-1-51,-1-4 0,-1-1 1,0 0-1,1 3 12,2 2 0,0 3 1,0 1-1,1-1 0,-2-6 47,-1 6 0,0-5 1,0 0-42,0 6 0,0 1 0,0 1 81,0 3 0,-1 0 1,-1 0-47,-3 0 1,-1 0 0,-1-5-46,1 3 1,-1 0 857,-2-11 1,-2 5 0,0 0 0,1-7-839,-3 6 1,-1-3-28,3-2 0,0 2 1,1-4 9,0 1 1,1-5-3,2 17 41,3-22 1,0-4 216,0-10 514,-17 28-741,-27-37 1,-20-9 0,7-1-579,17 3 0,-3-1 530,-13-1 0,-14 0 0,2-1 0,18-2 0,7-4 0,4-1 0,0 1 0</inkml:trace>
  <inkml:trace contextRef="#ctx0" brushRef="#br0" timeOffset="507613">5356 8522 16415,'-14'-12'2666,"-1"2"-2358,-7 17 34,-3 5-1,-6 9-128,3 6-45,2 8-33,7 9-29,15 13 51,13-11 67,23-2 117,17-28 12,-1-12 432,2-16 217,-26-11-795,-8-3-33,-11-5 11,-7-3-51,0 7 45,-3-3-55,-5 9-85,-2 2-45,-6-2-391,-3 7-1524,4 3 1921,-1 13 0,12-1 0,1 6 0</inkml:trace>
  <inkml:trace contextRef="#ctx0" brushRef="#br0" timeOffset="508629">6903 8496 9184,'2'-6'9112,"0"1"-7487,-2-6-1294,0 8-130,-10 1 107,-12 25-140,-8 16-101,-1 14 0,17 4 12,20 1 38,17-7 158,19-11 66,7-18 181,1-18 66,-4-16 95,-9-14-112,-11-7-167,-8-6-29,-10-6-62,-7 7 119,-10-6-281,-10 10-271,-6 12 0,-6 6 120,-20 21 0,1-15 0,24 33 0</inkml:trace>
  <inkml:trace contextRef="#ctx0" brushRef="#br0" timeOffset="509702">8633 8495 7979,'11'46'3276,"0"0"1,0 1 0,7-25-381,9 46 0,-1-18-2342,-8-98-117,-12-1 0,-15 0-551,-21 21 0,-13 4 0,5 2 114,10-8 0,-1 6 0,-33 5 0,12 16 0,43 18 0</inkml:trace>
  <inkml:trace contextRef="#ctx0" brushRef="#br0" timeOffset="511303">8617 8540 8718,'-10'-10'9830,"-7"13"-7281,-35 11-2471,19 6-38,-12 5 108,23 3 0,4 0-120,5-7 14,-3 14 0,6 3 143,25-5 348,20 17-359,-6-21 274,20-8-68,-11-30-1734,-5-6 0,0-1 1544,8-8 185,4-18 62,-47 4-409,1 16 34,-10-14-6,5 25 252,-3-10-274,2 9 3386,-10-10-3426,9 17-1294,-9-7-8531,15 10 7957,-1 0 0,8 4 0</inkml:trace>
  <inkml:trace contextRef="#ctx0" brushRef="#br0" timeOffset="512153">10164 8589 9604,'1'-10'9416,"-1"3"-7944,0 7-800,-11-26-213,-7 22 57,-27 4-370,15 18-96,-7 16 65,26 0 0,6 2-93,5-2 82,11 10 0,6-2-71,6-21 149,25-5 0,5-9 126,-6-15-37,-2 0 1,-2-6 288,-9-30-341,-13 1-46,-24 8 1,-5 2-96,-4-3-22,-17-7-50,-27 19-135,23 13-347,-28 1-372,19 25 0,23-7 0,-7 6 0</inkml:trace>
  <inkml:trace contextRef="#ctx0" brushRef="#br0" timeOffset="513506">5248 9624 7117,'2'-5'9830,"-1"2"-6609,-7-24-1844,0 19-1231,-20-1 66,-11 43-156,1 9-6,17-1 1,13 2 154,28-12 0,6-2-138,-1 29 185,15-36 0,7-18 341,-9-30 1,-5-9-342,13 6 5,-14-17 1,-11-1-157,-29 17-12,-8-3 1,-5-1-22,-12 1-147,-14 13 1,-5 8-1305,-13 19 704,17 4 1,4 4-1,9 7 1,14-7 0</inkml:trace>
  <inkml:trace contextRef="#ctx0" brushRef="#br0" timeOffset="514421">6936 9464 7968,'3'-4'9830,"-13"-17"-6593,-2 30-3052,-12-2-45,11 21 0,6 9 11,12 7 1,6 0-26,-3-7 0,8-3 92,22 3 1,11-13 226,4-28 1,1-10-270,-13 10 0,-3-6-1312,7-23 0,-13-6 1321,-26 5-54,-12-6 1,-8 0-51,-11 15 1,-3 3-82,-15-21-219,-7 29 1,-1 12-1591,4 17 1355,5 0 0,3 1 1,10 2-1,12 1 1</inkml:trace>
  <inkml:trace contextRef="#ctx0" brushRef="#br0" timeOffset="515305">8522 9420 20016,'0'-24'2420,"-6"9"-2263,-15 35-31,6 8 0,0 3-104,-10 19 17,15 0 1,10-1 55,21-6 109,29-9 1,8-5-110,1-12 148,8-11 1,-5-14 557,-26-31-639,-1-2 6,-25-22 3,-21 27 1,-6 1-128,-3-8-72,-16 9 0,-8 9-4114,10 25 0,1 6 3294,-30-5 0,20 12 0,42-11 0</inkml:trace>
  <inkml:trace contextRef="#ctx0" brushRef="#br0" timeOffset="516106">10087 9435 8875,'2'-3'9830,"19"-21"-5169,-39 25-4600,28-18 18,-40 33 13,20 17 1,5 3-77,-2 5 37,11 9 1,7-3 35,10-20 132,13-10 1,7-9 184,-1-22 0,-2-6-274,-4 8 0,-2-2 47,3-16 0,-13-4 67,-38-18-212,4 8-62,-10 13 0,-4 3-330,-5 9 358,-10 10 0,-1 4 0,12 4 0,-24 9 0</inkml:trace>
  <inkml:trace contextRef="#ctx0" brushRef="#br0" timeOffset="517584">5214 10546 8970,'0'-6'8537,"0"2"-10758,-19-24 2299,9 24 1902,-53 14-1812,34 27 505,9 24 1,21-1-310,38-40 0,10-4-126,-17 19 0,2-7 185,26-35 0,-9-23 1662,-41-5 0,-10-3-1917,6-14 6,-13 7 0,-7 3-196,-16 2-169,1 5 191,-4 31 0,0 6 0,12 2 0,-19 14 0</inkml:trace>
  <inkml:trace contextRef="#ctx0" brushRef="#br0" timeOffset="518569">6898 10385 22094,'-16'-29'1423,"-11"31"-1432,21 28 1,5 10 14,0 23 16,15-14 1,11-5 75,7-20 0,4-8 67,0-4 0,1-4-31,26-5 191,-32-20 0,-6-8 173,-11-8 1,-5-3-280,12-22-57,-31 15 1,-11 4-130,-7 15-36,-6 4 1,-4 6-4227,-21 23 4229,8 0 0,13 10 0,31-8 0</inkml:trace>
  <inkml:trace contextRef="#ctx0" brushRef="#br0" timeOffset="519386">8392 10313 10595,'7'-8'9830,"-1"3"-7724,-7-8-1960,-1 9-146,0-9 62,-24 57-68,16-6 25,0 8 1,11 2-1573,34-19 0,9-4 1575,-22 1 1,3-6 141,16-13 0,10-10 0,-10-4 324,1-17-57,-8-8 0,-4-3-252,-15-4-70,-25-3 1,-8 4-105,-2 15-224,-27-4 1,-7 7-2330,4 21 2094,6 0 1,3 2-1,11 8 1,17 4-1</inkml:trace>
  <inkml:trace contextRef="#ctx0" brushRef="#br0" timeOffset="520170">10184 10242 11362,'6'-3'9539,"-2"2"-9175,-15 8 28,-16 22-244,6 6 1,0 4-96,5-7 0,2 0 3,0 7 1,11-3-1386,37-3 0,9-8 1368,-9-4 347,26-5 1,1-17 198,-35-24 0,-4-7-350,28-8 34,-33-2 0,-16-2-221,-24 16 0,-7 4-82,-8-22-213,3 23 1,1 5 246,12 11 0,8 0 0,9 10 0</inkml:trace>
  <inkml:trace contextRef="#ctx0" brushRef="#br0" timeOffset="521465">5289 11510 18061,'-26'-44'3254,"-12"12"-3159,7 50 1,1 9-79,-10 2-26,5 19 1,12 5 13,33 6 31,24-15 1,7-3 8,12-4 173,2-22 1,-4-17 879,-23-55-779,-3 14 42,-25-4 1,-10 0 7,-16 1-363,1 2-465,-21 21-389,10 40 0,3-14 0,10 16 0</inkml:trace>
  <inkml:trace contextRef="#ctx0" brushRef="#br0" timeOffset="522222">6992 11284 20884,'-32'-2'2504,"3"5"-2291,2 26 0,1 10-183,9-9 1,4 2-2120,9 26 0,7-1 2111,5-3 528,38-19 0,10-16-90,0-42-360,-15 16 1,-4-6 227,-12-28 0,-15-8-62,-19 14 0,-6 1-233,8-5 1,-5 3-12,-20 8 1,-4 11-3031,0 12-3310,-1 7 6318,26 5 0,13-1 0,1-2 0</inkml:trace>
  <inkml:trace contextRef="#ctx0" brushRef="#br0" timeOffset="522987">8523 11352 18028,'-27'-55'5763,"5"11"-5298,16 42-476,-3 7 28,-15 18 0,-4 6-23,1 7-3,-1 13 1,11 2-14,36-2 66,27-19 1,10-8 36,-19-15 1,0-6 189,24-8 1,-9-14 30,-39-17 1,-10-4-230,5-6 30,-29-1 1,-10 7-104,1 26-129,-10 1 1,-1 4-360,9 14 488,-11 25 0,35-16 0,4 13 0</inkml:trace>
  <inkml:trace contextRef="#ctx0" brushRef="#br0" timeOffset="523802">10025 11175 13564,'4'2'9830,"-1"0"-8649,6-25-1203,-7 18 16,5-16 90,-27 73-95,13-19 2,-2 19 1,11 1 84,19-26 0,6-4-51,-10 6 0,2-3 81,42-13-1575,-31-32 0,-5-6 1610,4-4 150,0-7 0,-7-4 129,-26-11-381,6 10-1179,-29 13 1,-5 6 1077,11 13-1383,-13-2 0,2 6-5456,19 14 6901,-8 3 0,20-3 0,1-4 0</inkml:trace>
  <inkml:trace contextRef="#ctx0" brushRef="#br0" timeOffset="524935">5280 12691 11284,'0'-3'9830,"0"1"-7981,-42-44-1749,9 43-75,-10-7 1,-2 11-21,9 48 1,7 14-9,1-31 0,8 2 18,15 11 0,10 6 0,7-14 13,22-19 145,22-5 1,4-9 246,-2-26 134,-35-12 1,-3-12 0,-7 6-2395,-5-14 1859,-13 0 1,-9 4 159,-20 16-347,20 23-9663,-25 5 8298,31 12 0,-6 9 0,13-12 0</inkml:trace>
  <inkml:trace contextRef="#ctx0" brushRef="#br0" timeOffset="525720">6958 12474 21590,'-10'-37'2901,"-21"27"-2878,-4 60-40,13-15 0,6 4-11,16 18 0,11-1 34,14 4 36,28-26 0,8-21 291,-18-37 0,-2-11-218,4 14 0,-7-5 151,-10-32 0,-18-2-75,-32 9-186,-13 12 1,-5 7-112,-6 10-2675,1 21 0,6 7 2781,20 7 0,-3 8 0,19-13 0</inkml:trace>
  <inkml:trace contextRef="#ctx0" brushRef="#br0" timeOffset="526455">8637 12412 18947,'-9'-16'2094,"-19"35"1,-3 15-2050,1 10-32,5-5 0,0 6 0,16-6 214,34-12 0,9-3-48,6 21 367,24-43 0,1-24 90,-35-23 0,-6-7-555,6 16 0,-7-1 87,-27-24 0,-14 8-168,-10 28-557,-18 10 0,-3 8-1493,13 15 2050,2 6 0,5 3 0,18-3 0,6 5 0</inkml:trace>
  <inkml:trace contextRef="#ctx0" brushRef="#br0" timeOffset="527119">10145 12315 14247,'4'-5'7752,"-1"2"-6066,8-24-1641,-17 26 16,2-13 43,-22 45 0,-4 20-93,2 9-11,8 1 0,18-4 140,35-34 0,10-7-67,10 16 212,-12-36 1,6-14-1,-11-4 186,-16-4 0,-11-6-186,-7-20 1,-7-1-336,-8-4-2555,-26 25 0,-2 13 2605,23 21 0,-9 0 0,20 2 0</inkml:trace>
  <inkml:trace contextRef="#ctx0" brushRef="#br0" timeOffset="528061">5288 13935 8287,'0'-8'9830,"0"2"-6458,0 6-2111,-6-44-970,-35 65-112,-8-17-123,10 41 0,6 15-53,12-11 0,11-1-1694,20 1 1,11-5 1757,25 0 31,6-33 0,3-18 473,-18-22 1,-3-8-435,-3 12 0,-4-4 305,0-30 1,-18-3-247,-27 25 0,-7 2-207,10 1 0,-4 3-765,-17 8 0,0 13 776,7 26 0,9-6 0,19 9 0</inkml:trace>
  <inkml:trace contextRef="#ctx0" brushRef="#br0" timeOffset="528819">6779 13860 20565,'15'-33'1801,"-1"-1"0,1-12-1695,-52 99-72,12 0-2152,19 7 1,8 2 2117,14-5 460,22-13 1,10-12-383,-12-31 1,2-11 414,17-12 0,-3-9-278,-18 7 1,-9-7 109,-15-14 0,-8-10 0,-5 9-275,-17-8-26,-8 18 0,-10-1 1,2 15-529,3 24 0,1 11 50,-7 9 0,5 4 1,2 10-1,34 12 0</inkml:trace>
  <inkml:trace contextRef="#ctx0" brushRef="#br0" timeOffset="529561">8847 13678 22834,'-32'0'515,"-6"18"0,-2 13-3317,1 19 0,2 4 2804,-2-15 1,7 1 766,14 12 0,22-10-635,42-35 1,17-17 571,0-3 0,0-6-538,2 6 0,-8-10 56,-16-29 0,-19-4-118,-31 5 416,-15-2 0,-13 6-1287,-2 32 1,-3 8-2370,5-6 1,2 4 2725,-26 25 0,54-3 0,5-5 1</inkml:trace>
  <inkml:trace contextRef="#ctx0" brushRef="#br0" timeOffset="530234">10349 13626 24956,'-44'-31'291,"6"41"1,-2 12-2158,13-4 1,1 5 1862,-11 11 1,11 6-1063,35 8 1,11-6 1064,-1-12 581,30 7 0,7-10-396,-14-36 285,7-15 1,-4-9-186,-22-8-170,-5 6 0,-9-2 67,-27 5 0,-7 4 1045,2-1-6143,-5 6 1,2 6 2457,13 14 0,6 2 1,7 1-1</inkml:trace>
  <inkml:trace contextRef="#ctx0" brushRef="#br0" timeOffset="531225">5203 14988 21427,'-8'-58'1151,"-29"67"1,-3 18-1175,11 26-1875,15-7 0,1 8 0,9-9 1904,21 1 729,37-17 0,9-17-497,-28-24 0,-1-6-62,11 4 1,-3-5 695,-14-22 1,-11-5-576,-14-14-12,-9 8 1,-11 6-395,-19 26 0,-4 7-93,-7-15 202,7 43 0,7 7 0,26-11 0,-3 17 0</inkml:trace>
  <inkml:trace contextRef="#ctx0" brushRef="#br0" timeOffset="531944">7045 14963 22218,'-59'10'427,"0"0"1,15-6-1,4 7-444,6 21 0,2 12 1,9-3 16,11-9 0,7 0 78,3 11 1,15-7 223,44-32 0,12-16-84,-28 8 1,-1-6 167,5-14 1,2-9 0,-14 2-219,-18-15-42,-12 0 0,-9 0 48,-29-7-2523,2 30 0,-3 6-961,-13 1 3310,-6 26 0,44-1 0,7-3 0</inkml:trace>
  <inkml:trace contextRef="#ctx0" brushRef="#br0" timeOffset="532625">8566 14902 22862,'-5'-58'1669,"-4"19"-1633,-11 66 0,-1 16-58,6-1-17,5 20 0,17-5 103,30-39 0,11-11 17,2 8 1,2-9 254,11-24 0,-6-15-112,-24 0 0,-13-6-129,-24-8 1,-12 2-130,-14-8-512,-10 24 0,-3 14 546,1 45 0,8-22 0,16 26 0</inkml:trace>
  <inkml:trace contextRef="#ctx0" brushRef="#br0" timeOffset="533342">10140 14802 23769,'6'-33'2000,"-3"8"-1955,-24 41-43,-6 7 1,-1 6-14,2 11 0,11 4 39,18-4 0,10-1-20,1-6 1,9-8 76,20-18 1,12-11 0,-7-10 463,-8-17 0,-4-6-449,8 11 1,-8-5-1551,-23-20 1,-11 2 1472,-8 21-3225,-24-1 0,-6 5 3202,5 19 0,-27-9 0,43 17 0</inkml:trace>
  <inkml:trace contextRef="#ctx0" brushRef="#br0" timeOffset="538248">7701 1285 13903,'6'-6'4751,"5"-33"1,-5-9-4139,-16-9-539,12 3 1,-6 3 25,-36 5-82,3 41 1,-5 11-26,-2 4 1,-1 6-10,3 3 1,-1 5-1,4 3-186,-6 19 1,9 4 173,7-8 0,13 1 5,19 1 1,15-9 61,24-20 0,9-13 3,0-4 0,0-9 21,-6-4 1,0-7 0,-5-5 36,-10-6 1,-5-6 0,-3-2-202,-1-3 0,-4-3 1,-2-1 144,-5 1 1,-2 0 0,-4-1 50,-2-1 0,-3-1 1,-1 5 2,0 1 0,0 4-96,0 3 1,-1 7-92,1 9 22,2 50 78,-2 30-19,-2-14 1,-1 7-1,1 1-15,-1-2 1,0 1 0,1 1-199,-2 6 1,-1 1 0,4-1-3057,5-1 0,3-1 0,0-8 1885,-2-8 1,2-5 0,6 4 0,-1-10 0,-6-24 0</inkml:trace>
  <inkml:trace contextRef="#ctx0" brushRef="#br0" timeOffset="538816">8104 1127 22806,'-2'55'148,"0"-22"1,2 3-49,3 13 1,0 2-12,-4-6 1,-3-2 319,-6 17 465,0-29-297,8-50-442,8-39-105,-1 14 1,-1-5-14,0 0 0,1-5 0,0 1-10,-1 4 1,0 2-1,1 0-9,0-2 0,1 0 0,1 3-26,5-10 0,7 7-8,7 19 0,5 7-15,28-2-8,-17 31 0,-3 13 34,-15 6 0,-7 7 39,-2 7 0,-11 3 59,-24 7 0,-16-4-79,1-22 1,-8-4-1,2-1-300,-4 6 1,0-5-1017,-10-9 1,15-13 1321,38-14 0,2 5 0,9 0 0</inkml:trace>
  <inkml:trace contextRef="#ctx0" brushRef="#br0" timeOffset="539219">8912 967 24833,'-34'-21'3526,"78"3"-4590,6 2 0,5 2 1,-13 6-1,1 2 0,18 4 1,0 0-1</inkml:trace>
  <inkml:trace contextRef="#ctx0" brushRef="#br0" timeOffset="539465">8925 1187 15804,'57'-15'0,"0"1"0,-1-1 0,-10 4 0,-1-1 0,0 0 0</inkml:trace>
  <inkml:trace contextRef="#ctx0" brushRef="#br0" timeOffset="541065">10370 664 26946,'-45'-8'397,"0"-1"1,11 7-1319,-20 2 1,-17 3-1,14 1-622,9 5 1109,-1-1 1,5 7 222,24 28-118,17-21 589,-11 36 0,-5 10-1135,2-16 1,4 2 980,6 5 1,5 5-1,7-4-336,12 3 1,15-10 229,3-25 0,8-6 0,-3-6 0,2-5 0,-1-7 0,-5-15 0,1 1 0</inkml:trace>
  <inkml:trace contextRef="#ctx0" brushRef="#br0" timeOffset="542492">11319 778 12688,'-7'-13'347,"1"3"2365,-10 8-1479,-27 2-824,4 3 1,-3 0-383,-11-1 0,-1-1 24,7 2 0,3-1 943,-20-2-2193,45-3 3095,14-1-1581,6 30-506,-3-5 359,-2 29 118,-6 12-76,6-10-1,0 2-153,0-15 0,1-1 6,1 11 0,2-4 178,0-4 29,-3 11 28,23 10-219,-1-20-38,28-9-340,-11-33 0,3-7 300,2 1 0,-1-1 0,-6 2 0,-3-1 0,14-4 0</inkml:trace>
  <inkml:trace contextRef="#ctx0" brushRef="#br0" timeOffset="545289">16037 631 7990,'8'-3'7192,"-14"-2"-6172,4 4 346,-14-4-1175,8 4 369,-19 1 852,0 5-1076,3-1 694,8-1-716,16-3-320,1 0 163,18 1-65,23-2 1,7 0-88,-10-2 1,2 0 14,6-1 1,4 0-1,-7 0-36,10-4-29,-8-1 45,-43 10 179,-1 11 12,-1 3 112,0 44-219,0-18 0,1 1-79,0-3 1,3 1 5,2 7 0,3 0 6,7-10 0,0-2 0,5 18 11,-6-20 0,-9 0 5,-27-5 1,-8-3-443,-3 5 409,-15-7 0,-1-6 0,21-12 0,-12-3 0</inkml:trace>
  <inkml:trace contextRef="#ctx0" brushRef="#br0" timeOffset="546371">11913 1054 32767,'-2'-37'0,"-1"0"0,-21-20-3296,-13 80 3215,2 18 0,2 6-337,12-15 1,4 2 110,-6 24 0,19-1-6,44-22 1,13-8 64,-21-7 1,4-4-418,16-5 0,9-7 0,-9-7 661,-16-9 1,-6-8 201,3-27 1,-11-4-868,-20-9 552,-26 0 1,-9 6-118,-4 19 234,9 8 0,-6 5-79,-22 17 1,-2 11-275,-1 2-4563,4 15 1,9 6 4645,36 0 0,8 12 0,9-33 0</inkml:trace>
  <inkml:trace contextRef="#ctx0" brushRef="#br0" timeOffset="546669">12477 1285 27516,'5'17'-9559,"-2"21"7919,-7 17 0,0-10 1,4-32-1</inkml:trace>
  <inkml:trace contextRef="#ctx0" brushRef="#br0" timeOffset="547253">13273 1055 31162,'-3'-49'-243,"0"0"0,3 9 0,-5 8-1829,-14 18 1920,-23 37 1,-3 14-124,-3 1 66,11 9 1,-3 13 0,9-8-337,11 2 442,30-13 0,11 6 0,5-15-1527,35-22 1657,4-1 1,-4-16 106,-31-29 1,-8-9-259,-3 11 1,-6-2 83,-14-25 0,-7 2 124,-7 8-1705,0 18 1,0 5 1547,4 12-9758,-31 35 8131,30-5 1,-15 23-1,25-32 1</inkml:trace>
  <inkml:trace contextRef="#ctx0" brushRef="#br0" timeOffset="547537">13778 1265 32767,'-21'58'-1977,"5"-16"0,1-4 1,9-23-1</inkml:trace>
  <inkml:trace contextRef="#ctx0" brushRef="#br0" timeOffset="548075">14522 966 26820,'2'-6'3369,"-34"-22"-5449,1 58 1646,2-13 0,1 4 30,9 20 0,9 6 215,10 5 1,8-4-92,21 7 317,6-32 0,4-14-417,-2-35 1,-2-12 305,-7 17 0,-5-4 218,-4-32 0,-16-5-130,-20 21 0,-6 5-51,8 3 1,-1 6-2075,-36 1 2111,37 57 0,1-3 0,10 1 0</inkml:trace>
  <inkml:trace contextRef="#ctx0" brushRef="#br0" timeOffset="548370">14972 1212 29733,'-20'40'-1967,"1"0"1,-9 5 0,23 13 0,5-47 0</inkml:trace>
  <inkml:trace contextRef="#ctx0" brushRef="#br0" timeOffset="548801">15375 983 24844,'-44'37'-185,"1"0"0,4 7 1,11 2 70,23-8 0,13-1 384,16 0 1,9-9-188,13-9 247,4-31 0,-3-14-62,-18-30-124,-21 5 1,-7-1-352,-18-11 61,-3 26 1,0 6-7753,3 12 7898,6 10 0,10 9 0,1 3 0</inkml:trace>
  <inkml:trace contextRef="#ctx0" brushRef="#br0" timeOffset="549392">17191 1172 32767,'-25'59'-963,"-3"-3"1,18-43-1,-2 2 1</inkml:trace>
  <inkml:trace contextRef="#ctx0" brushRef="#br0" timeOffset="550491">18271 709 19118,'-37'-11'-68,"0"-1"0,-14 7 1,-5 3-1,10 2 8,7 5 263,-16 2 1,9-2-395,40-5 1013,0 51-542,-3-15-90,1 1 0,-2 8 0,0 1-134,1 0 1,-1 0 0,1-2-29,-4 12 0,1 0-28,0 7 0,16-9-1255,27-32 1,9-8 688,-9-2 1,1-3 0,8 1-1,-2-5 1,1-5 0</inkml:trace>
  <inkml:trace contextRef="#ctx0" brushRef="#br0" timeOffset="553188">18800 889 20108,'9'-6'4065,"-3"1"-2985,-6 5-2074,0 0 378,-17-3 508,-11 23 0,-3 9-182,-17 3 200,7 14 1,8 5-1071,18 7 904,22-20 0,13-4 186,21-10 1,9-6 159,-3-3 0,1-6 279,11-12 1,-6-11-26,-27-7 1,-7-6-132,-4-12 0,-9-4-28,-11-3 0,-8 1-51,-3 0 0,-4 3-70,-4 4 1,-3 5-60,3 8 1,-2 4-154,-7 6 0,0 8-2782,-10 16 2930,10 15 0,20-1 0,19-6 0</inkml:trace>
  <inkml:trace contextRef="#ctx0" brushRef="#br0" timeOffset="553485">19334 1215 18826,'1'-3'4298,"1"0"-4304,14-4-1016,-15 35 1009,7 1 1,-14 8 0,-1-8 0</inkml:trace>
  <inkml:trace contextRef="#ctx0" brushRef="#br0" timeOffset="554007">19959 907 15062,'0'-3'7591,"-15"-22"-7624,0 25 283,-33 6-124,23 16 1,2 8-98,-4 6 0,2 2-24,7 1 0,8-1 28,24 25-110,36-27 279,-9-30 0,1-8 106,17-9 50,-26-11 0,-7-8 113,-13-34-211,-9 24 1,-3-2-160,-4 5 0,-3 3-62,-4-11-123,-8 22-1188,-2 24 1272,-10 19 0,10-8 0,1 10 0</inkml:trace>
  <inkml:trace contextRef="#ctx0" brushRef="#br0" timeOffset="554316">20305 1195 17776,'8'-10'5416,"-1"3"-5231,2 15-297,-11 2-7057,-2 35 7169,-6-18 0,-3 10 0,10-26 0</inkml:trace>
  <inkml:trace contextRef="#ctx0" brushRef="#br0" timeOffset="554883">20924 916 19679,'-16'-52'1943,"17"82"1,6 29 0,-5-12-2194,-7-23 555,33 8 0,5-15-99,-15-73-1418,-18 4 0,-6-8 0,-7 19 1203,-12 25 1,-9-1 0,3 9 0,21 22 0</inkml:trace>
  <inkml:trace contextRef="#ctx0" brushRef="#br0" timeOffset="555199">21403 1189 21125,'-26'49'-73,"0"-1"0,5-9 1,0 0-1</inkml:trace>
  <inkml:trace contextRef="#ctx0" brushRef="#br0" timeOffset="556370">21006 941 19064,'-16'-32'952,"0"0"0,-21-19-722,-2 49-93,5 11 0,-2 2-53,-16 4-34,21-2 1,3 3 128,2 7-44,3 8 64,3 4 0,0 3-76,-2 9-56,7-13 1,4 2 206,13 26-145,5-30 28,15 18 83,11-42 1,6-10-62,11-4-140,-12 3 1,-1-3 324,10-24 263,-13-17-493,-3 3-78,-8-4 185,-18 0 208,-4 1-326,0 3-17,-1 5 46,-2 26-85,0-2-39,-1 0-118,2 3-1036,0 3 1126,10 6 0,-6 2 0,6 1 0</inkml:trace>
  <inkml:trace contextRef="#ctx0" brushRef="#br0" timeOffset="557569">21896 889 15653,'8'-29'3946,"-3"6"-3790,-5 23 1218,0 0-1314,-1 4 801,-28 46-609,9-13-74,-8 19 1,1 2-150,9-10-18,2-14 1,9-1 240,31-7 0,9-7-152,0-4 130,15 2 0,3-10 330,-3-37-317,-20-9 1,-5-6-163,-10 7 0,-6-1-14,-10-20 1,-16 2-119,-25 20 1,-7 7-174,20 4 0,-1 5-378,-20 3 0,7 13 602,24 21 0,11-7 0,5 6 0</inkml:trace>
  <inkml:trace contextRef="#ctx0" brushRef="#br0" timeOffset="558251">22406 703 12006,'-5'-3'9830,"44"-34"-9145,-3 22-639,1-1 1,9-2-1,-2 3 116,5 6 0,-2 2-138,1-1 1,-4 2 299,6 9 138,-58 45-557,3-12 187,1 18 1,5 9-82,6-15 0,5 1 1,-2-2-7,2 10 1,-8 3-970,-9-9 1,-6 7 0,-6-3-1,-2-12 964,-14-12 0,-5-6 0,7 8 0,-2 2 0,2-9 0,-22-15 0</inkml:trace>
  <inkml:trace contextRef="#ctx0" brushRef="#br0" timeOffset="558990">24011 1232 29304,'53'-8'-562,"0"0"1,-1 0 0,1 0-1,0-2 1,-2 1 0,-10 3-1,1 3 1</inkml:trace>
  <inkml:trace contextRef="#ctx0" brushRef="#br0" timeOffset="559358">25725 961 22464,'32'-11'-449,"1"1"0,23 4 1,11 2-1,0-1-205,-5-3 0,-1-2 1,6 1 269,-17 4 0,4 1 0,3 0 0,1 1 0,0-1 0,-2 0 54,10 0 1,1-1 0,-2 1 0,0-1 0,-4 1 585,0-1 1,-3 0 0,-1 0-1,0 0 1225,6 1 0,2 0 0,-5 0 0,-15-1 1189,-2-5-3960,-26 4 811,-19-1 479,32 9 0,-20-1 0,19 1 0</inkml:trace>
  <inkml:trace contextRef="#ctx0" brushRef="#br0" timeOffset="560189">28247 387 28683,'58'-14'-301,"-1"0"0,6 0 0,0 4-584,-9 4 0,-2 3 230,-6 0 0,-4 2 169,18 8 430,-47 30-174,-18 4 160,-1 11 1,2 4-814,5-16 0,4 2 881,1 3 0,3 8 1,0 0-1,-1-8-85,-1-3 0,0-2 107,3 6 1,-1 4-1,-14-5-18,-23-13 0,-15-5 0,6-3-120,-12 17-1322,2-11 1,-10 3 0,13-10-8392,16-14 9267,-20 8 1,41-17 0,5 0 0</inkml:trace>
  <inkml:trace contextRef="#ctx0" brushRef="#br0" timeOffset="924791">15048 3190 7895,'11'-46'3276,"1"0"1,-1 1 0,-6 16-185,4-4-3064,-11 64 0,-7 33 0,3-7-11,4 8 3,3-14 1,0 12-1,-2 14-12,0-30 0,-1 9 1,-1 5-1,-1 6 1,0 4-1,0 1 1,-1 2-1,1-1 1,0-2-1,1-3 1,-1-5-1,2-6-654,0 11 1,0-9 0,1-4 0,0 2 0,0 6 0,-1 12 649,0-27 1,0 5-1,0 5 1,-1 4-1,1 4 1,-1 3-1,0 2 1,0 2-1,0 2 1,0 0 0,-1 1-1,1-1 1,0-1-1,0-1 1,0-2-1,0-3 1,1-4-1,-1-3 1,1-5 0,0-5-1,1-5-4,-2 30 0,2-16 0,0-5 0,-1 5 0,0 14 15,0-27 1,0 6-1,-1 5 1,1 4-1,-1 3 1,0 4 0,-1 1-1,1 3 1,0 0-1,-1 0 1,0-1 0,1 0-1,-1-2 1,0-3-1,0-3 1,1-4-1,-1-4 1,0-5-6,-1 16 0,0-11 1,0-5-1,-1-2 1,0 4-1,0 8 1,-1 11 8,3-29 0,0 3 1,0 3-1,-1 3 1,0 3-1,0 2 1,-1 3-1,1 2 1,-1 2-1,0 2 0,0 1 1,0 2-1,0 1 1,-1 1-1,1 1 1,0 1-1,-1 0 1,1 0-1,0 0 0,0 0 1,0-1-1,0 0 1,0 0-1,0-2 1,1-1-1,-1-1 1,1-2-1,0-2 1,1-1-1,-1-3-68,0 7 0,1-2 0,0-1 1,0-1-1,0-2 0,0 0 1,0-1-1,1-1 0,-1 1 1,1-2-1,0 1 0,0 0 0,-1 0 1,1 1-1,0 0 0,0 2 1,0 0-1,-1 1 0,1 2 1,-1 1-1,1 1 0,-1 3 56,1-13 0,0 1 0,0 2 1,0 1-1,0 1 0,-1 1 1,1 0-1,0 2 0,0 0 1,-1 2-1,1-1 0,-1 2 1,1 0-1,0 0 0,-1 0 1,1 1-1,0 0 0,-1 0 1,1 0-1,-1 1 0,1-2 1,0 1-1,0 0 0,-1-1 1,1-1-1,0 0 0,0 0 1,0-1-1,0-1 0,0-1 1,0 0-1,0-2 0,0 0 1,0-2-1,0-1 0,1-1-28,-1 11 1,-1 0 0,1 0 0,0-1 0,0-1 0,0-1 0,-1 0 0,1-1 0,0-1 0,0 0 0,0-1 0,1 0-1,-1-1 1,0-1 0,1-1 0,-1 0 0,1-1 0,0 0 0,0-1 0,0-1 0,0 0 0,1-1 0,-1-1 0,1 16-1,0-2 1,1 1 0,0-2 0,1-1 0,0-1 0,-1-1 0,1-1 0,-1-2 0,1-2 0,-2-1 0,1-3 0,-2-1 0,1-2-1,-5 7 1,1 1 0,0-1 0,-1 1 0,1-1 0,0 1 0,-1-1 0</inkml:trace>
  <inkml:trace contextRef="#ctx0" brushRef="#br0" timeOffset="926012">16768 3500 15603,'-3'-10'7500,"-16"-24"-7243,-3 27-150,-37-10-60,27 23 1,0 8-138,-5 13 1,4 5 27,0 23 65,24-21 0,13-1 41,36 2 1,16-3-65,-10-2 1,0-2 27,5 0 1,-4-1 21,-13-6 1,-15-1 87,-41-1-1228,-23-4 0,-18-2 0,9-1 1037,21-2 0,-1-2-3204,-22 4 0,-7-1 0,24-9 1427,35-5 1,0-4 0,5 5 0</inkml:trace>
  <inkml:trace contextRef="#ctx0" brushRef="#br0" timeOffset="926269">17157 3453 20201,'0'-5'5024,"0"1"-4760,0 4-410,3-41 157,-4 97-39,1-22-323,-1 9 0,-1 13 0,2-1 351,2-5 0,0-1 0,0-4 0,-2 2 0,1-4 0,4-9 0,-1-1 0</inkml:trace>
  <inkml:trace contextRef="#ctx0" brushRef="#br0" timeOffset="926819">17044 3803 22475,'59'-21'-105,"0"1"1,-1-1 0,-5 2 0,-3 1 0,-6 2 247,-10 4 0,-6 2 36,0 1-22,1-8 638,-68 36-783,26-10 66,-3 35 28,43-38 1,11-5 5,-1 4 0,-2-6 285,6-26 1,-8-8-219,-10-10 115,-37 4 1,-14 12-223,-10 53 1,-4 12-89,-16-18-151,37 23 1,9 16 0,13-9-2066,22-16 0,9-3 2232,3 16 0,3-5 0,-9-19 0,-1-7 0,6-5 0</inkml:trace>
  <inkml:trace contextRef="#ctx0" brushRef="#br0" timeOffset="927341">18035 3683 25455,'-10'56'17,"0"-1"1,0 0 0,0 0-1,0-1 1,0-1 0,2-1-1,5-5-20,14 17 1,4-8 18,-11-13 1,1-19 98,5-49 0,-1-18-112,-7-1 0,-4-6 39,1-3 0,-3-9 0,1-2 0,2 6 36,0 4 0,1 4 1,7 2-100,11 1 1,7 2-1,0 3 18,-2-8 1,8 12-32,19 22 0,11 14 1,-13 15 10,-22 33 1,-12 10 39,9-11 0,-16-3-804,-44-2 1,-27-4 0,5-12 786,14-16 0,1-7 0,-6 2 0,-4-2 0,21-7 0,30-8 0</inkml:trace>
  <inkml:trace contextRef="#ctx0" brushRef="#br0" timeOffset="927614">18796 3725 25007,'51'-15'-25,"0"0"0,0 0 0,-15 1 0,-2 2 1,14 4-1,-1-1 0</inkml:trace>
  <inkml:trace contextRef="#ctx0" brushRef="#br0" timeOffset="927840">19414 3407 24435,'0'-3'-2179,"-3"35"0,-1 36 1,0-8 2178,-3 2 0,3-6 0,0 9 0,0-18 0,0-25 0</inkml:trace>
  <inkml:trace contextRef="#ctx0" brushRef="#br0" timeOffset="930533">19972 3364 21769,'-32'22'308,"0"-1"1,-2 17 553,75-14 107,7-22-235,-6-26-263,-19-16-231,-15-4-290,-16 14-432,-13 22-1702,-12 39 2184,13 4 0,1 2 0,-6 9 0,6 9 0</inkml:trace>
  <inkml:trace contextRef="#ctx0" brushRef="#br0" timeOffset="930832">20075 3848 16157,'1'7'5713,"-1"-2"-5382,-26 53 207,35-28-216,-11 6 0,4-3 450,41-17 136,-2-22 5,-14-21-723,-18-3-744,-29 1 554,-26 22 0,15 3 0,-5 10 0</inkml:trace>
  <inkml:trace contextRef="#ctx0" brushRef="#br0" timeOffset="1.13338E6">21159 3838 20229,'17'-41'1364,"1"0"0,-1 0 0,5-15 0,-5 16-1353,-12 35 23,-16 30-104,-4 14 0,-1 7-883,1 3 1,3 3 952,2 11 0,4-4 0,1-23 0,3-5 0,14 10 0</inkml:trace>
  <inkml:trace contextRef="#ctx0" brushRef="#br0" timeOffset="1.13377E6">21494 3388 23422,'-46'-7'104,"-1"-1"1,8 11-1,10 11-98,19 29 0,15 9 5,10-7 0,9-6 95,12-10 1,6-13 184,3-15 0,-2-12-14,-7-13 1,-8-10-63,-16-13 1,-11-5-138,-7 10 1,-7 2-65,-10-1 0,-3 7-535,-7 8-3574,10 42 4095,25 19 0,1 2 0,7-10 0</inkml:trace>
  <inkml:trace contextRef="#ctx0" brushRef="#br0" timeOffset="1.13398E6">21855 3669 21159,'-5'0'2800,"1"0"-3626,27-7 0,20-2 826,10 6 0,2 0 0,-10-5 0,-1 0 0,2 7 0,0 0 0</inkml:trace>
  <inkml:trace contextRef="#ctx0" brushRef="#br0" timeOffset="1.13417E6">21908 3920 21719,'-8'2'4324,"1"0"-4755,21 0-2795,33-9 0,10-2 3226,-22 5 0,1 1 0,21-6 0,-4 0 0,-20 4 0</inkml:trace>
  <inkml:trace contextRef="#ctx0" brushRef="#br0" timeOffset="1.1374E6">22885 3799 14577,'2'-10'3952,"-2"-33"0,-3-8-2726,1-3-831,-1 0 0,0 2-266,0 16-213,1 38 157,-7 53-73,-1 3 0,-1 6 2,4-14 1,-1 1-3,1-4 0,-1 3 0,3-9 168,2 0 191,1-5-135,13-64-79,-3-9 1,1-8-84,1-4 0,1-3 22,-3 6 0,-1-2 0,0 3 67,-1-3 0,-1 4-126,-1 7 0,-1 6-58,0 10 16,0 63-392,-1 19-4507,-2-1 1,1 0 4278,-1-24 1,-1-3-1,0 4 1,0-8-1,0-20 1</inkml:trace>
  <inkml:trace contextRef="#ctx0" brushRef="#br0" timeOffset="1.13811E6">23820 4045 20783,'0'-6'3585,"0"2"-3646,-7-16-63,-8 63-3472,-4-15 1,-1 2 3595,4 12 0,0 2 0,-1-6 0,2-6 0,4-10 0</inkml:trace>
  <inkml:trace contextRef="#ctx0" brushRef="#br0" timeOffset="1.1389E6">24554 3774 16392,'11'-36'4150,"0"0"1,-5 19-4960,-12 52 0,-5 18 1,2-11-1,-4 9 1,1 1-1,-1-1 1</inkml:trace>
  <inkml:trace contextRef="#ctx0" brushRef="#br0" timeOffset="1.13933E6">24965 3235 20296,'-22'60'653,"-1"0"1,3-7 0,6-23 693,21-63 0,-1-1-1347,-11 37 0,0-45 0,-2 2 0,-8 64 0</inkml:trace>
  <inkml:trace contextRef="#ctx0" brushRef="#br0" timeOffset="1.14014E6">25382 3492 7761,'-8'52'3084,"0"1"1,1-1-1,35-11-3084,-25 13 0,-8 13 0,12-23 0,32-39 0,-19-2 0</inkml:trace>
  <inkml:trace contextRef="#ctx0" brushRef="#br0" timeOffset="1.1416E6">25606 3523 9290,'1'-4'8323,"0"1"-7410,-7-2 51,-10 9-90,-17 2-191,-23 21-401,21-10 1,-1 1-104,2 1 1,2 1 196,-20 17 111,31-8 62,27 1-297,17-2-96,25 8-167,6-1-633,-17-12 0,2-1-2372,-7-3 0,0-2 2168,24 13 0,-32-20 0,-20-8 0</inkml:trace>
  <inkml:trace contextRef="#ctx0" brushRef="#br0" timeOffset="1.14246E6">25619 3545 7565,'-3'-9'8643,"1"2"-7092,2 7-453,-4-10-907,2 7 5,-11-6 22,-13 19 168,-20 9 62,-11 7-165,26-12 0,1-1-20,-15 4 95,4-2-335,26-10 50,1 3-17,14-4 291,8 21-134,8 1-698,15 2 1,11 6-1,-5-6 1,2 5-1,10-2 1,0 1-1</inkml:trace>
  <inkml:trace contextRef="#ctx0" brushRef="#br0" timeOffset="1.14479E6">26115 3630 17070,'-4'0'5702,"-27"-6"-5803,34 5-1070,29-6-1400,17 6 1,7 3-2346,0 0 1,-1 1 3907,-5-2 0,-7 2 0,-9 3 0,-29-5 0</inkml:trace>
  <inkml:trace contextRef="#ctx0" brushRef="#br0" timeOffset="1.14497E6">26008 3844 22330,'62'0'-58,"0"-1"0,-1 0 1,-5 0-1,-6 1 0,-12-1 1,0 0-1</inkml:trace>
  <inkml:trace contextRef="#ctx0" brushRef="#br0" timeOffset="1.14792E6">27279 3531 15149,'0'-40'5954,"-19"9"-5893,-27 31-53,-6 6 1,0 3-37,-3 0 5,12 0 1,10 2 179,26 5-84,6-2 61,7 14 124,-1 14-90,-6 7-90,-2 14 118,-2-26 1,0-2 475,1 2-45,9-13-459,42-54-129,-13 6-1743,10 10 0,0 8 1676,-6 16-628,5 22 1,-4 5 622,-15-7-203,-11 14 1,-16 0-1703,-26-27 0,-11-5 1616,1 5 0,0-1 0,2-6 0,3-5 0,1-5 0</inkml:trace>
  <inkml:trace contextRef="#ctx0" brushRef="#br0" timeOffset="1.14816E6">27520 3429 15473,'2'-10'2927,"34"-8"0,18 2-3736,-2 9 0,3 2 1,0-9-1,-1 0 1,-11 11-1,-1 0 0</inkml:trace>
  <inkml:trace contextRef="#ctx0" brushRef="#br0" timeOffset="1.15413E6">18697 5177 10013,'0'-4'4646,"-5"-29"0,-3-6-3324,-5 6-776,-1-12 0,-6 3 26,-28 18-438,-6 12-92,14 17 0,-1 9-67,3 12 0,3 9-37,4 0 0,7 4 28,4 4 1,13 0 30,19-5 1,10-5 147,30 1-47,-18-23 0,2-7 185,4-18 0,-1-9-34,-10-4 0,-1-3-17,1-4 1,-3-1 94,-10 1 1,-5 2-25,-1-3-231,-7 11-83,-4 26 34,1 26-29,-2 11-50,2 0 0,1 3-504,2-4 0,1 0-1179,0 2 0,3-1 1739,13 15 0,-8-31 0,0-12 0</inkml:trace>
  <inkml:trace contextRef="#ctx0" brushRef="#br0" timeOffset="1.15433E6">19072 5321 25236,'5'-3'-812</inkml:trace>
  <inkml:trace contextRef="#ctx0" brushRef="#br0" timeOffset="1.1641E6">20184 5245 23383,'2'-41'324,"15"67"-355,-5 20 1,-4 11-148,1-6 1,-3 4 0,-6-3-324,-9-7 1,-6-2-1,-4-2-487,-7 2 1,-5-1 0,-3-6 415,-3-7 0,-4-5 0,3-2 0,-7 1 0,5-6 1,-9-9-1</inkml:trace>
  <inkml:trace contextRef="#ctx0" brushRef="#br0" timeOffset="1.16457E6">20410 4966 9481,'-4'-7'9639,"2"2"-8563,2 5-505,-28 14-493,16 9-22,0 33 123,22-24 381,38 1 259,-4-52 357,-8-32-829,-42-13-294,-4 32 0,-6 3-112,-9 3 1,-3 10-2978,-8 20 3036,16 27 0,7-5 0,11 6 0</inkml:trace>
  <inkml:trace contextRef="#ctx0" brushRef="#br0" timeOffset="1.16482E6">20820 5152 18582,'-7'-1'2224,"47"-17"-3446,-12 12-1103,11-4 1,3 2 2324,2 6 0,-6 2 0,-19 0 0</inkml:trace>
  <inkml:trace contextRef="#ctx0" brushRef="#br0" timeOffset="1.16503E6">20780 5470 15956,'-4'1'7287,"1"-1"-7293,30-11-3271,19 0 0,15 0 0,-6 0-1639,-17 1 1,0 1 4567,20-3 0,6 0 0,-21 5 0,-30 6 1,-6 0-1</inkml:trace>
  <inkml:trace contextRef="#ctx0" brushRef="#br0" timeOffset="1.16567E6">21717 5088 19238,'-6'-39'3156,"1"-1"0,-4-20-2907,4 104 1,1 27-228,0-31 1,1 1-50,-1 8 1,0 7 0,1-5-825,0 3 1,1-8 0,2-10 0,0 7 0</inkml:trace>
  <inkml:trace contextRef="#ctx0" brushRef="#br0" timeOffset="1.16698E6">22540 5425 17742,'7'-5'4952,"-2"67"-5165,-17-15-596,-4 5 0,-4 12 1,1-11-1,-6 2 1,-1-7-1,0 0 1</inkml:trace>
  <inkml:trace contextRef="#ctx0" brushRef="#br0" timeOffset="1.16891E6">23725 5455 15894,'1'-3'8603,"0"1"-8099,8-41-336,-7 32-134,13-10-23,-9 46-6,3 13 1,-1 8-15,-2 5 1,-5 4-138,-5-9 1,-3 3-1,-5 0-578,-4 1 0,-6-1 0,-4-3-2553,-5-4 0,-4-3 0,0-5 1638,-4 3 1,2-7-1,4-9 1,8-8 0,18-10-1</inkml:trace>
  <inkml:trace contextRef="#ctx0" brushRef="#br0" timeOffset="1.16939E6">23953 5014 12573,'0'-7'7365,"0"2"-6486,-2 11-425,-17 38-426,10 2 11,5-10 0,6-1 207,16 2 225,20-17 353,2-35 542,-12-34-1215,-10 16 93,-26-4 0,-8 3-233,-1 20-358,-30-15-779,29 38 278,-3 20 0,13-12 0,4 9 0</inkml:trace>
  <inkml:trace contextRef="#ctx0" brushRef="#br0" timeOffset="1.16983E6">24622 5136 18453,'-19'14'2403,"-19"11"0,-6 9-2276,7-1 0,1 5 0,18 0-127,50 17 0,8-1 0,-49-9 0,5-7 0,58-28 0,-1 0 0,1 0 0</inkml:trace>
  <inkml:trace contextRef="#ctx0" brushRef="#br0" timeOffset="1.17172E6">25110 5249 20173,'3'-7'-415,"28"0"1,13 2-1762,-10 2 0,1 2 1043,32-4 1,-4 2 0,-15 2 0,-7 1 0</inkml:trace>
  <inkml:trace contextRef="#ctx0" brushRef="#br0" timeOffset="1.17191E6">25239 5469 16241,'-3'1'5802,"0"0"-5706,6 2-96,39-4 0,31-7 0,-13 2 0,-13 5 0,11-4 0,1-1 0,-1 1 0</inkml:trace>
  <inkml:trace contextRef="#ctx0" brushRef="#br0" timeOffset="1.1738E6">26053 5270 19692,'49'-40'378,"0"-1"1,0 1-1,4 4 1,2 5-1,-12 24-3194,-19 46 0,-8 11 2827,7-24 0,-3 2 791,-14 34 1,-20-3-47,-20-40 1,-4-5-449,-10 25 1285,-14-35-1571,126-4-33,-25 4 3,4 7 1,8 9 0,-18 6-212,-36 23 1,-11 3-20,24-14 0,-8-4-86,-38-4 0,-22-5 0,7-9 0,0-14 0,7-6 0,0 1 0</inkml:trace>
  <inkml:trace contextRef="#ctx0" brushRef="#br0" timeOffset="1.17559E6">24607 5226 8035,'4'-7'9830,"-1"1"-8009,-3 6-617,7-22-1075,-5 17 27,5-17 1172,-6 22 940,-1 0-2178,-18 15-68,1-1 12,-10 7 0,-6 3 36,-7 2 0,-2-1-6,9-4 0,-1-1 31,-2 1 1,5-5 22,16-11-107,10-4-67,6-1 39,14 5 17,-3 1 0,22 10 12,-4 4-18,-3 1 0,5 3-2072,15 3 0,1 1 2078,-11-6 0,0-1 0,1-1 0,-4-5 0,-16-13 0</inkml:trace>
  <inkml:trace contextRef="#ctx0" brushRef="#br0" timeOffset="1.23026E6">21288 6839 7615,'12'-55'9830,"-9"16"-7982,0 3 1,-5 1-1211,-24-16-347,-2 24-217,-16 1-63,-2 19 17,-7 13-48,18 5 1,0 4-9,-17 14 13,23-7 1,4 3-8,-2 28-6,12 8 0,16-26 0,5-1-6,8-1 1,6-5 52,13-2 1,5-8 55,-1-7 1,1-5 5,-1-6 1,-1-8 66,-6-10 1,-4-7 92,7-25 67,-6-7 157,-8 4 61,-6 12-319,-3 11-100,-3 10-275,-5 17 173,4 22 6,2 25-50,-4 0 0,-1 6-692,2-1 0,-2 0 232,-2-7 1,1-1-181,2-3 1,1-9 0,-2-16-1,5 7 1</inkml:trace>
  <inkml:trace contextRef="#ctx0" brushRef="#br0" timeOffset="1.23134E6">21900 6804 9946,'-29'1'9830,"85"2"-11251,-9 1 0,9 1 0,-2 0 1421,10 0 0,-1-1 0,-13 1 0,2 0 0,-17-1 0,-21-1 0</inkml:trace>
  <inkml:trace contextRef="#ctx0" brushRef="#br0" timeOffset="1.23175E6">21931 7059 8366,'54'1'1852,"0"0"1,0 0 0,0 0 0,-11 2 0,0 0-1853,10-4 0,12-1 0,-4 0 0,-18 1 0,-17 1 0,-6-1 0</inkml:trace>
  <inkml:trace contextRef="#ctx0" brushRef="#br0" timeOffset="1.23248E6">22854 6821 13161,'-30'1'7231,"21"2"-7251,34 0 0,20-1 20,15 2 0,2-1 0,-18 0 0,0-1 0,1 0 0,0-1 0</inkml:trace>
  <inkml:trace contextRef="#ctx0" brushRef="#br0" timeOffset="1.23301E6">22920 7073 16784,'-32'7'2443,"6"-1"-2426,26-6 722,20 2-554,9-2-146,18 1 0,3-1-61,9-2 2,-1 1 0,-3 0 82,-19-1-740,6 1-7074,-33-1 7752,-8 1 0,-1 1 0,0-1 0</inkml:trace>
  <inkml:trace contextRef="#ctx0" brushRef="#br0" timeOffset="1.23427E6">24083 6909 7240,'4'-10'9186,"-1"3"-7204,-22-37-1819,11 31 252,-28-34-6,1 44 0,-1 7-331,-11-2-64,7 1 0,2 4 70,2 13 25,11 12 0,1 4-75,-6 11-45,9-3 0,5 1 44,14-7 712,28 8-370,9-38 0,7-10 87,4-6 1,1-5-312,-2 1 0,-5-7 244,-6-12 0,-11-1-272,-15 10 6,1-11 229,-4 18-363,-3 8-219,0 14 229,-2 2-5,-2 19 0,-4 31-5,-1-5-147,3-9 1,-1 1-717,-2 3 20,0 15 0,4-45 0,0 7 0</inkml:trace>
  <inkml:trace contextRef="#ctx0" brushRef="#br0" timeOffset="1.23707E6">24927 7162 10405,'-12'-23'9830,"10"8"-8246,-10-16-1219,15 16-180,-1 4-185,0 6-67,-3 20 128,-4 23-44,7 7 0,3 2 33,2 14-8,1-19 0,7-8 614,44-21-528,-21-13-5,15-12 1,1-7-74,-22 2 1,-3-1-37,6-2 0,4-2 17,4-4 1,6-3 0,-4 3-10,-5 5 1,1 0-16,14-7 0,7-3 1,-7 4-22,-13 8 0,-3 4-9,2 0 1,-4 3-6,-6 4-672,9 9-477,-22 2 1177,17 8 0,-26-7 0,1 4 0</inkml:trace>
  <inkml:trace contextRef="#ctx0" brushRef="#br0" timeOffset="1.27704E6">11885 1582 27686,'52'3'151,"0"0"0,-4 1 0,-3-1-45,0-8 1,-10 3 531,-18 11-1057,-40 2 1,-17 0 897,-16 7 1,-5 1-273,16-7 0,0 1 0,2-1 172,-10 3 1,6-2 729,-5 1 57,69-11-1166,16-7 0,7-3 0,17-2 0,4 0 0,-17 0 0,1-1 0,-2 0 0,20-3 0,-27 4 0,-57 8 0,-23 8 0,5 0 0,-7 2 0,-1 1 0,3-1 0,1 0 0,1 0-475,-9 1 1,6 1 1164,-7 4-431,59-15-259,26-5 0,13-3 0,14-5 0,3-2-79,0 2 0,0 0 105,2 0 0,-4 2 1,-21 4-1,-7 1 0,-6 4 1</inkml:trace>
  <inkml:trace contextRef="#ctx0" brushRef="#br0" timeOffset="1.294E6">6999 9930 8797,'49'3'875,"-1"1"1,-3-1 0,-7-1 2972,-18 0-2089,-13-1-1647,-30 3 148,-14 2 1,-7 2 150,3-2 1,-1 1-253,-8 2 1,3-1 59,-6 1-427,35-5 506,25-3 60,50-6-311,-14 1 1,4-1-31,11-1 0,3 0-31,4-1 0,-3 0 87,-20 4 0,-5 0 201,9 0-140,-93 10-95,0-3 1,-6 1 32,-9 2 1,0 1 28,-1-2 0,6 0-118,4 2-308,20-5 146,50-1 319,33-2-135,-14 0 1,4 0 0,17-1 0,3-1 69,-6-1 1,-3 0 299,-9 2 0,-12-3-207,-24 0-151,-34 3 0,-21 3 27,-14 0 1,-4 1 7,21-1 1,-1 0-1,3 1-7,-12 0 0,7 1-281,-4 1 192,89-3 55,-7-1-17,24-2 1,7 0-26,-18-1 0,1-2-861,6 0 0,5-1 1,-6 1 1017,-8 0 1,-4 1-13,10-3 1,-19 2-193,-78 3 96,0 2 1,-10 1 0,1 1 16,10-1 1,1 1-1,-2-1-13,-13 1 1,-3 1-1,11-1-131,18 1 0,10-1 109,12-1 50,49-6-80,9-1 0,11-1 1,-3 1-8,1-1 1,1 1 52,13-2 1,6 0 0,-12 1 3868,2 0-3347,-17 1-614,-88 6 1,-33 4 84,27-1 0,-2 0 1,-3 1-10,4 0 0,-4-1 0,1 1 0,4 0-84,-1 1 0,3 1 0,10 0 190,1 3-117,47-3 11,22-5 0,19-4 0,0-1-36,-2 0 1,1-1-1,3 0 41,8 0 1,7 0 0,-5-2 0,-15 0 587,-2-7-581,-52 6-3,-31 5 1,-27 5 0,-9 4 0,9-1-42,7-1 0,3 1 1,2-1-14,-4 0 0,1 0 0,31-1 420,47 2-358,21-9 0,21-4 0,7-3 0,-8 3-118,-8 4 0,-4 0 0,5 0-31,-4-1 1,8-1 0,-1-1 0,-5 2 0,-14 1 0,5 3 0,-12 4 0</inkml:trace>
  <inkml:trace contextRef="#ctx0" brushRef="#br1" timeOffset="1.31152E6">7079 9458 13166,'2'-55'2871,"1"0"1,-1 8-1,0 9-2843,1 20-381,-2 22 485,1 34 0,-2 11-102,-2-15 1,0 3-16,-1 15 0,-1 8 0,-1-4-4,-3 2 0,1-2-17,-1 6 1,2-4 86,2-15 1,5-13 971,10-24-924,0-40-101,-1-17 42,-5-2 0,-3-5 8,0 4 1,0-2 8,1 8 1,-1-3 0,0 1-46,2-17 0,1 6-249,-3 26 0,1 4 117,2-2 112,5 75-11,-5 4 1,-3 9-1143,-4 1 0,-2 5 1,0-3 1124,2 9 1,-2-4 7,-6 5 1,-4-13 277,0-31-39,-16-52-224,4-12-12,9 3 1,1-5 8,7-9 0,3-2 70,2-7 0,3 0-9,-1 9 1,1 4-87,0 3 0,2 10-370,1 21 387,10 69-20,-6-15 0,-1 5 19,0-1 1,1 5-1,-1 0 0,0 2 1,-1 0 0,-1-4-1,0 4 1,0-5 1805,0-1 0,0-19-1559,-2-46-1875,4-34 0,2-12 1642,-3 18 1,1-1 2,0-5 0,2-5 1,-1 5 47,1 1 0,0 4 75,-2 0 1,-1 4-347,2-13 111,-5 21 6,0 84-475,-2-3 0,0 13 1,-1 3-1,1-9 545,1 3 0,0-1 11,-1 6 0,-1 10 1,0-4-1,0-21 2288,0-19-1775,1 1-477,2-56-21,0-18-4,0-6 0,0-7 40,0 0 0,0-4-2,0 7 1,-1-2 0,1 5-78,-1 3 1,0 5 1692,1-2 0,-1 20-1909,2 59 247,1 18 0,0 16 0,-1-6-6,0-14 1,0 2-4,0 2 1,-1 10 0,0-2 0,-2-12-9,-3 8 510,-8-21-521,1-35 28,0-32 35,4-19 1,1-17 0,2 8 84,3 15 0,-1 1-107,-1-19 0,-1-7 1,2 40-14,2 64 0,0-15 0,-1 20 0,0-1 0</inkml:trace>
  <inkml:trace contextRef="#ctx0" brushRef="#br1" timeOffset="1.3528E6">18570 7849 10875,'0'-6'9349,"0"0"-6745,0 6-1562,-15-46-331,11 32-644,-11-32-50,15 51 89,1 31-67,0-2 1,-1 5 7,-5 15 1,-3 3-26,1-13 1,-1 2-1,-1-2 0,-3 0 1,-1-2-1,-1-1 9,-4 15 0,0-4-6,4-11 0,2-4 3,-1 8 343,8-24 306,4-19-503,11-32-163,12-19-20,-6 15 1,3 0 33,5-3 1,3 3-18,1 6 0,1 3-64,24-10 17,-21 22 0,2 7 2,3 11 1,0 6 25,-2-1 0,0 5-6,6 9 0,-5 6-11,-15 3 0,-8 1 28,-9 30 19,-25-26 1,-11-4 16,-19-5 1,-5-7-46,13-4 1,0-5-650,-14-7 0,8-12-5307,23-25 5596,-2-7 0,26 9 0,2 17 0</inkml:trace>
  <inkml:trace contextRef="#ctx0" brushRef="#br1" timeOffset="1.35309E6">19230 8347 23713,'0'5'3260,"0"-1"-5826,0-11 2566,-8 8 0,6-7 0,-5 9 0</inkml:trace>
  <inkml:trace contextRef="#ctx0" brushRef="#br1" timeOffset="1.36069E6">20390 8322 15765,'0'-3'7203,"0"0"-7180,-7-22 217,8 46-161,0-7-152,3 27 0,0 19 0,-4-4-207,-8 1 0,-6 0-335,-5 4 1,-4 4 0,-6-10-560,-12-12 1,-6-10 494,-5-3 1,3-7 0,4-8-1,21-13 1</inkml:trace>
  <inkml:trace contextRef="#ctx0" brushRef="#br1" timeOffset="1.36119E6">20526 7897 20806,'-39'29'913,"10"2"-807,41 12 225,18-6 1148,24-12-1183,-17-21-72,-4-25 157,-35-25-1744,-7 15 1,-3-1 1378,0-12-21,-13 1-981,6 45 419,-1 27 0,1-18 0,7 19 0</inkml:trace>
  <inkml:trace contextRef="#ctx0" brushRef="#br1" timeOffset="1.36152E6">20962 8213 22800,'53'-14'-2828,"-15"7"702,16-2 0,6 1 994,-15 5 0,-4 1 0,6 0 0,-4 1 0</inkml:trace>
  <inkml:trace contextRef="#ctx0" brushRef="#br1" timeOffset="1.36184E6">20906 8480 16796,'-20'5'6424,"25"-4"-6121,24 0-211,17-8 0,7-3-140,-14 4 1,2-2-561,9-3 1,5-2 0,-11 1-1,-7 1 1,-3 2 0,0 0 0</inkml:trace>
  <inkml:trace contextRef="#ctx0" brushRef="#br1" timeOffset="1.36332E6">22092 8142 9290,'-4'-4'4915,"23"-34"0,13-6-1868,-7 22-2890,32-10 0,3 11-157,-29 34 8,11 23 1,-13 13-133,-42-3 1,-17 2 76,8-6 0,-4 2 1,0-3 37,-13 9 1,-2-4-9,-6-5 0,8-5 85,25-9-12,7-1 196,65-11-252,-27-14-6,7-4 1,12-2-1,-2 0-182,6-4 0,0-1-454,-8 1 0,0 0 0,0 0 642,14-2 0,-7 1 0,-5 0 0,-21 5 0</inkml:trace>
  <inkml:trace contextRef="#ctx0" brushRef="#br1" timeOffset="1.36612E6">23265 8451 12617,'1'-4'9550,"-1"1"-8928,7-29-734,-4 28 146,11 0-1188,-8 36 0,-7 14-2930,-1-11 1,-2 1 4083,0 11 0,-4-4 0,-8-12 0,5-15 0</inkml:trace>
  <inkml:trace contextRef="#ctx0" brushRef="#br1" timeOffset="1.36804E6">24454 8154 17507,'0'20'2269,"-5"-3"-1581,-12-7-201,1-5 415,-6 0 17,11-13-672,4-7-74,18-30-83,0 12-23,6 4 0,3 2-22,11 7-45,2 1-39,17 48 11,-21 11 2,-8 9 1,-9 5-9,-15-11 1,-10 0-14,-6-4 1,-5 2-1,-4-5 47,-15 3 0,-5-6 28,9-9 0,-2-3 0,2-3 28,-2-3 0,3-6-11,-14-6 0,34-27 28,31-3-34,10-1-193,27 25 0,14 10-2188,-19 0 1,2 3 0,1 1 2341,3 0 0,0 0 0,-2 1 0,11 4 0,-11-1 0,-20-7 0</inkml:trace>
  <inkml:trace contextRef="#ctx0" brushRef="#br1" timeOffset="1.36851E6">25428 8151 10864,'-45'17'2457,"-1"0"1,0 0-1,2 4 1,1 6-1928,2 0 1,-8 6 0,8 3 0,24-3-817,34 4 0,23-1 0,4-7-187,-5-10 1,3-7 0,3 0-1,14 5 1,3-2 0,-8-6 0,-16-11-1,-1 0 1</inkml:trace>
  <inkml:trace contextRef="#ctx0" brushRef="#br1" timeOffset="1.36901E6">25987 8183 22212,'32'-11'-9,"0"0"1,21 4 0,9 1-1,-12 3 1,-9 1 0,20 2-1,-1 0 1</inkml:trace>
  <inkml:trace contextRef="#ctx0" brushRef="#br1" timeOffset="1.36939E6">26064 8435 11491,'-25'14'1228,"63"-19"1,36-8 0,-17 5 0,-35 15-1,37-17 1,0 0 0,0 0 0</inkml:trace>
  <inkml:trace contextRef="#ctx0" brushRef="#br1" timeOffset="1.37057E6">27066 8166 15350,'55'-18'1498,"0"0"0,0 0 1,5-11-1,-12 19-1462,-23 43 1,-17 10 198,-34-9 1,-13-4 108,8-6 1,-3-4 44,-11-1 1,3-7 450,14-14-829,22 0-22,57 10-29,-1 25 1,1 9 19,-14-12 1,-2 1 27,9 13 1,-15 0 19,-41-6-28,-31-23 0,-21-8 0,10-1 0,1 6 0,4-6 0,-1 0 0,0 0 0</inkml:trace>
  <inkml:trace contextRef="#ctx0" brushRef="#br1" timeOffset="1.3922E6">6026 2731 15894,'-4'-51'1314,"0"0"1,0 4-1,-1 10-1577,-1 21 78,1 21 252,11 38-36,-1-5 0,1 4-12,2 13 1,-1 2 8,-1 3 0,-2 1 8,-1-2 1,-2-1-23,-2-9 0,-2-4-17,2-9 0,-1-4 222,-3 15 481,3-29-168,-1-7-157,-7-29-213,0-11-78,-3-15-59,8 8 1,2-2-15,-1-16-14,4 18 0,1-2 39,2 0 1,0 2 8,4-19-15,-3 18 1,-1 2-3,0 1-117,-3 12-46,0 16 422,0 5-136,0 0 19,0-2-30,0 0-386,0 1 128,2 38 228,0-17-54,1 13 0,1 4-70,2 15 9,-1 14 52,-5-29 1,-2-3-31,1 4-5,-8-1 43,1-13 46,-17 29-3,12-21 51,-11 11 18,7-39-106,-12-11-117,-6-5 72,8-7 0,2-2-93,-1-4-45,-5-10-53,26 27-57,1 4-165,6 10 380,4 3 34,12 23-17,0-6 0,3 3 22,8 10 1,1-1-23,-9-8 0,0-3 16,3 2 1,0-6 364,14-18-308,-11-2 13,5-9 1,0-5-36,5-11-1020,-6 3-1,0 1-6384,9-7 7354,-3 3 0,-23 16 0,-7 3 0</inkml:trace>
  <inkml:trace contextRef="#ctx0" brushRef="#br1" timeOffset="1.39476E6">21038 9944 8354,'9'-6'9114,"9"-28"-7849,-15 20 80,5-28-4650,-39 11 3372,16 12 51,-23-6 1004,-13 16-1060,16 6-6,-17 7 0,-2 6-39,-4 11-1,6 8 1,2 4-22,6 5-15,13 15 0,6 7 9,19-21 0,3 1 0,-5 7 0,6 0 1707,15-4 0,5-8-1696,5-11 44,31 8 130,5-39-101,-10 0 103,-10-14 1,-2-8 41,-14 1 1,-4-4-34,5-11 0,-1-1-87,-8 7 0,-3 3 103,2-21 393,-10 18-527,-3 20-28,0-4 12,0 13-454,-1 5 380,0 26 59,-3 9 1,-1 3-15,1 22-25,-2-17 1,2 1-32,1 19-39,27-5-195,9 0-225,21-24-73,4-35 1,-1-7 0,-14 6-1,-2-5 1,1-1 0</inkml:trace>
  <inkml:trace contextRef="#ctx0" brushRef="#br1" timeOffset="1.39539E6">21623 10002 10119,'-4'0'9830,"0"0"-8161,-13-5-1652,60-6-141,-26 1 68,12 3 0,9 2-2545,8 1 1,7 1-1,-9 2 2601,8 1 0,14-3 0,-12 2 0,-43 4 0</inkml:trace>
  <inkml:trace contextRef="#ctx0" brushRef="#br1" timeOffset="1.39591E6">21771 10178 15356,'-56'22'2806,"11"-4"-2004,41-15-690,1-1 694,16 0-582,-1-2-62,22 0 1,7-1-242,-4-1 1,1-1-177,8 1 0,1-2-4201,-4 1 1,-5-1 4455,-5 0 0,-6 0 0,-21 3 0</inkml:trace>
  <inkml:trace contextRef="#ctx0" brushRef="#br1" timeOffset="1.39638E6">22668 10031 7162,'-5'0'9830,"-46"2"-7606,38 1-2152,-34 0 52,46 0 72,3-2 324,34-2-906,6-1 0,7-2-38,-2 2 0,4 1 0,-2-1 0,3-2 0,-2 1 0,-4 2 0,-1 0 0</inkml:trace>
  <inkml:trace contextRef="#ctx0" brushRef="#br1" timeOffset="1.39686E6">22543 10306 14829,'-7'12'2134,"46"-13"1,18-7-2096,7 1-19,-13-1 1,7-1 0,-12 2 147,-11 3-101,7-1 487,-34 5-666,-7-1 112,14-7 0,-11 5 0,11-5 0</inkml:trace>
  <inkml:trace contextRef="#ctx0" brushRef="#br1" timeOffset="1.40295E6">6634 5824 12970,'-43'6'2083,"4"2"-1388,21 2 705,-5 3-996,12-6-460,-1-1 151,22-6 78,12-1-128,11 1 6,27 0 21,1 4-61,-26-3 1,2 1 2,5 2 0,0-1 19,16 1-5,-7 0 404,-31-2 336,-15-1-606,-9-5 101,-22-8-162,-5 1-56,-1 3 0,-3 1-45,-29 1 67,26 5 0,0 0 8,2 3 1,0 1-31,1 2 0,1 2 16,-26 8-33,12 1-117,19-5-107,17-5 101,10-3 111,8 1 91,14-1-23,28 1-76,-9-5 1,4-2 16,11 0 0,1-2-28,4-1 0,0-1 14,-10 1 1,-2 0-1,16-1 11,-32 4-996,-19-1-584,-6 2 1558,7-6 0,-8 6 0,5-2 0</inkml:trace>
  <inkml:trace contextRef="#ctx0" brushRef="#br1" timeOffset="1.40587E6">23736 10043 13978,'-20'-13'4206,"13"7"-2945,-52-10-1115,35 13-23,-10 0 0,-1 3-123,13 3 135,-23 10-51,30-3 78,-23 18-56,5 2-36,10-5 0,1 1-53,-5 8-3420,6 19 3414,18-32 0,3 11 34,0 5-45,1-16 51,7 23 240,20-12-241,-5-7 3404,12 2-3337,4-10-100,-19-9 45,25 7-57,-28-11 40,17 2-39,-19-4 5,11 0 28,-3-1-17,-8-1-33,6 0 56,-2-1-34,-10 0 17,11-1 39,-3-1-39,-8 1 68,7-2-141,-10 1-1226,3-3 1271,2-2 0,-3 3 0,-2 1 0</inkml:trace>
  <inkml:trace contextRef="#ctx0" brushRef="#br1" timeOffset="1.4077E6">24764 10133 8192,'-1'-9'7568,"0"2"-6902,1 7-134,-23-9 162,2 23-47,-29 13 1,-9 7-503,15-2 1,1 4-131,0-2 0,-2 2 0,4-3-80,0-1 1,4-3-259,11-6 1,4-2-6847,-7 7 6321,15-15 0,7-6 0,5-6 0</inkml:trace>
  <inkml:trace contextRef="#ctx0" brushRef="#br1" timeOffset="1.4083E6">24287 10133 11049,'-2'-6'6861,"1"2"-6178,1 4 1,-1-6-538,1 5 688,19 15-755,-8-4 130,22 20 1,5 8-45,-19-11 1,1 4-42,11 8 1,7 8 0,2 2-1,-4-3-124,-2 4 0,-3-1 0,1-2 0,4 2 0,0-1 0,-3-4 0,-7-7 0,1 0 0</inkml:trace>
  <inkml:trace contextRef="#ctx0" brushRef="#br1" timeOffset="1.4483E6">8534 9028 14645,'-55'10'2884,"13"-3"-3237,45-7 1143,50 0-712,-4-2-67,-9 1 1,7-1-1,-1 0-8,11-1 0,-1 0-20,6-1 0,-4 2 213,-19-1 0,-6 2 34,-8 3-34,-46 5-17,-31-1 1,-8-1-166,22 0 0,-1-1-7,-9 0 1,-4 0-1,1 0 40,-7 3 1,4-1-20,16-2 0,2 1-42,-6 1 0,9 0-254,24-4 424,39-3-156,7-2-28,14-2 0,8-1-59,-3 0 1,0 0 32,0 1 1,-1-1 5,-12 2 1,-7 1 92,-17 1-62,-53 10 68,-24-1 24,1 1 1,-6-1 24,4-1 1,0-1-23,-4 0 1,5-1-85,21-2 1,5 1-79,0 0 168,66-10-275,8-1 1,8 0-234,-3 1 0,4 0 0,-3 0 0,4-2 0,-4 1 0,-3 3 0,0 0 0</inkml:trace>
  <inkml:trace contextRef="#ctx0" brushRef="#br1" timeOffset="1.46634E6">1191 9795 8730,'-60'-4'2188,"0"0"0,-3 3 0,8 2-1442,11 8-752,5 5 796,53 3-264,44-7-403,-16-6 0,7 0 1,0 0-57,1-1 0,2-1 0,4 0-27,-5 0 0,5 0 1,2 0-1,-1 0 1,-6-1-288,7 1 1,-4 0 0,3 0 265,1-2 1,5 1 0,0-2-1,-3-2 74,6-6 1,-3-2-1,-4 0 131,4-1 1,-1-1-75,-14 3 1,1-1-1,-11-1 830,-9-9-3392,-41-14 2512,2 7 35,-25-15 156,-9 16 0,-4 3-173,-4-1 163,1 3 0,1 2-145,13 12-153,13 3-67,11 2 3189,30 11-3116,2 3 6,19 12-18,4 15 1,0 3 5,-3-2-11,2 8 0,-11 10 28,-37-7 0,-14 5 0,4-6 0,14-15 0,-1 1 0,-13 10 0,0 0 0,0 0 0</inkml:trace>
  <inkml:trace contextRef="#ctx0" brushRef="#br1" timeOffset="1.48241E6">8561 9467 6764,'1'-9'6341,"0"2"-4365,-3-14-603,0 11-393,-2-13-958,2 17-290,-1 12 615,-4 34-266,2-6 0,1 3-81,-1 10 0,0 2 8,1 0 1,1-2-12,2-9 0,0-3-2,1 10 27,1-21 1155,0-14 632,0-14-1664,-6-24-89,-6-24-48,4 10 1,0-3 5,1-5 0,1-1 5,3-1 1,2 2 11,2 8 0,1 2 36,4-18-67,-1 25-151,-3 18-297,-1 16 577,8 30-113,6 30 15,-6-14 0,0 3-12,-1 7 1,-1 0-12,-3-3 1,-1-1-23,1-7 0,-1-3-8,4 18 27,1-25 712,-3-19 264,-1-29-886,2-33-50,-4 11 0,1-3-15,3-12 1,-1-3-12,0 3 1,1 0 16,-1 5 1,0 2 154,2-17-169,-4 26-672,-4 22 617,0 71 38,0-29 1,1 21 0,-1 5-23,1-21 0,-1 1 11,-3 23 1,1 0-4,1-24 1,0-2 13,-2 5 1,1-9 582,2-24-101,-9-48-495,2 9 0,0-4 27,-2-20 1,1-8-1157,2 6 1,1-3 0,2 6 1133,-1 6 0,2 3-5,2-17 0,3 10 52,2 28-217,-1 10-482,-2 23 671,-3 43 1,-4 14-28,4-27 0,-2 3 15,0 6 0,-2 8 0,-1 1 1,1-9 6,0-4 0,0-4 1696,-3 12 0,1-4-1186,1-16-401,1-72 1,0-21-110,0 10-11,0 11 0,0-11 0,-1-2 0,1 8 25,-1-3 1,1 5-2058,1 3 0,0 5 2009,2 1 26,9 63 1,5 32 0,-2 1-19,-5-13 0,0-1 1,0 2 34,4 6 1,1 1-1,-2-6 313,-3 5 1,-2-23-275,-4-66 1,-2-38 0,0 7-72,2 20 1,-1 0-313,-1-1 0,0-9 0,-1 3 0,0 13 0,0 8 0,0 19 0</inkml:trace>
  <inkml:trace contextRef="#ctx0" brushRef="#br1" timeOffset="1.49003E6">18379 11257 18442,'1'-32'3260,"-6"3"-2891,-4 21-200,-8 1-68,-11 1-79,-12 12 1,-18 11-7,26-1 1,1 4-17,-1 3 0,2 3 8,5-2 1,4 4-4,-1 8 1,5 3-6,6-6 0,3 0-6,0 4 1,5 0-46,11 0 1,6-3-73,26 10-20,-12-22 0,4-5-1577,16-8 1,2-8 1719,-13-2 0,-1-2 0,-1 1 0,-4-1 0,-2-5 0</inkml:trace>
  <inkml:trace contextRef="#ctx0" brushRef="#br1" timeOffset="1.4905E6">18913 11567 20481,'-5'6'437,"-5"-2"-1852,6-6 0,-3 1 0,6-1 0</inkml:trace>
  <inkml:trace contextRef="#ctx0" brushRef="#br1" timeOffset="1.49522E6">20217 11675 21254,'8'-42'280,"0"21"-118,3 63-120,-5-4 0,-1 5 28,0 12 0,-5 2-31,-6 4 1,-7 0-127,-7-3 0,-6-5-767,-4-10 0,-3-6 854,0-10 0,1-5 0,-5 0 0,14-19 0</inkml:trace>
  <inkml:trace contextRef="#ctx0" brushRef="#br1" timeOffset="1.49579E6">20489 11189 19328,'-28'-19'436,"-9"20"-413,13 35-348,-4 11 56,11 0 504,23-17 482,21-17 392,12-14 359,-5-12-813,-11-17-353,-22-7-134,-12-2-50,-3 10-280,-1 13-779,5 10-3770,-3 15 4711,5 2 0,-2 1 0,5-2 0</inkml:trace>
  <inkml:trace contextRef="#ctx0" brushRef="#br1" timeOffset="1.49617E6">20960 11652 10108,'-6'1'9830,"2"0"-9399,-17 1 202,50-9-723,-16 2-106,19-2 0,11-1-2521,5 1 1,7 0 0,-4 1 2716,0 1 0,-1 0 0,18-3 0,-7 2 0,-23 5 0</inkml:trace>
  <inkml:trace contextRef="#ctx0" brushRef="#br1" timeOffset="1.49638E6">21077 11829 20604,'56'-16'0,"0"0"0,0-1 0,0 1 0,3-1 0,1-1 0,0 1 0</inkml:trace>
  <inkml:trace contextRef="#ctx0" brushRef="#br1" timeOffset="1.49726E6">21948 11511 11782,'52'24'2457,"0"1"1,0-1-1,22-20 1,-26 6-1654,-71 44 0,-24-2-367,16-40-482,70-8-118,-7 32 1,-1 20 0,-20-10 162,-56-2 0,54 1 0,13 10 0,-19-16 0,-52-37 0,0 1 0</inkml:trace>
  <inkml:trace contextRef="#ctx0" brushRef="#br1" timeOffset="1.50011E6">21983 11656 15625,'-14'-7'4660,"2"0"-3954,12-13-107,-1 1 6,2-9-235,6 1-297,1 7 5,18-1 1,15 9-68,-4 2 6,22 6-34,-17 12 11,17 13 12,-21 0-17,-3 22 50,-32 1-11,-10 11-3,-4-19 0,-3-1-30,-8 11 52,-4-10 1,-3-3 13,0-5-19,1-3 0,-1-4 160,1-7-51,-2-2-5,11-11-34,0-5 5,1 0 46,6-4-96,5 0 0,10-2-50,8-2-28,8 0 16,5 3 18,2 3-34,4 7-40,10 11 51,-2 11 6,-7 2-12,-13 20-1693,-20-6 1,-4 0 1709,3 8 84,-16 3 0,-8-7 191,-9-25-99,-8-6 1,-4-4-149,-6-14-493,7-16 0,6-3 1,16 8-1,-7-19 1</inkml:trace>
  <inkml:trace contextRef="#ctx0" brushRef="#br1" timeOffset="1.50148E6">23534 11950 12505,'1'-6'9006,"0"-39"-8944,-2 43-62,-16 9-1613,-8 52 1613,5-9 0,1-1 0,-5 2 0,7-8 0</inkml:trace>
  <inkml:trace contextRef="#ctx0" brushRef="#br1" timeOffset="1.50261E6">24512 11606 20022,'10'-40'659,"1"0"0,-3 3 0,4 6-429,40 1-208,-23 17 6,31-7-2165,-28 27 0,-1 5 2126,4 2 396,4 16 0,-5 7-390,-18 6 38,-23 12 1,-10 0-23,-9-6 0,-12-4 0,-3-6 113,10-18 419,-17-2-414,32-19 3425,-2-6-3128,14-7-421,5 4 12,27-11-62,9 12 50,10 20 1,1 5-17,1-1-68,0 23 1,-8 7-34,-25-3 140,-15 1 0,-7-1-22,-15-1-23,-3-17 0,-7-4-941,-13-10 0,0-6-1270,1-3 2228,3-3 0,6-5 0,24-2 0,4-3 0</inkml:trace>
  <inkml:trace contextRef="#ctx0" brushRef="#br1" timeOffset="1.50318E6">25713 11539 19412,'-32'22'423,"0"1"1,1-3 0,-1 1-83,-16 6 1,2-2-281,1 2-41,5-7 0,6 3 265,25 11-173,6-15 141,3 30 55,20-18-403,24-12 0,8-4-208,-17-4 0,3-2-182,23-7 1,11-5-1,-12 0 1,-5 0-1,-6-2 1,-1-1-1</inkml:trace>
  <inkml:trace contextRef="#ctx0" brushRef="#br1" timeOffset="1.50361E6">26359 11584 19893,'9'-1'467,"38"-3"1,9 0-4069,-1 0 3149,-12 1 1,6-1-1,-3 2 58,1 3 1,-6 0-1,6 0 1,-14 0 0,0 0-1</inkml:trace>
  <inkml:trace contextRef="#ctx0" brushRef="#br1" timeOffset="1.50394E6">26459 11805 9184,'-6'2'9830,"-41"14"-7898,43-12-1350,26 6-1469,10-13 884,3 0 1,6-1-3004,6-4 0,6 0 0,-5-1 3006,-6 3 0,1-1 0,6-1 0,4-1 0,-9 2 0,-3 1 0</inkml:trace>
  <inkml:trace contextRef="#ctx0" brushRef="#br1" timeOffset="1.50474E6">27368 11562 20397,'20'-47'466,"0"-1"1,6 7 0,2 9-461,10 12-20,7 20 0,-3 6-26,-17 6-5,8 8 1,-5 5 27,-19 1 0,-9 9 0,-7 3 141,-33 9-63,21-19 1,-2-2 366,-12-4 1,0-5-87,10-7 767,-6 1-297,30-11-801,3-1 45,25 1-106,31 20 44,-11-5-11,-7 7 0,-8 8-75,-31 3 0,-4 0 97,15 14 14,-35-5 1,-16-8-1784,-3-27 0,-4-8 1479,2 7 1,0-2-1,1-6 1,7-5-1,8-7 1</inkml:trace>
  <inkml:trace contextRef="#ctx0" brushRef="#br1" timeOffset="1.51487E6">20352 13358 9755,'2'-9'6341,"0"1"-4869,-2 8 64,-31-64-495,12 39-649,-3-15 0,-2 3-123,-1 20-51,-5 1 12,-9 6-135,-2 4-22,-13 8-34,9 11-33,4 4 5,0 15 6,12 5-6,2 13-6,11 10-16,15-26 0,4 0 5,11 22-16,22-2 16,6-26 141,18-10 11,-12-20 75,-8-19 1,-2-5-150,-6 1 4,-4-3 0,-3-1 204,-5 0 89,2-10 79,6-14-381,-13 20 113,0 2 44,-13 25-6,1 1-201,-3 3-180,0 1 147,-1 10 66,-5 38-39,1-11-8,1 0 0,0 1 8,0 19-39,13-16 0,4 0 22,-3 8-19,11-17 0,10-8 25,27-19 0,2-9 0,-8 9 0,1-7 0,0-1 0</inkml:trace>
  <inkml:trace contextRef="#ctx0" brushRef="#br1" timeOffset="1.51619E6">20789 13359 13407,'59'-9'-545,"0"1"0,1-1 1,-1 1-1,7-3 0,-2 1 1,-19 4-1,-20 6 1</inkml:trace>
  <inkml:trace contextRef="#ctx0" brushRef="#br1" timeOffset="1.51693E6">20937 13703 10786,'-11'-2'9830,"3"2"-8632,3-3-1176,4 3-67,1 0 382,29 0-286,36-4-46,-31 3 1,3-1-60,17-2 1,1 0 53,-20 2 0,-3 0 0,29-1-51,-24 4 12,-27-1-1529,3 2 1568,5-1 0,-7 0 0,6-1 0</inkml:trace>
  <inkml:trace contextRef="#ctx0" brushRef="#br1" timeOffset="1.51766E6">21739 13404 7492,'-3'-1'9830,"-49"1"-6828,41 0-2711,-17 1-296,50 1-213,24 1-3230,7-2 1,2 0-415,-22 0 0,0 0 3183,23 0 1,-5 0 0,-24-1-1,-14 1 1</inkml:trace>
  <inkml:trace contextRef="#ctx0" brushRef="#br1" timeOffset="1.51812E6">21790 13686 9341,'-5'1'7925,"0"-1"-6766,-16 6 595,29-5-1665,-23 4 96,57-9-132,-5-2 0,3-1-47,-8 2 0,1 0 2,12-3 1,1 1-15,-3 2 0,-3 1 12,4-1 2,-10 2 1,-2 1-82,-5 3-185,-14 0-1338,4 1 1596,-14-2 0,-1 0 0,-1 0 0</inkml:trace>
  <inkml:trace contextRef="#ctx0" brushRef="#br1" timeOffset="1.52104E6">7487 5794 6809,'-6'0'4318,"0"-1"-1181,6 1-2443,-34 8 578,9 2-163,-24 6-997,30-7-51,11-4 511,43-5-522,-17 0 23,15-1 0,6 0 16,21-4 9,-23 1 0,-2 0 20,16-2 588,-27 2-611,-51 8 42,-11 1 1,-4 2-88,-9 0 0,7-1 1,3 0 408,14-2-504,11-2 40,5 1-1641,38-8 1,14-1 1605,-9 1-218,16-4 1,5 0-197,-17 1 0,-4 1 1,13-2-1,6-1 1</inkml:trace>
  <inkml:trace contextRef="#ctx0" brushRef="#br1" timeOffset="1.52371E6">22621 13451 8674,'-4'-4'9572,"1"1"-7247,-20 3-2191,11 8 51,-25 16 78,43 32-207,-9-18 143,32-2 0,7-8-149,-14-17 109,14 0 1,4-7 157,-2-25 0,-3-5-188,13 4 55,-8-15 1,-8-2-95,-23 9 268,-3-2 1,-3-3-57,-13-7-274,3-1 84,-23 14-95,19 21-40,-19-6 1,-7 22 28,13-5 5,-8 8 0,1 1-33,11-3-74,-29 23 52,27-1 44,0 0 39,2 18-106,11-3 67,1-5 14,5 8 0,3-2-14,1-18 16,2 14 1,3 1 22,14-10-33,3-9 0,4 0 5,13 7 5,-3-16 1,3-4-104,-1-9 1,-2-1-116,20 4 202,-8-7 0,-5-2 0,-27 2 0,20-4 0</inkml:trace>
  <inkml:trace contextRef="#ctx0" brushRef="#br1" timeOffset="1.52431E6">23886 13381 11670,'1'-3'9830,"-17"15"-8507,-13 19-1225,-3-3 1,-6 5 0,2-2-113,5-1 0,0 0-909,-7 6 1,-3 3 0,9-5 922,8 2 0,-1 2 0,24-25 0</inkml:trace>
  <inkml:trace contextRef="#ctx0" brushRef="#br1" timeOffset="1.52499E6">23469 13423 9934,'-5'-7'9830,"2"2"-6738,-10-23-2795,9 21-286,-9-20 185,18 38 135,16 23-208,-4-5 39,13 14 20,-5-11 0,1-2-109,2 7 140,7 6 0,2 3 16,-12-12 1,-1-1-146,-1-2 0,2 0 31,8 5 0,2-1-407,-5-9 1,-2-2-947,17 8 390,-3 2 0,-40-32 0,1 1 0</inkml:trace>
  <inkml:trace contextRef="#ctx0" brushRef="#br1" timeOffset="1.53204E6">10276 10045 7044,'0'4'4134,"1"-1"-29,-1-3-1853,1 1-1597,-8 0-414,-7-1 476,-30-5-173,-11-2-357,21 2 1,-1 0 120,-1-3 0,2 0 156,-9-4-172,10 0-393,24 8-504,7 3-56,4 1 801,17 5-100,23 0-12,1-1 0,4-1-9,-3 0 1,2-2-32,11-1 1,-1-3 8,-19 1 1,-3-1 2,27-4 201,-35 1 141,-13 5-23,-13 1-319,-9-2-73,-11-2 23,-41-1 8,23 3 0,-4 0 42,-13 0 0,-1 1 44,9 1 1,3 1 118,-18-1-124,34 1-129,22-1-1130,6 0 1573,21 4-208,36-1-120,-6-2 1,5-1-1,7-2 0,0-2 45,-6 0 0,-4-1 540,10-3-296,-47 3-493,-50 4 173,1 1 0,-5-1 17,-8 1 1,-2 0 24,2 1 1,1-1 58,-18 1-134,33-1-79,18 0-386,11 0 370,17 1-432,19 2 1,3 1 0,-6-1-1,2 0 1,0 0 0</inkml:trace>
  <inkml:trace contextRef="#ctx0" brushRef="#br1" timeOffset="1.5645E6">10238 9436 13233,'-25'-38'1491,"0"-1"1,3 3 0,6 6-1290,12 15-101,13 0-62,6 8 146,5 16 196,-4 20-112,-7 26-96,-7 0 1,-1 2-146,0-21 0,0-1 17,0 19 0,0-3 33,0-7-66,0-7 195,-1-7 118,0-18-73,0-6 106,0-5 1978,0-1-2252,-1-7-62,-9-20 3,1-8 1,1-4-4,-9-22-11,7 11 0,1 1-33,3-8 33,2 20 0,1 1 23,0-22 16,2 2-178,1 29-152,0 10 252,1 73 33,0-31-14,0 19 1,0 5 36,-4 7-10,-2-7 1,-1 8 0,0-7-25,2-13 1,-1-1-6,-1 10 0,-2 4 0,3-12 72,2-15 1,0-1 151,2-12 117,-3-65-291,0 21-34,1-10 1,-1-4 11,-1-14-1716,3 5 1,1 0 1720,-1-6-11,1 16 0,0 7-128,0 26-488,0 8 627,5 15 18,12 54-24,-11-18 1,-1 4-14,4 4 0,0 2-12,-3 12 1,-2-6-9,3-5 3969,2-10-3924,-3-50-6,-2-25 1,-2-8 11,0-13 16,-2-7 0,-2-6-11,-1-2 1,-1 4-32,1 19 1,0 2-9,0-19 0,1 22-560,3 43 627,0 5-51,-1 25 1,0 13-8,0 8 1,0 7-1,1-5-20,-1 2 0,1-2 246,2 3 0,0 2 1,-2-34-141,-3-69 0,1-20-50,4 13-25,-4-14 1,-2-12-1,2 20-6103,2 32 6083,-2-29 0,2 73 0,-2-9 0</inkml:trace>
  <inkml:trace contextRef="#ctx0" brushRef="#br1" timeOffset="1.57795E6">16777 14141 20128,'-37'-21'351,"-1"1"0,8 4 0,0 6-354,-5 11 0,2 7-36,-13 21 22,16 15-27,11-3 30,17-8 0,6 2-23,12-2 1,4 0-12,0 0 1,3-1-102,18 7 1,1-3 42,8 4 397,-6-2-34,-61-5-150,-21-11-63,-21 3 7,9-13-51,-5-2-471,-7 7-2805,9-5 2428,8 2 0,31-11 0,11-3 0</inkml:trace>
  <inkml:trace contextRef="#ctx0" brushRef="#br1" timeOffset="1.57835E6">17263 14162 12959,'0'-6'9354,"0"2"-8156,0 4-968,-3-14-275,1 17 191,-6 35-124,3-1 1,-1 7-18,0-2 1,-1 4-1,1 0-119,-2 1 0,1 0 1,0-1-955,-1 18 1,2-4 1067,4-11 0,2-6 0,2 3 0,5-25 0</inkml:trace>
  <inkml:trace contextRef="#ctx0" brushRef="#br1" timeOffset="1.57931E6">17180 14569 10270,'-4'-3'9830,"0"1"-8785,-27-13 0,-2-1-1017,22 7-9,-22-8 1,8 3 53,56 14-48,2 2 0,4 0-22,1 0 0,4 0-1151,9 0 1,6 0-1,-6-1 1154,-11 0 0,-2-3 134,24-2 0,-8-7 296,-32-11 354,-15-30-616,-16 24 16,-15-11 202,-14 23 3011,13 11-3434,-26 35 1,7 20-105,42-3 1,7 3 61,-28 11 0,13-7-86,40-22 1,19-7-1,-5-17 548,-8-33 1,-1-10-329,15 18 1,-10-4 162,-36-34 0,-18 3-247,-6 32 1,-41 4 13,35 42 1,4 12 19,-2 0 1,4 6-39,10 12 1,5 9 0,9-8-391,10-10 0,11-5 417,7-4 0,7-1 0,-2-12 0,25-12 0,-27-19 0,-1 1 0</inkml:trace>
  <inkml:trace contextRef="#ctx0" brushRef="#br1" timeOffset="1.58116E6">18004 14577 20839,'-15'-22'1269,"11"63"0,-6 18-407,-19-36 1,0 0-793,15 31 0,4-17 34,-7-71 0,4-20-110,23-4 13,18 23 1,12 0-1,-5 11-12,0 14-1697,28 4 1,1 4 1706,-30 11-656,9 16 0,-3 4 651,-20-11-114,-1 18 0,-5 3 143,-18-9-18,-4 28 6,-4-30 2678,-3-5-2650,-11 0 1741,6-5-1780,-16 15 411,14-11-148,-26-2-247,29-10 135,-32-5-45,21-22-84,4 5-420,-5-17 392,24 10 0,1 5 0,7 3 0</inkml:trace>
  <inkml:trace contextRef="#ctx0" brushRef="#br1" timeOffset="1.58197E6">17914 14856 19983,'3'-61'3478,"-2"10"-3013,0 47-465,0 2 84,2 18 28,2 12-1109,-4 10 1,-1 11 0,0-5 1032,1-7 1,-1 2 19,-1 10 0,-1 6 0,-1-8 89,-1 12 1,-4 2 0,-1 0-90,0-3-48,1-10 0,-1-3-3889,2-15 3314,6-18 0,-1 2 0,4-15 0</inkml:trace>
  <inkml:trace contextRef="#ctx0" brushRef="#br1" timeOffset="1.58281E6">18564 14821 12349,'-4'0'9297,"1"0"-8669,14 1-578,-3 0 258,53 0-179,-18-2-62,-6 0 0,-2 0 208,0-2-281,-18 1-1182,-12 1 1188,-6 1 0,0 0 0</inkml:trace>
  <inkml:trace contextRef="#ctx0" brushRef="#br1" timeOffset="1.58341E6">19025 14657 19888,'24'-47'985,"0"-1"1,4-1 0,7 11-939,9 28 1,1 8-59,11-11-2831,-6 28 1,-8 11 2897,-31 5 713,-6 13 0,-11 6-705,-24 5 1,-9-3-35,12-10 1,-2 0 296,-9-2 1,-5 2 0,6-9-429,-1 2 202,-6 4 73,65-28-639,35-13 0,10-7-62,-25 5 0,2-1-2750,19-5 0,8-1 0,-12 0 2072,-4-1 0,-12 2 0,-9 2 0,-28 6 0</inkml:trace>
  <inkml:trace contextRef="#ctx0" brushRef="#br1" timeOffset="1.58507E6">20302 14854 10875,'2'-5'9830,"-1"2"-8076,6-2-1586,-25 57-400,6-14 0,-2 7 0,1-2-608,-3 9 1,0 0 839,2 2 0,0 4 0,6-13 0,6-15 0,6 2 0</inkml:trace>
  <inkml:trace contextRef="#ctx0" brushRef="#br1" timeOffset="1.58574E6">20741 14622 8550,'1'-5'9830,"-3"-31"-7555,-7 25-2096,-20-6-179,5 29-79,-2 18 1,4 4-6,7 1 45,-6 20-95,41-20 218,-5-24 235,34 4 425,-18-32-194,2-27-195,-24 10 1,-7-2 58,-7 2 1,-3 1-314,-7-22-73,-36 25-39,30 24-409,-13 9 0,2 3-45,16 1 465,-15 37 0,30-33 0,1 19 0</inkml:trace>
  <inkml:trace contextRef="#ctx0" brushRef="#br1" timeOffset="1.58611E6">21093 14899 12729,'-4'0'7786,"-2"-6"-11063,38-1 0,29 2 0,-8 0-3363,-9-5 6640,9 5 0,11 0 0,-20 3 0,-30 3 0,-2 2 0</inkml:trace>
  <inkml:trace contextRef="#ctx0" brushRef="#br1" timeOffset="1.58637E6">20985 15196 19921,'32'-11'2918,"-15"8"-2926,24-9 0,10-4-326,-8 7 1,1 0 333,4 2 0,-1-1 0,-11 1 0,-2 1 0,2 1 0,-1-1 0</inkml:trace>
  <inkml:trace contextRef="#ctx0" brushRef="#br1" timeOffset="1.58704E6">21951 14863 12275,'-8'-1'8732,"2"0"-6468,4-55-1934,4 39-179,10-21 0,8 4-201,15 22-19,7 11 0,12 4 0,-9 3 52,8 10 56,-14 24 0,-17 9-39,-33-22 0,-12 2 13,-12 12 0,-9 7 1,3-3-17,-4 3 0,3-2-8,-4-3 0,6-1-1,15-7 1,13-7 84,20-18-73,25-7 0,13-6-202,8-8 1,4-3-436,-14 4 0,2 1 0,1-2 71,4-4 1,0-1 0,-7 3 0,11-5 0,-3 0-1</inkml:trace>
  <inkml:trace contextRef="#ctx0" brushRef="#br1" timeOffset="1.59249E6">23087 15178 17893,'1'-6'4952,"0"0"-4868,-1 0-218,-8 39-9697,-24 11 9776,4 15 1,-5-15-1,21-30 1</inkml:trace>
  <inkml:trace contextRef="#ctx0" brushRef="#br1" timeOffset="1.59359E6">24190 14801 10125,'-3'-3'8255,"0"0"-7475,3 3 289,-2-2-604,0 3-387,-3-2 29,-5 6 139,-20 6 140,-6 0-83,2 0 857,7-9-679,18-26-385,3-7 24,9-7 0,3-1 4,4-7-74,14-14-67,27 53 0,-7 15 14,-2 12 1,-2 8-1,-15-2 0,-8 5-6,0 14 1,-14 3-50,-19-10 0,-13 0 1,2-3 40,4 3 0,-6-2-25,-6-5 0,-8 2 0,-2-3 0,7-4 25,5-5 1,1-2 30,-16 14 0,-1-6 173,15-18 1,4-8-115,0-12 100,-15-22-139,63-16-34,6 19-14,20 19 0,7 12-14,-9 16 0,0 7-40,0-3 1,1 2-418,-2-1 1,3 1-1,-9-4 1,2 2-1,-1-9 1,0 0-1</inkml:trace>
  <inkml:trace contextRef="#ctx0" brushRef="#br1" timeOffset="1.59449E6">24891 14692 8298,'-1'-9'4915,"-40"26"0,-17 12-1532,-1-8-3318,14-3 1,-5 4-1,21 3 327,45 23-340,-1-17-79,15-8 0,16 5 0,6-2 0,-4-4-350,5-7 0,-1-4 0,-1 2 0,-2 10 1,-1 2-1,-3-6 0,5-13 0,0 0 0</inkml:trace>
  <inkml:trace contextRef="#ctx0" brushRef="#br1" timeOffset="1.5949E6">25634 14743 17731,'53'-7'618,"-1"-1"0,1 0 0,8-9 0,-2 16 0,0 0 0</inkml:trace>
  <inkml:trace contextRef="#ctx0" brushRef="#br1" timeOffset="1.59525E6">25825 14959 9038,'-5'1'9830,"-54"17"-7125,47-13-2313,-22 20-286,61-19-509,27 0 0,14-2-21,-15-5 0,3-2 0,-3 0 0,12 3 0,-3-2 0,-3-3 0,1-1 0</inkml:trace>
  <inkml:trace contextRef="#ctx0" brushRef="#br1" timeOffset="1.59611E6">27172 14696 11878,'0'-6'9454,"-6"-7"-9207,4 9 19,-31-4 0,-9 1-266,14 4 90,-26 1 0,-1 1 290,22 3-172,-13 4-147,5 3 1,12 2-73,-9 6-29,6 18-4,19-12 44,0 22 22,13-19-33,0-6 84,2-7 475,2-13-223,0 0 162,42-18-442,-13 12 0,2 0-42,-4-4 0,1 1 2,18 10 1,-6 5-12,-25 2 65,6 25 0,-6 6-9,-19-5-3,-8 16 1,-6 1-25,-17-9-18,-8 7-190,3-28 1,0-6-1071,0-9 576,-10-4 1,2-5 0,20-5 0,-9-10-1</inkml:trace>
  <inkml:trace contextRef="#ctx0" brushRef="#br1" timeOffset="1.60009E6">17741 16385 19507,'13'-62'946,"1"-1"1,-4 7 0,-8 7-662,-30 7-206,-11 11-231,-14 10-21,-6 22 10,-1 23 98,31 0 1,3 5 41,2 6 1,4 4-43,4 5 1,5 1-62,3-1 0,7-1 5,7-4 1,7-3 148,27 13 213,19-31 162,2-30 186,-11-27-388,-30 9 1,-5-2 207,4-30-56,-7 4-112,-1 17-135,-1 18-78,-3 9-224,-4 12 191,0 19 16,4 22 22,2 24-50,-3-25 1,1 0-410,-3 1 1,2-2-8050,9 25 8475,-2-24 0,-4-18 0,-7-18 0</inkml:trace>
  <inkml:trace contextRef="#ctx0" brushRef="#br1" timeOffset="1.60029E6">18325 16529 26872,'-10'-1'-2123,"8"-5"0,0 8 1</inkml:trace>
  <inkml:trace contextRef="#ctx0" brushRef="#br1" timeOffset="1.60232E6">19800 16393 17395,'14'-18'5344,"-3"10"-5344,-7 44 0,-6 22-31,3-7 0,-4 4-1723,-8 0 1,-4 4 0,2-6 1554,5-2 0,-6-4-3,-21-1 1,-11-1 0,8-13 0,11-18 0,-11 3-1,-1-1 1</inkml:trace>
  <inkml:trace contextRef="#ctx0" brushRef="#br1" timeOffset="1.60296E6">20042 16047 10007,'5'45'4915,"-9"-86"0,4-2 47,16 72-5068,-17-72 0,-12-10-516,-10 46-1748,-10 14 2370,9 17 0,8-7 0,8 1 0</inkml:trace>
  <inkml:trace contextRef="#ctx0" brushRef="#br1" timeOffset="1.60372E6">20458 16430 9638,'-12'0'9830,"1"0"-6453,-12-2-3047,25-2-509,8-8-2647,42 6 0,13 4-229,-27-1 0,0 1 3055,28 3 0,-9 3 0,-34 2 0,-7 1 0</inkml:trace>
  <inkml:trace contextRef="#ctx0" brushRef="#br1" timeOffset="1.60396E6">20358 16660 19210,'43'0'334,"0"-1"0,10 0 0,1-1-1947,4-4 0,-1-1-3303,-2 2 1,-7 0 4397,-13 2 0,-14 2 0,-15 0 1</inkml:trace>
  <inkml:trace contextRef="#ctx0" brushRef="#br1" timeOffset="1.60466E6">21431 16388 13547,'-1'-4'9830,"0"1"-8615,-4-51-72,5 38-964,-5-38-33,6 52-174,-1 2-414,0 10 492,-1 6-8,-1 16 0,-1 7-17,0-5 0,-2 3-40,-1 13 0,-1 6 1,0-5 16,2-11 1,-1 0 0,-3 21 0,1-6-3,3-23 0,1-3 0,2-18 0</inkml:trace>
  <inkml:trace contextRef="#ctx0" brushRef="#br1" timeOffset="1.61082E6">22242 16925 12186,'2'-8'8239,"-1"1"-7091,12-21-795,-10 22-370,1-4-330,-27 54-3706,6-10 1,-1 1 4052,2-3 0,0-2 0,-5 15 0,15-32 0</inkml:trace>
  <inkml:trace contextRef="#ctx0" brushRef="#br1" timeOffset="1.61182E6">23226 16465 8758,'0'-3'9830,"0"0"-7998,0 3-617,0-5-391,0 4-410,0-9-67,0-2-16,0-1-79,0-6-79,2 4 247,2-11-78,-1 7-1,1-2-318,-2 12 22,-2 8-185,0 1 117,-2 10 79,-9 54-45,5-20-14,-4 15 1,0 4 4,1-17 1,1-3-3,1-3 0,1-1-496,-2 2 1,2-8-2406,4-19 2901,7 1 0,-3-13 0,3-2 0</inkml:trace>
  <inkml:trace contextRef="#ctx0" brushRef="#br1" timeOffset="1.61246E6">23914 16396 20901,'-48'28'336,"0"0"0,-1 0 0,9-2 1,5 5-194,5 7 1,4 6 0,20-5-1504,33-13 0,24-5 1,5 0-1,-11 2-2098,-9 21 1,1-3 3457,9-19 0,12-5 0,-3-4 0,-19-6 0,-21-7 0,-1 0 0</inkml:trace>
  <inkml:trace contextRef="#ctx0" brushRef="#br1" timeOffset="1.61325E6">24579 16477 7688,'-47'1'1228,"84"-3"1,35 0 0,-25-2 0,-44 3-1,55-2 1,-1 0 0,0 1 0</inkml:trace>
  <inkml:trace contextRef="#ctx0" brushRef="#br1" timeOffset="1.6137E6">24465 16703 7520,'-25'7'4915,"59"-3"0,20-3-3117,-22-3 0,2-2-1813,12 2 0,5 1 0,-7-1-75,15-7 90,-16 1 0,-24 5 0,-3-1 0</inkml:trace>
  <inkml:trace contextRef="#ctx0" brushRef="#br1" timeOffset="1.61516E6">25251 16329 7727,'0'-7'8615,"0"2"-6005,0 5-1898,28-40-276,7 18-332,5-4 0,3 2-99,11 10-19,-18 11 0,-2 5-70,4 22 84,-9 29 218,-31-13 1,-7 0-638,-5 18 531,-26-7 1300,11-42-1076,20-6-56,-7 0 44,16-3-419,3 0 34,0 0 659,6 0-643,47 18 34,-24-5-3,11 10 0,-2 4-14,-16 10 53,-16 0 0,-5 1 3,-14 3 8,-7-12 1,-6-2 19,-26-5-487,6-6-417,-21-8 0,43-8 0,-6-1 0</inkml:trace>
  <inkml:trace contextRef="#ctx0" brushRef="#br1" timeOffset="1.62391E6">6755 2407 11889,'12'-51'2520,"-1"1"1,-2 5 0,0 6-1362,-2 13-734,-5 9-262,-4 9-505,-1 10 353,0 10 40,1 29-46,-2 3 1,0 5 2,1-10 1,-1 0-7,-1 13 1,0 0-17,2-11 0,0-2 59,0 19-34,2-19 1,0-1 150,1 7 387,-24-3-488,12-20 68,-30-7 45,14-13-73,-4-2 23,-6-5 49,9-2 219,-12-16-330,20 12 50,-1-13-67,19 16-79,1-1-106,6 11 146,0 1 5,12 14-22,8 7 11,8 4 36,12-6 0,0-2-41,-3 0 24,0-8 1,0-4 53,-9-9 16,10-9 40,-9-5 0,-1-1-107,1-2 118,14-17-56,-40 29 241,7-19-319,-9 17-79,3-13 73,-3 20 0,-2-2 0,2 5 0</inkml:trace>
  <inkml:trace contextRef="#ctx0" brushRef="#br1" timeOffset="1.62816E6">20479 17478 8399,'0'-4'4783,"3"-26"1,1-8-2717,3-2-1247,-2-1 1,0 2 31,2 11-348,-5 18-314,-1 9 320,-1 1-790,-2 4 257,0 9 51,-3 23-61,-2 27 13,4-31 1,0 2 16,-1 10 0,-2 0 22,-1-2 1,-2 0-3,1-4 0,-1 1-23,-3 4 1,0-1-43,3-9 0,1-2 82,-4 18-40,6-14 124,4-24 504,2-8-482,9-28-107,5-4-55,12-22 24,-5 19 1,3 0 14,-1 6 0,0 1-17,6-3 0,0 2-50,18 1 16,-2 19 34,-3 17-67,-10 5 0,0 4-6,9 12 14,-16-10 0,-4 5-81,-10 31 56,-23 2 45,-5 1 50,-6-22 96,-27-6-51,-6-23-51,-7 9-28,27-17 1,4-2-28,9 0-798,-15-6 0,30 5 0,-8-5 0</inkml:trace>
  <inkml:trace contextRef="#ctx0" brushRef="#br1" timeOffset="1.62876E6">21401 17739 19020,'-6'-10'1744,"41"-4"1,17 3-1885,-1 3 140,-3 6 0,9 2 0,-12 1 0,-13 4 0,16 13 0</inkml:trace>
  <inkml:trace contextRef="#ctx0" brushRef="#br1" timeOffset="1.62948E6">21512 17944 7402,'-48'3'9830,"32"-3"-5181,11 14-4447,54-11-166,5 2 1,6 0-37,6-3 0,-2-2 0,-19 0 0,-3-1 0,-5 2 0,-1 0 0</inkml:trace>
  <inkml:trace contextRef="#ctx0" brushRef="#br1" timeOffset="1.63006E6">22337 17780 17686,'-34'1'1686,"1"-1"0,-20 0-1552,109 1-688,1-1-1829,-12 0 1,9 1 0,-5-1 2382,0 0 0,-4 0 0,4 0 0,-6 0 0,-11 0 0</inkml:trace>
  <inkml:trace contextRef="#ctx0" brushRef="#br1" timeOffset="1.63061E6">22428 18008 18733,'-34'3'1832,"46"0"-1698,41-3-137,7-2 1,2 0 18,-25 2 1,-2-1 5,14-1 1,-7 0 100,-22 2-16,-3 0 150,-13 1-1136,2-3-8952,5-4 8994,-2 0 0,1-1 0,-9 6 0</inkml:trace>
  <inkml:trace contextRef="#ctx0" brushRef="#br1" timeOffset="1.63749E6">23603 17895 10041,'1'-5'7623,"-1"2"-6167,1-41-425,-1 25-315,-2-36-268,-5 36-229,-9-2-79,-7 2 11,-2 3-67,-1 4-28,0 5-6,-7 4-55,-6 1 27,-6 2 17,4 3-11,1 5-61,6 6 27,2 9 51,1 10-62,2 8-39,7 4 6,8 2 11,15 2 5,12 4 34,11 0-45,10-8 90,4-15 67,10-19-50,-15-18 0,0-5 56,25-17 41,-22 3 1,-2-3 86,-9 2 1,-4-1 38,14-22 113,-5-4 145,-10 8-386,-7 14 28,1 2 285,-11 21-280,-1 4-307,-1 2 167,-1 14-45,-6 24 1,-2 6-17,2 12 0,-4 0 0,7 2-43,15-17 1,4-4-64,5 16-737,17-9 0,10-5 854,-5-19 0,0-4 0,-9 6 0,0-3 0,26-4 0</inkml:trace>
  <inkml:trace contextRef="#ctx0" brushRef="#br1" timeOffset="1.63954E6">25463 17666 10892,'-3'-9'9830,"-18"15"-9595,-12 18 0,-7 8-204,-9 2 0,-3 0 13,1 2 1,-3-1 1,13-10 1,-1 0 0,4-2-30,1 1 0,2-1-34,-1-2 0,3 1-9814,-6 14 8758,23-22 0,5 2 0,11-16 0</inkml:trace>
  <inkml:trace contextRef="#ctx0" brushRef="#br1" timeOffset="1.64007E6">24828 17643 10774,'0'-3'9830,"3"-8"-9320,-2 9-437,2-7-3731,33 34 3708,-18-13-25,7 5 1,7 6 167,2 1 1,3 2 0,-1-1-203,3 2 1,1 1-7,0 0 0,2 2 0,-2 1-25,8 11 1,-7-1 56,-18-16 0,-1 0 39,11 13 0,1 0 177,-8-10 0,0-4 3113,16 5-3318,10 1-562,-14-24 534,-19-4 0,-2-1 0,-14-1 0</inkml:trace>
  <inkml:trace contextRef="#ctx0" brushRef="#br1" timeOffset="1.6478E6">1405 10906 7806,'-6'-1'9118,"1"1"-8171,-6-6-712,10 5 129,-3-4 359,40 9-452,-5-1 1,4-1-149,11 1 1,4 0-70,-6-1 0,2-1 0,1 1-49,-3-2 1,1 0 0,2 0 9,1 0 1,3 0-1,0 0 1,-4-1-14,13 0 1,-2-1-5,-12 1 0,1 0 1,-4-2-11,-7-2 1,-4-2 84,24-11 308,-2-5 492,-34-17-755,-21 16 67,-23-11 67,-8 17 96,-17-8 16,-6-2-73,10 13 0,0 1-129,-9-4-47,19 12 0,5 2-137,19 4 5,16 4 34,9 3 16,25 10-58,1 5 0,3 3 25,-15-8 0,1 1-12,18 13 1,-4 4-5,-9 20-334,-38 4 0,-9 1-34,10-26 0,-4 0 384,-16 9 0,-8 3 0,5-11 0,6-16 0,-17 14 0</inkml:trace>
  <inkml:trace contextRef="#ctx0" brushRef="#br1" timeOffset="1.65281E6">6987 10891 7128,'-31'-9'6475,"20"5"-5394,-31-1 650,23 5-1507,2 1 33,-6 3-21,0 4-119,4-1-184,-1 1-347,13-5 621,10 0-39,20 5-112,6 2-56,24 6-118,-3-4 135,6-3 173,-8-4 174,-13-6 886,-15-1-623,-13-2-481,-10-1-191,-7-4 6,-11-5 5,-19 0 68,-22 3-17,19 5-1,-16 4-21,40 3-79,-3-1-471,14 1 308,7 3 219,4 2-17,9 7 90,17-1-34,11-8 1,3-2-1,6 0-3,0-5 1,-6-2 299,-27 2 174,-1-1-510,-24 4 45,-27-2 16,-11 2-67,14-1 1,-2 1 30,-1 2 1,1 0 30,-19 0-639,24 2 841,76 0-180,4-1-278,-7-1 0,8 0 0,-5-1 228,-1 1 0,-3 0 0,2-1 0,-4 1 0,-5-2 0</inkml:trace>
  <inkml:trace contextRef="#ctx0" brushRef="#br1" timeOffset="1.67351E6">7045 10317 8304,'0'-7'7456,"0"2"-6174,-3-39-515,2 29-476,-3-30-195,4 42-494,-2 5 336,-3 9 314,-8 20-106,-9 24-132,7-14 0,0 5 140,-3 12 0,1 1-126,6-11 0,1 0 17,0 4 0,4-4 61,5 8 0,4-4-15,0-26 144,-1-6 739,1-21-705,4-9-213,16-23 8,-7 3 1,1-2-18,0 1 1,-1-3 92,-3-7 0,-2-5 0,-2 6-90,2-12-16,-6 3 0,-3 1 5,-2 8 73,0-3 95,0 8-487,1 15-280,-1 19 526,-3 27 1,-2 14 55,1-9-3,-2 14 1,-1 6 33,-1-16 1,-1 1-43,-4 20 0,-1 2-11,4-15 0,0 0-6,-1 12 1,2-6 207,7-15 5,2-6 392,0-17-161,2-37-399,2-29-25,-2 17 0,2-4 34,1 0 1,1-4-1,-1 2-9,0-8 1,0 2-46,2 0 1,0 0-4,-2 1 1,-2 7 30,0 12-5,4-20-903,-7 45 718,1 1 73,-1 11 162,-4 32 1,-2 7-96,1 5 20,-2-4 1,-1 9-1,-1-5 16,2-12 1,0-1-12,-2 20 0,1-4 26,-1-7 178,7-11 685,5-62-880,-1 10-26,5-34 0,3-13 26,7 5 0,0-1 8,-5 0 0,1 2 14,4 0 0,-1 14-1037,-12 33 880,-1 4 176,-3 34 1,-3 15-48,1 2 20,-2-1 1,-2 9 0,0-8 1,-3 10 87,1-4 1,-1-19 865,2-66-1065,9-4 1,5-4-1063,3-1 1,0 1 1151,-4 5 0,2 9 0,10 16 0,-21 30 0</inkml:trace>
  <inkml:trace contextRef="#ctx0" brushRef="#br1" timeOffset="1.74146E6">8506 10455 15165,'-1'-35'2252,"1"0"0,0-22-1860,1 47-364,0 5-425,0 3 66,-3 8 432,1 17-17,-2 23-42,1-10 0,0 3-3,-1 7 0,0 1-5,-1 3 0,0 0-12,0-2 0,1-2 3,-1-4 1,1-2-15,-1 25 51,0-21 1293,1-20-599,2-15-375,4-26-314,3-24-22,1 7 0,1-4-34,1-11 0,3-2-3,2-5 1,1-1 2,2-2 1,0 0 16,1 4 0,1 3-20,-3 5 0,-1 3 3,-2 11 1,-1 5-3499,1-6 3386,-7 19-224,-5 14 297,1 10 56,12 47-6,-8-16-14,2-3 1,-2 3 2,-6-2 1,-4 0-24,-5 13 1,-1 0 5,3-7 1,0 0 1692,-9 16 1,1-7-1615,4-18 969,-1 6-863,9-38-207,-5-51 11,5 2 47,3 3 0,-1-8 0,2 4-22,0 11 0,1 0-6,1-9 0,1-5 0,1 6 20,2 7 1,-1 4-46,5-28-10,5 15-606,-8 65 718,0 27-62,-6 17-17,-10-6 0,-6 10 0,2-6 47,1-3 1,-1-2-17,1-5 1,-3 2 0,1-13 791,-7-11-812,20-60 0,10-31 1,-2 4 13,-7 16 0,0-2-14,4-3 0,2-7 1,1 0-1,-1 9 28,-1 7 0,-1 5-78,2-25 39,-6 62 0,-2 5 0,-3 30 0</inkml:trace>
  <inkml:trace contextRef="#ctx0" brushRef="#br1" timeOffset="1.79012E6">10177 10861 12438,'-39'6'1498,"79"-6"0,20-1-1004,-15 0-313,5-1 0,8 0 0,-31 1 125,-64 3 0,-39 2 0,12 0-216,14-2-365,20-11 315,90 0-40,-9 3 0,9-1 0,-15 2 0,-17 1 0,-27 6 0</inkml:trace>
  <inkml:trace contextRef="#ctx0" brushRef="#br1" timeOffset="1.79601E6">10304 10523 8758,'1'-8'9387,"0"1"-8426,-1-26 0,-2-6 80,2 11-503,-1-17 0,0 4-191,1 26-78,0 1-112,0 6 207,0 0-269,0 2-308,0 3-67,-2 5 269,-2 16 22,-2 19 6,2 0 0,-1 6 14,-2 1 0,-1 3-29,-1 9 1,0 0-6,-1-6 1,1-3 7,2-8 1,0-1-15,3 0 1,1-3 14,1 2-6,3 3 33,-1-25-5,1-3 331,-1-6 139,1-6-268,0-15-202,0-39-12,0-5 4,-1 15 0,0-2-1,1 3 1,-1-1 5,1-3 0,1-3-10,1 6 0,1-3 0,-1 4 2,1-3 0,0 3 95,3-14 0,-1 8-51,-3 22-16,0-2-112,-3 27-493,0 1 543,0 12 67,0 12-2,-2 21 0,0 4-48,0 4-6,-3 11 0,-1 3 9,-1-20 0,0-3-6,1-2 0,-1-1-8,0 10 0,0-6 11,3-19 381,-1 3-96,5-26-122,0-20-149,1-13 0,-2-4 3,1-21 12,-1 12 1,1-8 0,-1 9-24,0-7 16,-2-4 1,4-2-18,11 11 1,2 5 16,-7-12-28,7 10 1,-2 16-197,-13 60 1,-6 27 192,1-13 1,-1 7-1,-1 2 1,1-4 26,1 1 1,2-3 0,-1 2 349,-6 21 0,0 3 0,8-41-295,7-40-21,7-34 0,1-28 1,-2 2-18,-5 17 1,-2 2-1,1-2-24,7-20 0,2-3 1,-10 17-12,-22 14 0,11 40 0,-11 46 0</inkml:trace>
  <inkml:trace contextRef="#ctx0" brushRef="#br1" timeOffset="1.84492E6">1699 12013 8186,'-53'7'1638,"0"0"0,0 1 1,0-1-1,0 0 0,3-1 1,5 1-1306,-2 4 1,12 2-143,23-3 206,42-6 1,26-6-333,-5-3 1,9-3 0,5-2 0,-3 0-19,-1 2 1,-1-1 0,1-1 0,1 0-26,-5-1 0,4 0 1,-1-1-1,-4 0 1,-8 1 836,16-8 1,-17 1-765,-21 0 286,-55 11 0,-31 3 0,7-3-45,18-5 0,0-2-247,-36-6 1,23-3-73,75-9-17,30 16-1179,-9 39 0,7 18 0,-8-4 1142,-14-18 1,-7 6-248,-9 17 0,-4 16 1,-5-2-1,-5-16 1,-10-13-1,-20 16 1,0 0-1</inkml:trace>
  <inkml:trace contextRef="#ctx0" brushRef="#br1" timeOffset="1.85064E6">6999 11608 10914,'-14'-34'4915,"0"0"0,1-23-3842,0 3 0,3-1-502,11-2-229,6 15-488,-3 30 79,-2 17 117,4 26-33,-1 0 0,-1 5-12,1 0 1,-2 2-3,1 14 0,-3 1-6,-7-2 0,-3-1-3,2-4 1,-2-2 10,-4 3 1,0-2 5,-3 11-39,5-21 101,8-15 341,3-24-358,4-15-5,4-29-37,-1 14 0,2-4 25,1-11 0,2-2 45,1-4 0,2-1 5,0-3 1,0 1 8,-3 12 0,-1 2-39,-2 7 0,-1 3 25,-1-4-118,-4 22-234,-2 9 234,1 43 56,-2 10-28,-2 0 1,-3 3-12,-1-1 1,-2 0 4,-2 9 1,0-2 8,1-12 1,0-3-18,3-2 0,2-4 71,2-2 117,1-13 61,1-15-94,-5-31-107,-2-9-10,3-9 1,1-11 0,0 5-17,1 16 1,0-1 8,2-19 1,2-10 0,2 10 49,6-9-56,-4 23 1,0 2-6,2-8-90,-6 29-27,0 18 122,3 24 12,-1 33 0,-2 8-26,-2-25 1,-1 0 0,0 8 1,-1 4 0,-3-3-10,-11 3 0,-2-5 17,5-6 0,1-2 0,-1-2 0,1-3 34,4 0 448,9-40-387,8-28 0,2-12-81,-3 9 0,-1-2-1,2-4 0,1-5 0,-1 2 23,0-8 1,-1 5-132,0-8-118,-5 23 213,-17 64 0,-4 13 0,8-16 0,-6 9 0,1 0 0</inkml:trace>
  <inkml:trace contextRef="#ctx0" brushRef="#br1" timeOffset="1.90407E6">8453 11844 7677,'-3'0'6346,"1"0"-4251,-35 4-2028,28-3-408,-26 3 917,47-4-144,25 0-396,2 0 0,4 0-52,20 1-10,-17 0 1,-5 1-115,-14 2 661,-4 0 829,-31-1-1261,-14 1 230,-27-1 1,-9-1-144,19 1 1,-1 0-93,-19 1 0,1 0 123,-6 3-408,39-3 106,4-1 352,65-5-229,-7-1-41,9-1 0,12 0 0,-8 0-12,-16 2 0,-1-1 8,27-1 0,-7 0 163,-33 3 229,-31 1-392,-30 4 62,-3-1 0,-7 1 117,-13 0 0,1 1-151,18-1 1,4-1-68,-29 1-319,70-4 576,80-3-207,-24-1 3,2 1 1,4-1 5,-13-2-1,-3 0 60,-7 1 0,-2 1 22,25-5-1473,-37 4 1389,-36 7 0,-6 0 0</inkml:trace>
  <inkml:trace contextRef="#ctx0" brushRef="#br1" timeOffset="1.95467E6">8245 11408 18285,'-8'-17'3916,"1"-9"-3378,9-12-258,22-20-210,-1 28 0,4 1-37,0 4 1,3 3-37,3 5 0,0 6 3,14 8-50,9 34 41,-31 8 1,-4 6 33,-2-9 0,-7 4-23,-13 4 0,-10 5 0,-6-4 1,-9-7 1,-7-3 0,1-2 1,-5 11 1,-2-3 18,3-8 1,-2-1-1,6-6 71,1-1-117,-4 5 173,31-14-100,9-10 66,58-4-159,-31-6 0,5-2-1326,7-1 1,10-3-1,0-1 1,-6 2 843,3-3 1,-1 0 523,14-5 0,7-2 0,-18 4 0,-23 5 0,20-6 0</inkml:trace>
  <inkml:trace contextRef="#ctx0" brushRef="#br1" timeOffset="1.95547E6">8293 11385 8220,'-1'-3'9830,"0"1"-8136,-9-26 1,3-8-1102,19-2-383,5-11 1,11 5-250,19 28 0,1 21 134,-15 39 0,-5 11-95,3-28 0,-10 4-840,-23 11 1,-16 11-1,-5 1 1,1-11 841,0-11 1,-5-1-694,-12 16 0,-6 8 1,7-9 704,12-18 0,6-2 456,2 17 1,15-10-399,53-38-526,1-3 1,11-3 0,-5-1 453,-2-1 0,-2-2 0,-9 3 0,1-2 0,-8 3 0,3 0 0</inkml:trace>
  <inkml:trace contextRef="#ctx0" brushRef="#br1" timeOffset="1.98858E6">9922 11402 8242,'0'5'5731,"0"-2"-3776,0-3 985,-8-2-2318,6 1 369,-6-2-224,8-2 108,-1-9-685,1 0 146,3-21-246,19 2-65,14 4 0,5 2-388,2-2 357,-2 10 0,-2 7-38,-14 16 4,3 12 18,7 10 28,1 10-57,-11-8 1,-2 1 44,4 6 51,0 13 425,-38-11-465,-18 18 9,8-21 0,-2 1 8,-6 2 1,-3-2-1,-9 4 1,-2-4-12,9-9 0,1-2-31,-5 1 1,3-3 14,6-4-35,15-9-21,14-9-292,1 0 431,3 1 62,5-1 107,39-8-242,3-5 1,5-3-40,-5 3 1,0-1 5,4-2 0,1-1-925,-7 2 1,1-1 0,-6 2-3964,-9 1 1,0 0 3527,26-7 1,-6 1 0,-21 5 0,-29 12 0</inkml:trace>
  <inkml:trace contextRef="#ctx0" brushRef="#br1" timeOffset="1.98993E6">9859 11461 17501,'-17'-22'3031,"4"3"-2516,39-18-353,-5 13 56,23-10 1,6 1-191,-2 12-51,13 6 1,2 12-73,-33 23 0,-2 6 114,7-10 1,-5 5 128,-17 26 1,-17 8-18,-25-7 1,-8-2-107,12-2 0,-2-1-2,-17 5 0,0-6 27,17-17 1,4-3-1,-11 9 40,-10 10-40,34-32 101,-4 4-224,15-13-44,2-1 531,38-10-358,-8 0-28,17-4 0,15-4 0,-9 3-23,-25 7 1,0 0-4,13-3 0,5-3 0,-2 2 76,5-2 1,-8 2-51,-10 3 11,27-9 0,-5 1-453,-36 12 414,14-5 0,-25 8 0,-10 3 0</inkml:trace>
  <inkml:trace contextRef="#ctx0" brushRef="#br1" timeOffset="2.04473E6">1422 13243 16695,'32'25'3008,"23"-11"-2947,-7-8 1,9-3 0,2-3-10,4-7 0,3-5 0,-4-4 289,-10 0 1,-2-3 0,-4-1-93,18-6 0,-20-4 626,-43-24 284,-53 27-470,-2 6-68,0 6-598,32 17-1,21 7-11,39 23-53,-5-8 0,2 3-204,0 1 0,-2 4 246,2 15 0,-6-2 0,-6-6 0,-16 11 0</inkml:trace>
  <inkml:trace contextRef="#ctx0" brushRef="#br1" timeOffset="2.05744E6">7030 12341 18352,'0'-41'2073,"0"0"0,1-22-2051,-4 57-212,2 13 307,3 34-72,-1-10 0,-1 4 14,-3 18 0,-1 3-34,-2-4 0,-1 3-23,-1 0 0,-2 4 0,2-8-188,0-13 1,2-1 185,-3 20 0,3-7 0,8-31 196,1-4 582,2-14-722,0-14-6,4-26-22,1-13 230,1 2 1,2-6-184,3-6 1,1 1-26,-2 6 1,-1 2-1,1 5 1,-2 6 106,4 0 33,-4 9-162,-2 9-218,-5 18 232,-6 39 0,-4 17-26,-2 6-16,1 0 0,-1 3 0,-2-17 0,0 2-1135,-1-2 1,-1 4 0,1-4 1134,0 0 0,1-2-11,-5 17 0,2-8 296,5-25-27,2-9-124,1-10-106,1-56 14,1 0 0,1-6-12,-1 10 0,1-2 1,-1 1-17,1 4 1,-1-1 0,1 2 16,1-15 0,1 5 19,0-1 3421,5-10-3466,-4 33-33,1 3-196,1 57 236,-2 20-24,2 8 6,-10-2 1,-5 11 0,0-8-1,4-20 0,-1 0 0,-3 14 1,-2 6 0,2-7 55,-1 12 23,6-35 11,2 3 101,5-89-157,-2 11 39,0-4 0,1-12 0,0 6 11,-3 13 1,1 1-35,2-6 1,-1-4 0,1 11-56,-4 6-73,17 21 47,-2 46 1,-1 17 28,0-16 0,-4 4-2450,-6 12 0,-5 13 1,-3-1-1,1-10 1410,1-11 0,-1-3 0,-6 13 1,-3 5-1,5-18 0,6-27 1</inkml:trace>
  <inkml:trace contextRef="#ctx0" brushRef="#br1" timeOffset="2.08029E6">8264 12578 20156,'-19'-55'875,"0"-1"1,12 4 0,14 4-767,29 10 1,14 7-91,5 4 1,3 6-3,-5 4 0,2 9-34,8 15 0,-4 12 36,-24 5 1,-8 7 2,3 9 1,-16 9 3,-28-4 1,-17 8 0,-7 1-1,5-7-22,8-8 0,2-4 0,-5 2-4,-8 7 0,-6 4 0,0-1 0,6-6-54,-1 4 1,7-8 70,-1 2 101,16 5-51,59-57 0,18-16-84,-25 15 0,5-2-269,-2-2 0,8-4 1,4-3-1,0 0 1,-5 1-2992,13-7 0,-4 1 0,0 0 2670,-11 7 0,0 0 1,0 0-1,-5 2 1,19-12-1,-14 7 1,-23 15-1</inkml:trace>
  <inkml:trace contextRef="#ctx0" brushRef="#br1" timeOffset="2.10392E6">9821 12541 8203,'1'-5'9830,"0"2"-7919,-1 3-719,-4-39-727,23-6-303,2 1 1,11-3-42,9 12 1,10 2 0,-4 4-114,-4-3 0,1 7-4,5 7 0,4 5 0,-13 13 7,-16 34 41,-18 5 0,-6 10 1,-3-2-51,-6-1 1,-4 0-1,-4 2 0,-3 5 0,-5-3 13,-7-2 0,-3-2 0,3-5-4,7-6 0,0-2-11,-15 19 0,6-10-34,26-31 62,10-9 157,15-10-157,26-13 0,6-4-78,7-3-724,-17 9 0,13-6 0,3-2 0,-1 1 0,-10 5-2883,2-1 0,-2 1 2861,-1 1 1,5-3 0,0 1 0,-8 3 795,-3 0 0,-8 4 0,-7 3 0,5-4 0</inkml:trace>
  <inkml:trace contextRef="#ctx0" brushRef="#br1" timeOffset="2.17516E6">1305 14520 13732,'-40'-8'2139,"1"0"1,-20-4-1810,89 19-173,5-4 0,8-2-101,0-2 0,5-2 0,2-1-316,-2-1 1,1-1 0,2-2 0,0 0 278,4-2 1,0-2-1,1-1 1,-2-1 8,-3 1 0,0-1 0,-2-1 0,-2 1 159,3-2 1,-3-1-1,-4 0 608,2-3 1,-12-1-388,-26-7-100,-37 12 0,-12 5-201,-5-3 47,-1 6 0,3 3 42,18 5 639,6 4-869,6 6-11,33 18-194,19 5 1,3 3-112,-16-7 0,0 1-745,18 14 1,-7 3 1094,-28-11 0,-7-3 0,1 5 0,-6 1 0</inkml:trace>
  <inkml:trace contextRef="#ctx0" brushRef="#br1" timeOffset="2.18028E6">6958 13628 21304,'-4'-7'398,"-8"31"-352,-3 21 1,-3 16 0,0 0-363,1-7 0,1 0 1,1 0 315,-1 3 0,2 2 0,0-5 2,0 6 1,3-6 531,2-14 1,7-15 142,12-29-549,4-24 0,0-14-86,8-15 0,0-7-9,-5 11 1,0-2-1,-1-1 2,-1 2 1,-1 0 0,-1 1-8,-3 7 0,0 1 0,-2 4-3,0-4 0,-1 7-249,1 12 795,-5 58-557,-4 17 0,-1 10-20,-1-11 0,0 2 1,-1 0-58,1 5 1,0 0 0,-1-1 64,-1-8 0,0-1 0,1-5 124,0-1 0,1-8 451,-4-8-561,0-68 4,7 1 0,2-8-20,0 7 0,3-4 0,0 0 16,1-1 1,2-1 0,1 3-17,4-13 0,1 7-185,3-4 389,-8 91-204,-15 12 0,-6 7 5,6-9 1,0 3 0,-3 1-3,-5 8 1,-3 2 0,1-5 7,1-2 0,1-6 160,-1 4 0,2-19-14,6-38-152,5-20 1,5-12-6,1 1 0,3-4 0,0-2 7,2-6 1,0-1-1,2 0-2,2 0 1,0 1 0,0 5-48,1 4 0,-2 8 25,1 11-232,-23 62 0,-9 24 249,-1-4 0,-1 1 0,3-4 0,0-2 0,3-16 0,0 0 0</inkml:trace>
  <inkml:trace contextRef="#ctx0" brushRef="#br1" timeOffset="2.20179E6">8569 13778 9050,'-3'2'9830,"0"0"-6756,-11 12-1685,5-23-683,-12-8-454,17-40-219,11 18 1,8-2-17,14-4 0,10 2-14,-5 14 1,5 4 0,1 2-32,20-6 0,1 11 36,-7 12 1,-9 14 27,-19 20 1,-13 11-28,-16 1 0,-12 5 1,-4 2-226,0-4 0,-3 1 1,-3 0-1,0 0 224,-3 2 1,-3-1-1,0 0 1,1-1-8,-9 10 1,1-2 0,2-4-13,-3 5 0,6-5-6,1 6 146,54-40-112,15-26 0,10-11-135,-3 6 0,5-2 1,2-1-229,0 1 1,3-1 0,0-1-1,-5 3 1,13-6 0,-4 3-1,-3 4 1,1 0 0</inkml:trace>
  <inkml:trace contextRef="#ctx0" brushRef="#br1" timeOffset="2.23095E6">10137 14221 16880,'-18'12'560,"43"-4"-527,27-9 1,13-3-61,-16 1 1,3-1 0,-4 0 68,6-2 0,-5-1 1190,13 0-1220,-74 9 101,-24 4 1,-20 3-1,-6 0 1,8-1 1,-1 0 0,1-1-90,0 2 0,-11 1 0,11-1 0,31-4 165,59-9 1,0 1 436,-85 19 0,1 1-647,90-21 1,2 3 652,-56 21-615,48-23 1,34-16 0,-1 3 196,-10 7 0,-1 1 0,-9 4-215,7 2 0,-73 13 0,-29 6 0,-1-1 0</inkml:trace>
  <inkml:trace contextRef="#ctx0" brushRef="#br1" timeOffset="2.24223E6">9952 13497 7895,'-10'-3'9780,"2"1"-8424,8 2 27,-2-16-605,18-12-677,-5-3 22,26-7-112,1 20-11,17 7-28,7 15-42,-21 10 0,-3 6 34,-9 4 0,-5 5 80,1 4 1,-8 5-3,-24 12 0,-12 2 11,-4-10 1,-5-2 60,-5 4 1,-4-4 235,2-12 1,2-6 343,-5-4-268,7-9 78,20-14-426,7 0-257,5-1 90,24-3 72,28 4-3,-9 7 1,2 4-4,-5 2 1,-2 4-26,2 10 1,-7 5 63,-7 21 79,-33-7 1,-12-1-40,-3-11 0,-6-2-17,-17 10 0,-7-4-6,-5-10 1,-2-7-177,-2-4 1,2-5-4774,8-8 1,3-3 3461,-15-5 1,43-10 0,17 16 0</inkml:trace>
  <inkml:trace contextRef="#ctx0" brushRef="#br1" timeOffset="2.24319E6">9858 13557 10461,'-3'0'8671,"0"0"-7092,2-43-1109,37 4-380,-12-19-26,30 35 0,6 11-86,-9 13 5,10 12 0,-4 13 37,-32 3 0,-13 8 161,-16 17 0,-14 10 0,-1-7-134,7-9 1,-7-2 288,-10-5 0,-10 4 0,-1-5 1,6-17 503,-14-24-840,-6 11-51,94-46 26,4 34 0,8 11-7,-2-4 0,2 3 1,-18 12 83,-34 24 0,-20 13 1,0-4-53,11-12 0,-6-2 0,-14-4 0,-12 4 0,-3-5 0,8-12 0,-17-14 0</inkml:trace>
  <inkml:trace contextRef="#ctx0" brushRef="#br1" timeOffset="2.26171E6">10487 13312 15928,'-22'-49'3232,"-8"1"-2840,-13 21-286,-11 5-50,22 15 0,-5 4 56,-19 5 0,-9 4 0,5 0-70,6-2 0,-2 3-12,-1 3 1,-9 2 0,1 3 0,11 0-23,4 6 1,4 2-68,-1 0 0,-2 2 1,4 2 58,-1 8 0,5 5 20,10-5 1,1 3-1,2 3-18,3 7 0,3 3 0,3-1-4,2-9 0,2 0 0,3 0 7,1 24 1,10-1-9,10-14 1,7 0 0,3-3 0,6 3 0,2-2 56,1-1 0,4-1 1,6 0-833,8-4 0,8 1 0,1-3 0,-6-5 778,6 2 0,1-7 0,-2-9 0,5-2 0,-4-3-4,0-4 1,1-4 131,1-8 1,5-3 0,-2 0-90,-8 2 0,-1 1 1,0-4-80,8-5 0,1-4 0,-5-2 79,-13 0 0,-3-3 1,2-2 90,14-8 1,2-4 0,-2 0-55,-10 6 1,-2 0 0,-1-1-11,1 2 0,0-2 0,-4-4 66,-2-12 1,-5-6 0,-4 5-66,-9 11 0,0 0 1076,7-11 1,4-6 0,-9-1-851,-13 2 0,-7 0 0,-3 4-226,-1 4 0,-3 0 0,-1-3 1,-3-3 0,-7 3 33,-14 2 0,-8 2 0,3 5-79,2 0 0,0 1 87,3 1 1,-3-2-1,-2 3-98,-5 7 0,-4 2 1,5 6-21,6 5 1,-2 3 0,-15-6 1,-9-2 0,-1 6-384,11 8 1,-1 5 0,0 1 0,3-1 386,1 0 0,3 1 1,-2 0-1,-17 2 0,-3 1 1,6 2-9,1 6 1,5 3-9,-5 4 1,0 1 8,3-2 0,-1 3-8,11-1 0,0 3 1,1 2-27,5 4 0,1 2 0,3-2 42,-8 2 1,3 1-8,4 8 1,1 5 0,10-7 14,7 2-960,0 4 0,-4 10 0,4-8 949,-4 6 0,2-4 1,0 4 464,5-5 1,3-5-476,2 6 2,6-5 1,3 7 0,10-1 11,18-7 0,10-2 1,-3-1 3,-6 7 1,6-2 15,9-10 0,11 0 1,3-4-1,-9-8-171,-6-10 1,2-6 161,1 2 1,6 2 0,3-2 0,-1-3 13,-2-4 1,-1-3 0,1-2 0,2-2-5,-2-2 0,3-1 0,0-2 0,0 0 1,-2 0 573,8 0 0,0-1 0,-2 0 0,0-3-593,4-5 0,1-3 0,-4 0 0,-9 4 0,-8 1 0,-5 2 0,0-1 0,-1-1 0</inkml:trace>
  <inkml:trace contextRef="#ctx0" brushRef="#br1" timeOffset="2.31041E6">2832 15184 11732,'10'29'3204,"24"-5"-1165,28-19-1569,-19-4 1,6-1-1,1 0-334,-2-1 0,0 0 1,3 0-455,5 0 0,4-1 1,1-1-1,-2 1 382,-8 0 1,-2-1-1,2 1 1,3-1 43,-3 0 0,4 0 0,1-1 1,2 0-1,0 1 0,-2-1-15,8 0 0,-1 0 0,1-1 0,0 1 0,1-1-235,-6 1 0,0 0 0,1 0 0,1 0 0,0-1 0,2 1 194,-5 0 1,2 0 0,1 0 0,0 0 0,0 0 0,-1 1 0,-1-1-269,2 0 0,-1 1 1,-1 0-1,-1-1 0,2 1 1,0 0 246,-5 0 0,1 0 0,1 0 0,-1 1 1,1-1-1,0 0 0,1 1 0,2 0 0,1 0 0,1 1 1,-1-1-1,0 1 0,0 0 1,-3 0-122,1 0 0,-2 0 0,-1 1 0,0-1 0,1 1 0,2 0 113,-4 0 0,2 0 1,1 0-1,0 0 0,0 1 1,-2-1-1,0 0 14,0 1 0,-2-1 1,0 1-1,0 0 1,-1-1-1,2 1-12,3-1 0,1 0 0,1 1 1,-1-1-1,-2 1 0,-2-1-10,9 0 1,-3 0-1,-1-1 1,5 0 3,-7 0 1,3-1-1,2 0 1,1 0 0,-3 0-1,-4 0 5,7-1 0,-4 1 0,-1-1 0,2 0-9,-3 0 1,0 0 0,2 0-1,0 0 1,0-1 0,3 1 1,1 0 0,0-1 0,-2 1 0,-4-1-9,-4 2 1,-3-1-1,-1 0 1,4 0 3,1 0 0,3 0 1,2-1-1,-1 1 0,-4 0 60,-2 0 1,-2 0 0,-1 1 0,1-1-69,2 1 0,1-1 1,-1 1-1,-2 0 7,9 0 0,-2-1 1,-2 1 306,-9 0 1,-2 0 0,-3-1-269,1 1 0,-5-1 1853,20-3-1741,-36 3 909,-8 1-1071,-23 1 0,7 1 0,-8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14:29:08.96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4606 1793 8371,'-1'-39'4915,"-1"-1"0,1-16-3050,-2 82 0,-1 26-1721,-2-1 1,-2 11-1,0 1 1,1-8 507,-3 8 1,3-3-653,0-2 0,1 2 0,13-28-96,26-60 1,13-14 29,0 33 1,4 8 0,-15 12 116,-27 50-51,-5-23 0,-10-1 0,-21-6 0,-13-1 0,1-13 0,6-22 0,-1 1 0</inkml:trace>
  <inkml:trace contextRef="#ctx0" brushRef="#br0" timeOffset="526">5404 2146 25640,'-2'-21'-2000,"1"5"0,1 16 1,0 1-1</inkml:trace>
  <inkml:trace contextRef="#ctx0" brushRef="#br0" timeOffset="1068">4210 2705 9677,'-9'-3'9751,"43"3"-9510,-11 1-31,19 0 0,13 0-117,-8-2 1,7-1 0,0-1 0,-5 2-296,12-1 0,3 0 218,-7 0 1,10-2 0,3-1 0,-3 0 0,-10 1 46,7-3 0,-2 0-52,-2 0 0,9 0 1,-2-1-1,-9 1-6,-2-1 1,-6 1-12,14-2 1,-8 1-1524,-25 4 1529,-10 2 0,-4 0 0,-11 2 0</inkml:trace>
  <inkml:trace contextRef="#ctx0" brushRef="#br0" timeOffset="2097">7640 2133 15149,'0'-6'6968,"-18"-40"-6951,14 42 78,-3 5-131,10 32 1,11 25 0,-3-3-86,-7 0 0,-2 1 12,3 0 1,0 5 0,-15-3-1966,-23-11 0,-16-2 1,-4-4-1,9-5 1650,7-1 0,-1-1 0,-2-1 0,-9 5 0,4-5 0,15-14 0,17-17 0</inkml:trace>
  <inkml:trace contextRef="#ctx0" brushRef="#br0" timeOffset="2611">7784 1680 8573,'-18'33'9567,"6"2"-8239,31 20-860,0-27 823,20-40 0,-5-16 547,-45-28-1705,21 22 1,-7 2-171,-33 4 1,-10 13-1283,-15 32 1045,16-7 395,15 35 1,24-34 0,5 10 0</inkml:trace>
  <inkml:trace contextRef="#ctx0" brushRef="#br0" timeOffset="2915">8268 2013 19380,'36'-17'-340,"0"-1"1,9 0 0,8 2 0,-1 3 0,-13 7 0</inkml:trace>
  <inkml:trace contextRef="#ctx0" brushRef="#br0" timeOffset="3132">8284 2254 23205,'56'-13'-4916,"0"1"1,-13 5 3974,23-10 1,-7 0 0,-42 12 0,-8 2 0</inkml:trace>
  <inkml:trace contextRef="#ctx0" brushRef="#br0" timeOffset="3688">9214 1898 22162,'35'-36'187,"1"-1"0,-1 1 1,14 9-1,3 7 0,-16 20-468,-35 49 1,-8 15 220,29-25 1,-5 2 147,-31 1 1,-17 8 0,-6-2 0,6-8 163,3-7 0,-1-4-63,-19 20 0,8-4 425,25-9-442,51-35 0,15-9-203,-18 3 0,3-3-371,15-3 1,12-4-1,1 0 1,-13 3 0,-16 3-1,-2 0 1,11-2 0,0 0-1,0 0 1</inkml:trace>
  <inkml:trace contextRef="#ctx0" brushRef="#br0" timeOffset="7646">10829 2299 17384,'0'-4'5209,"0"1"-8659,-9 52 3450,-4-20 0,1 24 0,1-36 0</inkml:trace>
  <inkml:trace contextRef="#ctx0" brushRef="#br0" timeOffset="8965">12166 2047 11514,'5'-5'7427,"-1"1"-6581,-4 4-628,-1-7-106,1 6 213,-2-1 296,0 9 219,-4 1 164,-3-3-400,-1-7-380,2-18-168,31-38-56,-11 24 0,11 4 0,5 7-22,11 26 11,12 19-9,-30 20 1,-7 7-7,-8-14 1,-5 1-17,-8 20 0,-12 0-3,-9-18 0,-10-4 1,-3 0 68,-8 1 0,-3-2 1,0-1 29,5 1 0,1-2 0,0-10 94,-18-16 1,13-14-127,29-12 20,24-17 0,14 2 65,35 27-107,-17-1-42,19 26 0,7 9-250,-14-12 1,4 0-86,0-1 0,8 1 0,0 0 0,-7-3 0,2-1 1,-2-3-1,14-2 0,0-1 0</inkml:trace>
  <inkml:trace contextRef="#ctx0" brushRef="#br0" timeOffset="9473">13166 2026 10203,'4'-13'9830,"-9"13"-8770,-35 22 1,-24 18 0,11-3-994,27-16 0,1 2-11,-15 7 0,-12 7 0,8 0 0,28-7-488,50-4 1,32-8 0,-3-1 431,-3 2 0,2-1 0,-1-2 0,5 0 0,-9-5 0,-20-11 0,1 1 0</inkml:trace>
  <inkml:trace contextRef="#ctx0" brushRef="#br0" timeOffset="10052">13845 1992 7722,'51'0'1306,"0"0"1,1 1-1,-19-1 1,1 1-1307,25-1 0,9 1 0,-15 0 0,-18-1 0,-23 2 0</inkml:trace>
  <inkml:trace contextRef="#ctx0" brushRef="#br0" timeOffset="10343">13792 2328 8987,'52'-6'-325,"0"0"0,0-1 0,0 1 1,-10 8-1,12-9 0,21-7 0,-5 1 1,-30 6-1,-34 6 0</inkml:trace>
  <inkml:trace contextRef="#ctx0" brushRef="#br0" timeOffset="11376">14901 1960 14947,'57'-6'1565,"0"0"0,0 0 0,0 0 0,4 36 0,-24 11-1542,-43 16 44,-23-14 0,-13 3 0,6-14 650,9-23-594,-9 1-78,41-20-28,13 0 19,14 4 1,7 4-18,-4 6 1,2 4-37,15 3 0,0 4 20,-11 1 0,-9 7 16,-17 18 1,-9 2-14,-3-3-533,-38-7 1,-22 1-1,2-8 527,7-14 0,0-4 0,3 4 0,-2 1 0,6-4 0,-15-3 0</inkml:trace>
  <inkml:trace contextRef="#ctx0" brushRef="#br0" timeOffset="32654">7572 3408 12421,'0'-6'9342,"-6"-55"-9118,4 47-397,-5-43-141,7 66 572,1 27-152,-1-5 1,0 5-9,-1 19 0,-1 2-67,0-6 0,-1 0 39,-4 10 0,-1-3 39,1-16 0,0-2 25,-1-4 1,0-2 84,-3 17 21,2-21 80,5-16 329,1-5 1,3-11-409,0-6 28,2-22-196,3-7-45,2-10-6,12-2-39,10 2 23,-6 22 0,2 0-34,24-12 0,-15 24 0,2 6-23,21 18 51,-25-2 0,0 3-3,1 7 1,-4 4-41,-4-1 1,-3 2 31,10 20 79,-47 18-52,-20-20-10,-3-11 0,-8-2-108,-3-8 1,-2-4-249,5-1 0,0-4-1820,-7-8 0,5-7 1322,0-20 0,13 4 0,26-2 0</inkml:trace>
  <inkml:trace contextRef="#ctx0" brushRef="#br0" timeOffset="33097">8425 3644 22744,'32'-7'-1221,"1"1"0,16-3 0,3 1-3695,6 2 1,-1-1 3080,-5 1 1,-7 0 0,0 3 0,-37 2 0</inkml:trace>
  <inkml:trace contextRef="#ctx0" brushRef="#br0" timeOffset="33425">8559 3884 11659,'-3'2'8789,"0"-1"-8538,-39 16-38,31-12 722,1 16-811,38-18-464,15-5 1,18-4 0,1 0 0,-12 1 0,-16 3-1,-2-1 1,28-4 0,0-1 0,0 1 0</inkml:trace>
  <inkml:trace contextRef="#ctx0" brushRef="#br0" timeOffset="33848">9398 3589 6983,'56'-16'1404,"1"-1"0,-11 11 0,6-5 1,11-3-1,-12 6 0,-9 10 1</inkml:trace>
  <inkml:trace contextRef="#ctx0" brushRef="#br0" timeOffset="34220">9513 3848 9923,'58'1'0,"0"0"0,0-1 0,0 1 0,3-1 0,1 1 0,0-1 0</inkml:trace>
  <inkml:trace contextRef="#ctx0" brushRef="#br0" timeOffset="39468">10578 3586 19552,'-15'-34'838,"0"-1"0,1 1 0,-7 12-672,-21 35 0,-11 24 1,7-3-184,17-13 0,1 2 19,-19 18 0,-3 9 0,23-2 17,45 1 1,15-2-12,-22-14 1,7-3 16,18-7 0,14 0 0,3-5 1,-10-6-323,17-8 297,-5-2 0,10-2 0,-16-2 0,-19-7 0,13-5 0</inkml:trace>
  <inkml:trace contextRef="#ctx0" brushRef="#br0" timeOffset="61629">4830 5457 10914,'-48'-9'3276,"-1"0"1,-1 13 0,2 10-2451,0 14 1,5 11-721,-1 8 1,21 6-2118,39-14 0,19 3 0,7-1 0,-9-6 2011,-6 1 0,3-4 0,24 7 0,12-2 0,-16-18 0,-20-26 0</inkml:trace>
  <inkml:trace contextRef="#ctx0" brushRef="#br0" timeOffset="61794">5250 5676 18392,'-11'-1'0,"3"1"0</inkml:trace>
  <inkml:trace contextRef="#ctx0" brushRef="#br0" timeOffset="62883">6529 5848 14701,'-21'47'800,"0"1"0,0 0 0,-1 0 0,1-1 0,2-36 0,-1 43 0,0 1 0,0 0 0,0-1 0,0 1 0,0 0 0</inkml:trace>
  <inkml:trace contextRef="#ctx0" brushRef="#br0" timeOffset="63408">6781 5294 19630,'-38'-22'3680,"-3"37"-3686,25 37 9,15-9 0,5 0 64,7 2 118,22-20 0,2-15 305,-17-40 0,-3-9-311,28-6 140,-52-15 1,-17 3-371,-13 25-129,8 11 1,3 12-4173,6 51 4352,34 6 0,-3 0 0,14-20 0</inkml:trace>
  <inkml:trace contextRef="#ctx0" brushRef="#br0" timeOffset="63764">7410 5592 15020,'-4'0'8038,"-23"-3"-8363,50-5-2526,30-9 2243,4 11 1,5 2 0,-17-3-1,-2 2 1,-7 5 0,1 0-1</inkml:trace>
  <inkml:trace contextRef="#ctx0" brushRef="#br0" timeOffset="63971">7441 5910 23618,'28'-17'-1924,"1"1"1,20-6 0,0 3 1923,-17 10 0,-1 1 0,4-1 0,-2 0 0,1 1 0</inkml:trace>
  <inkml:trace contextRef="#ctx0" brushRef="#br0" timeOffset="64635">8408 5462 23685,'23'-48'61,"1"0"1,-12 11 0,6 8-104,22 20 0,4 14-84,-10 9 0,-3 6 30,-5 2 1,-6 7-1874,-15 25 0,-9 2 2081,3 3 50,-21-14 1,-5-8 288,-2-22-316,13-5 77,-5-4-100,30-9-89,6 1-12,17 0 1140,23 12 0,7 7-1140,-17 0 0,-1 3 1110,0-3 1,2 2-1,-20 5-2261,-43 24 1,-26-1-3777,-5-15 1,-9-6 3510,11-2 1,-4 0 0,4-5-1,-4-8 1,11-4 0,23-4-1</inkml:trace>
  <inkml:trace contextRef="#ctx0" brushRef="#br0" timeOffset="66056">9987 5640 24637,'14'32'-81,"0"1"1,-7 5 0,-6-2 0,-16 1 0,-6 1-1</inkml:trace>
  <inkml:trace contextRef="#ctx0" brushRef="#br0" timeOffset="66812">11219 5355 17462,'11'-59'2236,"1"0"1,-6 15 0,6 7-2128,30 6 1,8 17-108,-6 34 1,-1 11-12,-2-12 1,-5 6 14,-2 28 0,-19 6 72,-35-13 0,-12-5 31,13-9 1,-4-5 142,-17 2 0,4-16 370,22-35-555,12 5-25,46 1 0,22 14-62,-9 24 1,0 9-9,7-10 0,-10 7-73,-27 24 0,-26 2 101,-38-23 0,-23-7 0,5-1 0,13 4 0,0-3 0,-5-10 0,1 0 0,-1 0 0</inkml:trace>
  <inkml:trace contextRef="#ctx0" brushRef="#br0" timeOffset="67377">12457 5224 23651,'-26'20'610,"-1"0"1,-17 5-554,6 3 1,-9 13-1,-1 2 1,9-3-22,6 6 1,4-1-29,-24 5 0,23-7-120,73-11 0,29-13 112,-26-16 0,6-6 0,1-3 0,-3 2 0,1 5 0,-1 0 0,-1-1 0,2-6 0,-1 0 0,1 1 0</inkml:trace>
  <inkml:trace contextRef="#ctx0" brushRef="#br0" timeOffset="67637">13025 5282 23237,'51'-12'-105,"-1"1"1,1-1 0,-1 0 0,11-8-1,-7 4 1,-11 15 0,-1-1 0</inkml:trace>
  <inkml:trace contextRef="#ctx0" brushRef="#br0" timeOffset="67836">13004 5508 22694,'63'-7'-637,"-1"-1"0,1 0 1,-12 2-1,-3 1 0,-5-1 1,-7-2-1,-8 0 0,-4 2 1</inkml:trace>
  <inkml:trace contextRef="#ctx0" brushRef="#br0" timeOffset="68682">14146 5180 13670,'14'-41'4915,"1"0"0,-3 14-4650,14-7 0,11-7 0,-3 13-287,6 21-68,19 10 1,-8 15-65,-49 34 0,-14 10 168,19-17 0,-7 1 85,-20-7 0,-13 5 1,-4-2-1,4-10 181,-3-6 0,-1-6-22,-18 11 0,19-14-67,61-42-175,12 7-11,5 5 1,11 1 0,-3 11-37,4 24 1,-3 8-69,1-13 1,-15 7 98,-46 17 0,-22 10 0,1-10 0,-9-3 0,-1-15 0,0 0 0,0 0 0</inkml:trace>
  <inkml:trace contextRef="#ctx0" brushRef="#br0" timeOffset="73813">6408 5958 9145,'0'-3'9830,"0"1"-6419,3-46-2655,0 32-510,1-33-268,-2 49 162,2 22-6,2 26-92,1-11 0,0 4-25,0 11 0,0 1 33,0 0 1,-3 0 91,-5-2 1,-6-1 53,-5-8 0,-6-3-56,-4-6 0,-5-4-3,-4-4 1,-4-4-29,0-4 0,-3-3-59,-1-2 1,-1-4-17,1-1 0,2-3-74,-17-4-3242,23-21 3282,30-2 0,3 0 0,4 13 0</inkml:trace>
  <inkml:trace contextRef="#ctx0" brushRef="#br0" timeOffset="77335">7398 7138 17641,'4'-51'1988,"-1"0"1,-1 9 0,1 6-1648,0 7-458,-2 21 150,-1 28 6,1 8-3,-5 20 1,-3 7-37,0-16 0,-1 2 11,-1 4 0,-2 3 1,-1-2 18,-3 2 1,-1-3 0,-1 3 0,1-3-25,-4 9 33,6-18 358,11-27 500,1-5-802,2-20-5,6-8-12,7-20-67,6 6 23,15-3-6,9 14-34,16 6-22,-6 9 34,5 17 11,-18 14-17,-3 26 11,-15 3-25,-14-13 0,-5 2 28,-9-2 0,-5-1 28,-3-1 0,-4-2-20,-7-2 1,-5-5-9,-11-8 0,-3-6-51,3-4 1,0-5-418,0-2 0,4-5 454,-10-14 0,29 6 0,13 1 0</inkml:trace>
  <inkml:trace contextRef="#ctx0" brushRef="#br0" timeOffset="77808">8232 7281 22688,'57'-15'-2385,"-14"9"1,8 1 0,-5 1 143,-3 0 1,-1 0 2240,6 2 0,4 0 0,-14 1 0,-18 1 0,-2 0 0</inkml:trace>
  <inkml:trace contextRef="#ctx0" brushRef="#br0" timeOffset="78075">8340 7537 12909,'-46'20'3276,"0"0"1,87-25 0,0 0-2482,-83 34-795,67-31 0,35-10 0,16-6 0,-4 0 0,-19 5 0,5 0 0,0-1 0,0 1 0,-1 0 0</inkml:trace>
  <inkml:trace contextRef="#ctx0" brushRef="#br0" timeOffset="78557">9340 7196 18992,'58'0'0,"-1"0"0,1-1 0,-1 1 0,4 0 0,1-1 0,-1 1 0</inkml:trace>
  <inkml:trace contextRef="#ctx0" brushRef="#br0" timeOffset="78855">9415 7470 17115,'55'-5'690,"1"0"1,0 0-1,-17 2 1,18-2-1,0-1 1,1 1-1</inkml:trace>
  <inkml:trace contextRef="#ctx0" brushRef="#br0" timeOffset="81668">10524 7172 14202,'-3'0'8089,"1"0"-7552,-10-13-402,11 15 195,6 19-196,15 13 34,18 19-8,-11-33 0,2-5 69,24-1-5,-10-17 0,-2-10 163,8-29-256,-24 11 1,-6-3 59,-14-22-46,-32 6-100,-25 24-37,19 16 1,-3 5-1,-13 13 1,0 7-7,16-6 1,1 5-9,-5 17 1,-2 9 0,7-2 7,13-11 1,3 1-3,-14 26 0,9 5-23,27 1 1,10-4 11,-5-21 0,2 0 11,11 21 0,7-6-11,0-28 0,5-7-668,12 1 1,0-2-1,9 5 1,5-8 0</inkml:trace>
  <inkml:trace contextRef="#ctx0" brushRef="#br0" timeOffset="87750">12931 6993 20918,'-53'37'308,"0"0"0,10-5 0,-1 1-314,3 2 1,-2 4-1,0 2-330,7-3 0,-1 2 0,2-1 0,3-3-3417,-5 6 1,1-2 3043,2-1 0,-1 2 1,5-7-1,-8 8 1,28-34-1</inkml:trace>
  <inkml:trace contextRef="#ctx0" brushRef="#br0" timeOffset="87970">12338 7127 11799,'24'-35'4915,"11"40"0,14 14-4898,-1-4 1,11 4-1,4 2 1,-1 1 0,-10-2-1,-3 1 1,-6 0 0,4 2-1,1 0 1,0 1 0,0 0-1,0-1 1,0 1-1</inkml:trace>
  <inkml:trace contextRef="#ctx0" brushRef="#br0" timeOffset="120255">1748 8844 20016,'-35'-16'457,"1"0"1,-5 7-1,1 9-438,-5 21 1,4 7-9,10-9 1,5 2-32,-1 11 1,13 2-26,51 15-22,-5-9 22,8-12 0,3-2-6,-15-9 1,-2 0 39,2 3 0,-8 3 168,-21 25-29,-37-21 1,-12-5-121,10-2 1,-2-3-34,-22 1 0,2-9-4786,5-21 3963,19 2 0,18-7 0,19 10 0</inkml:trace>
  <inkml:trace contextRef="#ctx0" brushRef="#br0" timeOffset="120552">2190 8838 17602,'0'-8'4901,"0"1"-4677,-7 11-81,8 38 0,4 15-216,-12 2-656,6-4 1,1 11 0,-1-7-4188,-1-12 1,-1-5 4699,-1 7 0,-1-6 0,5-5 1,0-34-1</inkml:trace>
  <inkml:trace contextRef="#ctx0" brushRef="#br0" timeOffset="121473">2015 9211 22015,'46'-23'-17,"0"0"0,-1-1 1,3 7-1,4 0 0,-2 3 1,-7 5 16,-5 7 0,-2 2-51,34 1 1,-12 1 100,-44-1 595,11-17-572,-22 10 5,2-17 421,-20 16-399,6 4 130,-23 4-79,19 3-61,-3 2 235,12-4-213,4-2-90,-1 1-44,1 16 61,3-5-39,0 10-62,46 4 62,-23-19 42,12 2 0,0-8 412,-4-38-325,-2 8 235,-28-35-3487,-38 25 3112,13 6 67,-37 12-51,23 49-21,-1-13-12,3 36 11,27-12 0,3 0-5,0 14-183,10 4 0,14-1 205,28-19 0,5-6 0,-27-4 0,0-2 0,18-4 0,1 0 0</inkml:trace>
  <inkml:trace contextRef="#ctx0" brushRef="#br0" timeOffset="122210">3080 9121 23590,'-14'-24'616,"17"44"-600,5 23 1,3 9 3,-2-10 0,0 2 0,-4 3 1,-2 4-1,-2-4-15,-4-2 1,-1-4 5,0-1 1,0-3 66,-2 10 729,3-61-796,0-3 33,-3-16 1,0-8 104,-2-10 0,1-2-127,0 7 1,2-3 33,6-9 0,5-6 0,5 8-28,11 14 0,2 3-26,-5-17 1,4 6-9,15 24 1,0 13 33,-11 13-79,11 7 1,1 4 45,-6 3-40,16 17 67,-38 20-5,-12-20 2,-13 3 1,-9-1-29,-8-17 1,-3-4-361,-25 15 369,16-22 0,6-4 0,18-3 0,-10-5 0</inkml:trace>
  <inkml:trace contextRef="#ctx0" brushRef="#br0" timeOffset="122521">3777 9226 18964,'-5'0'5600,"2"0"-5460,-2-15-280,17 8-302,6-14 442,29 9 0,4 4 0,-11 0 0,-1 1 0,1 0 0</inkml:trace>
  <inkml:trace contextRef="#ctx0" brushRef="#br0" timeOffset="123068">4417 8920 15451,'-20'-57'8346,"57"21"-8416,-8 5 0,3 6 11,4 14 0,3 12-106,10 20 0,-13 14 193,-33 0 0,-15 3 574,-19 13 0,-9-3-244,13-15 1,-2-5 13,-18-7 1,17-9-350,88-21 10,-11 6-37,-5 6 1,7 3-1,-7 2-46,17 13-107,-26 16 0,-20 6 157,-43-18 0,-22-3 0,6 2 0,19 9 0,-1-2 0,-19-16 0,0 1 0,0-1 0</inkml:trace>
  <inkml:trace contextRef="#ctx0" brushRef="#br0" timeOffset="123918">6189 9003 14701,'0'-4'8239,"0"1"-7864,-6 47-347,3-19-92,-4 29 0,0 8-1393,3-21 1,1 0 1456,2 16 0,1-1 0,-1 2 0,7-26 0</inkml:trace>
  <inkml:trace contextRef="#ctx0" brushRef="#br0" timeOffset="124334">6442 8601 12690,'-2'-4'7158,"1"1"-6763,-11 35 0,0 17-166,18-3 390,-6 11 0,10-12 978,46-52-1312,-15-8 17,-29-33 1,-14-7-264,-10 15-33,-15 0 0,-5 9-376,7 28 370,-15 46 0,27-25 0,7 32 0</inkml:trace>
  <inkml:trace contextRef="#ctx0" brushRef="#br0" timeOffset="124638">6904 8953 22105,'46'-22'-2193,"-1"0"1,3-6-81,3 18 1,12 4 0,-8 2 1140,-18 3 0,-6 2 0,7-1 0,-22 2 0</inkml:trace>
  <inkml:trace contextRef="#ctx0" brushRef="#br0" timeOffset="124802">6746 9286 16000,'-4'1'3817,"39"-10"1,19-5-4418,6-1-209,-2 1 1,11-1-1,-11 2 1,0 0-1,-16 6 1,0 0-1</inkml:trace>
  <inkml:trace contextRef="#ctx0" brushRef="#br0" timeOffset="125775">8017 8891 22257,'17'-43'95,"0"0"0,25 5 1,4 16-192,-5 34-33,11 17 1,-13 11 198,-47-5 0,-12 3-12,9 8 1,-7-2 62,-15-17 1,-10-4-1,3-4 730,3-6 1,1-3-824,-24 5-56,87-27 45,14 6-12,6-1 1,5 4-51,1 18 0,-2 4 34,-13-10 0,-10 8-76,-27 40 0,-28 6 87,-17-34 0,-16-8 0,3 3 0,13 7 0,4 2 0,-4-6 0,-3-14 0,-1 0 0,1 0 0</inkml:trace>
  <inkml:trace contextRef="#ctx0" brushRef="#br0" timeOffset="126662">9270 9329 24385,'-3'54'0,"0"-10"0</inkml:trace>
  <inkml:trace contextRef="#ctx0" brushRef="#br0" timeOffset="127436">10148 8879 12225,'-3'-3'4915,"14"-40"0,17-9-4411,2 36 0,6 4-570,3-6 1,4-2 0,-2 9 9,5 16 0,-6 15-31,3 32 1,-21 9 248,-39-23 1,-9-2-54,11 5 0,-4-4 734,-20-10 0,1-14 8,20-17-845,0 0-84,54-5 55,-13 8-88,14 13 1,11 7 0,-8-1 60,-4 1-37,1 25 0,-20 5-986,-63-22 1,-22-5-3844,14 6 1,-2-2 3505,13-11 0,-3-4 0,8-3 0,-14-3 0,43-5 0</inkml:trace>
  <inkml:trace contextRef="#ctx0" brushRef="#br0" timeOffset="128068">11533 8820 12606,'1'-3'9830,"3"-18"-8911,-8 21-866,-23 6 0,-11 9-25,-9 11 0,-6 8 0,2 1-10,11-4 1,2 0 0,-1 0 16,-10 3 1,-2-1-1,29-3 71,51-1 1,25-6-2565,-5-13 0,11-5 1,2-3-1,-4 2 1956,-1 3 0,-3-1 0,2 0 0,-3-2 1,4-1-1,-5 0 0,-16-2 0,-14-1 1</inkml:trace>
  <inkml:trace contextRef="#ctx0" brushRef="#br0" timeOffset="128323">12183 8799 17703,'-3'0'5321,"0"0"-7797,34-8 1,34-8-1,-7 3 2476,4 3 0,-9-2 0,9-3 0,-17 5 0,-21 9 0</inkml:trace>
  <inkml:trace contextRef="#ctx0" brushRef="#br0" timeOffset="128518">12201 9043 23903,'63'-5'-692,"1"1"1,-1-1-1,-22 6 1,-1 0 0,19-9-1,6-5 1,-19 5 0,-27 5-1</inkml:trace>
  <inkml:trace contextRef="#ctx0" brushRef="#br0" timeOffset="129386">13358 8613 23041,'-50'-1'651,"0"0"1,-3-2-1,5 1-617,-9 6-84,12-4 38,45 3 29,-2 10-6,1 29 1,-1 6 4,0-7 14,0 2 0,-1 8 0,-1-9 54,-5-3 78,0 15 1194,4-40-1277,43-47-79,-18 17 28,17-9 0,10 5-59,5 24 0,1 6 8,-14-12 1,-1 3-127,33 20 1,-25 11-3129,-68-6 0,-25 4 0,13-1 1638,27 19 1,-30-19-1,-15-1 1,18-13 0,28-15-1</inkml:trace>
  <inkml:trace contextRef="#ctx0" brushRef="#br0" timeOffset="129667">13460 8554 18930,'58'-13'1847,"-1"0"0,0 0 0,1-2 0,-3 2-1934,0 2 0,-7 5-5055,-21 9 5142,-23 5 0,-4 2 0,0-5 0</inkml:trace>
  <inkml:trace contextRef="#ctx0" brushRef="#br0" timeOffset="131003">2513 10778 8013,'5'-6'4915,"1"-27"0,-9-7-294,-31 6-4602,20-5 1,-4 9-9,-38 47 1,-4 26-94,24 8 1,4 6 55,2-18 0,-1 0 0,12 1-2,23 25 0,17-11 123,14-28 92,25-26 1,1-19 187,-28-17 1,-5-8-250,12 3 0,-5-4 305,-16-18 0,-9 6-324,-6 19 167,1-18-380,-5 51 72,4 23 20,1 31 0,-2 10 8,-1-23 1,2 2-996,1 20 0,2 7 0,3-10 1001,17 4 0,-17-19 0,1-6 0,12-17 0</inkml:trace>
  <inkml:trace contextRef="#ctx0" brushRef="#br0" timeOffset="131185">3145 11010 26262,'-14'-30'-3277,"3"4"0,11 30 0</inkml:trace>
  <inkml:trace contextRef="#ctx0" brushRef="#br0" timeOffset="133338">4901 10723 22375,'22'14'392,"1"30"-510,-20 7 0,-9 6-221,-4-3 0,-10 2-227,-7-14 0,-9 4 0,-2-3 0,5-6 0,1-1 0,-1-4 0,-2-6 0,0 1 0,1-1 0</inkml:trace>
  <inkml:trace contextRef="#ctx0" brushRef="#br0" timeOffset="133786">5101 10296 21276,'0'30'62,"-4"-25"-20,19 34 0,10 4 1471,-2-24-1250,3 10 974,-3-72-3755,-26-7 2591,7-6-101,-16 19-9803,-9 75 9057,18-20 0,-13 23 0,22-32 0</inkml:trace>
  <inkml:trace contextRef="#ctx0" brushRef="#br0" timeOffset="134069">5701 10629 24178,'52'-10'-1028,"0"-1"0,1 0 0,-4 2 1,0 1-1,-9 2 0,4 7 0,-11 2 1</inkml:trace>
  <inkml:trace contextRef="#ctx0" brushRef="#br0" timeOffset="134254">5665 10927 24407,'42'-30'-2901,"-4"13"0,9-1 0,-4 4 2901,-5 1 0,0 3 0,22-7 0,-7 2 0,-29 8 0</inkml:trace>
  <inkml:trace contextRef="#ctx0" brushRef="#br0" timeOffset="134553">6568 10476 21556,'-12'-40'2941,"-1"0"0,7 21-2925,-4 12-16,18 56-110,-1 5 0,0 13 0,-4-2 110,-9-15 0,-3-2 0,2-1 0,5-1 0,2-1 0,-3-3 0,-11 2 0,0 0 0</inkml:trace>
  <inkml:trace contextRef="#ctx0" brushRef="#br0" timeOffset="135302">7630 10933 22470,'0'-7'1394,"-6"50"-3035,-11 8 1641,0 1 0,-1 1 0,-3-2 0,-4-3 0</inkml:trace>
  <inkml:trace contextRef="#ctx0" brushRef="#br0" timeOffset="135936">8852 10657 19619,'2'-60'1484,"0"0"0,0 0 0,0 6 1,0 2-1,-1 16-1450,-1 20-169,2 21 154,5 47 1,1 13-14,-4-11-285,-2-9 1,0 14-1,0 0 1,-2-12-1271,-1-11 0,-2-3 1020,-2 34 0,0-5 0,3-25 0,1-7 1</inkml:trace>
  <inkml:trace contextRef="#ctx0" brushRef="#br0" timeOffset="136411">9750 10335 15687,'2'-4'7802,"12"-26"-7757,-18 29 80,-28 17 0,-19 16 0,5-3-100,19-9 0,-1 2 27,-13 10 0,-11 10 0,2-2 0,15-8-47,12-2 90,12 8 1,11-2 21,30-11-1076,12-12 1,18-3-1,3-1 1,-10-2 708,-7-3 1,1-1 249,3-3 0,11 0 0,3-1 0,-6-1 0,-16 1 0,1-4 0,-1 0 0,-1 0 0</inkml:trace>
  <inkml:trace contextRef="#ctx0" brushRef="#br0" timeOffset="136724">10588 10347 17826,'-34'-5'6828,"80"-15"-11744,4 11 1,5 2 3276,-8-3 1,1 1-1,20 4 1,-16 4 0,-45 2-1</inkml:trace>
  <inkml:trace contextRef="#ctx0" brushRef="#br0" timeOffset="136953">10667 10582 20951,'-3'0'3748,"0"0"-4006,33-9 0,20-3-1442,-10 4 0,3 0 891,4-2 1,3-1-1,-5 1 1,-5 3-1,-5 1 1,11-3-1</inkml:trace>
  <inkml:trace contextRef="#ctx0" brushRef="#br0" timeOffset="137518">11511 10198 19563,'-5'0'5147,"1"0"-4839,16-63-224,20 47 0,4 1-84,-19-21 0,3 4-27,22 27 1,11 14 0,-9 9-100,-17 15 0,-5 5 137,16-7 1,-10 3 46,-33 18 1,-18-5-2873,-31-19 2903,-2 6 91,24-29-186,38-5 23,0-1 33,56 13-39,-2 5-15,-16 5 1,5 6-1,-16 3-41,-23 26 45,-27-21 0,-14 1 0,-2-7 0,-5-9 0,-4-7 0,-2-4 0,0 0 0,0 1 0</inkml:trace>
  <inkml:trace contextRef="#ctx0" brushRef="#br0" timeOffset="146267">6182 12094 21831,'-1'-59'1423,"-10"14"-1350,-35 63-45,5 9 0,-3 10-28,14-6 0,0 3 0,2 1-6,-13 12 0,6 3-19,10 4 0,19-4 16,34-18 1,14-6-213,-4-3 0,7-3-901,6-7 0,7-4 0,-3-4 556,6-5 1,-6-3 0,-7 3-1,-7-2 1,-1-4 0</inkml:trace>
  <inkml:trace contextRef="#ctx0" brushRef="#br0" timeOffset="146675">7025 12079 22481,'38'-7'-999,"-1"-1"0,-2 1 0,0 1 999,10 1 0,-3 2 0,0-1 0,-2 0 0</inkml:trace>
  <inkml:trace contextRef="#ctx0" brushRef="#br0" timeOffset="146944">7188 12313 14986,'-5'2'6509,"0"-1"-5702,58-8-2126,-21 2 0,4-2 1319,25-3 0,1 0 0,-26 4 0,-3-1 0,24-4 0</inkml:trace>
  <inkml:trace contextRef="#ctx0" brushRef="#br0" timeOffset="147297">8142 12023 16594,'-12'-1'798,"49"-8"0,37-6 0,-14 3 0,-24 2 1,23-2-1,-1 0 0,1 0 0</inkml:trace>
  <inkml:trace contextRef="#ctx0" brushRef="#br0" timeOffset="147571">8232 12308 15804,'56'-14'803,"-1"-1"0,0 1 1,-15 4-1,17-5 1,-1 0-1,0 0 0</inkml:trace>
  <inkml:trace contextRef="#ctx0" brushRef="#br0" timeOffset="150881">9709 12055 9811,'5'-3'9830,"-30"-32"-8105,4 15-1277,-4-5 1,-1 0-119,-6 0-241,2 11 1,-5 4-76,1 6 0,-2 5-17,-3-2 1,-1 6-15,-14 16 0,4 6-61,2 16 33,15-8 0,7 4-22,20 2 0,9 2-40,6-4 1,7-1-10,11 7 1,9-7 191,1-17 0,3-7-20,-2-5 0,0-8 179,5-16 1,-6-11 21,-14-2 1,-5-3-107,6-1 0,-4-2 132,-10-2 0,-3 1 47,1-5-128,-2 5-34,0 18-241,-4 9-263,0 9 370,5 27-6,-2 9-28,-1-1 0,-1 4-12,-4-6 1,-1 3-465,-2 16 0,1 2-4440,3-7 1,-1-2 3447,0-8 0,0-3 0,6 8 1,-6-44-1</inkml:trace>
  <inkml:trace contextRef="#ctx0" brushRef="#br0" timeOffset="151217">10884 11977 22021,'-38'53'-161,"1"-1"1,-1 1 0,6-5 0,0-2 0,2-1-972,-10 9 0,4-5 0,1 3 0,12-16 0</inkml:trace>
  <inkml:trace contextRef="#ctx0" brushRef="#br0" timeOffset="151615">10366 12026 24323,'48'26'116,"0"-1"1,0 1-1,6 5 1,0 3 0,2 2-68,-7-3 0,3 3 0,-2 0 0,-4-2-51,-6-4 0,-3-1 0,2-1-942,18 10 1,4 0 0,-20-12-1,-26-16 1,-2-3 0</inkml:trace>
  <inkml:trace contextRef="#ctx0" brushRef="#br0" timeOffset="171829">2465 13578 12948,'1'-3'9830,"-12"-51"-9382,-3 38-308,-18-37 89,-18 50-139,14 2-454,-1 1 168,27 0 319,10 1-95,0-1 6,-5 5-51,1-1 28,-1 0 6,4-2 33,1-2 348,2-4-168,-1-15 232,0-24 0,0-5-272,0-6-30,-1-5 0,0 4-110,1 33-1168,2 51 1,2 31-1,-2-6 1118,-2 5-257,0-16 0,-1 16 1,0 6-1,0 1 1,-1-8-1,0-16 358,-3 11 44,6-31-131,6-46 0,5-21-3,12-19 1,7-8-1,-1 38-42,2 78 0,1 17 2317,16-32-2286,-56 8 0,-18 16 0,-8-1 0,3-15 0,-29-9 0,1-14 0,-1 0 0</inkml:trace>
  <inkml:trace contextRef="#ctx0" brushRef="#br0" timeOffset="172151">3154 13815 23405,'2'-46'0,"0"8"0</inkml:trace>
  <inkml:trace contextRef="#ctx0" brushRef="#br0" timeOffset="172764">4322 13771 23237,'13'-15'1669,"0"62"-1692,-7-11 1,-6 6-650,-15 11 0,-13 6 0,-4-6 672,-1-19 0,-4-4 0,0-1 0,3 4 0,-1-1 0,2-3 0,-4-6 0,0 0 0</inkml:trace>
  <inkml:trace contextRef="#ctx0" brushRef="#br0" timeOffset="173167">4550 13331 19344,'-1'-8'3008,"0"1"-2991,2 55 28,15-19 1545,2 27-901,3-41-325,-5-20 684,-16-50-869,-2 27 34,-5-31-140,0 49-3070,-1 11-4889,6 13 7886,3 7 0,1-5 0,3-7 0</inkml:trace>
  <inkml:trace contextRef="#ctx0" brushRef="#br0" timeOffset="173467">5252 13570 19199,'-8'0'5612,"1"0"-5478,-47 2-117,52-6-989,31-11 1,17 0-248,-11 7 1,5 1-961,13-4 0,6-1 0,-10 4 2179,5 9 0,-29-2 0,-18 2 0</inkml:trace>
  <inkml:trace contextRef="#ctx0" brushRef="#br0" timeOffset="173618">5255 13824 24077,'32'-9'-17,"15"-4"0,2-1 0,-2-1 1,-4 2-1,0 0 0</inkml:trace>
  <inkml:trace contextRef="#ctx0" brushRef="#br0" timeOffset="174257">6217 13510 23847,'15'-60'435,"0"-1"0,-12 12 0,10 8-424,23 20 0,13 8 1,-3 9-63,-7 15 1,-2 5 16,15-12 1,-8 9-9,-27 33 0,-18 8 19,-9-20 1,-11 0-1,-10 6 1,-10 7 0,-2 0-1,6-8 26,3-2 0,0-2-5,-12 6 0,-5 3 0,18-11 86,27-14 40,16-9-91,27-11-2491,4-7 0,14-7 1,2-1-1,-9 3 1590,-4 2 0,-2 0 0,22-7 0,8-2 0,-24 6 0,-35 10 1</inkml:trace>
  <inkml:trace contextRef="#ctx0" brushRef="#br0" timeOffset="175338">7685 13649 18744,'1'-6'2706,"0"1"-2410,-2 33 1,-1 13-392,-5-10 95,-9 30 0,-3-1 0,5-35 0,-16 24 0</inkml:trace>
  <inkml:trace contextRef="#ctx0" brushRef="#br0" timeOffset="176103">8816 13388 16168,'2'7'6705,"-3"1"-6363,-5 0 27,-4 2 286,-20 5-179,-1-11-3161,-11-53 2696,19 27-31,40-27 1,20 5-13,-6 36 1,4 12-117,8 3 1,5 7 0,-9 5 94,-7 7 0,-17 10 31,-27 11 1,-22 14 0,-12 4-1,-2-7 1,8-19 578,-2-23 1,-2-3-553,-1 17 1,-10 14 0,0 2-1,10-11 1,23-24 47,28-47 1,22-5-114,10 34 0,11 13 0,0-1-319,-6-8 0,-1 0 0,4 2 379,5 7 0,5 4 0,-3 2 0,-8-2 0,-9 0 0,-4-1 0,5-1 0,1 0 0</inkml:trace>
  <inkml:trace contextRef="#ctx0" brushRef="#br0" timeOffset="176482">10088 13260 19630,'-35'8'1935,"1"-1"0,-5 9-1685,-8 4 0,-12 7 1,8-1-170,17-6 0,1 2-27,-5 1 0,-3 2 0,5 1 38,2 7 1,8-2-93,-4 0 59,22 11 0,17-2-1,44-24 1,15-10-112,-22 12 0,5-3 53,-3-14 0,11-5 0,3-4 0,-4-1 0,-12 2 0,-6 1 0,-4-2 0,14-3 0,-1 0 0,1 0 0</inkml:trace>
  <inkml:trace contextRef="#ctx0" brushRef="#br0" timeOffset="176752">10659 13258 21461,'-4'-2'2952,"1"1"-5025,46-14 1,23-1-2650,-9 9 3778,-10-2 1,7-2 0,-11 5-1,-6 8 1,-10 4 0</inkml:trace>
  <inkml:trace contextRef="#ctx0" brushRef="#br0" timeOffset="176935">10635 13545 24167,'51'-15'-115,"0"-1"0,0 1 0,0 0 0,12-6 1,-6 3-1,-18 9 0,1 0 0</inkml:trace>
  <inkml:trace contextRef="#ctx0" brushRef="#br0" timeOffset="177465">11723 13155 24217,'20'-36'214,"0"0"1,3 3 0,6 11-291,24 28 1,2 13 24,-21-11 1,-5 7-6,-1 36 0,-14 4 84,-19-16-6,-7-1 1,-11-3 716,-33-17 1,-2-10-399,21 1-218,-24 2 1,18-6 44,55-13-126,20 5 0,5 2-42,6-2-36,0 15 1,8 8-1,-11 1-76,-9 10 25,3 4 1,-16 2 86,-48-12 0,-26-2 0,7-4 0,3 8 0,2-11 0,-1 1 0,1-1 0</inkml:trace>
  <inkml:trace contextRef="#ctx0" brushRef="#br0" timeOffset="191595">5759 14696 20498,'-4'-37'3428,"-5"5"-3176,-16 23-79,-16 3-77,-1 8-85,-17 16 11,26 6 1,1 4-4,1 0 1,2 2 13,-6 14 1,5 4-37,10-3 0,6-1 0,5-5 1,7 0 24,13 2 1,12-5-91,19-14 1,8-9-322,-3-1 0,3-6 389,-5-7 0,1-4 0,-6-1 0,14-2 0,-6-8 0</inkml:trace>
  <inkml:trace contextRef="#ctx0" brushRef="#br0" timeOffset="192265">6543 14754 22828,'43'-14'-2639,"1"0"1,5 1 0,2 1 2638,11-1 0,-1 1 0,-19 4 0,-6 3 0,0 2 0</inkml:trace>
  <inkml:trace contextRef="#ctx0" brushRef="#br0" timeOffset="192534">6790 14926 20963,'-43'15'711,"1"1"1,-18 8-460,98-26 0,18-6-291,-9 1-2419,-2 0 0,14-3 1,0 1-1,-14 1 1399,7-3 1,10-1-1,-11 3 1,-42 7-1</inkml:trace>
  <inkml:trace contextRef="#ctx0" brushRef="#br0" timeOffset="192945">7965 14633 16818,'61'-13'564,"0"0"1,0 1 0,-9-4 0,-5 4 0,-4 9 0,0 0 0</inkml:trace>
  <inkml:trace contextRef="#ctx0" brushRef="#br0" timeOffset="193215">7862 14935 17910,'52'-14'0,"-1"0"0,0-1 0,1 1 0,3-1 0,-1 0 0,1 0 0</inkml:trace>
  <inkml:trace contextRef="#ctx0" brushRef="#br0" timeOffset="198013">9038 14592 13357,'1'-6'8289,"0"1"-7213,-5-25-763,-12 21-234,-26-3-46,6 27 1,-3 11-9,-8 10 0,0 6-28,1 4 1,6 4 2,9-1 0,10 0-34,18-6 1,12-4-149,18-8 0,12-6-519,13-7 1,7-9-1173,-15-7 1,2-4-1,-2-1 1307,9-1 1,-6-3 0,-11-2 0,-8 0 0,-10 4-1</inkml:trace>
  <inkml:trace contextRef="#ctx0" brushRef="#br0" timeOffset="203353">10326 14758 13474,'-1'-3'8396,"-1"-37"-8262,2 38 645,0 43-711,-1 13-40,2 9 0,5-1 336,19-10 254,3-33 1,7-10-337,4-16 0,4-10 0,4-7-781,-2 0 0,3-7 0,3-3 0,-1 0 0,-2 2 521,0 0 1,-3 1-1,2 0 1,4-3-18,-6 5 1,5-3 0,2-2-1,1 0 1,-1 2 0,-4 4-1,-5 3-728,9-1 1,-5 5-1,1 0 276,14-10 1,3 0 0,-15 20 446,-11 47 0,-36-17 0,-13 23 0</inkml:trace>
  <inkml:trace contextRef="#ctx0" brushRef="#br0" timeOffset="273586">2373 16068 19087,'-27'-26'851,"0"-1"0,-19 15 0,-4 17-689,5 19 1,-1 15 0,3 1-167,5-6 0,4 1 1,10 7-490,15 5 0,9 8 0,6 0 0,4-10-493,8-1 0,10-8 42,19 3 1,11-3 0,-10-13-1,-8-19 1,8-4 0</inkml:trace>
  <inkml:trace contextRef="#ctx0" brushRef="#br0" timeOffset="273804">2941 16247 19753,'-50'20'734,"0"1"1,7-6 0,11-1 0,22-6 0</inkml:trace>
  <inkml:trace contextRef="#ctx0" brushRef="#br0" timeOffset="275412">4559 16152 10024,'-2'-2'9830,"0"0"-7164,0-30-2173,11 65-535,-4 19 0,-5 10-233,-6-12 1,-5 2-1,-5 4-112,-2-5 1,-4 4-1,-4 2 1,1-4-1,1-7 1,-9 12-1,-4-7 1,1-16-1,-1 0 1,1 0 0</inkml:trace>
  <inkml:trace contextRef="#ctx0" brushRef="#br0" timeOffset="275918">4824 15820 11334,'-2'-9'7114,"0"2"-6134,2 7-84,-36 42-683,19-12-224,-2 20 0,3 1 55,13-16 2164,47-4-1492,-25-58-125,-6-15 0,-5-4-524,-13 5-1688,-15 1 1,-4 8 1301,13 25-515,-12-5 834,24 44 0,-2-24 0,4 23 0</inkml:trace>
  <inkml:trace contextRef="#ctx0" brushRef="#br0" timeOffset="276219">5204 16221 22481,'58'-22'-1287,"1"0"1,-5 2-1,0 4 1287,-4 9 0,-4 3 0,2-1 0,1 3 0</inkml:trace>
  <inkml:trace contextRef="#ctx0" brushRef="#br0" timeOffset="276422">5230 16495 23467,'54'-21'-1112,"1"0"1,0 0 0,4 0 0,-5 1 0,-5-1 0,-8 3 0,-13 7-1</inkml:trace>
  <inkml:trace contextRef="#ctx0" brushRef="#br0" timeOffset="277037">6195 16015 19473,'37'-32'103,"-1"0"1,0 0 0,8 5 0,-1 13-250,-1 18 0,-6 12 59,-12 10 1,-11 7 408,-24 20 0,-10 0 243,2 0 415,-10-2 1,-3-8 133,13-30-251,-2-12-734,42-22-68,39 8-55,-8 9-48,-6 31 0,-6 13 14,-21 13 9,-22-11 0,-7 6 1,-4-6-58,-4-11 1,-8-3 75,-23 7 0,-13 1 0,10-8 0,-3-3 0,4-10 0,0 0 0</inkml:trace>
  <inkml:trace contextRef="#ctx0" brushRef="#br0" timeOffset="277907">7393 16558 19204,'4'2'593,"-16"40"1,-5 11 0,13-18 0,-11 15 0,0-1 0</inkml:trace>
  <inkml:trace contextRef="#ctx0" brushRef="#br0" timeOffset="278868">8522 16135 10371,'-11'-3'4915,"-2"-27"0,5-6-3409,8 9-1273,5-26 0,14 3-292,33 41 0,12 13-171,-7-12 0,-5 12 222,-20 24 1,-6 13 0,-6-3 197,-4 24 47,-38-25 1,-14 1-1,2-10 83,-8-11 760,-18-5-1029,64-24-46,22 1-156,14 7 0,13 5 0,-7 9-45,-11 19 0,-1 6 173,26-10 1,-18 4-12,-49 7 1,-21 7-1,-7-10 34,-21-12 0,-4-7 0,11 10 0,2-4 0,6-18 0,-1 1 0</inkml:trace>
  <inkml:trace contextRef="#ctx0" brushRef="#br0" timeOffset="279270">9777 15869 11502,'-3'1'4716,"-32"15"1,-10 7-4034,4 0-244,-3 0 0,-9 6 0,11 2-381,22 4 1,7 2-40,-3 2 1,8-1-56,17-4 0,12-6-2345,38-7 0,9-11 2381,-27-7 0,-2-2 0,13 2 0,-4-2 0,-11-6 0</inkml:trace>
  <inkml:trace contextRef="#ctx0" brushRef="#br0" timeOffset="279635">10353 15885 18061,'-5'0'3887,"33"-16"-4760,14 7 873,18-4 0,2 1 0,-8 4 0,-13 4 0,0-1 0</inkml:trace>
  <inkml:trace contextRef="#ctx0" brushRef="#br0" timeOffset="279862">10458 16128 23523,'58'-13'-10,"-1"1"1,-37 10 0,24-10-1,0 1 1,0 0 0</inkml:trace>
  <inkml:trace contextRef="#ctx0" brushRef="#br0" timeOffset="280538">11309 15809 11508,'20'-40'3276,"0"1"1,16 23 0,2 2-2882,-5-28 0,4 7-537,6 33 0,7 15 0,-10 3-295,-2 21 484,-24 22 1,-14 4 361,-19-7 74,-7-22 1,-9 1 0,3-11 356,-7-10-5,-7-10-779,68-11-56,-9 0-12,35 14 1,8 10-50,-2 12-354,-12 11 1,-20 6 37,-48-16 0,-24-1 0,8-1 0,22 6 0,-3-2 0,-24-14 0,-1 0 1,0 0-1</inkml:trace>
  <inkml:trace contextRef="#ctx0" brushRef="#br0" timeOffset="284314">5831 17550 11272,'3'-4'7992,"-1"0"-5846,-2 4-1552,-66-18-44,19 25-514,-8-2 0,-1 8-11,13 17 1,6 8-12,1 5 0,4 4 16,3 1 1,10 0-99,20-3 1,13-5-98,19-12 0,12-8-541,13-4 0,6-9 298,-13-8 0,1-5 1,-4 0-1,-4 0 1,-5-1-1,24-9 0</inkml:trace>
  <inkml:trace contextRef="#ctx0" brushRef="#br0" timeOffset="285098">6610 17567 15149,'-6'0'6911,"0"0"-6995,6 0 107,-13 3-415,53-4-4081,3-1 1,5-2 4472,-3 2 0,1-1 0,8-1 0,-8 0 0,-22 1 0</inkml:trace>
  <inkml:trace contextRef="#ctx0" brushRef="#br0" timeOffset="285349">6842 17852 15188,'-8'3'3853,"-30"9"1,10-3-4279,71-21-825,1 7-1,0-5 0,11-5 1,0 1 642,0 1 1,1 1-1,-6 0 1,-3 1 0,-6 2-1,11-4 1</inkml:trace>
  <inkml:trace contextRef="#ctx0" brushRef="#br0" timeOffset="285708">7954 17477 16437,'61'-9'593,"-1"1"0,0 0 0,-11-1 0,-4 2 0,2 3 0,0 0 0</inkml:trace>
  <inkml:trace contextRef="#ctx0" brushRef="#br0" timeOffset="285916">7920 17768 19188,'53'-8'0,"0"0"0,0-1 0,0 1 0,4-1 0,0 0 0,0 0 0</inkml:trace>
  <inkml:trace contextRef="#ctx0" brushRef="#br0" timeOffset="287497">9145 17448 14001,'-12'-20'9292,"-5"25"-11946,42 25 0,16 6 2766,-7-8 1683,21-40 0,-6-17-1605,-46-11 246,-49 28 0,-8 20-515,32 33 1,5 14 111,-17-9 1,-4 2 0,23-5-3311,45-5 0,23-5 0,-4-8 2472,-18-12 0,1-5 1,27 1-1,-13-6 1,-41-4-1</inkml:trace>
  <inkml:trace contextRef="#ctx0" brushRef="#br0" timeOffset="291415">9146 17543 22459,'0'9'156,"8"5"-105,11 3-1,13 2 79,6-5 190,4-7 28,1-13 85,-5-10 144,-6-11-88,-11-2-164,-11-1-138,-10 1 43,-5 0 23,-4 2-78,-2 6-45,-1 6-28,-2 5-17,-1 4-96,-1 2-44,-1 3 73,-4 3 0,-6 7 5,-5 4-94,3 5 60,7-4 29,9-1-6,5 0-50,-3 2 22,-4 4 68,-3 1-29,2-3-89,6-6 17,5-5 72,4 3 17,-2 5-16,-2 7-96,-2 1 78,1 2 51,3-1-89,6 1 10,0-3 51,3 2-28,-1-6-33,-1-2 33,5 2 84,7-4-73,7 2 0,5 0-39,0-3 123,-1-4-83,2-3 60,7-5-100,5-7 17,-3 2 84,-11-3-62,-13 6-16,-11 1-158,-1 0-2380,8-4 2543,2-4 0,0 3 0,-3-2 0</inkml:trace>
  <inkml:trace contextRef="#ctx0" brushRef="#br0" timeOffset="294967">10933 17313 11777,'0'-4'9830,"0"0"-8390,-10-2-1222,-11 23 0,-6 11-154,-4-5 1,-6 4-65,3 5 0,-4 7 0,-2 3 0,0-2-361,-1-2 0,0 0 0,-1-1 0,0 2 250,-5 4 0,-2 1 1,1 0-1,3-3-563,-2 0 0,2-2 0,4-7-2246,0-2 0,11-18-3168,30-57 6141,8-6 0,2-6 1698,3-6 0,-1-1 819,-5 6 1,-2 5-1006,-2 16 1,-1 6 255,1 0-769,1 13-346,10 8 775,16 11-1263,4 8 1,5 7-191,12 14 0,5 8-1079,-9-1 0,3 4 0,-2 0 566,-2-1 0,-1 0 1,-4-1-1,4 8 1,-7-4-1,5 2 1</inkml:trace>
  <inkml:trace contextRef="#ctx0" brushRef="#br0" timeOffset="308676">16412 550 12507,'-7'46'975,"0"1"0,-1 1 0,-1 4-1067,2-7 0,-2 5 1,0 2-1,-1-1 66,1-2 1,0 0-1,-1-1 1,1 0-429,-2 10 0,0 0 1,1 1 436,0-7 0,1 2 1,0-1-1,1-1 10,0 5 1,2-3-1,-1 7-17,0-5 0,-1 5 1,-1 3-1,1 1 1,-1 1-35,1-5 0,0 2 0,0 1 1,-1 0-1,1-1 0,0-2-92,-1 3 0,1-2 0,-1-1 0,0 3 1,-1 5 169,3-16 1,-1 4 0,-1 3-1,0 3 1,1 0 0,-1 1 0,0-1-1,1-3 1,0-3 0,1-4-490,-3 17 1,2-7-1,0-2 1,1 1 0,-2 5 473,1-7 1,0 2-1,-1 2 1,0 2 0,1-1-1,-1 1 1,2 0 21,1-7 0,0 2 1,0 1-1,1-1 0,-1 0 1,2-3-1,-1-2 0,0-5-202,0 11 0,0-7 0,0 0 1,-1 13 178,1-19 1,0 6 0,-1 6-1,0 4 1,0 3 0,-1 2-1,0 0 1,0-1 0,0-2-1,1-3 1,0-5 0,1-5-243,-2 8 0,1-7 0,1-4 1,-1 0-1,0 2 0,0 7 243,0-6 1,-1 4 0,1 2-1,-1 2 1,-1 2 0,1 0-1,0 1 1,0 0 0,-1-2-1,1-1 11,0-2 0,0 2 0,0-1 1,0 1-1,-1-1 0,1-1 1,0-1-1,0-2 0,1-1 1,0-4-140,-2 11 0,2-7 0,-1-2 0,1 1 1,-1 3-1,-1 6 138,1-8 1,0 3 0,-1 4 0,0 3 0,0 2-1,-1 0 1,0 0 0,1 0 0,-1-3 0,0-2 0,1-4 12,-1 2 1,0-3 0,1-2 0,-1-2-1,0 1 1,0 0 0,0 3 0,-1 2-9,0-4 1,1 3 0,-1 1 0,-1 1 0,1 2 0,-1-1 0,0 1 0,1 0 0,-1-2 0,0-1-1,1-1-11,-1 3 0,1-2 1,-1-1-1,1 0 1,0-1-1,-1 1 1,0 0-1,0 2 0,-1 1 5,1-2 0,-1 2 1,-1 2-1,1 1 0,-1 0 1,0 0-1,0 0 0,0-2 1,1-2-1,-1-2 0,2-3-2,-2 6 0,1-4 0,0-4 0,1-1 0,-1 3 0,-1 4 0,-1 6 38,3-14 0,0 3 1,-1 2-1,-1 4 1,0 1-1,0 2 1,-1 2-1,0 0 1,1 1-1,-1 1 0,0-1 1,1-1-1,0 0 1,0-2-1,1-1 43,1 1 1,-1-2 0,1 0 0,0 0 0,0-1 0,1 1 0,-1-1 0,1 1 0,-1-1 0,0 2 0,1 0 0,-1 0 0,0 2 0,-1 1-77,2-8 0,-1 2 1,1 0-1,-2 2 1,1 0-1,0 1 1,0 0-1,-1 0 1,1 1-1,0-1 1,-1 0-1,1 0 0,0-1 1,1-1-1,-1 0 1,1-2-1,1 0 1,-1-2-56,0 9 1,0-1-1,0-1 1,0-1 0,1-1-1,0 0 1,0-1-1,0 0 1,1-2 0,0 0-1,-1 0 1,1-2-1,0 0 47,0 5 1,-1-3-1,1-3 1,0-1 0,0 0-1,0 1 1,0 2-1,1 2 1,-1 3 0,1 5-38,1-15 1,1 4 0,-1 3 0,1 2 0,0 3 0,-1 2-1,1 2 1,0 0 0,0 1 0,-1 0 0,1 0 0,1 0-1,-1-2 1,0-1 0,0-2 0,1-2 0,0-3 0,0-3 0,0-3-1,0-5 13,-2 26 1,1-11 0,0-5-1,1-3 1,-1 3 0,0 6 0,0 11-49,1-26 0,0 6 0,0 5 0,0 4 0,-1 3 0,1 3 0,-1 3 0,0 1 0,0 2 0,0 0 0,0-1 0,0 0 0,0-2 0,0-2 1,1-2-1,-1-5 0,1-3 0,-1-4 0,1-6 0,1-6 0,-1-6 49,-2 23 0,0-15 1,0-5-1,1 7 0,0 11 1,0 7-1,1 0 0,-1-5 1,0-11-1,-3-3 0,-1 0 1</inkml:trace>
  <inkml:trace contextRef="#ctx0" brushRef="#br0" timeOffset="309937">17369 1079 22013,'0'47'140,"0"0"0,0 1 0,-31-1 0,-15 3 1,-2-6-1,14-10-595,12-3 419,-28-5 0,-18 1 0,18-12 0,27-15 0,1-2 0</inkml:trace>
  <inkml:trace contextRef="#ctx0" brushRef="#br0" timeOffset="311372">17457 939 16059,'0'-5'7238,"-17"-28"-7936,6 25 411,-38-16 126,10 43 114,9-4 1,-1 4 3,2 11 0,2 3-31,-4 8-150,19-6 0,9 0 392,27 11-112,7 8-1691,-3-15 1,-1-3 1651,-3-5 67,5 19 305,-50-25 1,-10-2-250,-7 6-90,-1-2 1,-6-2 178,-3-10 1,0-6 2,7-1 1,-2-3-23,-16 0 0,2-4-143,2-4 3392,10-5-4181,40 3 722,31-8 0,-19 7 0,22-6 0</inkml:trace>
  <inkml:trace contextRef="#ctx0" brushRef="#br0" timeOffset="311889">17687 1135 26495,'9'-48'1568,"0"1"0,0-1 0,3-19 0,-4 12-3694,-8 29 515,-2 20 708,-5 28 710,-4 26 1,-4 18-1,2-5-150,3-12 0,0 1 131,0-4 0,-2 7 1,1 0-1,2-5-97,-2 18 0,4-10 1,0-3-1,2-15 1,-1 1-1</inkml:trace>
  <inkml:trace contextRef="#ctx0" brushRef="#br0" timeOffset="312569">17592 1311 22066,'51'-17'-95,"-22"4"78,21 13 0,9 1 73,-7-8 0,-8-4 62,-15-1 34,28-15 839,-66-2-846,5 17 298,-26-5-421,20 25-33,0 25 17,17-9 19,25-2 0,7-4 9,0-15 80,7-10 1,-4-7 3,-22-13 212,-15-34-179,-21 34 34,-11 3 0,-5 8-115,-6 32 0,0 8-64,-18-11 11,26 19 0,2 14 0,11-1-189,17 5 1,10-1-330,-8 9 0,14-3-2776,27-19 0,16-6 0,-5-7 1872,-18-9 1,0-5 0,11-2-1,4-2 1,-18-4 0,-25-3-1</inkml:trace>
  <inkml:trace contextRef="#ctx0" brushRef="#br0" timeOffset="313104">18494 1394 9537,'-8'45'1966,"-1"0"0,0 0 0,-11 10 0,-3 2 0,5-3 1229,7 7 1,1-6-3168,-9-7 0,5-21-12,25-61 1,14-39 0,-3-1-1070,-11 23 0,-2 0 0,-1-2 0,3 1 1057,3-4 0,1-1 0,2 0 1,1 2 204,-1 0 0,-1-3 0,5 9 1,7 16-233,18 27 1,8 17-1,-3-6 12,6-29 0,-6 12 18,-14 48 1,-5 25-1,-17-11 5,-32-7-26,-13-10 0,-14 8 0,-5-4 0,6-15-3084,-2-21 1,0-8 3097,1 14 0,-2 3 0,6-7 0,-6-28 0,47 17 0</inkml:trace>
  <inkml:trace contextRef="#ctx0" brushRef="#br0" timeOffset="313472">19269 1327 21416,'-4'0'5167,"-34"4"-5592,29-3 196,27-7-253,21 0 465,4 0 0,10-1 1,-9 1-1,1 1 1,-4 1-1,-1 0 0</inkml:trace>
  <inkml:trace contextRef="#ctx0" brushRef="#br0" timeOffset="314035">19846 1102 23422,'-1'-34'1151,"-1"1"0,-1-10-1053,-8 73 0,-2 19-115,1 12 31,-4 0 0,8 0 17,22-28 0,6-4 2,9 12 121,18-41 0,3-15 647,-23-6 0,-2-1-790,32-5-14,-52 62 1,-12 16-183,0-12 0,-5 6-239,-1 4 0,-3 10 0,0-1 0,3-12 0,-7 15 0,4-17 0,0 0 0</inkml:trace>
  <inkml:trace contextRef="#ctx0" brushRef="#br0" timeOffset="315433">16761 2089 11229,'-5'0'9830,"-37"-14"-6986,52 9-2026,35-3 0,25 0-779,-25 6 0,6 0 0,6 2 0,5 0 0,1 0 0,1 0 0,-1-1-524,-6 1 1,1-1-1,1 1 1,1-1-1,1 0 1,0 1-1,1-1 1,0 0 0,-1 0 474,-2 1 0,2-1 0,0 0 0,1 0 0,-1 0 0,0 0 0,0 1 0,-2-1 0,-2 0 1,-2 0 74,6 0 1,-3 1-1,-1-1 1,-2 1-1,0-1 1,1 0 0,2-1 2,5-1 1,3-1 0,2-1 0,-1 1 0,-4-1 0,-7 1 0,-7 0 21,16-1 1,-2 0 103,-3-1 0,12-2 0,2 0 0,-8 0 0,-20 2-109,-5-3-3649,-4 2 1,-5 0 3600,-22 5 1,-8 1 0,-2 2 0</inkml:trace>
  <inkml:trace contextRef="#ctx0" brushRef="#br0" timeOffset="317764">21633 1030 25198,'-18'15'-45,"2"1"-61,-2 16 1,-2 13 0,2 0-2662,-2 13 0,4 0 2754,0-6 1,3-2-1,4-10 1,5-6 0,5-15-1</inkml:trace>
  <inkml:trace contextRef="#ctx0" brushRef="#br0" timeOffset="318595">21991 759 20207,'-3'-39'1640,"-44"53"-1612,23 8-11,-7 7 0,12-2 897,54-15-707,-13-9 224,14-20 0,-3-9-291,-12-7 70,-20-17 0,-11 1-260,-9 22-656,-10 9 1,-1 9-567,13 21 1272,-5 31 0,19-31 0,2 8 0</inkml:trace>
  <inkml:trace contextRef="#ctx0" brushRef="#br0" timeOffset="318857">22241 1074 19014,'47'-10'384,"1"0"1,0 0 0,-15 3 0,16-3 0,0 0 0,0 0-1</inkml:trace>
  <inkml:trace contextRef="#ctx0" brushRef="#br0" timeOffset="319066">22158 1366 16163,'51'-12'122,"-1"0"1,0 0-1,1-1 1,-4 3 0,5-3-1,0 0 1,0 0-1,-1 0 1</inkml:trace>
  <inkml:trace contextRef="#ctx0" brushRef="#br0" timeOffset="319869">23180 966 10842,'18'-63'4915,"-52"86"0,-9 21-2566,24-13 1,4 6-2302,-3 15 1,2 8 0,15-18 18,34-25 334,15-23 1,13-11-1,-11-2 109,-4-7-345,7-11 0,-13 15-143,-37 28-1127,-13 38 1,-13 26 0,3-9 1039,9-26 1,-2 1 64,-5 8 0,-6 13 0,-2 4 0,1-7 0,7-15 0,-7 2 0,-3 0 0,0 0 0</inkml:trace>
  <inkml:trace contextRef="#ctx0" brushRef="#br0" timeOffset="321404">23973 1251 32767,'1'-33'-1446,"2"24"831,3-3 1,-1 18 0,-2 11 0</inkml:trace>
  <inkml:trace contextRef="#ctx0" brushRef="#br0" timeOffset="321623">24038 1616 19165,'-10'45'1691,"0"-1"1,-4 9-1,-6 6-1691,-3-8 0,-5 6 0,-1 0 0,4-6 0,0 10 0,0-6 0,-11-1 0,0 1 0</inkml:trace>
  <inkml:trace contextRef="#ctx0" brushRef="#br0" timeOffset="322696">25209 1074 28374,'7'-35'2196,"0"0"1,-11 38-3958,3-35 1240,-11 55 1,-7 27-1,1 0 17,1 1 0,3 1 366,2-5 1,2 1-1,13-10 177,22-15 1,9-12-110,-3-8 0,3-9-806,22-26 0,-4-8 1054,-3-3-400,-9 2 312,-45 100-96,-8-7-539,3-11 0,-1 7 0,2-3 545,4 0 0,0-4 0,-1-6 0,1-3 0,8 4 0</inkml:trace>
  <inkml:trace contextRef="#ctx0" brushRef="#br0" timeOffset="323129">26278 1103 19496,'-4'-9'2352,"-34"30"0,-15 18-2282,11-8 0,-3 4-7,5-5 0,-6 4 0,3 1 0,13-2 94,13 3 0,10-1-84,-2 23-73,48-43 0,29-11 0,6-4 0,-15 0 0,-19 2 0,-1-1 0,25-3 0,-1 1 0,0-1 0</inkml:trace>
  <inkml:trace contextRef="#ctx0" brushRef="#br0" timeOffset="324204">26906 1186 21545,'-49'0'1675,"78"-5"-2894,7 4 1,9 1 1218,8 2 0,6 1 0,-5-1 0,-11-1 0,-2 0 0,0 5 0,0-1 0</inkml:trace>
  <inkml:trace contextRef="#ctx0" brushRef="#br0" timeOffset="324403">26906 1410 20907,'63'5'173,"-1"0"1,-6 0 0,0-2-1,-12-6 1,1-1 0,-4 0-1,-4 1 1,0 1 0</inkml:trace>
  <inkml:trace contextRef="#ctx0" brushRef="#br0" timeOffset="326807">28166 1001 27370,'18'-14'-1089,"-6"5"550,-49 22 91,-6-2 416,9-2 0,0-2 426,-15-1-507,23-4-69,16 3-818,10 5 1017,0 9 11,-2 29 5,-3-13 1,-2 3-6,0 0 0,-1 1 5,-4 6 1,-3-3 325,-8 10-203,8-19 982,8-35-1110,14-15-6,8-18-67,26-2 31,-11 23 0,6 4-42,25 4 0,5 8-34,-2 11 1,-2 8 10,-3 0 1,-11 8-141,-19 7 1,-21 1-1087,-37-9 0,-24-3 0,4-2-2297,8 1 1,-2-3 3035,-9-3 1,-7-2 0,14-6 0,14-10-1,17-1 1</inkml:trace>
  <inkml:trace contextRef="#ctx0" brushRef="#br0" timeOffset="327139">28396 994 18084,'46'-20'1176,"-1"-1"0,0 1 0,1 0 0,1-2 1,-3 1-1,-5 6-2591,16 10 0,-44 7 0,0 6 0</inkml:trace>
  <inkml:trace contextRef="#ctx0" brushRef="#br0" timeOffset="329715">17980 3155 14712,'17'-34'4425,"-1"-1"0,-7-8-4073,4 0 1,-9 2-145,-31 10-152,-32 20-23,14 20 1,-2 8-29,7 1 1,0 3 0,1 3-21,2 3 0,1 3 0,5 2 15,-7 14 0,17 0 30,29-10 1,16-7 8,22-12 1,10-13 62,-13-5 1,2-5 0,-1-4 244,16-9 1,-6-8-88,-17-2 1,-8-4 108,-3-22-61,-20 10-235,-7 22-191,1 17 124,-1 41-23,-1 12-81,-3 0 0,0 5-983,0 0 0,1 2 515,2 2 1,1-3 0,-1-17-1,2-5 1,8 10 0</inkml:trace>
  <inkml:trace contextRef="#ctx0" brushRef="#br0" timeOffset="329898">18486 3399 26228,'1'-16'-786,"-4"0"0,11 23 0</inkml:trace>
  <inkml:trace contextRef="#ctx0" brushRef="#br0" timeOffset="330438">19874 3201 25634,'1'63'134,"1"-16"1,-4 7-1149,-8-9 0,-5 6 0,-2 0 0,1-3-797,2-3 0,0-3 1,-3 2 1001,-3 5 0,-3 4 1,0-4-1,2-12 1,-13-2-1,14-18 1</inkml:trace>
  <inkml:trace contextRef="#ctx0" brushRef="#br0" timeOffset="330918">20145 2670 21819,'-25'46'826,"0"1"0,0-1 1,41-12-1,8 0-669,-7 26 0,2-20 403,19-76 0,-8-20-515,-39 14-84,-22-15 0,-5 16-616,11 57-24,10 13 1,4 4-1,5-1 1,13 17 0</inkml:trace>
  <inkml:trace contextRef="#ctx0" brushRef="#br0" timeOffset="331183">20497 3022 20392,'0'-15'532,"35"7"0,27 4 0,-5 1 0,-14-3 0,0 1 0,16 3 0,0-1 0,0 0 0</inkml:trace>
  <inkml:trace contextRef="#ctx0" brushRef="#br0" timeOffset="331447">20548 3312 16779,'64'-8'791,"0"-1"1,0 0-1,-58 22 1,47-25 0,0 0-1,1-1 1,-1 1 0,1 0-1</inkml:trace>
  <inkml:trace contextRef="#ctx0" brushRef="#br0" timeOffset="332203">21520 3085 17176,'5'-39'4727,"1"0"1,-3 4-4381,8-13-173,-11 68-16,-2 19 0,-2 20 0,0 3 1,1-11-145,1-9 0,-1 1-188,-3 15 0,-1 13 1,-1-2-1,2-18-3074,1-9 2896,-2-2 0,2-5 0,5-23 0,2-8 0</inkml:trace>
  <inkml:trace contextRef="#ctx0" brushRef="#br0" timeOffset="333775">22352 3777 23500,'-2'41'-357,"0"1"1,-5 17 0,-18-6 0,10-34 0</inkml:trace>
  <inkml:trace contextRef="#ctx0" brushRef="#br0" timeOffset="334524">23401 3167 19792,'1'-6'5719,"0"2"-5355,2-27-364,-10 73 0,-6 43 0,3-23 0,4-43 0,-1 30 0,-1 0 0,0 0 0,1 1 0</inkml:trace>
  <inkml:trace contextRef="#ctx0" brushRef="#br0" timeOffset="334949">24123 3069 19742,'1'-3'5125,"-53"11"-4989,15 15 0,-6 10 0,4 0-10,-4 2 1,6 4-40,12 0 1,5 5 0,15-6-167,23-7 1,15-8-3199,22-8 0,13-8 0,-7-3 2778,-13-2 0,-3-1 0,22-1 1,-10-1-1,-32-3 0</inkml:trace>
  <inkml:trace contextRef="#ctx0" brushRef="#br0" timeOffset="335226">24806 3081 18919,'-6'0'5404,"56"-15"-8681,-4 10 0,10 3 0,-4-1 3263,4-3 1,-1-1 0,-3 4-1,2 1 1,-14 3 0,-18 2-1</inkml:trace>
  <inkml:trace contextRef="#ctx0" brushRef="#br0" timeOffset="335424">24828 3355 24766,'52'-8'-183,"-1"1"0,0-1 0,1 0 1,1 1-1,-3 0 0,-10 1 1,-2-2-1</inkml:trace>
  <inkml:trace contextRef="#ctx0" brushRef="#br0" timeOffset="336759">25729 3005 22391,'20'-28'1045,"0"0"1,20-6 0,9 11-1074,5 26 0,1 8 3,-5-12 0,-6 8-37,0 31 0,-21 12 121,-53 1 0,-15-1-347,25-7 0,-1-3 366,-27 6 1,-1-14 1029,14-29-929,15-1 67,10-13-235,39 5 9,5 7 0,5 6-46,4 23 1,-2 5 25,-4-17 0,-10 3 199,-24 39 0,-29 1-199,-17-40 0,-15-10 0,4 3 0,2 18 0,0-2 0,6-22 0,0-1 0,0 1 0</inkml:trace>
  <inkml:trace contextRef="#ctx0" brushRef="#br0" timeOffset="349707">20260 5113 22004,'-2'-61'678,"1"0"0,-1 4 0,-10 10-533,-28 20 1,-8 10-107,-12 0-28,8 12 1,-2 12-26,13 18 1,1 12 0,6-2 16,3-7 0,3 3-9,-5 20 1,-1 10-1,14-7-33,22 9 81,28-6 0,18-16 47,-7-43 1,7-15 0,-1 1-18,14 11 1,-3-9 7,-19-15 0,0-12 0,-4-6 0,-7 0 93,-7-14 1,-10-4 0,0 3-103,2 9 0,0 1 0,-1-2 95,-4-13 0,-2-3 0,-3 20-76,-4 25-79,1-6-17,-1 67 1,1 21 16,-2 4-80,-2-17 1,-3 14 0,0 5 0,3-1-1,3-9-1208,8-4 0,3-4 0,-1 3 853,-5 8 0,-4 5 0,3-2 0,5-11 0,10-10 0,4-11 0,7-10 0</inkml:trace>
  <inkml:trace contextRef="#ctx0" brushRef="#br0" timeOffset="350321">20952 4913 17518,'-3'0'-1234,"38"-10"0,40-7 0,-10 3 1234,-31 9 0,0 0 0,27-9 0,10-3 0,-19 7 0,-29 10 0</inkml:trace>
  <inkml:trace contextRef="#ctx0" brushRef="#br0" timeOffset="350554">21004 5164 19608,'48'-11'471,"-4"1"0,10-1 0,-4 0 0,2 0 0,-1 1 0,-2 0 0,-1 0 0,1-1 0</inkml:trace>
  <inkml:trace contextRef="#ctx0" brushRef="#br0" timeOffset="351199">22080 4874 16611,'-5'0'5719,"31"-15"-6234,18 8 0,20 2 1,4 2-1,-12-2 1,-14-5-1,1 0 1,13 6-1,0 0 1,0 0-1,0 0 0</inkml:trace>
  <inkml:trace contextRef="#ctx0" brushRef="#br0" timeOffset="351432">22246 5103 21377,'26'7'-14,"15"-6"0,13-4 1,-8 0-1,11-3 1,6 0-1,0 0 1</inkml:trace>
  <inkml:trace contextRef="#ctx0" brushRef="#br0" timeOffset="352304">23678 4857 21887,'-22'-44'732,"1"1"0,-2 2 0,-5 13-595,-17 36 0,-2 12-118,14-9 1,0 2-6,-18 9 0,-1 10 1,16 7 0,4 8 0,4-3-21,2-3 1,7 3 3,2 10 0,3 7 0,14-10 35,14-18 1,12-10 168,37-8 0,4-17-118,-31-5 0,-2-10-1248,9-23 1,2-15 0,-11 7 1292,-10-7 469,-1-8 0,-4 6-167,-12 34-431,-3 15-6,-6 17 6,-7 29-53,-2 2 1,-3 10 0,2-5-186,3-6 0,0 1 238,0 6 0,-2 8 0,1-2 0,3-11 0,1 6 0,4-11 0,0 1 0</inkml:trace>
  <inkml:trace contextRef="#ctx0" brushRef="#br0" timeOffset="353038">24823 4827 23019,'-38'36'287,"0"0"0,6-4 0,-1 2 0,0 2-3564,-2 9 0,-1 3 0,3-2-46,-4 1 1,1-1 3142,8-6 0,-1 2 1,10-12-1,11-16 1,1-3-1</inkml:trace>
  <inkml:trace contextRef="#ctx0" brushRef="#br0" timeOffset="353257">24345 4967 23343,'62'-5'226,"-15"26"0,5 12 0,-6 0-1199,-10-4 1,1 4 972,5 3 0,8 7 0,-1-1 0,-9-9 0,-11-11 0,-3-4 0,10 8 0,-1 0 0</inkml:trace>
  <inkml:trace contextRef="#ctx0" brushRef="#br0" timeOffset="377156">17647 6307 20156,'1'-48'1286,"-1"1"1,1 0 0,0-15 0,1 13-1185,0 33 32,5 66-120,-9-5 0,-3 7-12,-4 4 0,-3 6 0,1-4-5,0 2 0,-4 1 0,-3-11 0,-6 7 1,1-3-1,4-12 9,-3 5 136,-7 14 1,4-11 165,21-43-65,9-39 1,5-15-227,0 15 7,2-7 1,4-9-1,7 10-27,14 17 0,5 6-14,-9-6 1,4 5-11,14 15 1,7 10 0,-8 0 10,4 8-88,1 23 0,-19 7 149,-70 3-254,-6-17 0,-12 2 0,4-6-525,3-6 0,-1-7 734,-3-5 0,-5-3 0,16-6 0,23-6 0,10-13 0</inkml:trace>
  <inkml:trace contextRef="#ctx0" brushRef="#br0" timeOffset="377424">18330 6636 25808,'0'0'0</inkml:trace>
  <inkml:trace contextRef="#ctx0" brushRef="#br0" timeOffset="377946">19549 6748 26021,'-5'-40'142,"16"63"1,-1 23-579,-20-5 1,-12 11-1,-5 4 1,2 0 0,9-5-1,14 3 1,7-2 0,-9 1-1,-23 3 1,0-1 0,0 1-1,1-1 1</inkml:trace>
  <inkml:trace contextRef="#ctx0" brushRef="#br0" timeOffset="378452">19854 6235 16740,'-45'0'6570,"34"52"-6553,-26-28 89,48 20 0,17-3 1602,21-34-1343,0 9 189,-10-68-16,-66-8-616,14 9-8375,-48 62 7605,52 11 0,-16 29 0,30-42 0</inkml:trace>
  <inkml:trace contextRef="#ctx0" brushRef="#br0" timeOffset="378718">20333 6517 24279,'23'-19'-4473,"35"7"0,8 6 4473,-33 3 0,0 2 0,30-2 0,-7 1 0,-31 2 0</inkml:trace>
  <inkml:trace contextRef="#ctx0" brushRef="#br0" timeOffset="378895">20286 6805 23064,'50'-16'0,"-1"0"0,1 0 0,9-3 0,1 0 0</inkml:trace>
  <inkml:trace contextRef="#ctx0" brushRef="#br0" timeOffset="379335">21158 6420 17557,'-3'0'7220,"25"-58"-10042,9 52 0,3 1 2822,-11-24 0,1 5 620,27 36 1,-14 21-668,-50 4 1,-24 8-1,9-1 491,23-4 0,-2 0-428,-21 0 1,-13 5 0,-1-3 0,12-9 252,9-2 61,36 12-1561,23-40 1,18-14 0,-2 0 1230,6 3 0,-1 0 0,-11-1 0,2-2 0,-12 3 0,-9 2 0</inkml:trace>
  <inkml:trace contextRef="#ctx0" brushRef="#br0" timeOffset="380016">22305 6716 21388,'2'-3'3193,"14"14"-3249,-14 11-627,1 19-168,-17-6 1,-4-2 0,1 2 0,-11 8-1</inkml:trace>
  <inkml:trace contextRef="#ctx0" brushRef="#br0" timeOffset="380604">22842 6440 21769,'0'-3'3720,"-3"-6"-3664,2 18 437,-24 7-303,11-1 409,-37-13-313,28-42-233,31-8 0,10-2-56,-6 18 1,7 3-32,21 3 0,13 3 1,-5 11 13,-12 13 1,-2 12-54,9 14 0,1 10 0,-19 5-71,-29 1 1,-19 5-1,-5 1 139,-3 1 1,-6 3 0,-3 0 0,0-6 22,-2-1 1,-2-5 0,-2-4 134,-18 3 0,-3-5 0,37-16-102,88-32-102,-14 7-255,1-1 0,11-2 0,0 2-118,3 1 0,0 2 0,-4 0 0,2 1 0,-4-1 0,6 1 0,0-1 0</inkml:trace>
  <inkml:trace contextRef="#ctx0" brushRef="#br0" timeOffset="380987">24039 6310 25040,'-51'22'164,"1"-1"1,-1 0 0,0 0 0,-2 3 0,-2 2 0,6-1 0,9-1-140,7 0 1,16 1-295,33 20 0,21-4-513,-2-23 1,8-7-134,7 3 0,6-1 0,-3-5-217,4-9 0,-8-5 0,-1 2 0,-7-2 0</inkml:trace>
  <inkml:trace contextRef="#ctx0" brushRef="#br0" timeOffset="381900">24555 6287 24514,'23'-61'554,"-1"13"-503,-16 46-51,-8 1-51,-3 2 12,-5 0-84,5 1 123,3-1 28,-12 6 17,-11 4-34,6-3 62,-14 8-62,28-13 235,-5 4-184,34-12-415,2 1-213,34-3 1,3 0 0,-20 1-1,4 2 1,0 0 0</inkml:trace>
  <inkml:trace contextRef="#ctx0" brushRef="#br0" timeOffset="382067">24429 6543 24172,'49'-12'-943,"0"0"0,0 0 0,1-1 0,4 0 0,-3 0 0,-13 3 0,-13 5 0</inkml:trace>
  <inkml:trace contextRef="#ctx0" brushRef="#br0" timeOffset="382637">25109 6188 23147,'45'-26'309,"-1"-1"1,1 0-1,6-8 1,-6 14-422,1 40-151,-45 20 0,-12 5 307,-7 3 299,-6-11 1,-8 5 0,1-9 1745,-16-4-1932,9-6 0,12-10 33,28-19-223,61 10 38,-16 1-42,7 22 1,-4 9-36,-20 6-85,-11 1 0,-16-1 157,-33-21 0,-20-6 0,7 0 0,-5 19 0,-12-21 0,0 1 0</inkml:trace>
  <inkml:trace contextRef="#ctx0" brushRef="#br0" timeOffset="383954">20079 8089 10416,'5'2'9830,"-1"0"-7668,14-55 0,-4-20-1608,-13 25-429,6 1 1,2-10-1,-16 21-94,-43 40 0,-11 18-26,24-12 1,0 5-18,-1 9 1,-5 8 0,2 3 0,9-2-45,3 6 0,15 3-2078,21 15 0,12-4 2156,9-10 531,34-36 0,5-25-451,-41-15 1,-8-14 0,2 3-67,15-6 1,-1-5 66,-15 5 1,-3-9 0,-2 1-1,-2 6 238,-2-3 1,-2 4-331,5-16 1,-6 26-113,-12 56 67,-1 32 1,0 13 34,0-16 1,-1 2 0,0 3-99,-3 12 0,1 3 0,3-3-1907,6-10 1,3-1 0,2-4 2003,3 6 0,3-5 0,0-6 0,4-11 0,12-27 0</inkml:trace>
  <inkml:trace contextRef="#ctx0" brushRef="#br0" timeOffset="384257">20837 7770 16549,'-4'0'7181,"48"-26"-8403,-13 19 1,5 2 277,26-10 1,1 2 0,-26 9 0,-3 2-1,30 2 1</inkml:trace>
  <inkml:trace contextRef="#ctx0" brushRef="#br0" timeOffset="384494">20941 8025 18588,'-3'0'5394,"1"0"-5456,2 0-7191,107-30 7253,-53 16 0,2-1 0,-9 1 0,-33 11 0</inkml:trace>
  <inkml:trace contextRef="#ctx0" brushRef="#br0" timeOffset="384674">21667 7662 19552,'-6'0'471,"33"-7"0,34-6 0,9-2 0,-19 3 0,-8 1 0,8-1 0,-1 0 0,0 0 0,0 1 0</inkml:trace>
  <inkml:trace contextRef="#ctx0" brushRef="#br0" timeOffset="384919">21819 7970 25830,'56'-7'18,"0"0"0,-11 0 0,1 0 0,0 0 0,18-7 0,-2 1 1,-11 2-1,1 1 0</inkml:trace>
  <inkml:trace contextRef="#ctx0" brushRef="#br0" timeOffset="387299">23214 7553 9290,'0'-9'9830,"0"2"-4722,-7-9-4520,-6 12-145,-39 3-247,10 19 0,-4 9-105,6-1 1,-3 5 0,4 0-79,4-2 0,3 1 0,4 2 17,-13 23 1,20 0-25,36-16 0,15-5-74,6-6 1,10-8-938,8-10 1,8-7 0,0-5 1004,-4-4 0,0-4 0,-4-1 0,12 0 0,-6-2 0,-19 1 0,0 0 0</inkml:trace>
  <inkml:trace contextRef="#ctx0" brushRef="#br0" timeOffset="387850">24678 7481 25976,'-38'25'-30,"0"0"0,1 0 0,-9 11 0,-4 6 1,1 1-1,4-3-620,4 0 0,3-2 0,-1 3-1543,-4 1 1,-2 4 0,0-1 0,5-6 2192,-6 6 0,6-8 0,-6 6 0,35-33 0</inkml:trace>
  <inkml:trace contextRef="#ctx0" brushRef="#br0" timeOffset="388035">23981 7609 24234,'61'8'91,"0"1"0,0 0 1,0 0-1,2 10 0,5 5 1,-1 2-1,-9 0 1,-14-4-1,6 15 0,-12-5 1,0 1-1,1-1 1</inkml:trace>
  <inkml:trace contextRef="#ctx0" brushRef="#br0" timeOffset="396937">17652 8891 10074,'3'-7'9830,"0"2"-7483,-2-29-1378,-16 25-930,-4-18 45,-20 40 0,-9 20-1202,10 7 1,1 9 0,1-3 1105,-10-6 1,10 2-114,25 9 0,12 6 0,12-15-248,14-28 1,11-9 372,7 3 0,11 0 0,-1-1 0,-9-3 0,-11-1 0,-2-3 0,23-3 0,0 1 0</inkml:trace>
  <inkml:trace contextRef="#ctx0" brushRef="#br0" timeOffset="397254">18313 9124 27023,'-3'-28'-1648,"0"7"0,1 21 0,0 0 0</inkml:trace>
  <inkml:trace contextRef="#ctx0" brushRef="#br0" timeOffset="399518">19384 9222 15877,'1'-3'7634,"0"1"-6928,2-31-308,-2 25-432,3-25-11,-5 34 68,1 16-1,0-9 364,0 9-268,1-15 527,-1-1-573,1-5 7,-2-4-46,0 0-49,-1-1 44,1 6-17,1 2 689,0 0-745,-1 0-157,-9 41 186,2-7 10,0 7 0,0 9 1,2-4-49,2-10 1,-2 0-483,-5 16 0,-6 6 1,-9-8-1097,-12-18 0,-8-8 1,2 0-3285,-6 18 1,-1-5 4392,6-19 1,-2-5 0,10-4 0,6-4-1,25-4 1</inkml:trace>
  <inkml:trace contextRef="#ctx0" brushRef="#br0" timeOffset="399986">19659 8830 23002,'-16'0'224,"13"26"-224,29 8 879,25-12-526,-15-21-224,0-24-1756,-53-11 0,-9 1 1655,14 12 384,-11-12 1,-1 11-1080,8 46-1752,7 8 2419,-3 20 0,10-21 0,5-9 0</inkml:trace>
  <inkml:trace contextRef="#ctx0" brushRef="#br0" timeOffset="400234">20019 9069 19860,'-36'4'1638,"0"-1"0,25 0-5209,47-5 1,25-2 3570,-13 3 0,3-1 0,6-2 0,4-1 0,-10 2 0,-3 2 0</inkml:trace>
  <inkml:trace contextRef="#ctx0" brushRef="#br0" timeOffset="400419">20036 9333 16644,'-28'11'-4523,"81"-26"0,19-4 4523,-48 16 0,20-8 0,12-5 0,-16 5 0,-29 8 0</inkml:trace>
  <inkml:trace contextRef="#ctx0" brushRef="#br0" timeOffset="401036">20765 8988 16336,'-3'0'3831,"12"-33"1,12-10-3760,15 12-64,-14-12 1,5 5-26,14 32 1,-1 13-1,-9 6-20,4 17 1,-6 9 47,-27 24 59,-11-12 0,-9-2 299,-4-18 1,-4-5 908,-22 12-1205,18-29-191,76-11 107,15 23-3,-21-14 0,-2 4-59,0 18 0,-12 5 0,-24 7-641,-19-3 0,-11-3 714,-10-13 0,-3-5 0,6 1 0,2-3 0,-16-3 0</inkml:trace>
  <inkml:trace contextRef="#ctx0" brushRef="#br0" timeOffset="401623">21912 9325 23047,'-7'36'-12,"0"1"1,4-2 0,-12 7 0</inkml:trace>
  <inkml:trace contextRef="#ctx0" brushRef="#br0" timeOffset="402377">22462 9044 20711,'22'-55'836,"1"1"1,2 1-1,7 13-814,10 32 1,3 10-51,16 3-17,-16 25 0,-9 9 34,-24 11 44,-24 12 1,-11-2 11,-10-15 140,-5-6 0,-2-9 1181,9-28-1164,3 0-174,41-21-34,14 12 11,21 9 1,6 5 11,4 8-73,-3 7 0,-13 7-101,-43 20 0,-14-19 1,-10-2-474,-17-3 0,-8-7-49,-1-8 1,2-5-1,-11 0 1,28-13 0</inkml:trace>
  <inkml:trace contextRef="#ctx0" brushRef="#br0" timeOffset="402711">23579 8891 22083,'-52'20'530,"0"0"1,0 0 0,-4 17 0,6 2-526,5-10 1,16 2-26,34 10 1,17-5-245,11-21 1,9-9-445,13 0 1,8-3-1,-7-2 1,-12 0-1,-2-2 1,14-7-1,0-1 1</inkml:trace>
  <inkml:trace contextRef="#ctx0" brushRef="#br0" timeOffset="402938">23925 8944 22688,'53'-10'-1050,"1"0"1,-1-1 0,9-3 0,-17 4 0,-34 9-1</inkml:trace>
  <inkml:trace contextRef="#ctx0" brushRef="#br0" timeOffset="403118">23975 9116 22235,'44'-3'41,"-1"0"0,-31 9 1,41-15-1,-1 0 1</inkml:trace>
  <inkml:trace contextRef="#ctx0" brushRef="#br0" timeOffset="403653">24736 8770 19680,'-42'-29'5450,"36"13"-5428,-18-23-22,61 24 0,15 6-50,0-2 22,-9 10 0,6 4 0,-11 10 8,-18 23 1,-9 6 7,8-8 1,-8 2 35,-21 4 0,-12 5 1,-2-8 207,-3-12 1,0-4 1027,-17 20-1260,36-32-1752,46 17 0,15 1 1696,-20-4-350,-3 23 0,-18 1 406,-45-28 0,-11-5 0,-6 19 0,16-23 0,-1-1 0</inkml:trace>
  <inkml:trace contextRef="#ctx0" brushRef="#br0" timeOffset="405719">19757 10657 19787,'36'-53'1581,"0"1"0,-17-14 1,-15 6-1403,-24 15-112,-18 30 0,-13 8 0,4 10-64,3 22 0,2 13-20,5-5 0,-3 8 0,3 1 1,7-3 2,-1 11 0,18-1 30,30 14 1,19-14 8,-5-41 1,7-12-1351,5-7 1,10-7 0,-1-4 0,-8 0 1389,-4-6 0,-3-4 423,2 2 0,1-3 1,-8-4-422,-14-3 0,-7-4 0,-2 0 528,1-16 0,-2-2-401,0 9 0,1-2 1,-2 5-274,-2 1 1,-1 8 78,-1 13 1721,-4 65 0,-4 29-1727,-4-8 1,-3 5-1,1-2-20,4-8 0,2-1 0,1 2-2432,3-1 0,0 4 1,3-4-1,3-12 2062,15 1 0,-1-11 0,0-7 0,-6-21 0</inkml:trace>
  <inkml:trace contextRef="#ctx0" brushRef="#br0" timeOffset="406006">20660 10285 19087,'46'-15'389,"0"0"0,1 6 0,7 1 0,1 0 0,-7 1 0,4-2 0,-1 2 0,3 2 0,1 0 0,0 0 0</inkml:trace>
  <inkml:trace contextRef="#ctx0" brushRef="#br0" timeOffset="406236">20691 10596 23573,'56'-19'-555,"1"0"1,-1 0-1,2 2 555,-13 5 0,1 0 0,-5 2 0,-7 1 0,-2 1 0,7-1 0,0-1 0</inkml:trace>
  <inkml:trace contextRef="#ctx0" brushRef="#br0" timeOffset="406504">21582 10218 23310,'56'-7'18,"-1"-1"0,1 1 1,-1 0-1,1-1 0,-7 0 1,-6 0-1,2 1 0,6 3 1,1 0-1,0-1 0</inkml:trace>
  <inkml:trace contextRef="#ctx0" brushRef="#br0" timeOffset="406703">21771 10492 20929,'-5'2'3988,"1"-1"-4279,31-4 0,20-5 291,-3 0 0,2 0 0,0 1 0,0 0 0,-11 0 0,1 1 0</inkml:trace>
  <inkml:trace contextRef="#ctx0" brushRef="#br0" timeOffset="410755">22835 10109 23299,'-7'-22'1187,"1"4"-1137,6 18 903,-1 0-976,1 3 63,0-3 32,0 3-27,-3-2-34,-2 7-16,-7 8 16,-4 18 0,2 9 23,9 6 50,23-6 101,30-17-110,-3-24 1,3-8-20,-6 2 0,0-8 198,5-18 1,-9-6-187,-15-1 2,-32-3 0,-11 3-59,-13 14-17,-2 4 1,0 3 16,7 12-4,-9 20 1,-9 12-1,6 0-18,12-6 0,1 5 11,-3 11 0,-6 9 0,6 3 0,11-6-6,17 5 1,17-4-746,16 0 0,12-1 1,2-9 750,6-10 0,3-9 0,-9-7 0,2-4 0,-9-3 0,-2-6 0</inkml:trace>
  <inkml:trace contextRef="#ctx0" brushRef="#br0" timeOffset="412654">24151 10345 24704,'-33'42'-297,"-10"-3"1,-7 5-1303,10-6 1,-3 3 0,0-1 789,-7 1 0,-1 0 1,7-6-1,10-8 1,5-5-1,-8 4 1</inkml:trace>
  <inkml:trace contextRef="#ctx0" brushRef="#br0" timeOffset="412801">23575 10495 13245,'10'-53'2457,"0"1"1,38 38-1,18 16 1,-7 6-2702,-19 3 1,2 6 243,7 3 0,13 8 0,4 1 0,-6-2 0,-14-7 0,13 4 0,-3-2 0,0-1 0</inkml:trace>
  <inkml:trace contextRef="#ctx0" brushRef="#br0" timeOffset="448676">16031 11215 19972,'-3'-35'2024,"-1"0"1,-29-18-4665,-3 47 0,-5 10 2721,-2-1 1,-3 6 382,2 9 0,-2 6 0,8 2-487,10 2 1,8 3 474,1 14 0,17 1-488,27-18 1,16-3 0,0-3 1,3 1 1,1 1 31,-2 5 0,0 4 0,-11-3 36,-17 10-18,-9-4 1,-13 0 39,-33-8 0,-21-6 0,6-3-56,20-2 0,-1-2-312,-10-2 0,-10 1 0,2-3 0,15-10-3312,9-18 3624,-15-22 0,46 16 0,7-1 0</inkml:trace>
  <inkml:trace contextRef="#ctx0" brushRef="#br0" timeOffset="448940">16371 11147 25298,'-5'56'-202,"-1"0"0,1 0 1,0-1-1,-1 1 1,4-2-1,0-6 1,0 3 201,-3 2 0,-2 5 0,0-5 0,5-16 0,3-12 0,6 19 0</inkml:trace>
  <inkml:trace contextRef="#ctx0" brushRef="#br0" timeOffset="450041">16277 11526 18212,'-2'-3'2879,"39"-9"1,24 3-3009,-16 10 0,5 1 67,-1-6 1,9-3-1,-1-1 1,-6 4 147,7 4 1,-5-1 280,10-6 0,-21-7 1420,-51-10-1636,-3 7-56,-38 17-212,35 36 55,4-6 56,46-15 1,12-13 181,-19-18 1,-1-7-23,20-3 0,-7-5 112,-26-12 0,-19 2-90,-26 16 0,-9 9-125,-14 1-77,5 34 1,9 19-276,34 7 1,13 9 0,1-3-356,-5 5 1,10-3-1803,14-9 0,12 4 1,6-8-1,-2-20 4383,3-30 0,1-20 1,1 5-1301,4 19 1,1 6-1,-5-12 351,-6-28 1,-7-14 0,-9 14 255,-12 19-1187,-4 0 22,-6 49 0,-3 23-87,0-6 1,0 7-1,-1 1 1,-1-2 7,2-1 1,-2-2 0,0 3 15,-2 11 0,0 8 0,-3-6 1,-5-19 17,-19-16-16,3-27 2,23-38 0,12-28 1,5-13-1,-1 6 7,-4 10 1,1-1-1,1 1 1,1-1-74,-1 9 1,1-1 0,1 0 0,1 1 0,0 3 57,-1-4 0,-1-1 0,3 8 0,8 15-45,24 24 0,3 10 42,-18-17 1,-1 6-34,14 33 1,3 21-1,-25 0-20,-50-4 0,-30 1 0,9 1-327,30-2 1,6 1-1,-10-5-88,-15-10 1,-12-3-1,-1-6 1,11-7 0,-9-10-1,32-14 1</inkml:trace>
  <inkml:trace contextRef="#ctx0" brushRef="#br0" timeOffset="450308">18126 11533 26855,'48'-12'-124,"0"1"0,-1 0 0,-10 0 0,-3 3 0,6 0 0,0 1 0</inkml:trace>
  <inkml:trace contextRef="#ctx0" brushRef="#br0" timeOffset="451191">19246 11107 24844,'8'-9'2118,"-35"2"-2096,-18 5 0,-5 2 18,-14 0-24,15-1 1,9 0 6,31 1-35,6 2 85,-6 40 2,-8 8 1,-2 4-82,6-13 1,0 2 5,-4 2 0,-1 2 0,3-10 818,3-9-689,2-3-107,52-72 14,6 22 1,6 2-35,-14-5 1,3 5-35,9 16 1,6 9-1,-9 9 4,-8 14 0,-12 11-241,-9 16 1,-19 4 268,-23-16 0,-15-1 0,0-3 0,-3 3 0,-3-6 0,-15-9 0,1 0 0</inkml:trace>
  <inkml:trace contextRef="#ctx0" brushRef="#br0" timeOffset="451990">20540 11836 24267,'17'-45'1554,"0"0"1,-7 72-1617,-13 1 1,-6 8-1439,2 10 0,-1 11 1,0 0-1,1-10-2226,1-13 0,0-2 3726,0 27 0,3-13 0,4-39 0,2-2 0</inkml:trace>
  <inkml:trace contextRef="#ctx0" brushRef="#br0" timeOffset="452377">21017 11388 22923,'-20'-42'1053,"1"0"0,3 1 0,1 17-986,-14 69 1,3 23-63,11-18-1,-3-5 0,-2 7 0,16-10 96,30-17 1,6-9-50,-4 0 209,16-26 0,-3-15 82,-25-31-132,-7 9 0,-6 1-176,-22-10-34,-24 87 0,21-22 0,11 25 0,0 0 0</inkml:trace>
  <inkml:trace contextRef="#ctx0" brushRef="#br0" timeOffset="452621">21560 11591 24435,'7'-8'947,"20"1"-1655,17 3 0,15 3 1,-7-1-1,-17 0 1,-1 0-1,18 1 1,1 0-1</inkml:trace>
  <inkml:trace contextRef="#ctx0" brushRef="#br0" timeOffset="452840">21512 11870 26693,'51'-7'-313,"1"0"1,0 0 0,-1-1 0,-1 1-1,-9 0 1,4-2 0,-8 2 0</inkml:trace>
  <inkml:trace contextRef="#ctx0" brushRef="#br0" timeOffset="453659">22785 11447 26486,'-20'-49'350,"-7"29"0,-6 8-336,-7 14 0,0 6-3,5-3 0,3 0 6,-11 3-34,37 6 28,-1 2 14,-5 15 1,-2 5 2,-1 6-20,-2 7 0,2 0 32,5-6 116,-2 4 455,33-47-589,-5-9 14,25-15 1,8 0-15,7 8-33,1 6 0,-1 15-68,-17 35 1,-8 11 69,-6-23 1,-8 3-173,-16 13 0,-10 6 0,-10-11-2451,-19-19 0,-8-6 2632,-2 10 0,2-2 0,7-13 0,7-6 0,9-3 0</inkml:trace>
  <inkml:trace contextRef="#ctx0" brushRef="#br0" timeOffset="454459">23304 12066 19983,'25'22'4452,"-34"19"-5584,5-3 0,-3 0 0,-17 10 0,-3-8 0</inkml:trace>
  <inkml:trace contextRef="#ctx0" brushRef="#br0" timeOffset="455181">24289 11562 19025,'9'-10'5601,"-3"2"-4996,5 1 140,-10 5-4851,-58 4 4129,8 6 443,-13-1 0,-1 0-343,12-2-95,0-2-17,42-2 40,15 44-102,-7-1 1778,-1 7 0,-3 6-1694,-6-4 1,-1-3-34,3-13 0,0-3 504,-7 23-420,17-59 0,9-11-40,19-11 1,14-8 0,-5 5-45,11-4-10,0 12 1,11 1 0,-15 19-47,-27 33 0,-8 10 34,9-5 0,-9 0-245,-29 3 0,-16 2 0,-5-9 267,-12-13 0,-2-6 0,-2 11 0,3-5 0,19-19 0,1-1 0</inkml:trace>
  <inkml:trace contextRef="#ctx0" brushRef="#br0" timeOffset="455508">24917 11583 25113,'-46'33'216,"0"0"1,0 0 0,-1 0-1,-11 7 1,2 1 0,16-4-133,18 18-56,16-17-14,31-14 0,15-6-546,4-16 1,6-9-1,-3 3 1,0 6 0,-1 0-1,12-11 1,-1 0-1</inkml:trace>
  <inkml:trace contextRef="#ctx0" brushRef="#br0" timeOffset="455738">25287 11628 20145,'-3'0'5018,"29"-11"-6390,22 4 1372,-9 0 0,0 0 0,11 3 0,-9 2 0</inkml:trace>
  <inkml:trace contextRef="#ctx0" brushRef="#br0" timeOffset="455941">25186 11873 25416,'56'-10'-1520,"-1"0"1,-15 3 0,-10 2 0,-21 2 0</inkml:trace>
  <inkml:trace contextRef="#ctx0" brushRef="#br0" timeOffset="459322">26314 11603 18330,'10'-39'8016,"-24"27"-8011,2-23 6,-19 35 1,-8 9 18,2-3 1,1 0-14,-4 2 0,2 1 0,-16 5 44,25 4-27,3 15-46,8 5 1,1 3 11,-5 11 3,12-12 0,6-2 53,12-10 185,0-9 593,6-14-783,-8-10 10,21-14 1,6-2-45,14 5-17,10 3 0,5 8-20,-13 17 0,-6 12-22,-9 15 0,-11 6-59,-11-10 1,-11 0-203,-23 9 1,-18-4 302,-2-18 0,-7-6 0,5-2 0,12-1 0,0-1 0,-15 2 0,0 1 0</inkml:trace>
  <inkml:trace contextRef="#ctx0" brushRef="#br0" timeOffset="462551">17376 13287 14992,'1'-3'8883,"0"1"-8354,9-36 1,-1-13 137,-11-1-424,7-7 1,-10 3-169,-19 30 1,-9 11-62,-10 14 0,-4 9-25,-8 4 0,1 10-30,13 6 0,2 6 0,5 2-38,1 9 1,11 2-1,13 5 1,17-5 53,26-17 0,14-12 61,10-13 0,3-13 62,0-5 0,-4-11 118,-6-16 0,-8-8 58,-20 10 0,-6-1-156,-3 5 0,-5 2 72,-8-4-212,-1 38 16,-2 21-8,0 9 0,-1 6-261,0 5 1,1 1-897,-1 8 1,2 0 1170,6-7 0,2-4 0,-2 0 0,10-14 0</inkml:trace>
  <inkml:trace contextRef="#ctx0" brushRef="#br0" timeOffset="462735">17948 13302 27186,'-7'-26'-1411,"2"8"1,5 23 0,0-2 0</inkml:trace>
  <inkml:trace contextRef="#ctx0" brushRef="#br0" timeOffset="463240">19200 13286 22240,'-8'-55'1348,"1"0"0,-1 8 0,5 20-1281,14 66-56,-4-11 3,12 29 0,0 10-398,-10-17 1,-13 2-2075,-14-9 0,-11 3 1,-3 0-1,4-3-401,6 0 0,1-3 0,-5-2 2859,-21 8 0,-8-2 0,9-12 0,6-12 0,21-12 0</inkml:trace>
  <inkml:trace contextRef="#ctx0" brushRef="#br0" timeOffset="463768">19567 12553 18997,'-29'33'1979,"0"0"0,74-5 0,5 1-1915,-61 14 1,-1-13 974,53-69 0,0-23-1090,-55 18-1470,-25 18 1,2 17 1520,37 36 0,5 14 0,-26 19 0,5-4 0,43-14 0</inkml:trace>
  <inkml:trace contextRef="#ctx0" brushRef="#br0" timeOffset="464031">20148 12960 19316,'62'-8'535,"0"0"0,0 0 1,-5-4-1,-6 3 1,-14 11-1,-1 1 0</inkml:trace>
  <inkml:trace contextRef="#ctx0" brushRef="#br0" timeOffset="464253">20207 13183 19932,'52'0'703,"1"-1"1,-69 15 0,77-23 0,0 1 0,-1-1 0</inkml:trace>
  <inkml:trace contextRef="#ctx0" brushRef="#br0" timeOffset="465403">21226 12896 16885,'9'-36'4915,"1"0"0,-3-4-3156,-6 41-1737,-6 17 0,-3 25 1,-1 19-1,1-3-147,2-12 0,1-3 0,0 1 125,-1 0 0,0 0 0,0-2 0,0 13 0,-1-11 0,-2-24 0</inkml:trace>
  <inkml:trace contextRef="#ctx0" brushRef="#br0" timeOffset="466840">22094 13331 24570,'3'39'-882,"0"1"1,-13-1 0,-4 1 881,-1 6 0,-2-4 0,-20 11 0,22-37 0</inkml:trace>
  <inkml:trace contextRef="#ctx0" brushRef="#br0" timeOffset="467341">23123 13103 22386,'2'-48'1233,"0"-1"1,0 1-1,1-13 1,-1 12-1111,-2 23-84,1 29 23,7 44-76,-7-13 0,-2 5-586,-5 7 1,-3 5 0,-1-1 599,-4 14 0,-3-3 0,-1-7 0,1-6 0,-3 4 0</inkml:trace>
  <inkml:trace contextRef="#ctx0" brushRef="#br0" timeOffset="467702">24151 12823 21142,'-3'-3'1926,"-27"-3"1,-13 4-1759,11 9 0,-4 4-22,-14 2 0,-7 3 0,2 4-61,9 4 1,3 2 0,7 6-47,1 23 1,9 1-63,3-22 1,15-6-365,45-9 1,32-6-1,8-6 1,-17-2-1,-26-4 1,0-1-1,18-2 1,-1 1-1,1-1 1,0 1 0</inkml:trace>
  <inkml:trace contextRef="#ctx0" brushRef="#br0" timeOffset="468024">24619 12812 18778,'54'-11'729,"1"7"1,3 1 0,-16-3 0,-1 0 0,10 4 0,0 0 0</inkml:trace>
  <inkml:trace contextRef="#ctx0" brushRef="#br0" timeOffset="468195">24697 13079 21220,'60'-8'0,"0"-1"0,0 0 0,-12 2 0,0 0 0,0 0 0</inkml:trace>
  <inkml:trace contextRef="#ctx0" brushRef="#br0" timeOffset="468710">25770 12803 13749,'60'11'4915,"1"0"0,-55 9-2874,-50 24 1,1 9-2040,79 1 1,-2-3-3,-69-21 0,-21-5 0,27 0 0,69 0 0,31-1 0,-33-1 0,-92 0 0,0 0 0,-1 0 0</inkml:trace>
  <inkml:trace contextRef="#ctx0" brushRef="#br0" timeOffset="478992">19415 14126 13894,'-9'0'7472,"-2"-1"-6974,9 12-4,-3 17-203,12 20-182,3-17 0,5 1 98,15 4 1,4-4-135,7 6 274,-5-18 0,-3-9-67,-16-18 286,15-30-314,-23-6-129,3-6 151,-20 5 1,-6 4-208,-2 13-50,-4-7 0,-6 8-39,-23 43-1,8 3 0,12 9 1,2 8 47,9 7 1,3 2-29,-1 0 0,2 2-17,0 10 1,6 1-46,10-8 1,10-5-474,21-7 0,7-5 261,-14-5 0,7-6-3000,21-13 0,13-10 0,-9-3 2537,-20-1 0,-3-1 1,24 0-1,-7-1 0,-25 0 1</inkml:trace>
  <inkml:trace contextRef="#ctx0" brushRef="#br0" timeOffset="479279">20296 14250 23282,'61'-9'0,"0"0"0,1 0 0,-13 2 0,0 0 0,0 0 0</inkml:trace>
  <inkml:trace contextRef="#ctx0" brushRef="#br0" timeOffset="479557">20540 14428 15042,'58'-1'1228,"0"0"1,0 0 0,-54 8 0,57-11-1,1 0 1,-1-1 0,1 1 0</inkml:trace>
  <inkml:trace contextRef="#ctx0" brushRef="#br0" timeOffset="479907">21416 14134 22895,'49'-2'-687,"1"-1"1,-1 1-1,19-2 1,-7 2-1,-2 2 1,-21 0-1</inkml:trace>
  <inkml:trace contextRef="#ctx0" brushRef="#br0" timeOffset="480191">21469 14428 16605,'-44'19'834,"0"0"1,0 0-1,73-1 1,17-7 0,10-15-1,6-2 1,0 1 0,0-1-1</inkml:trace>
  <inkml:trace contextRef="#ctx0" brushRef="#br0" timeOffset="482022">22557 14317 20134,'7'-36'2100,"0"1"1,1-23-1805,-26 46-251,-16 11 0,-6 6-39,-10 6-18,5 1 1,0 7-23,15 7 1,8 5-57,11 14 1,7 1 94,-2 16 12,18-22 0,13-11 294,33-38 0,3-15-211,-12 10-13,7-14 1,-10-6 57,-38 3 522,3-24-617,-7 29-100,1-7-79,-4 71 157,-3-5-42,-3 6 0,-2 7-412,-7 17 0,-2-1-941,7-19 1,1 0-3550,-5 17 1,5-7 3536,12-22 0,0-12 0,-1-15 0</inkml:trace>
  <inkml:trace contextRef="#ctx0" brushRef="#br0" timeOffset="482258">24066 14184 23552,'-42'36'-456,"0"0"1,0 1-1,3 0 1,-1 2-1,1 1 1,4-3 455,3-2 0,3-1 0,1 0 0,-2 3 0,0 0 0,6-9 0,2-5 0</inkml:trace>
  <inkml:trace contextRef="#ctx0" brushRef="#br0" timeOffset="482473">23542 14283 25707,'52'34'-248,"1"0"0,-1 0 1,-2-4-1,-1 0 0,-3 2 1,1 4-1,-9-7 0,2 0 1</inkml:trace>
  <inkml:trace contextRef="#ctx0" brushRef="#br0" timeOffset="498780">17445 15447 15462,'-2'-4'7103,"0"0"-7170,-8-12 621,8 60-408,-8 2-111,5-5 1,0 8-1,-1-1-4,-3 11 0,-1-2 13,-5 5 1,-1-5 187,5-22 1,0-5 1229,-1 3-706,7-29-599,0-49-140,13 13 0,5-3-48,-4-1 0,6 4-8,28 5 0,6 11 16,11 18-27,-11 9 0,-2 10-57,-19 9 1,-5 3 83,5 11-1779,-56 7 0,-16-4 1673,1-17-1550,-4-10 0,-12-1 0,13-7 1679,10-14 0,-19 2 0,48-5 0</inkml:trace>
  <inkml:trace contextRef="#ctx0" brushRef="#br0" timeOffset="499024">18101 15909 21724,'-12'-4'0,"2"1"0</inkml:trace>
  <inkml:trace contextRef="#ctx0" brushRef="#br0" timeOffset="499482">18964 15981 17860,'30'10'561,"-39"19"0,-21 18 1,-9 9-1,2-1 1,15-12-1,19-6 0,0 0 1,-26 9-1,0 0 1,0 1-1,0-1 0,0 0 1</inkml:trace>
  <inkml:trace contextRef="#ctx0" brushRef="#br0" timeOffset="499936">19321 15488 15501,'-3'0'3540,"4"49"1,12 7-2365,9-49-1406,-55 42 230,43-50 0,-34-23 0,-5 5 0,34 50 0</inkml:trace>
  <inkml:trace contextRef="#ctx0" brushRef="#br0" timeOffset="500253">19923 15726 15249,'-6'0'3156,"31"-7"1,19-2-3966,6 6 0,2 0 1,-5-5-1,0 0 1,-6 6-1,1 1 1</inkml:trace>
  <inkml:trace contextRef="#ctx0" brushRef="#br0" timeOffset="500432">19871 16006 18789,'58'-7'0,"-1"0"0,0 1 0,0-1 0,5 0 0,-1 0 0,0 0 0</inkml:trace>
  <inkml:trace contextRef="#ctx0" brushRef="#br0" timeOffset="500927">20905 15653 20448,'-2'-41'1601,"1"0"1,52 16 0,14 12-1812,-27 6 0,-1 8 137,24 10 0,-15 18 37,-44 13 1,-20 13 0,-9-5 111,-5-13 1,-9-6 0,2-1 21,-12 10 0,8-3 42,10 11-168,65-47-1418,12-6 1,14-3 0,-6 0 1445,-11 1 0,-1 0 0,26-4 0,-6 0 0,-26 5 0</inkml:trace>
  <inkml:trace contextRef="#ctx0" brushRef="#br0" timeOffset="501888">22266 15571 20828,'-2'-2'538,"0"0"-538,3 14 0,-1-9 0,0 8 0</inkml:trace>
  <inkml:trace contextRef="#ctx0" brushRef="#br0" timeOffset="502088">22309 15923 22397,'3'3'2526,"0"-2"-2526,-19 32 0,-20 23 0,6-9 0,9-14 0,-6 13 0,0-1 0,-1 0 0</inkml:trace>
  <inkml:trace contextRef="#ctx0" brushRef="#br0" timeOffset="502789">23701 15446 23175,'-12'29'2370,"-34"-1"-2174,13-5 11,-1-22 0,4-13-145,13-40-85,32 3 1,10 0 16,-11 14 1,8 10-66,29 19 0,14 17 0,-12 6 37,-24 2 1,-10 9-57,-6 26 1,-10 14-1,-14-9 81,-20-17 1,-14-5-232,7-8 1,-9 4 0,-2 0 0,1-3 0,7-6 337,-8 1 0,3-5 1,-4-2 0,-2 0 0,28-9-48,80-25-46,-28 4-1661,12 8 0,20 2 1,9 3-1,-3 0 0,-15 0 1656,-6 0 0,-2 2 0,9 0 0,9 0 0,-4 1 0,-23-2 0,-24-1 0</inkml:trace>
  <inkml:trace contextRef="#ctx0" brushRef="#br0" timeOffset="503185">24713 15311 25012,'-43'33'157,"1"0"0,0-1 0,0 1 0,-2-2 0,0 0-159,2-1 1,-7 5 0,4 1-1,17-5-5546,18 18 5553,27-38 308,18 0 1,14 1 0,-3-3-844,-5-5 1,2-3 529,13 1 0,7-1 0,-10 0 0,10-2 0,-1-5 0</inkml:trace>
  <inkml:trace contextRef="#ctx0" brushRef="#br0" timeOffset="503442">25316 15279 22940,'47'-2'5,"0"0"0,-1-1 0,7 5 0,-1 1 0,-5-3 0,2 0 0,-6 1 0,18 8 0</inkml:trace>
  <inkml:trace contextRef="#ctx0" brushRef="#br0" timeOffset="503630">25330 15572 21483,'-3'0'3518,"0"0"-4226,37-3 1,34-4-1,-11 2 1,-17 1-1,12-1 1,1 0-1,0 0 1</inkml:trace>
  <inkml:trace contextRef="#ctx0" brushRef="#br0" timeOffset="504543">26394 15197 16751,'-4'-4'6850,"0"1"-6357,31-56-530,20 45 1,6 3-3,-15-18 0,2 5-120,7 26 0,6 13 1,-12 4 1,-4 19 106,-17-7 1,-12 4 180,-38-2 1,-22 0 0,6-5 183,-8 9-51,7-10 0,-7 2 0,17-15 427,26-19-674,14 2-13,34 6 0,17 11-45,-15 6 1,0 6 0,-1-1 38,22-2 1,-16 5 16,-43 27 0,-26-3-521,-25-30 0,-15-9 507,4 2 0,-6 0 0,7-3 0,4-4 0,8-4 0,-15-3 0</inkml:trace>
  <inkml:trace contextRef="#ctx0" brushRef="#br0" timeOffset="507007">19810 16575 24536,'-12'55'700,"5"-6"-683,18 8 101,21-12 89,18-16-92,-16-25 0,2-9 39,-2-10 0,-4-6-70,-3-1 0,-4-4 148,-3-15 1,-7-2 136,-11-11-262,-12-6-107,-49 33 5,24 25 1,-3 7-34,-18 14 0,-1 12 5,21 0 1,2 6 0,3 0-18,-10 11 1,10 5-53,16 3 1,8 5 0,8-8-111,7-14 1,10-5-714,14 5 0,10 0 0,3-10 825,-2-16 0,2-8 0,-1 0 0,13 6 0,-4-3 0,-11-9 0,-1-1 0</inkml:trace>
  <inkml:trace contextRef="#ctx0" brushRef="#br0" timeOffset="507290">20843 16576 24643,'-21'6'-1888,"67"-3"944,6-2 1,5 0 0,-7-2 0,-5 1-1,10 4 1</inkml:trace>
  <inkml:trace contextRef="#ctx0" brushRef="#br0" timeOffset="507533">20775 16905 21013,'38'-8'-1135,"2"2"1,5 1 565,0-2 0,0 0 0,0 1 0,-6 2 0,-14 2 0</inkml:trace>
  <inkml:trace contextRef="#ctx0" brushRef="#br0" timeOffset="508200">21886 16670 16308,'54'-9'-2759,"0"1"1,10 4 2758,-17-2 0,6 0 0,-8 1 0,1 5 0,-33 0 0</inkml:trace>
  <inkml:trace contextRef="#ctx0" brushRef="#br0" timeOffset="508371">22065 16904 19445,'54'-9'528,"0"1"1,0 0-1,0-1 1,1 1 0,-5 0-1,12-1 1,1 0 0</inkml:trace>
  <inkml:trace contextRef="#ctx0" brushRef="#br0" timeOffset="508703">23277 16583 25450,'-50'13'166,"-1"0"0,1 0 0,0-1 0,-6 2 0,3 0 0,16 11-1040,24 15 0,14 10 1,6-8-4728,25 14 5601,12-8 0,3-11 0,-7-36 0,-19-1 0</inkml:trace>
  <inkml:trace contextRef="#ctx0" brushRef="#br0" timeOffset="509115">24440 16514 24391,'-45'33'110,"1"0"0,-1 0 1,1 0-1,0 0 1,0 0-1,2 0 0,3 0-110,-2 7 0,4 1 0,4-5 0,4-6 0,1-1 0,-15 16 0,1 1 0</inkml:trace>
  <inkml:trace contextRef="#ctx0" brushRef="#br0" timeOffset="509292">23925 16684 19328,'0'-3'145,"27"23"1,26 24-1,-6-4-145,-18-19 0,1 1 0,14 15 0,7 5 0,-12-11 0,-12-14 0</inkml:trace>
  <inkml:trace contextRef="#ctx0" brushRef="#br0" timeOffset="518986">17280 17561 23226,'-3'-33'988,"0"1"1,-3-17-950,-26 54 0,-9 15-48,1 8 1,0 7 0,8-8 1,-2 3 0,4 2-23,-1 9 0,3 3 0,6-2 16,4 2 0,10-1-283,15 3 1,14-6-1318,33-19 1,14-12 1613,-21-6 0,2-4 0,-2 0 0,17 0 0,-6-3 0,-20-5 0,-1 0 0</inkml:trace>
  <inkml:trace contextRef="#ctx0" brushRef="#br0" timeOffset="519202">17711 17768 26094,'-8'0'-1095,"3"1"1,5-2 0</inkml:trace>
  <inkml:trace contextRef="#ctx0" brushRef="#br0" timeOffset="520303">19190 17893 24486,'5'25'-2207,"-19"12"0,-12 16 1,-5 3-1,5-9 2207,2-4 0,-1 0 0,0 4 0,-4 10 0,1-5 0,4-18 0,0-20 0</inkml:trace>
  <inkml:trace contextRef="#ctx0" brushRef="#br0" timeOffset="520763">19353 17566 13065,'-10'32'4915,"1"0"0,46 8-3078,-7-27-1445,17-30-120,-54-36 0,-18-1-810,-6 36 538,-29 32 0,50 17 0,9 17 0</inkml:trace>
  <inkml:trace contextRef="#ctx0" brushRef="#br0" timeOffset="521527">20086 17857 15648,'-47'-2'4410,"0"0"1,44-2-4848,-46-4-2435,79 5 1,33-1-1,-5 2 2872,-18 0 0,-1 0 0,28-2 0,-10 1 0,-38 3 0</inkml:trace>
  <inkml:trace contextRef="#ctx0" brushRef="#br0" timeOffset="521674">19991 18066 14958,'37'-4'4560,"16"-6"-4560,3 1 0,0-1 0,6-3 0,-5 2 0</inkml:trace>
  <inkml:trace contextRef="#ctx0" brushRef="#br0" timeOffset="522404">21071 17873 14818,'-6'-8'7702,"0"2"-6918,6 6-649,56-90-1208,-19 66 1062,2-24 0,4 8 220,11 53-282,-36 30 0,-7 8 73,5-3 37,-26-1 1,-13 8-1,-5-10 582,-9-14 0,-5-6-348,0 9 1,0-3-3,6-9 0,12-13 398,33-28 146,0 10-836,33-22-5,14 16-31,-1 18 1,1 5 21,-18-5 1,-1 2 5,14 9 0,-14 10-70,-38 7 1,-17 2-114,-28 0 1,-12-4-229,13 4 0,-4-3 442,-5-13 0,-5-5 0,10-4 0,-2-4 0,0-4 0</inkml:trace>
  <inkml:trace contextRef="#ctx0" brushRef="#br0" timeOffset="522803">22072 18151 24855,'-27'52'-332,"0"0"1,1 0 0,-1 8 0,4-11 0,-3-20-1</inkml:trace>
  <inkml:trace contextRef="#ctx0" brushRef="#br0" timeOffset="524381">23175 17734 10203,'-10'0'7533,"2"1"-6300,8-1 1875,0 1-2894,-1 1-186,0 0 89,0-1 2437,1 1-2134,12-37-380,0 12-63,27-23 1,12 7-26,-8 43 0,2 7 42,7-25 1,-6 10-15,-11 50 1,-25 15 47,-46-20 0,-26-2 0,7-2 53,22 7 1,-1-6 39,-15-13 0,-8-6 1,30-12-122,51-22 3,11 2 1,12-2 0,-3 5 10,-6 9 0,3 5-82,20 2 1,7 6 0,-32 7-1498,-64 14 1,-33 9-1,16-2-6181,38 21 7261,-30-33 1,-22-1-1,-2-4 1,18-12-1,11-14 1,18-2-1</inkml:trace>
  <inkml:trace contextRef="#ctx0" brushRef="#br0" timeOffset="524748">24372 17595 17938,'-52'40'2162,"0"-1"0,-2-6 0,0 1-2145,11-4 0,-1 2 0,8 1 47,-2 10 0,21-6-58,44-19-244,18 3 0,12-4 238,-2-14 0,5-6 0,-4 1 0,-5 4 0,-2-1 0,15-5 0,-1 0 0</inkml:trace>
  <inkml:trace contextRef="#ctx0" brushRef="#br0" timeOffset="525059">24971 17597 22823,'62'-8'-574,"1"0"1,0 0-1,0 0 1,2-2-1,-4-1 1,-12 5-1,-2 10 1</inkml:trace>
  <inkml:trace contextRef="#ctx0" brushRef="#br0" timeOffset="525264">25045 17809 23797,'65'0'-85,"0"-1"0,0 1 1,-25 4-1,-1-1 0,7-8 1,1 0-1,0 0 0</inkml:trace>
  <inkml:trace contextRef="#ctx0" brushRef="#br0" timeOffset="525758">26026 17519 17621,'2'-39'125,"1"0"0,18 9 0,8 9 1115,7 12 1,4 12-1429,19 20 0,-15 16 140,-46 5 1,-9 3 89,20-7 0,-7-3 1026,-45 12 1,-12-14-582,23-26 34,-31 6 909,53-20-1419,11 0 2549,14 1-2591,26 18 0,4 7 15,-7-4-410,8 30 0,-22 5 426,-62-29 0,-30-6 0,12 4 0,31 15 0,0-2 0,-30-22 0,0 1 0,-1 0 0</inkml:trace>
  <inkml:trace contextRef="#ctx0" brushRef="#br0" timeOffset="527543">20434 18645 13110,'-1'-5'6912,"1"2"-5019,1-2-1585,-1 4 168,8 21-218,1 6 179,20 21-101,20-18 151,-1-23 667,0-48-986,-30 10 28,-18-3 0,-9 1 118,-20 4-337,0 3-27,-33 34 50,28 12 14,-1 8 0,1 9-11,18 2 0,4 1-6,-4-4 0,8-1-17,24 16 1,20-8 19,5-30 0,13-11 0,3-2 0,-8 3 0,2 15 0,-1-3 0,10-18 0,0 1 0,0-1 0</inkml:trace>
  <inkml:trace contextRef="#ctx0" brushRef="#br0" timeOffset="527939">21304 18669 13581,'-33'0'2828,"0"0"0,82-3 1,20 0-3773,-35-2 1,12 3 0,12 0-1,-8 0 1,8-1 0</inkml:trace>
  <inkml:trace contextRef="#ctx0" brushRef="#br0" timeOffset="528161">21316 18851 15676,'-3'0'7499,"22"-1"-8490,12-2 991,14-2 0,3-1 0,-6 1 0,-9 0 0,0 1 0</inkml:trace>
  <inkml:trace contextRef="#ctx0" brushRef="#br0" timeOffset="528574">22081 18645 17977,'60'-9'391,"0"0"0,0 0 0,0 3 0,-1 1 0,-3-1 0,11-1 0,-6 0 0,-17 6 0,1 0 0</inkml:trace>
  <inkml:trace contextRef="#ctx0" brushRef="#br0" timeOffset="528778">22162 18880 24587,'58'-14'0,"0"1"0,1-1 0,-13 3 0,1 0 0,-1 0 0</inkml:trace>
  <inkml:trace contextRef="#ctx0" brushRef="#br0" timeOffset="531902">23244 18739 14919,'-8'0'7685,"3"0"-7130,5-13-331,-2 17 285,0-1-453,0 30 6,14 5 128,18 0 202,24-15 157,10-25-359,-33-9 1,-3-7-93,-4-10 0,-5-3 188,-1-31 0,-25-1-214,-18 22-88,-16 15 10,-2 19-16,-10 27 36,26 1 0,1 5 8,-1 5 0,3 3-137,-1 8 1,5 3 172,8 1 1,7-1-48,6-6 1,9-3-444,19 3 1,13-7-2922,15-15 187</inkml:trace>
  <inkml:trace contextRef="#ctx0" brushRef="#br0" timeOffset="532619">24597 18634 24273,'6'-41'1030,"-4"42"-704,-12 60-340,5-20 0,1-1 98,3 20 487,30-20-442,5-35 0,8-10-129,5-8 0,6-8 0,0-1-176,3-2 1,0-3 0,1-1 219,-9 4 1,1-2 0,1-1 0,1 2-33,3-1 1,3 1 0,-3 1 0,-3 3-27,-8 2 1,-4 2 0,1 1-30,10-3 0,0 1 1,-8 9-5397,2 19 5439,-27 1 0,-3 4 0,-20-7 0</inkml:trace>
  <inkml:trace contextRef="#ctx0" brushRef="#br0" timeOffset="538137">27631 3155 11878,'1'-5'6547,"0"1"-6092,7-24-837,-6 23 276,6-11 279,-14 53-120,-4-2 1,-4 6-10,-3 2 1,-3 4 0,0 1-4,-1-1 0,0 0 1,-2 2-224,0-2 0,-1 2 1,0 1-1,1-1 206,4-3 0,0-1 0,2 1 0,0 1-26,0 5 1,-1 3-1,2 0 1,2 1 10,1 3 1,2 1 0,1 0 0,2 1-303,1 3 0,2 0 0,1 1 0,0 0 339,2-9 0,0 0 0,1 1 0,0 0 0,0 0-24,0 1 0,0 1 1,1 0-1,-1 0 1,0 1-10,0 0 0,1 1 1,-1 1-1,0-1 1,0 0-16,0 0 1,0 1 0,0-1 0,0 0 0,1 1-2,-1-2 1,1 0 0,0 0 0,0 0 0,1 0-5,0 0 0,1-1 1,0 0-1,0 1 1,1 1 42,0-6 0,0 1 1,0 1-1,1-1 1,0 0-1,-1-2-7,1 2 0,0-2 0,1-1 0,-1 1 0,0 2-3,-1-3 0,0 2 0,1 0 1,-1 1-1,-1-1 0,1-1-10,-1 8 1,1-1 0,-2 0 0,1-1 0,1-1-17,-1-4 0,0-2 0,1 0 0,-1 0 0,1 2-3,1 7 1,0 1 0,0 1 0,1 0 0,1-2 14,0-5 0,1-1 1,0-1-1,0-1 1,0 1 5,0 7 0,0-1 0,-1 1 0,0 3 6,-1-2 1,0 3 0,0 1 0,-2-1 0,-1-2 25,-1 0 0,-2-2 1,-1-1-1,0 1-28,1-8 1,-1 0-1,0 0 1,0 0-1,0-1 1,-1 13 1,0-1 0,-1 0 0,2-1-10,1-11 1,0 0 0,0-1 0,1 1-1,0-2-3,0 9 0,1-3 1,0 2-1,0 2 7,0-1 0,1 3 0,-1 1 0,0-1 0,0-3 39,-1 4 0,-1-3 1,1-1-1,-2 2-22,1-9 1,0 0 0,-1 1 0,0 1 0,0 0-13,-1 5 1,0 2 0,-1 1-1,1-2 1,1-1-12,1-6 0,1-3 1,0 1-1,1-1 1,2 3 4,0 7 1,1 2 0,1 0 0,2 0 0,0-1-18,1-6 0,2 0 0,0-2 0,1 0 0,0 1-264,0-2 0,1 1 0,0-1 0,0 0 0,-1-2 280,2 7 1,-2-2 0,0-1 0,-1 1 21,-1 0 0,0 0 0,-2 0 0,0 0-6,-2-3 0,0-1 1,-2 1-1,2-1-20,0 0 1,0-1 0,0 0-1,0 0-82,0-2 0,0 0 0,0-1 0,0 2 102,1 3 0,1 1 1,0 0-1,-1-1 5,0 8 1,0-2-1,-1 3-9,-2-8 0,1 2 0,-1 0 0,-1-2-2,0 5 0,-1-2 0,0 1 0,-1-6 1,-1 1 0,0 1 0,0-4-11,1 1 1,-1-3 0,1 3-27,-1 3 0,1 4 1,-1 1-1,0-3 26,1 5 1,0-2 0,-1 2-3,-1-4 0,-2 1 0,0 1 0,-1-1-9,-1-3 1,0-2 0,-1 2 0,0 2-15,-1 2 0,1 3 0,-1 2 0,0-2 0,1-4 13,0-7 0,0-4 0,2 1 1,0 2-174,2 2 0,0 4 0,2 0 0,1 0 0,2-5 165,5 12 0,3-5 1,0 7-5,-5-14 1,-1 6-1,0 3 1,0 0-1,0-2 1,0-6 11,2 0 0,0-5 0,0 1 1,-2 3-5,-1 9 0,-2 5 0,-1 2 0,-1-1 0,-1-2-44,-1-7 0,-2 0 1,0-2-1,0-2 0,0-3 33,1 7 0,-1-5 0,0 8-35,0-9 0,0 6 1,-1 6-1,0 1 1,-1-1-1,1-4 1,0-7-71,-1 4 1,1-6 0,-1-3 0,1 3 0,0 3 0,-1 2 0,1-2 0,-1-4 0,-2 15 0,1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5T14:52:53.02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1511 2247 15367,'10'-46'2457,"-1"1"1,1-1-1,1-11 1,-2 13-1785,-2 25-612,-5 25 180,-8 37-146,-10 0 0,-6 6-73,3-4 1,-2 3 0,-1 2-856,2-6 0,-1 2 1,-1 0-1,2-2 842,-2 6 1,1-2-1,4-1 8,3-1 0,2 0 0,8-6 2,9-2 1,10-6-12,13-5 1,8-9-133,5-10 1,4-8-688,0-6 1,5-5 0,-3-3 486,-3 0 0,-2-3 0,-2 1 0,8-2 0,-4 1 0,12-9 0</inkml:trace>
  <inkml:trace contextRef="#ctx0" brushRef="#br0" timeOffset="594">2313 2078 12433,'-5'0'9830,"1"0"-8862,-4-16-876,39 4 1,16 3-1323,4-8 1,5 0 1229,-6 7 0,4 2 0,-3 1 0,6-1 0,-7 2 0,1 2 0</inkml:trace>
  <inkml:trace contextRef="#ctx0" brushRef="#br0" timeOffset="992">2647 2024 17146,'-25'30'-1788,"0"1"0,11 17 0,4 13 0,2 2 0,0-8-1495,-5 6 0,2 0 3283,7-6 0,3 7 0,-3-2 0,-8-10 4915,-24 0 0,-2-14 524,11-8-3040,-1-33-2405,54-14 1,22-6-3272,-8 2 0,4-1 0,0 2 3144,13-5 0,-2 4 0,-5 4 0,-9 5 0,-19 6 0</inkml:trace>
  <inkml:trace contextRef="#ctx0" brushRef="#br0" timeOffset="1848">3536 2095 21545,'-39'-21'686,"0"-1"0,-6 21 0,-5 10 1,11 4-626,5 19 6,14 8 0,4 11 1,12-7-46,20-17 1,11 0-20,11 15 1,8 5 0,-4-8 1,-4-19 1,-16-1-3283,-38 18 0,-24 7 0,2-11 1912,-10-11 1,-10 1 0,-12 2 0,25-11 0,38-14 0</inkml:trace>
  <inkml:trace contextRef="#ctx0" brushRef="#br0" timeOffset="2886">1591 3159 6971,'-49'8'2457,"0"-1"1,0 0-1,-21 4 1,30-2 869,60-8-3574,1-2 0,10-2 1,10-2-1,9-1 1,8-1-1,6-1 0,5-1 1,4-1-1,3-1 1,2 1-1,1-1 0,-1 0 1,-2 1-1,-3 0 1,-4 1-1,-5 0 0,-6 2 1,-8 0 224,14 0 0,-8 0 1,-5 1-1,-3 1 1,3-1-1,5 0 1,9-2-28,-14 2 0,6-1 0,7-1 0,5 0 0,3-1 0,3-1 0,3 0 0,0 1 0,0-1 0,-2 1 0,-2-1 0,-2 2 0,-6 0 0,-4 1 0,-7 0 0,-8 2 0,-8 2 0,-9 0 0,11 0 0,-15 5 0,-2 10 0</inkml:trace>
  <inkml:trace contextRef="#ctx0" brushRef="#br0" timeOffset="10318">3783 3930 10136,'0'-4'7466,"0"1"-6701,-23-22 0,-10-4 388,0 7-770,-6-10 1,-4 5 47,-11 22-260,21 9 0,-1 4-68,-2 3 1,0 5-85,-5 17 1,5 4-17,11-12 0,5 2 0,-2 16 0,13 1 47,26-12 1,6-4 50,7 12-26,2-21 1,4-11 195,-7-18 1,-1-12 274,5-18 0,-2-6-406,-5 12 0,-1-3 62,-1-19 0,-7 1-6,-10 5-118,-5 1-72,-3 24-102,-2 46 91,0 5 16,0 35-14,1-24 0,1 0-19,2 1 0,3 0 10,6 10 1,6-2 11,-1-14 0,5-4 22,9-3 1,4-9 22,5-19 0,2-11 58,4-13 1,-1-7-54,-7 2 1,-4-3-37,-5 0 0,-5-3 42,-10 2 0,-3 2 17,0-6-9,-3 6 1,0 2-4,-3 2 7,-2 7-57,-2 16-56,0 5-56,4 30 101,2 1-9,2 3 1,4 3 2,8-3 1,3-1 5,-4-4 0,4-2 8,16 1 1,2-5 30,10-7-20,-13-13 1,1-5 48,16-21-4,-26 3 0,-2-4 32,7-19-26,-21 13 0,-5 0-3,-8-9 34,-6-14-45,-3 26-17,1 0-50,6 15-118,14 1 28,46 29 109,-27-5 1,1 3-7,7 3 1,-2 5 28,-9 11 0,-9 4-20,-8 22-6,-6-19 1,-1 0 28,-1 15-23,25-7-11,-2-29 19,25-13 1,9-11 11,-12-14 0,0-6-17,12 6 0,-8-8 53,-26-20 0,-12-1-44,-14 8-7,-16 7 1,-3 3 11,6 12-72,4 3 38,48 5-11,2 6 24,1-2 1,9-2 0,-6 1 14,20-6-17,-15 4 1,-7 0-6,-29 5 23,-6 19 10,-2 5-3310,3 27 0,1 17 0,0-9 1638,0 5 1,-1-9-1,0 8 1,-2-22 0,-5-30-1</inkml:trace>
  <inkml:trace contextRef="#ctx0" brushRef="#br0" timeOffset="11597">5955 3844 22447,'44'-27'-1540,"-2"12"0,8 3 1540,12 5 0,1 3 0,-16 0 0,-3 0 0,-2 1 0,0 0 0</inkml:trace>
  <inkml:trace contextRef="#ctx0" brushRef="#br0" timeOffset="11798">6148 3988 10741,'-7'5'9141,"2"-2"-8161,45 10-4151,17-24 1,6-5 2461,-17 16 1,0-1-1,17-14 1,-10-2-1,-28 11 1</inkml:trace>
  <inkml:trace contextRef="#ctx0" brushRef="#br0" timeOffset="12682">7790 3250 17073,'-54'-7'612,"-1"1"1,-6 3 0,2 4-370,13 7 0,2 4-190,1-2 0,4 1 54,-2 4-102,25 4 23,15-11 222,10 25 214,-6 1 1,-2 6-1791,-3 8 0,-2 1 1376,1-2 1,-2 3 186,-5 8 0,-4 8 1,4-6-143,6-5 0,3-1-823,-3 0 0,0 3 0,4-6 756,4-7 0,6-8 61,25 4-2425,22-42 0,6-10 2336,-27 9 0,0 0 0,24-10 0,-7-2 0,-29 6 0</inkml:trace>
  <inkml:trace contextRef="#ctx0" brushRef="#br0" timeOffset="14793">8364 3606 16913,'5'-43'2316,"-1"-1"0,1 64-2319,-7 12 0,-2 9-307,1 12 0,0 9 1,0-6-915,-1-8 0,1-3 92,2 7 0,1-6 0,1-12 0,4-11 0</inkml:trace>
  <inkml:trace contextRef="#ctx0" brushRef="#br0" timeOffset="15301">8840 3497 9783,'0'-4'9517,"0"0"-8722,-27-38-56,9 61-515,-11 14 0,1 9-213,16 4 0,6 5-4,-1 2 1,3 4 0,13-13 372,19-18 1,7-17 126,-1-21 1,-2-13-231,3-13 0,-9-8-90,-13-13 1,-12-1-101,-8 13 0,-6 5-14,-14-16-521,-15 22-297,7 38-1972,6 18 0,2 9 2038,11 0 1,3 1 0,-16 28 0,24-29-1</inkml:trace>
  <inkml:trace contextRef="#ctx0" brushRef="#br0" timeOffset="15532">9471 3775 16644,'5'-3'5271,"-3"35"-5255,-9 15-960,0 10 1,-2 1 0,0-3 0,3-19-1,-1-1 1</inkml:trace>
  <inkml:trace contextRef="#ctx0" brushRef="#br0" timeOffset="16413">10161 3445 14225,'0'-3'8413,"-8"-33"-8380,5 28 141,-14-5-129,10 27 27,-14 36 1,-2 10-81,12-23 0,5 0 9,5 10 1,5 5 0,7-9-8,11-11 1,8-7 19,17-1 0,4-12 53,-10-15 0,-4-9 135,18-16-79,-27-11-95,-31-15-1707,-19 20 0,-5 2 1690,7 6 0,-2 2-11,-21-8 0,1 6 11,14 10 79,-14-33-56,44 6-34,7 6 0,4-2-535,4 8 1,2 2 553,2 2 1,2 3 1958,23 0-2023,-9 19 36,-6 13 1,0 5 30,11 20-8,-18-3 0,-6 5-25,-11-1 0,-5 0-40,-4 2 1,-2 0-1398,-4 10 0,-1-1 804,-1 11 0,2-5 1,8-35-1</inkml:trace>
  <inkml:trace contextRef="#ctx0" brushRef="#br0" timeOffset="16909">11225 3887 17675,'7'-7'4868,"-2"1"-4908,0 35-453,-7-1 493,-3 14 0,-2 1 0,0-10 0,-9 18 0</inkml:trace>
  <inkml:trace contextRef="#ctx0" brushRef="#br0" timeOffset="17781">11948 3425 13284,'0'-4'4688,"7"-36"0,2-9-3215,-3 6-4183,3-5 0,-1 4 2727,-6 27 1448,-19 75-1465,9-28 0,-1 5 159,-2 9 1,-1 7 0,4 0-160,6 2 0,5 0 0,-3-3 0,-4 2 0,1-4 0,12-3 0,0 0 0</inkml:trace>
  <inkml:trace contextRef="#ctx0" brushRef="#br0" timeOffset="18103">12558 3707 17496,'14'-10'5411,"-14"24"-5411,-9 23 0,-3 5 0,-2 0 0,2-6 0,-1 0 0</inkml:trace>
  <inkml:trace contextRef="#ctx0" brushRef="#br0" timeOffset="19022">13315 3257 19960,'12'-54'578,"0"1"1,-4 9 0,7 8-565,22 12 0,5 13-53,19 31 14,-26-3 0,-6 7 25,-13 21 0,-12 4 50,-9-8 0,-9-1 68,-16 10 0,-9-7 235,8-19 0,-2-6 145,-24 5-89,56-42-384,28 10 1,12 7-32,3 7 0,-1 9 6,6 15 0,-10 12 31,-26 16 0,-14 4-26,0-15 1,-11-7-491,-21-15 1,-12-7-1,7-5 1,3-5-1,-2-13 1,0-1-1</inkml:trace>
  <inkml:trace contextRef="#ctx0" brushRef="#br0" timeOffset="19283">14193 3596 20487,'-12'53'0,"-1"-1"0,2-9 0,1-1 0</inkml:trace>
  <inkml:trace contextRef="#ctx0" brushRef="#br0" timeOffset="20129">14988 3058 12937,'14'-39'4856,"-1"0"0,-4 21-4514,2-20-211,-24 70 1,-8 21-104,2-7 0,0 3-17,4-7 0,-1 3 0,4-4-8,4 2 0,6-3 187,16 19 292,47-51-191,-6-28-148,-14-5 0,0-6-626,-13 5 0,-2-1 550,19-19-45,-7 17 17,-15 35-39,-7 20 68,-6 35-370,-13-16 0,-5 11 0,-1 1 0,3-10 0,2-6 1,0-1-1,-6 17 0,-1 1 0,1-1 0</inkml:trace>
  <inkml:trace contextRef="#ctx0" brushRef="#br0" timeOffset="20345">15823 3473 20767,'-17'34'-345,"-1"0"0,-8 25 0,11-6 0,10-24 0</inkml:trace>
  <inkml:trace contextRef="#ctx0" brushRef="#br0" timeOffset="21251">16935 2973 22015,'-27'-23'723,"-1"-1"0,-32 5-662,32 32 1,-1 11 7,-5 11 0,-1 8 0,5 4-71,10 0 0,7 4 1,0-1 2,-3 1 1,0 1 0,10-2 5,10-2 1,8-2 0,9-12 95,26-15 1,5-14-23,-14-3 0,-4-9 140,8-21 1,-15-8-21,-40-14-153,-18 24 0,-10 11-183,-8 20 1,-1 12-782,6 2 1,6 7 915,12 8 0,11 1 0,11-5 0,15-5 0</inkml:trace>
  <inkml:trace contextRef="#ctx0" brushRef="#br0" timeOffset="21520">17285 3406 21366,'-16'60'-3277,"-1"0"0,2-7 0,1-8 819,0-13 0,6-17 1,6-11-1</inkml:trace>
  <inkml:trace contextRef="#ctx0" brushRef="#br0" timeOffset="23070">17964 3089 6781,'-6'1'9668,"1"1"-5238,0-22-3920,3 9-190,-2-17 100,44-10-376,9 19 1,7 4-59,-14 1 0,0 5 181,21 15 1,-12 18-177,-40 16 1,-17 10 52,-8-2 1,-8 4-1,-3-3-33,3-6 0,-1-2 1,-4-1-1044,-5 1 0,-4-2 1,5-7 1065,-10 10 324,21-22 456,48-16-697,36-6-175,-22-1 0,7 0 1,0-1-1362,-2 0 0,1 1 0,0-2 1095,0 1 0,-1-1 0,-5 1 0,-4 1 0,-6 1 0,-7-1 0</inkml:trace>
  <inkml:trace contextRef="#ctx0" brushRef="#br0" timeOffset="24333">18980 2780 17518,'53'-13'701,"0"-1"1,0 0 0,9-1-1,-12 8-549,-20 18-85,-29 6 437,13 29-236,3-2-124,-6-3 0,2 9 0,-1-2-94,2 3 0,0 0-20,0-3 0,1 3 0,-4 2-1807,-5 5 1,-3 1 0,-3-5 1806,1-7 1,-4-1-364,-5 1 0,-5 4 0,-8-11 316,-22-10 1,-9-10-329,8-5 0,-5-3 0,2-1 345,-17 4 0,2-4 0,9-6 0,7-2 0,11-6 0</inkml:trace>
  <inkml:trace contextRef="#ctx0" brushRef="#br0" timeOffset="32677">9970 3524 8713,'-3'-5'6901,"2"1"-5171,-5-35-251,-2 21-560,-5-32-365,1 31 129,1-4-307,4 6 189,-1-4 86,2 2-304,1 4 90,1-1-219,3 11-201,0 2 61,1 29 1,0 6 21,-2 5 1,-1 7-9,-1 8 1,-1 2-51,1-5 0,0 1 5,-1 6 1,1-1 19,0-15 1,0-4-1,-3 20-45,-4-6-3243,5-24 3221,1-11 0,4-5 0,1-9 0</inkml:trace>
  <inkml:trace contextRef="#ctx0" brushRef="#br0" timeOffset="37226">8271 4505 13709,'32'-1'3691,"23"-5"-3716,-11 0 0,3 0 14,6-2 0,1 0 25,-6 0 0,-2 0-93,15-1 197,-43 6-57,-51 8 1,-21 5 72,14-3 1,-3 1-42,-4 2 0,-4 1 1,3 0 160,-1 2 1,4-1 0,10-2 1,4 0-55,-6 2 158,42-10-258,51-9-129,-10 2 0,4-1 19,12-3 1,1 0 2,-4 1 1,-2 0 21,-13 1 1,-5 2 129,5-2-101,-43 6 117,-41 1-64,3 1 0,-3 1 73,-3 0 0,1 1 120,6-1 0,4 0 246,-4 3-1886,47-9 1349,19-1 0,-6 0 0,1 1 0</inkml:trace>
  <inkml:trace contextRef="#ctx0" brushRef="#br0" timeOffset="41426">8015 4507 9251,'-9'1'6514,"1"-1"-6217,-4 1 50,13-1 12,7 4 385,24-2-273,14 1-23,17-3-264,-24 0 1,2-1-98,-4 1 1,1 0 102,9 0 1,1-1-7,-4-1 1,2-1-76,10-3 1,4 0-82,-17 1 0,1 1 0,0-1 11,21-2 0,-1 1 6,-13 2 0,-2 3 8,-2 1 0,-4 2 59,16 1-31,-17-1 0,2-1-39,-10-2 0,0 0-31,1 0 1,-1 0 10,26-2-16,-16 3 55,-2 1 57,4 0-1,5-1-77,-4-2-12,10 0 22,-15-1-33,4 0 33,10-1-22,-18 1 51,13-3-12,-24 1-34,12-1-21,-12 2-3326,25-3 3325,-32 5 45,20-4 23,-27 3 5,15-3-51,-1 1-27,-4 1 11,-3 1 3554,-16 3-3442,1-1 0,-3 1 56,5-2-51,2 0-83,1-2-152,-2 1-1752,-7 2 1,-2 1 0</inkml:trace>
  <inkml:trace contextRef="#ctx0" brushRef="#br0" timeOffset="47460">9282 4470 13917,'-14'-17'1136,"4"3"-940,13 19 214,10 2-91,15 4-50,16 1 22,20-2-104,-23-6 1,4-1-68,9 0 1,5-1-69,-12-1 0,2-1 1,-1 0-6,15 0 1,1 0-9,-14 0 0,2-1 1,-2 1 35,9 0 1,-2 0-140,6-1 1,1 0 108,-19 0 0,1 0 0,0 0 5,2 1 0,1-2 1,-3 2-29,8-1 1,-2 1 52,9 1 1,-1 0 41,-17-2 1,-2 1-65,4-2 0,1 1-22,14-2 0,1 1 0,-7-1 0,-1 2-3,-4 0 0,0 0 8,0 1 1,0 0 10,-5 0 1,-2-1 80,-1-1 0,0 0-103,14-1 0,-1-1-14,-20 1 1,-1 1 4,6-1 1,-3 1 34,3 1 27,16-3-44,-12-1-1,20-4 62,-24 5 415,-11 1-303,-17 3-4161,-20 0 3954,3 0 0,-4 0 0,7 0 0</inkml:trace>
  <inkml:trace contextRef="#ctx0" brushRef="#br0" timeOffset="50448">10072 4895 7263,'2'-3'7505,"-3"-2"-4699,-27 35-1854,-9 7-650,9-7 1,-3 5 0,0 0-124,-6 6 0,-1 2-134,5-6 0,-1 1 0,3-3-286,3-4 0,3-2 241,0 0 0,4-5 0,8-10 0,5-3 0</inkml:trace>
  <inkml:trace contextRef="#ctx0" brushRef="#br0" timeOffset="51064">9481 4975 8786,'-1'-6'9337,"0"1"-8183,-5-11-168,5 9-975,-4-10 62,8 17 139,13 9-38,19 10-107,-4-3 0,4 1 17,12 7 0,2 1-25,-6-2 0,0 1 47,8 8 1,-3 1 16,-13-5 0,0 1 20,10 9 0,-1-1-96,-15-12 1,0-1 11,10 7 0,0-4 81,3 0 51,10 3-202,-13-11-2902,0-7 2913,-10-14 0,-9 1 0,-9-4 0</inkml:trace>
  <inkml:trace contextRef="#ctx0" brushRef="#br0" timeOffset="53447">11108 2971 8886,'-43'-25'9746,"-6"43"-9441,13 1 0,-12 10 1,-6 5-1,-3 3 1,1 1-1,5-2-1117,6-4 0,3 1 1,0 0-1,0 0 0,-1 2 1,-3 1 839,3-1 1,-1 0 0,-2 2-1,-1 1 1,0 0 0,0 0-1,0-2 1,2 0 128,-4 1 1,-1 0-1,0 0 1,1 0-1,1-3 1,3-1-1,2-2-132,-7 5 0,5-4 1,0-1-1,-2 2 187,-2 0 1,-2 2 0,-1 0 0,1-1 0,1-3-149,-6 2 1,2-1 0,1-3 0,5-1-131,6-4 0,3-3 1,1 1 65,-9 5 0,-1 0 0,18-10 0,24-13 0,6 2 0</inkml:trace>
  <inkml:trace contextRef="#ctx0" brushRef="#br0" timeOffset="55844">9331 3222 6199,'4'-4'6575,"-1"1"-3904,44-41-2216,-41 33-125,13-16-61,-59 52-107,0 2 1,-1 3-110,16-12 0,-3 3 178,-7 3 1,-11 8-1,-6 4 1,0 1-1,3-3 1,9-7-630,-6 5 0,-1 0 426,5-4 1,-8 6 0,-6 3 0,1 0 0,3-2 0,9-6 55,2-2 0,6-4 0,-2 2 58,-12 9 0,-3 3 1,-2 1 48,3-3 1,-4 1 0,2 0 0,5-3-189,9-4 1,3-3 0,0 0-187,-9 4 0,-2 0 0,17-9-8348,24-13 8531,13-6 0,0-2 0,-1 1 0</inkml:trace>
  <inkml:trace contextRef="#ctx0" brushRef="#br0" timeOffset="59628">8333 5915 9850,'-9'3'8844,"2"-2"-8292,-6-27 0,5-14-303,16 9 0,2-1-229,-14-12 0,3 1-32,23 9 1,5 9-185,8 16 168,10 19 101,-14 32 36,-24 2 0,-7 4-78,-4-5 0,-6 1-7,-4-3 0,-4 1 1,0-4-48,2-7 1,0-4-45,-18 29 84,35-41 16,37-15-1517,26-14 1484,-24 3 0,5-3 0,-4 2 0,-6 0 0,-2 0 0,5-2 0,0 0 0</inkml:trace>
  <inkml:trace contextRef="#ctx0" brushRef="#br0" timeOffset="63612">11864 4136 14314,'-33'-2'1691,"-1"1"1,-9-1-6815,-6 11 5258,34-5 1711,-13 6-1650,19-7-73,-3 2 754,9-4-950,3 0 336,28-1-168,12 0 1629,-7-1 0,0 0-1718,15-1 13,0-2 1,2-2-12,-13 3 1,1 1-1,13-3 1,0 1-9,-10 1 0,-3 2-3,-4-1 0,-1 1 6,-1-1 0,1 0-6,5 1 0,1-1-3,-4 0 1,-2 0-1,19 0-1676,-10 0 0,0 0 1666,5 0 16,16-2-805,-5 3 833,-25 1-17,32 0 23,-15-3-40,8-2 17,-3 0 1487,-19 2 0,0 0-1487,7 1 1229,10-1-1228,-31 2-1,13-2 0,2 1-5,5 0-12,-4-1 0,0 1 40,-5 2-12,-3 1-10,10 0-18,-1 0 28,9-1-16,-20 0 11,2 1 16,-9 0-10,9-1-6,20-2-34,-7 1 34,3-1-12,-23 2 29,-16 0 55,-3 0 57,1 0 28,1 0-124,-1 0-218,-2 0 168,-3 0 0,0 0 0</inkml:trace>
  <inkml:trace contextRef="#ctx0" brushRef="#br0" timeOffset="66215">13339 4045 7292,'63'-1'956,"-1"-1"1,-11 2-1,1-1 1,-7 1 893,17-1-1464,-16 2 1,0 0 60,-11 1 1,0 1 179,13 1 1,3 1-119,3 0 0,1-1-431,-5 1 1,2 0 316,-6-2 0,2 0 1,-7 0-223,10 1-75,14-1 0,-1-1-59,-17-1-3,5 0 1,1 1 58,-6 1-55,0-1 0,3 0-38,-12-1 1,-2-1 8,8 2 1,0 0 35,-6-1 1,-1 0-29,5 2 1,-1-1-23,-8-1 0,0-1 73,10 2 0,-4-1-19,3 0 22,15 1-51,-3-3 40,-6-1 33,5-1-67,-23 1 22,-5 1-139,-9-1-1760,-14 1 1849,-2 0 0,1 0 0</inkml:trace>
  <inkml:trace contextRef="#ctx0" brushRef="#br0" timeOffset="68084">15274 4128 6949,'-7'-2'5814,"2"0"-3809,-40-3-106,21 2-1222,-26-3-111,36 4 28,12 2-230,8-1-173,9-1-130,5 0 91,18 1-52,-7 3 32,9 0 0,3 0-82,0 1-5,5 0 0,-2 0-1,-8-1 7,17 0-1691,-15-1 0,-2 0 1662,5 0-460,-7 0 0,-2-1 488,1 0-412,-7-1 401,15-1-33,1-3 22,0 2 2756,7-2-2728,-9 1 1203,-8 0-1259,16-4 16,-22 4 673,19-2-622,-12 0-5,9-2-40,-4 0 17,16-4-11,-24 7 11,6-2 1,-1 3-12,8-1-23,-11 1 12,9-1 28,-27 4-34,0-1 28,2 0 12,3-2 161,-2 2-122,-2-1 95,4-2-152,-9 2-21,7-3 27,0 1 17,-9 2-28,7-3-6,-1 2 12,9-1 83,18-4-111,-14 3 0,12-2 44,-23 6-5,23-3-34,-20 4 34,17-3 33,-21 3 129,21-7-77,-21 4-24,10-3-89,-25 6-11,-1 1 22,1 0-90,0 0-196,0-1 258,-12 1 0,8 0 0,-9 0 0</inkml:trace>
  <inkml:trace contextRef="#ctx0" brushRef="#br0" timeOffset="70123">15169 4573 11788,'2'-4'7299,"20"-48"-6594,-17 40 219,-4-6-582,-25 52-146,-5 8 0,-2 6-135,6-7 1,1 0-48,-1 7 0,3 0 14,6-14 0,9-1 499,28 20 11,19-42-342,21-9-112,-9-23 117,-11-2 1,7-6 0,-5 5-1775,-10 7 0,0 1 1610,8-5 0,3-3 1,-8 6-10,-5 9 319,-20 59-235,-17 3-60,1-12 0,-2 6 1,-1-4-108,0-8 1,-2 0 54,-4 8 0,-3 5 0,0-5 1341,-3-3 1,0-1-6258,-5 10 1,1-1 2948,6-17 1,3-5 0,1-2 0,13-22 0</inkml:trace>
  <inkml:trace contextRef="#ctx0" brushRef="#br0" timeOffset="446977">6001 825 27912,'-5'-34'-967,"0"0"0,2 14 462,6 49 1,1 22-638,0 10 1,0 4 1098,-2-16 0,0 0 0,-1-3 0,0 0 0,-1-5 0,0 18 0</inkml:trace>
  <inkml:trace contextRef="#ctx0" brushRef="#br0" timeOffset="447327">5975 873 17742,'1'-64'1632,"1"0"0,3 6 0,10 10-1579,16 23 0,8 10-92,12 11 0,4 12 27,-11 5 1,1 6 0,-2 5-178,0 7 1,-2 4 0,-8 5 113,-7 4 1,-6 4-1,-12-1 71,-15 1 0,-11 0 1,-6-4 8,-2-7 1,-4-3 0,-5-4-36,-10-1 0,-4-5 0,2-6-2356,2-8 1,4-7 2385,-17-4 0,36-12 0,21 4 0</inkml:trace>
  <inkml:trace contextRef="#ctx0" brushRef="#br0" timeOffset="448023">6846 801 20011,'-2'-4'4386,"1"0"-4573,-2-11 124,12 32 84,6 11 1,2 8-33,-2 6 1,0 4 11,-1-2 0,-1 3 0,-3-3 58,-5 3 1,-3-4 135,-4 15 348,-9-37-448,2-55-64,4-3 0,0-8-20,0 2 0,0-4 0,0-2-136,-2-9 1,0-2 0,1 0 159,-1 1 1,0 1 0,2 2-27,1 6 0,2 2 1,5 3-16,11-4 0,9 10 12,14 15 0,7 12-15,12 13 1,1 14-37,-1 11 0,-8 11 0,-11 14 0,-17 7 45,-27-1 0,-21-2-54,-16-17 0,-15-6 0,3-3-25,2 1 1,-2-8-714,1-10 1,-4-4-1,19-9 792,27-9 0,-2 2 0,20-1 0</inkml:trace>
  <inkml:trace contextRef="#ctx0" brushRef="#br0" timeOffset="448341">7687 664 20934,'-5'0'2717,"0"0"-2761,54-13 0,20-4 0,-40 9 0,30-7 1,0 0-1</inkml:trace>
  <inkml:trace contextRef="#ctx0" brushRef="#br0" timeOffset="448473">7692 1006 19776,'47'-14'653,"-1"0"1,1 0 0,-14 4-1,15-5 1,0 1 0,0-1-1</inkml:trace>
  <inkml:trace contextRef="#ctx0" brushRef="#br0" timeOffset="459315">9304 321 27197,'-42'-4'393,"0"0"1,-3 5-1,-1 5-1007,-2 14 0,-3 5 300,2-4 1,-4 3 0,4-3-176,-2 1 0,2-2-3,-10 3 1,10-5 224,26-13-326,17-5-1403,3-1 945,3 1 234,1 7 394,4 20 267,1 17 338,-2-4 1,0 7 0,-3-5 0,-1 3 1,0 0-109,-2 19 1,1 2-58,0-17 1,0 2 0,0-6-22,-2-8 0,6-4-235,29 8 0,14-10-3503,-1-24 1,4-6 3740,9 9 0,-1-1 0,-15-12 0,-7-2 0,-12 1 0</inkml:trace>
  <inkml:trace contextRef="#ctx0" brushRef="#br0" timeOffset="461223">21819 249 12881,'52'-8'3814,"5"2"-3489,4 1-3,-13 3 0,0 1-171,12-3-70,-18 2 0,-3 1 93,-6-3 639,-15 12 111,-33 27-588,7 10-129,-10 17-123,31-2 0,8 1-87,-10-26 0,-1 1-1251,1 17 0,0 8 1,-6-8 765,-8-16 1,-7-2-2989,-15 20 1,-7-5 3475,-14-13 0,0-9 0,30-22 0</inkml:trace>
  <inkml:trace contextRef="#ctx0" brushRef="#br0" timeOffset="465244">9791 616 13441,'-24'37'362,"0"0"1,0 0-1,-3-7 1,5 0-276,13 26 0,14-2 92,21-9-70,-6-15 0,4-4 362,34 0 554,3-40 297,-17-33-824,-15-7-139,-27 14 0,-6-1 178,-10-15-324,2 22 0,-3 3 145,-16-14-274,-8 19-129,4 18-470,-8 16-6637,7 18 6304,12-5 0,6 1 0,16-16 0</inkml:trace>
  <inkml:trace contextRef="#ctx0" brushRef="#br0" timeOffset="466820">9919 848 9974,'-24'-43'776,"0"0"1,3 2 0,4 14 1783,14 26-2443,-2 9 734,-10 40 1,-2 15-799,8-21 1,1 3 230,0 10 0,0 7 1,4-9 174,4 12 2434,21-35-2753,-11-64 0,-4-20-126,1 22 0,-2-4-1,0-19 0,-2-8 0,0 6 23,-2 16 1,0 3 16,1-23 1,-2 12-66,-2 36-16,-5 34 50,0 26 1,2 12-8,4-9 0,1 3 0,1-2-4,-1 10 0,2-3 281,3-2 0,2-24-253,0-59-28,-8-16 0,-3-14 0,1 6-5,1 8 0,0 2-54,-4-20 0,1 23 82,7 78-21,3 6 0,4 10 0,-2-5 48,-3-12 1,1-2-3,7 27 0,-4-24-40,-16-75 1,-4-24-6,2 6 0,0-3-9,-3-6 1,0 2-26,3 12 1,1 21 8,5 37-160,1 20 0,3 10 171,11 10 0,1 1 0,-9-11 0,1-1 0,7-6 0,1 1 0</inkml:trace>
  <inkml:trace contextRef="#ctx0" brushRef="#br0" timeOffset="467967">11044 805 25429,'-2'-45'-136,"0"0"0,1 4 1,-1 16-1082,-1 30 1116,0 27 0,0 20 0,1-3-60,0-10 1,1 1 102,-1 14 1,-1 5-1,1-11 882,-2-7-847,0-35-879,-1-27 1016,1-37 1,2-7-104,1 15 88,0-4 0,2-10 0,-1 16-26,1 24-112,3 3 55,-3 55 1,0 21-3,1-12 0,1 0-1699,0 8 1,0-3 1695,4 1 163,-3-28-631,-2-21 541,-7-37-79,3-4 1,0-5-12,-1 4 1,0-1 44,1-6 0,1 4-27,1 2-102,0 21-1332,4 55 905,5 12 1,-3 0 0,3-9-1</inkml:trace>
  <inkml:trace contextRef="#ctx0" brushRef="#br0" timeOffset="469005">12617 523 18124,'-42'-35'1593,"9"14"-1489,12 61-27,5 7 140,2 7 0,3 3 75,2 3 26,6-16 0,3-7 804,4-22-721,2-28-93,-6-33-101,2-10 1,0-3-133,-2 24 1,1 2-57,-1-16 1,2 19 3,3 46-60,-2 15 1,1 5 47,1 2 0,1 2-17,1 8 1,1-2 72,3 14 314,-2-29-235,-11-39-79,-3-35 0,0-10-59,2 16 1,-1-1-1,-2-24 1,1 5-71,3 21 28,-4 36-173,2 26 0,2 14-359,2 9 1,0 0 0,-2-10-1,1-3 1,5 27 0</inkml:trace>
  <inkml:trace contextRef="#ctx0" brushRef="#br0" timeOffset="469923">14088 546 15940,'-3'-36'3490,"0"-1"1,-2-10-6385,6 79 1,2 18 2668,-2-7 906,2 19 0,-2 2-664,-6-10 2251,2 5-2201,-2-35-195,2-71 209,2-14 0,1-6-45,0 15 1,1 0 1617,-3-15 0,5 20-1671,6 45 56,-2 51-92,-3 5 0,0 4 64,-1-18 0,-1 0 17,-1 6 0,0-8 196,0-21 146,-1-31-275,-6-42-87,4 21 1,0-2 10,-1-11 1,0 1-34,3 10 0,0 5-31,0-7 6,-1 48-1829,1 35 0,2 13 1868,2-15 0,0-1 0,-2 13 0,1-6 0,6-16 0</inkml:trace>
  <inkml:trace contextRef="#ctx0" brushRef="#br0" timeOffset="470817">15848 497 12168,'1'-5'9052,"0"2"-8072,-3-53-1044,0 47 243,-15 50-214,12-10 0,0 6 78,-1 13 0,-1 8 1,1-9-49,0 7 732,2 6-27,4-63-616,2-9 115,2-42 0,1-14-183,-3 25 1,1-2 78,0-13 0,0-7 1,0 11-3701,-3-3 3543,0 9 102,3 105-18,-1-16 0,0 4-39,0 6 1,0 0 16,0-5 0,0-4 213,-1 5-6375,3-61 6162,-1 8 0,1-27 0,-2 22 0</inkml:trace>
  <inkml:trace contextRef="#ctx0" brushRef="#br0" timeOffset="471741">17744 366 17057,'-11'-45'1681,"1"1"1,-1 5 0,5 10-1855,6 22 445,-9 59-197,2-5-24,-2 11 0,-1 6-53,4-15 0,1 0 12,0 10 1,2-3 233,0-11 1,5-18 819,4-28-935,0-61-1519,-2 20 1,0-5 0,0 2 1423,-1-5 0,1 2 488,1-11 0,0 13-505,-6 38 44,-8 36-67,-1 25 1,-1 10-12,3-1 1,0 0-88,0-5 0,2-6-416,8 7 520,29-65 0,-20 4 0,18-13 0</inkml:trace>
  <inkml:trace contextRef="#ctx0" brushRef="#br0" timeOffset="473355">19319 426 24667,'0'-5'4472,"-9"-55"-6771,6 46 1188,-7-25 683,5 82 47,-2 7 358,-3 10 0,1 2 125,0 2-515,2-16 0,1-19 682,7-85-238,-2 19 1,0-6 32,2-10 1,-1-5 0,0 30 2,-5 77-151,1-23 86,2 14 0,1 14 0,-1-4 3,0 3 1,0-8 453,1-12-414,0-73 19,3-17 1,1-8-107,-3 6 0,1 2 33,3-8 1,-3 27-37,-5 83-1870,-5 10 1915,3-10 0,-1-1 0,-2 5 0,3-13 0</inkml:trace>
  <inkml:trace contextRef="#ctx0" brushRef="#br0" timeOffset="489148">1184 7297 15048,'0'-3'6771,"0"0"-6098,-41-39-253,-15 37-389,18-11 0,-1 5-23,0 22 1,5 10-21,0 20 12,30-8 0,9 1-6,11-5 1,10-2-1674,23 12 0,4-3 1651,-13-9 0,-2-1 19,8 0 1,-10 0 86,-23 13 124,-51-4-135,3-19 0,-5-4-369,-15-2 0,0-4-3412,13-4 0,3-4 3714,-20-6 0,46-1 0,11 5 0</inkml:trace>
  <inkml:trace contextRef="#ctx0" brushRef="#br0" timeOffset="489449">1580 7176 19076,'1'-3'5606,"0"0"-5578,3-30 11,-3 40-28,14 18-20,-7 11 1,-2 10-2450,1 5 0,-1 9 1,1 2-1,-2-9-624,3 2 1,-2-2 2702,-1 10 1,0 5 0,-2-20 0,-3-28 0,2-4 0</inkml:trace>
  <inkml:trace contextRef="#ctx0" brushRef="#br0" timeOffset="490652">1473 7446 16891,'-4'-2'6016,"1"0"-8852,41-7 0,21-1 2763,0 6 435,-6-2 1,12-2-1,-8 2-371,-12 3 1,-4 0 580,9-1 0,-5-3-107,-8-12 661,-42-9-942,-10 14-116,-14-3 44,-13 40 3233,35 7-3295,13 11 28,22-26 1,8-6 112,26-7 22,-27-12 0,-9-5 11,-19-17-162,-11-1 150,-36-6-94,3 23-90,-17 3-22,11 36-239,30 35 1,18 12-1398,20-20 0,11-1 33,-9 0 1,1 3 0,9-13 464,13-18 1,7-13-1,-3-7 2832,-2-9 0,-5-10 319,0-11 0,-9-6-610,-20-1 0,-10-1 120,-12-21-1372,-1 24-129,-7 35-11,15 30-37,5 12 1,1 8-1136,-1-5 0,-1 3 0,0 1 1145,0-3 1,0 0 0,-1 2 9,-3 11 0,-3 1 0,-3-12 45,-9-2-6,-15-72-11,16-17 0,6-15 0,2-2-26,-2 11 1,0-2 0,3-1 0,4 0-583,7-4 0,6-3 1,3 3-1,1 5 561,2 5 1,2 5-1,7 8-30,12 5 1,7 9 0,-8 15 1157,-6 29 0,-14 13-1101,-18 2 1,-15 1-9,-16-11 0,-12-3 0,1-4 0,-1-1 0,0-7 0,0-13 0,-1-1 0</inkml:trace>
  <inkml:trace contextRef="#ctx0" brushRef="#br0" timeOffset="490954">3109 7497 24956,'63'-14'55,"0"-1"0,-47 11 0,35-7 0,0 0 0,0-1 1</inkml:trace>
  <inkml:trace contextRef="#ctx0" brushRef="#br0" timeOffset="491873">4288 7368 18420,'-21'-57'1654,"0"1"0,-4 8 1,-7 13-1392,-19 29 0,-4 16-244,11 3 1,4 10-7,6 7 0,2 8 0,13 0 46,17 0 0,11 0 28,6 7 0,11-10 302,18-29 0,4-14-148,-16-6 0,-3-7 14,5-16 0,-6-5 204,-5-19-431,-6 15-28,-9 40 8,-7 31 1,-2 20-1402,-1 2 0,1 6 1,0-1 1392,4 11 0,0 0 0,-4-16 0,0 1 0,1-11 0,7-6 0</inkml:trace>
  <inkml:trace contextRef="#ctx0" brushRef="#br0" timeOffset="492732">1530 8139 7738,'-51'11'1638,"1"-1"0,0 0 1,-1 0-1,-11 3 0,1 0 1,1-1-1341,7 0 1,2-1 0,4 0-72,-8 1 1,12-2 567,20-4-515,12-3 146,2 0 117,15-3-191,17-1-201,24-2 1,18 0-1,1-1-116,-5 1 1,1 0-1,8-1-273,-19 1 1,5 0 0,4 0-1,2 0 1,0 0 0,-1 0 0,-3 0 246,1 0 0,-1 1 1,-1-1-1,0 1 0,-1-1 1,0 1-13,9-1 1,1 0 0,-2 1 0,-2-1-1,-4 1 5,11-1 0,-5 1 0,-3 1 9,-7 1 0,-3 1 1,-7 1-7,18 4-2,-15-2 1,8 2 0,-5-1-4,-8 0 0,0-1 11,1-1 1,5-1 0,-1-1-7,-3-2 1,0-2 0,-1 0-4,8 0 1,-2-2-79,6 0 0,-1 1-1204,-10 0 1,-1 1 811,13-4 0,-2 1 1,-16 3-1,-3-1 0,28-5 1</inkml:trace>
  <inkml:trace contextRef="#ctx0" brushRef="#br0" timeOffset="494454">3967 7505 12759,'11'-48'1585,"1"0"0,-1 0 0,1-7 1,-1 3-292,-1 8 1,-2 6-1037,-4 7-303,-2 26 871,-2 57-810,0-12 1,0 5 0,0 3-17,0 5 0,0 1 0,0 1 178,-1 0 0,1 0 0,0-5 132,0 2 1,1-10-47,2-14-90,3-51-54,0-21 1,-2-11 620,0 2 0,-3-4-727,0 7 1,-1-2 0,-1 3 5,-3-5 0,-1 6-211,-4-6-44,19 79 226,2 8 1,0 9 30,1 13 1,0 8-1,-1-3-30,2 3 0,-2-3 54,-5-13 1,-1 0 0,-2-10 221,-2-7-128,-2-50-95,-4-45-49,0 18 1,-2-7-1,0 2 32,-2-9 0,-1 0-13,1 10 0,-1-2 0,0 10-21,-2-6-347,0 25 325,12 79 39,8 1 1,3 8-14,-3-11 0,1 3 0,0-2-2,1-4 1,0-1-1,0-4 144,4 12 0,-7-21 28,-9-34-126,-8-33 0,-2-25-18,3 5 0,1-7 1,-1 0-18,0-1 1,0 0-1,1 2-52,-1 0 0,1 1 1,9 25-40,9 30 101,1 56-21,-3-4 0,0 10 0,0-2 15,-4-13 1,-1-2-1,0 0 8,2 23 1,-2-7 367,-4-6-289,-1-94 0,-1-28-93,1 21 1,-1-5 2,1 4 0,-1-8 1,1 0-1,-1 7-75,-2-12 0,0 9-112,1 1 151,2 81 32,1 8 0,-1 15 0,1 4 1,-1-7-28,1 9 1,0-2 107,-1 7 1,0 2 0,-3-34 10,-1-41-70,0-24 0,3-20 0,0 0-15,0-1 0,0-2 1,0 1-63,-1-6 1,0 1-1,-1 32-296,2 31-3762,0 56 4109,2-6 0,0 8 0,0-11 0,0-8 0,0 23 0</inkml:trace>
  <inkml:trace contextRef="#ctx0" brushRef="#br0" timeOffset="495433">5977 7798 18997,'7'-50'2940,"0"0"1,4-11-2913,-4 87-265,-7 16 0,-1 14 0,2-2-4292,6 3 0,2 1 3820,-6-5 1,-2 2-1,3-10 1,9 0-1,-6-35 1</inkml:trace>
  <inkml:trace contextRef="#ctx0" brushRef="#br0" timeOffset="495943">6327 7232 9386,'-1'-10'9830,"-22"-8"-6733,-10 50-3050,8-7 1,3 6 86,16 18 1,12 3 293,5-12 1,8-5-88,8-4 1,3-17 240,-1-36 1,-8-16-426,-19-25-70,-11 10 0,-7 1-87,-17 2-1115,-28 29-8716,35 57 7373,-7-9 0,26 10 1,7-31-1</inkml:trace>
  <inkml:trace contextRef="#ctx0" brushRef="#br0" timeOffset="496283">6882 7553 21489,'-27'-4'2997,"8"1"-3501,43-4 0,19-1-1353,8 1 0,5 0 1857,-2 1 0,4-1 0,-4 2 0,2-1 0,-5 2 0,-12 3 0,0 1 0</inkml:trace>
  <inkml:trace contextRef="#ctx0" brushRef="#br0" timeOffset="496662">6966 7760 16023,'-60'21'2384,"0"1"0,7-4 0,14-3-2081,28-9 246,26 3-328,26-3 0,12-4-129,9 1 1,2-3-41,-17 0 0,1-1 1,-3-2 3,13-2 0,-8-2 549,-3-9-476,-29 9-129,-2 1 0,-15 6 0,3-1 0</inkml:trace>
  <inkml:trace contextRef="#ctx0" brushRef="#br0" timeOffset="503438">7951 7875 15199,'13'-60'1691,"-1"0"1,1 0 0,-3 14-1,-1 2 1,-2 5-967,-3 2 0,-2 8-478,-2 15-426,0 3 240,-4 54-64,0-12 1,1 5-7,-3 28 1,2 3 24,1-14 1,1-1-11,1 0 0,2-6 397,5-4-139,6-59-169,-1-31-1155,-3-6 0,0-13 1,0 8 1087,-2 13 0,0 1-283,1-16 1,0-6 0,-1 18 388,-3 25-285,1 11 106,-4 56-249,-1 15 0,-1 7-1315,2-12 0,-1 1 1609,0-9 0,0 2 0,0-7 0,0 12 0,1-23 0</inkml:trace>
  <inkml:trace contextRef="#ctx0" brushRef="#br0" timeOffset="504284">9046 8025 21679,'-2'43'118,"0"-1"1,-6 6-1,-4 3 1,3-10-1,-1-5 1,-4 5-1,1-1 1</inkml:trace>
  <inkml:trace contextRef="#ctx0" brushRef="#br0" timeOffset="511895">10367 7540 17613,'2'-46'2086,"0"1"1,0 0 0,1-6-1,-1 7-1453,-3-1-711,1 38-34,0 13 145,6 52-52,-6-10 1,-1 9-1,1-4 13,1 4 1,0-2 5,-1-6 0,-2 3 0,0-12 308,-1-8-146,3-36-114,8-30 0,4-12-12,-3-2 0,0-4-3,-1 7 1,1-2 0,-1 3 97,-2-9 1,-3 7-14,-6 1-247,-3 25 84,-7 46-2074,4 20 1,2 7 1121,0-11 0,0 3 618,2 7 1,1 6 0,0-10 0,2 3 0,2 7 0</inkml:trace>
  <inkml:trace contextRef="#ctx0" brushRef="#br0" timeOffset="512215">11235 7251 19249,'0'-10'4072,"0"3"-3621,-42 33 0,-17 22-227,26-15 0,0 2-185,-13 4 0,-6 4 0,17 1-95,25 7 0,14-3-291,14 2-194,19-26 1,9-10 540,2-16 0,-3-6 0,3 4 0,6-6 0</inkml:trace>
  <inkml:trace contextRef="#ctx0" brushRef="#br0" timeOffset="514646">12002 7198 14773,'-43'-3'2457,"-1"0"1,1 0-1,-13-1 1,14 1-1931,30 1-286,50-9-152,9 2 1,6 1-65,-3 1 1,3 6-28,-6 7 0,2 5 0,-11 9 58,-10 23 0,-14 14-69,-8-9 1,-4 7-1,-3 2 1,-1-6-11,-3-6 1,-2-4 0,1 3-1179,1 8 1,0 6 0,3-4 0,5-15 1200,12-9 0,6 29 0,-11-56 0</inkml:trace>
  <inkml:trace contextRef="#ctx0" brushRef="#br0" timeOffset="514864">11966 7609 16392,'-5'-2'8284,"1"1"-7909,18-29-425,16 17-1806,6-3 0,9-4 1,-3 5 1146,-5 7 0,-1 2 1,22-6-1,-8 3 1,-28 6-1</inkml:trace>
  <inkml:trace contextRef="#ctx0" brushRef="#br0" timeOffset="535784">2590 9947 12332,'4'-33'4505,"1"0"1,-3-16-3422,-4-10 0,-3-1-496,-11-3-440,2 25 1,-7 4-62,-10 13 0,-3 6-65,-15 0 3,5 19 1,0 10-26,14 14 0,4 8-2,3-1 0,0 6 0,3 2-1129,2 11 0,3 2 1,3-1 1094,5-9 1,3-2 0,5-1-16,8 21 1,15-16 52,24-42 1,7-15 14,-14 3 0,0-8 82,6-18 0,2-10 0,-9 2-27,-13 10 1,-5-2 159,16-23 1,-6 2 597,-13 11 2853,-4 7-3610,-18 40-73,-13 31-37,2 2 1,0 5-477,1 10 1,4 2-4404,9 7 1,5-3 4881,1-14 1,3-5-1,17 13 1,-13-43-1</inkml:trace>
  <inkml:trace contextRef="#ctx0" brushRef="#br0" timeOffset="535950">3065 10108 25634,'-18'-18'0,"3"4"0</inkml:trace>
  <inkml:trace contextRef="#ctx0" brushRef="#br0" timeOffset="537954">6092 9724 14734,'-1'-41'4915,"1"0"0,10 12-2456,-6 79-2501,3-13 0,-7 7-430,-16 3 0,-12 11 1,-7 4-1,2-3 0,9-11 1,5-2-1,-1-2 0,-16 8 1,0 0-1,1 0 0,-1 0 1</inkml:trace>
  <inkml:trace contextRef="#ctx0" brushRef="#br0" timeOffset="538166">6207 9141 17372,'-19'-58'2137,"13"47"0,-31 36 0,28 19 0</inkml:trace>
  <inkml:trace contextRef="#ctx0" brushRef="#br0" timeOffset="539100">6657 9612 14107,'-5'0'8340,"1"0"-7214,-48 4-700,52-9-1037,-4-9-2335,44 0 0,18 2 2946,-13-1 0,-1 1 0,-1 2 0,-7 2 0,-10 4 0</inkml:trace>
  <inkml:trace contextRef="#ctx0" brushRef="#br0" timeOffset="539345">6648 9842 23875,'51'-14'-868,"1"1"0,-18 4 0,2 0 59,8-1 0,4-1 1,-10 3-1,-2 0 1,0 1-1,1-1 0</inkml:trace>
  <inkml:trace contextRef="#ctx0" brushRef="#br0" timeOffset="539892">7590 9466 16611,'0'-6'7556,"0"2"-6066,-6-22-1429,1 20-38,-10-17 66,-31 58-66,5 9-15,7-4 1,4 4-15,11-8 0,8 1-47,7 0 0,10-2-65,33 14 121,-8-34 0,4-6 78,0-7 0,0-8 179,2-15 1,-5-6-160,2-6 81,-18-8 0,-8-1-36,-16 5-141,1 5 1,-3 0-3378,-23-13 3372,6 16 0,2 6 0,15 19 0</inkml:trace>
  <inkml:trace contextRef="#ctx0" brushRef="#br0" timeOffset="541874">8776 9802 24002,'44'-35'-35,"-40"47"0,-14 33 0,-21 12 0</inkml:trace>
  <inkml:trace contextRef="#ctx0" brushRef="#br0" timeOffset="544740">8815 9857 14992,'1'-7'9130,"-8"-16"-8917,5 18-62,-2-12 45,17 30-73,-2 10-832,-29 24 0,-7 3 1,14-11-1,-18 0 1,1 1-1</inkml:trace>
  <inkml:trace contextRef="#ctx0" brushRef="#br0" timeOffset="546884">10414 9442 14751,'3'-10'9175,"-50"-7"-9097,19 35-50,-33-11-6,55 40 1,18 23-1,5-13 34,18-10 313,3-19 1,10 0 0,-16-22 11,-30-57 0,-13-17-866,14 31 1,-5 1-1,-30-16 1,-9 20-1,14 52 1,0 0-1</inkml:trace>
  <inkml:trace contextRef="#ctx0" brushRef="#br0" timeOffset="547982">11225 9436 10186,'10'-7'9830,"-2"1"-5741,13-31-3395,-16 28-257,-15-19-386,-37 48-33,11-1 1,-6 4 0,2 0-22,0 3 0,1 1-17,-10 10 1,10 1-9,24 3 56,28-10-28,37-4-84,-14-16 0,5-3 84,5-2 0,4-2 0,-5 0 0,-7 1 0,-3-2 0,11-1 0,-1-1 0</inkml:trace>
  <inkml:trace contextRef="#ctx0" brushRef="#br0" timeOffset="548751">11839 9463 22671,'1'-58'1182,"0"1"0,0 8 0,0 12-986,-1 26-247,0 17 79,0 0 62,-3 56-57,1-31 1,-2 3-20,-1 27 0,0 3-23,0-12 1,0 0-468,1-1 0,0-2-203,3-13 1,1-4 0,1 3 0,0-19-1</inkml:trace>
  <inkml:trace contextRef="#ctx0" brushRef="#br0" timeOffset="618000">10826 1413 16886,'46'-3'-568,"0"-1"1,3 0-1,-1-1-289,-2-1 1,-2-1 681,-8 2 1,-4 1-59,1-2 184,-54 7 679,-43 5-149,16 0 1,-2 0-269,-2 1 1,2 1-254,11-2 0,4 0-307,-5 1 644,37-5-51,25-1-145,33-8-93,-19 3 1,2-1-32,5-1 1,-1-1-90,22-2 257,-28 4 657,-69 20-253,-23-1-152,7-2 1,-2 1 176,7-3 0,3-1 26,-13 1-561,24-4 325,45-6-207,37-7-404,3-3 1,4-2-4670,-7 2 1,-2 0 3997,2-2 0,-7 1 0,-9 4 0,-30 5 0</inkml:trace>
  <inkml:trace contextRef="#ctx0" brushRef="#br0" timeOffset="634344">10567 1013 21131,'9'-64'594,"0"28"0,4 1-1013,22-13 160,-13 20 1,3 1 143,7-3 1,4 2 12,5 4 0,1 4-29,-4 3 1,1 4-47,23 8 1,-2 7-785,-5 11 791,-16 0 1,-7 7 74,-21 32 159,-19-15 1,-7 3-32,2 2 1,-7 2 9,-5-6 1,-7 3-1,-3-1 1,3-4 3,-7 5 1,-2 0-861,6-7 0,-5 4 0,0-2 0,7-8 819,-13 7-169,15-6 0,12-3 309,25-19-84,1 9 10,6-15 35,2-1-74,-1-3-706,17-8 0,17-9 0,12-6 0,4-2 0,-5 1 0,-11 6 673,10-5 0,0 0 0,-12 6 0,10-5 0,4-2 0,-2 1 0,-8 4 0,-15 6 0,0-1 0</inkml:trace>
  <inkml:trace contextRef="#ctx0" brushRef="#br0" timeOffset="639310">2163 11603 17496,'2'-50'1489,"0"1"1,0-1 0,0-8 0,1 9-1198,2 7 27,5 63-238,-6 10 0,-1 7-48,0 21 1,-1 7-141,-4-17 1,-2 2 0,-1 0 113,-1-1 1,-1 0-1,-1-3 55,-6 11 0,-2-5 202,2-16 0,-1-5 235,-7-4-191,6-33-218,11-31-40,21-19-31,-2 24 1,6 3 71,7 4 1,4 7-92,5 9 0,0 10-14,1 8 0,-3 8-14,-4 6 0,-5 6 22,-6 1 1,-9 4 16,-11 0 0,-10 0 6,-11 5 0,-7-3-28,-8-2 0,-3-3-662,1-6 1,0-6 672,-15-15 0,29-8 0,19-15 0</inkml:trace>
  <inkml:trace contextRef="#ctx0" brushRef="#br0" timeOffset="639544">2984 11804 23007,'-4'0'3047,"1"0"-5573,3 0 2526,-45 8 0,34-7 0,-34 7 0</inkml:trace>
  <inkml:trace contextRef="#ctx0" brushRef="#br0" timeOffset="641373">6080 11699 16969,'-1'-53'3946,"1"1"0,5 35-3935,-1-29 0,-1 13-123,-1 58 0,-1 34 0,-2 11 0,-1-12-232,-2-8 0,-5 2-223,-1 1 1,-5 11 0,-2 4 0,0-7 0,2-15 0,-1-14 0,-2-5 0,-14 17 0,1 0 0</inkml:trace>
  <inkml:trace contextRef="#ctx0" brushRef="#br0" timeOffset="642100">6378 10987 11066,'-8'-24'9830,"-2"32"-7663,-11 36-1388,26 1-398,-6 13 840,46-99-1109,-31 18-11,4-9 0,-9-1 347,-31 3-493,13 16 45,-45 15 0,43 4 0,-21 18 0</inkml:trace>
  <inkml:trace contextRef="#ctx0" brushRef="#br0" timeOffset="642850">6910 11421 23455,'25'-11'-2061,"35"-1"-1619,-3 3 0,3 2 3680,-12 4 0,-4 1 0,15 0 0,-46 7 0</inkml:trace>
  <inkml:trace contextRef="#ctx0" brushRef="#br0" timeOffset="643057">6900 11664 23231,'58'0'-1860,"-15"-3"1,6-3 1050,-7-3 0,3-2 1,-3 1-1,7 0 1,-5 0-1,4 0 1</inkml:trace>
  <inkml:trace contextRef="#ctx0" brushRef="#br0" timeOffset="643564">7900 11350 23937,'6'-58'1079,"1"0"0,-1 13 0,-2 10-1168,-2 15 103,2 50 0,-1 19-31,-1 16 3,2-16 0,-2 4-2873,-5-7 1,-2 3 0,0-6 2886,1-7 0,-1-1 0,-2 18 0,0-5 0,3-14 0</inkml:trace>
  <inkml:trace contextRef="#ctx0" brushRef="#br0" timeOffset="644818">9118 11628 24385,'10'32'454,"-8"4"-1087,-8 5 0,-5 5-4283,-6-2 1,-2-3 2948,4-10 1,-1-2 0,-12 16 0,22-37 0</inkml:trace>
  <inkml:trace contextRef="#ctx0" brushRef="#br0" timeOffset="645286">10274 11409 21394,'-1'-43'4548,"-12"41"-8409,-5 49 1,4 24 3860,7-27 0,0 2 0,2-6 0,-5 21 0,13-5 0</inkml:trace>
  <inkml:trace contextRef="#ctx0" brushRef="#br0" timeOffset="645683">11199 11148 23192,'-50'18'270,"-1"0"1,1 0 0,4 2 0,-1 4-1,1 1 1,5 0-268,-14 12 0,11 6-5,14-3 0,6 3 0,20-6-575,46-11 0,29-9 1,-3-2-2701,-23 2 0,-2-1 0,3-3 2203,2-3 1,6-1 0,-3-3-1,-10-2 1,9-6 0,-41 1 0</inkml:trace>
  <inkml:trace contextRef="#ctx0" brushRef="#br0" timeOffset="646152">11841 11102 18252,'-12'22'8301,"-1"20"-11200,7 0 0,1 9 1,2-3 2898,0 3 0,2-4 0,0-10 0,1-5 0,6-9 0</inkml:trace>
  <inkml:trace contextRef="#ctx0" brushRef="#br0" timeOffset="646871">12896 11144 24144,'-32'40'129,"-1"-1"0,10-14 0,-1 3-129,-5 13 0,-5 11 0,2-1 0,5-10 0,-6 9 0,3-6 0,-1-1 0,0 1 0</inkml:trace>
  <inkml:trace contextRef="#ctx0" brushRef="#br0" timeOffset="647098">12391 11224 24323,'36'6'183,"0"-1"1,5 10-1,4 5 1,2 4-699,3 7 0,3 6 1,-1 0-1,-3-2 1,-2 0-1,-3-3 1,0-2-1,-1-8 1,-1 0-1,1 1 1</inkml:trace>
  <inkml:trace contextRef="#ctx0" brushRef="#br0" timeOffset="648707">1219 13381 22688,'-50'-28'255,"0"0"1,-5 10 0,-1 13-278,6 20 0,7 15-96,6 17 0,20 8 3,45-3 1,16 0 60,-14-4 1,6-4 27,9-19 0,8-5 0,-7-2-13,9 12-3180,-59 27 3231,2-23-733,-35-5 0,-23 2 1,8-8 720,-4-4 0,5-8 0,-9 0 0,16-5 0,21-6 0,-16-11 0</inkml:trace>
  <inkml:trace contextRef="#ctx0" brushRef="#br0" timeOffset="648983">1781 13351 20565,'0'-4'4380,"-15"30"-4713,11 21 1,3 16 0,-1-2-4183,-6 0 1,1 2 4514,4 3 0,2 4 0,1-11 0,0 0 0,0-41 0</inkml:trace>
  <inkml:trace contextRef="#ctx0" brushRef="#br0" timeOffset="650714">1630 13759 21573,'32'-18'-224,"1"0"0,16-1 0,8 2 0,-4 2 95,-3 6 1,0-2 353,9-3 1,5-5 0,-24-1 1684,-33-6-1394,-3 6-290,-30 32 1,-6 14-249,11 13-172,35-6 1,15-7 213,10-27 0,6-11 223,5 5 1,-6-11 470,-12-33 0,-23-4-190,-35 29 0,-10 4-519,11-10 1,-1 10 2,-19 33 1,6 18-21,21 0 1,16 6-2447,26 0 0,22 6 1,6-3-1,-8-8-2458,-4-5 1,3-9 7372,12-8 1,11-3-1,-1-7 1,-16-7-496,-20-10 1,-8-7-1815,6-24 0,-13 14-137,-16 36 1,2 4 10,0 1 605,2 9-576,-2-10 10,-3-17-55,3 4 2123,-5-14-2173,5 24 3136,0 14-3085,-3 23 1,-1 22 0,-1 12 0,0-1 0,2-12 267,2-10 0,0-7 1,1 8-274,-2 14 0,-1 17 1,1 0-1,3-16 0,3-31-377,3-30 355,5-28 1,3-31-1,3-19 1,0-7-1,-2 4 1,-3 17 13,-4 7 0,-2 6 1,6-5-3,5 3 1,7-13 0,4-6 0,2 2 0,-2 11 0,-5 17-1,-8 25-9,0 41 0,-8 28 1,-14-5 16,-24-22 0,-16-6 0,5 6 0,18 17 0,6 7 0,-11-13 0,-25-34 0,1-1 0,0 0 0,0 1 0</inkml:trace>
  <inkml:trace contextRef="#ctx0" brushRef="#br0" timeOffset="651123">3446 13641 23103,'-26'12'1058,"41"-7"-7401,48-17 6343,-26 5 0,0 0 0,20-5 0,-33 6 0</inkml:trace>
  <inkml:trace contextRef="#ctx0" brushRef="#br0" timeOffset="651622">4004 13424 20240,'-4'0'4671,"-4"-41"-4620,15 24 2,5-12 0,6-1-25,20 13 0,8 7-2182,9 3 1,1 2 2136,-8-4 0,-5 11-67,0 34 0,-18 15 480,-38-6 0,-15 4-351,3 4 0,-4 4 0,-3-4 93,-3-6 0,-5-4 0,2-3-73,-10 7 0,5-5 265,3 6 12,95-57-830,-4-4 1,8-3 487,-13 3 0,5 0 0,1-1 0,-6 1 0,16-6 0,-4 3 0,-1 1 0,1 1 0</inkml:trace>
  <inkml:trace contextRef="#ctx0" brushRef="#br0" timeOffset="652222">6435 13605 25130,'13'8'106,"-15"49"-1688,2-10 1,0 8 0,-1-1 1581,-3 10 0,-1-6 0,2-17 0,0-8 0,5-14 0</inkml:trace>
  <inkml:trace contextRef="#ctx0" brushRef="#br0" timeOffset="652650">6841 13214 12769,'0'-8'9813,"1"1"-8447,-6-54-1243,-11 63-100,-6-31-23,-1 76-73,18-2 0,8 2 17,18 7 137,-2-19 1,5-5 237,14-19 941,-10-52-974,-27 7-191,-5-18 73,-27 15-773,17 28-243,-21 23 0,26-5 0,-4 23 0</inkml:trace>
  <inkml:trace contextRef="#ctx0" brushRef="#br0" timeOffset="652950">7274 13505 21147,'-6'1'3675,"0"-1"-3177,6 0-1640,49-21-2079,-12 13 0,6 1 3221,4-1 0,6-2 0,-5 2 0,-3 2 0,-3 2 0,-1 2 0,0 1 0</inkml:trace>
  <inkml:trace contextRef="#ctx0" brushRef="#br0" timeOffset="653167">7300 13854 22632,'-6'0'2201,"2"1"-2184,31-17 0,20-7-331,-2 4 0,6 0-2263,-2-1 1,4-3 0,-3 2 2576,12-1 0,-7 4 0,1 1 0,-44 13 0</inkml:trace>
  <inkml:trace contextRef="#ctx0" brushRef="#br0" timeOffset="653869">8523 13477 20328,'-14'-61'734,"29"3"-729,21 33 1,16 5 0,-1 5-1022,5 3 0,-1 14 969,-2 14 1,1 10-1,-20 9 503,-33 9 0,-20 7 0,-4 2-451,1-4 1,-4 3 0,-3 0 0,-2-3 300,-2-6 0,-5-1 0,3-3 1,6-2-123,-5 14 1,23-11 170,50-25 1,30-13 0,0-4-870,-10 0 1,1-5 0,5-1 513,-8 0 0,7-1 0,1-1 0,-4 0 0,-9 2 0,9-1 0,-8 1 0,-8-1 0,-1 1 0</inkml:trace>
  <inkml:trace contextRef="#ctx0" brushRef="#br0" timeOffset="655416">11565 13416 13357,'-6'-1'7869,"2"-1"-5063,6 2-2050,4-6-4655,3-5 3995,1-2 524,6-14 1,5-5-577,16-1 1,5 1-48,-9-2 1,4 3 4,17 4 1,-3 18-14,-6 46 36,-31 8 0,-11 7-19,-10 0 0,-11 1 1018,-5-5 0,-7 1 0,-2-4-999,-12 4 0,-2-6 28,-4 0 0,4-5-11,13-18 0,12-2 233,22-1-174,31-18-111,8-4 1,12-3 0,4-1-2449,-1-1 0,5-1 1,0 0-1,-4 0 1229,1 0 0,-3 1 0,0 0 0,12-2 1,1-1-1,-24 5 0,-33 5 0</inkml:trace>
  <inkml:trace contextRef="#ctx0" brushRef="#br0" timeOffset="656001">13170 13173 16986,'2'-6'8009,"-1"1"-7773,6-48-197,-19 58 14,-37 18 0,-10 13-44,26-9 1,2 3 0,1 5 15,-1 5 0,-3 6 0,6-1 1,14-5-12,14-3 0,15-6-199,15-8 0,13-4 0,4-6-863,8-6 1,5-6-1,0-2 624,1-1 0,0-2 0,-5 1 0,1 1 0,-7-1 0,-16-2 0,0 0 0</inkml:trace>
  <inkml:trace contextRef="#ctx0" brushRef="#br0" timeOffset="656418">14019 13013 18324,'-3'0'7658,"10"-25"-7507,7 17-34,25-10-77,-11 23-18,9 12 0,8 13 1,-11 7-109,-23 6 1,-11 8 0,-2 3-1,8-4-1395,18 6 1,7-3-1,-10 3 996,-17-5 1,-8 5-1,-2-3 1,1-12-1,0 8 1,13-32-1</inkml:trace>
  <inkml:trace contextRef="#ctx0" brushRef="#br0" timeOffset="656742">14022 13383 11323,'10'-28'4915,"16"10"0,11 4-3285,23-2 0,7 2-1703,-21 5 0,1 1 1,-2 0-2704,9 1 1,-5 1 2775,11-1 0,-42 6 0,-8 0 0</inkml:trace>
  <inkml:trace contextRef="#ctx0" brushRef="#br0" timeOffset="657400">10369 13933 23086,'-3'45'-199,"0"-1"0,0 0 0,11 2 0,-5-8 0,-36 1 0</inkml:trace>
  <inkml:trace contextRef="#ctx0" brushRef="#br0" timeOffset="662462">2880 15382 20196,'-43'-27'655,"-1"1"0,1 3 1,0 10-606,7 18 1,1 8-43,-8 6 0,1 7-22,-2 8 0,4 7 6,4 7 0,10 3-40,13-3 0,10-2 22,9-4 1,8-5 25,21 7 165,12-43 1,3-16-48,-16-4 0,-1-6-14,1 0 1,3-3-1,-6-1 50,-2-6 0,-6-1 319,-4 1 1,-5 4-273,-2 4-167,-7 7-57,-3 29 74,7 38-57,0 6-42,0-4 1,2 1-1135,-3-12 0,2-2 503,1 0 1,0-5 0,2 3-1,-3-20 1</inkml:trace>
  <inkml:trace contextRef="#ctx0" brushRef="#br0" timeOffset="662639">3319 15730 24032,'-14'-12'-1540,"4"1"0,8 14 0</inkml:trace>
  <inkml:trace contextRef="#ctx0" brushRef="#br0" timeOffset="663861">5900 15379 18823,'-15'30'5517,"4"19"-5747,-1 0 1,-3 9-1,0-2-582,2 1 0,-1 0 812,-4-2 0,-2 3 0,2-11 0,-3 1 0,-6-16 0</inkml:trace>
  <inkml:trace contextRef="#ctx0" brushRef="#br0" timeOffset="664633">6048 14944 9946,'-16'-1'9830,"-6"58"-6475,28-26-2112,12 9-924,20-43 174,-7-49 45,-37 13-460,-2 4-122,-32 18-63,16 24-1327,-15 17-8397,32 4 7373,4-6 0,6-7 1,-3-16-1</inkml:trace>
  <inkml:trace contextRef="#ctx0" brushRef="#br0" timeOffset="665088">6563 15341 22554,'-42'9'-835,"72"-17"0,22-3-3202,-12 5 1,3 1 1789,7-3 1,4-1 0,-9 5 1663,6 13 1,-33 0-1,-14 0 1</inkml:trace>
  <inkml:trace contextRef="#ctx0" brushRef="#br0" timeOffset="665326">6625 15600 20246,'-41'16'1282,"0"-1"1,1 0 0,17-5-3359,52-16 1,32-11 0,-3 2 1024,-8 1 1,2 0-903,-3 0 0,8-1 0,0 0 0,-8 2 1953,4-2 0,-11 3 0,3-1 0,-35 10 0</inkml:trace>
  <inkml:trace contextRef="#ctx0" brushRef="#br0" timeOffset="665762">7443 15329 24133,'-10'-17'666,"-34"34"-626,13 33-77,15-13 1,5 2-99,19 20 74,21-21-68,8-32 0,4-11 232,-1-14 1,0-5-65,-4 12 1,0-2 114,5-17 0,-13-7 442,-31 4 1,-14 2-2206,-16 4 0,-5 2 1505,9-4 1,-2 4-93,-12 13 0,2 9 196,3 8 0,25-2 0,-9 3 0</inkml:trace>
  <inkml:trace contextRef="#ctx0" brushRef="#br0" timeOffset="666615">8313 15616 22285,'-21'53'-341,"0"1"0,1 6 0,-8-8 1,1-5-1,13-22 0</inkml:trace>
  <inkml:trace contextRef="#ctx0" brushRef="#br0" timeOffset="668684">9826 15156 22083,'-60'22'977,"29"-4"1,9 8-1012,17 18 0,13 10 1,8-8 22,16-7 0,10-8 52,-5-3 0,4-2 0,1-13 85,17-22 0,-6-18 50,-19-1 1,-8-3-93,0-10 252,-22-7 0,-7 0-224,-3 16 33,-7-16 1,-7 1-129,-22 20-56,5-1-224,-7 16-841,17 25-2318,1 4 3422,4 8 0,9-12 0,9-5 0</inkml:trace>
  <inkml:trace contextRef="#ctx0" brushRef="#br0" timeOffset="669258">11014 15051 15715,'10'0'8166,"-3"0"-7976,-56-4-150,14 15-63,-18 6 1,-3 6 33,22 2 0,3 3-11,-6 5 0,4 1-5,3 17 100,43-7-34,23-8-89,0-15 0,7-5 28,3-9 0,4-3 0,-4 0 0,-8 2 0,-1-1 0,13-6 0,0 0 0</inkml:trace>
  <inkml:trace contextRef="#ctx0" brushRef="#br0" timeOffset="670492">11541 15079 20336,'0'6'1735,"1"-1"-871,-2-4 978,1 0-1344,0-10-279,6-16-235,4 0-46,26-12 17,4 28 0,5 7 31,-10 0 0,1 5-23,20 10 1,-14 15 15,-44 13 1,-18 10-1,3-4 27,15-9 0,-4 0 1,-17 1 0,-11 6 0,-2-4 0,7-11 15,-7-4-11,-17 11-89,42-30-29,16-6 185,23-1 1,11-2-76,-2-3 0,6-1-16,12-2 0,8-1 0,1-1 13,-10 0 0,1-1 0,0 0 0,-5 1 0,-3 0 0,-2 0 0,-2 1 0,1 0 0,0 1 0,-1-1 0</inkml:trace>
  <inkml:trace contextRef="#ctx0" brushRef="#br0" timeOffset="732100">2578 16860 10265,'-4'-3'9830,"0"0"-8153,-8-28 1,0-10-715,1 8-745,-4-9 1,1 3 72,7 21-487,4 13-11,2 10 369,12 45-137,-8-14 1,0 4-29,3 17 0,-1 4-9,-5-17 1,-2 2 0,-1-2-1649,-1 9 1,-2-4 1684,0-9 1,0-5 501,-5-1-331,3-33 50,-5-45-235,5 21-39,32-28 0,14 2 0,6 29 17,-2-10 0,3 8-107,-5 34 1,-7 12 3469,-11 6-3416,-7 11 0,-12 5 92,-39 0 0,-13-4-84,13-7 0,-3-5 56,-17-5 0,3-12 0,20-14 0,11-18 0</inkml:trace>
  <inkml:trace contextRef="#ctx0" brushRef="#br0" timeOffset="732401">3077 17187 26575,'5'-36'-2259,"-3"6"0,0 31 0</inkml:trace>
  <inkml:trace contextRef="#ctx0" brushRef="#br0" timeOffset="733314">2690 17938 20576,'-55'23'458,"1"-1"0,-1 1 0,-6 0 0,11 8-501,25 14 0,9 10 0,11-7 26,13-13 1,10-4-38,16 4 1,9-10-558,9-24 1,3-11 610,6-4 0,-3-2 0,-20 5 0,-5-1 0,18-10 0</inkml:trace>
  <inkml:trace contextRef="#ctx0" brushRef="#br0" timeOffset="733643">3366 18131 27068,'-16'-16'12,"0"8"1,14 8 0,-1 4-1</inkml:trace>
  <inkml:trace contextRef="#ctx0" brushRef="#br0" timeOffset="735961">14549 6950 21539,'-11'-33'651,"2"14"-631,13 47 1,6 30-1,-1-5-20,-4-14 0,0 2 2,3 12 0,1 8 0,-2 5-4,-5-13 1,-3 4 0,0 2 0,-1-2 0,0-6-490,1 1 0,1-4 0,-2 6 497,1 2 1,-1 8-1,-1 5 1,1 1-1,0-3 1,-1-8-6,1-5 0,0-6 1,0 1-1,-1 4 10,0 3 0,0 4 1,0 4-1,-1 1 0,1 0 1,0-1-12,0-7 0,1 0 0,-1 1 0,1-1 0,0 1 0,0-2 0,-1 0-156,1 2 1,-1-1 0,0 0 0,0-1 0,1 2 0,0 1 159,0-2 1,1 4 0,0 1 0,-1-1 0,2-2 0,-1-3 0,1-5-9,0 16 0,0-7 1,1 4 5,1-2 1,-1 3 0,1 2 0,2-1 3,2-12 1,1 0 0,0-1 0,1-1 0,-2-4-6,1 9 1,0-5 0,0 5 1,0-4 0,1 5 1,0 2-1,-2-1 1,-3-3-534,-6 0 1,-3-2 0,-2-2 0,2 1 526,3-3 0,1-1 0,0 1 1,-1 1-15,-4 11 0,-1 2 0,0 1 0,1-1-333,2-10 1,1 0 0,0 0 0,0-1-1,1-4 363,-1 13 0,1-4 0,-2 5 53,0-8 1,-1 3 0,0 3 0,-1 0 0,1-2-46,0-3 0,0 0 0,0-1 1,1-1-1,0-2-12,-1 0 1,1-2 0,1 0 0,-1 4-7,2-2 1,-1 5 0,1 2 0,0-1 0,1-1 0,0-5 7,1 3 0,2-3 0,-1-2 0,1 2 76,0 4 0,-1 0 0,1 1 1,1 1-70,-1 0 0,1 0 0,0 1 1,1 1 32,0 4 1,1 3 0,1-2 0,-1-3-26,1 2 0,0-5 0,0 5 440,0-14 1,1 3 0,0 1-1,0 0 1,-1-2-393,1 6 0,-1-1 1,0-1-1,0-2-46,0 6 0,1-1 0,-2 2 772,-3-3 0,0 2 0,-1 1 0,-2-2-767,-1-5 1,-1-1 0,-2 0 0,2-2-10,-2 6 0,1-1 1,0 4-72,1-10 1,0 4-1,0 1 1,0-1-1,1-5 73,0 6 0,1-4 1,-1 2 6,0-2 1,-2 2-1,1 2 1,-2 0-36,-1 4 1,-1 0 0,-1 1-1,0 0 17,1-7 1,0 1 0,0 0 0,-1-1 0,1-1 5,-1 4 0,0-2 0,0 0 0,-1 0 0,0 3 0,1-1 0,-2 1 0,-1-1-21,-2 2 0,-2 0 0,0-2 0,2-4-41,3-5 0,1-4 0,-1 2-3236,-7 19 0,-2 3 0,8-20 2698,12-29 0,0-4 0,1-15 0</inkml:trace>
  <inkml:trace contextRef="#ctx0" brushRef="#br0" timeOffset="737798">15318 6795 12545,'0'-3'9353,"-14"-37"-9196,8 31-180,-11-26 34,-2 54-27,-6 16-136,1 21 124,15-4 45,18-21 0,7-2-39,22 9 16,-4-12 0,2-2 18,12 5 49,1 2 226,-41-4-91,-39 8-166,2-15 1,-4 0-300,-16 2 0,0-3 269,-11 2 0,7-7 0,49-16 0</inkml:trace>
  <inkml:trace contextRef="#ctx0" brushRef="#br0" timeOffset="738083">15765 6741 20398,'13'59'-610,"1"2"-1848,-10-17 0,-1 11 1,-1 3-1,0-8 2341,1 10 1,0-6-1,1-10 1,0-8-1,-3-17 1</inkml:trace>
  <inkml:trace contextRef="#ctx0" brushRef="#br0" timeOffset="738793">15791 7067 22727,'2'-22'-392,"27"5"333,22 12 1,6 4 116,-19-1 1,-2-7 591,9-20 0,-17-7 128,-39 6-800,-13 4-113,-5 68-14,32-7 1,8 1 53,19 21 156,0-36 1,4-12 347,15-40-118,-16-16-95,-29 8 0,-7 0-5,-17-17 11,0 28 0,-5 7-146,-17 22-68,5 10-50,15 36 1,8 13-63,11-14 1,4 2-112,-2-5 0,2 2 0,5-2-754,14 9 1,9-7-3202,4-14 0,4-4 3511,-6-5 1,-1-3 0,17-1-1,-32-16 1</inkml:trace>
  <inkml:trace contextRef="#ctx0" brushRef="#br0" timeOffset="739382">16593 7090 23931,'-9'-32'765,"0"0"0,-6-12-704,25 94-44,-3 14-3,0-10 0,-3 6-20,-4-13 1,-2 2-1,0-2-28,1 11 1,0-3 33,-4 2 0,2-8 191,5-9 16,4-68-207,-3-24 11,-3 7 0,-2-7 41,-3 7 1,-2-2-1,0 2-10,0-2 0,3-2 16,3-7 0,3-5 0,4 9-50,2 17 0,6 4-16,22-21 0,9 12 5,-13 35 0,1 9-14,16 6 0,-1 10-17,-14 13 1,-5 5 36,-3-8 0,-10 1 47,-18 10 1,-15-2-107,-7-18 0,-7-5-866,-14 4 1,-2-5 921,12-9 0,3-4 0,-13-2 0,34-5 0</inkml:trace>
  <inkml:trace contextRef="#ctx0" brushRef="#br0" timeOffset="739699">17245 7102 19462,'-3'0'5718,"1"0"-5639,-10 0-51,10 0-2229,38-21 1138,24 1 0,-2-4 0,-11 9 0</inkml:trace>
  <inkml:trace contextRef="#ctx0" brushRef="#br0" timeOffset="740303">17712 6780 15462,'-3'-1'4187,"8"-35"0,12-10-4136,10 18-54,-11-17 0,5 6 3,23 42 0,1 18-123,-5 30 137,-9-6 0,-13 6 393,-37-6 0,-17 3 0,2-6 161,8-6 1,-2-5-435,-15-1 1,16-12-124,74-40-6,-15 8 1,5 5-23,13 18 1,-3 9-7,2 21-2,-28-1 0,-12 3 2,-23 6-944,-22-19 0,-16-1 0,2-6 401,4-7 1,0-5 0,-16 10-1,8-5 1,22-13 0</inkml:trace>
  <inkml:trace contextRef="#ctx0" brushRef="#br0" timeOffset="742171">19523 6861 21394,'4'-38'1014,"0"-1"0,2 0-1009,-9 92-666,0 1 0,-3 5-4255,-1 1 1,-1-1 3258,2-8 1,0-4-1,-5 7 1,10-48-1</inkml:trace>
  <inkml:trace contextRef="#ctx0" brushRef="#br0" timeOffset="742633">19933 6469 20588,'-16'56'421,"1"1"1,-11-12 0,14-13 905,49-27 1,6-14-1193,-29-11 108,1-18 1,-11-4 31,-44-4-360,11 21 1,-5 6-720,1 11 1,1 8-3998,-17 19 3953,33 16 0,14-14 0,10-6 0</inkml:trace>
  <inkml:trace contextRef="#ctx0" brushRef="#br0" timeOffset="742923">20268 6764 20705,'49'-11'-1122,"-1"0"0,1 0 0,9-3 0,-12 3 0,-22 9 0</inkml:trace>
  <inkml:trace contextRef="#ctx0" brushRef="#br0" timeOffset="743151">20244 7074 17787,'-5'1'5372,"2"1"-8502,32-7 0,20-3-1786,1-2 1,2-1 4721,12-1 1,-2 1 0,-13 1-1,-9 1 1,-13 4 0</inkml:trace>
  <inkml:trace contextRef="#ctx0" brushRef="#br0" timeOffset="743723">21160 6722 17126,'-3'-2'6061,"0"1"-5613,-2-39-420,38 11-17,-17 1 0,5 1-42,25 9 0,7 11-140,-4 9 1,-2 8 41,-5 5 0,-7 6 148,-13 10 1,-12 4-435,-14-3 1,-11-1 537,-9-1 1,-7-4 293,-6-7 0,0-3-260,-7 5 213,11-11-242,59-5-55,35 14-45,-27-2 0,1 4-11,10 4 0,-2 6 27,-12 11 1,-5 2-28,5 4-1221,-66-5 0,-21-8 801,13-26 0,-2-5 0,-16 10 0,3-2 1,4-11-1</inkml:trace>
  <inkml:trace contextRef="#ctx0" brushRef="#br0" timeOffset="747557">15428 8334 19837,'-19'-31'688,"1"0"1,-4 2 0,-1 9-504,-21 23-129,9 9 1,0 7-29,4-1 0,3 7-76,-6 28 1,10 5-4,17 7 169,25-20 0,11-12 162,29-37-224,-23 0 0,-1-6 235,0-26 0,-7-5-140,-6 3 172,-5-3 0,1-9 0,-4 7 164,-5-6-381,0 5 1,-3 5-365,-4 23 208,-1 36 112,-2 43-135,1-21 0,1 1-308,2 10 0,0-2-1668,-1-15 1,3-3 2048,9 2 0,1-6 0,-5-12 0,10 12 0</inkml:trace>
  <inkml:trace contextRef="#ctx0" brushRef="#br0" timeOffset="747752">16063 8519 25455,'-11'-13'-273,"3"2"0,7 13 1</inkml:trace>
  <inkml:trace contextRef="#ctx0" brushRef="#br0" timeOffset="748385">17259 8439 17798,'0'-5'5999,"9"25"-5949,-1 43-2875,-3-19 1,-4 3 2790,-4 11 1,-6 1-166,-10 1 0,-6-4-597,-2-10 1,-6-3-2482,-1-11 0,-4-2 0,4-4 2225,7-6 0,0-3 0,-9 1 0,9-6 0,23-11 1</inkml:trace>
  <inkml:trace contextRef="#ctx0" brushRef="#br0" timeOffset="748935">17569 7985 13693,'-6'-7'7006,"-16"4"-6569,8 33-325,-7 16-95,19 7 1933,43-13-472,-11-73-1069,3 7-252,-33-33-85,-21 39-1421,-4 22 671,9 0-46,-3 33 1,15-25 0,-1 15-1</inkml:trace>
  <inkml:trace contextRef="#ctx0" brushRef="#br0" timeOffset="749182">17896 8268 17423,'-5'0'-3247,"40"-5"0,39-6 0,-10 3 2303,-8 3 1,4-4 0,12-1 0,-24 5-1,-36 5 1</inkml:trace>
  <inkml:trace contextRef="#ctx0" brushRef="#br0" timeOffset="749434">18033 8464 22043,'-30'18'-1619,"63"-20"1,21-6-3298,-15-1 1,3-1 4468,7-1 1,6-1-1,-12 3 1,-9 2-1,-18 4 1</inkml:trace>
  <inkml:trace contextRef="#ctx0" brushRef="#br0" timeOffset="750230">19001 8195 16476,'-26'-33'6666,"-2"23"-6647,3 25 1,-1 13 22,-2 16 0,5 2-59,2 7 59,40 3 0,19-9 168,-1-36 0,6-8 3,13 11 0,-2-8 111,-11-23 1,-10-11 253,-15-31-273,-16 24 0,-4 1-199,-5-2 1,-7 4-166,-7 4 0,-7 7 59,-9 8 0,0 6 0,-9-4 0,-2 15 0</inkml:trace>
  <inkml:trace contextRef="#ctx0" brushRef="#br0" timeOffset="752054">20817 8198 11805,'0'-3'9830,"-6"-40"-8844,1 33-751,-28-12-174,-3 60 1,0 19-68,12-27 1,1 3-12,-3 10 0,0 6 1,16-8-18,44 8 204,8-48 0,13-15 0,-5 3-103,-9 10 0,0-4 91,14-18 1,5-10 0,-23-3 328,-36 3 1,-12-1-376,-1-1 0,-3 1-42,-8-7 0,-3 4-535,-20 4-308,13 33 773,1 44 0,12-18 0,-3 11 0</inkml:trace>
  <inkml:trace contextRef="#ctx0" brushRef="#br0" timeOffset="752484">21772 8012 17852,'1'-9'2856,"-27"21"1,-15 14-2651,-8 8 1,-4 7-136,9-5 0,-1 5 0,5-2 21,-3 9 1,10-1-74,15-12 1,16-4-143,38-8 0,18-9-3394,-6-5 0,4-4 3517,-5 0 0,4 0 0,-4-2 0,-3-2 0,-4-2 0,21-7 0</inkml:trace>
  <inkml:trace contextRef="#ctx0" brushRef="#br0" timeOffset="753176">22382 8038 15479,'-4'-2'8133,"1"0"-7926,4-41-117,33 20-132,5 2 0,0 12 31,-14 39 0,-6 11 41,2-9 1,-8 3 42,-30 21 0,-18-2-1576,5-28 0,-2-7 1934,-11 8-67,22-16 382,25-12-729,17-3-40,36 9 29,5 10-18,-23 0 1,-5 7-37,-16 7 1,-8 4 75,-15 25-87,-14-26 1,-9-4-1738,-15-8 1,-4-7 1795,13-4 0,1-2 0,-31-2 0,44-6 0</inkml:trace>
  <inkml:trace contextRef="#ctx0" brushRef="#br0" timeOffset="758127">13487 2482 11250,'-8'-34'4461,"0"0"1,4 0-4135,-2-3 1,2 4-238,8 19 257,6 33-89,-6 19-2320,-1 10 1,1 6 2075,-1-8 0,1 1 14,3 18 0,2-2 421,-2-24 1,1-3-400,1 0 0,-2-4 304,-2-4-113,-11-11-12,-20-27-156,-3-7-1165,-2-4 0,0-1 1109,1-3 696,-5 2 0,1 2-680,17 11 57,-21-13-17,31 15 22,1-6-22,4 3 2885,1 2-2958,2 5 1382,11 6-1404,12 11 33,10 8 0,4 2 6,-5-6 0,1 0 8,13 7 0,1-3 34,-13-12 0,-2-6 64,14-4 315,-17-12 0,-2-6 329,6-23-211,4-7 97,-18 1-276,-15 28-214,-3-4-74,-2 18-80,1-2-739,-1 9 652,-4 18 1,2-13-1,-3 13 1</inkml:trace>
  <inkml:trace contextRef="#ctx0" brushRef="#br0" timeOffset="787416">11952 4434 10399,'-26'-10'2258,"-4"4"-1474,6 4 560,-1 2-229,10 0-763,8 0-777,8 0 464,5 0 6,6 0 11,18-1-28,5-1 0,6 0-26,1 1 1,4-1-68,3-1 1,5 1 0,1-1 58,6 0 1,2-1-1,-1 0-196,-3 1 1,0-1-1,2 0 202,-9 0 0,2 0 0,0 0 0,-1 0 2,11-1 0,-1 1 0,-1 0 16,-7-1 1,-1 1 0,-1-1-6,-6 1 0,-2 0 0,-3 0 60,3-4 0,-9 0 1036,-13-2-1014,-55 2 171,-9 8 0,-12 4-14,3-1 0,-8 0 0,-2 0 0,3 1-74,-3 1 0,3-1 0,-5 1-134,12 0 1,-3 0 0,-2 0 0,2 0 0,4 0-17,-10 2 0,4-1 0,1 1-970,-3 1 1,0-1-1,4 0 936,-5 1 1,3-1-1,-3 1 1,3-1-26,19-1 0,2 0-236,-3 0 0,2 0 77,-4 1-539,35-5 740,7 0 62,8 1-28,19 1-37,9-2 1,5-1 2,5 0 0,5-2-21,4 0 1,5-2 0,0 1-17,-2-1 0,1 0 0,2-1 7,-8 1 1,2-1-1,0 0 1,1 0 34,2 0 1,1 0 0,-1 0 0,-4 0-14,-4 0 1,-3 1 0,-1-1 24,5 0 0,-1 0 0,-10 1 541,-4 1-390,-2-2-111,-21 1-248,-9-2 1019,2-3 0,-4 4 0,-1-1 0</inkml:trace>
  <inkml:trace contextRef="#ctx0" brushRef="#br0" timeOffset="796201">13975 1382 23381,'-3'0'8220,"0"0"-7637,-32 9 0,-7 3-583,20-4 0,-26 4 0,14 1 0,48-7 0,17-1 0,21-5 0,-10-4 0,6-3 0,7-2 0,7-3 0,-7 0 0,-7 3 0,-4 0-1087,27-7 1,-29 3-1811,-84 11 1401,-12 5 1,-7 3 689,7 0 1,0 1-243,-4 1 0,4 1-1069,2 4 831,105-10 850,-22-5 1,3-1 254,12-1 0,6-1 0,-1 1 186,8-3 0,-4 0-77,-2 0 0,-22 4 116,-47 11-13,-27-1 0,-14 0-11,11 1 1,-3 0 0,2 0-21,-14 0 0,5 0-84,-7 3-331,47-7 387,33 2 34,6-4-20,28-1 0,9-2-1109,-4-5 0,0-1 1123,1 2 0,-3 0 1173,-3-2 1,-21 1-1202,-31 4 128,-34 7-1150,-4 0 0,-4 0 1109,7 0 0,0 1 103,-12 1 0,6-1 135,16-2 1356,38-11-8728,37 0 7075,9-5 0,-15 7 0,-32 5 0</inkml:trace>
  <inkml:trace contextRef="#ctx0" brushRef="#br0" timeOffset="805485">13661 652 6658,'-9'-1'2010,"1"0"-1483,8 1 6508,-1 0-6234,5-2-275,23-15-67,12-2-210,-4 1 1,4-2-76,0 3 0,1 0-37,4 0 0,0 2-106,-4 5 0,1 7-26,4 15 1,-2 7-6,-12-2 0,-4 4 75,4 15 1,-10 3 232,-18 19-213,-15-24 1,-5-2-66,-3-4 1,-3-1 5,-2 1 1,-1 1 16,4-4 0,0 0 20,1 1 0,-1 0-1691,-8 2 1,0 0 1650,-18 14-49,6-9 262,41-16-168,18-16 23,28-4-56,-14-5 0,3-2-23,13-4 0,4-2 2,-7 1 1,3-1-1,-3 1-7,4-1 0,-1 1 1695,10-3 1,-5 2-1729,-5 4-24,-3 1-4043,15-5 3235,-35 9 0,8-3 0,-26 8 0</inkml:trace>
  <inkml:trace contextRef="#ctx0" brushRef="#br0" timeOffset="818633">15025 9573 10198,'8'-4'9298,"-1"0"-7585,16-32-575,-16 18-102,14-25-930,-38 32-67,-12 7-112,-26 18 1,20-2-12,-2 27 61,37-7-14,9-1 1,7 2-143,5 1 0,4 1-65,7 12 1,1 2-49,-1-2 1,-4 1 352,-11-6 1,-6-1 72,-7-6 1,-10-4 218,-44 10-286,19-29 1,-3-5-239,-15-8 0,2-8-7279,-10-21 7450,10-7 0,38 10 0,12 19 0</inkml:trace>
  <inkml:trace contextRef="#ctx0" brushRef="#br0" timeOffset="818933">15582 9536 20224,'0'-7'3747,"5"32"-3691,-3 13 0,0 6-132,1-6 0,0 2-748,-2 5 1,-1 6 0,2-6-4093,1-6 1,0-4 4061,-2 5 1,1-4 0,5-3-1,-5-26 1</inkml:trace>
  <inkml:trace contextRef="#ctx0" brushRef="#br0" timeOffset="819555">15522 9926 14992,'-2'-5'9040,"-24"-39"-9146,34 33-40,-5-30-300,42 30 0,27 11 0,-9 0 597,-23-2 0,-1-1 0,18-1 0,7-1 1,-21 6 441,-31 6-150,-22 20-398,5 0 67,28 22-107,-8-30 101,28-7 1,4-14 408,-21-28 1,-5-8-281,6 10 0,-7-3 118,-19-19 0,-15 3-224,-23 12-135,-5 39 1,0 19-117,23 12 1,6 11 0,2-1-353,-10 9 1,9 3 473,19-10 0,9 5 0,4-3 0,-2-11 0,19 9 0,0-14 0,0 0 0</inkml:trace>
  <inkml:trace contextRef="#ctx0" brushRef="#br0" timeOffset="820197">16380 10170 9862,'19'51'1638,"0"-1"0,0 0 1,0 0-1,0 0 0,25-61 1,-6 0 1864,-21 70 0,-11-9-3499,-1-79 0,-2-39 1,0-14-1,1 15 20,0 21 1,1 5-1,0-2-28,-2-12 0,-1-1 1,13 13-20,34 13 1,9 18 22,-22 11 0,1 10-28,5 13 0,2 9 0,-11 2 45,-15 0 0,-13 2 25,-23 16 0,-17-7-34,-1-28 0,-5-10-8,-10-8 0,2-5 0,-1-2 0,28-23 0</inkml:trace>
  <inkml:trace contextRef="#ctx0" brushRef="#br0" timeOffset="820576">17366 10116 20676,'-32'1'-353,"51"-7"353,27-2 0,7 0 0,-15 2 0,-3 0 0,-3 1 0,1 0 0</inkml:trace>
  <inkml:trace contextRef="#ctx0" brushRef="#br0" timeOffset="821428">18045 9716 12433,'24'-50'9830,"-30"75"-7092,8-24-2668,-14 32 0,-10 20-39,5-3 0,5 0 27,13-11 1,9-4 132,12-8 0,8-9-71,4-14 0,4-12 208,14-21 0,-3-10 64,-18 10 0,-4-1-180,-1-3 1,-4 10-157,-9 23-31,-17 27 1,-9 14-12,-1 9 0,-1 8-14,3-7 0,-1 8 0,-1-1 0,2-8 0,-1-1 0,0-4 0,4-1 0,-1-1 0,1 1 0</inkml:trace>
  <inkml:trace contextRef="#ctx0" brushRef="#br0" timeOffset="822235">19584 9831 23810,'23'-14'1462,"-19"51"-2015,-10 3 0,-6 10 1,1-2-4364,-1 10 1,0-1 4817,0 1 0,3-9 0,7-20 1,2-20-1</inkml:trace>
  <inkml:trace contextRef="#ctx0" brushRef="#br0" timeOffset="822644">19991 9490 17686,'-3'-4'3078,"-31"1"0,-4 12-3008,30 26 0,4 7-6,-22-16 1,8-2 338,41 23 0,17-14 634,6-60-578,-12-23-347,-44 8 0,-14 1-588,-17 0-342,-5 27 818,31 60 0,11-24 0,2 19 0</inkml:trace>
  <inkml:trace contextRef="#ctx0" brushRef="#br0" timeOffset="822906">20447 9867 25685,'54'-23'-386,"-12"13"0,4 2 1,5 3-1,0 2 0,-7 1 1,1 0-1</inkml:trace>
  <inkml:trace contextRef="#ctx0" brushRef="#br0" timeOffset="823082">20465 10047 20431,'59'2'-274,"1"0"0,0 0 0,2 15 0,-14-20 0,12-6 1,-3-1-1,-15 2 0,-14 4 0</inkml:trace>
  <inkml:trace contextRef="#ctx0" brushRef="#br0" timeOffset="824102">21525 9857 12304,'14'-46'4915,"1"0"0,-9 26-1325,12-38-3540,-33 95 1,-5 25-54,15-12 0,2 0 42,-13 6 1,13-9 186,33-24 1,13-15 111,-7-24 0,2-15 0,-1 3-154,8 6 1,-2 0-123,9-21 0,-17 18 134,-46 65-135,1-5-1,1 6 0,-3 14 1,-1 3-1,4-8-69,0 2 1,1 1-41,0-4 0,-1 7 0,-1 0 0,2-10-630,0-2 1,1-8 0,0 11-1,-4-20 1</inkml:trace>
  <inkml:trace contextRef="#ctx0" brushRef="#br0" timeOffset="826915">15629 10977 16208,'1'-4'8603,"2"-54"-8009,-7 40-376,-5-40-173,-38 63-28,4 10 0,-5 6-14,8 0 1,-2 2 0,2 4-31,-3 5 1,3 4 0,3 0 1,-4 7 0,13 1-12,23-2 1,16-7-37,22-20 0,10-10 98,8-7 1,1-9 145,-1-7 0,-4-8 11,-9-9 0,-8-4 16,-10 2 1,-5-2 44,-6 6 1,-1 2-8,1-8-388,-6 30 158,-3 32 5,-2 38-73,-2-18 1,-1 3-1300,1 11 0,1 1 1361,3-10 0,0-4 0,-3 10 0,8-36 0</inkml:trace>
  <inkml:trace contextRef="#ctx0" brushRef="#br0" timeOffset="827115">16112 11278 24284,'1'-6'3450,"-1"1"-3304,0 5-348,-3-8-4217,2 7 4419,-3-6 0,4 7 0,0 0 0</inkml:trace>
  <inkml:trace contextRef="#ctx0" brushRef="#br0" timeOffset="828010">17036 11304 19204,'8'-22'6526,"-5"39"-6493,5-11-78,-4 48 1,-8 17-133,-7-24 0,-3 0 65,7-3 0,-1 2 0,-6-4-553,-12-6 1,-7-3 0,-1-5-4252,-12-1 1,0-3 2948,5 0 1,1-3 0,-15-2 0,50-18 0</inkml:trace>
  <inkml:trace contextRef="#ctx0" brushRef="#br0" timeOffset="828482">17172 10983 16689,'49'22'2120,"-4"-14"0,-17-2 0,-89-1 0</inkml:trace>
  <inkml:trace contextRef="#ctx0" brushRef="#br0" timeOffset="828769">17655 11252 20274,'61'-17'0,"0"0"0,0 0 0,1 0 0,-13 3 0,-1 1 0,1-1 0,0 0 0</inkml:trace>
  <inkml:trace contextRef="#ctx0" brushRef="#br0" timeOffset="829064">17756 11501 16902,'51'-4'777,"0"0"1,-1 0 0,1 0 0,-5 2 0,7-3 0,0 0 0,0 0 0,-1 0 0</inkml:trace>
  <inkml:trace contextRef="#ctx0" brushRef="#br0" timeOffset="830316">18945 11119 15345,'3'-9'7002,"-2"2"-5188,-1 7-644,0-14-973,-1 11-338,-5-4 153,0 15 7,-21 32 1,-4 10-36,9 5 16,5-14 0,-1 5 0,9-6 0,23 13 5,5-25 1,8-7 145,12-17 0,3-10 42,-8-1 1,-3-5-10,7-9 1,-6-6 118,-6-28-169,-14 8-5,-6-6-23,-9 11-33,-3 2-23,-10 4-38,-3 13-158,-8 2-2358,-10 12 600,13 3 1904,-10 6 0,27 1 0,-4 0 0</inkml:trace>
  <inkml:trace contextRef="#ctx0" brushRef="#br0" timeOffset="830802">19809 11562 18425,'2'-5'5512,"-6"40"-5590,-9 8-270,-1 16-784,-6-16 0,-1-5 0,8-15 0,-15 21 0</inkml:trace>
  <inkml:trace contextRef="#ctx0" brushRef="#br0" timeOffset="831589">20620 11124 16947,'1'-3'6940,"0"1"-6431,5-25-481,-10 24 6,-18 2-51,-11 33 0,-2 16-25,6 3 0,3 3-20,-5 0 1,13-1 10,33-6 1,15-10 95,6-24 0,7-9 142,11-5 1,1-8 148,-9-12 0,-5-7-162,-10-4 0,-7-5 55,-5-13 1,-8-2-90,-5 14 0,-5 1-34,-6-8 1,-6 5-214,-19 8-206,-22 14-4236,-3 37 4549,17 5 0,11 1 0,25-11 0</inkml:trace>
  <inkml:trace contextRef="#ctx0" brushRef="#br0" timeOffset="831972">21528 11147 25175,'-44'38'43,"1"0"0,0 1 1,5-3-1,3 1-60,2-4 0,0 2 1,13-4 49,22 8-49,50-6-1807,-7-23 1,9-4 0,-2-1-3094,5 1 1,0-2 4148,-4-2 0,3-1 0,-10-2 1,-1-5-1,-21 3 0</inkml:trace>
  <inkml:trace contextRef="#ctx0" brushRef="#br0" timeOffset="832531">22380 11023 20028,'1'-4'5735,"8"-25"-5701,-20 45 61,-15 15 0,-4 11-99,11-1 1,2 5-1,-1-1-4,-4-2 1,-1-1 0,8-2-2,13 16 1,16-14 64,43-38 28,-13-17 0,6-7 0,-3 1 11,-3 2 0,-1-2-92,12-16 0,-8 11 30,-26 32-3374,-24 35 3355,0-10 0,-1 7-14,-6 20 0,-3 10 0,3-9 0,3-20 0,1-1 0,-4 8 0,1 1 0,-1-1 0</inkml:trace>
  <inkml:trace contextRef="#ctx0" brushRef="#br0" timeOffset="837048">15379 2439 19428,'1'-50'1055,"-1"0"0,2 7 0,-3 15-1072,0 27 73,-4 47-28,0-2 0,-1 5-14,1 1 0,0 3 17,-1-3 1,-2 2 0,1-6 58,0-8 0,0-3 103,0 4 0,-6-8 417,-19-22-2172,2-23 1,-2-6 1606,-16-8 8,12-1 0,6-2 31,13 5-61,4 2-141,9 15 73,4 21 62,8 29-17,7 1 67,10-11 1,7-4 49,4-13 1,3-7-570,16-4 0,2-7 572,-8-5 1,-3-6 14,-5-4 0,-3-3 5,-10-1 0,-4 0-56,2-8-2387,-9 8 2303,-13 24 0,-4 0 0,0 6 0</inkml:trace>
  <inkml:trace contextRef="#ctx0" brushRef="#br0" timeOffset="860574">15641 1217 26719,'64'-11'6048,"-36"8"-7601,18-3 0,2 1-770,-12 9 425,-1 1 818,-19 0 550,-25 4 125,-47 5-552,13-4 0,-3 0 427,-5 2 0,1 0 292,9-4 1,6 0-47,4 1 491,77-8-202,-8-3 1,6-1-32,-1 1 0,4-2 0,-3 1 34,6-3 0,-12 4-248,-26 5 240,-36 1 72,-29 7 1,-18 3 0,11-2-39,-2 0 307,64-11-442,32-7-1587,18-3 0,15-4 1,-15 4 1687,-19 5 0,10-3 0,-34 6 0</inkml:trace>
  <inkml:trace contextRef="#ctx0" brushRef="#br0" timeOffset="874535">15397 12410 8707,'1'-3'9007,"0"0"-6475,6-26-1681,-9 21-358,-11-21-185,-40 38-205,13 0 1,-2 4-79,-6 6 1,2 6 5,0 8 0,7 6-3,12-1 0,6 4-28,7 0 0,9 1-20,13 1 1,10-4-127,11-9 0,8-5-1778,14-2 0,4-5 1924,-1-7 0,-2-6 0,-13-3 0,-5-2 0,3-1 0</inkml:trace>
  <inkml:trace contextRef="#ctx0" brushRef="#br0" timeOffset="874751">15987 12716 21948,'-7'0'4146,"2"-1"-4107,-8-6-1625,10 5 1586,-9-6 0,12 8 0,0 0 0</inkml:trace>
  <inkml:trace contextRef="#ctx0" brushRef="#br0" timeOffset="875561">16991 12819 13989,'1'-35'9489,"7"80"-9360,-5-33-174,-9 23 0,-9 21 0,-3 5 0,0-9-809,-7 4 0,-5-2 854,6-9 0,-4 5 0,0-2 0,3-10 0,1-9 0,3-7 0,-10 6 0</inkml:trace>
  <inkml:trace contextRef="#ctx0" brushRef="#br0" timeOffset="876011">17219 12392 10746,'-19'39'4915,"0"0"0,-14-36-1358,73 46-3059,-28-83 1,-4-14-404,-3 11-9926,-39 23 8952,25 25 0,-28 35 0,39-42 0</inkml:trace>
  <inkml:trace contextRef="#ctx0" brushRef="#br0" timeOffset="876290">17711 12654 16241,'42'-11'277,"-35"8"1,48-3 0,11 2 0,-31 4 0</inkml:trace>
  <inkml:trace contextRef="#ctx0" brushRef="#br0" timeOffset="876723">17659 13077 18319,'59'-22'0,"0"0"0,0 0 0,0 0 0,-11 4 0,-1 1 0,0-1 0,1 1 0</inkml:trace>
  <inkml:trace contextRef="#ctx0" brushRef="#br0" timeOffset="877019">18484 12695 18151,'54'18'381,"1"1"0,0-1 0,-1 1 1,1-1-1,-1 0 0,1 1 0,0 19 1,-9 3-1,7-13 0,2-29 1,0-1-1,0 0 0,0 0 0,0 1 1</inkml:trace>
  <inkml:trace contextRef="#ctx0" brushRef="#br0" timeOffset="879358">18476 12847 9716,'-4'0'9830,"1"0"-7562,-10-9-1226,9 6-482,-10-10-425,18 6 55,3-6 62,4 0-90,14-1-27,34-1-85,2 3-25,-15 6 1,1 1 4,-12 3 1,-1 2-23,-1 3 1,-1 2 19,21 12 50,-5 18 1,-15 1 21,-17-7 1,-5 3 62,-2 15-63,-9-13 1,-5 0 107,-14 23-65,-8-18 0,-8-1-65,-8-3 1,-4-2-32,1 0 1,-1-2-12,-2-5 1,3-4 24,-3 6-38,10-4-23,18-9 11,12-8-50,3-3 50,11-4 45,6 2-3,23-4 0,9-3-53,-4-2 0,4-2 7,5-1 1,5 0 0,-1-2-178,-3-1 1,-1-1 0,0-1 171,0 2 0,1-1 0,0 1-191,11-3 1,2 1-1,-5 1-965,0 1 0,-3 0 1154,10-1 0,-9 2 0,-20 6 0,-13 0 0</inkml:trace>
  <inkml:trace contextRef="#ctx0" brushRef="#br0" timeOffset="897781">15436 527 25106,'1'-3'7601,"28"-46"-10379,-2 26 1899,0-6 0,3 0-651,16 11 1048,-2 6 1,0 3-324,-2 1 518,2 3 1,-4 5-2089,-16 12 1334,9 24 573,-23-5 211,-11 14 345,-19-3 1,-7 0-53,10-14 0,-2 0 160,-19 20 0,-1-2 219,-4-9-219,8-12 414,17-16 35,18-9-500,2-1-167,26-8 11,0 3-12,10 0 1,5 2 11,-5 4 0,0 5-54,11 11 1,-5 7 92,-14-1 0,-11 5 75,-18 28 1,-21 2-43,-23-17 1,-14-7-238,7-4 1,-5-1 0,2-5 175,-1-7 0,3-5 0,-2-4 0,20-6 0,33-1 0</inkml:trace>
  <inkml:trace contextRef="#ctx0" brushRef="#br0" timeOffset="941082">15516 14299 19916,'-44'-8'257,"1"-1"1,0 0-1,-12-1 1,7 8-292,3 32 1,20 12-40,20-6 224,26 6-123,16-18 0,7-4-48,-12-4 1,0 1 16,20 10 0,-9 5 82,-24 16 24,-24-5 1,-12 1-32,-19-2 1,-10-3-25,8-9 1,-3-2 0,0-2-256,-14 5 0,2-8-4709,12-16 1,6-5 2860,6-8 0,24-16 1,5 18-1</inkml:trace>
  <inkml:trace contextRef="#ctx0" brushRef="#br0" timeOffset="941337">15878 14164 24251,'15'31'-122,"1"1"1,-5 5 0,-1 4-2257,4 21 1,-3 2 2377,-6-15 0,-1-5 0,0 7 0,-3-33 0</inkml:trace>
  <inkml:trace contextRef="#ctx0" brushRef="#br0" timeOffset="942006">15891 14528 14908,'-4'-1'7489,"0"-1"-7293,-21-11-308,66-9-751,-8-11 411,3 15 0,9-1 1,-3 3 515,-3 2 1,-4-1 562,7-6 0,-16 9 180,-43 30-404,-8 14-297,-4 1 1,8 2-157,33 9 83,-1-19 68,29-36 0,6-19 531,-20-11 1,-5-6-277,3 6 0,-9-1-48,-18-1 0,-12 7-269,-18 16-25,1 26 0,1 12-22,7 13 0,7 10-176,8 0 1,3 4 0,6 0-856,8 15 1,14-3-2239,17-11 0,13-2 0,-3-9 1638,-10-10 1,0-7-1,25 4 1,-14-11 0,-44-13-1</inkml:trace>
  <inkml:trace contextRef="#ctx0" brushRef="#br0" timeOffset="942640">16720 14528 10623,'3'65'1638,"0"-1"0,0 1 1,-1-1-1,1 1 0,-5-96 1,6-7 3811,27 34-5435,-24-30 1,-9-26 0,-2-13 0,3 2 0,12 16-56,29 0 1,10 11 0,-20 28 126,-40 53 0,-10 17-1012,15-3 440,-16-12 0,-10 4 1,-4-11-1,-17-11 1,14-18-1,37-15 1</inkml:trace>
  <inkml:trace contextRef="#ctx0" brushRef="#br0" timeOffset="943454">17449 14520 17938,'-5'0'6447,"-1"-1"-6783,39-10-608,8-3 1,2 0 0,10-3-1,-14 5 1,0 0 0</inkml:trace>
  <inkml:trace contextRef="#ctx0" brushRef="#br0" timeOffset="944468">18722 14344 25707,'-20'-11'549,"-5"53"-792,14 3 1,3 11-1,1 2-2101,2 5 1,2 1 0,1-3 1735,2-13 1,1-3 0,1-3-1,2 9 1,3-10 0,7-16 0</inkml:trace>
  <inkml:trace contextRef="#ctx0" brushRef="#br0" timeOffset="944868">19118 14016 16768,'-3'-6'3206,"-37"7"1,-9 12-3263,25 21-67,-10-4 0,11 1 179,59 10 240,18-14 421,-8-50-134,-27-16-74,-21 3 1,-7-1-370,-9-5-263,-10-4-678,13 39-9030,15 40 9472,4-12 1,1 15 0,1-25 0</inkml:trace>
  <inkml:trace contextRef="#ctx0" brushRef="#br0" timeOffset="945133">19486 14203 21388,'-10'1'2521,"-47"8"-2515,52-8-4922,43-7 1,22-4 3276,-8 1 1,-2 1-1,9-2 1,-20 4 0,-30 5-1</inkml:trace>
  <inkml:trace contextRef="#ctx0" brushRef="#br0" timeOffset="945326">19573 14565 24704,'48'-24'0,"0"-1"0,0 0 0,-1 0 0,1 1 0,0-1 0,0 0 0,-1 1 0,1-1 0</inkml:trace>
  <inkml:trace contextRef="#ctx0" brushRef="#br0" timeOffset="946141">20892 13749 15177,'6'-28'8782,"-68"27"-8701,25 11 1,-3 3 91,-19 3 1,1 0-155,20-10 1,8 6-9,11 24 1,10 7 38,18 20-11,-2-2 0,0 0 707,2-2 83,-2-20-236,0-54-621,15-12-42,31 17 0,10 10 50,-22 0 1,1 7-56,8 15 1,4 10-1,-16 2 66,-21 0 1,-12 2 27,-4 14 1,-16-5-20,-37-17 0,-9-9 0,4 6 0,17-18 0,0 1 0</inkml:trace>
  <inkml:trace contextRef="#ctx0" brushRef="#br0" timeOffset="948499">16532 16095 13189,'-9'-41'3276,"-1"-1"1,-12 18 0,-4 1-2818,5-22 0,-4 5-409,-16 24 1,-2 14-23,-16 22-84,13 8 0,2 10-84,13 9 0,6 5 0,-2-2 0,13 0-37,34 6 1,17-12 307,-2-32 1,4-12 258,2-8 0,3-8 1,-6-5-106,-1-11 1,-7-5 201,-3-13 1,-9 4-135,-12 11-667,-4 16 188,7 49 0,3 21-698,1-12 1,1 2 823,0 0 0,1 4 0,0-5 0,-2-4 0,-1-6 0,5 2 0</inkml:trace>
  <inkml:trace contextRef="#ctx0" brushRef="#br0" timeOffset="948887">17140 16079 22979,'0'5'3210,"1"-24"-3210,-4 15 0,4-19 0,-4 24 0</inkml:trace>
  <inkml:trace contextRef="#ctx0" brushRef="#br0" timeOffset="952224">18039 16088 8881,'3'-5'9830,"0"-20"-5259,-4 9-3322,1-22-981,-1 20-928,5 20 688,21 57-59,-10-18 0,1 4-50,3 11 0,-2 4-211,-6 2 1,-9 1-1823,-15-2 0,-8-3 2114,-1-5 0,-3-5 0,2-11 0,0-7 0,-6-3 0</inkml:trace>
  <inkml:trace contextRef="#ctx0" brushRef="#br0" timeOffset="952626">18262 15657 21181,'-5'49'-21,"1"-1"1,4-6-1,8-9 957,28-10 940,0-52-1176,-19-10-100,-16-21-1082,-12 25-2285,1 18 2767,10 19 0,2 0 0,4 5 0</inkml:trace>
  <inkml:trace contextRef="#ctx0" brushRef="#br0" timeOffset="952928">18612 15984 20436,'40'-21'-310,"1"0"0,0-1 0,-4 8 0,0 1 0,9-9 0,4-4 1,-8 6-1,3 9 0</inkml:trace>
  <inkml:trace contextRef="#ctx0" brushRef="#br0" timeOffset="953306">18875 16059 12528,'51'-18'0,"1"-1"0,-1 1 0,-9 3 0,-1 0 0,0 0 0</inkml:trace>
  <inkml:trace contextRef="#ctx0" brushRef="#br0" timeOffset="953615">19564 15692 24603,'-15'-21'0,"3"5"0</inkml:trace>
  <inkml:trace contextRef="#ctx0" brushRef="#br0" timeOffset="954505">20579 15934 18280,'1'-6'418,"-15"37"0,-12 35 1,3-9-10250,-5-1 9621,10-13 1,-5 10 0,2-1 0,4-17 0,2-15 0,2-1-1</inkml:trace>
  <inkml:trace contextRef="#ctx0" brushRef="#br0" timeOffset="955787">19744 15797 20224,'-4'-30'3192,"-1"8"-3225,-4 26 21,0 1-4290,-34 31 4308,24-15 0,-21 21 864,24 0-875,8 8 10,-1 12 1,14-24 0,2-1-46,6 5 35,6-2 61,4-25 179,3-15 3325,22-13-3437,8-16-53,-27 10 0,-1-5 75,5-11 1,-3-1 28,4-12 2,-15 11 1,-5 0 13,-7-1-3403,-6-10 3342,-6 15 101,-9-3-28,-4 9-68,-7-1-33,-7 6-78,-3 6-46,8 7-50,-1 4 12,14 5-292,-19 18-885,1 8 1238,5 0 0,1-1 0,-2 4 0,5-2 0</inkml:trace>
  <inkml:trace contextRef="#ctx0" brushRef="#br0" timeOffset="956609">21742 15608 18784,'-2'-5'6010,"1"1"-5784,-11-26 1,-4-3-249,0 18 16,-16-4 1,-3 10-18,5 36 1,2 14 8,-7 5 0,1 4-16,13-10 0,2 2 0,6 0-54,6 12 0,11-2-42,10-3 0,12-7 118,21-13 0,6-11 83,-15-9 1,-1-9 80,17-27 1,-6-18 108,-29 6 1,-7-6-1,-1 1-131,9-6 1,-4-2 31,-12 5 0,-4-4 0,-6 12-42,-14 4-141,-3 10 0,-4 5-196,-22 13-302,-3 12 515,24 22 0,4 4 0,0-7 0,7 28 0</inkml:trace>
  <inkml:trace contextRef="#ctx0" brushRef="#br0" timeOffset="957062">22548 15409 19882,'-2'-9'4374,"0"3"-4536,7-13 291,-5 47-92,-15 7 0,-10 8 1,0 1-14,3-5 0,1-1 0,-2 2-1149,-8 15 0,-2 1 0,3-9 1119,-3-14 1,15-10 279,45-10-274,9-17-3120,14-4 1,13-2-1,-6 0 3120,-15 1 0,-2 0 0,6-1 0,2 0 0,-11 1 0,-12 3 0</inkml:trace>
  <inkml:trace contextRef="#ctx0" brushRef="#br0" timeOffset="957350">23152 15345 23103,'46'-14'167,"0"1"0,0-1 0,-6-8 0,24 12 0,0 0 0</inkml:trace>
  <inkml:trace contextRef="#ctx0" brushRef="#br0" timeOffset="957609">23277 15553 16465,'-28'21'3795,"-1"0"0,30-1-4252,41-28 1,20-15 456,-13 7 0,4-1 0,-6 2 0,-3 1 0,-4 0 0,-4 1 0,1 0 0</inkml:trace>
  <inkml:trace contextRef="#ctx0" brushRef="#br0" timeOffset="958884">23510 15268 22414,'-46'2'429,"1"1"0,-3 2 1,0 2-1460,-9 6 1,1 1 1119,16-4 0,5-1 799,-3 0-737,29-7 551,8-2-619,1 0-263,-2 29 190,0 22 577,0-12 0,1 2-566,-1 5 1,2-3-597,1 8 580,3-12 576,43-56-529,-4-4 0,3-1-50,-4 1 0,4-1-9,7 1 1,6-1-1,-8 7 6,9 6-20,-3 6 1,-5 9 543,-19 19-552,-3 5-3247,-38 29 3332,-7-28-1096,-21 3 0,-10-2 1089,11-15 1,-3-2 3,-4 1 0,-5 1 0,2 0 13,-15 4 0,0 0-4,14-5 1,-1-1 0,2-1 50,-11 1 1,5-2-194,13-2 1,4-4-9753,-3-11 8298,29 1 0,7-5 0,1 6 0</inkml:trace>
  <inkml:trace contextRef="#ctx0" brushRef="#br0" timeOffset="963046">17038 2184 10343,'-15'-41'4915,"1"-1"0,3 9-4476,-3-10 1,2 7-709,10 30 320,5 26 139,6 34-56,-1 3 1,0 5-96,-1-17 0,0 0 1,-1-1-10,1 16 1,-1-3 201,0-12 1,-8-9 501,-26-20-488,-12-28 1,-3-8-107,-13-5-76,13-3 1,5-1 221,16 4-214,9 10-324,2 6 236,6 19 24,4 24 0,5 7 60,15 9 92,17-23 1,14-3-1,-1-7-113,-6-11 1,3-8-33,3 0 0,5-3 0,-4-6 114,5-13 0,-8-4 95,4-10-199,-15 12 0,-4 1-1173,-12-2 1148,-16 16 0,-3 8 0,-1 3 0</inkml:trace>
  <inkml:trace contextRef="#ctx0" brushRef="#br0" timeOffset="983337">17683 1179 22332,'-5'1'9599,"2"-1"-10020,-32 9 1,-7 3-618,19-5 333,-23 4 1,13 0-833,45-7 559,42-2 464,-17-3 1,2-1-671,1 2 1,0-1 288,-4-1 0,-5 0-132,-7 4 417,-27 10 278,-54 10 606,14-8 0,-8 1 1,4-1-43,0-1 1,2 0-40,-24 5 0,27-8 37,57-15-242,44-11-52,-3 4 0,5-1 5,3 0 0,-3 1 90,-7-1 0,-19 10 86,-40 18-126,-44 5 1,-18 0 19,15 0 1,-1 0 35,-10 3 1,16-10-574,38-15-5157,28-11 5683,38-18 0,-26 15 0,4 0 0</inkml:trace>
  <inkml:trace contextRef="#ctx0" brushRef="#br0" timeOffset="997654">17120 619 32767,'4'-14'-367,"0"-2"-1699,7-5 768,5-8 811,6-2 0,5-2 100,2 4 1,3 0 107,4-5 0,4 3 89,8 4 1,1 6-1008,-6 11 0,0 5 911,7 2 0,-1 7 118,-3 11 1,-8 10 64,-13 12 0,-14 7 117,-24 10 0,-16 3-35,3-13 1,-5-1-1,-3-1 4,-2-1 0,-3-2 1,3-3 19,-7 6 0,8-4-9,5 12 101,27-24 213,40-16-247,14-16 1,8-7-79,-11 3 0,1-1 1,3-3 24,-1 0 1,3-3-1,-1 0 1,-2 0-13,2 0 0,-3 1 0,0 0-4,-2-1 1,0 1 0,-6 2 7,-8 1 0,-5 2 0,10-3 0,-27 9 0</inkml:trace>
  <inkml:trace contextRef="#ctx0" brushRef="#br0" timeOffset="1.00165E6">23181 2083 18593,'5'-47'1359,"0"0"1,0 0 0,1-12 0,1 7-1287,2-10-45,0 47 56,-3 69-104,-5-9 1,-1 5-547,-1-6 0,-1 3 1,0-1-43,0 0 1,1 1 0,-2-5-1,-1 1 1,0-6 0,5 12-1</inkml:trace>
  <inkml:trace contextRef="#ctx0" brushRef="#br0" timeOffset="1.00225E6">24549 1793 14645,'1'-4'8446,"-31"-52"-8306,9 50-54,-14 21 0,-10 16 0,6 3-83,10 8 0,4 7-2,-1-6 0,-3 6 1,3 1-1,13-3-70,12-1 0,10-2 0,10-5 133,28 2 1,10-8 86,-8-3 0,2-9-34,11-17 1,-8-17 235,-28-21 0,-16-5-263,-50-12-121,3 17 0,-7 10-4885,-4 29 1,-2 10 2948,7-12 1,7 7 0,10 33 0,26-39 0</inkml:trace>
  <inkml:trace contextRef="#ctx0" brushRef="#br0" timeOffset="1.00292E6">24824 1307 1267,'-55'-18'756,"0"0"0,-1 1 0,1-1 0,0 0 0,0 1 0,1 5 1,-4 1-1,-1 1 0,-1 1 0,0 2 0,2 2 0,2 3 1,5 2-446,-6 6 0,5 5 1,2 3-1,-1 1 0,-4 1-220,4-3 0,-4 0 0,0 0 1,-2 2-1,1 2 0,1 3 1,3 3 26,-1 5 1,1 5-1,1 2 1,2 2-1,1 1 1,2 1-1,3-2-75,-5 5 1,3 1 0,3 0 0,2 2 0,1 3 121,2-3 0,-3 1 0,1 3 0,5 0 0,9 2 0,14 0-225,14 4 0,13 5 1,9 0-1,9-1 0,6-5 1,5-5-109,-2-15 1,8-4-1,6-3 1,4-3-1,3-2 1,1-1-1,0 0 1,-4 2 0,-4 1 144,-4 3 1,-2 2-1,-2 0 1,-1 1 0,1-2-1,1-3 1,3-3-1,4-4 21,1-6 0,5-2 1,4-3-1,1-2 1,2-3-1,-2-1 0,-1-4 1,-3-1-1,-6-2 1,-5-3 16,8-6 1,-8-6 0,-4-2-1,1-3 1,3-1 186,-3 2 0,3-1 0,1-2 1,1 0-1,-1-2 0,-1 0 0,-3 1-101,4-2 1,-1 0 0,-1 0 0,-2-1 0,-4-4 0,-5-4 7,-4-5 0,-3-6 1,-3-2-1,-5-1 0,-6 1 1,-8 5-161,-5-16 0,-13 3 1,-17 2-15,-8 16 1,-12-1-1,-9 1 1,-4 3 0,-2 3-1,3 7-771,-2 5 1,-2 7-1,-1 4 1,0 2-1,-1-1 836,-3-1 0,-2 0 0,1 2 0,3 1 0,6 3 0,-1 1 0,5 4 0,8 2 0,-16 7 0</inkml:trace>
  <inkml:trace contextRef="#ctx0" brushRef="#br0" timeOffset="1.00336E6">23864 2336 17748,'-4'-2'-1770,"-1"30"0,1 12 637,-1-6 1,1 5 0,1-4 0,0-17 0</inkml:trace>
  <inkml:trace contextRef="#ctx0" brushRef="#br0" timeOffset="1.02827E6">17358 986 28156,'36'-48'-979,"-1"1"1,7 1 0,5 6 252,3 13 1,7 6-1376,-5 5 0,5 0 1,-3 2 1889,5-1 1,3 1 177,-15 6 0,4 0 0,1 1 1,-7 1 623,8 1 0,-3 3-626,-1 0 0,3 1 0,-5 4-1263,0 10 1,-7 6 1342,-8-1 0,-9 6 37,-16 17 0,-14 2-37,-7-9 0,-13-1 8,-9-1 0,-13 1 0,-6 0 0,2-5 4,2-5 1,-2-4-1,-1-2 1,-1 1-52,2 1 1,-1 1 0,-1 0 0,-2-1 0,1-4-53,-3-2 0,-3-2 0,0-2 0,5-2 0,6 0 86,-13 2 0,6-2-40,7-2 0,-1-1 0,19-4 0,26-3 0,3-1 0</inkml:trace>
  <inkml:trace contextRef="#ctx0" brushRef="#br0" timeOffset="1.05039E6">17491 478 23946,'15'-53'2451,"0"0"1,2-3 0,1 6-2651,3 5-313,-1-2-60,-4 8-624,-11 25-38,-5 20 427,-5 22-1131,-12 31 1686,4-19 1,-4 5 0,1 1-121,-2-1 1,0 0 0,1 6 216,3 2 1,1 6 0,0 4-1,4-2 1,5-5-16,7 10 1,6-4-1,3 1-44,-2-5 1,-1 3 0,6-3-1,9-10 300,18-3 0,10-11 0,7-10 68,-5-13 0,5-7 1,3-6-1,-2-4-92,-1-6 0,-1-4 0,1-5 0,0-4-52,-4 0 0,3-3 0,-1-3 0,-3-2 0,-5-1-2,-2-2 1,-6-2-1,-2-2 1,-2-3 208,2-10 1,-2-6-1,-4 3 1,-5 13-353,11-5 281,-27 42-87,-12 25 0,-12 24 0,-6 17 1,-5 10-1,-1 2 0,2-4 0,4-12-66,1 3 0,2-7 0,0 1 0,-1 7-477,2-8 1,-1 7 0,-2 5 0,1 1-1,1-1 1,1-4 0,2-8 0,4-9-436,2 11 0,2-8 919,-1 15 0,0-9 0,3-23 0,-2-21 0</inkml:trace>
  <inkml:trace contextRef="#ctx0" brushRef="#br0" timeOffset="1.05138E6">17686 368 12587,'-3'-9'8083,"-28"-40"-8909,20 39 580,-39-9 133,29 44 213,-4 12 0,-7 15 0,-1 4 1,5-7-107,3 5 0,2 3-789,5-10 1,-4 8 0,1 2 0,5-1 0,10-7 792,10-2 1,10-5 0,7-1 250,8 2 0,8 0 1,5-2-1,1-6-59,12-1 1,4-7-1,3-5-106,-8-5 0,3-3 0,0-3 0,0-9 192,-3-7 1,-1-7 0,0-5 0,-3-3-248,-2-6 0,-1-4 1,-3-3-1,0-1 11,-3 1 1,0-1 0,-3-2 0,-2-1 100,4-15 1,-3-2 0,-10 4 15,-7 1 0,-12 4 72,-12 5 1,-7 6 3157,-11 9-3393,-12 40 121,16 15 0,3 8 8,-7 8 0,-2 5-8,0-3 1,-2 3 0,1 1-66,2-2 1,0 1-1,2 0-35,0 1 0,1 1 0,6 4 8,10-1 1,5 4 0,3-1 0,1-5-35,0 10 0,5-3 11,3-8 0,4 1 0,-3-12 0,1-11 0,-13-21 0</inkml:trace>
  <inkml:trace contextRef="#ctx0" brushRef="#br0" timeOffset="1.05844E6">15544 16997 22139,'0'-37'1302,"-1"1"0,-20-21-1307,-41 62-12,19 10 0,-1 5-14,6 2 1,4 4-7,2 11 1,11 4-46,22-6 1,8 0 56,2-3 0,8-2-1140,16-5 1,9-3 0,-3-3 1144,-11-5 1,1-1-58,12 2 1,5 1-1,-10-1 61,-8 7 352,-24 24-292,-32-16-33,-15-8 1,-8-5-189,12-8 1,1-4 176,0-4 0,3-2 0,-2-2 0,28-9 0</inkml:trace>
  <inkml:trace contextRef="#ctx0" brushRef="#br0" timeOffset="1.05902E6">15983 17065 22834,'-6'-57'922,"1"0"0,-1 11 1,3 19-912,5 30-56,3 55 59,-2-18 0,-1 5-91,-2-3 0,-2 4 1,0-2-115,-1 10 1,0-2-202,-3 3 0,0-5-291,1-3-1642,3-4-2564,1-17 4889,6 4 0,-4-16 0,3-4 0</inkml:trace>
  <inkml:trace contextRef="#ctx0" brushRef="#br0" timeOffset="1.05992E6">15907 17248 11799,'59'-22'1638,"0"-1"0,1 1 1,-1-1-1,-3-5 0,-5-1 1,-12-3 164,-13-8 1,-18 1-1737,-42-2-98,-9 77 1,1 23-40,25-26 0,4 3-76,0 7 0,2 5 1,11-9-264,42 1 644,17-55 1,-5-22 299,-43 4 0,-5-4-505,29-16 1,-15 14 5,-68 36 1,-2 24-346,62 14 1,28 18 0,5 5-1,-20-7 1,-40 8 0,1-2-1,51-11 1,-1 0 0,1-1 0,-1 1-1</inkml:trace>
  <inkml:trace contextRef="#ctx0" brushRef="#br0" timeOffset="1.06171E6">17006 17389 11816,'6'-39'1966,"-2"61"0,1 32 0,2 15 0,-1-2 0,0-19 930,9 5-2853,-7-2 1,3 23 0,-3 2-1,-3-15 1,-8-35 132,-20-63 1,-3-21-104,7 18-29,-3-14 1,-4-13 0,6 10-22,6-2-29,2 8 0,6-3 28,12 12 1,6 3-51,1 4 0,4 2 11,7-4 1,2 6 27,8 6 0,7 8-89,-32 14 61,8-3 6,-15 6 5,5 0 6,-2 1 28,4 1-17,-6-1-44,1 0 77,8 3-88,4 2 44,8 9 44,-6 36-3408,-8-16 3376,-6 16-362,-10-25 620,-19-5-205,-22-7 1,-5-1-44,-8 5-1063,7-10 0,3-3 889,19-3-7388,4-3 7540,12-4 0,3 1 0,12-1 0</inkml:trace>
  <inkml:trace contextRef="#ctx0" brushRef="#br0" timeOffset="1.06211E6">17563 17378 17568,'-3'1'5775,"1"0"-5192,11-4-2068,37-16 1,12-5 1484,-22 9 0,0 1 0,22-10 0,-5 2 0,-15 7 0</inkml:trace>
  <inkml:trace contextRef="#ctx0" brushRef="#br0" timeOffset="1.06313E6">18778 17002 20610,'9'-34'1753,"0"0"0,1-25-1428,-22 56-289,-21 21 1,-4 9-37,-7 7-23,10 5 1,-4 11 0,7-2 10,10 3 1,7 2-6,-1-6 0,0 3 1,13-3-1467,20-2 1,12-3-1,0-5 1477,-2-3 1,3-7 69,28 1 1,0-18 835,-25-27 0,-16-7-138,-58-22-742,8 23 0,-6 5-138,-4 10 0,-5 5 1,3 5-337,-5 7 0,6 3 1,-7 5-1,37-3 0</inkml:trace>
  <inkml:trace contextRef="#ctx0" brushRef="#br0" timeOffset="1.06886E6">17570 366 12634,'0'-4'6511,"-2"-37"-6101,0 26 171,-2-33-447,1 35 177,1-1-214,0 7-217,1 2-746,0 5-390,0 1 1004,-3 11 661,-7 31-1948,1-13 1,0 4 1619,-3 12 0,0 3-39,2-6 0,2 1 25,4 9 0,5-1 25,5-13 1,2-1-34,4 8 0,3-1 243,2-2 1,3 1 21,7 5 1,2-1-230,-5-10 0,4-3-17,22 9 1,4-8-48,-21-23 0,-1-4-15,13 7 1,1-4 1785,-7-9 1,-1-7-1739,11-11 1,1-5-29,-2 2 1,0-4-6,-10-4 1,-1-3 0,-4 2-24,-5 4 1,-1-1-1127,5-10 1,3-6-1,-5 6 1124,0-1 16,7-2 0,-2-1 343,-15-1-326,-4 11 17,6-25-228,-14 32 368,14-21-22,-11 23-129,6-9 3301,-8 12-3352,2-2 68,-3 4-56,2 1 22,-6 9-118,-3 4 414,0 5-324,0-1 78,-7 27 1,-6 10-18,1-9 1,-2 3 5,-5 23 1,-1 7 40,3-12 0,-1 4 0,2-1-20,1-4 0,1-2 0,0 2-55,-1 8 1,1 2-1,0-3-5,2-9 0,1-1 0,1-1-13,3-1 0,0 0 0,1-1-4,1 12 1,0 0 23,1-8 0,0 1 1,0-6 14,2-7 1,0-8 822,0-2-845,10-68-28,2 2 0,3-14 0,2-5 0,1-1 0,-3 8 0,0-1 0,-2 5 0,2-5 6,1-1 1,2-6 0,1-2 0,-1 2 0,-1 6-30,3-5 1,-2 5 0,0 5-34,-1-7 0,3 19 56,8 37 22,-30 32 0,-16 22 1,0 5-30,6-5 0,1 4 0,-1 2 0,-1-3 51,-2-1 1,-2 0 0,1-3 0,2-6 6,-5 18 0,8-28-18,12-38-41,6-34 1,7-36 0,0 1 12,-3 19 1,0 0 0,0-2-5,0-3 0,0-5 1,0 1-1,-2 9 10,2-1 1,-2 10-170,-1-1 186,-10 96-14,-3-5 0,-2 6-12,1-14 0,0 1 0,-2 3 2,-6 14 0,-2 4 0,1-8 96,4-9 1,0-11-45,-10-16-1758,28-58 1,12-26 1708,-5 7 1,2-6-1,1 0-7,-1 14 0,0-2 0,0 2 0,0 6-42,7-24 0,-9 31 11,-19 62 1,-6 19-794,-9 10 1,-3 9 823,7-11 0,-2 7 0,0-1 0,2-9 0,-3-2 0,3-8 0,-3 8 0</inkml:trace>
  <inkml:trace contextRef="#ctx0" brushRef="#br0" timeOffset="1.07164E6">17597 298 6843,'1'-3'7723,"0"1"-6928,14-27 1653,-21 7-2213,17-12 269,-22 16-403,0 26-95,6-6 16,-9 27 253,-1 28-90,1 0-48,3-5 1,2 2-96,3-18 0,2 3 183,4 12 1,2 6 0,1-4-139,0-6 0,1 0 73,2 5 1,2 4-1,0-6-17,1-13 0,1-3 27,6 9 1,0-4-53,7 6 84,12 0-473,-16-26 427,7 1 105,13-12 0,3-3-155,6-1-95,-8 1 1,2-5 133,5-20 1,-5-6-107,-4-2-25,0 4 0,0-5 129,-13-19 0,-7-1-149,-1 2 9,-3 2 0,2-2 208,-1 10 0,-2 5-194,-1 9-34,19-34 101,-9 26-84,-5 7 11,6-9 79,-15 20-68,1 1 62,1-2-33,-2 7-107,0-3-34,-6 9 73,1 5 56,2 1-11,6 15 6,-6 8-3370,-3 27 3370,-5 1 19,1-9 0,0 1 70,2-10 0,0 0-39,0 9 0,0 0 20,-2-6 0,-1 0 24,-1 9 1,2 4-66,1-10 1,1 1 0,0-1-42,0 9 0,0-2 1730,3-1 0,1-9-1561,-2-20 117,-1-12-50,9-38-258,9-29 15,-2 8 0,3-10 0,-1 3-7,-2-2 1,-1-2-14,-4 15 1,1-5 0,-1 1 0,-4 6 15,-5-4 0,-4 4-8,1-6 0,-2 1-115,1-16 61,2 36 79,3 44-17,-11 41 1,-6 15-1708,2-13 0,-3 3 1696,1-3 0,-2 4 0,-1-4-2949,-3 6 0,1-7 2949,5-17 0,2-5 0,-3 14 0,12-36 0</inkml:trace>
  <inkml:trace contextRef="#ctx0" brushRef="#br0" timeOffset="1.07959E6">17381 1950 9750,'-45'7'1349,"-1"0"1,1 0 0,-14 2 0,6 0-1166,-7 4 702,47-5-455,53-7 0,29-5-394,-24 1 1,3 0 0,3 0 0,2-1-341,-1 1 0,2-1 1,3 0-1,0 0 1,1 0 265,-4 0 1,2-1 0,1 1-1,-1-1 1,0 0 0,-3 0-32,2 0 1,-3 0 0,-1 0 0,2 0 0,5-1-48,0-1 1,6 0-1,3-1 1,1-1 0,-3 1-1,-5 1 1,-7 0 194,10-1 0,-8 1 1,3 0-62,15-4 1,11-1 0,-15 2 0,-40 5 372,-86 9-335,15 0 0,-8 1 1,-6 0-1,0 0 0,7 0 0,-2 1 0,-1-1 0,-2 1 1,-2 0-85,-2 0 0,-3 0 1,-1 0-1,-2 0 1,-1 1-1,-1 1 176,6 0 1,-2 0-1,-2 1 1,0 0-1,0 0 1,2-1-1,2 1 1,6-2-273,-6 1 0,5 0 1,3-1-1,-1 0 0,-1 1 148,-15 1 0,-6 3 1,1-1-1,13-1 1,21-1 1287,19 0-1148,54-8 1,26-4-34,-17 0 0,6-1 1,5 0-1,3-1-474,-4 0 1,4 0 0,3 0 0,3-1-1,0 0 1,-1 1 0,-1-1 289,-4 1 1,-1-1 0,0 1 0,0 0 0,1-1 0,2 1-1,2-1-185,0 0 0,5-1 0,1 0 0,2 0 0,1-1 0,-3 1 0,-2 1 0,-4 0 0,-6 0 330,18-1 0,-8 2 0,-4-1 0,2 0-63,11-1 1,7-2-1,-16 3 1,-37 4 1390,-79 14-899,19-7 0,-8 2-77,-4-1 0,-13 2 1,-10 1-1,-4 1 0,1-1 1,3 0-1,10-1 65,-2 0 0,7-1 0,0 0 0,-9 1-297,6 0 1,-10 0-1,-6 2 1,-1-1 0,2 1-1,6-2 1,10-2 0,14-2 3217,-19 0-3334,72-15-360,16 2 1,19-1 0,14-1 0,10 0 0,4-1 0,0 0 0,-5 2 0,-11 0 116,3-1 0,-5 0 0,-3 2 1,2-1-1,4-1 0,-3 1 1,7-1-1,2 0 0,-1 0 1,-4 1-1,-7 1 0,-12 2 1,-2 0-1,1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A8BF-16CB-2A99-CDAD-2CC193E32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90652-B2AA-6DE0-1C9E-515C7B442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85C9-D79C-7DBB-83C3-3A19CFEEE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A9E1B-56D7-4F9D-BCDE-BE357EDC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7F8CE-8CC4-F0E5-272E-CF002567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2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31117-33C2-3D5F-05C5-0F3D7B85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A63DA-BD72-9B55-B331-FD6CB69ED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38662-5DAD-8F5F-6117-6BB90152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37308-C206-C43B-53C9-68917BEC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ECA31-2DAF-07BB-3929-E4BC3AB6C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4ADB-EF8A-4D25-B080-5F63C4A7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B4A28-1F8F-2B5A-23BB-64A48F910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6B573-36EF-3923-672D-88F3B4F0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15A55-D068-7EDF-9094-CA31B1DC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77CFD-67C8-F628-F24D-8B0E03CD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4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D831-87AB-77D4-6731-661AA15B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9633-49FB-D10A-8B85-196F7F3F4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7DB9F-6221-1EA8-FF59-9971CE871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1E40F-1A23-03EE-77A1-0CF8F496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E5706-4ABA-E31D-B9A2-026C56FB5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E781C-FCD5-809D-1E90-F9CD3936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3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2E02-DCDF-67C2-0483-4956AD23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29362-D488-C7B8-0D08-BA87BDC26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066E8-1539-8E34-B2D2-E32CC4345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4074D-7554-461B-4C4C-8E9266DB0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CAE78-CDE1-2F90-1454-E6E4F5C92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5BF6C-F46B-D6FE-EF46-DE127EF3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82501-A5BC-1C9D-57F6-DF2CD493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465FA-CDC5-27B6-1D06-02EF449C7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8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C22A-A540-5DED-0F81-64DF9839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9C9FB-73E1-807D-91B5-D505D0B7D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BA3BE-8207-FC6A-D7E7-D75A928A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84CE4-DF28-318B-E6BF-7B834E6A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1FF04-633A-05B9-86F5-C36D8E81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42CF5-A6E4-483F-BB90-35F944BB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1924C-4AD9-9A78-926A-CE9E5496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5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CD92-C52E-E5F7-E472-AB498880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6C8C8-6814-8B53-69C5-C4AD7CA31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76534-AF20-475D-ED2D-6471366EE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4BE06-B954-0049-4362-C47058388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AC47-AEEA-1CFB-A724-F289D75A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19BAB-2238-0BDB-CE04-0CA6414C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5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82881-E294-F30D-583F-4DB13315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6D1015-863A-0F7A-9815-14B573BE4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BC255-EDA3-9639-FAEA-240B9FD97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93D08-BC68-D08B-20DC-67F6D3B0D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3ECCA-9A9D-F2A8-7184-41C7B482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F152C-AD14-5384-ACB3-25C2067E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7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4FB1-126F-64F5-21D2-C04B0885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CDDF6-12CF-328D-2AA4-69868FE0D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8A66-47B4-7ADA-9682-FA1FDB7A6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225D7-1635-5236-C59E-AE710776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B581C-9F8D-7286-0DEB-777CE5F7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2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594B8-75CC-D50F-6E49-05BA4947B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B8B67-E6A7-466D-7395-4A4721B4B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FCE1-82F4-1B78-713B-517AA8319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D70A6-F329-17C2-16D0-D88CAEDF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E4436-EAC9-92DA-2108-2BDD9232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2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73ED4-B7C5-5539-14CD-C3E3DA02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1E671-FA64-44C5-547B-5C521E88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A8D73-50A9-EE38-5C8A-57F0DD39C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1F9AC-7AEC-CF48-9FAB-9D2D8EEA9F39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517DC-3DB4-ADE3-C326-A2ED94ED7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53164-A983-ACEF-FFE2-D5DEDC779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AA294-1A53-7546-A92F-412F85016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5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F47D4-A01D-5D0A-EBD2-A31D427E2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B86175-3D08-3790-DBEB-6B5A62B30763}"/>
                  </a:ext>
                </a:extLst>
              </p14:cNvPr>
              <p14:cNvContentPartPr/>
              <p14:nvPr/>
            </p14:nvContentPartPr>
            <p14:xfrm>
              <a:off x="299160" y="597600"/>
              <a:ext cx="9514080" cy="4174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B86175-3D08-3790-DBEB-6B5A62B307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800" y="588240"/>
                <a:ext cx="9532800" cy="41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54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70564-1B09-D5DA-F870-3949B269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3A4850-4BB3-746E-3FFF-01B26ECD6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5ABE4-AF82-7708-F8D1-2EA6BC323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3EDA97-0094-4BD1-8C53-AD54745BD320}"/>
                  </a:ext>
                </a:extLst>
              </p14:cNvPr>
              <p14:cNvContentPartPr/>
              <p14:nvPr/>
            </p14:nvContentPartPr>
            <p14:xfrm>
              <a:off x="515880" y="811440"/>
              <a:ext cx="9807840" cy="4866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3EDA97-0094-4BD1-8C53-AD54745BD3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520" y="802080"/>
                <a:ext cx="9826560" cy="48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876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881C8-75F3-F60A-3427-CCF74EBC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E48AC1-293E-515A-3691-825A4159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9339E-089F-2BA4-99B9-6963EB62C7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548AC4A-E192-8B00-0BF1-84E7F7696FE5}"/>
                  </a:ext>
                </a:extLst>
              </p14:cNvPr>
              <p14:cNvContentPartPr/>
              <p14:nvPr/>
            </p14:nvContentPartPr>
            <p14:xfrm>
              <a:off x="945360" y="946080"/>
              <a:ext cx="3763080" cy="205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548AC4A-E192-8B00-0BF1-84E7F7696F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000" y="936720"/>
                <a:ext cx="3781800" cy="20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4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84276-A530-1D56-32FF-E8EBBBBD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147F9A-3554-0060-A253-1CFA68A06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3C1D1-C251-4783-3060-DF44A0EE01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05EE4F-5CF1-DAAE-9552-2544A6C8FFFA}"/>
                  </a:ext>
                </a:extLst>
              </p14:cNvPr>
              <p14:cNvContentPartPr/>
              <p14:nvPr/>
            </p14:nvContentPartPr>
            <p14:xfrm>
              <a:off x="232920" y="729000"/>
              <a:ext cx="8031960" cy="286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05EE4F-5CF1-DAAE-9552-2544A6C8FF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560" y="719640"/>
                <a:ext cx="8050680" cy="288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4846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6C7E3-5FFD-3D67-E96D-13090935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A8C98-ABDA-60BB-19B7-137DCA026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306FE-AECD-872E-4EA1-05B2F60B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EC51E4-8240-5A4C-9B7B-117F6466387D}"/>
                  </a:ext>
                </a:extLst>
              </p14:cNvPr>
              <p14:cNvContentPartPr/>
              <p14:nvPr/>
            </p14:nvContentPartPr>
            <p14:xfrm>
              <a:off x="313200" y="115920"/>
              <a:ext cx="10059120" cy="645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EC51E4-8240-5A4C-9B7B-117F646638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840" y="106560"/>
                <a:ext cx="10077840" cy="64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79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1770A-5489-8DF6-F7B0-DDA8870E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61CA2C-EB4D-8938-5C16-27D942D21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2A113-65D5-3FA3-233E-1FD8516A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FE40D1-6031-65B7-8BD6-87B29538EF94}"/>
                  </a:ext>
                </a:extLst>
              </p14:cNvPr>
              <p14:cNvContentPartPr/>
              <p14:nvPr/>
            </p14:nvContentPartPr>
            <p14:xfrm>
              <a:off x="470880" y="198000"/>
              <a:ext cx="9892080" cy="666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FE40D1-6031-65B7-8BD6-87B29538EF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520" y="188640"/>
                <a:ext cx="9910800" cy="667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997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CA9BF-15AC-63BC-DEE2-F6B4AC667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78F706-A071-4E80-2361-982EED93B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151DE-B9EF-DA6D-1A6D-A9DC9548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00B32E-DCE7-6DA3-3C09-1F3EF44966D8}"/>
                  </a:ext>
                </a:extLst>
              </p14:cNvPr>
              <p14:cNvContentPartPr/>
              <p14:nvPr/>
            </p14:nvContentPartPr>
            <p14:xfrm>
              <a:off x="277200" y="43560"/>
              <a:ext cx="8895960" cy="6557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00B32E-DCE7-6DA3-3C09-1F3EF44966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840" y="34200"/>
                <a:ext cx="8914680" cy="65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590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56D81-C2E5-CDF8-5425-DD7708C10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F8DB0A-BB9A-451F-CE6D-3A5CF835C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363E6-523D-E443-7E60-AC9796244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11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8FCFB-5D94-7DB3-BAB5-39F842A63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1B508D-53D4-8180-175F-46678D419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FCFBE-9758-8038-70F3-D5ACDDB86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7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F7740-CEA4-DF0E-25E5-3A50E5D8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5DBA70-9DC8-4CEB-C8D6-AA63E45DA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42ADD-00EE-0B20-753B-82D75AA4D3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3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F2F73-3479-9D8C-DB3E-EE52FEF3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CB8E3D-4A1E-C748-D64B-C28BABC56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338A6-93FE-C96C-7F2F-1C2AC03C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9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23BC0-0920-BEF2-811C-4DABBFB1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D0619A-DA70-0E30-26FC-E7BAD5952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FFFA9-808F-6192-531C-68554B3A8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24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7D026-6DFB-75AF-9E7C-488D43A1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514B85-74E2-5789-70DE-BDEB772F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5E07E5-8F47-9893-55B2-BF6A1CD7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74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FFCCA-12F6-73F8-6FAF-5EF16912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EC8486-445A-E5BE-74BB-010C94F89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25939-DDC9-8DB2-8C7C-D8112F17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05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2026-04-24T13:32:43Z</dcterms:created>
  <dcterms:modified xsi:type="dcterms:W3CDTF">2026-04-25T15:34:58Z</dcterms:modified>
</cp:coreProperties>
</file>