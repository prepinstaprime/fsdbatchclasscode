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82"/>
  </p:normalViewPr>
  <p:slideViewPr>
    <p:cSldViewPr snapToGrid="0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13:35:34.6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2988 2551 18011,'0'-7'4655,"0"2"-4143,-11-28 1,-6-4 52,-10 11-414,1-14 1,-4 3 49,-19 28-55,-5 8-51,1 13-45,2 10-44,14 1 22,14-1 0,3 3 0,1 12-17,-2 8 34,25 9-39,13-17-6,16 17-2121,-2-27 1,2-2 2126,15 9-47,-17-14 1,1 0 40,2-3 0,-2 0-132,16 10 152,-18-8 0,-3 1 2,-7 9 0,-29 1 40,-24 2-37,6-15 1,-2-2 2465,-25 10-2458,10-11 1,-2-2-12,14-7 1,0-1 13,-14 1 1,0-3-18,12-7 1,3-5-126,-18-18 758,21-16-2752,30-7-7731,25-3 9103,2 16 0,-5 13 0,-16 17 0</inkml:trace>
  <inkml:trace contextRef="#ctx0" brushRef="#br0" timeOffset="289">3327 2836 26278,'-11'-48'280,"1"0"0,0 5 0,3 10-196,7 24-84,0 8-11,-2 10 34,-1 12-3427,-4 30 3382,1-9-57,0 2 1,0 1-706,1 14 560,2-23 0,0-1-2026,2 27-5569,2-23 7291,1 0 1,-1-19 0,0-12 0</inkml:trace>
  <inkml:trace contextRef="#ctx0" brushRef="#br0" timeOffset="500">3426 2477 24385,'-26'-36'-1680,"6"6"-521,24 73-4459,0-4 6660,1 6 0,-2-15 0,-2-14 0</inkml:trace>
  <inkml:trace contextRef="#ctx0" brushRef="#br0" timeOffset="901">3517 2831 19753,'0'-4'4262,"0"0"-2766,0 4-1490,13-53 5,1 57 0,5-45 0,-1 79 17,-9 8-22,-2-9-6,-2 21-6,-3-22 18,-1 8 94,-3-7 191,1-16-118,-2-7 90,2-17-124,1-11 1,0-11 0,9-23-90,6 0-28,4-2 5,15 3-14,-5 21 1,2 2-1040,12-10 1022,-12 14 1,1 4-121,16 10 102,-8 7-35,17 10-66,-17 12 10,-10 2-486,1 22-231,-14-8-856,10 17 94,-10-18 1586,16 9 0,-21-31 0,9 7 0</inkml:trace>
  <inkml:trace contextRef="#ctx0" brushRef="#br0" timeOffset="1349">4559 2948 20273,'20'-40'935,"-1"0"0,0 0 1,0-6-1,-2 0 1,-5 9-443,-9 2-29,-13-17-408,-13 40 56,-28 24-95,14 5-26,7 5 1,2 4-251,-8 23 253,2 0 9,14-7 0,5 2-619,2 18 610,3-25 1,4 0-23,13-1 0,5-3 11,9 1 51,16 4 50,-7-34 16,-5-20 7,-8-5 380,7-33-157,-7 13-196,-4 10 1,0 0 67,8-14-46,-3 8-116,-6 15 280,-1 10-292,-5 23 708,-1 15-697,-1 25-6,-6-18 1,-1 3-313,0 8 0,0 1 279,-2-8 0,1 3-13,1 5 0,0 5 0,2-3-819,2 9 1,1 1 763,0-1 1,0 3 0,1-1-124,0-7 1,0-1 0,-1 0-131,-1 1 0,-1 0 0,0-2 29,-2 9 1,-4-2-593,-9 8 1,-3-8 698,-2-15-756,-10-8-8890,29-94 9017,0 19 1,8-20 0,-4 48 0</inkml:trace>
  <inkml:trace contextRef="#ctx0" brushRef="#br0" timeOffset="1816">4990 3001 23696,'-18'46'1428,"3"-10"-1035,18-35-40,-2 0-40,1-1-178,-1 0 100,7-7-129,4-5 1,7-9-12,3-7-11,2-7-11,2-12-48,-12 17 0,-1-3-467,1-6 1,-2-4 460,0-9 1,-1-3-3,-2-6 0,-1-3-368,-4 20 1,-1-1-1,-1 1 370,-1-20 1,-2 3 19,-2 7 1,-3 3-143,-1 10 0,-2 5 136,-6-9 40,-6 13-56,10 22 764,-3 9-803,4 23 33,-3 26-3,6-10 1,1 5 4,-1 11 0,2 4-15,2-15 0,1 3 0,2 0-4,1 4 1,2 0-1,3 0-45,0 0 1,3 0 0,3-1-66,2-3 1,3-1-1,2-2-149,2-4 0,3-1 0,0-4-206,5 3 0,3-4-2890,8-2 1,1-6 3360,11-4 0,-8-3 0,-21-13 0</inkml:trace>
  <inkml:trace contextRef="#ctx0" brushRef="#br0" timeOffset="2322">5565 2899 19972,'3'-5'4682,"-1"1"-4282,9-25 1,1-5 176,-4 10-409,4-11 0,-1 4-84,-8 22-73,-2 15 6,-1 2 28,2 28-23,1-6-11,5 16-11,4-10 12,9-6-1,10-9 22,10-9 23,8-16 11,-18-7 1,0-4-1,10-10 25,-14 3 1,-4-4 215,-4-8 112,0-9-39,-9 9-79,-6 9-134,-2 12-133,-2 8-35,0 10 0,-2 13 0,-1 20 0,-2 23 0,2-20 0,0 0-1696,1-5 0,0 3 1624,2 5 1,0 6 0,2-2-531,3 11 0,3 2 349,-1-14 1,2 5 0,0-1 0,-1-7 0,1 5 0,1-5 0,3 0 0,0-1 0</inkml:trace>
  <inkml:trace contextRef="#ctx0" brushRef="#br0" timeOffset="3239">7068 2758 18722,'4'-52'1485,"1"0"1,0 0 0,1-12 0,-1 8-685,-6 11-145,-2 23-572,1 6-84,-4 7-23,3 18 57,-5 14-17,-4 24-12,4-14 1,-1 3-244,0 7 0,-1 4 230,4-6 1,0 2 0,0 0-481,1 11 0,1-1 440,4 8 1,3-4-3,5 5-40,18-9 79,13-33 17,-6-5-2,20-28 27,-27-7 0,-3-4-3,17-15 8,-12 7 1,-2-1 52,6-13 31,-11 14 1,-2 0 159,6-16 56,-6 5-73,-15 24-240,-5 15 417,-8 24-429,1 0 973,-13 36-978,11-14-1,-1 9 12,15 8-79,11-20-145,14 15-431,15-19-1483,9-11-63,-9-12 2184,11-12 0,-36-1 0,6-4 0</inkml:trace>
  <inkml:trace contextRef="#ctx0" brushRef="#br0" timeOffset="3426">7650 2449 21175,'-6'-4'3316,"2"1"-3058,4 3-1249,-31-9-3294,28 24 4285,-22-9 0,32 13 0,-3-7 0</inkml:trace>
  <inkml:trace contextRef="#ctx0" brushRef="#br0" timeOffset="3842">7853 2657 27454,'-10'-38'17,"1"25"-11,6 69-1,-1-3 1,-1-6 0,-1 1-1045,3-13 0,-1-1 1039,-1 7 0,1-1-3,2-6 1,0-4 679,1 6-633,1-8 495,5-22-455,6-27 28,8-18 23,7-16-328,-11 23 1,1 1 254,10-21 16,-5 14 0,1 2-55,2 0 492,2 3 0,3 2-526,5 11 11,17-3-11,-4 26-11,3 15 5,-7 4-171,-9 5 1,-1 3-698,-9-6 0,-1 0-826,10 12 0,0 1 1711,-11-10 0,-2-2 0,5 7 0,-12-15 0</inkml:trace>
  <inkml:trace contextRef="#ctx0" brushRef="#br0" timeOffset="5566">6980 2499 14505,'-1'-7'3394,"-3"-28"0,0-7-2016,2 1-908,-1-7 1,0 0 218,3 7-73,0 9-95,0 10-190,1 10-230,-1 6-96,0 5 29,0 11-1,-1 10-33,0 16-33,-1 15 21,1-19 1,1 1 25,-1 3 0,0 4 3,1 21 0,0 3-308,0-15 0,0 0 305,1 14 0,-2-1 0,1-22 0,-1-4 37,-2 26 44,-1-15 39,1-13 124,1-13 212,1-10 180,1-9-555,0-22 543,3-4-610,5-38-23,0 19-1690,-2 6 1,0-1 1701,1-21-1135,-3 12 1,0 0 1134,0-16-38,-2 21 0,-1 2 21,-1 7 84,0-24-51,-1 27 2224,0-8-2257,-1 20 3371,1 10-3288,-1 4 68,1 9 88,-1 8-38,-1 14 11,-2 16 18,-3 14-113,2-24 0,1 2-27,-1 0 0,2 1-45,-1-2 1,2 0 115,-1 25-215,2-13 29,2-15 36,1-14 71,0-9-14,1-10 237,0-12-284,2-17-21,0-3 31,1-5 0,2-3-305,-2 8 0,1-1 322,3-16 0,0-2 12,-2 11 1,0 3-6,0 4 0,-2 2-269,1-12 215,-3 18-39,-3 16-74,0 7 9,0 7 101,-1 6 559,-1 12-625,-1 14 14,-4 17 44,3-20 1,-1 2-362,-1 4 0,0 1 410,0 2 1,0 1-17,0 1 1,1-1-187,0-2 1,1-1 162,0-4 1,1-2 2,-1 22-9,1-13-44,0-12 29,1-7 34,-1-5 710,1-5-718,1-4 349,1-2-368,0-4-11,0-1-2,0-1-6,2 0 0,3 0 82,4 1 13,4-1 25,4 1-24,2 1 76,3 0-38,1 1-11,2 1 29,3-1-111,4-2 76,2-3-44,13-7 77,-6-2 2,-2-3 6,-7-1 106,-14 4 39,0-1-220,-8 4-49,-6 3-84,-3 2-80,-3 1-140,1 0-9,-14 1-17,-6 0 9,-3 0 231,-10 2 11,3 3 45,-12 4 78,-17 6-3311,11-1 3393,2-1-95,15-1 26,14-5-18,0 2 35,6-3 17,5-1-63,3-3 3351,2 0-3365,7-2-103,-1 0 145,25-4 72,-12 1-34,19-3-177,-3 1 40,3 0 6,9-3-29,-5 2 122,-6 0-172,-10 2-40,-6 0 41,-2-4 170,-6 3 30,1-2-19,-8 3-38,0 2 33,-2 2-1997,0-1 0,-1 1 0</inkml:trace>
  <inkml:trace contextRef="#ctx0" brushRef="#br0" timeOffset="6643">8739 2880 12573,'7'-33'4489,"-1"0"0,0-3-3473,2-23 1,-2-3-1103,-4 13 724,0-5 1,-1 0-280,0 12-11,-1 7 1,0 2 314,-3 10-426,0 2-124,0 15-125,0 9 253,3 32-135,0 11-61,0-8 1,0 4-610,0 3 0,0-1 517,0-6 1,0 1-159,0 11 1,0 2-1326,2 4 0,0 0-722,1 3 1,0-1-126,0-2 1,2-4 2371,0-10 0,0-6 0,-1-10 0,1-2 0</inkml:trace>
  <inkml:trace contextRef="#ctx0" brushRef="#br0" timeOffset="6981">9095 2836 15041,'15'-43'1597,"-1"0"1,1-1-1,-2-1 1,0 1 0,-4 10-1156,-5 9 460,-6-8-683,-2 25-182,-3 1 2,-6 15 25,-14 16-36,-7 11-14,11-10 0,-2 2-9,-3 9 1,2-1 0,-11 15-6,15-20 0,2-1 33,-13 18-27,14-21 5,-9 18-5,23-30 159,0 2 6,8-9-108,23 2 100,1-5 43,23 2-13,-13-6-80,-5-2 1,0-1 100,3-2-228,-1-1 1,3-1-467,-2-1 0,1-1-1349,3-2 1,2 1 1851,13-5 1,-3 0 0,-1 1 0,-5 0 0</inkml:trace>
  <inkml:trace contextRef="#ctx0" brushRef="#br0" timeOffset="7772">9532 2745 26937,'-48'33'553,"9"-2"-428,44-5-494,2-8 178,18 1 144,0-12 174,13-2-44,-9-9 110,16-22-123,-21 8 169,-1-8 1,-1-3 267,-6 1-368,-1-7 0,-3-1 45,-5-8-64,0-18-101,-10 26-60,-13 1-200,-6 21-291,-13 1 65,-2 22 346,0 12 43,6 4 17,9 10 1,3 3-59,4 2-242,1 4 1,4 3-117,18 12 37,1-21 1,3 0 49,0-8 0,5-2-1450,21 12 1,7-4-838,-8-16 0,3-2-330,-1-1 1,3-1-1,-1-4 1884,14-5 0,-1-6 1130,0-7 1,-2-5 767,-3-3 0,-3-5 1800,-5-4 1,-3-4-93,-6-1 0,-3-1-869,-4-3 0,-3 0-635,-4 0 0,-2-2-1365,-2-5 1,-3 0 845,1-12-49,-6 0 624,-18 21-861,-28 17-163,-7 9 1,12 11 1,1 8-28,4 4 0,4 3 798,-18 17-804,16-4 0,3 2-40,-1 12 14,9-15 0,4 0-21,8 10 269,16-13-255,13-13 3459,13-13-3399,11-18 39,4-18-460,-24 8 1,-2-3 436,1-6 0,-2-2 6,0-6 0,-3-2-72,-1-6 1,-2-2-363,0-5 0,-1-1 419,-1-3 0,-1-1 110,-1 3 0,1 2 55,-3 6 1,-1 2 35,-2 10 1,-1 3 190,0-13 38,-5 20-248,-5 15 11,-2 9-17,-4 13 1037,-1 3-780,-16 40-282,13-23 1,-1 2-52,-5 18 0,0 6-132,3 1 0,2 2-309,5-15 1,1 2 0,1 0-617,1 2 0,1 1 0,2 1 944,4 5 0,1 0 0,1-5 0,-3-3 0,1-5 0,4-4 0,0-1 1</inkml:trace>
  <inkml:trace contextRef="#ctx0" brushRef="#br0" timeOffset="8417">11615 2612 20940,'13'-46'1173,"-1"0"1,1 0-1,3-16 1,-2 5-402,-4-4-256,-5 19-208,-4 18-314,-2 16 14,0 10-47,-5 21 50,-6 22 0,2-8 0,-1 3-6,-2 10 1,-1 3-449,-2 6 1,0 2 442,5-19 0,0 1 0,2-1-9,-2 20 1,3-2 14,3-5 0,4-4-6,6-7 0,4-4 0,8 12 56,25-19-6,-7-35 0,21-18-33,-29-1 0,-1-3-199,1-4 0,0-2 212,0-1 1,-1 0 5,-3-1 1,-1 1 2,-2 1 1,-1 0 94,12-23-33,-11 18 212,-4 4 711,-12 20-957,1 0-72,-5 12 22,-3 8 425,-3 11-442,-1 3 6,-9 28-34,5 9-23,0-7-33,5-1-285,9-22-499,7-4-897,8 2-3544,9-12 5309,1-9 0,-10-7 0,-7-1 0</inkml:trace>
  <inkml:trace contextRef="#ctx0" brushRef="#br0" timeOffset="8609">12274 2455 24581,'-44'-17'-2644,"12"3"-1120,45 50-190,-2-12 3954,5 10 0,-10-21 0,0 0 0</inkml:trace>
  <inkml:trace contextRef="#ctx0" brushRef="#br0" timeOffset="9034">12463 2613 24788,'7'-48'592,"0"0"0,-1 3 0,-2 14-570,-4 30-27,-1 4 10,-1 6-5,-4 37 12,4-4-12,0-6 0,1 3 33,8 22-38,6 1-12,8-19 0,3-1-45,0 12 51,-3-23 0,-7-4-39,-24-6-118,-18-13-191,-15-2-409,-14-18 113,11-9-342,1-23 566,23 4 193,14 3 0,3-1 322,2-12-202,4-11 465,3 21 364,3 11-106,-1 3-297,-1 6 246,-2 10-503,-2 7 39,0 9 191,-2 3-147,-4 32-3470,-3-2 3314,-2 13-879,3-16 1,-1 1 900,1 20 0,-2-6 0,7-20 0</inkml:trace>
  <inkml:trace contextRef="#ctx0" brushRef="#br0" timeOffset="9382">12859 2852 25578,'18'-39'379,"0"0"1,0 0-1,4-8 1,0 0-232,-1-2 1,-2 3-990,3-9 871,-7 12 0,1-8 0,-3 4-737,-4 3 0,-2 1 729,4-10 1,-3 1 24,-9 11 1,-5 5 656,-16-8-643,-4 10-55,-2 14 5,4 24 17,1 31 22,0 19-166,10-9 1,2 3 126,4-10 0,2 3 151,1 3 1,2 5 0,0-3-157,2 5 0,1 1-10,1-4 0,1 4 0,1-4 1,0-3 1,3 0-99,11 16 0,4-3-100,6-1-432,-7-22 0,5 3 0,0-7 633,20 6 0,0 3 0,-23-31 0</inkml:trace>
  <inkml:trace contextRef="#ctx0" brushRef="#br0" timeOffset="9565">12852 2503 25948,'29'-32'-1675,"5"16"1,5 6 1674,1 8 0,0 4 0,-4-2 0,-2 0 0,18 0 0</inkml:trace>
  <inkml:trace contextRef="#ctx0" brushRef="#br0" timeOffset="9951">13815 2121 26586,'-46'-6'73,"0"-1"0,4 3 0,6 7-17,8 30-28,10-5 28,5 19-34,13-16 17,7 11-11,4-20 112,21-6-28,-4-12-16,16-10 16,-6-11-6,-3-9-44,-12 2 117,-8-11-56,-15 14-78,-4-3 44,-17 5-61,6 11 146,-25-1 25,21 7 5,-22 8 7,19 5-149,-6 12-562,14 10-1219,6 12-185,7-4 1876,5-7 0,1-2 0,-1-8 0,4 12 1</inkml:trace>
  <inkml:trace contextRef="#ctx0" brushRef="#br0" timeOffset="10242">13899 2640 26514,'-47'0'225,"1"1"1,3 0 0,7 6-181,11 19-11,6 6-29,7 4 6,7-1 6,5-9 28,15 5 28,4-16 28,13 2-34,-2-16 22,-1-11-5,-1-8-50,-4-11 5,-6-6-28,-7-4-61,-5 1-376,-10 6-1455,-5 8 1881,-10 9 0,9 8 0,-3 5 0</inkml:trace>
  <inkml:trace contextRef="#ctx0" brushRef="#br0" timeOffset="10748">2301 4070 6956,'53'-23'1110,"-1"1"0,1-1 0,3 1 0,2 1 1,0 2-53,-13 8 1,1 2-1,1 0 1,2 0-1287,4 0 1,3-1-1,2 1 1,-1 0 0,-3 0 423,-2 0 0,-3 2 0,0-1 0,5 0-26,-2 0 1,3 0 0,3 0 0,1 0 0,-1 0 0,-3 1-260,2 0 0,-2 1 0,-1 0 0,2 0 0,2-1 141,-5 2 0,2-1 0,1 0 0,2 0 0,0 0 0,0 1 0,1-1-80,-6 1 1,0 0 0,-1 1 0,1-1-1,2 0 1,2 1 0,4-1 0,5 1 41,-15 1 1,3 0-1,2 0 1,3 0-1,2 0 1,2 0-1,1 0 1,2 0-1,0 1 1,0-1-1,1 0 1,0 1-1,-1-1 1,-1 1-1,-1-1 1,-1 1-1,-2 0-75,1 0 0,0 0 0,-2 0 0,1 0 0,-2 0 0,1 1 0,-1-1 0,0 1 0,0-1 0,1 1 0,0-1 0,0 1 0,1-1 0,1 1 0,1-1 61,-5 1 1,1-1-1,1 0 1,1 1 0,0-1-1,1 0 1,0 0 0,0 1-1,0-1 1,0 0 0,1 1-1,-2-1 1,1 1 0,-1-1-1,-1 1 1,0 0 0,-1 0-1,-1 0 2,8 0 0,0 0 0,-1 0 0,0 1 0,0 0 0,-1-1 0,-1 1 0,0 0 0,0 0 0,-2 0 0,0-1 0,-1 1 0,-1 0 0,-2 0 0,10-1 0,-3 1 0,-2 0 1,-1 0-1,-1-1 0,0 1 1,1 0-1,1-1 0,1 1 1,2 0 1,-6-1 0,1 1 0,2-1 1,0 1-1,0 0 0,2-1 1,-1 1-1,1 0 0,0-1 1,0 1-1,0-1 0,0 1 1,-1-1 4,0 1 0,-1-1 0,1 1 0,-1-1 0,1 1 0,-1-1 0,1 0 0,0 1 0,0-1 0,1 1 0,0-1 0,1 0 0,1 1 1,-7-1 0,2 1 0,0-1 0,2 1 1,0-1-1,0 1 0,1-1 0,-1 0 0,1 1 1,-1-1-1,-1 1 0,-1-1 0,0 1 0,-2-1 1,-1 1-1,-2-1-8,8 1 0,-2-1 0,-2 1 0,-1-1 0,-2 1 0,0-1 0,1 1 0,0-1 0,1 1 0,1-1 0,3 1-7,-5 0 1,3-1-1,1 1 1,2-1 0,0 1-1,1 0 1,0-1 0,-1 1-1,0 0 1,-1 0 0,-2 0-1,-1 0 1,-3 0 0,-2 0-140,15 1 1,-4-1-1,-3 1 1,-2 0-1,-1 0 1,1 1-1,1-1 1,2 0-841,-8 0 1,2 0 0,1 0 0,1 1 0,-1-1 0,0 0 0,-1 1 0,-1-1 0,-2 1 0,-3-1 633,16 1 1,-1 0 0,-4 0 0,-1 1 0,-4-1 0,-2 0 0,5 1 0,-1 0 0,-7 0 0,-11-1 0,12 1 0</inkml:trace>
  <inkml:trace contextRef="#ctx0" brushRef="#br0" timeOffset="90927">2531 5480 22761,'20'33'769,"22"-4"-735,-13-22 1,6-4-942,8 2 0,5 0 0,-3-1 905,-6 0 0,2-2-5,3 1 1,9 0 0,0-1 0,-4-1-12,14-1 1,-2-2 10,-12 2 1,2-2 0,-2 0 0,15-3 1,-4-3 15,-13-2 1,-3-1 91,-4 1 0,-2-1 838,18-14-632,-42 5-173,-15 4 167,-15-7 62,-9 1 241,-23-17 983,14 12-1292,6 6 1,2 1-135,6 4 995,-12-8-1050,24 18-74,-1-1-94,7 6-1,2 2 62,5 6-6,7 7 6,2 3-11,25 23-28,-6-7-1696,-8-8 0,1 2 1522,15 21-2509,-7 1 2319,-14-9-1772,-20-7 0,-7 0 2175,-12 8 0,-2 4 0,5-27 0</inkml:trace>
  <inkml:trace contextRef="#ctx0" brushRef="#br0" timeOffset="91404">4807 5590 23218,'-16'-42'875,"1"-1"1,2 6 0,1 8-710,4 20-144,4 10 32,2 14-37,1 14-29,0 17-128,1 11-171,0-25 1,0 1-783,2 1 1,1 0 1092,0 2 0,1-2 0,2 4 0,0-6 0</inkml:trace>
  <inkml:trace contextRef="#ctx0" brushRef="#br0" timeOffset="91596">4792 5076 20005,'-12'28'-1668,"-1"-14"1,18 1 0</inkml:trace>
  <inkml:trace contextRef="#ctx0" brushRef="#br0" timeOffset="92221">5003 5544 26642,'27'-35'17,"-2"16"-6,-9 57-11,-4 5 6,-7 1 0,-2-9 16,-3 6 6,-1-22 112,1 3 56,0-20-78,0-15-51,3-13 34,4-17-20,3 10 0,0-1-31,6-15 3,-2 15 1,0 2 41,5-2-17,2 0-44,-4 13-23,-4 10-11,1 7-11,3 7 11,6 6 11,14 15-22,-9-4 0,13 13-6,-14-7 6,5 6-6,-6 0 6,-9-4 33,-9-7 40,-5-8 27,-4-7 1,-4-13-23,-3-7 23,0-22-68,2 7 12,6-18-6,7 16-11,5-4-6,4 6-39,2 14 28,-4 5-6,0 10-11,2 8 1,4 9-7,6 9-83,2 10-183,-10-8 1,-1 2-216,6 12-713,-6-9 0,1 1-7184,7 11 8401,2 4 0,-10-20 0,-7-14 0</inkml:trace>
  <inkml:trace contextRef="#ctx0" brushRef="#br0" timeOffset="92726">6094 5588 27006,'19'28'275,"-5"9"-247,-10 11 0,-2 6-17,-1-18 0,3 3-2,6 16 1,4 7-1,1-5-1559,0-11 1,0 0 1549,0 2 0,1 4 0,0-7 3,2-8 0,-2-8 920,-4-6-862,2 2 499,-22-32-532,-16-29-17,7 9 1,0-2-201,-1-3 1,-1-3 202,-3-12 0,2-3 293,4 3 1,2-2-299,0 0 0,1-3 1,1 3 1,0-3 0,2 2-3,0-4 1,2 0 24,5 6 1,3 4-17,-1-6-17,2 5 0,5 0-195,18-6 161,9 5 23,6 4-11,12 21-1,-7 13 6,13 10 1,-4 13-1423,-26 4 1,-3 3 1432,7 10 148,-17-1 1,-8 2-115,-20 6-37,-13-1 1,-7-2-20,-11 2-118,-4-7 1,-2-3 80,2-8-756,16-7 1,2-3-1549,-2-2 2369,10-10 0,16 0 0,2-2 0</inkml:trace>
  <inkml:trace contextRef="#ctx0" brushRef="#br0" timeOffset="93126">6580 5710 23131,'-1'3'3696,"-1"-1"-2122,2-2-1541,21-44 6,-8 17 1,2-4 2,5-15 0,0-4-748,0-4 0,-3-1 712,-4-1 0,-2-2-342,-5 16 1,-1-1-1,-1 2 336,1-10 0,-2 1 0,-1-6 0,-3 1-159,-3 13 0,-2 3 159,2 3 0,-2 2 0,-9-20 0,6 36 920,4 11-920,1 18 0,2 47-6,2-24 0,1 2 278,1 22 1,3 3-430,1-2 1,1-1-49,0-9 1,2 2-849,1 2 0,2 4 0,0-6-1269,-1-10 0,1 0 1011,-1 0 0,2 3 1,1-6 1310,1-4 0,-1-7 0,1 4 0,1-3 0</inkml:trace>
  <inkml:trace contextRef="#ctx0" brushRef="#br0" timeOffset="93488">7089 5520 20543,'-3'-2'5315,"1"0"-4038,2 2-1282,-21-15-1,16 11 12,-13-10 10,33 16 1,7-1 0,16-4-6,-6-3 40,18-19-23,-19 0-12,8-16 29,-20-1-6,-9 7 118,-8-13-34,-9 20-44,-1-4 190,-17 13-85,5 13-128,-5-1 28,-5 14-78,8 8-6,-8 12 0,9 14-11,7-4-3,7-4 0,5 1-93,8 14 12,3 9-384,11-25 1,5-4-1528,24 11-1593,-11-13 0,4-2 2951,-8-8 1,-2-3-1,12 2 1,-20-9 0</inkml:trace>
  <inkml:trace contextRef="#ctx0" brushRef="#br0" timeOffset="95680">7612 5590 21047,'0'-8'2433,"-2"-32"1,-2-4-2114,2 18-108,-2-20 1,0 3-39,2 32-157,1 2-23,2 14 34,4 12 11,6 27-22,-4-13 0,-1 2-12,1 3 1,-1 1-3,-1 2 0,-1 0 16,-2 0 1,0-1-9,1 19 0,0-6 45,-2-24 129,-1-16 5,0-6-89,-2-17-39,-1-13-23,1-16 6,4-13-23,0 23 1,2-2-297,0-1 1,2-1 284,1 1 0,2 0-5,10-26-284,11 11 278,-9 22-22,12 8 16,-11 18-3103,16 14 3109,-12-2-1822,22 27 1822,-26-17 123,18 22-134,-17-13 5,5 7 1,-8-7 2290,-7-7-2223,-5-11 3453,-6-7-3381,-1-14-111,-1 0 5,-2-20-12,1-2 1,-1-12-6,9-5 6,4 3-6,8 3 12,8 6-34,-3 13 11,-2 8 5,0 14-10,-1 12-18,9 10-16,12 24-11,-5 0-1,-14-16 1,-1 0-51,7 7-252,5 6-324,-7-15-427,6 2-324,0-13-3963,8-22 5065,-12-6 193,8-24 396,-18 0 292,-1-10 363,-5 1 757,-4 2-1204,-3 17 296,-3 0-218,-2 18-185,-1 1-331,0 3 3371,0 6-3387,0 5 26,0 7-43,0 6 11,1 3-11,2-1 0,4-2 12,3-5-1,4-6 45,3-5 11,5-12-11,4-9 45,2-25-79,-9 10 51,-4-22 28,-15 18-17,-5-8 50,-8 3-55,-3 16-35,-4 6-32,8 15-1,-6 9 0,3 8-11,-17 35 0,9 9-9,10-21 1,3-2-9,1 17-55,11-5-1,3-22-185,25 21 93,0-29 0,3-3 106,-5 2 0,3-2-6,16-2 1,2-8-436,-11-9 0,-2-4 505,25-2 20,-28-5 1,-4-4 34,-2-11 153,4-23-146,-13 18 84,0-15-11,-9 24-11,2-4-95,-4 14-40,-1 7 6,-1 16 1020,6 19-1020,1 8 5,3 8 34,-2-5-34,4 22 1,-1-17-17,5 16 33,4-16-22,-13-24 84,8 5 62,-14-22-68,6-11-71,9-26-7,1-4 0,7-11 0,-4 12 0,-9 17 0,0 9 0,-7 15 0,6 12 0,13 19 0,-3-5 0,4 1 0,3 0 0,3-2 0,9 1 0,5-2 0,-16-11 0,1-3-263,13 4 0,1-4 263,-10-6 0,-3-6 0,-3-4 0,-2-6 0,16-27 0,-17-4 0,-17 9 0,-4-6 0,-4-15 0,-1-1 0,0 10 0,-1-2 0,-2-8 0,-1-6 0,0 6-382,-1 9 0,0 2 382,-1-11 0,-1 3 0,1 16 0,-2 5 0,-5-6 0,1 10 0,-1 21 0,6 18 484,-3 27-484,0 12 0,1 4 0,0 5-380,1-1 1,1 3 379,1-8 0,1 2 0,1-2 0,2 4 0,4-1 0,2-10 0,5 1 0,4 0-215,10 0 0,7-2 0,1 0-519,2 2 1,2-2-1,1-1-837,2-1 0,0-2 1,1-4 1570,-3-8 0,-1-3 0,-5-5 0,8 5 0,-2-5 0</inkml:trace>
  <inkml:trace contextRef="#ctx0" brushRef="#br0" timeOffset="95842">10158 5281 26043,'-1'-5'874,"1"2"-897,0 3-257,67-54-1122,-35 46 1,3 2 1401,16-11 0,7-5 0,-6 7 0,-16 13 0,-3 4 0,7-2 0,1 0 0</inkml:trace>
  <inkml:trace contextRef="#ctx0" brushRef="#br0" timeOffset="96850">10985 5477 23528,'21'-49'640,"-1"0"1,-1 4 0,-11 9-356,-28 19-139,-5 8 22,-23 28-101,9 6-288,11-2 0,2 2 243,-7 19 107,11-9-117,6 6-18,11-4 12,7-4 33,9-4 45,12-17 420,6-10-353,7-14-11,3-11-11,1-13 56,-4-7 17,-6-2-18,-7 2 11,-7 7-77,-6 10-23,-5 10-95,-3 11 17,-2 13 22,-3 21-67,1 8 31,-1-6 0,2 1-20,7 17-3375,14 11 3398,1-30-6,24-1 16,1-23-5,-14-7 1,2-3-168,4-5 1,0-5 171,1-6 1,0-4-269,0-4 0,-2-4 285,-2-4 1,-2-4 8,-3-6 0,-4-1-25,-6 9 0,-3-2 24,-5-5 0,-2-4 0,-3 2 9,-1-4 1,-2 0-14,-1 5 0,-1-4 1,-2 4 12,-2-2 1,-4 5-40,1 9 1,-2 5 2943,-6-3-2955,3 21 0,1 22 0,-1 18 0,-3 22 0,5-15 0,0 2-203,1 6 1,0 3 202,1 6 0,2 2-15,2 3 1,3 0-148,4 2 0,4 0-121,3-1 0,4-2-255,7-2 1,4-3-374,4-4 1,3-3-611,2-7 1,1-3 1520,1-7 0,-2-4 0,6 1 0,-12-13 0</inkml:trace>
  <inkml:trace contextRef="#ctx0" brushRef="#br0" timeOffset="97233">11650 5339 21780,'-54'-26'1025,"0"0"0,2 1 0,15 7-1019,31 16-6,1 3 56,13 7-28,9 6-17,19 5-22,19 0 2,-21-10 1,4-2-714,5-1 0,2-1 711,3-2 0,2-1 19,0-3 1,0-3 44,5-5 0,-2-5 238,-7-10 1,-4-3-177,-9 8 0,-5-3 176,-8-8 0,-6 0 353,-11-3-95,-4-6-118,-4 7 1427,-6 7-1774,2 12-22,-2 5-56,4 12-6,-4 11-17,-5 28 17,4-8-23,5-2 1,2 2-129,2 15-395,12-6 0,8 1-953,4-8 1,6-3-3418,5 2 1,2-5 4195,-5-13 1,-1-5 0,3-5-1,-22-6 1</inkml:trace>
  <inkml:trace contextRef="#ctx0" brushRef="#br0" timeOffset="97425">12447 4840 24363,'-9'34'-3277,"0"-1"0,5 1 0,9-3 1518,14-5 1,5-3-1,9 9 1,-27-26-1</inkml:trace>
  <inkml:trace contextRef="#ctx0" brushRef="#br0" timeOffset="97806">12888 5114 14488,'4'-5'9830,"-1"2"-8962,-3 3 107,21-62-270,-16 38-436,9-12 0,-8 4 134,-26 22-369,5 10 5,-18 9 11,-5 15-36,11-2 0,0 3-14,-18 16-143,17-10 0,4 4 98,6 21 29,9 0 4,11-5-10,25-12-12,21-14 34,6-6 17,2-9 17,-2-22 22,-15-13 0,5-16 22,-11-11-11,-21 15 1,-4-1-38,-3 4 1,-3 0-17,-1 1 0,-3 0 31,-9-26 11,-4 19-39,-5 0-56,-6 16-1,9 12-184,-13 24 28,16 0-189,-10 23-887,18-4-1080,7 10-4644,14-1 6996,6-9 0,-5-12 0,-6-9 0</inkml:trace>
  <inkml:trace contextRef="#ctx0" brushRef="#br0" timeOffset="98117">13373 5039 27970,'3'21'140,"0"15"-146,-9 3 12,4 16-18,5-32 29,1 3 101,3-16 83,1-11 1,9-25-167,3-11-35,-5 6 0,0-2-212,9-18 212,-7 18 0,1 0 0,16-15 0,-7 18 0,3 2 0,21-6 0,-2 11 0,6 33 0,-26 4 0,1 7 0,-1 6 0,-6 0 0,-3 3-761,5 10 1,-1 6-4156,-3 14 1,-3 0 4208,-6-21 0,-2-2 0,-3 3 1,-3-7-1,-4-20 0</inkml:trace>
  <inkml:trace contextRef="#ctx0" brushRef="#br0" timeOffset="99000">2515 7128 18903,'-47'6'864,"1"1"1,-1 0 0,-13 2-1,10-2-177,16-4-594,23 0 254,29-3-215,7 0-24,22-3 0,6-1-95,-21 1 0,4 0-499,7-1 0,9-2 0,2 0 0,-3 0 482,-2 0 1,-3 1 0,4-2 0,2 1 1,5-1 0,0 0 0,-3 1-10,10-3 1,-3 1 0,-1 0 3,0 0 1,-2 1 0,-1-1 1,-6 0 0,-2 1 1,-2-1 51,10-1 1,-6 1 65,8-7-78,-36 5 84,-55-6 44,-17 2-8,6 4 0,-3-1-368,2 1 1,-1 0 420,3 1 1,1-1 1058,3 0 1,3 0-1088,-3-1 27,10 1-195,26 9 0,6 4-5,2 2 5,24 19-16,3 6-7,-5-4 1,3 1 199,1 3 0,1 1-233,4 4 1,0 0-136,0 3 1,-1 0-440,-4 1 0,-3 2-3128,-8 0 0,-4 1 3747,-7-6 0,-4-2 0,-3 10 0,-4-20 0</inkml:trace>
  <inkml:trace contextRef="#ctx0" brushRef="#br0" timeOffset="100897">5311 7404 9638,'4'-8'6094,"-1"1"-3395,-3 7-845,6-70-1143,-5 41-132,-1-25 1,-4-4 316,-9 10-527,2 13 1,-4 2 45,-3 4 1,-4 6-63,-31-6-218,-7 24-99,26 13 1,0 10-1075,3 9 0,-1 9 1,4-3 1042,2-4 1,2 2-5,-1 6 1,-1 5 0,6-4-107,11-6 1,3-2 118,-1 7 0,2 1-12,4-4 1,4-1-14,12 23 255,4-20-199,28-6 16,-6-23 51,22-13-59,-34-7 1,-2-5 4,0-6 1,-1-6 51,-3-6 0,-1-6 1,-2 2-22,1-10 1,-2-2 739,-4 5 0,-1-3 1,-2 2-760,-3-6 0,-4 2-6,0 3 0,-1 1 166,-1 6 1,-1 3-40,1-21-68,-3 24-89,0 18-51,0 12 6,-1 14 1025,-2 13-1020,-1 21-16,0 19-338,3-23 0,0 1 340,0 4 1,2 1-57,1 1 1,4 1-222,8 8 0,2-1 143,-4-17 0,3-2-227,14 12 0,4-5-87,-6-19 0,2-3 12,9 2 0,3-3 30,0-5 0,1-5 129,-1-7 1,-1-4 220,-2-5 1,-2-4-36,-5-4 0,-3-4 223,-3-1 0,-3-2 263,11-26 56,-9-2 258,-8-10-459,-8 20 212,-4-13-240,-3 32 375,-7-18-302,0 19-57,-11-6 497,7 17-687,-10 11 322,1 14-328,-10 13-11,-4 12-5,-2 9-1,18-17 1,1 0-17,-4 12-11,7 12 5,23-22 39,3-9 96,22-13-73,-11-20 55,14-22 1,-9-8-40,-12 13 1,0-5-351,2-13 1,-2-3 338,-4 1 1,-1 0-15,-1 0 1,-1-1 52,-3-2 1,-2 1 30,-1 13 1,-1 1 2,0-5 0,-1 2 101,-2-15-50,-4 20-101,-2 17-68,1 9-21,1 9 777,0 11-761,-1 14 12,-2 32-35,5-28 1,0-1-1,0 2 1,0 1-82,3 2 1,2 0-324,1-4 1,2-1-48,2 9 1,4 1-2868,10 8 0,3-4 2083,-7-14 1,3-2 1257,19 10 0,0-7 0,-15-14 0,16 2 0</inkml:trace>
  <inkml:trace contextRef="#ctx0" brushRef="#br0" timeOffset="101509">6740 7134 13961,'0'-3'7774,"0"1"-5370,0 2-1284,-9-82-896,5 57 84,-4-24 0,-5 5-117,-6 37-158,-3-1 34,-9 15-44,12 2 21,-7 9 1,-1 3-39,2 0 5,-20 20 0,16 0-5,11-14-17,-9 25 11,17-19 5,2 15-5,5-18 17,9 6 6,14-19-1,-2-3 269,41-12-240,-37-7 27,31-16-5,-32-2-23,0-2-16,-1-2 95,7-27-101,-12 22 19,1-10 1,-1-1 47,-2-5-42,-5 14 0,1-1 62,-3 3 0,0 1 171,3-31-191,-3 13-22,-4 8 240,-2-11-261,-3 9-52,2-14 0,-2 18 0,2 22 0,-1 4 0,2 9 0,0 4 0,-1 3 0,-1 28 0,-2 15 0,0-5 0,0 3 0,-2 5 0,0 4-198,2-8 0,-1 6 1,0 1-1,4-3-3079,2 3 0,3-2 0,0 1 3173,-2 9 1,-1 2 0,3-9-1,6-13 1,2-10 0,-1-6-1</inkml:trace>
  <inkml:trace contextRef="#ctx0" brushRef="#br0" timeOffset="102300">5222 7051 11094,'3'-11'7359,"-2"2"-5838,3-21 0,-1-4-193,-1 5-1060,2-7 1,-2-1 902,-8 10-891,1 15 331,-11-11-376,4 13-50,-7-1-73,1 7-62,-5 5-22,4 5 0,-21 21 0,12-1 0,0 4-20,4-7 1,0 2-462,-16 23 1,3 3 466,19-22 0,2 1-12,-8 13 1,1 1-3,2 11-6,11-16 1,3-1-6,4 13 0,3 7-1505,12-27 1,4-4 1521,3-5 5,19 12 48,5-28 31,-4-10-6,20-9-23,-23-5 29,-9-5 0,-2-1-18,0-6 6,-2 0 1,-1-4 33,-6-1 0,-1-1 292,0 0 1,-1-2-167,3-19 0,-2 1-112,-8 23 0,-2 2-79,1-3 1,-2 3 226,-5-1 3228,-1 20-3440,-1 0-2,0 10-60,1 6 0,-1 9 0,-1 14 0,-1 5 0,1 3 0,0 3 0,1 24-381,2-16 1,2 2 198,6-7 0,2-1-93,-1-9 1,4 0 274,22 18 0,1-5 0,-10-14 0,1-3 0,0-1 0</inkml:trace>
  <inkml:trace contextRef="#ctx0" brushRef="#br0" timeOffset="119404">7591 7044 24570,'38'-21'29,"1"0"0,-1-1 0,2 2 0,1 1 0,1 5-105,19 3 1,1 6-1012,1-2 0,-1 1 857,-6 1 1,-3 2-119,-11 0 1,-4 1 429,5 7-267,-42 6 421,-33 10-239,1-8 1,-3 0 13,-8 3 0,-2 1-375,-5 0 1,1 1 430,-1 0 1,1-1 21,2 0 1,3-1 5,6-3 0,1 0 934,-17 8-1018,19-7 23,18-3 55,16-2-22,16-2-55,16-3 16,18-2-12,-18-4 1,2-1 107,4-1 0,2 0-102,1-4 0,1 0 9,-1-2 0,-1 0 50,-5-1 0,-2-1 71,11-8 312,-13-20-284,-28 4-7,-12-21 68,-17 4-73,9 26 0,-2 1 253,-19-18 38,3 10-61,8 11-124,10 8 563,8 8-837,5 4-23,5 5 18,2 3-23,12 21 28,-3-5 5,5 8 1,1 3-12,8 15-28,-7-11 1,0 0-76,-3-4 0,-1-2-104,7 18-815,-11-14 0,-3-1 1028,-5 13 0,2-4 0,-9-17 0</inkml:trace>
  <inkml:trace contextRef="#ctx0" brushRef="#br0" timeOffset="120027">9706 7352 11581,'31'-39'3013,"0"-1"1,-15 12-1,0-2-2490,6-7 0,2-4 0,-6 2-337,-7-1 0,-6 2 295,0 1 1,-4 2 241,-9-24 13,-9 15-338,-30 14-325,1 19-56,-7 10 11,21 14 0,1 6 104,-9 15-135,8-1 0,4 2 14,2 9-22,13-4 0,6 0 28,13-6 383,8 15-316,16-35 22,5-12 23,5-15-22,2-13-7,-3-12 35,-3-7-1,-6 0 17,-7 5-67,-9 12 90,-2 6-124,-8 14-50,-1 0-5,-1 9-18,2 15 23,1-3-22,5 21-73,2-3-196,5 12 22,1-8-689,1-9 0,4-1-722,20 10-874,-9-9 1,5-2-2102,0-3 1,1-3 4654,-1-2 0,-2-2 0,12 4 0,-21-10 0</inkml:trace>
  <inkml:trace contextRef="#ctx0" brushRef="#br0" timeOffset="120129">10590 7198 12645,'1'-6'8234,"0"2"-7714,3-26 1,0-7-324,-1 2-413,2-8 0,2 0-2943,1 13 3159,1 10 0,-2 10 0,-2 7 0</inkml:trace>
  <inkml:trace contextRef="#ctx0" brushRef="#br0" timeOffset="120518">10591 7108 16863,'-4'4'5063,"0"0"-845,4-4-3949,-18-34-84,12 14-12,-14-33-38,16 20-23,-2-11-266,-2-12 198,4 23 1,0-3 11,-2-16 0,2 0-275,0 15 0,1 1 258,-1-7 0,1 1 224,-5-19-111,1 21-24,-2-8-94,3 30-56,1 11 237,1 14-204,-2 12 0,2 7-31,1 6 1,0 7-12,2 6 0,2 3 6,2 11 0,2 1-58,-1-6 0,2-1-51,7 3 0,3-1-773,-2-10 0,3-1 123,3 11 0,1 0-779,-1-4 1,0-2 1431,-1-2 1,-2-5-1,1 7 1,-5-14-1</inkml:trace>
  <inkml:trace contextRef="#ctx0" brushRef="#br0" timeOffset="120693">10296 6923 25567,'19'-35'-480,"0"-1"0,13 2 0,6 8 480,11 18 0,2 7 0,-17-3 0,-1 1 0,0 0 0,-1 1 0</inkml:trace>
  <inkml:trace contextRef="#ctx0" brushRef="#br0" timeOffset="121525">12063 7223 16774,'21'-42'601,"0"0"1,0 0-1,-1 2 1,-2 0 0,-4 3 344,-7-3 1,-2 4-718,0-22 907,-3 8-643,-16 3-297,-6 15-118,-30-3-67,1 36-5,-2 9-4,18 14 1,3 4 3,-2 5 11,3 9 0,2 1-29,9-3-1011,6 3 0,3 0 1000,7-9 986,12 22-1036,18-28 62,10-7 22,4-8 34,7-24-17,-19-7 0,-1-6-87,3-3 1,-1-4 72,7-13 0,-3-2 2,-12 12 1,-1-4 14,-4-2 1,0-6 0,-2 2 2,-2-3 0,-1-1 23,-2 5 1,0-3 0,-1 2 87,-3-10 1,-2 6 3032,-1-6-3082,-7 8-96,-3 43 0,-3 11 830,1 6-846,-11 39 16,9-17-1006,-3 14 1,2 1 994,4 0 8,1-1 1,2 1-114,5-17 1,2-2 106,1 6 1,4 2-15,6-2 1,2-2 11,9 9-4,-3-19 0,3-7 60,3-9 0,14-11-23,-15-12 1956,5-21-1927,-7-1 2,-9 6 0,-1-2-25,7-20 28,-5-5 326,-9 20-309,-4 11 0,-2 11-51,-1 8-78,-1 6 45,0 7 11,0 1-11,0 22-11,2-10-236,9 32-336,4-18-873,11 14 195,-3-18-4833,10 0 5257,-10-14 0,-4-3 0,-9-7 0</inkml:trace>
  <inkml:trace contextRef="#ctx0" brushRef="#br0" timeOffset="121687">12723 6463 20576,'13'6'0,"-3"0"0</inkml:trace>
  <inkml:trace contextRef="#ctx0" brushRef="#br0" timeOffset="122069">13229 6524 25836,'-42'-1'11,"-1"1"0,2 13 1,9 10-7,21 10 1,6 7-9,-6 12 0,-1 3-1112,0-2 1,0 0 1103,0 3 0,0 0-12,3 1 1,0 0-29,3 1 1,2-2 13,2-13 1,0 2-91,1-2 0,-1 3 0,-1-4-114,-3 1 0,-1-2 81,-5 15 1,-4-4 504,-2-22 1,-3-7-290,-22-4 339,2-37-272,10-29-42,19 11 1,5-2-188,0 6 0,4-2 248,5-23 1,6 0-147,0 17 0,3 1 15,5-17 0,4 0-56,1 15 1,3 2-180,3 2 0,2 3-70,-6 8 0,4 1-4112,24-8 1,4 5 4405,-21 12 0,0 2 0,7-4 0,-3 3 0,-5 5 0</inkml:trace>
  <inkml:trace contextRef="#ctx0" brushRef="#br0" timeOffset="122475">13802 6569 22520,'-2'-5'3406,"0"1"-2337,2 4-1030,-54-54-27,37 45-1,-17-9 0,2 10 11,18 49-11,3-5 1,0 5-615,0 5 0,1 3 572,-3 10 1,1 3-547,3-16 0,1 2 0,0 1 549,1 4 0,0 1 0,2-2-2,0-9 0,0-2 1,3 3-50,3 3 1,3 3 0,1 0-1,0-4-193,4 17 1,1-2-311,-1-6 0,1 3 0,-2-5 50,-1-2 0,-5-6-20,-7-10 1,-6-7-615,-28-1 1503,-2-24-707,5-23 1,1-11 470,12 2 0,1-4 483,-9-17 1,2-5-291,9 5 0,5-1 221,1 2 1,3 0 21,4 4 1,2 1 220,1 6 1,2 1-597,4 3 1,3 1 22,12-26-163,-3 29 1,3 1-272,6 0 0,2 1 59,7-2 0,3 0-1296,6-1 1,4 0 1485,11-1 0,-3 3 0,-21 10 0,-2 3 0,-1 3 0,0 0 0</inkml:trace>
  <inkml:trace contextRef="#ctx0" brushRef="#br0" timeOffset="123867">13850 6918 25091,'41'-13'42,"1"0"0,0 0 0,3-2 0,-2 1 39,-1 3 1,-5 2 7,-9-3 141,15-12-12,-28 3-117,0-5-11,-9-3 22,-7 3 44,-6 2 52,-4 6 16,-8 5-118,1 6-61,0 3-28,0 6 5,3 6 6,-7 7-28,1 12 11,0 7-5,3 7-1,6 4-16,7 0-11,12-1 5,9-2-5,12-7 27,8-5 18,-6-13 21,15-6 12,-18-15 0,11-8 0,-14-11 17,-4-11-22,-4-5-7,-1-5 12,-2 1-39,1 3-17,1 8 0,-2 10 6,11 3-1,-3 11 18,13 0-12,-2 12-22,1 8 16,-1 12 7,-5 8-24,-3 8 12,-6 1 0,-4 0-16,0-4 10,0-6 23,6-5 11,-5-13 28,9-6 28,10-27-73,-6 5 11,3-10 1,-2-3-18,-3 0 9,-3-1 0,-1-2 9,0-13 16,-10 13 0,-2-1-11,1-9 56,-8-6 23,-16 19-63,1 7 80,-12 0-74,9 14-50,-8 8 6,10 2-12,-6 16 0,10 5-22,-1 26 0,4-3 6,6 2-174,14 8-95,5-20 56,4 7-353,7-11-493,11-19 717,-6-10 134,14-26 230,-28-3 50,7-20 74,-14 11 94,3-9 241,-4-3-274,-5 16 235,-3-3-17,-3 22-100,-2 1-281,1 6-11,0 14 12,1 4-12,3 15 6,1-5-12,9 28-10,-8-27-6,10 32 11,-11-35 0,1 4 22,-3-13 224,-3-8-173,1-3 112,2-15-129,1-6-45,1-5 17,12-16-17,-3 18 1,11-10 21,5 17-22,-8 8-16,22 7-34,-13 10 39,6 1-6,8 12 0,-15-8 6,6 2 84,-5-10-28,-17-7 68,10-7-35,-9-9 6,5-21-61,-4-6-12,-2-16-235,-6 13 230,-4 13 1,-2-1-18,4-24 0,-4 23 0,-1 1 0,1-27 0,-2 26 0,-2 9 0,0 21 0,-1 1 0,-1 10 0,-2 12 219,1 5-219,-3 24 0,3 4-43,1-7 1,1 3-745,3-5 1,1 1 595,-1-1 1,3-1-502,6 0 1,4-2-473,0-8 0,1-1 1164,7 9 0,-1-2 0,4 3 0,-5-9 0</inkml:trace>
  <inkml:trace contextRef="#ctx0" brushRef="#br0" timeOffset="124020">15469 6634 23691,'-2'-3'2240,"0"1"-2105,2 2-163,72-54-93,-40 43 1,2 1-388,20-20 0,2 3-550,-14 19 0,-2 6 424,-3-1 0,-4 2 0,5-2 0,-1 2 0</inkml:trace>
  <inkml:trace contextRef="#ctx0" brushRef="#br0" timeOffset="124717">16677 7129 22329,'10'-43'928,"1"0"1,-1 0-1,3-14 1,-2 5-719,-4 19 0,-2 3 704,0-18-813,-6 33-79,-1 12-17,-3 17 6,0 20 1,-1 7-7,0-4 1,-1 3-279,1 2 0,-1 3 0,1-3 270,-1 5 1,0 1-456,1 3 0,-1 4 1,2-2 443,0 7 0,1-1 0,0-12 1,0 2 0,1 0-47,2 5 1,1 1-1,0-6-415,0-3 0,0-4 416,2 12 0,-3-6-299,-11-8 173,-6-50 792,-7-8-621,3-24 0,2-11 39,5 8 1,2-4-178,1 1 0,-1-6 0,3 1 157,3 2 1,2 0 0,1-1 12,0-4 1,2-1 0,1 0-1,1-2 1,3 0 0,0 1-1,1-1 1,1 0 0,2 1 7,2 3 0,1 1 0,2 1-13,1 5 0,1 0 0,2 3-210,9-13 0,3 5 197,-1 9 0,4 6-47,-2 9 1,4 5 40,-1 8 1,1 5-9,1 6 0,0 4 8,-1 7 0,-2 5-198,-2 5 1,-2 4 192,-5 8 0,-3 3 16,-3 7 1,-4 2-6,-4 5 0,-5 1-9,-6 2 1,-5-1 5,-4 0 1,-7-2-1,-5-4 0,-5-3-3,-4-4 1,-3-4 2,-1-4 0,-1-4-50,2-5 0,0-5 1242,-24 1-2909,21-21-750,19-5 2018,16-16 1,5 16 0,3-1 0</inkml:trace>
  <inkml:trace contextRef="#ctx0" brushRef="#br0" timeOffset="125084">17485 6546 25494,'-48'11'149,"1"0"1,3 0-1,8 5-121,5 28-16,12 2 4,11-2 12,14-5 40,10-7 55,13-9 62,9-10 95,6-11-56,1-15-135,-10-3 68,-12-6 0,-3-4 50,3-15-140,-8 10 0,-3-1 57,-2-22-18,-9 5-33,-7 6-34,-8 11-56,-6 10-39,-4 12-61,-1 12-119,3 11-441,7 14-925,13 10-2090,15 7 3692,16 6 0,-10-22 0,2-4 0</inkml:trace>
  <inkml:trace contextRef="#ctx0" brushRef="#br0" timeOffset="125562">18048 6617 24480,'-3'-52'784,"0"0"0,1 7 1,-2 9-466,-4 16-157,2 12-162,-1 1-28,3 7 28,0 4 0,-2 18 0,2 6 0,-1 21 12,10 5-18,7 8-479,-2-29 0,2 0 485,2 0 0,1-1-287,8 17 284,-7-19 0,-1-2-3,-3 3-78,-1 8-5,-14-20-656,-33-1 1462,14-13-980,-28-3 366,22-13-181,4-18 0,2-5 117,-3-20-418,10 16 1,4-1 535,5-20 5,5 20 241,0-3 162,0 14-313,0 14-213,0 8 34,-2 11 741,-3 9-825,-5 15 17,-4 13-12,-4 10-5,-3 7-133,10-28 1,2 0-193,1 1 0,1 1-2028,-3 29 2364,10-4 0,1-25 0,3-10 0</inkml:trace>
  <inkml:trace contextRef="#ctx0" brushRef="#br0" timeOffset="125776">18246 6602 23646,'1'-7'3416,"-1"1"-2912,0 6-364,0 0-117,8-34-12,-5 37 0,5-7-16,-7 36-68,-1 5 0,0 4-518,0-5 0,0 1-3069,3 12 0,1 1 3660,-2-13 0,1-3 0,4 9 0,-3-29 0</inkml:trace>
  <inkml:trace contextRef="#ctx0" brushRef="#br0" timeOffset="125946">18417 6282 22464,'-2'-7'2151,"0"2"-1603,2 5-2900,0 0-3210,23-19 5562,-5 30 0,8-25 0,-14 29 0</inkml:trace>
  <inkml:trace contextRef="#ctx0" brushRef="#br0" timeOffset="126604">18708 6876 26223,'12'-60'285,"0"0"1,-3 15 0,0 2-219,3 0 0,1 0-22,0-6 0,0-1-1578,0-5 0,0 0 1541,-1 0 1,-1-1 33,-2-7 0,-3 4 75,-4 26 0,0 1-98,0-8 1,-1 4 775,-7 5-806,2 23 89,-8 8-72,0 16-6,-8 17 0,-5 17-3,7-7 0,0 0 762,5-11 1,1 1-771,0 8 0,0 5 0,3-3-30,3-1 0,1 1-51,-1 19 0,2 0-127,7-11 1,2-3-250,2-3 1,2-2 159,0-10 0,1-2-785,5 5 1,0-3-1362,2-3-139,1 2 1238,-17-38 1220,-8-7 695,-13-25 633,-2-3 207,5 6 1,-1-2-302,4 6 1,0 0-470,-2-3 0,1 0 261,-5-9-151,4 10-645,8 15-56,4 4-61,8 11-68,25-1 29,-3 2-35,5 2 1,5-1-93,5 1 1,2-1 63,8 0 1,1-3-54,6-2 1,-3-4 215,-12 1 0,-5-4 163,-5-6 0,-6-3 397,-3-17-341,-8 6 643,-19-2-643,0 23 156,-4-9-61,2 12 433,2 3-781,0 2-38,0 10 16,0 9 17,-1 3 11,1 20-218,4 17 0,2-7-804,5-5 0,3 1-6495,5 6 7506,-5-17 0,0-2 0,-1-3 0,-6-14 0</inkml:trace>
  <inkml:trace contextRef="#ctx0" brushRef="#br0" timeOffset="126809">19343 6052 25141,'19'-13'-4542,"5"21"4542,-1 26 0,-2 7 0,4 2 0,-5-3 0</inkml:trace>
  <inkml:trace contextRef="#ctx0" brushRef="#br0" timeOffset="127195">19875 6443 27370,'-41'-7'-8,"0"0"1,3 3 0,6 8-10,2 46 12,9-1-18,11-3 12,7-6-23,11-6 1,8-6 44,15-8-11,-1-9 39,32-17-16,-29-6 5,3-9 0,-3-6 44,-5-22-44,-10 10 0,-3-2-205,-9 3 0,-5-1 202,-3 0 0,-3 1-3,-3-19-2,-4 25 0,-2 5-37,-6 2-45,-13-1 34,10 22-84,-18 22-112,12 6-403,-11 20-813,16 3-1607,10 5-1014,7-9 3313,7 0 0,0-32 0,-1-3 0</inkml:trace>
  <inkml:trace contextRef="#ctx0" brushRef="#br0" timeOffset="127803">20175 6419 26659,'26'-24'-14,"-1"0"0,17-3 37,-37 69-23,-1 7 16,-3 1 7,-1-4-23,-1-7 207,0-9 118,1-16-118,3-13-129,5-17-33,7-12-6,6-8 17,2-4 6,14-11-56,-7 19-23,9 2 11,-14 23 1,14 17-7,-11 4 12,13 13-16,-10 4-12,0 2 16,-3 0 1,-2-3 22,-7-10 12,3-4 10,-6-10 29,9-9-51,-7-3 73,16-20-50,-16 10 61,19-31-56,-23 21 34,0-9 0,-1-2 39,-3-14-255,-3 15 1,-1 0 248,-1-9 19,-2-5-125,-3 25 0,1-4 0,-1 18 0,0 6 0,3 25 464,1 6-464,4 26 0,-3-14 0,0 1 0,1 19-451,-1-21 0,-2 2 451,0 5 0,-3-1-558,-5-6 1,-3 0-2112,-6 17 0,-4-3 2669,-4-17 0,-2-5 0,-11 9 0,10-21 0</inkml:trace>
  <inkml:trace contextRef="#ctx0" brushRef="#br0" timeOffset="128967">2446 8695 19132,'-59'5'683,"0"0"0,13-1 0,6-1 449,1 0-953,37-3-39,26-5-101,5 1 1,5-1-857,18-1 0,3-2 828,-5 2 0,5-1-17,-8 1 1,6 0-1,2 0 1,-3 0-10,2 0 0,-2 0 0,3 0-424,2 0 0,4 0 1,1-1-1,-4 1 409,-8 1 1,-3 1 0,0-1-1,0 0 17,13-1 0,-1 1 0,-2-1-169,-14 2 1,-1-1 0,1 0 177,6-1 1,1-1-1,-7 0 55,15-4 52,-14 1 1,-14-2-20,-35-2 966,-21-6-930,-3 9 0,-5 2 82,-5-1 0,-2 0 284,-3-2 1,0 0-347,10 3 0,-1-1 254,-7-5 1,3 0 485,4 0-303,-18-9-465,40 17 0,1 0-90,14 6-11,8 6 1910,13 5-1893,18 12-33,-2 0 5,-9-4 0,1 3-222,-4-1 1,0 2 8,11 18 0,-1 4-1443,-10-2 0,-6 3 1656,-5 16 0,-5-2 0,-7-1 0,-16-4 0</inkml:trace>
  <inkml:trace contextRef="#ctx0" brushRef="#br0" timeOffset="131621">5087 8876 8158,'4'1'6571,"0"0"-685,-4-1-4502,51-72-773,-35 45 145,13-24 0,-4 0-56,-25 17-202,-9-12-156,-9 13-28,-9 4-51,-5 6-95,-4 8-56,-1 10-33,-4 18-23,-7 15-26,21-4 1,0 4-528,-2 4 0,1 3 522,1 3 1,2 1-15,4-1 0,3 0-98,5-3 1,4-2 114,2 20 0,22-13 0,16-17-6,21-13-2,-19-11 0,2-6-9,14-8 0,-1-5 333,-13 4 1,-2-2-323,15-13 1,-3-4-436,-17 6 0,-3-3 444,6-9 0,-1-3 5,-4-3 0,-4-2-11,-4-2 1,-2-2 2,-4-3 0,-2 0 8,-3 0 1,-1 1 33,-2 3 0,0 1-85,-2 8 1,0 3 232,0-17-55,-3 24-90,-1 18 251,-1 12-290,0 14 1049,-1 16-1105,-1 22 27,1-14 1,1 3-111,-1 7 1,0 3 109,2-4 1,0 3 0,1-3-553,-2 4 1,3 1 484,2-4 1,1 3-1,2-3-154,5-2 1,4-2-219,6 8 0,3-2 73,-4-12 0,4-4-4555,23 0 1,2-8 4729,0-6 0,-13-6 0,-4-4 0,-14-7 1</inkml:trace>
  <inkml:trace contextRef="#ctx0" brushRef="#br0" timeOffset="132222">5815 8685 17602,'0'-5'6727,"0"1"-4817,0 4-1764,-11-35-68,6 37-16,-8-22-23,11 46-11,9 0 17,6-4-28,20-7-12,-7-7 18,17-14 10,-6-19-22,-7 0 17,3-20 56,-22 9 62,-3-23-96,-9 19-3223,-10-17 3257,2 37 56,-9-8-17,-2 23-78,3 5 84,-19 27-90,19-5 34,-16 31 22,15-9-78,2 16-251,11 1 223,17-2 5,5-27 0,5-3 14,5-5 1,3-3-9,1-2 0,2-3 3,13-5 0,2-5 1013,-2-3 1,2-4-1023,13-3 1,0-4 16,-2-4 0,-2-6-21,-19-1 1,0-4 0,-4-4 24,-3-9 0,-4-5 0,-2-1-4,-3 3 0,-3-1 0,-3 0-3,3-22 1,-6 1 2,-8 5 1,-3 2 13,0 9 0,-1 1 36,0-9 1,-1 1-10,1 8 0,-1 3 63,-1 6 0,-1 3-52,1-2-63,-5 12 0,-2 34 260,0 2-260,-13 32 0,-2 11 278,7-15 0,1 4-278,4-1 0,0 3 0,1-2-806,0 4 0,3 1 806,1-2 0,3 5 0,4-2-8,8-6 0,4-1 1,1-2-114,-1 12 1,7 0-499,4-14 0,6 3 0,2-2 1,-3-7-1121,4-3 0,2-4 1739,4 4 0,4 1 0,-6-7 0,1-4 0,-2-3 0</inkml:trace>
  <inkml:trace contextRef="#ctx0" brushRef="#br0" timeOffset="133026">6938 8830 19344,'-6'4'5405,"2"0"-4452,4-4 161,0 0-1030,31-19 50,-6 6-75,5-6 0,2 0-20,-1-1 20,-4-1 0,-2 0-37,-5-1 23,13-23 11,-19 8-11,-2-23-6,-7 12 0,-6-1-16,-6 28-7,-2 11 18,-6 11 100,-8 18-89,4-2 101,-10 37-73,16-8-51,5-10 0,1 1-490,4-2 1,1-1 473,-1 19-163,8-18 1,4-2 150,13 6-1442,14-13 0,4-4 1459,10-3-6,-4-15 1,1-8-410,-9-12 0,-4-5 404,-4 6 0,0-5-29,1-7 0,2-6 1,-5 0 30,-3-3 1,-3-1 2,5-7 1,0-3 7,-10 5 0,-3-3 1,-2 3-12,-2 7 1,-2-1 4,3-14 1,1-7 0,-3 6 6,-5 10 0,-1 1-12,3-14 1,-1 3-1524,-8-1 1543,-1 24 1765,-6 18-1759,-3 20 837,-7 15-815,-4 20-25,10-14 0,1 2 6,0 7 0,1 2-70,2 6 1,3 1 38,0-9 0,4 1-2,4 0 0,3 4 0,2-3-4,6 3 1,3-1-4,0 9 1,6 0-45,7-15 1,7-2 0,-3-5-13,-3-5 1,2-2-226,16 7 1,7 2 0,-4-6-462,-9-8 1,-1-4 94,9 6 1,-2-5 655,3-12 0,-36-5 0,-2-6 0</inkml:trace>
  <inkml:trace contextRef="#ctx0" brushRef="#br0" timeOffset="133569">7743 8645 16723,'-6'-1'7068,"1"0"-5959,5 1-1092,-3-29-129,30 18-140,12-22 62,17 28-214,-7 1 1,2 0 86,-16 2 1,0-1-152,21-2 0,-1 0-77,2-2 472,3-4 291,-34 2 1004,-4-6-830,-14 6 845,-20-1 310,-22 13-987,-1 4 36,-2 3-115,9 12-341,14-5-44,-2 9-24,11-4-21,13 1-6,10-2-17,16-3 22,10-5-61,7-6 5,0-12 45,-7-8-39,-15-3 56,-4-26-11,-15 5-28,-2-20 61,-13 8-33,-7 7-34,-11 12 57,-9 15 27,-6 16 35,-6 16-130,1 15 0,4 14 0,8 8-241,19-24 0,2 2 241,3-1 0,2 2 0,3 29 0,17-2 0,0-32 0,5-2-311,10 0 0,5-2-770,10 0 0,5-3-3835,6-2 1,0-3 3662,-11-4 1,-3-2 0,18 0 0,-43-8-1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13:40:31.4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6093 4095 13670,'14'-60'1935,"0"1"1,0-1 0,-2-5 0,-1 0 0,-8 12-1130,-16-1-526,3 17 0,-6 2-112,-7 11 0,-4 6-95,-31-1-34,6 22 1,-3 9-10,6 5 1,-1 6-720,7 0 1,-2 4 0,1 3 737,4 0 0,0 3 0,1 2 1,2-3-386,0 0 0,3-1 0,-1 5 355,3 0 0,-2 6 0,0 2 0,2-1 0,6-6-22,-3 12 0,5 0 4,4-4 1,0 5-1,1 2 1,6-4 0,5-3 0,5-2 0,2 2-2,1 10 0,3 2 0,3 0-4,3-1 0,3-2 0,5 1-6,4-8 0,4 1 1,3-2-1,1-2 21,10 6 0,2-4 1,6-2-8,-2-8 0,4-1 0,1-3 1,0-5-662,1-3 0,0-5 0,5-4 658,0-4 0,4-2 1,2-4-1,-1-1 6,-5-2 0,-2-3 0,3-1 0,3-2 4,-3-1 0,3-1 0,4-1 1,0-2-1,-1 0 0,-3 0-283,-6 0 1,-1-1-1,0-1 1,-2 0-1,1 0 1,-1-1 277,9-2 1,0-1 0,-1 0-1,-1-1 1,-2-2 8,5-4 1,-2-2-1,-3-2 1,-3-3-128,-7-1 0,-4-3 0,-1-1 0,-2 1 127,7-2 0,-1 1 0,-5-8-48,-6-6 1,-3-8 0,-4 0 0,-7 6 48,-6 1 1,-7-1-3,-4-4 0,-2-9 0,-3 0 0,-1 9-6,-3 2 1,-4 1 5,-1 5 0,-2-5 0,-1 0 0,0 8 8,-3 1 1,-5 2 2,-8-1 0,-9-6 0,-2 0 1,4 8-18,-4 0 1,-3 3-8,-2 1 0,-7-3 1,-4 0-1,4 7-12,-1 8 0,1 5 0,-2 1-13,2 0 0,-1 0 0,-3 1 0,-2 3-22,2 3 0,-2 1 0,-2 3 0,2 0 1,4 1 18,4 0 0,3 0 1,0 3-1,-4 3-126,-7 4 1,-7 3 0,0 3-1,4 1 1,9 1-52,9 0 1,7 1 0,-3 4-474,-9 6 1,-5 3 0,0 3-1,9 1 654,9 5 0,5 1 0,2-3 0,-8 4 0,4-2 0,10-2 0,1 1 0</inkml:trace>
  <inkml:trace contextRef="#ctx0" brushRef="#br0" timeOffset="468">5792 4498 18453,'-1'-3'4185,"0"0"-2365,1 3-1736,-64 5 101,32 22-169,-4-19 1,1 4 56,11 39-62,17-31 12,1 14 77,16-17-38,-2-5 106,19-3 180,6-18-208,-4 1 302,16-27-302,-28 14 101,8-23-17,-19 11 6,-3-8-40,-10 5-11,-8 6-140,1 13 6,-8 5-73,12 10-213,-7 4-156,12 7-505,5 7 101,7 0-6374,41 8 7175,-8-11 0,6-1 0,-22-8 0</inkml:trace>
  <inkml:trace contextRef="#ctx0" brushRef="#br0" timeOffset="827">6961 4250 27342,'-36'-23'-49,"-1"-1"1,2 9 0,8 10 14,22 22-50,2 25 17,11-20 28,8 8 39,13-13 11,9-9 67,7-6 34,0-13 28,-7-7 28,-10-9 34,-12-5 33,-10 0-39,-13 1-84,-8 2-67,-5 9 22,-27-6-128,23 17-158,-29-5-470,26 17-2212,-9 11-6907,11 1 9808,5 6 0,14-12 0,2-4 0</inkml:trace>
  <inkml:trace contextRef="#ctx0" brushRef="#br0" timeOffset="1577">5697 5276 5832,'6'-9'4990,"-2"3"-1863,-4 6-450,0 0-1663,-74 33 204,39 2 0,-2 6-1444,-3-8 0,-6 1 0,3 4 429,13-2 0,1 2 0,1 1 0,0 0-26,-10 11 0,1 0 1,0 0-108,8-10 0,-1 1 0,0 0 0,0 2-27,2 0 1,-1 2 0,-1 0-1,2 0 1,3-3-41,-7 10 1,4-2 0,1 0-32,-3 9 0,2 1 0,8-6-210,11-10 0,7-3-844,7-5 0,4-2-4032,11 14 4692,15-5 0,-20-28 1,1-2-1</inkml:trace>
  <inkml:trace contextRef="#ctx0" brushRef="#br0" timeOffset="2244">7163 5274 15076,'-4'0'6570,"0"-1"-3282,4 1-3064,-34-48 157,27 30-62,-25-35-44,34 45-225,0 8 23,3 9 84,9 24-112,-1-3 8,0-2 0,2 10-684,2 10 1,3 13 0,2 7 0,-1-2 0,-3-10 622,-3-8 1,-1-5-1,1 7-11,-2-1 1,3 8 0,1 7-1,0 0 1,-2-1 0,-3-8 0,-3-10-608,-4 7 1,-5-4 513,-2 12 0,-3 6 0,-5-5-309,-10-3 1,-6-2-814,4-10 0,-2 0 0,-1-1 1234,-10 11 0,1-7 0,11-15 0,2-6 0,-3 2 0</inkml:trace>
  <inkml:trace contextRef="#ctx0" brushRef="#br0" timeOffset="3701">10734 3693 13043,'-2'-5'6128,"0"1"-4807,2 4-470,-48-61-307,19 42-345,-6-15 0,-3 4 103,-8 26-94,-8 11-113,10 3-368,5 11 1,0 8 418,8-2 0,-1 4-571,1 1 0,-1 3 0,0 1 496,4 2 0,0 3 0,2-2-38,-6 11 1,2 3-6,11-12 0,0 5 0,1 1 0,4-3-32,3-1 1,3-2-1,1 3-4,-1 16 1,1 4 0,5-6-333,3-3 0,10-3 334,19-4 0,11 1 1,-1-9 10,-6-10 1,5-4-388,2-3 1,8 3 0,2-3-1,-1-4 382,4-8 0,0-5 0,3-1-7,-1 0 0,3 0 0,1-2 0,-2 0 0,-9-1 0,-2-1 0,1-1 0,6-3-2,3-1 1,7-3 0,3-2-1,-1 0 1,-3 0 0,-7 0-326,5-1 0,-8-1 0,7-2 339,-7 1 1,7-2-1,4-1 1,-1-2 0,-5 0-1,-7 0 25,7-7 0,-9-2 0,1-3-1,-6 4 0,1-2 1,-1-2-1,-2-1 45,6-9 0,-4-2 0,-3-4-31,-11 4 0,-3-3 1,-2 0-1,-2 2-26,-2 2 0,-3 2 0,-1-3 24,2-16 0,-2-5 0,-4 8-13,-4 13 0,-3-1 61,-1-9 1,-1-7 0,-4 4 38,-5 0 1,-7 1-52,-7-4 0,-6-4 0,-3 8-58,-3 5 1,-6 6-13,5 9 1,-5 1-1,-4 5 12,0 7 1,-5 4 0,-2 2 0,1 1-11,-12-2 0,1 2 1,-6 1-169,13 3 1,-4-1-1,-2 0 1,0 3-1,0 2 126,-1 3 1,-1 3 0,0 3-1,2-1 1,3 1 8,3-1 0,4 1 0,0 0 1,-2 3-55,0 2 1,-3 1-1,0 2 1,2 1 0,5 1-215,-5 4 1,5 3 0,1 0-47,-1-1 0,1 0 1,0 4 255,-4 8 0,0 3 1,8-5-1,-5 5 0,17-8 1,0-1-1</inkml:trace>
  <inkml:trace contextRef="#ctx0" brushRef="#br0" timeOffset="4234">10691 4095 17070,'0'-3'2722,"0"1"1300,0 2-3944,-41-32-11,26 30-22,-30-21-11,37 39 22,4 4-28,4-7 84,8 2 179,11-11-173,-1 0 134,15-10 162,-9-5 96,3-11-84,-7-6 167,-16-17-369,-18 9-156,-11 0-29,-14 19-34,-18 17-38,23 4-230,-17 15 89,40-6-504,-1 15-728,22-3-5668,30 10 7074,1-8 0,1-7 0,-23-13 0</inkml:trace>
  <inkml:trace contextRef="#ctx0" brushRef="#br0" timeOffset="4603">11699 3819 22094,'0'-5'3815,"0"1"-3496,-12-26 0,-4-3-224,6 15-67,-8-17 0,-1 5-56,12 28-44,-10 14 60,8-1-27,-7 30-11,10-9 33,0 6-50,21 3 61,-3-21 6,28 11 45,-2-19 56,14-2 78,6-23-106,-20 2 263,5-32-213,-31 20 129,3-23-6,-14 14 51,-14-17-174,-4 13-83,-15 0-40,7 20-51,-12 8-83,4 6-247,-6 9-571,3 9 952,12 31 0,11-24 0,8 12 0</inkml:trace>
  <inkml:trace contextRef="#ctx0" brushRef="#br0" timeOffset="5268">10720 4961 11659,'0'-4'7999,"0"1"-5025,0 3-2481,-62-25 0,20 33-1921,0-15 0,0 4 1725,-4 35 76,12-1 1,-3 8-1,2-2-617,3-3 0,-2 3 331,1 0 0,-5 8 1,-3 3-1,1 0 1,4-3-58,4-4 1,4-2 0,0 0 0,-2 3-392,-3 5 0,-3 4 1,0 1-1,1-1 1,3-2 357,3-5 0,3-2 0,0 0 0,1 4-33,0 3 0,0 5 1,1 1-1,2-3 0,3-5-253,3-3 0,2-5 1,3 5-71,1 14 0,1 10 1,4-2-1,5-11-179,7-8 1,10-5 537,8-2 0,10 4 0,1-3 0,-5-8 0,15 5 0,3-10 0,-1 0 0</inkml:trace>
  <inkml:trace contextRef="#ctx0" brushRef="#br0" timeOffset="5767">12051 4608 16040,'1'-5'6575,"-1"2"-3589,0 3-2869,1-32-122,0 24 22,0-20 11,1 33 84,7 23 67,13 26-118,-7-15 1,2 4-374,-2-5 0,0 3 0,0-1 306,4 9 1,-1 2-598,-1-4 1,0 3 0,0 3 605,1 5 1,0 3 0,-1 0-35,-5-14 0,1 0 1,-1 1-1,-1 3-615,-2 0 1,0 4 0,-1 1 0,-1-2 0,-1-4 338,-2 8 0,-2-5 0,0-2 0,-1-3 0,-1-1 0,-1-8 0,-6 10 0</inkml:trace>
  <inkml:trace contextRef="#ctx0" brushRef="#br0" timeOffset="6844">15868 3532 14661,'-6'-38'3375,"1"1"0,-18-12-3062,10 7 1,-5 1 100,-8 15 1,-5 6-51,-9 4 0,-3 2-1383,-3 2 1,-2 1 1068,1 2 1,-3 4 33,5 10 0,-2 4 0,5 1-37,5-1 1,-1 3 17,-4 4 1,-6 6 0,-1 1 0,4 0-508,4 2 1,3 1 0,-2 2 460,-2 2 1,-3 3 0,1 1 0,3-1-9,3-1 0,3-2 0,0 5-2,2 3 1,0 5 0,1 0 0,5-5-16,0 4 1,3 1-5,-1 7 1,0 7 0,8-5 4,10-3 0,9 0-27,7-3 0,7 2 0,0-4 32,2 3 0,8-5-16,7-10 1,10-1 0,2-2 0,-3-5 3,6-2 1,4-6-282,1-1 0,8 1 0,1-2 0,-6-3 281,-11-4 1,-3-3 0,7-1-232,5-1 1,10-1 0,5-1 0,1 0-1,-4-1 1,-8 0 229,6-1 0,-7-2 0,7-1 13,-15 1 1,6 0 0,3-2 0,1 0 0,-1-1 0,-3-1 0,-7-1-74,3-3 1,-6-2-1,-2-1 1,2-2 83,7-3 0,1-1 0,-1-2 0,-2-2-40,-6 2 1,-3-2 0,-1-2 0,-2-3 67,-2-6 0,-3-4 1,-1-1-1,-4 3-34,-2 1 1,-3 1 0,-2-3 10,3-17 1,-4-5 0,-3 3 0,-3-4 0,-5-1 7,-1 2 0,-1-4 1,-2 3-14,-2 18 0,0 3 0,-3-1 20,-2-11 1,-3-3 0,-5 5 24,-15-5 0,-11 5-64,2 13 1,-6 2 0,-2 2-12,-5 2 1,-4 3-1,-2 5-24,7 9 0,-1 3 0,-2 3 0,-1 3-13,-8 3 0,-3 5 0,2 2 0,2 1 211,1-2 1,3 2 0,-2 3-256,-1 2 1,-4 3 0,1 2 0,6 2-243,5 1 0,5 2 1,-2 3 341,-3 6 0,-3 5 0,1 0 0,6-4 0,-6 1 0,5 0 0,-1 11 0,0 0 0</inkml:trace>
  <inkml:trace contextRef="#ctx0" brushRef="#br0" timeOffset="7393">15229 3893 18515,'0'-3'2879,"0"1"-941,0 2-1837,-63-21-17,30 27-48,-12-7 1,2 3-65,17 20 17,2 11 33,20-21 135,16 8-62,1-14 151,37-6-122,-4-14-249,-9 3 1,-1-3 213,17-11 51,-13 2 0,-1-3 68,8-11 1,-13 7 0,-5-2 261,-10-16-358,-13 11 45,-44 4-124,11 24-8,-7 2 1,-3 2-60,-6 11-67,-17 4-5,29 5-528,6 17 203,18-13-2573,19 33-575,2-28 3579,21 16 0,-21-29 0,0-1 0</inkml:trace>
  <inkml:trace contextRef="#ctx0" brushRef="#br0" timeOffset="7760">16328 3621 18429,'0'-5'2493,"0"1"940,0 4-3438,-39-31 333,26 32-322,-33 1 162,40 24-201,3 37 21,14-31 525,14 13-507,3-22 39,16-4 224,1-13-6,-2-10-33,-1-15 27,-20-15-100,-9 1 297,-10-23-353,-7 26 61,-13-25-28,-16 18-111,-5 3-46,-2 6-184,-13 13-241,16 11-778,-13 8-5171,18 14 6397,10 6 0,10-6 0,6-7 0</inkml:trace>
  <inkml:trace contextRef="#ctx0" brushRef="#br0" timeOffset="8585">15080 4715 10987,'1'-3'8654,"-1"0"-5030,0 3-2958,-57 5-397,29 13 50,-12 12 0,-11 10 1,4 4-1476,10 6 0,5 4 0,-1 1 1170,4-13 0,0 1 0,-1 1 0,2 4-19,1 3 1,1 4-1,0 2 1,3-2 0,3-7-19,4-5 1,4-4-1,-1 5-66,-2 12 1,0 8 0,2 0 0,5-5-332,7-6 0,5-4 0,5 2-271,4-1 1,5 1-1,3-1 1,0-4 81,-1-2 1,2-5 0,6-2 608,8-5 0,8-2 0,0-4 0,-8-6 0,17 1 0,-12-11 0,-1 0 0</inkml:trace>
  <inkml:trace contextRef="#ctx0" brushRef="#br0" timeOffset="9103">16523 4394 15765,'-5'-3'4666,"2"1"-298,3 2-3942,-29-10 202,32 60-374,-10-6 1,0 5-1058,13 3 1,5 6 849,-4-6 1,0 7 0,0 0 0,-1-7-620,0 4 0,0 1 567,0-5 1,0 7 0,0 0 0,-2-3-26,-1-3 0,-1-3 0,-2 4-154,-3 4 1,-3 5 0,-1 0 0,0-4-75,1-3 0,-1-4 0,-4 4-1709,-4-7 1,-3 5 0,-2 0 0,1-3 0,1-9 1336,-2 5 1,-1-5-1,1-2 1,-1 3-1,4-12 1,7-12 0</inkml:trace>
  <inkml:trace contextRef="#ctx0" brushRef="#br0" timeOffset="10718">5321 5508 6669,'3'5'3825,"-1"-1"3322,-2-4-6021,21-33 6,-15 21-24,16-25-167,-21 30-380,-5 3-242,-9 2-22,-14 8 28,-17 6-163,0 4-883,-4 5 1,-3 4 826,8-1 0,-3 2-54,-2 2 1,-3 2-1,2-1-35,12-5 0,2-2 0,-5 4 5,1 0 0,-6 4 1,-1 1-1,0 0 1,6-3-723,-3 0 0,5-2 0,-7 5 704,1 0 1,-6 4 0,-5 4-1,0 0 1,3-2 0,4-3 2,1 0 0,5-4 0,0 1 0,-4 2-13,5-2 0,-3 2 1,-1 1-1,0 0 1,3 0-1,4-3-117,-13 15 0,6-3 0,3-2 29,7-9 1,3-1 0,7 0-535,4 7 1,11-3-9204,24 2 8593,-4-8 1,8-10-1,-12-17 1</inkml:trace>
  <inkml:trace contextRef="#ctx0" brushRef="#br0" timeOffset="11617">7402 5217 21573,'-22'-10'2196,"1"-5"-1681,16 5-128,-3-3-96,1 1-174,1 5 163,-3-3-145,6 5-101,-1 0-96,3 2 40,1 3 28,5 4 5,1 0 45,22 18 33,4 5-36,-5-2 1,4 3-948,-2 1 0,3 3 1,-1-1 904,4 4 0,0 0-8,-5-4 1,1 1 0,1 0-475,5 3 0,1 1 0,0-1 400,-4-4 0,-1-1 0,3 1-238,-1 1 1,3 2 0,0 0 0,-3-2-2969,3 2 0,-3-2 0,-3-2 2971,4 3 1,-4-2-1,6 8 1,-29-28-1</inkml:trace>
  <inkml:trace contextRef="#ctx0" brushRef="#br0" timeOffset="12610">10113 4740 21439,'-28'17'636,"-1"0"0,-14 6-368,12 7 1,-4 5-1325,4-7 1,-2 2 0,0-2 1158,-8 8 1,-3 2-30,8-8 0,-3 2 1,-2 1-1,1 0-17,-1-2 1,0 1-1,0-1 1,-1 1-42,0 1 1,0 0 0,0 0 0,0-1-12,2 0 1,0-1 0,0 0-1,1 0 0,-9 10 1,2 0 0,6-4 373,10-9 1,2-1-380,-16 19 0,2 0-51,20-18 1,3-2 681,-13 17-961,1-1-6,21-29 336,-6-4 0,11-6 0,-1-6 0</inkml:trace>
  <inkml:trace contextRef="#ctx0" brushRef="#br0" timeOffset="13694">8521 6020 21136,'-30'-26'319,"0"0"0,-1 2 1,3 11-129,3 26 27,-4 12 1,0 7-96,5-3 0,0 3-805,-8 17 0,1 1 729,10-7 1,2-2-23,4 0 1,2-2 70,4-4 0,2-1-90,10 22-2887,24-11 2914,1-21 34,33-7-226,0-25 181,-18 0 1,3-3 7,4-5 1,1-4 69,1-3 1,-1-4-20,-3-1 1,-2-2 35,-7-2 1,-5-2 111,-7 1 1,-5-2 66,-8-4 1,-9-1-36,-10 2 0,-7 1 1059,-3 2 1,-6 2-1220,-8 4 0,-5 5-34,1 6 0,-1 4-31,-2 2 1,-1 3-40,2 2 0,-2 3-265,-7 2 1,1 3-1044,-13 6-571,1 3 1882,34 3 0,14-8 0,2 1 0</inkml:trace>
  <inkml:trace contextRef="#ctx0" brushRef="#br0" timeOffset="15478">11919 4766 21444,'-8'-35'953,"1"8"-578,7 14-257,0 6 195,0-7-217,0 8 116,0-7-172,0 8 94,3-6-89,-2 6 67,3-5-95,-1 6 16,6-5-16,-3 4 11,16-3-22,-8 5 10,22 0 12,10 16-3,-17-3 1,2 3-975,11 8 0,2 4 980,5 5 0,1 4-11,-11-8 1,2 2-1,2 0-386,2 3 0,2 2 0,3 0 356,-5-2 0,4 2 1,-1-1-1,-1 0 1,-7-5 1,0 0 0,-1 0 0,1 1-302,8 7 0,2 1 0,-2 0 0,-4-2 179,-5-3 0,-4-2 1,-2 1-515,-1 1 1,-1 1 0,-6-3 142,7 23 1,-19-23 0,-12-15 0</inkml:trace>
  <inkml:trace contextRef="#ctx0" brushRef="#br0" timeOffset="16376">13345 5659 20963,'6'-47'730,"0"0"0,0 2 0,-3 7-260,-5 17-257,0 4 162,-7 7-335,3 7 21,-15 7 12,-2 11 39,-15 13 11,-4 13-34,15-11 1,1 1-50,-8 12-133,14-11 1,4 0 98,8 7 0,6 9 16,15-6-11,12-5 34,11-8 11,14-9-14,-20-14 0,3-2-141,6-5 1,0-3 120,-6 1 1,0-2 103,18-11 1,-3-4-1,-19 4 0,-1 0-1175,6-4 0,-3-1 1184,-1-14 102,-22-25 4,-19 16-168,-1 10 0,-5 1-12,-34-5-41,21 22 0,-2 3-18,-2 1 1,1 3-9,0 2 1,1 2-90,-21-1-611,12 6-1473,19 9 2179,17 3 0,5-1 0,7-4 0</inkml:trace>
  <inkml:trace contextRef="#ctx0" brushRef="#br0" timeOffset="17009">14869 4698 22649,'19'-28'347,"0"0"0,10-15-151,-17 36 12,-7 5 21,0 0 314,-3 2-431,-8 6 107,-10 5-34,-20 14-79,-3-1 0,-2 1-86,10-6 0,-1 1 25,-12 7 0,-4 5 0,4-3-970,11-7 0,-1 1 942,-9 6 0,-6 5 0,5-3-3,8-5 0,-1 0 11,-2 0 0,-6 5 0,-2 0 1,3-1 0,-1 1 0,1-2 0,-4 3-1,5-3 1,-4 2 0,-1 1 0,1-1 0,4-4-21,-2 3 1,5-3 0,-2 1 5,-7 5 0,-2 2 0,10-6 0,-1 6-3,11-3 1,5-1 8,9-7-23,-6 16-50,20-29-207,1-2 667,6-10-404,12-15 0,-7 7 0,5-7 0</inkml:trace>
  <inkml:trace contextRef="#ctx0" brushRef="#br0" timeOffset="17959">16435 4552 23651,'-24'-54'583,"13"10"-522,22 43 152,19 1-129,-12 5 280,39 15-196,-24-3-660,15 7 1,4 1 536,4 2-12,-12-6 1,8 3 0,-1 1-16,-8-3 1,0 0 0,1 1-6,10 5 0,3 2 0,0 0-411,-14-7 0,1 0 1,1 1-1,0 0 395,4 1 0,1 1 1,0 0-1,-2-1-405,-4-2 1,-2-1 0,1-1-1,0 1 366,4 3 0,2 0 0,-2 0 0,-4-2-28,13 8 0,-6-3-31,-6-3 0,-3 1-1474,5 8 1,-6-1-1747,2 1 3321,-7-3 0,-7-4 0,-21-16 0,-2-2 0</inkml:trace>
  <inkml:trace contextRef="#ctx0" brushRef="#br0" timeOffset="20442">17095 6918 22139,'62'10'103,"0"-1"1,0 1 0,0-1-1,-8-4 1,2-1 0,0-2 0,0-2-1,-2-2-1048,8-5 1,-1-2 0,0-4 0,2 0 955,-12 1 0,3-2 0,0 0 1,0-1-1,-2 0 0,-5 1-6,2 0 1,-4 0 0,-2 0 0,4-2-8,0-1 1,4-1 0,-1-2 0,-1 0 0,-4 2 10,4-5 0,-5 1 1,3-2-129,1-2 0,3-3 0,0-1 0,-4 3 130,-4 2 1,-4 1-1,1-3 139,8-6 1,1-3 0,-9 1-78,-10 4 0,-5-2 13,5-14 1,-3-1-59,-12 17 0,-2 0 90,-2-9 1,-3 1 172,-8-17-95,-9 2-134,-4 9 22,-17 15 1749,-6 13-1825,4 9 0,-5 2 6,-13 5 0,-1 3-3,14-1 1,-2 2 696,-18 7 1,5 2-693,14 0 12,-3 2 0,0-1-28,7-1 605,-1-1 0,-1-1-286,-9-3-241,6 1 143,12-6-165,25-2-28,6-3-34,2 1 661,14-4-649,-2 3-6,19-1 0,3-1 11,7 1-328,-3 2 0,9-1 0,-6 1 317,-13 1 0,1 0 0,18 4 0,7 1 0,-7 1 11,-17 0 1,0 1-20,12 6 1,5 4-1,-8 0-25,7 10-1,-8 9 1,-5 3-27,-19-2-344,-11 9 1,-5 1-830,-11-4 713,-6 0 1,-1-2 0,3-17-1,-7 9 1</inkml:trace>
  <inkml:trace contextRef="#ctx0" brushRef="#br0" timeOffset="23293">4896 8475 11670,'-3'2'-1181,"0"-1"1674,3-1-314,73 8-1493,-28-10 1,4-1 1430,9 5 1,6-1 127,-16-5 0,3-1 1,0-1-1,-5 0-46,5 1 0,0-1 25,-2 1 0,7-1 0,2 0 0,0-1 53,2 1 0,1-1 0,1 0 0,-3 0-644,-8 1 1,-1 0 0,0 0 0,7-1 455,-5 1 1,6-1 0,3-1-1,2 0 1,0 0 0,-3 0-1,-3 1-249,4-2 0,-4 1 1,-1-1-1,1 1 1,2-1 190,-3 1 1,2 0 0,0-1 0,1 1-1,2-1 1,1 0-122,-4 0 1,2-1-1,3 0 1,0 0 0,0 0-1,-2 0 1,-3 1-1,-4 0 140,2 0 1,-5 1-1,-2 0 1,2 0-1,6-1-54,-5 1 1,4-1 0,5-1 0,1-1 0,1 1 0,0 0 0,-3 0 0,-3 1 0,-5 1 51,4-1 0,-6 1 0,-3 0 1,4 1-1,9-2-1,-13 2 0,6-1 1,4-1-1,4 0 1,2 0-1,1-1 1,1 1-1,-2 0 0,0 0 1,-4 0-1,-3 1 1,-5 1-19,12-2 1,-6 1 0,-4 1 0,0 0 0,4-1 0,7 0-6,-12 1 1,6-1 0,2 0 0,4 0-1,1-1 1,2 0 0,-1 1 0,0-1-1,-1 1 1,-2 0 0,-4 1 0,-3 0 5,11-1 0,-5 1 1,-3 0-1,-2 1 1,2 0-1,2-1 1,4 0-11,-9 1 1,3 0 0,2 0 0,2-1 0,1 0 0,0 1 0,0-1 0,-1 1-1,-1-1 1,-2 1 0,-4 1-14,5-2 0,-3 2 0,-2-1 0,-1 0 0,-1 1 0,2-1 0,1 1 0,3-1 3,-1 1 0,3-1 0,1 0 0,2 0 0,0 0 0,0 0 1,0 0-1,-3 1 0,-2-1 0,-2 1 15,2 0 1,-3 0-1,-2 0 1,-1 1 0,1-1-1,1 0 1,5 1-3,-6-1 0,4 0 0,2 1 0,1-1 0,1 0 0,0 0 0,0 0 0,-2 0 0,-3 1 0,-2-1-19,5 1 1,-4-1 0,-2 1 0,-1 0 0,1 0 0,2-1-1,4 1 5,-4 0 1,4-1-1,2 1 1,3 0 0,0-1-1,-1 1 1,-2-1-1,-3 1 1,-4 1 0,-5 0-9,15-2 0,-9 2 1,0 0-1,7-1-2,-9 1 0,6 0 1,4-1-1,2 1 0,0-1 1,-3 1-1,-6 0 1,-7 1 1,14-1 1,-9 1 0,5 0-3,-4 0 0,8 0 0,0 0 0,-4 0 0,-10 1-2,5 0 0,-5 1 206,4 1 0,3 0 0,-10 0-158,5 1 1632,10 5-1582,-67-4 2043,-19 2-2015,-6-3 3093,-22 0-3121,15-4 68,-19-3 44,4-8-106,-7-2 896,1 0-958,14 5 0,2 0-531,-7 0 542,-9 0 1,-1 0-12,8 3 36,1-1 1,2-1 13,10 0-44,-4-3 11,22 3 202,0-6-197,8 6 124,-12-11-134,15 13 325,-7-5-331,9 9 539,-3-2-601,7 4-151,0 1 168,7 2 28,2 0-11,16 2-22,16-1-4,5-1 1,4-2-451,-13 0 1,4 0 446,12 1 1,7 0 0,-7 0 2,-13 1 1,1 1-3,14 5 0,6 3 0,-8 1 5,-18-3 1,-3 5 10,8 7 1,3 6-1,-8-1 12,0 14-153,-9 9 1,-8 3 231,-21 11-77,3-25 1,-4 0-1,-10 3 1,-4-4-138,-6 11-196,9-16 1,-1-2-2880,-2 6-5572,8-14 8765,6-9 0,4-10 0,2-1 0</inkml:trace>
  <inkml:trace contextRef="#ctx0" brushRef="#br0" timeOffset="25133">20182 3083 15468,'-36'-28'804,"1"-1"0,-1 0 1,-2 1-1,-1 0 1,2 8-452,2 9 0,0 5-833,-11-2 0,-3 4 618,8 8 0,-2 4 0,0 2 21,-13 7 1,-1 6-18,5 6 0,-2 6 0,3 5-45,8 3 0,3 5 0,2-1-426,4-7 0,1-1 1,4 5 343,7 2 1,3 5-1,4-1 1,4-6-19,3-2 0,8 0 23,6 14 1,8 6 0,7-7 29,13-9 1,10-7-358,1 0 1,7 0-1,-1-5 309,-9-11 0,0-4 0,4-2-478,3-2 1,4-2 0,1-1 0,0-2 454,-1-1 0,-1-2 0,1 0 0,0-1-4,0 1 0,0 0 0,2-1 0,4-1-32,-3-1 1,5-1 0,3 0 0,0-1 0,-2-1 0,-4 0-252,-4-2 1,-3-1 0,-1-1 0,0 0 0,2 1 292,8-1 1,4 1-1,-1-1 1,-1 0 0,-5-2-2,-4 0 1,-4-1-1,-1-2 1,1-5-129,1-7 1,2-5-1,0-3 1,-3 1 0,-5 2 172,-3 2 1,-6 2 0,4-5 18,1-3 0,6-5 0,1-4 1,-6-1-1,-11 1 28,-9-12 1,-12-2 0,0 2-46,1 8 1,0 2 0,-2-3 31,-3-19 1,-3-4 0,-4 8-28,0 16 1,-7-1 14,-9-2 1,-9-7-1,-6-4 1,1 3-1,4 9 87,-8-7 0,-4 3-137,4 8 0,-6-8 0,-4-1 1,-2 5-1,1 10-6,-1 10 1,-2 9 0,0 3 0,1 0-7,-6-6 0,1 2 0,-5 2-20,11 5 1,-5 1 0,-2 2 0,3 1-1,6 3-31,-16 1 1,1 6-143,4 2 1,-7 3 0,-1 2 0,7 1-106,4 4 1,4 2 0,-2 4-1276,5-2 0,-3 5 0,-1 1 0,2 0 0,6 0 1584,-5 5 0,7 0 0,1 0 0,4-1 0,2-1 0,6-4 0,-4 10 0</inkml:trace>
  <inkml:trace contextRef="#ctx0" brushRef="#br0" timeOffset="25610">20203 3499 15541,'0'-3'1770,"0"1"1400,0 2-2980,-51 12 12,19 17-188,1-17 0,2 4 0,12 17 0,10 2 8,11-3-10,2 17 100,34-23 128,-4-16 164,20-2 22,-7-21-62,-3-16-207,-12-3-1649,-14-1 1,-3-2 1748,-1-17-117,-5 15 0,-4 0-34,-9-16 129,-12 10-140,-4 15 51,-34 0-129,6 19-81,10 3 0,0 1 36,-12 7-274,-12 13 3312,35-2-4797,-12 32-2117,36-8 3217,4 13 1,5-24 0,1-11 0</inkml:trace>
  <inkml:trace contextRef="#ctx0" brushRef="#br0" timeOffset="26017">21143 3272 23595,'-28'20'-11,"0"-1"0,-10 10 0,61 29 16,9-25 29,9-7 84,3-11-34,-7-8 280,16-21-101,-18-6 50,10-21-128,-22 7 337,-7-24-371,-11 26 89,-9-5 1,-4 1-162,-2 8 27,-21-20-95,7 32-117,-7 3-28,7 6-1323,-6 17 779,18 1-1753,-9 26-77,14-9 2508,-4 16 0,7-26 0,0 0 0</inkml:trace>
  <inkml:trace contextRef="#ctx0" brushRef="#br0" timeOffset="26434">20782 3820 17081,'-6'0'3579,"1"0"-2094,5 0 609,-72-33-1892,53 23-65,-22-10 0,8 3-30,30 14-90,2 1 22,0 9-28,1-1 23,7 21-23,-2-15 28,11 14 28,0-14 34,13 0-28,10-6 0,3-3-604,6 0 553,2-2 1,-2-2-104,-12-2 134,-2-1 1,1-2 75,7-5 196,17-11-196,-33 7-17,-7-4 168,-15-4-151,-2 2-62,-2-9 407,-1 10-608,-1 8-1371,9 3-461,-1 8 1118,8 1 0,-8 1 0,0 1 0</inkml:trace>
  <inkml:trace contextRef="#ctx0" brushRef="#br0" timeOffset="27626">19651 4285 10730,'0'-4'4643,"0"1"213,0 3-4257,-66-23-22,23 39-340,3-6 0,-7 1 1,5 4-1373,11 12 1,1 6 1244,0 0 1,-5 5-1,0 1 1,4-2-1014,1 0 0,3-2 0,-1 2 901,-6 7 0,-1 1 0,3-1 409,-4 5 0,6 1-487,11-2 0,4 4 0,2-4 35,1-8 0,3 1-398,6 18 0,3 8 0,6-12 96,16 4-191,4-22 0,8 3 1,1-7-959,8-8 1,4-6 1495,4 1 0,5-1 0,-5-4 0,-10-4 0,-4-4 0,2-2 0,1 0 0</inkml:trace>
  <inkml:trace contextRef="#ctx0" brushRef="#br0" timeOffset="28243">21477 4130 12148,'0'-3'6312,"0"0"-4691,0 3-624,17-60-269,-7 34-378,2-10 0,-1 0 978,-2 15-880,-4 6-274,-3 4 84,-2 6-27,0 2-1,0 0-135,0 1 129,0 1-44,1 0-113,0 0 168,0-2-151,0 1 151,0-3-117,0 4-225,-1 0 119,1 15-7,2 0-10,3 30-7,2-7 1,0 2-477,2 9 0,1 3 488,0-6 0,0 2 0,1 0-477,-1 0 0,1 0 0,-1 1 452,1 1 1,1 1 0,-2 1-56,0-1 0,-1 1 0,-2 0-83,-2 0 1,-1 0-1,-2-2-45,-1 9 1,-8 0-783,-9-2 1,-7 4 0,-5-6 699,-1-11 1,-4-4 0,2-1-1,4 1 1,1-2 0,0-3-1,-8-2 1,1-1 0</inkml:trace>
  <inkml:trace contextRef="#ctx0" brushRef="#br0" timeOffset="29001">19250 4090 21640,'19'-48'1082,"-32"36"-906,-9 28 1,-6 13-91,-1-2 1,-3 3-546,-12 12 0,-3 4 546,8-8 1,-1 3 0,-1 0-687,0 2 0,-1 1 0,-1 1 613,6-7 0,-2 2 0,2 0 0,1-1-16,-1 3 0,2-1 1,3-2 1,-5 6 0,3-1-40,0 12 1,6-3-5,6-2 7,7-8 1,2-2 572,6-1-861,-1 10-67,3-16 61,2-7-1859,-1-5-706,2-11-6935,-1 3 9351,2-9 0,1-2 0,0-3 1</inkml:trace>
  <inkml:trace contextRef="#ctx0" brushRef="#br0" timeOffset="29458">18429 4901 21112,'-42'13'336,"0"0"0,0 0 1,-7-1-1,6 4-210,6 12 0,6 4-48,10-6 1,3 2-357,-9 18 0,1 1 294,9-14 1,3 0 5,-5 23 1,5-3-23,7-9 19,4-5 1,6-1 359,16 1-295,21 2-14,-12-25 0,4-5 95,13-6 0,2-6-337,-7-5 0,0-3 236,0-1 1,-2-5 33,-6-6 0,-3-4-116,-3-6 1,-3-3 106,0 0 1,-2-5 36,-2-20 0,-6-2-90,-11 22 1,-3 2-21,1-5 1,-6 3 392,-28-11-409,5 26-68,-20-1-5,3 18-398,1 11-16,12 2-1101,3 8 1588,18 0 0,2-5 0,7 0 0</inkml:trace>
  <inkml:trace contextRef="#ctx0" brushRef="#br0" timeOffset="30210">21590 3823 22408,'-42'-19'1042,"9"3"-1014,32 16 89,6 1 57,5 3 16,13 4-27,17 6-12,20 7-1250,-2 0 1138,-13-5 0,6 4-28,-8-1 0,2 2 1,1 1-568,3 1 0,1 1 0,1 1 567,-4-2 0,1 2 1,0 0-1,-2 0-8,8 4 1,-3 1 0,-1 0-14,-4-2 1,-1 1 0,-2 0-246,10 9 0,-6 1 146,-14-6 0,-8 1-602,-5 20-3440,-32-11 4151,-12-14 0,3-13 0,7-9 0</inkml:trace>
  <inkml:trace contextRef="#ctx0" brushRef="#br0" timeOffset="311419">5827 6364 16891,'-1'-44'939,"0"0"1,-1 0 0,1-7 0,-2 7 839,-2 1-1762,0 40 78,3 21-61,-1 7 10,2 7 1,0 4 0,-2 20-26,1-15 1,0 3-6,0-3 0,1 1 3,-1-3 0,1-1 604,0 23-308,2-11 413,0-42-497,1-12-69,-1-25 0,-1-8-99,1-13 169,-2-3 1,-1-3-153,0 14 1,0 2-43,0 0 1,0-3 38,1-16 1,3 1-57,4 23 1,0 2-17,0-7 0,3 2 8,26-14-5,-6 31 5,16-3-34,-2 20 12,5 13 11,-7 3-37,-10 7 1,-1 4-42,1 4-244,1 12 0,-2 2-160,-8 2-1169,-5 0 1,-4 4-1820,-11-14 0,-4-1 3470,-2 5 0,-1-3 0,-5 10 0,-2-21 0</inkml:trace>
  <inkml:trace contextRef="#ctx0" brushRef="#br0" timeOffset="311551">5964 6445 18683,'0'-7'2722,"12"-26"0,4-5-1887,-3 2-729,3-4 1,1-1 61,7-11-208,-6 25-960,8-2 1,5 2 999,12 4 0,1-3 0,-20 18 0</inkml:trace>
  <inkml:trace contextRef="#ctx0" brushRef="#br0" timeOffset="312393">10697 5808 24357,'-3'-38'319,"0"0"0,-3-20-285,2 70 61,-1 26-67,1-5 14,0 13 0,1 0-25,0-5-6,1 1 0,0-1 17,-1-2 56,-1 2 7,1-17 441,-1-10-359,1-13 135,-5-20-218,3 1 8,-1-14 0,1-2-59,-2-6 28,2-20 0,2-4-50,3 31 0,1 0-606,-1-15 1,3 2 599,5 4-76,19 4 54,-11 18-6,24-10 11,-20 24 23,27 1-17,-22 4-22,30 15 22,-34-3-11,14 34 11,-26-19-9,-5 8 1,-3 1 8,-8 0 11,-10 6 0,-3 0-5,-4-6 22,-5-1 0,0-2 56,-1-11 33,-7 3-44,20-24 78,3-21-106,9 4 101,12-35-124,11 24-5,16-17 1170,-5 26-1176,13 5-11,-15 10-23,32 7 12,-27 3-6,3 4 1,-1 2 16,-5 2 61,15 9-50,-19-4-17,-7 16-10,-7-9-169,-33 26 6,-2-30-830,-12 3 1,-3-3-1299,0-4 2307,4-3 0,3-3 0,13-6 0,1-1 0</inkml:trace>
  <inkml:trace contextRef="#ctx0" brushRef="#br0" timeOffset="312861">15706 5546 17288,'1'-6'5876,"0"1"-3821,-15-56-1852,3 44-89,-4-15 1,-4 4-42,-3 27 56,-10 11 0,-2 5-68,0 2-105,-7 12 0,1 3 78,12-2-9,5 2 0,1 1-8,9 1-20,7 1 1,5 1-15,8-1-364,30 2 0,9-4-353,11-13-1948,-12-9 1,9 0 0,-5-3 2681,-1-6 0,-4-1 0,-3 0 0,-3-1 0,8 0 0</inkml:trace>
  <inkml:trace contextRef="#ctx0" brushRef="#br0" timeOffset="313260">20358 4916 21881,'0'-7'3014,"0"2"-2578,0 5 103,0 0-551,-37-19-49,24 38-6,-26-19-317,32 38 0,8 9-98,-3-6 107,0-4 0,2 1-5305,3 16 4832,-1-9 0,1-2 0,-2-21 0</inkml:trace>
  <inkml:trace contextRef="#ctx0" brushRef="#br0" timeOffset="313469">20244 5212 18593,'-5'-48'1801,"1"1"0,-1-1 0,0-7 0,1 4-1631,2 5 1,3 4 333,8-8-140,13 19-263,24 8-106,3 20 16,-14 12 0,-1 6 6,12 17-3,-15-5 0,1 4-581,-1 6 0,0 2 561,-2 0 1,-3 2-32,-1 6 1,-7-1-48,-11 10-73,-20-9-4759,-31-20 1,-6-6 3536,2 3 1,2-6 0,6-4 0,25-11-1</inkml:trace>
  <inkml:trace contextRef="#ctx0" brushRef="#br0" timeOffset="321019">17806 8032 16971,'-33'-53'1282,"0"0"1,7 7 0,-1 11-605,-16 24-344,11 12 0,-2 7-122,-7 10 1,-1 3-2185,0-3 1,1 3 2038,0 6 1,1 9 67,10-1 1,0 6 0,1 2 0,3-4-491,-8 9 0,1 3 373,8-9 0,-4 7 0,0 3 0,2-2 0,4-7-10,-3 13 0,6 3-13,7-8 1,1 9 0,0 4-1,2-2 1,3-9-9,3-5 0,2-6 0,2 5-1,3 3 1,1 8-1,2 2 1,3-4 0,3-11-4,11 4 0,8-8-6,7 3 1,9 0 0,5-6-398,-1-14 1,5-5 0,3-3 0,0 0 414,-9-3 1,1-1-1,1 0 1,0-2 0,1-1-125,0 0 0,0-1 0,0 0 1,2-4-1,1-2 137,-1-3 0,4-4 1,1-1-1,-1-2 1,-3-1-1,-6 2 3,10-2 0,-7-1 1,6-5 16,-6 0 1,7-4 0,3-3 0,0-1 0,-5-1 0,-8 0 11,-6-2 1,-6 0 0,-2-2 0,1-3-17,3-2 1,2-2 0,-1-3-1,-3 1 1,-5 0-12,1-5 0,-7-1 0,-4-5-1,-5-7 1,-4-8 0,-3 0 0,-2 7 150,-2 11 0,-2 4 0,-2-6-143,-3-8 0,-2-10 0,-1-2 1,-1 3-1,-1 10 226,0 7 0,-1 7 0,-3-3-207,-4-12 0,-3-6 1,-3 0-1,-2 8 17,-3 9 0,-2 5 0,-5 0-14,-6-1 0,-5 0 0,-2 0 0,2 5-37,1 1 1,2 3 0,-8 3-21,0 7 0,-8 0 1,-2 3-1,1 2 1,7 4-7,5 2 1,5 4-1,-7 2-76,-7 4 1,-9 3 0,-6 2 0,0 1 0,4 1 0,9 0 2,0 2 1,7 2 0,-6 3-203,4 0 0,-7 4 0,-3 1 0,0 1 0,5 0 0,9-1-11,1 3 1,7 0 0,-2 6 306,-4 5 0,-6 8 0,0 2 0,3-3 0,8-6 0,0-1 0,4 0 0,-4 9 0,0-1 0,0 1 0</inkml:trace>
  <inkml:trace contextRef="#ctx0" brushRef="#br0" timeOffset="321443">17810 8571 17238,'0'-10'1985,"-2"-31"1,-2-3-1241,-3 18-227,-3-20 1,-3 5-217,-5 31-4173,-35 18 3927,25 4-612,-6 13 0,3 4 578,8 2-786,4 8 1,3 0 763,7-4-14,8 2 0,2 0 19,7-8-25,23 20 65,-12-36 246,26-8-157,-25-15 242,20-34-264,-26 15 54,-3-8 0,-2-3-54,-5 3 167,-5-3 1,-3 0-179,-2 9 77,-7 1 0,-3 3-117,-3 11-61,-7-3 6,10 19-168,-5 20 10,10-5-671,1 45-5663,31-22-2325,1 13 8772,11-24 0,-20-19 0,-6-2 0</inkml:trace>
  <inkml:trace contextRef="#ctx0" brushRef="#br0" timeOffset="321785">18570 8406 19384,'0'-5'4575,"0"0"-3259,0 5-1169,-66-49-58,35 50-50,-11-19 1,3 8-7,13 49-4284,10 19 4245,10-18 43,19-4 0,7-3-48,3-10 17,25 13-6,-23-30 185,27-24-68,-25-6-50,-3-1 1,-4-1 3027,-11-14-2966,-5-13-79,-6 20 76,-6-1 0,-2 0-25,-8-2-40,-13-15-38,11 35-51,-7 9-17,9 10-1517,-24 24-3569,25-8 4283,-12 21 0,25-28 0,1 0 0</inkml:trace>
  <inkml:trace contextRef="#ctx0" brushRef="#br0" timeOffset="322901">18048 9187 23455,'-31'-9'361,"1"-1"1,-13 22-144,48 25-117,5 11 84,1-4-118,-3-18 163,18 17-1,2-22-64,2-8 1,2-3-71,12-7 14,2-11 1,2-7 32,-4-11 1,-2-3-104,-4 7 1,-1-3 125,8-22 0,-9 0-114,-19 15 27,-3 1 0,-4 1 74,-8 11-63,-4 1-66,-3 10-12,-3 8-6,1 5-16,-7 18 22,5-7-5,-4 11 0,-2 5-23,0-4 22,-19 23-5,0-13 0,-4-3-5,-16-5 10,17-16 20,-13-3 1,-1-2-9,2-3-9,2-3 0,1-5 9,11-10-34,-5-17 23,18 4 33,4-22-33,15 21 16,-1-5 12,4 12-6,0 12-28,0 1-23,0 6 7,0 6-12,2 12 22,0-1 34,4 17 6,9-2-23,15 5 0,-2-7 0,19-4-11,-21-18-22,20 0-6,-7-10 17,14-7-230,0-8-2168,3-11-526,-21 8 2935,-2-1 0,-27 16 0,0 0 0</inkml:trace>
  <inkml:trace contextRef="#ctx0" brushRef="#br0" timeOffset="323401">17530 9527 22231,'-36'33'276,"0"-1"0,0 1 0,0-1 1,-7 9-1,2 0 0,3 1-231,7-1 0,4 2 0,1 3-1223,-2 8 1,3 4-1,2-4 1181,6-14 1,1-1 0,2 2-12,-2 16 1,1 4 0,4-7-27,6-15 0,5-1-177,8 6 0,6 3 0,2-6 12,-1-10 1,6-4-790,21 7 0,11 1 0,2-7-1845,-10-14 1,0-5-1,3-1 2833,13 4 0,3 1 0,-5-4 0,-3-3 0,-8-3 0,12-2 0</inkml:trace>
  <inkml:trace contextRef="#ctx0" brushRef="#br0" timeOffset="323801">19213 9597 22520,'-4'-8'1540,"-6"-25"1,0-2-1116,4 14-131,-4-16 0,0 2-120,7 23 268,3-11-341,4 10-73,3-4 11,6 4-16,4 2-1,-5 3 163,1 0-123,-10 6 44,-5 1-84,-3 0-10,-5 0-1,-12 0-6,2 1 1,-2-1 0,9-2 5,10-1 34,1-6-45,1 2-12,7-2 12,-1 7 17,19 21-17,-7 1-1707,8 22 0,0 6 1704,-11-19 0,-1 2-16,7 21 1,1 10-1,-3-5-592,-6-13 0,-2 1 153,1 12 1,0 8 0,-5-2 457,-5-9 0,-4-2 0,1-4 0,2 5 0,0-2 0,-5-2 0,0 0 0</inkml:trace>
  <inkml:trace contextRef="#ctx0" brushRef="#br0" timeOffset="326857">18498 10026 16784,'0'-3'5624,"0"0"-3815,0 3-1574,-27-42-134,7 32-28,-29-29 22,-1 45-67,11 0 47,-5 0 1,1 0-42,8 0 13,1-2 1,3 0 8,15-2 28,-3 4-34,12 1 6,-1 8-22,4-2 129,-2 23-101,3-14 41,-3 10 1,0 1-43,1 0-2,-1 1 0,0 0-14,1 0 22,2 5 0,0 0-28,3-4 34,4 2 0,3-1-28,3-15-12,8 7 102,7-16-79,4-6-28,30-8-79,-19-4-128,-8-3 0,0-2-2358,18-13 1689,-1-2 0,-14 7 0,-19 8 0</inkml:trace>
  <inkml:trace contextRef="#ctx0" brushRef="#br0" timeOffset="327057">18116 10320 26222,'49'-37'-100,"0"-1"1,-6 12 0,3 1 0,-9 9 0,-7 10 0,27-4 0</inkml:trace>
  <inkml:trace contextRef="#ctx0" brushRef="#br0" timeOffset="329005">10380 13371 21314,'-4'-52'802,"1"0"0,-1-1 0,1 7 1,-1 1-1,-1 6-220,-7-15-212,1 21-230,5 20-74,2 23 68,3 43-89,-1-7 11,-3 14 0,-2 1-199,3-30 0,-1 1 154,0 15 0,-2 7 1,2-7-498,2-15 0,1 0 491,1 30 1,5-3 22,11-13 50,11 4 79,7-44-34,5-29-61,-6-5 69,-2-8 1,0-1-731,2-5 750,3-3 1,0 0 854,-8 11-942,-1 4 1,-1 3-21,-6 13-10,7 10-6,-14 17 22,0 28-33,-8-6 0,-2 2-1166,1 4 0,-1 0 1118,-1 3 1,-1 0-510,-2 2 0,2 1-4376,2 3 1,1-2 4007,-2-10 1,1-3 0,2 3-1,-1-8 1,0-19 0</inkml:trace>
  <inkml:trace contextRef="#ctx0" brushRef="#br0" timeOffset="329222">11520 13720 25309,'-4'0'1020,"1"0"-802,3 0 12,-29 76-544,12-17-1994,4-19 1,-3 6-1,3-4 2308,1-1 0,3-4 0,-3 12 0,4-22 0</inkml:trace>
  <inkml:trace contextRef="#ctx0" brushRef="#br0" timeOffset="330464">12970 13125 17266,'0'-3'4329,"0"1"-2872,0 2-1272,-62-35 274,27 22-400,-2-7 0,0 2 210,-5 11-191,23 5 84,-20 1-10,9 6 111,-19 12-190,14-1 19,5 3 0,3 0-30,5 0 123,-18 25-107,28-25 304,-4 41-203,13-21-2908,1 16 2813,3-17 62,0 2 598,0 5-671,-2-13 0,-2 3-15,0-3 1,-1-1-14,-6 27-11,2-15-1,5-23 6,6-5-11,8-9-1183,14-1 1177,2-4-203,22-3 136,-18-2 1,1-2-183,7-1 0,-1-1 59,-5 1 0,-2 0-375,17-8-4297,-19-4-4722,-12 7 9562,4-6 0,-16 12 0,-3 3 0</inkml:trace>
  <inkml:trace contextRef="#ctx0" brushRef="#br0" timeOffset="330665">12472 13463 18386,'-4'0'4666,"0"1"-3467,4-1-1250,42 3-7121,21-9 5875,-26 5 0,1 0 1297,6-6 0,-5 0 0,-13 3 0,0-1 0</inkml:trace>
  <inkml:trace contextRef="#ctx0" brushRef="#br0" timeOffset="331272">13403 12128 10114,'-59'-19'355,"0"0"0,0-1 1,0 1-1,3 6 1,-5 0-1,-1 1 0,-1 1 1,2 3-1,3 2-603,3 3 0,3 3 1,1 2-1,-2 1 0,-3 0 334,-1-1 0,-3 1 1,-3 0-1,-1 1 1,1 0-1,1 0 1,4 1-134,-5 1 1,4 1-1,1 0 1,-3 1-1,-7 3 109,14-1 1,-5 2 0,-3 0 0,-2 2-1,-2 0 1,-1 1 0,2 0 0,1 0 0,3 0-1,4-1 1,-3 2 0,4 0 0,2 0 0,0 0 0,1 0 0,-2 1 0,-4 0-26,2 0 0,-4 0 1,-2 0-1,-1 1 0,0 1 1,1-1-1,2 0 0,4 1 1,3-1-40,0 1 1,3 0 0,4 0 0,0 1 0,1 1 0,-2 3 87,-6 5 0,-2 3 0,1 2 0,1 1 0,2-2 0,3-1 30,-2 0 1,5-3-1,-1 2 1,-4 8-43,9-6 0,-4 6 0,-3 4 0,-2 2 0,0 2 0,2 1 0,1-2 0,5-1 0,5-4-71,-2 8 0,6-3 0,3-1 0,1 1 0,-3 4-2,1-6 1,-2 2-1,-1 2 1,0 0 0,2 0-1,4-2 1,4-2 154,-1 8 1,5-2 0,5 0 0,5 2-176,5-2 0,3 1 0,4 1 0,4 0 0,5-2-6,7-2 0,5-1 1,4-1-1,1-1 1,-2 1-76,-3 2 1,-1 2 0,0-2 0,3-1 0,6-6 96,3-4 1,4-3 0,3-3 0,5-4 0,4-5 10,-1-7 0,5-5 1,4-3-1,3-3 1,2-2-1,-1-1 1,0 0-1,-4 1-38,1-1 0,-1-1 0,-1 0 1,0-2-1,1 1 0,1-1 1,4 0 34,-3 1 0,3 1 0,3-1 0,0 0 0,1-1 0,-1 1 0,-1-2 0,-1 0 0,-4-1 3,2-2 0,-2 0 0,-2-2 0,-2 0 0,1 0 0,0-2 0,2 1 4,2-2 1,-1 0 0,1 0 0,0-1 0,2-1-1,0-1 1,3-1-38,-10 2 0,1-1 0,1 0 0,1-1 1,0-1-1,2 0 0,-1 0 0,2-1 1,0-1-1,-1 0 53,-3 1 0,1-1 0,0 0 0,1 0 0,0-1 0,0-1 0,1 1 0,-1-1 0,1 0 0,-1-1 0,-1 1 0,0-1-12,-1 1 0,0-1 1,0 0-1,0 0 0,0 0 1,0-1-1,-1 1 0,-1-1 1,0 0-1,-1 1 0,-2-1 1,-1 1-10,7-4 0,-2 0 1,-1 1-1,0-1 1,-2 1-1,-1-1 1,-2 1-1,-1-1 1,-2 1 41,6-4 1,-2 0 0,-3 1 0,-1-1-1,0-1 1,0-3-23,4-4 0,-1-2 0,1-2 0,-2-1 0,-3 2 0,-2 3-17,1-1 0,-4 2 0,-1 0 0,2-5 8,0 0 1,5-4 0,0-2-1,-1-1 1,-6-1 0,-9 2 31,-5-5 0,-9 0 1,-4 0-1,-4 0-45,-3 1 1,-3-1 0,-4 0 0,-3 2-10,-5-14 0,-6 2 0,-12 6-26,-9 16 1,-11 4 0,-4 4 0,-2 3-50,0 3 1,-2 4 0,-4 3-1,-9 0-334,19 6 1,-5 2 0,-4 0 0,-3 0 0,-3 1 0,0 0-1,0 1 1,2 0 0,3 1 0,3 0-240,-3 0 1,3 0 0,2 1-1,1 0 1,-1 1 0,-3 1-1,-3 0 652,2 1 0,-5 1 0,-4-1 0,-2 2 0,-1-1 0,2 2 0,3-1 0,5 1 0,5 0 0,9 1 0,-17 1 0,12 2 0,0 0 0,-3 1 0,0 0 0,1-1 0</inkml:trace>
  <inkml:trace contextRef="#ctx0" brushRef="#br0" timeOffset="349114">3086 10095 25152,'-33'-35'-101,"5"38"-67,26 29-328,0 1 1,2 2-7980,17 24 8475,-1-6 0,2-10 0,-8-28 0</inkml:trace>
  <inkml:trace contextRef="#ctx0" brushRef="#br0" timeOffset="349347">3172 9666 18350,'-32'-52'-2665,"6"9"3071,37 48 0,-6-3 0,2 3 0</inkml:trace>
  <inkml:trace contextRef="#ctx0" brushRef="#br0" timeOffset="350131">3085 10390 25029,'25'-56'656,"-5"11"-435,-7 6 0,-1-3-146,-4 12 1,-1-2-667,5-22 0,-1-3 619,-5 8 0,-2 2-1744,0 5 0,-2 2 1727,0 0 1,-2-2 44,-4-10 0,-3 1 192,1 13 0,-2-1-201,-7-17 1,-3 3 42,-11 4-56,1 15-18,10 26-10,3 12 0,6 5-6,-3 22 0,1 5 5,2 7-5,2-3 0,0 8 0,1-2-134,3-3 1,2 0 138,-1-1 1,1 3-1,1-2-8,5 12 1,2-3-10,-1-11 1,2-2-6,6 6 1,6-3 1183,5-7 0,3-3-1243,-7-4 1,2-3-216,14 4 0,0-7 471,0-9-3163,7-6 0,3-6 2983,11-14 0,-25 10 0,-2-1 0,-2-12 0</inkml:trace>
  <inkml:trace contextRef="#ctx0" brushRef="#br0" timeOffset="350705">3538 10121 24704,'9'-9'1009,"-4"3"-931,30-20-39,-16 8 62,16-26-22,-16 7-46,-7-2 1,-2-1 11,-2-2-17,-6-13 11,-4 37 6,-4 0 33,-1 5-61,-3 3 0,1 14-17,1 5 5,1 10 34,-7 40-16,8-24-4,-1 10 1,4 3-59,18 4 33,-2 2 1,27-14-7,-11-28 35,30 0 7,-20-15 1,1-4-14,-8 3 0,0-3 28,22-15 0,-3-7-331,-24 6 0,-3-1 305,6-5 1,-3-1 5,-7-2 1,-6-4-15,-4-7 0,-3-3 11,0-3 1,-1-2-1,-3-13 1,-2 2-21,-2 19 1,-1 2 70,-4-11 0,-1 4 33,-2 6-104,-1 9 1,0 4 75,3 16-5,-6 0-56,10 17-28,-3 29-1,3-4 37,1 16 1,0 3-9,1 5-1033,3-11 1,1 7 0,1-6 987,4 19-43,3-16 0,3 6 0,0-8 40,-2-13 1,3-1-605,9 10 0,5 6 0,1-7-804,0-9 0,2-4 1055,15 12 0,-2-4 1,-2-9-1,-11-11 0</inkml:trace>
  <inkml:trace contextRef="#ctx0" brushRef="#br0" timeOffset="350864">4090 9864 18308,'-5'-3'5192,"1"1"-4066,4 2-1748,24-44-2492,22 26 470,-19-8 1,3 2 2643,9 15 0,-1 5 0,-7-1 0,0 0 0</inkml:trace>
  <inkml:trace contextRef="#ctx0" brushRef="#br0" timeOffset="352107">5349 9430 26570,'-61'-16'74,"0"-1"1,10 0 0,7 10-70,1 45-36,25-10 1,3 2 27,-1 2 0,3 2-1731,2 8 0,3-1 1723,6 13 41,10-18 0,4-2-69,5-1-54,12-1 1,5-2-36,7-9-57,-4-9 0,9-1 0,-2-3-62,7-5 1,0-4-128,12 3 0,1-4 157,-22-3 1,1-2 0,-1-2-76,17-9 1,-1-1 243,-11 4 1,0-2 52,12-11 1,-8-1 56,-20 5 128,5-21 337,-34-4-18,-6 9 321,-9-14-612,2 34 1571,-8 4-1599,3 14-5,-11 15-146,7-2 17,-14 30-44,20-19-18,-8 32 6,16-29 816,6 19-810,16-20 5,28 4-5,-7-13-15,2-9 1,1-3 14,-5-7 2,0-4 0,-2-4 4,-10-5 49,12-31-38,-27 22 33,-6-10 0,-4-1-34,-6 5-3,-4 0 1,-2 1 1495,-3 9-1475,-24-10-29,19 20-22,-31 0 5,30 14 34,-22 17-34,30-5-44,-9 29-12,19-21-621,9 34 207,4-31-2005,27 24 1226,-12-31-697,9-5 0,3-2 933,1-6-651,10-9 1,0-4 1076,-6-4 1084,0-9 0,-3-2 1194,-13 0 154,-5-4 1,-3-1-859,-8 5 1057,4-31-1191,-8 27-203,1-10-387,-4 20 169,0 5-353,-1 9 1448,0 14-1516,0 11-16,0 3 17,1 20 5,0-23 11,7 25-22,-3-28 1016,9 17-982,-9-26 50,4 3-39,-8-16 5,3-18-44,0 5 33,7-31-22,-3 24 50,21-30-78,-14 34 22,32-14-11,-25 28 6,25 1-1,-23 9 23,27 14-17,-23-5-1715,7 4 0,1-1 1709,-1-2-745,4 0 1,0-2 733,-6-6-825,22-3 842,-37-11-14,3-14 1,-1-8 2,2-19 5,-6 13 1,-1 0 2216,1-22-2194,-9 11 0,-3-2-11,1-15 1,-4 16 1,-1-6 0,-1 7 9,-4-15-17,1 17 0,-3 0 202,-16-7 45,-1 20-225,0-2 46,1 34-67,16 9 1900,-2 36-1912,7 2 0,2-10 0,1 4 245,1 7 1,3 2-246,0-6 0,3-1 0,2 9 0,3-3 0,-1-18 0,1-3-23,19 22-1719,2-23 1,2-4 1365,11 6-1502,-9-13 0,6 1 1,-5-5 1877,7-2 0,-11-3 0,-5-3 0,-18-5 0</inkml:trace>
  <inkml:trace contextRef="#ctx0" brushRef="#br0" timeOffset="352263">7044 9133 18560,'-5'-3'5069,"0"0"-3069,5 3-4308,61-48-582,-25 34 2445,11-13 0,-1 3 0,-18 22 1,0-1-1</inkml:trace>
  <inkml:trace contextRef="#ctx0" brushRef="#br0" timeOffset="352488">7905 8883 19770,'-8'0'5248,"2"0"-4413,6 0-466,0 0-374,2-28-62,27 20-225,12-21-2100,8 25 1,4 7-261,-20-3 0,0 1 1973,15 1 1,-5 0 0,-22 0-1,1 1 1</inkml:trace>
  <inkml:trace contextRef="#ctx0" brushRef="#br0" timeOffset="352664">8173 9145 20977,'-7'2'4329,"2"0"-3246,5-2-506,0 0-575,-17-1-220,53-8-51,-27 2-1958,28-2 0,6 0 1280,1-2-1453,-6 1 0,1-1 1835,12-4 0,-8 2 0,-19 5 0</inkml:trace>
  <inkml:trace contextRef="#ctx0" brushRef="#br0" timeOffset="352973">8889 8813 17932,'0'-3'6453,"0"0"-4173,0 3-1827,-73-8-369,45 13-22,-24 1 0,2 5-34,27 10 5,-14 22-10,26-12 21,7 13-49,9-16 38,28 8 7,2-22-24,20 0 1,-4-14-6,-12-6 29,0-12 32,-16-13-72,-5 4 34,-5-18-12,-10 22 51,-1-27-45,-1 29-28,-5-18-28,1 30-117,-3 0-1995,-6 11 1292,-1 5 0,1-2 0,3 1 0</inkml:trace>
  <inkml:trace contextRef="#ctx0" brushRef="#br0" timeOffset="354656">6377 9550 22032,'-6'-36'1089,"1"1"1,-4-21-950,4 58 90,-4 20-40,-3 8-122,0 9 44,0 15-23,10 5-89,2-10 11,7 1 68,18-18 16,8-14-33,0 1 252,16-25-169,-28-3 247,23-32-274,-28 15 5,0-9 0,-2-3-16,-5-15-222,-3 21 1,-1 0 170,-3-18 20,-3 13 0,-2 1-37,1-3 50,-2-1 1,0 2 11,1 18 72,-3-8-133,3 23-1,0-2-101,0 10 40,0 1-320,-2 17-437,4 0-2022,8 12-879,2-9-5523,7-4 9203,-6-7 0,-4-7 0,-2-2 0</inkml:trace>
  <inkml:trace contextRef="#ctx0" brushRef="#br0" timeOffset="355039">6737 9370 24300,'-12'-45'106,"3"9"1041,9 88-1080,1-7-36,0-12 0,2 1 389,1 11-370,7 5-27,1-17 223,5 3-50,-4-18 681,-1-12-793,-7-12 39,2-19 11,0-8-22,4-14 11,1-1 17,0 5-44,0 9-57,-1 12-39,-2 11 0,3 6 17,5 12-45,24 23 16,-14-6-215,-1 3 1,-1 0-480,-3 2 706,-1 2 0,-1-2 0,-6-7 0,7 13 0</inkml:trace>
  <inkml:trace contextRef="#ctx0" brushRef="#br0" timeOffset="356848">6520 1967 32767,'-24'-42'-548,"-1"0"1,1 1 0,4 16-1454,12 31 5619,0 18-3593,6 7-1453,2 9 0,1 3 1158,3 7-349,0-10 1,1 7-1,0-5-171,5 21 758,-4-24 0,1 6 0,-2-2 96,0 4 1,-3 1-1297,-4-1 0,-3 5 0,0-4 885,-1 2 0,-3-3 484,-13 14 0,-6-7 1095,5-30 0,-4-6-205,-14 0 1,-1-5 2451,-17-7-2843,8-26 0,4-11-476,9-12-405,10 7 1,2 0-468,9-3 310,9 17-1086,4 11 2837,3 11-1740,21 41-425,4-3 484,-1-3 1,4 0 352,1-8 1,2-4 192,4-2 0,3-3 13,2-3 0,3-5 166,9-5 1,0-6-424,-7-4 0,-3-4 63,-3 1 0,-1-5-492,-3-10 1,-5-2 2104,-3-3-1038,-5 3 0,-2-1-234,-6-2-374,-2-1-700,-5 14-9131,-2 12 8896,-2 7 0,1 3 0,-2-4 0</inkml:trace>
  <inkml:trace contextRef="#ctx0" brushRef="#br0" timeOffset="359722">18659 13090 21282,'-4'-47'1010,"0"0"0,-2 5 0,-6 13-691,-31 37-151,4 7 17,3 9 0,-2 6-118,12-5 0,1 2-375,-11 13 0,1 2 322,12-4 1,4 0 80,3 0 1,7 2-107,13 10 0,6-1-357,9 8 348,13-18 0,6-8 9,10-16 5,-1-12 1,9-3-1,-6-3 6,-13 0 0,1-3-1024,19-7 0,9-5 0,-12 0 1038,-24 4 0,-3-2 14,21-15 1,-4-2 360,-13 1-249,-6-6 0,-3 0-22,-7 4 131,-2 1 0,-6 2 9,-14 15 133,-9 0-301,-14 23-23,-5 12-50,4 5 11,-5 26-23,21-20 1696,5 1 1,5 1-1690,16-1-24,15 8 1,19-21 11,12-10 6,-8-6-1,-14-9 1,-2-3 11,-1-4 11,-2-9 0,-4-4 39,-8-14-31,-7 11 1,-3-1 36,-12-22-1,-8 2-38,-4 13-17,-2 6 33,-2 10 23,-17 7-73,9 5 34,-27 22-34,33 1-23,-2 9 1,3 3-180,5 10-520,-1 18 89,19-19-3361,35 14 998,-7-25 2317,9-2 1,0-2 0,-12-9-1,13 3 1</inkml:trace>
  <inkml:trace contextRef="#ctx0" brushRef="#br0" timeOffset="360222">19584 13205 20347,'2'-7'4122,"0"1"-3369,10-34 1,3-6-401,-5 17 69,6-24 1,-2 6-271,-11 35-46,-3 0-84,-1 13 51,-14 30-45,6-10-6,-5 13 1,0 2 11,3 9-32,3-13 1,2 1 31,6 16-17,5-15-34,14 3 34,-5-20 5,5 0 68,1-15-1,8-23-83,-4 7 50,15-29-39,-24 26 33,13-20-28,-18 22 62,7-12 0,-12 18-28,2-2-39,-5 8 28,-2 2 17,0 0 10,1-3-55,0 0 39,2-7-45,-2 6 6,2-4-11,-3 7 11,1-1-29,-1 2 12,3-1 0,-1-1-11,8-5 0,-4 3-135,13-7-16,-9 6-1540,13-6 167,-13 8 1535,8-2 0,-13 5 0,1 0 0</inkml:trace>
  <inkml:trace contextRef="#ctx0" brushRef="#br0" timeOffset="360906">20244 12985 27085,'-11'-19'425,"-10"40"-357,10 16-2831,-7 10 0,0 1 2796,0-4-538,-1 6 0,2 0 516,6-9-152,4-4 0,1-1 153,4-14 172,9 5-100,-1-26 1596,16-15-1619,4-15-16,-3-1 0,1-2-6,10-14-70,-5 4 0,0 1 59,-5 7-448,2 1 0,1 3 427,-7 8-7,13-6 0,-3 17 0,6 10 0,1 2 0,13 24 0,-30-7 905,3 8 0,-1 1-905,-7-6 0,13 22 0,-19-31 0,19 3 0,-12-12 0,33-19 0,-23-2 0,6-12 0,0-6 0,-13 6 0,-1-2 0,8-19 0,0-2 0,-11 14 0,-2-2 0,-2-4 0,-1-5 0,-2 5 664,-1 9-1,-1 0-663,0-11 0,-1-6 0,0 9 0,-2-5 0,-3 11 0,-2 6 0,-2 19 0,-7 8 0,4 15 0,-7 36 0,9-13-1107,0 12 0,2 3 1107,1 0-74,2-10 1,-1 3 73,-1 1 0,0 3 0,1 11 0,1 1 0,-1-8 0,3 0-623,2 10 0,4-8 186,5-16-1730,11 13 789,-13-33 1378,12-8 0,-18-9 0,5-8 0</inkml:trace>
  <inkml:trace contextRef="#ctx0" brushRef="#br0" timeOffset="361056">20759 12791 17891,'46'-10'-449,"0"0"1,0 0 0,4-2 0,-1 1 838,14 5 1,-8 3-1,-20 0 1,18-1-1</inkml:trace>
  <inkml:trace contextRef="#ctx0" brushRef="#br0" timeOffset="361622">21632 12727 26049,'46'-32'-712,"9"6"357,-14 19 0,6 4 1,0 0-2027,13 0 0,-3 1 1051,-11 2 0,-4 1-2111,-6 0 0,-5 1 3441,1 4 0,-17-3 0,-6-1 0</inkml:trace>
  <inkml:trace contextRef="#ctx0" brushRef="#br0" timeOffset="361774">21636 13104 25534,'42'-18'-19,"0"0"1,-1-1 0,11-4 0,-2 3-170,-10 4 0,0 3-3035,8-3 0,0 0 3223,-4 3 0,-2 1 0,-4 0 0,-3 2 0,6-2 0</inkml:trace>
  <inkml:trace contextRef="#ctx0" brushRef="#br0" timeOffset="362005">22653 12627 24318,'-3'0'2190,"0"0"-1860,3 0-430,88-39-164,-49 30-2041,5-4 1,11-3 0,-9 6-7212,-2 10 9516,-9 0 0,-5 0 0,-14 0 0,-8 0 0</inkml:trace>
  <inkml:trace contextRef="#ctx0" brushRef="#br0" timeOffset="362199">22711 12817 16172,'-5'2'3881,"1"-1"-382,4-1-3499,123-50 0,-92 38 0,10-5 0,0 1 0,0-1 0</inkml:trace>
  <inkml:trace contextRef="#ctx0" brushRef="#br0" timeOffset="363439">23699 12776 23023,'-2'-49'782,"-1"1"1,0-1 0,1-10 0,-4 10-503,-9 17-146,-1 31 158,-1 42-113,-1 16-123,7-9 0,1 3-127,3-12 0,1 1 91,-1 4 1,0 3-1,1-4-706,1-8 1,-1 2 694,-1 12 1,-2 6-1,1-5 5,3-10 0,-1-2-11,-2 13 0,2-4 19,1-3 152,3-25-146,5-35 0,4-24-11,2-8 2,2-5 1,2-2-208,-7 24 0,2-3 197,3-18 0,2-10 1,-1 7-16,-3 13 1,0 0 0,0-2 1,2-8 0,1 0 0,-1 5-1297,3-11 1,0 3 1300,-3 11 0,1-2 0,-1 3 5,5-12 1,1 3-620,-1 9 1,-1 2 607,-2 7 1,1 1 2,2-1 0,2 4-19,6 12-6,14 7 17,-9 13 214,12 21-203,-20-2-6,1 17 1,-1 4-6,-2 0-1,-4 14 1,-3 0 11,-14-13 64,-12 4 0,-6-3-64,-10-10-603,-12 0 0,-4-4 591,2-9-66,-2-4 0,1-2-85,12-8-1774,-14-7 206,37-7 2129,18-16 0,-4 15 0,13-7 1</inkml:trace>
  <inkml:trace contextRef="#ctx0" brushRef="#br0" timeOffset="363688">24560 12432 23663,'-3'0'3343,"0"0"-2323,3 0-1026,-7-30-263,47 14-33,-15-20-247,19 25 0,8 6-608,-11-1 1,2 1-560,0-1 1,3-1-1,-3 1-819,3 0 1,-2 0 2534,10-3 0,-8 1 0,-19 3 0,-2 0 0</inkml:trace>
  <inkml:trace contextRef="#ctx0" brushRef="#br0" timeOffset="363856">25348 12043 20890,'0'-4'4716,"0"2"-3120,0 2-1304,-18 40-253,11-14-9,-5 13 1,0 4-45,7-11 0,1 2-885,-6 24 1,1 1-1609,2-17 0,0-1 2507,-3 16 0,0-6 0,3-18 0,0-2 0</inkml:trace>
  <inkml:trace contextRef="#ctx0" brushRef="#br0" timeOffset="375693">7488 2729 17159,'-50'-20'1170,"1"1"1,-2 3 0,7 8-810,13 17 11,-4 11 1,0 5-125,-4 8 5,-5 11 0,2 3-152,6-1-33,13-9 0,-1 6 1,5-5-36,3 8-26,1-6 1,7-1-268,35 5-511,1-28 0,7-3-1032,9 2 1,4-4-1391,1-7 1,1-5 3191,2-6 1,-6-1 0,-7-1-1,-1 0 1</inkml:trace>
  <inkml:trace contextRef="#ctx0" brushRef="#br0" timeOffset="375901">7743 2717 21802,'12'-31'-842,"1"0"0,22-5 0,7 7-1747,-2 16 0,3 5 1456,12-5 1,-3 1 0,0 3 0,-26 5 0</inkml:trace>
  <inkml:trace contextRef="#ctx0" brushRef="#br0" timeOffset="376076">7944 2851 16763,'-2'2'6443,"-1"0"-5135,3-2-1574,25-27-247,12 0 161,-12 6 0,1-1-3033,12-2 1,0 1 3384,-9 6 1,-3 2 0,21-13 0,-20 13 0</inkml:trace>
  <inkml:trace contextRef="#ctx0" brushRef="#br0" timeOffset="376251">8480 2369 28364,'-6'41'-1147,"11"8"0,4 2-4194,7 5 4167,0 2 0,-2-4 0,-5-22 0,-2-1 0</inkml:trace>
  <inkml:trace contextRef="#ctx0" brushRef="#br0" timeOffset="378469">11193 2394 15349,'-2'-7'3541,"1"1"-8506,1 6 6589,-72-58 16,32 49 0,-2 2-1422,3-10 1,-2-2 0,1 7 94,-12 16 1,6 10 1477,-3 11-1358,3 17 273,24-14-1463,6 5 0,2 2 719,4 3 210,11 12 0,7 0-1388,10-11-2265,11-1 1,5-4 3278,20-12 0,-7-5 1,-17-11-1</inkml:trace>
  <inkml:trace contextRef="#ctx0" brushRef="#br0" timeOffset="378661">11509 2385 26366,'5'-46'-189,"34"1"0,-13 37 1,18-3-1</inkml:trace>
  <inkml:trace contextRef="#ctx0" brushRef="#br0" timeOffset="378834">11614 2512 26738,'31'-20'178,"0"-1"1,-18 3-1,20 4 0,0 1 1</inkml:trace>
  <inkml:trace contextRef="#ctx0" brushRef="#br0" timeOffset="379175">12047 2108 30001,'-2'-58'-257,"-1"0"0,-1 11 1,5 5-337,23-1 1844,-8 26-25,30-3 24,-23 21-1142,28 27-584,-28 14-70,-8-9 0,-4 2 37,-3 19 526,-11-19 1,-3-1-478,-9 18 197,1-15 1,-2 0-455,-9 19 708,1-5 669,12-26 792,6-9-106,6-11-4211,21-5 6319,-1-7-3454,11-2 0,5-3 0,3-3 0,3-2 0,3 1 0,3-1 0,-4 1 0,-4 1 0,-3 1 0,4 0 0,0 0 0</inkml:trace>
  <inkml:trace contextRef="#ctx0" brushRef="#br0" timeOffset="382359">14756 2285 17238,'-46'21'792,"0"0"0,0-1 0,0 4 0,0 1 0,14-2-686,14 2 146,0 29-173,23-29 66,16 16-16,10-20-110,2-10 1,3-1-93,1-3 1,2-3-960,13-3 1,3-3-154,-2-3 1,-1-2-236,-9 0 0,1-2 1420,16-5 0,-6 0 0,-15 3 0,18-6 0</inkml:trace>
  <inkml:trace contextRef="#ctx0" brushRef="#br0" timeOffset="382560">15339 2247 12769,'-5'-2'5440,"1"1"-4878,4 1-859,10-14-348,31 4-243,17-12 395,-26 17 1,1 1-766,4-1 1,-3 2-718,1 0 1311,7 2 0,-28 1 0,-2 0 1</inkml:trace>
  <inkml:trace contextRef="#ctx0" brushRef="#br0" timeOffset="382710">15307 2426 21139,'52'-14'-1673,"0"0"0,-1 0 1,7 0-1,-3-1 1783,5-8 1,-8 1 0,-16 8-1,-1-1 1</inkml:trace>
  <inkml:trace contextRef="#ctx0" brushRef="#br0" timeOffset="383211">16027 2013 25705,'-7'-50'-145,"-1"-1"1,3 5-1,9 7 636,31 12 505,-4 15 1,2 3-57,13-3-3569,-5 9 1,-2 4 2752,-9 6 620,22 20-656,-38-7 542,4 31-970,-19-25-570,-10 23 561,-10-18 3511,-17 11-2567,6-12 965,2-5-138,12-14 1181,12-6-2603,2-7 0,9-4 0,12-8 0,-3 3 0,13 0 0,-5 8 0,13 2 0,-10 4 0,10 9 0,-9 2 0,13 13 0,-14-8 0,1 10 0,-24-9 0,-18 7-256,-24 1-682,-5-11 0,-5-2-1454,14-4 1,-2 0 2655,-18 2 0,5-2 0,17-5 0,1 1 0</inkml:trace>
  <inkml:trace contextRef="#ctx0" brushRef="#br0" timeOffset="399727">18715 14284 9425,'51'-8'399,"1"0"0,-11 2 0,2-1 0,4-1 595,5 1 0,5-2 0,2 1 0,-5 0-2374,2-1 1,-2 1 0,3 0 1502,-9 1 0,4 0 0,1-1 1,2 1-1,0 0 86,3-1 1,2 1-1,0-1 1,2 1-1,1-1-294,-10 1 1,2 0 0,1 1 0,0-1 0,1 0 0,0 0 0,-1 0 106,-1 0 0,-1 0 1,-1 1-1,2-1 1,0 0-1,2 0 0,3 0-43,-5 0 1,3 0 0,1 0 0,3-1-1,0 1 1,0-1 0,-1 0 0,-2 1 0,-1 0-1,-4 0 57,13-2 1,-4 1-1,-3 0 1,0 0-1,1 0 1,2 0-156,-8 1 0,1-1 0,1 1 0,0 0 1,0-1-1,1 1 0,-1 0 0,0-1 169,6 0 1,2-1-1,0 1 1,-1-1-1,-2 1 1,-3 0-1,-3 1-32,-2 0 1,-5 1 0,-2 0 0,2 0 0,4-1 41,1 1 1,2-1 0,3 0 0,1 0 0,1 1-1,0-1 1,0 0 4,0 1 1,3-1 0,-1 1-1,0-1 1,0 1 0,-3 0-1,-2 1-57,7-2 0,-4 1 0,-1 0 0,0 0 0,1 0 38,-3 0 1,4 0 0,-1 1 0,-1-1 0,-5 1 0,-7 0 14,22-2 1,-14 1 1096,-2 0-1163,-8-2 5,-83 8 0,-26 2-27,23 0 1,-2 0 0,-6 1-6,-4 0 1,-7 0 0,-4 1 0,2 0 0,3 0 28,5-1 0,4 1 0,-1 0 0,-5 0 10,1 1 1,-7 0-1,-2 0 1,0 1 0,3 0-1,6-1 0,3-1 0,5 0 0,0 1 0,-9 1-41,4 0 1,-8 1-1,-4 0 1,-5 2-1,-1-1 1,1 1-1,2-1 1,4 0 0,6-1 36,-5 1 0,7-1 1,2 0-1,-2 0 0,-6 1-110,10-1 1,-3 0-1,-3 0 1,-2 1-1,0 0 1,-1 1-1,0-1 1,2 0 0,2 0 113,-7 1 0,1-1 0,0 1 0,1 0 1,1 0-1,0 0 0,1-1 18,-2 1 1,1 0-1,1 0 1,-1-1-1,-1 1 1,-3 1-25,9-3 0,-3 2 0,-1 0 1,-2-1-1,0 1 0,1 0 0,1 0 1,3-1-1,3-1 1,-13 3 0,5-1 0,2-1 1,-1 1-1,-4 1-2,4-1 0,-5 1 0,-3 0 0,1 1 0,2-1 0,4 0 0,8-2-4,-13 3 0,10-2 1,-7 1-1,12-1 0,-6 0 0,-3 1 1,1 0-1,6-1 0,9-1-55,-9 2 1,8 0 555,-2-3 1,10 3-599,26 2 1714,30-9-1618,40-3-7,-18-2 1,6-3 0,2 0 145,0 0 0,2-1 1,4-1-125,-7 2 0,3-1 0,3 0 0,1-1 0,0 1-4,1-1 1,1 1 0,0-1 0,1 0 0,1 0-2,-4 0 1,0 1-1,1-1 1,1 0 0,2 1-1,3-1-216,-5 0 1,4 0 0,2 0-1,1 0 1,0 0 0,0 0-1,-3 0 1,-3 0 216,3 1 1,-3-1-1,-1 1 1,-1 0-1,2-1 1,4 1-126,-7 0 0,2 0 0,2 0 0,1-1 0,1 1 1,0-1-1,-2 1 0,-2 0 0,-3 1 135,8-2 1,-4 1 0,-2 1 0,1-1 0,1 0 0,4 0 2,-7 0 1,2 0 0,2 0 0,1-1 0,1 1 0,0-1 0,0 1 0,-2-1 0,-3 1-39,8 0 0,-2-1 1,-2 0-1,1 1 1,-1 0-1,0-1 1,1 0 41,-4 1 1,0 0 0,2-1 0,-1 1 0,0-1 0,-2 1-1,-3 0 1,-4 0 134,18-1 0,-6 0 1,-3 0-1,3 0-131,-7 1 0,3 0 0,-2-1 0,-3 1 0,-7 1 6,11-1 1,-6 0-1,-1 0 1,1 0 0,-13 0 1482,-17-1-1505,-49 3-25,-11 2 0,-8 1 341,-1 1 0,-9 1-351,12 0 1,-7 1-1,-4 0 1,-2 0-1,0 1 33,3 0 1,-2 0-1,-1 1 1,0 0-1,-1 0 1,1 0-8,1-1 1,1 1 0,0-1 0,-1 1 0,-2 0-1,-2 0-122,4 0 0,-3 1 0,-1 0 0,-1 0 0,-1 0 0,1 0 0,2 0 0,3 1 128,-6 0 0,4-1 1,2 1-1,-1 1 1,-4-1-1,-5 2-99,16-3 0,-2 2 0,-3-1 0,-3 1 0,-1 0 0,-1 0 0,0 0 0,0 1 0,0-1 0,2 0 0,1 0 0,3 0 93,-7 1 1,2 0-1,0-1 1,2 1-1,0 0 1,1-1-1,-1 1 1,-1 0-1,0 0-39,1 0 0,-1 0 0,-1-1 0,0 1 0,0 0 0,1 0 1,0 0-1,1 0 0,2 0 0,2 0 37,-10 2 0,2 0 0,1 0 0,2-1 0,2 1 0,2-1 0,4 0-7,-8 1 0,6-1 0,0 0 0,-4 1 6,3 0 0,-3 0 0,-3 1 0,0 0 1,2 0-1,4-1 15,-7 2 1,4 0 0,1-1 0,-2 1-21,6-1 1,-1-1-1,0 1 1,1 0-1,2-1 0,-1 1 1,1 0-1,3-1 1,3 0-24,-18 3 1,7-1-20,10-2 1,20-3 647,65-14-600,-2 0 13,1 0 1,15-3-1,8-2 1,-1 0-1,-8 2 0,-1 0 0,-5 1 1,7-2-1,-7 2 1,6-1 0,4-1-1,2 0 1,0 0 0,-4 1 0,-6 1-7,4 0 0,-5 1 0,-1 0 0,6-1 13,-5 1 0,4-1 0,2 0 0,2 0 0,2 0 0,0-1 0,0 1-7,-1 1 0,1 0 1,1-1-1,1 1 0,0 0 1,0 0-1,-2 0 0,0 0-7,-1 0 1,-1 0-1,-1 0 1,-1 0-1,2 1 1,1-1-1,4 0 6,-7 1 0,2-1 1,3 1-1,1-1 0,1 1 1,0-1-1,-1 1 1,-2 0-1,-1 0 0,-3 1-86,6-1 1,-3 0-1,-2 1 1,0 0 0,-2 0-1,1 1 1,1-2 89,0 1 1,-2 0 0,1 0 0,0 0 0,0 0 0,3 0 0,1-1 28,-1 1 0,2 0 1,3 0-1,1-1 1,0 1-1,-1-1 1,-1 1-1,-3 0 1,-2 1-12,6-1 1,-4 0-1,-2 1 1,-1 0-1,2 0 1,4 0-37,-5 0 1,4 0-1,2-1 1,0 1-1,1-1 1,-2 1 0,-3 1-1,-2-1 2,11 1 0,-2 0 0,-3 0 0,-3 1 0,0 0 28,3 0 0,-3 0 0,-1 1 0,-5 0-3305,-2 1 0,-3 0 0,-6 0 2963,-3 1 1,-9 1-1,-12 0 1,-18 0-1</inkml:trace>
  <inkml:trace contextRef="#ctx0" brushRef="#br0" timeOffset="406784">17336 2834 19109,'-9'1'4223,"2"0"-3663,7-1-97,0 0-221,-18-41-216,33 17-27,14-22 0,10-3-1377,9 16 0,8 1 1368,-18 9 0,3-3 1,1 0-1,-1 1-7,7-5 0,0 0 1,-2 0 101,-1 0 1,-2-1 0,0 1-30,-5 2 1,-1 1 0,-4 0-258,4-3 1,-4 1 347,-6 1 0,-6 2 135,-7 1-16,-10-10-88,-37 11-51,-11 4-387,9 12 1,-1 2 310,-17 3 890,14 3 1,1 0-601,8 1 1555,-13 1-1340,37-2 161,16 3-219,10 0-2693,6 2 2531,6 0-382,28 5 312,-21-2-190,18 7 0,1 3-26,-12 1-153,0 3 0,-2 3 37,-17 2-461,-9 13 0,-3 6-244,-8 11 434,-3-16 0,-2 0-1768,-10 11-4931,2-21 6957,1-3 0,4-13 1,1-9-1</inkml:trace>
  <inkml:trace contextRef="#ctx0" brushRef="#br0" timeOffset="407017">18791 1474 26725,'16'33'-311,"1"-1"1,6 14 147,-7-17 0,0 2-627,3 3 1,-1 3 787,7 8 0,-1 0 0,-6-11 0,-1-1 0,-1-3 0,0 1 0</inkml:trace>
  <inkml:trace contextRef="#ctx0" brushRef="#br0" timeOffset="408069">18768 1916 29944,'26'-47'231,"1"0"1,3 3-1,5 7 225,5 17 0,3 5-1244,5-2 0,0 1 438,1 1 0,0 1-258,5-3 0,-3 1 333,-17 6 1,-2 0-132,4-4 1,-4 1 1283,-7-1 28,-6-4-254,-17 4-575,-13 3-242,-7 2 464,-11 5-885,10 1 1037,-10 7-1289,19-1-56,-5 6 285,18 5 452,4-1 249,17 1-61,-1-9-7,6-3 64,18-13-266,4-11-46,0-1 54,-25 3 0,-4-2 90,-9 3 186,2-16-149,-21 16-114,-18-1-84,1 9-3055,-30 9 3207,26 8 142,-3 4 0,0 4-47,0 11-12,-4 6 1,19 13-46,15-12 6,5 7-156,26 3 5,-9-21-395,10-1 0,3-3 53,0-4-56,0-5 1,3-1-550,14-7 697,-20-3 1,-1-4 378,2-5 0,-4-4 604,12-18 298,-10-11 39,-21 6-510,-7 9 756,-9-7-756,3 20 3599,-5-8-3599,3 17-279,2 1-107,1 5 61,11 14-22,9 15-17,0 1 11,5 7 11,3 5-22,-9-14 23,15 23-18,-20-30 141,5 5 11,-13-19 263,0-7-364,-4-5 95,3-25-34,-1-2-10,4-21-57,-1 17 51,6-16-84,-3 29 0,8-16-23,0 23 0,1 0 1,17 4-23,-4 9 11,14 0-22,-9 11 5,4 9 34,-11 3-11,-1 4 28,-15-8 33,-5-1-5,-6-8 347,0 1-353,-1-13 45,0-4-56,1-9-28,3-6 0,0 9-28,5-2 0,1 13 0,6 1-5,4 8-35,7 5-27,7 9-126,-7-2 0,1 2-59,12 6-191,-9-3 1,1 1-1440,10 9 1910,-8-5 0,-1-2 0,-1 2 0,5 0 0</inkml:trace>
  <inkml:trace contextRef="#ctx0" brushRef="#br0" timeOffset="408517">20917 1420 19596,'0'-5'5237,"0"2"-4021,0 3-1211,17-53 1,-3 49 0,18-30 5,-6 70-6,5 10 1,-3 7 16,-4 2-38,-6-5-24,-9-9-3301,-5-11 3397,-5-15 50,-4-7 45,-14-29-123,6 6 6,-11-20-2218,-4-21 2212,9 15-9,4 7 1,-2-3 7,-1-10 0,0-2 68,1-2 0,1-2-53,-1 1 0,1 0 89,3-5 1,5 8-53,4 14 2295,11-22-2363,2 41 1,5-2-12,-2 14 3329,3 5-3329,5 6 205,5 8-188,5 22 0,-9 3 5,-4 14-5,-14-17-6,-16 7-33,-13-14-68,-19 6-308,-6-9-1551,4-12 1949,14-7 0,16-6 0,13-2 0</inkml:trace>
  <inkml:trace contextRef="#ctx0" brushRef="#br0" timeOffset="408744">21339 1153 29357,'-6'0'1425,"1"0"-2331,5 0-964,-36-29-650,32 25 2460,-24-18 1,35 26-1,0 0 1</inkml:trace>
  <inkml:trace contextRef="#ctx0" brushRef="#br0" timeOffset="410259">21592 1230 31881,'0'-5'886,"0"1"-886,-5-25 0,-4-7 0,0 0 0,0-7 0,1 1 0,2 17-149,3 8-130,3 15-1270,3 7 701,10 21 327,7 20 168,4 7-5,-4-6 17,-7-14 123,-2-4-92,-2-4-27,3 1 433,-7-13 258,-1-7-367,-4-10 74,-5-18-144,2 3 52,-1-11 1,0-3-77,5-18-420,3-11 483,16 5-3204,19 16 3231,-6 8-76,-2 18 0,0 4 82,-5 6-27,32 12 60,-25 9-39,14 15-34,-24-8 1,-1 2-700,16 19 649,-2-1-330,12-5 274,-23-23-5,15 3 2758,-13-15-2714,4-10 163,3-12-17,-8-1 249,-8-4-149,-6 1 197,0-6-95,-3 1 109,-3-6-182,-5 15-118,-1 4 1375,-1 7-1386,0 4-67,0 3-23,0-1 1,5 2 61,6 0 5,7 0-5,1 0 23,9-6 16,3-9 0,1-10-22,-4-2-11,-10-8 50,-11 1-3409,-3 6 3375,-6 1 17,-9 16 6,-29 6-28,3 7-6,-10 6-11,12 14-28,9 13 28,6-6-39,1 20 22,16-23-202,7 5 1,5 1-342,13 6 219,11 13 3346,3-25-4313,8-15 1,3-4 101,6 2 869,-3-5 1,1-4-328,-10-8 1,-3-5 738,-3-5 1,0-3 271,5-3 1,-3-2 184,8-20 118,-23 12 1327,-9-6-1406,-6 16 701,-1-20-645,-9 27-543,1 0-45,-2 12-28,-4 11 501,-1 5-518,-18 29-3380,11-14 3380,-8 16-44,6-11-34,-3 3 44,-12 11 57,11-18 62,-2-6-23,15-29 28,5-24-68,6 3 7,6-14 44,12 7 6,4 1-6,13-8 3347,-6 17-3402,2 7-24,-3 26 7,-9 3 22,6 11-29,9 17 24,0-1-152,-9-10 0,3 2 134,-2-5 0,-1-2 18,20 13-24,-3-16 1,1-3 17,-3-5 2,1-7 1,-2-8-9,-4-19-6,-14-6 0,-2-2 12,4-18-511,-14 5 0,-5 0 544,-5-7 11,-5 10 1,-3-7 0,0 6-1,-5-18 23,-4 0 0,-2 5-1,3 20 82,-1 4 0,1 2-81,3 6 106,-11-12-162,20 30 147,-4 2-175,6 8-1,-2 23 12,4-4-1525,-1 16 0,1 3 1502,3 6-67,5 12 1,2 3 595,4-5-733,4-4 1,4 0-281,-3-19 0,4-3-2248,15 15 0,3-2 1433,-13-16 0,0-3 1322,9 3 0,-4-6 0,-14-13 0,-2-4 0</inkml:trace>
  <inkml:trace contextRef="#ctx0" brushRef="#br0" timeOffset="410425">23264 671 21979,'21'-46'-632,"0"0"1,-9 7 0,6 8 970,24 17 0,1 9 0,-15 1 0,16-2 1</inkml:trace>
  <inkml:trace contextRef="#ctx0" brushRef="#br0" timeOffset="410644">24005 567 25896,'36'-32'-794,"0"0"1,-14 5 0,3 5-2613,33 15 1,2 10 3405,-10 2 0,8-3 0,-43 2 0</inkml:trace>
  <inkml:trace contextRef="#ctx0" brushRef="#br0" timeOffset="410803">24118 741 20324,'-4'2'5674,"1"-1"-4856,3-1-3428,58-38-3143,-23 25 4902,9-9 1,-1 3 0,-16 14 0,-3 2 0</inkml:trace>
  <inkml:trace contextRef="#ctx0" brushRef="#br0" timeOffset="421521">19027 1639 21605,'-50'9'1663,"0"0"0,0 0 0,1-1 1,4 0-911,-1 2 0,5 1 1613,1 3-1729,19-5-637,-4 5 0,22-10 0,17 3 0,1-3 0,18-3 0,5-1 0,12-5 0,2-2 0,11-3 0,-4 0 0,-8-1 0,3 0 0,0-1 0,8-1 0,3-2 0,-2 2 0,-8 1 0,-3 0 0,3 0 0,8-2 0,-14 3 0,5 0 0,4-2 0,3 0 0,1 0 0,1 0 0,0 0 0,-2 0 0,-2 1 0,0-1 0,-1 1 0,-1 1 0,-1-1 0,1 0 0,1 1 0,0-1 0,1 0 0,1-1 0,1 1 0,2-1 0,0 0 0,0 0 0,-1 0 0,-1 1 0,-2 0 0,-2 1 0,9-2 0,-4 0 0,-1 1 0,-1 1 0,0-1 0,1 0 0,-7 1 0,-1 0 0,0 1 0,0-1 0,1 0 0,1 0 0,2-1 0,2 0 0,2-1 0,1 0 0,2 0 0,-1 0 0,0 0 0,-1 0 0,-3 1 0,1-1 0,-2 1 0,-2 1 0,1-1 0,-1 0 0,2 0 0,2-1 0,-5 2 0,2-1 0,2-1 0,0 1 0,0-1 0,-1 1 0,-2 0 0,-2 0 0,-5 2 0,9-3 0,-5 1 0,-2 1 0,0 0 0,4-2 0,-3 2 0,2-1 0,3 0 0,0-1 0,-1 1 0,-3 1 0,-5 0 0,8-1 0,-5 0 0,-3 2 0,2-1 0,5-1 0,2-1 0,-4 2 0,-11 2 0,13-1 0,-29 5-791,-15 4 988,-39 11 1,11-5 0,-9 4 0</inkml:trace>
  <inkml:trace contextRef="#ctx0" brushRef="#br0" timeOffset="423451">3086 11851 23444,'-5'42'95,"-1"0"0,1 2 1,1 2 10,4 10 1,0 1-568,-3-7 1,-1 2 542,0-9 0,-1 3 0,-1-4 38,-2-2 1,0-4 103,-1 0 0,0-4 1251,-1-6-994,4-20-190,2-22-218,3-21-56,0-2-3,4 8 0,1-3-3,5-3 0,1 1-377,7-24 366,-6 27 0,3 2 535,11-9-546,-2 16-17,9-1 16,4 26 12,-11 5 12,26 28-12,-20-1-40,-7-7 1,0 1 387,4 11-555,-4-8 0,-1-1 0,3 1-115,6-1 0,3-2-21,10-10-428,-12-8 1,0-3 730,7-13-86,5-20 120,-11-10 51,-11 4 0,-2-2-17,7-16-139,-11 12 0,-3 1 256,1-9 167,3-9-278,-8 27 1277,-3 9-1311,-7 21 130,-4 20-97,-4 22-27,0-1-15,3-8 1,1-1 8,1 10-3008,8 10 3002,1-16-851,32 14 874,-17-32-262,7-1 1,0-5 300,-8-13-184,21-20 184,-27 1 39,1-10 0,-2-3-22,-4-2 58,-2-11 1,-3 0-37,-6 2 9,-1 4 0,-4 1 97,-10-1 12,-15-5-168,8 20 2306,-15 8-2368,24 16 1000,-11 13-1079,19 0-587,3 30 286,10-20-553,11 6 1,4-1 8,9-3-1717,16 0 0,3-2-792,5-7 3359,7-3 1,-2-4 0,-22-4 0,18-2-1</inkml:trace>
  <inkml:trace contextRef="#ctx0" brushRef="#br0" timeOffset="424168">4772 12056 12461,'2'-6'9830,"0"0"-8523,-2-28 1,-4-6-827,-2 15-162,-1-19 1,-6 4 67,-18 32-247,0 10 0,-1 5-95,-17 6-396,10 7 1,0 5 350,13-3 0,1 3-3,-5 13 0,1 2-3,11-12 1,3 0-26,1 8 0,7 0 173,17 1-226,22 3 73,-1-20 22,30-15 0,-8-24 25,-11-6 1,0-4-334,-13 7 0,-1-2 325,10-18 0,-4-4 14,-14 11 0,-3-3 45,6-20 0,-2-2-28,-6 8 0,-2 2-17,-2 1 0,-2 3 56,-3 9-1,-2 3 340,-2-11-319,1 11 618,-4 11-663,-2 19-68,-3 13 23,-1 1-45,-9 40 12,7-16-1651,-1 13 1,1 4 1527,2-1-1223,3 12 1,2 0 673,6-6-875,4-17 1,5 6 0,0-6-398,15 9-2967,13-4 1,5-7 2401,-2-17 1813,-1-12 1,-2-7 1781,-13-13 4177,7-25-727,-25-1 219,-2-24-3787,-4 18 570,-3 10 0,-2 3-1051,0 7 1218,-5-13-1509,2 29 5,-6 0-191,7 10 2776,-4 14-2781,5-5 0,7 22 0,0-17-28,22 13 12,-9-21-40,36-1 39,-26-13 690,3-6 1,1-5-646,-3-15 0,5-8 16,-20-6 158,-21 2-112,-1 8 665,-19-5-536,3 26-57,-8 2-56,0 13-27,-1 18-18,-3 28-38,8 8-376,4 5 322,17-26 0,4 0-490,10 25-1232,3-22 0,4-1 1753,3-4 0,0-4 0,11 7 0,-8-17 0</inkml:trace>
  <inkml:trace contextRef="#ctx0" brushRef="#br0" timeOffset="426547">5808 12025 23589,'-34'-11'-364,"-1"0"0,-19-7-117,52 18-1052,5 0 1533,9 0 0,-7 0 0,6 0 0</inkml:trace>
  <inkml:trace contextRef="#ctx0" brushRef="#br0" timeOffset="428255">6051 11746 18683,'0'-4'4050,"0"1"-2969,0 3-919,9 74-56,-6-42 1,0 1-48,3 23 0,0 0-34,-4-22 0,0-4 104,1 14 61,-1-22 320,0-3 129,1-14-242,4-19-83,16-35-230,-6 7-271,0 2 0,2-1 279,-7 12 0,2 0 9,7-12 0,1 0-67,7-12-4,-6 20 1,0 5-8,-4 9-12,16-4 0,-11 21-11,14 17-11,-12 0 11,11 25-6,-22-14-8,2 9 0,-2 3-14,2 6 28,-5-13 0,-1-1-5,5 3-1,3-20-11,2-1 621,14-19-635,-8-9 1,2-3-4,2-3 0,1 0 34,0-3 0,1-2 17,7-5 0,-4 0-6,-3-3 6,-9 10 0,-3-1 0,-10 5 22,-6-11-22,-3 16 33,-1-12-22,-1 17 56,0-4-39,0 9-23,-2 1-16,-1 7 5,-3 10 0,-1 3 12,-6 13 27,0 1-39,3-4 12,-4 7-12,8-19-22,-3 18 11,5-19 16,1 14-4,3-16-1,0 7-11,0-11 78,0 0-22,0-5 342,0-1-376,-1-3 6,-1-2-33,0 0-7,-2-1 7,2 3 16,-1-2-17,1 3 1,1 1-34,0 0 55,1 7-32,0-1-7,6 6 18,-1-4 5,9-2 5,1-5 6,16-11 1,-7 3-12,15-18 22,-10 2 40,7-20-46,-14 13 7,-4-16 10,-22 18 40,-15-6-34,1 15-22,-16 4 11,9 12 39,-9 5-61,12 2-17,-5 11 11,11 4-6,-7 23 1,7-9-18,-2 23 6,13-14-78,7 22 0,5-21-1845,9-11 1,5-3 1743,6-5-149,4-4 1,3-2-696,27-2 555,-22-9 1,3-4-76,-1-4 0,1-5-272,5-9 1,-2-3 566,-14 4 1,-2-2 244,8-9 0,-4-3 284,4-10 226,-15 10 0,-1-1-47,3-10 509,-4-12-482,-15 30 1127,-2-17-1272,-1 25 3466,-5-8-3724,1 20 96,-8 10-152,3 1 457,-18 32-473,2-4 2,4-7 0,0 0-8,-8 12-54,5-10 1,0 0-3,-1 1 14,2-3 0,-1-2-3,-2-3 56,-4-8 16,11-15 46,1-22 33,9-9 34,1-9 39,3-2 134,7 1-212,-1 14 22,6 3-78,-1 17-23,15 3-6,-5 6-5,24 7 12,-2 5-1697,-5-2 0,1-1 1691,16 7-1143,1-5 0,1-3 1125,0-4-148,-5-9 0,10-3 1,-9-1 159,-17-2 0,-2-2 2,25-5 1,-4-6 25,-14-18-228,-11-12 211,-15 16 1,-3-5 7,-5-17 1,-5-2-12,0 17 1,-3-1 20,-2-7 1,-2-5 0,-1 8 1959,-4-16-1989,-2 5 0,0 3 639,3 21-639,-13-14 0,17 38 361,-2 0-361,9 17 0,2 28 0,2-3 0,2 15 0,1 2 2969,2 4-2969,0 2 0,2 2 0,-4-19 0,2 2 0,6 5 0,3 4 0,2-3-275,5 5 0,3-3-964,-2-7 1,3 0-1,-1-7 690,0-8 1,0-5-1099,21 11-1719,-22-21 3366,-6-5 0,-10-4 0,-3-2 0</inkml:trace>
  <inkml:trace contextRef="#ctx0" brushRef="#br0" timeOffset="428413">8055 11475 18778,'-5'-6'6301,"0"1"-5774,5 5 274,0 0-773,-13-55-39,20 38-208,6-19 1,9 2-449,7 22 1,6 6-507,3-5 0,4 0 1173,13-3 0,-5 2 0,-11 3 0,18-5 0</inkml:trace>
  <inkml:trace contextRef="#ctx0" brushRef="#br0" timeOffset="428621">8796 11122 19808,'36'-29'-404,"1"0"1,9 2 0,1 7 0,-14 15 0,-2 3 0,31-2-1</inkml:trace>
  <inkml:trace contextRef="#ctx0" brushRef="#br0" timeOffset="428797">8977 11450 26765,'43'-38'-689,"-1"0"0,1 1 1,3-8-1,2 6 689,-4 17 0,3 4 0,-7 4 0,4-2 0,3 0 0</inkml:trace>
  <inkml:trace contextRef="#ctx0" brushRef="#br0" timeOffset="432605">10219 10893 21657,'-16'-58'1322,"0"0"0,1 1 0,3 13-1120,7 30 61,1-1-252,3 12 45,3 19-33,1-1 55,7 47-67,-5-26 14,-1 9 1,-1 5-4,-3-11 0,0-2-2830,-1 2 1,0-2 2812,-3 26 507,-4-27-423,4-16 1252,-1-1-1268,4-23 61,2-30-33,6-10-51,-2 8 1,1 0 2988,7-18-2958,0 13 0,0 3 1204,1 0-1243,0 6 0,1 1 3,3 4-12,7 1-16,2 12 5,2 14-50,3 12 28,5 11 12,4 9-26,-15-7 0,-1 0-42,12 11-28,3 8-331,-1-6-3677,6-6 3818,-2-1-213,6-14 201,-21-26 258,5-19 78,-14 1 23,-3-12 280,-13-3-62,-2 9 17,-5-12 3409,-2 20-3426,-1 7-56,2 9-229,2 4 28,2 7-46,6 7 12,-1 0 17,11 5-22,0-6 10,27-4-10,-14-4 5,16-7 11,-14-11 17,3-15-17,-6 5 39,-4-16 62,-22 9-22,-8 1 0,-9 3-40,-1 15 45,-7 7 79,-17 21-146,14-3-6,-14 16-22,23 4 6,6-4-12,4 12 1,3 4-63,8 12-238,2-9 1,4-2 115,12 2-68,9-8-486,16-10 68,-16-15 1,4-2-246,11 1 0,3-4 94,4-6 1,0-6 92,8-9 1,-2-5 663,-20 6 0,-2-5 274,9-18 1,-8-1 131,-14 2 106,-5 3 1,-3-1 610,-3-6 577,0-11-1132,-5 21 320,-4 2-375,-7 23-242,-5 5 1,-19 21 230,6-3-382,-17 22-39,12-6-5,-7 8-17,1 2 0,0-1-1,9-18 1,0-1 22,-5 4-3386,-16 0 3392,29-24 17,-5-13 94,15-29 74,4-12-251,7 13 1,2 1 177,8-16-1058,3 19 0,1 3 1002,2 3 1869,18-9-1914,-13 28-54,16 21 20,-12 0 0,15 29-5,-15-3-23,-10-13 1,-1 2-43,1 0 1,1 1-233,6 5 0,1-2 269,12 10-802,-1-15 1,2-6 3520,-3-10-3058,-2-5 0,1-7 87,5-25 358,-10 2 252,-11-29 263,-22 6 214,-2-14-15,0 23 1,-1 0-194,1-12-191,1-1 194,2 35-401,0 6-63,0 7-60,0 1 29,8 19 4,6 22-60,2 2-7,-4 3 1,-1 4-23,-5-15 0,0-1-1001,1 8 0,0 2 984,0-3 1,1 1-1,2 0 1,0-2-108,-2-6 1,0-1 114,2 7 1,-1-4-3,-4-9 0,-1 4 63,-4-19-63,-2-5 1931,-11-37-1931,2-5-6,0 2 0,0-3-8,0 1 1,0 1 13,2 4 0,-1-1-362,-4-9 0,-1-1 362,2 7 0,1 0 0,-4-8 0,0 1 0,5 10 0,0 1 0,0-6 0,2 2 0,4 3 0,-2-10 0,8 31 295,1 5-295,1 3 748,7-1-748,0 2 0,5-1 0,-7 3 0,1-1 0,-7 2 0,0 0 0,-7-4 0,1 1 0,-14-14 0,8 2 0,-9-11 0,10 8 0,-2-6 0,4 5 0,-4-8 0,4 9 0,0 0 0,1 1 0,3 8 0,0-3 0,3 10 0,0 3 0,4 9 0,1-1 0,10 30 0,-6-11 0,5 23 0,-7 4 0,-2 4 0,-1-12 0,-1 0-171,0-4 0,0 2 1,1 0 170,1 2 0,0 0 0,2-6-26,-1-6 0,2-1-86,3 6 0,4 5 0,2-6-336,7-2 0,5-5-1501,18 11 0,3-5-1852,-17-13 1,0-4 3155,7-2 1,-7-6 0,-17-9-1,-8-2 1</inkml:trace>
  <inkml:trace contextRef="#ctx0" brushRef="#br0" timeOffset="432838">11913 10666 26777,'18'-22'-79,"14"5"1,7 3-112,18 0-1088,1-1 1,3-1-919,-22 7 1,-2 0 2195,5-2 0,-3 2 0,8-2 0,-23 6 0</inkml:trace>
  <inkml:trace contextRef="#ctx0" brushRef="#br0" timeOffset="433446">12634 10628 25870,'31'-50'578,"-1"-1"1,-1 3 0,-9 9-199,-17 23-200,-2 4-152,-1 8 33,0 27 1,4 30-45,-1 1-17,-1-20 0,1 2-3,1 7 0,-1-1-381,1 14 395,1 6 0,1 2-11,-1-29 0,0-2 0,2 12 0,1-2 56,5 3-16,-5-25-29,-6-19 0,-10-26-17,-1-2 14,-1-9 1,-2-6-12,4 8 1,-1-4 2,-1-7 0,0-5 0,2 1-1622,-2-14 1,1 1 1621,1-1 0,2-1 5,3 20 1,1-1 0,1 2 61,3-8 0,3-1-75,1 6 1,2-2-1,0 4-137,1-1 1,3 4 133,6-5 0,3 7-23,12 8 23,18 9 5,-16 18 17,8 27-16,-27 2-4,-5 12 1,-3 5 2,-6-8 1,-4 3-5,-2 4 1,-4 4 0,-3-2 954,-5 7 0,-6-3-962,-7 8 1,-4-5-1,10-19 0,0-4-34,-5 1 1,1-4-12,-5 4-1562,3-10 5,16-17 1619,25-34 0,-7 17 0,10-13 0</inkml:trace>
  <inkml:trace contextRef="#ctx0" brushRef="#br0" timeOffset="434322">13265 10190 19238,'0'8'4581,"0"0"-3130,0-8-303,0 0-728,15 44-336,-2-33 34,25 26-40,0-50-22,-10-2 0,-1-3-16,10-8-1697,-14-3 0,-5 0 1696,-6 0-275,-4-4 1,-2 1 218,-4 5 95,-5-20-44,-2 33-183,-15-3 188,6 15 62,-24 13-84,20-1 28,-19 26-6,17 5-25,9-10 0,2 2-9,-2 28 3011,10-11-3039,11-7 63,22-6-35,-3-8-5,-1-11 0,4-4-5,19-5 2,-19-5 0,1-3 37,27-9-1,-3-16 1,-12-18-2559,-13 6 2547,-11-5-1998,-10-5 1993,-5 16 39,1-26 28,-5 21-62,-2-9 6,-1 11 2364,-3-6-2291,-2 17 3436,-1-5-3496,1 12-41,-1 6 0,3 4 0,0 2 0,2 2 0,-2-1 0,2 1 0,-7-2 0,4 2 0,-9-1 0,5 1 0,-13 3 0,12 0 0,-14 8 0,18-5 0,-5 3 0,11-7 0,0 0 0,0 0 0,0 1 0,2 2 0,2 3 0,0-1 0,3 9 0,-2-1 0,4 9 0,2 6 0,1-3 0,10 3 0,3-1-273,4 1 273,6 0 0,5 0 0,-12-12 0,1-3 0,13 8 0,1 0 0,-10-5 0,-2 0 0,21 12 0,-30-7 0,-18-8 0,-14 3 0,-28 0 0,-12-4-219,-6-1-232,24-8 0,0 1-2928,-1-1 1,1 0-588,-20 2 3444,-3 0 1,42-4-1,2-1 1</inkml:trace>
  <inkml:trace contextRef="#ctx0" brushRef="#br0" timeOffset="434946">14185 10073 25539,'14'-33'493,"0"0"0,9-19-28,-23 44-337,0 3 197,-1-5-218,-1 6 178,-2-10-223,1 8 106,-2-7-118,2 8 45,-4 0-78,2 5 39,-14 14-33,8-3 21,-18 33-44,17-19-16,-4 34 4,17-24-4,11 13 10,5-21 40,29 2-23,-16-16 36,8-3 1,2-2 2,7-5-22,-11-6 0,-3-3 0,0-3 12,-7-9 17,-18-10-57,-7 8 0,-14-32 0,-11 8 0,-2 2 0,-1 7 0,-2 13 0,12 11 0,-18-3 0,17 16 0,0 1-270,6 10-33,10-3-1953,12 14-3413,10-8 5669,9 6 0,-8-13 0,-7-3 0</inkml:trace>
  <inkml:trace contextRef="#ctx0" brushRef="#br0" timeOffset="435313">14689 9891 20257,'0'-4'6413,"0"1"-4867,0 3-1529,-5-37 5,5 42-11,-4-29 39,6 53 1,2 13-45,0-4-246,0 4 0,0 0 246,0-9-23,6 27 11,-4-34 113,5 14 38,-8-32-82,0-10-63,-1-19 0,8-35 0,-1 13 0,4-1 0,4 0 0,8-5-988,-6 15 1,0 2 987,6 0 383,8 8-383,-11 19 0,6 4 0,9 30 0,-16-6 0,2 4 0,0 2-158,12 24-235,-17-27 1,1 2-280,4 8 0,0 2 672,-1 5 0,-2-2 0,8 10 0,-3 5 0</inkml:trace>
  <inkml:trace contextRef="#ctx0" brushRef="#br0" timeOffset="436137">13506 10067 23898,'-18'-32'1450,"6"7"-1388,15 24 78,17 8-100,-5-2 4,28 19-38,-21-8 28,24 26-23,-27-21 17,9 22 11,-20-16 79,-7 13-62,-6-15 95,-21 4-84,11-21 146,-17-4-146,21-10 140,-3-15 56,13-7-39,9-14-56,10-5-76,1 16 1,3 1-48,9-11-87,-3 12 0,-1 4-199,-5 8-1556,18-5 1797,-14 19 0,-10 1 0,0 2 0</inkml:trace>
  <inkml:trace contextRef="#ctx0" brushRef="#br0" timeOffset="439581">14898 6930 14863,'-46'5'2346,"-1"1"1,7-3 0,9-4-1558,22-9-631,27-13 133,18 0-39,9 0-111,9 3-160,-8 6 0,4 1-303,-7 2 0,3 1 190,4-1 0,5-1 0,-4 2-172,4-1 1,-3 2-76,6-1 1,-4 2-554,-18 1 1,-4 2-2442,16-3 2637,-23 3-21,-37 3 1005,-19 4 64,-14 0 655,-14 4 1160,-1 0-1348,12-1 661,-5 1 326,35-3-1121,1 0-212,9 1-331,5 2-104,1 1 94,1 11-85,0 5-40,-1 15-78,0 23 79,0-15-94,1-2 0,1 0-474,4 12-75,-2-15 0,1 0-635,4 10-3606,-1-18 1,0-1 3075,-1-5 1,2 6 0,-6-27 0</inkml:trace>
  <inkml:trace contextRef="#ctx0" brushRef="#br0" timeOffset="440895">15561 6929 18117,'0'-3'5030,"0"0"-3831,0 3-1143,-1-10-28,6 10 17,12-6-1,12 10 80,22-1-12,-3-9-14,-16-3 0,-2-1-26,4-8 192,9-21-157,-30 20 100,4-18-28,-15 15 17,-12-9-146,1 13 46,-16 1-57,5 13-39,-14 12 0,11 1-11,-2 9-29,6 10 116,8-2 196,-1 14-5,9-16-109,12 10-308,8-10 48,2 0-9,5-8-313,8-9 147,2-4-80,19-7 315,-15-4 93,8-13 359,0-17 124,-12 12-13,0-12 156,-21 14-412,-6 10 136,1-10-33,-6 12-439,-1 3-295,-1 3-125,0 6 45,0 11 122,0-1 60,2 22 9,1-15 144,7 22 32,-5-24 0,10 12 3,-9-19 29,2 1 297,-5-8-75,2-12-40,-1 2-3371,1-16 3345,-3 10 54,4-18-44,-3 18-1,2-4-66,-3 15-47,4 6-61,3 5 3322,1 1-3344,2 10-54,0 6-26,-2-4 11,3 9 40,-7-15-25,1 1 75,-3-7 212,1-8 16,-2-4 36,6-13 2,3-5-6,5-11-45,3-2 32,1 3 32,-3 6-26,-2 7-167,-3 9-58,4 5 51,-6 7-135,7 5-187,-4 6-364,6 11 190,-5-7-512,7 8-237,-7-10-1043,9 0 666,-3-8 1487,-3-5 356,-2-12 516,-7-7-233,1 0 131,-1-1 1061,1-3-18,-2 3-1559,0 1-94,-5 8-194,-2 9-138,0 3 134,2 6 28,1 7 116,2 8 41,1 4-12,1 1 4,4 7-3,-2-8-9,0-4 21,-2-8 142,-4-10 199,-1-1-85,1-8-100,-2-9-70,-1-11-15,-9-26-77,1 12-27,-4 4 0,-1-1-170,-9-17 190,9 18 0,0-1-25,3 3 1,1 0-71,1-26 43,8 17-4,24-9 19,-10 31 43,28-12-28,-25 25 28,22 1-34,-22 8 1,13 7 5,-16 6-6,-2 18 17,-26 8-3341,-1-5 3319,-20-1-197,-7-9-346,-7 2-3331,10-10 1,0 0 3884,-17 7 0,9-7 0,31-14 0</inkml:trace>
  <inkml:trace contextRef="#ctx0" brushRef="#br0" timeOffset="449581">19697 9406 21315,'8'-45'457,"8"7"0,6 0-379,0 8 1,4-1-2831,13-17 0,0-1 2794,-11 15 0,0-1 53,7-11 1,-1-1 582,-9 8 0,0-4-604,-1-1 1,0-4 0,-2 2-50,1-1 0,-2-2-10,-1-8 0,0-5 0,-3 7 161,-7 15 0,-2 1-160,2-10 1,0-5 0,-3 2 5,-3-2 1,-3 0 6,-1-4 1,-1-5 0,0 1-591,-1 7 1,-1 1 0,0 0 575,0 0 0,-1 1 0,0 0 14,0 2 1,0 0 0,0 2 390,-1-10 1,0 1-378,0 11 0,0-2 0,-2 1-35,1 2 1,-2 2 0,-2-2 24,-4-6 1,-3 0 0,-2 1-186,0 8 0,-1 0 1,0 2 158,-1 1 1,0 1-1,-3 1 19,-11-5 0,-4 1 1,2 6-13,7 5 0,-3 2 6,-6-6 1,-6-4-1,2 4 5,1 2 1,-2 0-15,-6-3 0,-5-2 0,5 2 511,3 3 1,1 2-520,1 0 1,-4 0 0,5 4-1,8 8 0,2 2 5,0 0 1,-2 0-1,-5-1 0,-2 1 651,1 0 1,-1 2-641,0-2 1,-1 1 16,-10-5 1,3 0-2062,-4-2 2047,0-3 661,17 2-677,14 5-6,-5-4-17,19 11 681,6 6-759,4 4-46,0 0 141,3 11 3153,1-4-3153,5 8 726,2-7-709,6-1 0,-1-3-23,26-9-5,-20 2 11,31-7 6,-34 9-1,9-1-16,-19 3 84,-2 1 45,-4 0 38,-3 0-66,0-3-73,-4-3 11,-1-6-11,-2 2-6,0-2 22,-6-5-27,4 6 22,-11-10 11,-4 8-50,3 3-11,-18 2-1,7 11-22,-13 7 12,1 9-6,2 11 5,4 9 23,4 10 5,17-20 1,0 0 21,-1 4 1,0 1-34,-7 14 1,-1 0 16,9-15 0,1 0 0,-4 6 0,2-4 0,7-7 0,7-11 50,2-7 124,2-6 139,2-1-38,5-11-84,19-20-3516,7-13 3325,6-6-221,-5-2 1,2-1 231,-13 16 1,1 0-7,3-2 1,1-3 0,-1 4-6,-4 4 0,1 3-14,8-7 0,-1 4 2,7-4 1,-1 8 0,1 1 17,-2 6-20,1 6 0,-1 3 8,-12 8 0,19 7 6,-31 5-5,10 10 16,-4 1 3099,24 20-3104,-7-10-6,8 4 823,-16-17-846,2 2 46,-17-11 100,7 5 118,-19-12-73,-5-1-112,-2-2 0,-18-8-23,-9-6-30,-3-4 0,-4-3 2,9 6 1,-1-1-172,-5-3 0,1 0 172,-20-6 16,0 12-5,-5 3-23,4 10-2,20 9 0,0 5-26,-18 13 25,17-4 1,-1 4-31,5 5 0,3 3 30,4 4 1,3 2-3,2 1 0,5 0 11,5-6 0,5 0-6,5-1 0,3-2-5,4 5 6,3 8-7,20 6 29,-9-20 101,13 9-17,-20-29 55,-1-17-66,-2-12 287,3-21-355,0 0 0,0-1 1,1-4-434,0 9 1,1-1 413,8-17 0,2 0-3,2 8 0,3 4-20,3 2 1,2 3 16,7 3 0,1 3 20,-6 8 0,-1 4-17,-4 3 0,1 3-6,19 0-27,-11 10-1,9 9-11,-12 3-230,-10 9 1,-1 4-1636,14 24 172,-16-18 1,0 1 1737,-1 3 0,-4-2 0,-2-6 0,-2 1 0</inkml:trace>
  <inkml:trace contextRef="#ctx0" brushRef="#br0" timeOffset="450523">18861 11122 25379,'3'56'-41,"1"1"0,0-14 0,1 0 0,1-3-35,3-4 1,1-1-25,2 24 1,-1-3-31,-5-8-134,-2-6 0,-2-1 242,-8-1 267,-7 1-271,0-20 283,-7-17-158,8-25 142,-2-39-162,6 10-1567,8-7 0,4 0 1600,4 2-28,0 16 0,3-7 0,-1 7-76,8-15 53,3-3 1,0 2-45,-2 12 5,3 4 1,0 3-12,-4 13 221,16-5-226,-12 25 11,16 17-12,-11-1-5,19 24 0,-7-7-1127,-5-4 0,3-1 1111,14 9 117,0-6 0,0-2-129,-2-4-812,5-1 0,0-1 795,-11-7 20,-6-3 0,-2-3 3,-7-11 16,-5-2 6,-12-19-6,-14-8 23,-1-2 22,-5-1 1,0 0-7,0 0 603,0 1 0,0-2-585,2-6 7,1 7 1,1 0-14,-3-15 0,3 12 0,-1 2 16,0 1 62,-4-1 1,-1 1-63,2 7 2248,-12-18-2236,13 37-45,-1 2-79,4 6 3322,2 5-3327,1 13-236,-1 26 80,1-6-155,1-2 0,2 2-1260,7 22 89,0-19 1,2 1 1537,6 5 0,0-2 0,3 5 0,2-6 0</inkml:trace>
  <inkml:trace contextRef="#ctx0" brushRef="#br0" timeOffset="450872">20168 11168 12216,'2'-9'3276,"7"-29"1,1-5-2549,-5 11-1394,4-25 0,-2 0 985,-9 22 1640,-7-23-1707,-5 32 854,-6 1-1055,-3 12 703,-5 18-754,10 4 3398,-6 21-3376,11 5-36,5 1 0,3 3 8,6-4 1,3-1 5,-3 1 0,4-2-6,13-4 1,4-4 16,1-7 17,28 5 56,-14-20 112,15-22-123,-19 2 84,1-29 16,-23 5-33,-3-13-62,-11 22 1,-3 1-45,-3-10 11,-20-6-124,0 29-4562,-25 4 2843,14 12 1798,-12 11 0,35-3 0,1 1 0</inkml:trace>
  <inkml:trace contextRef="#ctx0" brushRef="#br0" timeOffset="452763">20902 10875 16902,'3'-5'5232,"0"0"-4157,-3 5-179,15-70-633,-23 50-168,2-16 1,-4 4-57,-20 35 56,-25 14-33,14 8-34,-9 14-379,8 7 351,13 3 61,34-11 1,10-1 34,11-3-24,7-12 1,3-8 22,9-23 0,-16-4 1,0-4 78,16-19-45,-14 2 0,-1-5-43,-9 2 1,-2-1-40,-1-1 1,-5-1 8,-6-4 0,-4 0-747,-2 3 0,-1 1 719,-1 0 0,0-1 73,0-16 0,0 4-23,0 4 31,0 11 0,0 4-75,0 18-17,-1 3 315,-1 29-321,-1-3 1541,-2 31-1572,2-5 1,1 2 30,-1 17-1287,3 2 0,3-1 1265,5-14 5,-2-10 1,3-1-101,18 14-79,9-2 36,-11-20 1,2-2-34,0-4 0,3-5-1276,3-5 0,0-4 1413,10-5 28,5-19 90,-28-20-34,-6 7 174,-7-26-124,-7 35 152,-4-20-157,1 30 95,-4-7-162,5 16 1665,-2 2-1682,3 5 0,0 16-6,4-6 37,5 15-9,8-10-44,22 4 22,-6-9 16,25-5 18,-2-26 11,-3-6-6,-4-10-1103,-32 4 0,-5-1 1114,-3-4-742,-7-4 1,-3 1 753,-4 6 1606,-19-18-1528,-3 32-1450,-26 7 1355,14 11 1500,-7 10-1472,4 30-62,23-3 2246,-9 13-2329,31 1-124,16-6-126,-3-17 0,6 1-3042,20 7 1,5-3 3363,-9-7 0,1-4 0,0 0 0,-3-5 0,-2-4 0</inkml:trace>
  <inkml:trace contextRef="#ctx0" brushRef="#br0" timeOffset="457300">1979 13986 17832,'-9'-44'1305,"0"1"0,0 0 0,-2-7 0,1 3-658,1 7 0,0 5 210,-4-4-358,-3 4-477,7 18-39,1 17 23,4 36 5,2 17-328,0-21 1,2 1 316,0 12 0,3 1-11,0-7 0,1 1-104,6 22 0,2 0-407,-3-20 0,1 0 203,7 15 0,1 0-280,-4-20 0,1 0-2692,6 18 0,0-1-1039,-7-18 1,-1-3 3749,1 4 0,-2-6 1,-7-16-1,-3-6 1</inkml:trace>
  <inkml:trace contextRef="#ctx0" brushRef="#br0" timeOffset="458351">1828 14361 23119,'-7'-33'-112,"1"-1"0,14-1 0,10 7 0,37 18-682,-9 0 1,1-1 706,-16 3 0,-1-1 17,12-5 0,-1-1 76,9-5 134,3-10-28,-40 17 158,3-11-102,-15 15 525,-6-6-379,-4 9 156,-9 2-358,4 2 711,-5 7-784,8 4-33,1 12-1,4-5 530,7 10-523,8-8 60,16 6-55,-4-10 22,16-2 51,-11-11 123,9-12-129,-13 1-3219,3-27 3208,-18 16-529,-1-30 523,-8 27-219,-10-26 225,3 31 140,-14-15-169,13 25 12,-14-1-44,14 11-24,-13 17 1,14-3-11,-5 32 5,11-21 2821,7 27-2972,9-17-123,14 10-248,12-6 264,12-8-187,-20-21 0,1-3 64,3-3 1,1-5 203,-1-4 1,0-5 415,0-7 0,-2-4 19,12-20-57,-13-1 332,-22 0-2755,-8 3 2564,-2 7 252,-4-3-128,-1 21 92,-1 2-518,2 7 38,-1 10-49,1 9 3380,2 3-3404,-1 23 12,5-7-11,3 17 17,5-11-1,6-6 12,0-8 39,-2-11 207,-5-9-190,-4-9 56,-1-22-51,-3-4-5,1-18 28,0-5-73,0 19-6,1-1-10,6 16-24,-3 9-10,11-3 16,-6 11-16,18 5 22,-11 1-11,26 19 16,-26-10 1,14 15-6,-22-17 6,6 7-1,-9-11 191,2 2-5,-7-10-91,-1-8-72,-2-2 12,-3-15-12,0-4 5,-1-11-22,4-4 6,6 1-17,3 7-28,6 10 6,5 11-6,9 11 17,-6 6-40,22 23 23,-24-6-157,5 8 1,0 2-91,-4 0-263,-2-1 0,2 2-5001,10 21 5539,-2-5 0,-6-9 0,-15-24 0</inkml:trace>
  <inkml:trace contextRef="#ctx0" brushRef="#br0" timeOffset="458800">3588 14092 20671,'0'-5'4779,"0"1"-3603,0 4-1031,-2-60-150,1 45-35,-1-42 46,10 75 0,3 9 2,0 2 0,0 2-2,5 13-1702,-5-6 0,-2 0 1702,1 4-4,-3-5 1,1 2-172,0-2 1,0-2 196,-1 0 0,0-3 67,4 18-22,-10-33-34,-7-22 22,-23-27-27,7 4-3,-10-13 0,-1-7-157,10 11 0,0-2 137,1 1 0,0-3 0,1 1 1080,0-2 1,3 0-1078,0-10 0,4 0 6,7 12 0,2 0 157,4-14 0,3 0-177,2 13 0,4 3 0,6-4 0,5 6 0,14-2-28,11 10-2621,10 23 2644,-17 9 330,1 13 0,-3 7-342,-7 14 20,-6-11 0,-4 0 42,-11 14-90,-24 7-42,-3-15 0,-6 1-924,-8 4 1,-2-1 786,4-4 0,-1-3-821,-2-3 0,2-6-3038,6-6 3744,-7 0 0,23-11 0,1-1 0</inkml:trace>
  <inkml:trace contextRef="#ctx0" brushRef="#br0" timeOffset="459260">4117 13809 22459,'-8'-1'3181,"1"1"-2862,7 0 196,0 0-671,-31-35-208,23 26-527,-19-21-2565,40 38 3456,4 3 0,-3-2 0,-4-4 0</inkml:trace>
  <inkml:trace contextRef="#ctx0" brushRef="#br0" timeOffset="460475">4501 13537 26424,'22'29'28,"-1"0"-11,-5 26-836,-6-5 822,-4-14 0,-1 1 2,-3 16 306,-5-13-31,-1-16 34,-1-20-258,-1-11 51,1-21-1,0-25-61,1 7-3,3 8 0,2-1 31,7-17-25,-1 23 1,3 0-38,14-21 6,5 16-17,3 14 11,11 12-11,-12 9-11,27 22-184,-31-3 184,21 25 11,-27-16-14,0 2 0,0 0 19,2 2 15,5-1 0,3-3-4,11-7-13,-7-8 0,-1-4 14,5-9 0,4-19-6,-28 2-11,-4-13 0,-2-4 0,-2 0 19,-5-12 1,-3-1-9,-5 12 3,-2 4 0,-2 3 3,-3 6 380,-11-7-363,-3 18-29,-2 3-10,1 15 5,9 10 191,7 12-197,6 10 17,5 8 1,4-7-1,13 22-118,3-19 29,-4-12 0,3-2-180,23 10 90,-4-15-132,-2-12 1,2-5 80,19-10-1519,-9-7 0,-1-4 1750,6-11-7,-25 9 1,-2-4-1054,-3-8 1,-3-1 1109,3-3 12,-3-1 1,0 0 138,-5 5 28,1-4 0,-5 12 2183,-6 10-2368,-2 8-34,-19 33-10,6-10-7,-5 8 1,-3 1-1,-1-1 12,-7 5 0,-2 1-11,3-2-6,-1-2 0,1-1 67,3-7-28,5-4 31,6-9-14,9-27-51,2-6 6,13-28-16,-3 19 50,25-16-17,-16 33-6,23-5-5,-23 19-17,27 16-6,-25-2 3393,21 22-3376,-14-4 11,10 8-33,4 1-1685,-8-16 0,1-3 1702,16 5-9,-7-10 0,0-6 26,15-16-18,-24 0 1,-1-3-1,-5-5 1,-3-4 5,11-30-250,-24 21 0,-4-2 241,-3-5 1,-3-2-6,-6-5 1,-3-1 13,-3-5 0,-2 0-3,1 9 1,-2 0 38,-7-16 1,1 2-29,7 24 1,0 1 16,-4-9 1,1 2 14,-1 5-40,8 17-17,4 8 12,3 12 3163,1 7-3158,1 13 42,2 16-53,5 16-23,-2-23 1,3 2 13,9 12 1,2-1-32,-6-13 0,3-1 14,12 13 1,5-2-40,-7-17 1,2-2-1829,16 11 1,1-1 1631,-15-13 1,0-1-830,6 3 1,-3-5 1089,-6-7 0,-8-2 0,-10-8 0</inkml:trace>
  <inkml:trace contextRef="#ctx0" brushRef="#br0" timeOffset="460627">6070 13128 26290,'32'-29'-407,"0"1"1,0-1 0,5-7 0,-1 7 0,-3 20 0,-3 6 0,-3 0 0</inkml:trace>
  <inkml:trace contextRef="#ctx0" brushRef="#br0" timeOffset="460851">6805 12966 24693,'33'-48'-327,"-1"1"1,2 13 0,3 3 0,-2 9-427,19 10 753,-11 5 0,7 1 0,-10 1 0,-2 2 0,-5 2 0,0-1 0</inkml:trace>
  <inkml:trace contextRef="#ctx0" brushRef="#br0" timeOffset="461018">7007 13192 17504,'-41'11'837,"1"1"1,-22 0 494,79-32-1332,2 1 337,19-2 1,8-1-965,-5 6 0,3 0 627,6-1 0,5-2 0,-6 3 0,-8 3 0,-4 2 0,4 0 0,0-1 0</inkml:trace>
  <inkml:trace contextRef="#ctx0" brushRef="#br0" timeOffset="463233">7858 12905 27523,'-16'-45'880,"0"0"1,0 0-1,1 7-1150,3 12-143,1 3-55,5 12 43,8 19 312,1 2 5,9 18-654,3 15 528,-2 4 51,-2 13 136,-8-12 213,-7-3 197,0-10-127,-2-14 161,2-11 319,0-19-670,1-2 165,-1-35-201,2 2-37,4 9 1,1-1-20,1 4 0,2 0-630,13-27 504,-2 17 7,13 6 206,-6 24-28,11 1-59,0 18-206,12 13-48,-4 7-17,-1 2 566,-12-5-636,-2 0 175,15 2 39,-10-4 71,17-2 192,-32-18-45,3-5 56,-14-23-73,-6-6 11,-5-22-22,0 11 13,-2 9 1,-1-1-3,-6-16-22,2-1 27,1 17-128,9 28-22,3 4-203,10 11 40,4 0-639,23 8 275,-8-7-3011,24 3 1,5 1-446,-3-2 3421,3 0 1,-5-2 0,-29-4-1,-3-2 1</inkml:trace>
  <inkml:trace contextRef="#ctx0" brushRef="#br0" timeOffset="463583">8941 12544 13009,'0'-3'8693,"0"0"-6105,0 3-1670,-64-43-676,37 32-186,-12-11 0,2 5-28,19 24 22,-4 22-11,11 0-33,-2 17 5,13-6 0,9-1 0,10-5 12,10-9 22,7-8-12,-7-9 152,13-18 56,-15-16-174,0-2 163,-13-30-57,-18 19-111,-2-8 33,-15 7-67,6 19 17,-19-11-62,10 18-11,-2 0-213,11 22 62,11 0-515,11 17-657,10-5-894,17 7-1077,7-2 3322,11-1 0,-24-11 0,-2-3 0</inkml:trace>
  <inkml:trace contextRef="#ctx0" brushRef="#br0" timeOffset="463826">9280 12481 24900,'-31'-38'936,"6"7"-886,25 31-335,0-1-2589,5 4-1400,-1 0 4274,6 2 0,-6-4 0,1 0 0</inkml:trace>
  <inkml:trace contextRef="#ctx0" brushRef="#br0" timeOffset="464643">9472 12418 24783,'-33'-22'313,"0"1"1,2 2 0,2 8-196,-2 23-23,-2 10-17,-1 8-44,2 6-12,5 4-22,9 0-28,9-1 34,13-7 22,13-7 0,25-11-11,-8-7 27,26-13 24,-18-11-15,-11-1 0,-1-3-14,9-11 8,-16 5 1,-4-2-169,-6-16 233,-2-16-54,-10 28 1,-2-2 2,-2-1 1,-1-1 16,-2-1 1,0 0 2,0 3 1,-1 1 91,-4-21-50,3 20-61,2 18-56,2 12-12,2 15 6,2 11-6,1 17 1,3 12 233,2 7-279,0-21 1,2 0-51,4 11-115,-2-16 1,3-2-541,17 2-2030,2-13 1,2-3 1766,16 3 184,-8-13 0,1-7 20,10-14 778,-21 4 1,-2-2 551,16-20 1664,-15-11-1003,-16 14-666,-8-1 286,-9 17-488,1 7 117,-5 0-223,-1 6 3289,-4 2-3441,0 5-27,3 6-18,3-2 6,13 4-5,9-5-23,16-2 28,11-5 12,7-11 7,-21-4 1,-2-4 65,14-21-52,-10-5 85,-21-5 123,-19 5-56,-7 6-56,-15 7-3442,-8 22 3369,4 10 51,-11 14-62,12 10-17,0 15-39,15 8-1213,19-15 1,6 0 976,7 13-559,10-15 0,8-3 732,11-12 0,2-6 1,9 11-1,-20-15 1,0-1-1</inkml:trace>
  <inkml:trace contextRef="#ctx0" brushRef="#br0" timeOffset="465335">17216 4820 27698,'-15'-6'-398,"2"2"96,13 4-364,0 0 1,0 0 0</inkml:trace>
  <inkml:trace contextRef="#ctx0" brushRef="#br0" timeOffset="466143">17830 4986 19798,'14'-40'922,"1"-1"0,-1 1 1,-5 16-643,-11 30 218,-7 14-246,-1 4-31,-8 9 1,-3 6-164,-4 5 1,-1 3-1184,5-9 0,0 2 0,0-2 1114,-7 13 0,0-1-62,3 0 0,1-3-184,-2 7 16,6-14 1,1 0-892,-9 17 62,4-13-666,2-17 425,9-54 1653,6-12-101,2-15 56,4 21 0,1-4 506,-1-9 1,1-1-710,0 9 1,2 0 613,2-17 1,1 3-98,6 8 1566,3 8 0,6 5-1981,22 14-190,3-4-68,1 36 1,0 11-202,9 5-1173,-15-7 0,6 4 0,-4-3-584,-2-2 1,-1 1 2019,1-1 0,4 2 0,-7-3 0,12 6 0,0 0 0</inkml:trace>
  <inkml:trace contextRef="#ctx0" brushRef="#br0" timeOffset="467742">15897 7910 10799,'21'-51'1738,"-1"0"1,0 0 0,-2 7-1,0 1 1,-5 7-641,1-9-331,-8 24-627,-6 26 369,-8 22-291,-3 10 1,-1 6-4,-3 7 1,0 1-669,-1 4 0,-1 3 617,4-11 0,0 2 0,0 3-44,1-5 1,-1 2-1,0 1 1,1-3-579,-2 8 1,0-3 0,0 5 486,3-9 0,-2 4 0,1 2 0,0-2 0,1-3 6,0 9 1,1-4 0,2 4-14,1 3 0,2 4 1,1 0-1,0-5-9,2-4 0,0-3 1,4 1 2,3-4 1,2 3 0,3-2 0,2-6-343,13 11 0,5-5 350,-5-10 0,4-1 1,2-2-5,2-4 1,2-2-1,3-4-9,1-2 0,3-3 1,1-2-1,0-2 0,2-3 0,2-1 4,7-1 0,3-2 0,-4-1-12,2 0 0,-3-2-9,11-1 1,-8 0 50,-22-1 5,-10 1 941,-38 1-969,-22 0 1,-19-2 27,-4-7 1797,3-11-1785,11-12-29,9-10-22,13 2 45,-3-20-2342,7 6 2342,-1-1 56,2 1 6,5 21 27,-1-6-5,0 3 6,4 2-40,5 2 3331,4 3-3414,9 5-18,16 4 1,-2 6-12,29 13 6,-24 3 5,3 11 1,1 3-11,-3 5-1686,2 11 1,-1 2 1690,-2-1 0,-3 0 0,0 1 8,-9-14 1,0 0-15,5 14 1,-1 1-18,4 14-134,-10-20 0,-7-1 95,-21 11-2176,-9-10 0,-5-2-775,7-11 0,-3-1 3013,-15 7 0,2-4 0,14-12 0,0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13:51:08.9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4812 2620 17186,'-6'0'2941,"1"0"-550,5 0-2116,5-12-105,29 3-4,-4-1 0,2-1-90,4 4 1,5 1-766,13-3 0,10-1 0,-2 0 722,-6 0 1,-1 1 0,4-1-552,-7 1 0,3 0 0,3 0 0,0-1 0,0 1 526,-1 0 1,0 0-1,1-1 1,0 1 0,1 0-5,-6 1 1,1 0 0,1 0-1,0 0 1,0 0 0,1-1-319,1 1 0,2-1 0,-1 1 0,1-1 1,0 1-1,-1-1 321,1 1 1,1 0-1,-1 0 1,0-1 0,0 1-1,-1 0-127,-1 0 1,-2 0-1,0 0 1,1 0-1,0 0 1,2 0 58,-2-1 0,3 1 0,2-1 0,-1 0 0,-2 0 0,-2 0 0,-4 2-177,10-3 0,-5 2 0,-2 0 1,3-1-230,-4 0 1,2 0 0,0 0 0,-3 1 0,-9 1 556,7-2 1,-9 2 0,6-1 0,-6 0 0</inkml:trace>
  <inkml:trace contextRef="#ctx0" brushRef="#br0" timeOffset="692">4656 2685 22179,'4'-50'1579,"0"0"1,-1 9 0,-1 8-1865,-1 18 154,-1 16 183,0 15 50,-2 17 33,-3 25-34,-1-8 1,1 4-1645,-1-1 0,1-1 1524,0 2 1,1 0-320,1 1 1,2-1-2516,5-9 0,2-1 2824,0 5 1,1-3 0,5 12 0,-3-27 0</inkml:trace>
  <inkml:trace contextRef="#ctx0" brushRef="#br0" timeOffset="1670">8105 1995 32767,'37'-5'0,"1"0"0,1-1 0,-1 0 0,20-4 0,-19 3 0,2-2 0,4-2 0,3 0 0,12-3 0,1 0 0,-11 2 0,-1 1 0,3-1 0,-5 3 0,-2 1 0,-3 1 0,-22 4 0,-13 2 0,-7 1 0,-1 5 0,1 2 0,-1 4 0,0 9-181,1 4-1566,3 12-55,3 11-173,1-6 1113,2 9 0,2 3 235,-1 1 358,0 7 0,0 0-183,-3-8 308,-2-10 0,0 4 97,-1-1 1,-1-1 99,0 3 1,-1-1 53,0-4 0,-2-1 233,-4 3 0,-4-4 591,-11 9-296,4-15 1,-5-2 844,-23 8-458,17-23 1,-3-1 168,-3-1 0,-2-2-1033,-3 0 1,-1-2-159,-3 0 0,-1-1 0,-1-1 0,-1-1 0,-1-2 0,-1-2 0,0 0 0,0-1 0,-1 0 0,-1-2 0,-3 1 0,-1-1 0,-6 1 0,0-1 0,10 0 0,-3 0 0,-5 1 0,-6 0 0,2 1 0,12-1 0,2 0 0,-3 0 0,-3 1 0,-4 0 0,0 0 0,1 1 0,5-1 0,2 0 0,0 1 0,-1-1 0,-1 1 0,0 0 0,0 0 0,-1 1 0,1-1 0,-1 1 0,0-1 0,1 1 0,-1 1 0,0-1 0,0 1 0,3 0 0,-5 0 0,3 0 0,-4 1 0,-2 1 0,-5 1 0,-1 1 0,5-1 0,-2 0 0,3 0 0,-3 1 0,10-3 0,-2 2 0,-3-1 0,1 1 0,3-1 0,-5 0 0,1 1 0,1-1 0,0 0 0,-1 0 0,1 0 0,0 0 0,0-1-31,1 0 0,1 0 0,0-1 1,1 0-53,-13 1 1,1 1 0,0-2-38,13-3 1,-1 0 0,1 0-1,4-1 34,-16 2 0,2-2-180,14-2 0,0-1 1,7-1-4939,-7-7 5031,8-3 1,23 2 0,13 3 0</inkml:trace>
  <inkml:trace contextRef="#ctx0" brushRef="#br0" timeOffset="2684">5596 3077 12107,'5'-61'3260,"1"1"1,-1-2 0,-1 10-2394,-4 21 123,0-13-266,0 19-291,-1 1-357,1 12-195,-1 8 278,1 24-171,-1-4 184,2 40-28,-1-14 16,1 18-33,2-12-9,0-6-17,0-8 129,1-12 175,-3-9 13,1-9-434,-1-6 391,0-22-227,1-7-23,0-23 16,-1-6-183,-1 28 0,-1 0 179,-2-31 3,0 13 120,-1 15-491,1 17 30,2 11-4,0 11 459,1 9 241,0 4-213,2 28-33,1-6-32,0 19-40,1-12-23,-1 3 79,-1-19-404,-1 2 38,0-19-401,-1-1-1565,0-4 2048,1-4 1,-1-3-1,1-1 1</inkml:trace>
  <inkml:trace contextRef="#ctx0" brushRef="#br0" timeOffset="3026">6358 2639 17925,'-1'-10'2664,"-4"-26"1,-1-6-504,-2 2-2031,1-1 0,0 3 214,-1 13-345,6 21-146,-2 4 322,1 20-256,-2 9 188,1 11 149,-1 19-1,4 1-155,4-8 0,1 4-553,1-6 0,0 2 144,5 11 1,2-2-259,-5-19 1,2-3-3450,6 7 1,0-3 3970,8 7 1,-2-8 0,-9-22 0</inkml:trace>
  <inkml:trace contextRef="#ctx0" brushRef="#br0" timeOffset="3600">7155 2798 23278,'-16'-49'345,"-1"1"1,3 7-1,3 6 480,7 7-797,4 17 221,0 6-220,3 21 89,-1-4-42,6 36 301,-4-22-280,0 6 0,-1 3 96,0 7-68,0 10 25,-2-5 36,-1-24 105,1 2 381,-1-17-322,0-12-152,-3-9-156,1-13-6,-2-14-37,1 5-3,6-16 52,11 1 126,3 5 35,11 3-53,-3 24 264,3 9-68,-6 5-63,17 12-204,-1 13-60,-1 0-155,4 18-651,-16-6-174,2 0-3006,-2-10 0,1-1 3079,8 0 0,5 3 1,-22-18-1</inkml:trace>
  <inkml:trace contextRef="#ctx0" brushRef="#br0" timeOffset="4543">8262 2639 13974,'-56'8'1591,"1"0"0,5-2 0,8 1-595,16 0-108,15-3-179,25-2-324,28-5-175,10-2-1097,-7-2 0,9-2 1,0 0 1013,-6 0 1,1 0 0,3-1-40,4-1 0,5 0 1,1 0-1,-1 0-77,-3 0 1,0 0 0,0 1 0,0-1-12,3 0 0,1 1 0,-1-1 0,1 0-7,1 1 1,0-1 0,0 0 0,-3 1 34,-11 2 1,-2 0 0,-1 0 0,4 0-10,-1-1 1,3 0 0,1-1 0,-2 1-1,-5 0-120,4 0 1,-5-1-1,2 1 387,13-3 0,2-1 0,-7 1 329,-12 1-1,-7 0 628,0-5-233,-38 1-1050,-26 0 165,-9 2 185,-6 1 1,-3 1 825,12 3 0,-1-1-937,-14-3 1,2 0-74,-11-5 1610,24 5-2026,19 5 972,11 3-632,7 3 1651,8 0-583,12 7-1117,16 5 0,13 11 0,-21-8 0,0 3 0,1 2 0,0 2 0,-2 4 0,-2 2 0,12 16-3409,-24 5 0,-8 1 3003,-9 5 1,2-17-1,-3-3 1,-8-12-1</inkml:trace>
  <inkml:trace contextRef="#ctx0" brushRef="#br0" timeOffset="5050">10697 2354 23188,'-8'-44'690,"-1"-1"1,1 1 0,-4-15 0,1 10-751,2 17 26,2 17-486,3 9 397,3 20 454,4 10-245,2 23-503,6 16 45,-4-26 1,0 3 375,1 4 0,0 2-19,-1 2 0,-1 2-98,-1 0 0,-1 1-920,0 7 1,0-2-1386,-3-15 1,1-2 395,-1-3 1,1-4 2040,-1-4 1,-1-20 0,0-2 0</inkml:trace>
  <inkml:trace contextRef="#ctx0" brushRef="#br0" timeOffset="5693">10661 2078 26678,'-6'-6'-426,"0"2"595,6 4 2031,0 0-575,-40-62-3062,40 45 1060,-9-18 0,9 2 111,61 22 633,-14 3 0,5 0-1066,-11 3 1,2-1 0,2 1 1386,4-1 0,3 0 0,3-1-434,1 1 0,3-1 0,1 1 1,-3 0-107,0-1 1,-3 1 0,4-1 322,-8 1 0,4 0 0,1-1 0,0 0 0,-3 1-357,0-1 0,-3 1 0,0-1 1,3 0-115,-1 0 0,3 0 0,1 0 0,0-1 0,1 1 0,0-1 0,0 0 0,1 0 0,1 0 0,1 0 0,-1 1 0,3-2 0,0 1 0,1 0 0,-3 0 0,-3 1 0,7-2 0,-4 2 0,-1-1 0,5 0 0,-11 1 0,4 1 0,1-1 0,-1 0 0,-2 0 0,-4 1 0,2 1 0,-4 0 0,-1 0 0,3 0 0,3 0 0,4 0 0,1 0 0,-2 0 0,-2 0 0,0 1 0,-2-1 0,-1 1 0,-2 1 0,13-2 0,-2 1 0,-5 1 0,2 0 0,-8 1 0,-3 1 0,-9 1 0,-33 6 0,-18 7 0,-19 18 0,8-6 0,-4 9 0,-1 18 0,16-23 0,1 1 0,-6 17 0,0 5 0,8-9 0,1 2 0,1-2 0,-1 4 0,2 2-212,2-3 1,1 3 0,3-3-568,2 2 0,3 0 32,2-2 1,1 3-1,0-3-108,1 1 0,2 0 377,1-1 1,1 2 0,-2-7-821,1 11 846,-4-8 1,-6-1 23,-20-3 1056,-20 3 181,9-27 0,-5-4 362,-22-1 0,-5-4-1074,19-3 0,0-2 1,-1 1 621,-1-2 0,-2 0 1,-1 0-9,-9-1 0,-2 0 1,-1 0-369,5-1 1,0 0 0,-3-1-344,4 1 0,-2 0 0,-2 0 0,-2 0 0,2 0 0,-2 0 0,-1 0 0,1 0 0,4 0 0,3 1 0,4-1 0,-1 0 0,-2 1 0,-4-1 0,-3 1 0,-2 0 0,2 0 0,4 0 0,4-1 0,3 1 0,1 0 0,-3 1 0,1-1 0,-1 0 0,-1 0 0,-1 0 0,-2 1 0,4-1 0,-3 1 0,0 0 0,0 0 0,0 0 0,2 0 0,-3 0 0,1 1 0,1-1 0,0 0 0,1 0 0,-11 1 0,0 0 0,1 0 0,1 0 0,0 0 0,-1 0 0,3 0 0,8-1 0,-2 1 0,2-1 0,-3 0 0,-3 0 0,8 0 0,-4-2 0,11 0 0,25 0 0</inkml:trace>
  <inkml:trace contextRef="#ctx0" brushRef="#br0" timeOffset="6300">11169 2299 32207,'41'1'280,"0"0"0,22 4-280,-58 4-906,-12 1 1676,1-3-634,-13 0-136,1-4 0,-11-5 0,5-9 0,0-13 0,12 1 0,5-14 0,21-3 0,0 9-472,9 2-3000,-1 22 3935,-8 5 968,12 6-83,12 15-646,-6-2-702,2 17 0,-3 5 0,-12-7-173,-1 2 1,-6 1-1617,-33 8 539,-3-9 987,-4-4 1,-5 2 458,-7 1 0,0-1 358,7-7 0,0 0 455,-12 6 0,4-5-618,12-14-391,-3 0 0,25-14 0,11-5 0,3 0 0,31-8 0,-12 7 0,11 0 0,5-1 0,0 0 0,1 1 0,-2 0 0,2 0 0,1 0 0,1-1 0,4-2 0,0-1 0,-9 1 0,0 0 0,9-2 0,-2 0-561,-12 1 0,-7 1 0,-6 2 0,-3 0 0</inkml:trace>
  <inkml:trace contextRef="#ctx0" brushRef="#br0" timeOffset="6511">11918 1980 32767,'-14'-41'-766,"0"0"0,2 1 0,2 15-2407,8 26 7150,0 23-4677,1 14 399,0-5 0,1 3-164,-1 26 253,2-1 1,0 1-650,0-27 1,1 2 896,0 17 0,1 7 0,0-7 122,0-16 1,1-1-1699,3 11 0,1 4 0,1-5-1206,2-14 0,1-2 2620,3 9 1,0-3-1,2-8 1,-7-17-1</inkml:trace>
  <inkml:trace contextRef="#ctx0" brushRef="#br0" timeOffset="6884">12387 2227 32767,'30'-14'0,"-2"17"0,-11 54 0,-8-26 0,-2 1-124,-2 1 1,-1 0-1321,1 30 562,-5-12 3455,-2-17-2633,-5-9-1142,1-19 1406,-1-3 854,2-26-1058,5-10 0,9-24 0,-1 26 0,3 0 0,6-2 0,3 0 0,2 1 0,3 2 0,3 3 0,1 3 0,2 4 0,0 4 0,1 3 0,1 4 0,-1 3 0,1 3 0,-1 4 0,-1 4 0,0 3 0,-1 4 0,-1 4 0,-1 5 0,-1 3 0,-2 2 0,13 19 0,-12-5 0,-3 2-391,3 10 0,3 4 0,-19-32 0</inkml:trace>
  <inkml:trace contextRef="#ctx0" brushRef="#br0" timeOffset="7718">13795 2340 21744,'-60'3'1011,"-1"0"0,6 0 0,24-1-252,38-3-577,38-5-87,-4 2 0,6-2-848,-6 1 1,4-1 0,1 1 793,10-2 0,3 0 0,2 0 66,-10 1 1,1 0 0,2 0 0,2 0 58,2 1 0,3-2 0,2 1 0,-2 0 0,-4 1 25,-2-1 1,-4 1 0,0 0 0,4 0-37,3 0 0,4-1 1,2 0-1,-2 0 1,-6 1 98,11-2 0,-6 1 1,0-1-14,-1 1 1,0 0 0,2-2-78,-6 1 1,3-1 0,-2 0 0,-5 0 181,10-2 0,-3-1-58,-7 1 0,1 0 0,-7-1 94,-10 0 0,-9-2 523,-7-12-841,-61-6-731,2 9 474,7 9 0,-4 1 812,-4-2 0,2 2-52,-2-2-567,5 2 0,5 1 0,19 5 0,4 2 0,13 3 0,11 6 0,14 4 0,13 9 0,11 8 0,-25-10 0,1 2 0,0 3 0,-1 3 0,-1 2 0,-2 4-160,-6 3 1,-3 1-2638,4 25-362,-26-8 0,-7 1 3031,0-21 0,0-1 1,-10 28-1,13-45 1</inkml:trace>
  <inkml:trace contextRef="#ctx0" brushRef="#br0" timeOffset="8867">16221 2177 22107,'19'-52'789,"-1"1"1,0 0 0,4-10 0,-3 6-534,-7-5 1706,-9 31-2126,-2 3 712,-1 12-858,2 26 384,1 1-1027,6 34 580,4 5 676,-4-16 0,-1 2-441,0 2 0,0 1-33,-3 13 1,-1-1 63,0-16 1,-2 0 15,-3 13 0,-1-2 11,-1 1-276,-4 4 109,3-28 232,0-15-550,4-28-308,-1-19 149,1-25 100,-2 12 1,-1-3 608,0 2 0,-2 0-1442,-3-10 0,-2 0 1550,-2 10 0,-1 3-179,2 11 1,-2 0 17,-5-4 1,-1 0 340,3 11 1,0 1 5,-3-6 0,0 0-86,3 1 0,3 0-352,-1-17-28,12 9 729,21 9 537,19 11-148,-8 9 0,5 0-260,22-1 0,2 3 820,-15 3 0,1 1-1097,2 1 1,5 0 0,-2 1 250,6 1 1,1 1-249,-7-1 0,2 1 0,4 0-894,-1 0 1,3-1-1,1 0 1,-4 1 262,0-1 1,-3 1 0,6-1-13,-10 0 0,5 0 1,3-1-1,0 1 1,-1-1-1,-4 1-466,5 0 0,-4-1 0,-1 1 1,3-1 524,-4 1 1,1 0 0,1-1-1,0 1 1,0 0 9,-1-1 0,0 1 0,0 0 1,0 0-1,1 0-273,1 0 0,0 0 0,1 0 1,-2 0-1,-1 0 217,4-1 1,-2 1 0,0-1 0,6 1 108,-1-1 1,8 0-1,2 0 1,-1-1 0,-5 1-1,-9 1 85,-2 0 1,-8 1-1,4-1 10,8-1 1,6 0 0,0 0-1,-3-1-26,5 0 1,-2-1 0,-6 1-54,-6 0-1,0-1 34,4 1 0,5-2 0,-6 1-63,-10 1 0,-2 0 387,7-2 0,0 1-421,-9 1 1,0 0 699,6 0 0,-5 1-878,-4 3 103,-1 7 53,-17 4 2307,-9 11-2079,-11-3 2059,-5 12-2043,-1 3-42,2-2 1,0 3-4,2-1 1,-1 2-32,-1 11 1,1 2 47,1 2 1,0-2-18,1-6 1,1 1 2,-3 15 1,1 2-12,0-8 0,0 5 0,-1-5 0,-1 8 0,1 1 1,-1-7 3,2-8 1,0-4 0,0 2-2,-2 19 0,-2 4 0,2-12 0,-3 5 39,-3-11 1,-4 2-26,-1-12 0,-2 0-14,-11 15 0,-6-3 8,-2-15 1,-6-6-4,-9-2 1,-3-4-491,8-6 1,-3-2 621,5-7 0,-5 0 1,-2-3-1,2 0-734,-7 0 0,2-3 0,-5 1 694,11-1 1,-4 0-1,-2 0 1,0 0 0,1-1-3,4-1 1,0 0 0,0-1 0,1 0 0,-1 0-4,-3 0 0,-1-1 0,0 1 1,1-1-1,1 0 19,-1 0 1,2 0-1,-1 0 1,-5 0-32,5-1 1,-5 1-1,-1-1 1,-2 0-1,3 0 1,2 1-275,3 0 1,3 0 0,1 1 0,-1-1 0,-4 0 187,4 1 0,-4-1 1,-2 1-1,-1-1 1,1 0-1,2 1 0,4 0-214,-13-1 1,5 1 0,0-1-1,-3 1 212,9 1 1,-3-1 0,-2 1 0,1-1 0,2 1 0,4-1-23,0 1 0,4-1 0,0 1 1,-2-1-59,-14 0 1,-3 0 0,1 0 0,8 0-87,-6 0 1,7-2-3141,10-2 1,9-1 3099,15-3 0,2 0 0,21 4 0</inkml:trace>
  <inkml:trace contextRef="#ctx0" brushRef="#br0" timeOffset="9468">17045 1890 22621,'-4'-2'3355,"1"0"-726,3 2-52,-6-73-3861,11 43 1045,-6-14 1,6 4-44,15 21 1291,-3 8 410,16 8-219,-6 10-3783,27 16 2217,-18-3 887,-6 0 1,-1 2 70,1 1-404,-1 1 0,-2 3-1146,-1 8-670,3 15-233,-34-14 785,-16-4 1230,-14-6 1146,-10-5 394,14-10 529,-5-6-1133,20-12-1090,0-5 0,6-7 0,4 0 0,7 3-627,4 5-707,5 6 935,7 5 51,-2 3 808,26 16-85,0 3 189,-9-4 0,2 2-192,-3 0 1,-1 2-373,0 1 0,-2 2 0,-4 0 0,-3 2-1404,6 26-696,-17-13 3,-39 3 1976,-13-21 497,7-9 0,-3-3-508,1-5 1,0-4-2484,1-5 1,1-2 2841,-20-7 0,24 0 0,17 4 0</inkml:trace>
  <inkml:trace contextRef="#ctx0" brushRef="#br0" timeOffset="9710">17733 1429 32767,'18'54'-212,"0"-1"0,0 1 1,0 0-1,-2 1 1,-1-1-1723,-6-8 0,-1-1 1,0 0 1038,0 2 0,-1 1 0,0 0 656,-1-2 1,1 0 0,-1 0-95,1-3 0,-1 0 0,1-1-624,3 15 1,1-1 878,2-5 0,-1-5 1,2 5-1,-1-15 0</inkml:trace>
  <inkml:trace contextRef="#ctx0" brushRef="#br0" timeOffset="10116">18316 1847 32767,'-1'-6'-141,"0"2"-6304,1 4 9797,3 4-372,11 24-3868,9 13 587,-6-10 0,0 1-114,-1 0 0,-1 0-484,-2-2 0,-1 0 1051,1 21 17,-10-12-1817,-10-12 2605,-4-13 984,-3-9 860,-1-16-2801,2-20 0,4 2 0,5-13 0,16-13-1588,5 5 1722,-3 16 1,2 0-594,16-11-826,2 11 2042,1 14 1549,7 10-2306,-7 6 0,0 10 0,2 3 0,22 13 0,-14-1 0,1 2 0,-5 2 0,-2 2-546,2 4 0,-3 2 351,-3-4 1,-4 0 0,9 10 0,-20-17-1</inkml:trace>
  <inkml:trace contextRef="#ctx0" brushRef="#br0" timeOffset="11274">19721 2029 28353,'62'-7'615,"0"-1"0,1 0 0,-13 3 0,1-1 0,-1 0 1,-1 0-1347,4 1 1,-2-1 0,5 1 825,-5 0 1,4 0 0,3 0 0,-3 0 0,-6 1-661,1-1 1,-6 2 0,6-2 601,-1 1 0,6 0 0,2-1 0,-1 0 0,-6 1 13,5-2 1,-4 1-1,0-1 260,8-2 1,2 0 0,-4-1 266,-11 1 0,-2-2 0,-5 0-13,6-4 1,-12-4-565,-18-25-232,-25 14-260,-24 3 1,-7 2 211,-16-2 578,21 10 1,2 1-777,-18-7 165,26 12-376,3 0-50,13 7 1537,8 1-488,18 11-194,3 3-111,19 14-166,-7-3-24,3 1 1,2 3-46,-5-5 0,0 1-33,6 4 1,2 2-128,11 11 1,-2 0 3,-18-10 0,-3 0-1713,10 12 0,-7 3 1844,-24-7 1,-6-3-1,0 4 1,-18-6-1</inkml:trace>
  <inkml:trace contextRef="#ctx0" brushRef="#br0" timeOffset="12118">22339 2005 32767,'-4'-62'0,"0"-1"0,0 7 0,2 9-307,7 14-140,0 15 508,3 12 632,1 11-693,14 30-1347,-9-7 0,0 1-834,14 28 2121,-11-19 1,0 0-1181,-5-7 1,-1-1 570,7 20-281,-4 2-1395,-13-18 1458,-6-12 1675,-3 0 2618,-6-23-1328,0-27-1867,5 1-118,2-30 122,8 23 204,6-4 0,2-2 188,13-15-422,-5 17 0,3 1 76,19-12-1349,3 14 2965,2 13 717,1 13-2520,-9 8-74,17 16 0,-16 8 0,-11-6 0,1 5 0,-1 9 0,-3 2 0,8 7 0,-13-12 0,0-1-2375,7 3-1380,-5-7 3392,21 12 0,-26-23 0,7 2 0</inkml:trace>
  <inkml:trace contextRef="#ctx0" brushRef="#br0" timeOffset="12617">23330 1830 32343,'-1'-4'-4020,"-1"0"3236,2 4 4118,-8-58-5227,5 43 482,-6-43 504,8 58 2647,1 3-3798,0-1 2452,0 3 212,-1-3-2417,0 0 3777,1-1-1170,0 1 118,-2 2-2507,0 8 2028,-3 10 1,-1 9-263,2 8-126,2 2-769,11 0 7,23 3 418,-1-16 520,-2-11 0,2-3 754,18-3 434,12-1 277,-6-15-416,-9-9-1272,-11-13 0,-8-21 0,-15 11 0,-3-24 0,-11 29 0,-3-18 0,-5 12-1257,1 6-1647,1 6 644,5 18 582,6 11 899,9 10 221,3 3 742,9 7 0,2 0 0,-9-7 0,20 16 0</inkml:trace>
  <inkml:trace contextRef="#ctx0" brushRef="#br0" timeOffset="13175">24067 2015 32767,'32'-40'0,"0"0"0,-1 1 0,-1 3 0,14-10 0,-23 19 0,-1-1 0,8-18 0,-14 4 0,-4-4 0,-5 11 0,-3 0 0,1-16 0,-3-2 0,-6 8 0,-2 4 0,-3-12-346,-9 9-1251,10 34 659,-3 3 1082,1 13 563,-1 11-207,-3 17-24,2 16-250,8-17 0,1 1-409,0 5 1,3 2 173,2 2 1,6 2-160,12 2 0,6 3 1,0-5-191,-3-6 1,3-1-368,8 3 0,8 1 0,-2-9 699,-1-15 1,1-5 301,10 2 0,2-4-63,-1-5 1,0-5 412,-4-6 1,0-6 82,-5-4 1,-2-7-322,-4-5 1,-3-6-389,-3-6 0,-4-5 0,-1-5 0,-4-4 0,-6 3 0,-1-3 0,-3 1-502,-1 7 0,-2-1 0,0 1 148,-1 0 0,0 0 1,-3 2-359,-4-10 0,-2 6-449,-6-11-499,-7 3 452,3 22 1517,4 18-632,-3 25 864,5 4-719,-11 32 96,6 11 704,4 1 1,3 6-592,2-21 1,2 1 0,1 2-810,1 14 0,2 4 0,1-3 519,-1-14 0,2-2 0,0 2-1190,1 0 1,1 3 0,0 0 0,1-4 1111,0 2 0,-1-3 0,1-2 0,2 17 0,-1-5 0,-3-23 0,0 0 0</inkml:trace>
  <inkml:trace contextRef="#ctx0" brushRef="#br0" timeOffset="18186">3146 5586 24329,'-19'-38'756,"1"0"1,-17-11-662,12 77-6,-2 30-55,12-17 0,1 3-822,-1 9 1,1 3 773,1 5 0,0 2-52,6-18 1,0-1 0,1 1-101,0 1 0,2-1 0,0 0-283,3 0 1,0 0 0,1-1-835,-1 1 1,0-1-1,1-2-1013,1 9 0,-2-3 1776,-2 3 1,-2-7 0,0-9-1,-2-4 1</inkml:trace>
  <inkml:trace contextRef="#ctx0" brushRef="#br0" timeOffset="18469">2806 6496 9960,'0'-52'1120,"0"0"0,0 0 1,0 0-1,0 2 0,-1-1 1,1 1-1,1 1-585,0-11 1,0 1 0,2 1-814,-1 3 0,1 1 0,1 1 523,1 4 0,1 2 0,1 0 4,5-16 0,1 4-221,-3 16 1,3 2 88,7-8 1,3 4 433,13 0-534,-9 17 0,1 4 17,21 9-23,2 20 0,0 19-6,-25-3 1,-2 5-17,0 5 0,-3 4-157,-2 6 1,-4 2 130,-4 3 1,-5 1 5,-8 2 0,-6 0 48,-6 0 0,-7-2 30,-8-1 1,-4-3 19,-4-4 0,-4-4 31,1-6 0,-2-4 3,3-8 0,2-5 1166,-24-5-1424,22-27-952,24-24-3047,20 12 0,6-1 3733,2-1 0,2 2 0,11-11 0,-7 19 0</inkml:trace>
  <inkml:trace contextRef="#ctx0" brushRef="#br0" timeOffset="18875">3829 5432 26676,'-19'-14'-22,"5"21"-1,13 51 18,0-9 7,0-11 1,0 0 25,0 7-28,5 6 11,4-15 6,7-15 22,5-12 34,4-16-39,-2-3 100,18-31-22,-12 4-70,-9 9 0,0-2 25,5-20-61,-6-3-68,-7 17-55,-4 7-113,-4 19-856,-2 9 172,2 10-245,3 10-1350,5 20 1372,-1-9-2241,9 16 343,-5-24 2187,9 10 0,-13-20 0,0-1 0</inkml:trace>
  <inkml:trace contextRef="#ctx0" brushRef="#br0" timeOffset="19158">4354 5817 25046,'13'-42'386,"0"0"1,1 0-1,5-19 1,1 3-270,-6 19 1,1 0-946,4-14 1,0-2 908,-4 9 0,0 0 20,0-5 0,-2 2 16,-2-5 678,-7 11-611,-11 24 151,1 5-318,-10 15-23,7 8 6,-7 21 11,3 15-17,4 0 1,1 5-558,2-2 0,0 0 549,1 2 0,0 1-51,3 1 1,1-1-74,1-10 1,2 2-763,6 5 0,3 5 0,0-6 273,-4-7 0,2-3 627,15 16 0,0-12 0,-12-34 0,5-3 0</inkml:trace>
  <inkml:trace contextRef="#ctx0" brushRef="#br0" timeOffset="19317">4389 5493 22845,'-3'-2'3125,"1"0"-2279,2 2-2184,59-35-1065,-18 23 2293,11-10 0,-1 3 0,-14 14 1,1 0-1</inkml:trace>
  <inkml:trace contextRef="#ctx0" brushRef="#br0" timeOffset="24559">7632 5428 20274,'6'-53'1615,"0"-1"0,-2 6 0,-1 6-1301,-4 10-269,-2 13-45,0 20 39,-1 14 11,0 17-28,0 0 1,0 2-23,-3 16 5,3-11 1,1-1 11,0 12-272,6 13 255,11-3 61,3-31 1,3-3 28,11 7 108,1-23 1,2-10 37,8-25-119,10-8 17,-27 4 1,-1-5 201,2-12 0,-1-1-177,-4 8 1,-2-1-85,2-4 1,-4 3 70,-6 4 44,-7 18-122,-2 9-46,-1 30-11,0 1-5,-1 26-23,2 9 6,-1-23 0,0 2-509,1 12 1,0 2 409,1 3 1,1 1-277,0 3 0,3 3-1222,1-10 1,1 2-1,1-2 1137,2 8 0,0-3 0,-1-4 0,1-7 0,-1-8 0</inkml:trace>
  <inkml:trace contextRef="#ctx0" brushRef="#br0" timeOffset="25168">9779 5561 23730,'5'-43'672,"1"-1"0,-2 5 0,-8 11-599,-20 25-45,0 8 23,-19 26-35,16 5-13,8-7 0,1 1-294,1 17 286,9 15-1,10-10 0,8-17 1,4-1 16,21 15-3,-8-28 1,2-4 13,16-4-1583,-13-18 1,0-4 1627,-1-4 50,1-13 1,-4-4-17,-8-3 61,-2-9 1,-3-4 5,-8-10-93,-3 15 1,-3 0 58,-12-15-44,-9 10-57,-1 19-16,-21 12 121,9 22-166,-18 10-5,13 18-1,7 11 2397,14 8-2481,9-8-616,16-11 1,5 1-589,17 12 717,-11-19 1,4-1-3953,17-2 1,3-5 4556,12-3 0,-23-6 0,-2-3 0,-3-6 0</inkml:trace>
  <inkml:trace contextRef="#ctx0" brushRef="#br0" timeOffset="25474">10392 5590 20236,'18'-49'1010,"1"1"0,-3 5 0,-3 7 712,-6 12-1649,-4 13 399,-2 6-450,-1 38 230,-2-2-238,0-1 0,0 4 3,-5 22-12,1-11 780,1 11-813,5-8 68,3-7 60,6-11-21,0-25 66,9-21 79,15-27-106,-4 5 67,-1 0 0,1 0-23,4-3-115,-8 11 1,1 2-37,7 1-5,-4 9-6,-10 15-6,5 16-72,-3 7-527,11 22-1445,-7 11 1371,-10-17 1,-1-1 0,1 5-1,-1-2 1</inkml:trace>
  <inkml:trace contextRef="#ctx0" brushRef="#br0" timeOffset="26709">13203 5408 17568,'-2'-4'4891,"0"0"-3038,2 4-1545,25-76-263,-5 49-569,8-21 1,8 2 540,-5 32 0,3 6-6,9-5 0,2 3 118,-1 2 0,0 5-149,1 10 0,-4 3 15,9 8 5,-27 6 0,-7 5-17,-14 22 11,-8-17 1,-5 1-289,-5 1 0,-4-1 299,-6 0 1,-3-3 5,-1-2 0,-1-2 245,1-4 0,0-2-150,-23 11 101,11-14 39,13-13-15,12-17 26,10-10 609,13-8-720,7-4 263,13 7-364,5 6-23,16 9-11,-12 10 12,23 12-436,-9 10 419,-17-4 0,1 1 5,0 2 0,-2 2-1644,1 7 1,-4 0 1615,5 12-61,-18 17-239,-26-32 68,-14 0 0,-7-2-152,2-10 0,-4-1-442,-15 5 1,-4-3-1203,3-7 1,0-3 2044,-5-4 0,3-1 0,-9 0 0,10-5 0</inkml:trace>
  <inkml:trace contextRef="#ctx0" brushRef="#br0" timeOffset="27235">14142 4942 20806,'0'-9'1686,"0"-25"0,0-3-807,0 8-613,1-10 1,1 2-211,1 21 5,15 7-50,-4 11 29,22 8-12,-3 8-28,10 11 22,-4 8-28,-12 5-10,-14 4-1,-24 2 0,-18-2 23,-15-9 22,-1-14 28,9-19 16,14-25-32,19-17 10,21-18-28,6 17 1,3 1-179,-6 11 1,2 1 130,21-14 0,0 4-65,-5 10-311,-4 6 1,1 3-4596,3 9 4996,0 1 0,-17 6 0,-11 1 0</inkml:trace>
  <inkml:trace contextRef="#ctx0" brushRef="#br0" timeOffset="27768">15080 4934 17949,'3'-5'5299,"-1"1"-4767,10-27 0,0-6-117,-5 13-135,7-17 0,-4 2 56,-17 26-106,-19 3-68,-26 26-702,4-1 565,19 0 1,1 2 30,-12 16-39,6 3-6,0 15-6,21-13 40,20-6 0,21-23-6,18-18-22,-3-6 2,-11-3 1,0-4-427,3-8 1,-1-3 445,-1-2 1,-1-2 2,2-8 0,-5-3-3,-10 5 0,-5-1 8,-3-2 1,-2 0-12,-3 10 1,-1 0 218,-1-9 1,-1 3-60,0 3-123,-1-3-62,-4 38 6,-6 21-17,0 5-1196,-6 23 0,0 5 1190,0 6-32,4-15 1,0 7 0,1-5 59,4-11 1,1 1-526,0 14 1,1 7 0,2-1-1572,2-11 1,2-1 0,0 2 2073,0 13 0,1 1 0,0-5 0,1-6 0,1-6 0,3 10 0</inkml:trace>
  <inkml:trace contextRef="#ctx0" brushRef="#br0" timeOffset="28335">16997 5230 24967,'-6'-42'648,"0"-1"0,1 5 0,-1 9-586,1 19-34,-1 24-6,0 25-14,2-7 1,0 5-687,0 8 0,1 3 666,-1 8 1,1 0 5,0-9 1,1 1-1,-2 12 1,0 3-907,1-19 1,-2 0 0,1 0 901,-1 1 1,-1-1 0,1 0-1,-1 4 1,-1-1 0,0-3 15,-1-1 0,-1-5-1,-4 9 1,3-27-23,-5-51-5,2-18 27,3 4 1,1-4-211,2-6 1,1-2 196,2 13 1,0-2 0,1 0 20,1-5 0,0-1 0,1 0-4,0-3 0,0-1 1,1 1 3,2-1 0,-1 1 0,2 1-2,0 2 0,1 1 1,0 1-230,2 5 0,1 1 0,2 1 224,4-12 0,4 4-18,-1 9 1,4 6-3,1 8 0,3 5-31,27-2 6,7 20 22,-8 12-3,-13 9 1,-1 7 2,10 21-3,-16-10 1,-3 4 305,-11-2 0,-6 2-289,-6 1 1,-6 1-10,-8-1 1,-6-2 11,-7-1 0,-6-3 17,-6-3 0,-3-3-17,-3-4 0,-1-3-6,1-4 1,0-4-57,4-3 1,3-3 2153,-15-5-3734,25-12-53,35-7-758,11-1-1625,7 7 0,4 1 4078,5 1 0,-2 2 0,15-5 0,-2 3 0</inkml:trace>
  <inkml:trace contextRef="#ctx0" brushRef="#br0" timeOffset="28668">17623 5041 24990,'2'-44'622,"0"12"-524,-26 45 0,-6 13-53,-1 9-43,9-9 1,3 0 3,3 9 11,9 12 11,13-17 17,9 9 33,12-17 62,6-9 39,6-12 6,1-16-6,-3-10 6,-5-12 5,-9-5-33,-8-2 28,-10-6-123,-8 12-46,-1 6-21,-5 14-74,3 11-128,-3 1-207,1 10-611,2 8-1479,2 11 2504,10 12 0,-4-15 0,6 0 0</inkml:trace>
  <inkml:trace contextRef="#ctx0" brushRef="#br0" timeOffset="29141">18243 5014 23478,'4'-51'1088,"-1"0"1,-1 6-1,-2 5-763,-5 9-157,-3 11-190,1 12-79,0 6 90,3 13 33,-3 9-33,0 16 5,2 12-5,5 11 2,5-27 1,2 1-323,3 2 0,2-1 331,4 1 0,1-1 0,1-2 0,0-1-7,-2-2 1,0-2 6,5 15 0,-12-14 0,-16-12-11,-5-10-95,-25-13 633,4-12-586,4-3 0,2-4 20,-5-13 5,11 6 1,4-2 11,2-18 78,2-8 22,7 10-3328,5 13 3289,2 18 17,-1 8-56,1 10 0,-1 2 17,1 10-11,-4 10 16,-3 16-22,-6 15-22,-4 9 1430,6-26 0,1 1-1638,0 0 1,0 0-724,2 1 1,0 0 952,3 1 0,1-3 0,-1 4 0,4-7 0</inkml:trace>
  <inkml:trace contextRef="#ctx0" brushRef="#br0" timeOffset="29368">18826 4901 26995,'-25'36'-84,"0"0"0,2 0 0,6 1-535,12 5 1,4-1-201,2 16-3763,9-13 1,4-3 4581,4-7 0,5 5 0,-14-28 0</inkml:trace>
  <inkml:trace contextRef="#ctx0" brushRef="#br0" timeOffset="29568">18950 4559 26290,'-26'12'-1276,"9"1"0,30 21 0,-3-14 1</inkml:trace>
  <inkml:trace contextRef="#ctx0" brushRef="#br0" timeOffset="30259">19422 5342 24564,'0'-6'1308,"8"-32"0,4-10-950,4-9-1193,-4 15 0,1-6 0,0 5 866,-2 7 0,1 2 25,5-14 0,0 0-34,-2 5 0,0-1-2,-1 0 1,1-4 0,-1 1-4,3-14 0,-2 2-9,-2 2 0,-1 3 6,-6 12 0,-2 3 760,-3-2-835,-9 12 55,-7 29 12,-4 17-17,-13 30 5,8-10-1218,-2 12 1,0 3 1220,12-23 1,0 2-25,-6 16 1,-2 9 0,4-3-385,3-3 1,2 1 341,1-3 0,1 4 0,2-5-1,2-1 0,4-2-140,5 4 0,5-3 324,1-14 0,4-1-635,7 6 1,2-1 104,13 5 282,-2-12-482,-16-40 0,-17-15 3362,-2-8-2786,-10-2 1,-5-1 145,4 9 1,-3 0 462,-5-12 0,-1 1-242,5 11 1,0 3 129,-5-9 737,7 6-1009,11 19 11,1-3-146,7 11 0,15-2-38,-1 2 536,28-2-551,-12 2 0,2 0 3,4 1 0,1-1-498,12 0 1,1-1 500,-5 0 0,-2-2-1,0-2 1,0-1 8,-6-3 1,-2-1-7,-7-3 1,-4 0 22,5-11 123,-19-9-22,-16 14 73,-5-7-68,-2 14 107,-1 4-107,6 6 934,-4 2-1063,4 5-10,-10 18 5,6-2-11,-10 40-1,13-26-47,2 8 1,3 3-267,10 10-322,-2-15 1,1 0-149,9 8-9036,5 6 8779,-13-32 1,2 4-1,-10-21 1</inkml:trace>
  <inkml:trace contextRef="#ctx0" brushRef="#br0" timeOffset="30459">20259 4521 22655,'-1'-8'1915,"-7"-32"1,-1-4-1793,3 21-84,-4-20 0,1 6-84,6 33-5,1 10-56,2 14-135,0 17-353,5 14-734,5 10-988,-3-29 1,2 1 1467,9 23 0,-6-21 0,-4-17 0</inkml:trace>
  <inkml:trace contextRef="#ctx0" brushRef="#br0" timeOffset="30809">20654 4811 26547,'-39'-12'24,"-1"-1"1,2 5-1,4 10-16,10 19 1,5 7-4,2-1 1,2 1-12,-4 29-453,15-2 465,15-3-18,17-6 12,17-8 12,10-14 38,2-14 34,-4-20-17,-10-15 23,-8-17 27,-10-12-83,-11 5-6,-9 16 0,-3-1 17,-2-1 0,-2 0-2020,-3-3 0,0 1 1987,-4-22 860,-6 20-961,7 28-147,-2 3-279,2 8 155,1 5-3140,1 20 3500,5 5 0,0-4 0,2-5 0</inkml:trace>
  <inkml:trace contextRef="#ctx0" brushRef="#br0" timeOffset="31141">21057 4875 21545,'1'-4'4241,"1"1"-3362,-2 3-913,16-27 85,-10 38-23,12-12-68,-13 47 46,-2 3 0,-1-4 16,-1-7 101,-2-14 202,0-11-146,0-10 236,3-23-169,9-4-67,12-20-162,4 10-1643,11 4 0,2 3 1643,1 3 5,1 1 1,1 4-132,-4 10 92,9 7-45,-8 20-414,-6 21-473,-21-8 0,-6 6 797,-5 15 0,-4 0 1,0 8-1,-3-29 1,-1 1-1</inkml:trace>
  <inkml:trace contextRef="#ctx0" brushRef="#br0" timeOffset="36209">3333 8060 14561,'-3'5'5831,"1"-1"-1950,2-4-3097,-2 10 129,3-11-605,3 1-156,10-20-96,-1-3 28,9-24-17,-5-8-572,-5 5 1,-1-4 518,-4 1 0,-1 0-9,-1 0 1,-1-1 9,-4 9 0,-1-3 0,-1 7-7,1 8 0,-1 1 3,-2-23 1,-1 2-7,-2 14-10,-1 3-62,3 20 22,0 18 45,4 7 5,-2 23 17,0 0 1,0 2-12,-2 24-5,1-17 0,0 5 0,1-3-9,1 0 1,0 1-4,1-3 0,-1 4 1,2-3-7,4 8 1,4-2 5,1-3 1,4-3 5,4-4 0,4-3-330,2-5 0,3-3 330,19 10-9,-5-20 1,0-3 14,3-5-6,-4-3 0,-1-6-53,0-14 75,2-12 28,-12-25 6,-12-2-33,-5-2 27,-6-4 23,-5 2-51,1 2 12,-1 8 1054,-2 16-1055,0 20 757,-2-1-812,1 15 140,-3 11-112,1 3 11,-8 36-29,7-4-10,1-13 0,1 2-112,4-6 0,1-1 145,8 25-17,2-17 29,23 1-12,0-22-5,9 3 36,-8-21 0,1-5 8,20-18-383,-14 3 1,-1-5 340,-7-4 1,-3-3 27,-2-5 1,-3-3 13,-3-2 1,-3-3-29,-3-4 1,-4 0-454,-3 9 0,-2-1 451,0-10 0,-3-2 19,-2 1 0,-2 1-8,1 2 0,-1 0 8,-3 0 0,-2 5 276,-4-2-253,-4 20-40,4 16-16,-1 16 22,-3 29-28,3-2 0,1 5 0,2 3 11,2-3 0,2 1-360,-2 14 0,2 3 284,4 3 1,4 2-15,-2-19 1,3 1 0,1-1-128,4-1 1,1 0 0,4-1-297,1-1 0,3-1 0,3-2-1111,16 13 0,4-5-3303,1-8 1,0-5 4166,-9-10 1,-4-4 0,11 0 0,-32-14 0</inkml:trace>
  <inkml:trace contextRef="#ctx0" brushRef="#br0" timeOffset="36377">4247 7772 25595,'54'-32'-646,"0"-1"0,-5 4 0,-3 7 0,11 16 0,-22 3 0</inkml:trace>
  <inkml:trace contextRef="#ctx0" brushRef="#br0" timeOffset="37260">6552 7696 17955,'0'-4'4991,"0"0"-4199,3-26 1,1-9 30,-2-3-719,2 0 0,-1 2 209,-5 4-122,-4 21-96,-7 2-39,-10 9 5,-27 26-33,11-3-257,3 7 1,0 3 231,10-3 0,2 1-6,-6 8 0,2 3 6,5 0 0,5 2-12,4-2 1,6 2-12,5-4 1,6-1-1622,13 1 0,5-3 1602,13 8-9,2-19 1,6-7-1112,5-9 0,2-4 1134,-9 0 0,1-2-144,0-3 1,3-2-1,-3-3 149,1-4 1,-3-3 33,9-5 0,-1-3 8,-6-2 1,-5-1 7,-6-2 1,-3 0 30,-6 0 1,-3 0 84,7-23 1974,-11 7-1969,-8 10 2874,-12 13-2958,-10 10 892,-3 13-914,-25 22-23,12 7-22,9-7 0,3 2 6,-4 24-12,13 1 487,15-4-481,26-4-11,-1-18-6,31-5 6,-11-17 22,13-9 23,-5-11-196,-8-15 196,-19 1 44,-15 2 1,-5-3 33,-6-13-56,-4 12 0,-4-1 39,-16-17-17,-14 4-38,-6 9-12,-5 11-17,11 13-39,-7 14 17,21 12-51,-4 12-190,16 11-381,9 6-885,14 2-1837,13-1-1126,3-11 4481,8-3 0,-22-18 0,0 0 0</inkml:trace>
  <inkml:trace contextRef="#ctx0" brushRef="#br0" timeOffset="37850">7558 7652 22475,'0'-3'3938,"0"0"-3098,0 3-795,-15-14-57,5 29-21,-12-3 38,10 32-21,5 4 16,3-1-6,8-6-5,1-7 61,5-15 34,5-18-73,1-16 45,7-16-39,-5 1 62,7-10 10,-5 8-16,7-5-11,4 6-68,-11 13-11,3 6 56,5 22-55,-11 0 21,19 23-5,-14 3 11,7 17-5,-14-25 0,3-1-480,2 1 1,2-1 473,3-2 0,3-3 5,0-4 1,3-2-121,6-5 0,-1-3 131,13-3 18,10-20 11,-28-14 33,4-18-42,-20 18 1,-2-4 19,0-16 0,-3-3-31,-2 3 0,-2-1-362,0 0 1,-1 0 361,-3 3 1,0 1 49,-2 9 1,0 3 103,-5-28-133,-8 15-46,2 34 0,-2 9 849,2 16-849,3 1 0,0 24 0,2 4 0,3 0-705,3 9 1,3 0 704,8-10 0,2-6 0,3 1 140,0-6 0,3-1-140,5 8 0,3 1-401,9 4 0,1-2-630,-5-8 1,-1-3-569,-1-2 0,-2-4 1599,11 0 0,-28-17 0,0-1 0</inkml:trace>
  <inkml:trace contextRef="#ctx0" brushRef="#br0" timeOffset="38042">8146 7689 26295,'51'-9'-1206,"-1"-1"0,1 0 0,-1 0 0,1 0 1,13-3-1,-4 0 0,-1 3 881,0 3 1,-2 3 0,-10 1-1,4 0 1,-2-1 0</inkml:trace>
  <inkml:trace contextRef="#ctx0" brushRef="#br0" timeOffset="38243">9451 7484 24049,'-4'0'2392,"0"0"-1687,4 0-817,6-31-61,6 23-566,24-20-2582,-3 29 1,2 7 559,22 0 2761,-17-1 0,-4 0 0,-15-2 0,-1 0 0</inkml:trace>
  <inkml:trace contextRef="#ctx0" brushRef="#br0" timeOffset="38402">9405 7817 21528,'-6'1'4437,"2"1"-2684,4-2-2017,32-27-794,10 14-1944,-2-4 0,3 1 2151,-5 10 1,-2 2 0,15-2-1,-22 3 1</inkml:trace>
  <inkml:trace contextRef="#ctx0" brushRef="#br0" timeOffset="40016">7494 7608 24659,'15'-37'460,"-8"19"-192,-19 52-32,-4 14-68,-2 10-275,9-27 0,2 1 180,-2 29 5,9-6 12,12-11-18,4-16 192,39-7-208,-25-15 14,5-5 0,1-6 98,9-14-82,-18 4 1,0-4-1569,2-10 0,-4-2 1566,7-13-3,-15 9 1,-4-2-96,-3-15 56,-5 18 0,-2 0 2,0 1 1,-2 0 50,0-25-11,-5 14 6,-1 14-6,-3 12-95,3 11 158,0 4-164,0 8 3289,-3 6-3395,-2 9-65,0 8-954,3 6-1821,5 4 2963,11 5 0,-5-20 0,5-2 0</inkml:trace>
  <inkml:trace contextRef="#ctx0" brushRef="#br0" timeOffset="40449">7923 7693 21584,'0'-3'3680,"-1"1"-2363,1 2-1132,28-57-101,-11 43-59,2-16 0,1 8 48,0 41-23,-6 9-5,-6 5 5,-6 13-5,-9-3-12,0-9 1,0 1 17,-8 17 10,-2 0 18,10-31 481,3-10-364,4-10 39,0-10-101,1-9-9,9-23-125,-3 9 0,13-17 0,-3 22 0,4-3 0,5 8 0,0 12 0,0 14 0,-1 15 0,-7 20 0,-4-2-309,-5 22-212,-4-21 521,1 7 0,1-1 0,-3-15 0,6 26 0</inkml:trace>
  <inkml:trace contextRef="#ctx0" brushRef="#br0" timeOffset="41643">10612 7555 22795,'-1'-46'935,"-1"-1"0,2 5 1,-5 11-802,-10 21-89,1 11 129,-23 32-18,2 14-656,8-9 1,0 3 530,4 0 0,3 1-12,2 0 1,3 0-9,3-10 0,5 0 31,4 8 0,6-2 275,17 3-189,19 7-49,1-31 49,0-17 1,1-7-300,-11-4 1,-1-3 293,13-7 1,-2-5-7,-12-2 1,-5-3-26,-5-2 1,-4-2-135,-6-1 0,-5-2 84,-7 1 0,-4 1-14,-11-19-42,-9 23 0,-6 5-53,-7 6-720,-15 11 0,-6 9-4129,19 11 1,0 5 4131,-7-2 1,4 1-1,-7 11 1,38-16 0</inkml:trace>
  <inkml:trace contextRef="#ctx0" brushRef="#br0" timeOffset="89063">6405 1096 24575,'0'30'0,"0"1"0,0 3 0,0 0 0,0 5 0,0 0 0,0 1 0,0-3 0,0-4 0,0-2 0,0 1 0,0-8 0,0 1 0,0-8 0,-1 2 0,-4-6 0,-5-1 0,-21 0 0,0-5 0,-1 1 0,-5-1 0,6-1 0,-1 0 0,-1-1 0,0 0 0,-3-1 0,4-2 0,-1-1 0,-4-2 0,17-7 0,5-1 0,5-2 0,6 1 0,8 5 0,3 2 0,8 1 0,4 2 0,9 3 0,10 3 0,-1 4 0,1 3 0,14 2 0,-18-4 0,0 1 0,23 3 0,-16-6 0,-10-1 0,2 0 0,20 0 0,-14-2 0,3-3 0,-24-2 0,3-4 0,-11-8 0,4-7 0,-1-32 0,-2 11 0,-2-2 0,0 0-6784,4-9 6784,-5 15 0,-1-1 0,3-10 0,1 1 0,0-2 0,-4 18 0,0-2 0,-5 21 0,-2 3 1696,0 5 0,0 0 0,0 4 0</inkml:trace>
  <inkml:trace contextRef="#ctx0" brushRef="#br0" timeOffset="122866">6297 3912 24575,'0'-6'0,"13"2"0,39 2 0,7 2 0,-22 0 0,-1 0 0,18 0 0,-22 0 0,-8 0 0,-11 0 0,-6 0 0,-4 0 0</inkml:trace>
  <inkml:trace contextRef="#ctx0" brushRef="#br0" timeOffset="123796">6476 3926 24575,'0'25'0,"0"3"0,0 11 0,0 19 0,0 5 0,0-30 0,0-1 0,0 11 0,0-21 0,0-16 0</inkml:trace>
  <inkml:trace contextRef="#ctx0" brushRef="#br0" timeOffset="142495">10432 7451 24575,'0'31'0,"0"-9"0,0 30 0,0-1 0,0-17 0,0 0 0,0 19 0,0-1 0,0-23 0,0 9 0,0-14 0,0-2 0,0-13 0,0-2 0,0 0 0,0 9 0,0-3 0,0 4 0,0-6 0,0-5 0,0-5 0,0-11 0,1-12 0,3-14 0,2-12 0,0 3 0,2-2 0,-1 7 0,1-1-841,2-16 0,0 1 841,-3 15 0,1 4 0,-1 0 0,-1 1-100,0 0 0,-1 1 100,0 2 0,0 0 0,0-13 0,-1 1 0,1-17 0,-4 25 0,0 3 0,-1 0 0,0 9 0,0 4 0,1 13 0,10 21 1664,0 12-1664,2 4 0,1 4 0,1 7 0,1 4-605,-1 0 0,2 3 0,-1-1 605,2 8 0,0 2 0,0 3 0,0 4 0,-2-5 0,-4-6 0,0-3 0,-2-7 0,0 2 0,-1 0 0,3 17 0,-1-4 0,-3-19 0,-1 1-197,1 20 0,-1-2 197,-2-5 0,-2 6 0,-3-35 0,0-8 0,0-6 0,0-3 1990,-2-1-1990,-5-4 437,-5-6-437,-7-10 0,-10-21 0,10 5 0,-2-3-628,-4-11 1,-2-7 627,6 8 0,-3-6 0,0-1 0,2 4-942,3 4 1,1 2-1,-1-2 942,0-1 0,-3-4 0,2 1 0,2 6 0,1-2 0,1 4 0,-1 1 0,0 1 0,1 0 0,1 1 0,-4-9 0,3 7 0,11 21 1071,5 9-1071,7 13 3009,11 16-3009,11 22 0,-12-16 0,2 4 0,6 14 0,1 2 0,0 0 0,0 0-524,-4-2 0,0-2 524,-3-4 0,-1-3 0,-1 9 0,-3-5 0,-3-9 0,-3-11 0,0-6 0,-4-5 0,0-4 0,-4-16 0,-2-24 0,-1 3 0,-1-4 0,-1-6 0,-2-4 0,-2-4 0,-1-5 0,0 4 244,-2-3 1,0-1-245,1-2 0,-1-4 0,1 8-500,3 15 1,0 3 499,-1-7 0,2 3 0,0 6 0,4 24 0,3 38 0,7 31-2957,0-12 1,2 5 2956,3-1 0,1 1 0,2 4 0,2 2-358,-4-14 0,0 1 0,0-1 358,2 13 0,0-2-460,2 5 1,-2-4 459,-6-20 0,0-1 0,-1 2 0,0-1 0,4 18 5456,-3-7-5456,-1-16 2431,-6-28-2431,1-18 0,-8-40 0,-3 10 0,-2-7-1302,0 5 0,-1-7 0,-2-1 1,1 3 1301,-1 2 0,0 2 0,-2-4 0,2 3 0,-1-5 0,-1-2 0,0 2 0,2 8-2269,-4-13 1,1 3 2268,2 8 0,-1-3 0,3 5 0,-1-1 0,2 5 0,-1-11 0,0 8 0,11 39 0,7 48 0,7 0 0,2 6 0,0 6 0,2 3 1386,-4-16 0,1 1 0,0 0-1386,1 3 0,0-1 0,-2-2 2362,0 5 1,0 0-2363,2 8 0,0-2 0,-6-16 0,-1-4 0,3 6 0,-1-4 0,-7-26 513,-1-9-513,-2-10 1925,-12-53-1925,5 30 0,0-1-511,-6-16 0,0-1 511,2 12 0,0 3 0,0 0 0,0 2 0,-7-19 0,1 4 0,7 15 0,2 10 0,5 24 0,1 14 1022,1 21-1022,1 2 0,0 2 0,0-7 0,0 1 0,0 15 0,2 4 0,4 4 0,2 1 0,0-5 0,2 0-204,-1 1 1,2-4 203,-3-14 0,0-5 0,0 0 0,-2-12 0,0-3 0,-2-12 0,-2 1 0,-1-8 0</inkml:trace>
  <inkml:trace contextRef="#ctx0" brushRef="#br0" timeOffset="163596">13308 6113 24575,'5'-3'0,"12"1"0,21 1 0,7 2 0,-4-1 0,2 0-771,-1 0 0,4 0 0,4 0 771,-1 0 0,4 0 0,0 0 0,-3 0-1515,0 0 1,-3 0-1,3 0 1515,0 0 0,4 0 0,-1 0 0,-1 0 0,3 0 0,-1 0 0,-5 0-154,4 0 0,-2 0 154,11 0 0,-5 0 0,4 0 0,-25 0 823,-3 0-823,-23 4 0,-4-3 0,-3 4 0</inkml:trace>
  <inkml:trace contextRef="#ctx0" brushRef="#br0" timeOffset="182128">11595 3331 24575,'51'0'0,"6"0"0,-13 0 0,3 0 0,2 0 0,1 0 0,0 0 0,0 0 0,-7 0 0,-3 0 0,5 0 0,1 0 0,1 0 0,-12 0 0,-2 0 0,-19 0 0,-7 0 0,-4 0 0</inkml:trace>
  <inkml:trace contextRef="#ctx0" brushRef="#br0" timeOffset="183098">11342 3359 24575,'20'0'0,"12"0"0,17 0 0,5 0 0,-13 0 0,1 0-299,2 0 0,4 0 0,-1 0 299,-4 0 0,0 0 0,-2 0-743,13 0 1,-1 0 742,3 0 0,-4 0 163,-14 0 0,-5 0-163,8 0 0,0 0 0,-18 0 0,-2 0 417,-5 0-417,2 0 1373,-3 0-1373,4 0 266,3 0-266,2 0 0,4 0 0,10 0 0,-7 0 0,14 0 0,-23 0 0,0 0 0,-14 0 0,-1 0 0,-1 0 0,0 0 0,-4 0 0,1 0 0,-4 0 0</inkml:trace>
  <inkml:trace contextRef="#ctx0" brushRef="#br0" timeOffset="188779">11860 3320 24575,'16'0'0,"4"0"0,5 0 0,14 0 0,-9 0 0,6 0 0,-12 1 0,4 1 0,-9 2 0,7-1 0,-12-1 0,5 0 0,-9-1 0,1 1 0,-5-1 0,-1 1 0,-2 0 0,-1 0 0,-2 0 0</inkml:trace>
  <inkml:trace contextRef="#ctx0" brushRef="#br0" timeOffset="189880">12002 3380 24575,'0'33'0,"0"18"0,0 5 0,0-19 0,0 0-711,0 22 0,0-2 711,0-4 463,0-15-463,0 5 235,0-14-235,0 0 0,0-18 0,0 6 724,0-1-724,0 7 0,0 0 0,0-5 0,0 3 0,0-11 0,0-4 0,0-3 0</inkml:trace>
  <inkml:trace contextRef="#ctx0" brushRef="#br0" timeOffset="201179">6899 9703 24575,'-55'0'0,"0"0"0,6 0 0,10 0 0,5 0 0,10 0 0,-4 2 0,5 2 0,-2 13 0,4 3 0,3 8 0,2-3 0,-6 18 0,2 10 0,-2 4 0,14-21 0,2 1 0,3-5 0,4-1 0,5 26 0,13 1 0,10-24 0,-1-7 0,4-1 0,5-2 0,2-1 0,-4 0 0,0-2 0,1-4 0,0-2 0,-3-3 0,-3-1 0,17 2 0,-15-3 0,-1 0 0,1-4 0,-5-2 0,-10-2 0,-3-1 0,-5-1 0,1 0 0,10 0 0,-3-3 0,13-2 0,-4-3 0,5-3 0,1 0 0,0-1 0,2 1 0,-11 3 0,0 3 0,-12 3 0,0 1 0,4 2 0,-7 0 0,3 0 0</inkml:trace>
  <inkml:trace contextRef="#ctx0" brushRef="#br0" timeOffset="202188">7596 9766 24575,'36'0'0,"-1"0"0,28 0 0,0 0 0,-8 0 0,9 0 0,-26 0 0,-5 0 0,-18 0 0,-8 0 0,2 0 0,3 0 0,7 0 0,6 0 0,4 0 0,17 0 0,0 8 0,-3 2 0,-7 12 0,-20 2 0,1 26 0,-9-28 0,0 13 0</inkml:trace>
  <inkml:trace contextRef="#ctx0" brushRef="#br0" timeOffset="203129">7683 9973 24575,'24'0'0,"0"0"0,2 0 0,-3 0 0,0 0 0,-2 0 0,7 0 0,-4 0 0,14 0 0,-19 0 0,6 0 0,-2 0 0,0 0 0,0 0 0,-6 0 0,-9 0 0,-2 0 0,1 0 0,0 0 0,3 0 0,2 0 0,6 0 0,-6 0 0,2 0 0,-9 0 0,0 1 0,-1 2 0,1 2 0,-3-2 0,0 1 0</inkml:trace>
  <inkml:trace contextRef="#ctx0" brushRef="#br0" timeOffset="204804">8712 9678 24575,'21'0'0,"-1"0"-9831,14 0 8341,-9 0 4308,3 0-2818,4 9 1719,-11 2-1719,10 8 0,-13 1 0,1 0 0,-3 1 0,-1 2 0,-4 1 0,-1 3 6784,1 2-6784,-1 0 0,0 4 0,0 1 0,-3 2 0,0 12 0,-3-8 0,-3-6 0,-1 1 0,0 8 0,1-8 0,-2 0 0,-7 10 0,0-5 0,-9-14 0,-1-15 0,0-2 0,-14 1 0,9-3 0,-15 3 0,5-4 0,-2 0 0,0-2 0,5-1 0,6-1 0,4-1 0,4-1 0,5 0 0,4 0 0,1-1 0,2-2 0,1-2 0,1 0 0,1 0 0,1 0 0,0-3 0,0 2 0,1-3 0,4 3 0,7-1 0,5 0 0,6 1 0,2 2 0,15 2 0,-13 2 0,9 0 0,-11 0 0,3 2 0,6 4 0,7 7 0,3 5 0,-13-2 0,0 1 0,16 7 0,7 7 0,-24-13 0,-5-2 0,-6-5 0,-3 0 0,-6-6 0,-2 2 0,-3-4 0,4 2 0,-5-2 0,3 1 0</inkml:trace>
  <inkml:trace contextRef="#ctx0" brushRef="#br0" timeOffset="275515">14535 437 18087,'0'-4'3029,"-1"2"-1665,1 2 1416,-7-60-2026,4 35-552,-1-10 1,-1 1-112,3 20-344,-1 7-865,2 4 921,1 21 67,0 4-731,0 23 592,0-9 165,0-2 0,0 1-55,1 4 4,0 7 1,1 3-699,0 8 356,-1-16 0,2 0-1903,2 17-4644,5-10 7018,2-15 0,-3-16 0,-3-10 1</inkml:trace>
  <inkml:trace contextRef="#ctx0" brushRef="#br0" timeOffset="276332">14533 318 18425,'10'-31'-43,"0"-1"0,5 4 0,7 5 29,14 15 0,7 6-1373,3-3 0,3 0 1289,3 0 0,1 0 11,3 0 1,1 0-1,4 0 0,0-1-12,-17 1 0,1 1 0,1 0-390,3-1 0,1 0 0,1 1 395,2-1 1,2 0 0,0 1-252,2 0 1,0 0-1,1 0 233,-1 1 0,1 0 0,0 0 33,0 0 1,-1 0 0,0 1 3,-1 0 0,0 0 0,0 0 15,-1 0 0,0 0 1,0 0-243,1 0 1,-1 0 0,-2 0 297,-11 1 0,-1-1 1,3-1 18,16 0 0,4-1 0,-4 0 20,-16 1 0,-3 0 1,3 0 18,15-1 0,5 0 0,-3 0-5,-12 1 0,-2 0 0,-1 1-1,-2 0 1,-1 1-1,-1 0 50,17-1 0,-2 1-11,-6 2 0,-2-1 289,-6 2 1,-2 0-299,-6 0 0,-1 1 51,18 4 1159,-16 1-1024,-14 0 1882,-13-1-1738,-7-1 1378,-6 1-1405,-2-1 252,-2 1-487,1 0-29,1 1 23,0 1-22,2 3-12,-1 5 17,0 5 6,0 6-73,-1 7-5,-2 5 5,-1 8-40,-2 6-634,-3 6 609,7-29 1,0 0-3,-6 19-1592,0-12 0,-1-1 1637,-3-5 7,-2 0 1,-4-3 42,-15-6-1121,2-7 0,-2-1 1042,-19 3 1,10-8 0,-3 0-130,10-4 0,-2 0 135,-14 3 0,-3-1 2,18-3 0,-2 1 0,0-1-2,-1 1 0,-2-1 1,1 1 386,-1 0 1,0 0 0,-1 0-397,0 0 0,-1 1 0,0-1 5,-2 1 0,-1 0 1,2 0 11,-11 2 1,-1 0-11,14-2 1,-5 1 0,0-1 0,3 0-323,-2 0 1,3-1 0,-4 1 338,-2 0 1,-4 0 0,0 0 0,2-1 180,-9 1 1,3-2 0,0 0-182,0 0 0,1-1 0,0-1-13,3 0 0,1-1 0,2 0-309,-8 0 1,0-1 302,9-1 0,-2-1 1,7 0 111,10 0 0,1-2-394,-10 0 1,-6-1 0,8-1-1155,12-1 1,3 0 1428,-9-1 0,3 0 0,8 0 0,18 3 0</inkml:trace>
  <inkml:trace contextRef="#ctx0" brushRef="#br0" timeOffset="277009">15137 373 29222,'-19'-11'-1190,"0"29"1717,11 26-966,4-11 1,1 1-131,1 9 183,4 7 74,7-7 57,-1-18 129,10-7 316,3-28-981,1 1 603,4-13 124,-1-5-38,0-3 103,8-9-10,-3 3-6,-2 8-40,-6 9 49,-9 10 23,-3 8 22,-7 9-3363,2 13 3329,-1-3-10,3 15-96,3 1-22,-2-6-796,14 22 286,-8-27-5814,21 24 6447,-15-28 0,1 3 0,-12-16 0</inkml:trace>
  <inkml:trace contextRef="#ctx0" brushRef="#br0" timeOffset="277265">15827 307 19400,'5'-45'1491,"0"0"1,0 7 0,-2 7-820,-2 16-604,-1 11 49,1 7-44,0 13 39,-1 15-34,1 14-66,-1-3 4,0-3 1,0 1-50,1 6-127,0 1 0,2 1-305,1-12 1,2-1-394,2 9 1,3 1-4059,9 5 1,3-3 4607,-5-13 0,1-3 0,16 19 0,-19-35 1</inkml:trace>
  <inkml:trace contextRef="#ctx0" brushRef="#br0" timeOffset="277692">16491 335 18655,'-2'-4'3865,"0"1"-3142,2 3-656,-11-9-34,8 14 40,-6 16-50,12 17 49,2 21-44,-2-15-1660,-2-11 1,-1-1 1676,-2 0 190,-6 28 437,-1-36-313,0 1-7,3-17 355,6-12-500,0-8-17,0-11 3281,3-2-3331,12-29-124,-2 22-10,2 1 0,2 0 22,11-6-20,-5 13 0,2 2-2,18-7-6,7 8-17,-9 15 23,-10 6 16,10 10-22,3 19-162,2 9-724,-20-10 0,-2 1-873,5 16 1759,-14-8 0,-3-3 0,-4-8 0,2 13 0</inkml:trace>
  <inkml:trace contextRef="#ctx0" brushRef="#br0" timeOffset="283369">17707 3383 10808,'-58'3'1911,"0"-1"1,6 0 0,6-1-781,9 1-353,9 0-672,11 1-53,8-1 166,13 2 174,15 1-102,24 0-190,-6-3 0,3-1-543,-3-1 1,5-1 430,13-1 0,9-2 0,-2 1-747,-12 0 1,0 1-1,3-1 751,3 0 0,3-1 0,2 1 0,-3 1 10,-7 0 0,-1 0 0,-1 1 0,0 0 4,13-1 0,1 1 1,-3 0-335,-5 0 1,-1 0 0,-3 1 337,12-1 0,-5 0 106,-19 1 1,-5 0 202,-5 0 481,-41 0-723,-31 1-8,8 0 0,-4 0 17,-11 0 0,-2 1 164,10 0 1,-1-1 0,-2 1-237,-5 0 0,-1 1 0,-2 0-214,-4 0 0,-2 1 0,0 0 207,11 0 0,0-1 1,0 1-1,-1 0 10,0 0 0,-1 0 1,0 1-1,0-1-3,1 1 1,0-1-1,1 0 1,1 1-2,-12 0 1,2 1 0,2-1-10,8 0 1,3-1 0,2 1-78,-7 0 1,6 0-81,-5 1 124,31-4 230,34-1-12,31-5-128,9-1 6,-11 0 1,8-2 0,0 1-66,-8 1 1,-1-1 0,4 1-87,2-1 0,5 0 0,0 0 0,-1 1 60,-4 0 1,-2 0 0,0 1-1,0 0-11,1 0 1,-1 1-1,0 0 1,0 0-352,15-1 0,-1 1 1,-2 0 359,-3 1 1,-2 0 0,-1 0-252,-6 1 0,-2-1 0,-2 1 290,10-2 0,-5 1 464,-14 0 1,-7-1-457,-4-2 1652,-45 2-1747,-40 1 17,11 1 0,-7 1-336,9 1 0,-3-1 0,-3 2 368,7-1 0,-2 0 0,-1 1 1,-1 0 18,-5 1 1,-2 0 0,0 1 0,-1-1-311,-3 2 1,-1 0-1,-1 0 1,1 0 340,-1 1 1,1 0 0,-1 0-1,2 0-1,2 0 0,1 0 1,0 1-1,2-1-218,6 0 0,1 1 0,2-1 1,1 0 212,-4 1 1,2-1-1,5 1-20,-2 0 0,7 0 152,-2 4 1795,55-8-1723,37-5-151,-2-2 0,6-2 333,-8 0 0,3-1 1,2 1-398,-7 0 1,2-1 0,0 1 0,2-1-13,4 0 0,1 0 1,1 0-1,-3 0-139,6 0 1,-1-1 0,4 1 128,-11 1 1,4 0-1,2-1 1,-1 2-1,-5-1-518,11 0 1,-4 0 0,3 0 527,-1 0 0,5 0 1,-1 0-1,-4 0 6,-3 1 1,-3 0 0,-4 0-34,12-1 0,-7 0 49,-17 2 1,-11-2 1203,-19-5-1117,-57 2-50,4 4 0,-9 1 129,2 1 1,-6 0-1,3 1-185,-5-1 0,0 1-140,8 1 0,-4 0 0,8 0-2535,11 0 1,3 1 2529,0 0 1,3 0 0,-1 0-1,20 1 1</inkml:trace>
  <inkml:trace contextRef="#ctx0" brushRef="#br0" timeOffset="292874">17499 445 21626,'0'-3'-3068,"-1"1"4737,1 2 1083,-5-7-4334,4 5 670,-4-5 426,5 7 10008,0 0-10316,-3 2 2070,2-2-169,-3 1-2013,2-1 1163,0-2-254,2 1-169,-1 7-939,1-2-62,0 10-387,1 0 93,2 4 300,1 4 782,2 6 237,-1-7 129,2 8-72,-1-9 91,1 9 11,3 10 0,-2-12-17,4 16 11,-3-15-6,4 10 1,0-1 22,2 7-11,-1-8 0,-3-2-6,-1-6 17,-4-4 0,1 13-23,-2-12 35,1 14 4,-2-19-27,0 5 39,0-4-28,-1-4 17,2 6 5,0-3-38,0-4 38,-1-3-5,0-3-6,-1 1-11,1-3 106,-1 4-111,-1-8-1,1 4 12,-2-7 33,-1 1 28,1-1 1239,-1 1-1301,-11-2-27,2 1-6,-11-1 0,7-1 5,-1-2-27,-8-7 11,2-2 28,-13-8-12,14 7 12,-3-3-17,9 5 17,-7-8-40,3 2 29,1 0-6,1-1-3409,-1-4 3404,4 4 21,-8-11 12,11 15-22,-2-4 5,3 5 12,4 5-23,-1 0 3380,3 4-3374,0 2-6,2 0-325,-1 1 285,2 9 29,5 6 0,-2 3 0,4 0 22,2 3 6,-1-4 5,6 9-11,-4-10 17,9 6-10,-4-6-7,8 5 28,-4-6 17,6-3-28,-7-5 51,9-1-29,-5-5-11,9 0-22,5-4-28,6-2-12,3-4 46,13-5-12,-19 4 34,13-6-28,-29 8 44,21-11-33,-15 4-17,12-8 17,-11 5 12,-5-1-7,-6 3 12,-5 2 22,-8 5-11,-2 4-28,-5 3-17,1 1-134,-1 2 129,-4 6 5,-2 2 6,-7 7-12,1-3-10,-23 14 22,15-12-40,-27 14 6,15-11 23,-10 3 5,1 0 6,3-4 28,2-4-12,3-4-27,-1-5 0,-3-1-6,-3-2 0,-2-2 0,-2-3-6,-1-1 12,2-2 5,4 1-6,4 1 7,13 3-7,-4-1-5,12 0-5,-6-1 10,4-2 12,3 1-6,-6-7 12,6 3 5,-7-4-17,5 2-22,2 3 11,2 2 0,5 3 0,0-1 11,3 2-11,1-2 11,1 2-11,1 1-302,0 1 302,3 5 0,3 3 5,5 5-5,4 4 0,-2-2 17,15 10-6,-3-7-5,15 8-12,-1-6 23,3-3 11,0-4-11,9-3-17,-17-5 0,12-2 28,-13-2-6,9-4-55,3-3 21,0-6 35,0-3-12,0-3 0,-3-2 0,4-3 1,-17 8 4,5-3 7,-18 8 10,1-3 7,-4 1-29,-4 2 22,4-12-16,-7 13 0,4-11 5,-6 14-5,-1 0 6,0 3-12,-3 2-426,0 1-1108,0 7 1523,-3 7 0,2-5 0,-1 4 0</inkml:trace>
  <inkml:trace contextRef="#ctx0" brushRef="#br0" timeOffset="378025">13160 2157 24575,'0'-29'0,"0"1"0,4-18 0,13-9 0,2-1 0,-1 20 0,3 2 0,-2 6 0,-1 1 0,19-24 0,2 3 0,-13 20 0,1 0 0,2-3 0,1 0 0,0-1 0,1 0 0,-4 3 0,-1 1 0,-1 0 0,-1 1 0,16-16 0,-7 8 0,0 0 0,5-4 0,-13 15 0,0 1 0,8-4 0,16-9-6784,-12 9 6784,13-7 0,-24 15 0,0 1 0,15-7 0,11-9 0,-5 6 0,-17 11 0,16-7 6784,-27 14-6784,1 1 0,-9 3 0,-6 2 0,0 1 0,-8 1 0,-21 0 0,-27-15-6784,1 4 6784,19 0 0,1 0 0,-13-6-215,12 6 1,0-1 214,-17-7-96,-9-2 96,31 13 0,6 3 0,4 2 6524,3 2-6524,2 0 636,2 1-636,4 5 149,21 11-149,23 9 0,10 2 0,-18-12 0,-1-1 0,14 2 0,7 1 0,-2-2 0,-13-4 0,0-1 0,11 3 0,10 2 0,-28-6 0,-3 0 0,-1 0 0,-4 0 0,-2 1 0,8 6 0,-10-2 0,6 6 0,-3 5 0,-4-2 0,3 5 0,-8-9 0,-1-3 0,-2-3 0,-2 0 0,-3-3 0,-2 0 0,0-1 0,-1-1 0,0 0 0,0-1 0,0 1 0,0 0 0,0 0 0,0 0 0,0 3 0,0-3 0,0 2 0,0-3 0,0 0 0,3-1 0,-2 0 0,2-2 0</inkml:trace>
  <inkml:trace contextRef="#ctx0" brushRef="#br0" timeOffset="389570">4191 12684 22397,'-22'29'252,"3"14"-238,18-5 0,4 3-605,-2 4 1,0 0 573,0-10 1,0 2-298,0 18 0,0-1-428,-1-17 0,0 0-1322,0 15 0,0-1 2064,0-12 0,-1-4 0,1 5 0,0-12 0</inkml:trace>
  <inkml:trace contextRef="#ctx0" brushRef="#br0" timeOffset="390187">4073 12598 15034,'44'-17'184,"-1"1"1,1-1 0,1 0 0,1 2 0,-1 2-124,-2 7 1,-1 3 0,1-1-1046,4-1 1,1-1 0,2 1 1044,2-1 1,0-1-1,2 1-16,2-1 0,2-1 0,1 0-16,-12 1 0,0 1 1,1-2-1,1 1-10,3-1 1,0-1 0,2 1 0,0-1-504,3-1 1,1 0 0,1 0 0,0 0 506,3-1 1,0 0 0,0 0 0,1 0 5,-12 1 0,1 1 0,-1-1 1,1 1-1,-1-1 10,0 0 0,1 1 0,-1-1 1,0 1-1,0-1 15,12-2 1,1 0 0,-2 0-1,-3 1-25,-11 2 1,-2 1-1,0-1 1,2 1 50,2-1 1,4 0 0,0 1-1,-1-1 1,-4 2-155,8-2 0,-3 2 0,3 0 218,-1-1 0,4 1 0,0-1 1,-4 2-119,-1 1 1,-4 0 0,-1 2 122,-6 0 0,-1 1 1,-2 0 392,10 1 1,-3 2-496,-14 0 1,-4 2 2010,15 4-1711,-12 23-246,-15-1-56,4 26-17,-14-2-17,-4-22 0,2 2 1024,0 4 1,3 2-1031,1 5 1,3 2 64,3 7 0,1 2-78,-4-14 1,2 1 0,0 1-1,1 2 1,1 1 0,0 0-3,1 1 1,-1 1 0,0-1-8,-2-1 0,-1-1 0,-1 0 3,2 17 0,-5-1 19,-8-7 1,-7-2-363,-7-7 0,-8-5 396,-9-4 0,-7-5-11,-10-4 0,-6-6-13,11-8 0,-2-2 0,-2-2-668,-6-1 0,-2-1 0,-2-2 661,9-1 0,-1-2 1,-2 0-1,0 0 6,-5 0 0,-2-1 0,-1-1 0,0 1-2,7-2 0,-2 0 1,0 0-1,1 0 1,1 0-9,-3 0 0,2 0 0,-1-1 1,-4 0-283,2-1 1,-4 0-1,-3-1 1,0 0 0,2-1-1,2 2 258,3-1 0,3 0 0,1 0 0,-2-1 0,-3 1-123,3 0 1,-4 0 0,-1-1 0,-1 1 0,-1-1 0,2 1-1,2 0 135,-2 0 1,0 0 0,2 0-1,0 0 1,0 0 0,0 1-157,-1 0 1,1-1 0,0 2 0,0-1 0,0 0 0,0 1 64,-9-1 0,1 0 1,0 1-1,1 0 1,0 0-215,4 0 0,0 1 1,1-1-1,1 1 0,1 0-1268,-9-1 0,1 1 0,2 0 1,2-1 1580,-6 1 0,3-1 0,6 1 0,0 0 0,8 0 0,-1-1 0</inkml:trace>
  <inkml:trace contextRef="#ctx0" brushRef="#br0" timeOffset="390637">5005 13103 20190,'-3'-45'1061,"1"1"0,0 0 1,-1-21-1,1 13-512,0 29-202,1 2-284,-1 10-63,1 10 0,0 13-12,2 13-11,2 19-128,0 14-34,0-24 1,1 0-677,-1 2 0,2 0-355,2 1 1,1-1 591,2 2 0,2-2 1,0 4-1,2-6 1</inkml:trace>
  <inkml:trace contextRef="#ctx0" brushRef="#br0" timeOffset="390871">5578 12584 20968,'5'-50'1297,"0"1"1,0 2 0,-2 11-990,-3 27-129,1 2-61,4 28-39,2 8-60,1 9 1,0 3-599,3 17 542,-3-7 1,0 3-155,-3-9 1,1 1-238,-2-5 1,1 2-1,1 1-1607,0 1 0,1 1 1,0-2 2034,3 15 0,-1-4 0,-2-17 0,0-6 0,3 2 0</inkml:trace>
  <inkml:trace contextRef="#ctx0" brushRef="#br0" timeOffset="391287">6336 12666 24217,'-3'49'44,"1"0"1,-1 0 0,-1 9 0,1-2-31,2-7 0,0-5 70,-6 7 476,-6-14 1,2-19-203,1-16-151,6-17-134,3-6 84,5-21-95,0 10-1,2 2 1,3-3 36,4-4 0,1 1-377,-3 6 0,2 1 340,6-10 1,2 3-188,10 0 210,9-1-11,5 13-50,15 15-18,-4 16-8,-22 3 1,0 5-408,-6 6 1,-2 3 370,14 20-51,-19-11 0,-2 2-201,-5-2 0,-2 2-2261,4 21 1,-1 2 2551,-5-14 0,-1-2 0,-2-2 0,-1-6 0,-2-6 0</inkml:trace>
  <inkml:trace contextRef="#ctx0" brushRef="#br0" timeOffset="392170">7519 13035 20470,'58'-8'50,"-1"0"1,1-1-1,4 2 0,0-2-78,-4-3 0,3-2 1,-3 1-1032,-12 2 0,-1 2 1,1-2 1033,12-2 1,3-1 0,-1 1 27,0-1 1,-1 1 0,0-1 5,-4 1 0,0 0 1,-1-1 18,-7 2 0,-1-1 0,-2 0 89,8-4 1,-6-1 1116,9-14-871,-40 3 389,-49-3-355,3 10 57,-24-2 178,25 13 1,0 0 45,-12-4-207,-10-5 237,34 8-635,16 3-23,13 3 6,12 2 1616,12 5-1661,10 9-6,8 9-16,-9 3 0,-11 2 0,-1 3-203,-10-3 0,-3 1 147,9 13 0,-5 3-116,-8-4 1,-6 2-370,-6 1 1,-4 1-1860,-6-1 0,-4-1 1757,-1-6 0,-2-3 0,-6 8 0,7-19 1</inkml:trace>
  <inkml:trace contextRef="#ctx0" brushRef="#br0" timeOffset="393245">9359 12463 15731,'-1'-8'4396,"0"3"-2544,1 5-1102,0 0-554,-1 38-100,6 12-91,0 6 1,2 4-179,-1-20 1,0 0 144,3 20 0,-1-1-39,-3-20 0,-2-2-9,1 7 0,-1 0 3,0-8 1,-2-2 33,-7 14 50,0-25 293,-9-17-327,2-24 18,-1-19 7,7 7 1,2-4 19,0-23 1,4-5-865,2 2 1,2 0 866,-1-1 1,1-1 41,3 3 0,0 2-445,-3 15 0,0 1 448,0-8 0,-1 1-7,-2 8 1,-1 3 65,-1-24-34,0 13-106,4 21 1973,11 4-1962,16 16 6,23 1-9,-17 5 0,4 0 244,6 1 1,3 0-239,6 0 0,2 0-9,4-2 1,3 0 5,-18 0 0,1 0 0,1-1-741,4-2 1,1 0-1,2-1 744,4-1 1,2-1 0,2-1 4,-1 0 1,3-2-1,0 1 1,-4 0-8,-1 0 1,-3 1 0,3-1-5,2 0 0,4-1 1,0 1-1,-5 0 10,-4 2 1,-4 0 0,2 1-6,-5 0 1,2 0 0,1 0 0,-2 1-2,14-2 1,-1 1 0,-1 1 2,-4 0 0,-2 1 0,-1 0 3,-5 2 1,-1 0-1,-3 0-298,15 0 1,-5 0 293,-11 2 0,-4 0 2,14 4 85,-27 2 506,-20 8-478,-17 6 2645,-7 9-2713,-6 7-10,-2 11-29,0 11 212,12-23 0,0 3-217,-3 15 0,2 3-23,3-2 0,2 1-520,-1-1 0,2 1 526,6 3 0,4 1-3,3 4 0,2-1 14,-3-11 0,0 1-12,0-6 1,0 2 0,-2-4-3,-5-4 0,-3-2-108,-2 8 0,-4-2 113,-5-6 1,-4-3 8,-5-5 0,-4-5-263,-4-3 1,-4-4 262,-6-3 0,-3-4 5,-7-2 1,-5-3-8,-1-2 0,-6-2 0,4 0-593,15 0 0,1-1 0,-3 0 595,-8 0 0,-5 0 0,-2-1 0,4 1 0,-3 0 0,2 0 0,-2-1-2,4 1 1,-2 0 0,-1 0 0,-2 0-22,8 0 1,-3 0-1,0 0 1,1 0 0,2 0-40,-4 0 0,2 0 1,1-1-1,-1 1-95,-4-1 0,-2 0 1,3 0-1,5-1-64,8 1 1,5 0 0,0-1-1497,-22-3 1,7-3-8115,0-5 8893,8 0 1,32 2 0,14 9 0</inkml:trace>
  <inkml:trace contextRef="#ctx0" brushRef="#br0" timeOffset="393847">9846 12708 14857,'0'-3'6206,"0"1"-4687,0 2-1094,71-19-324,-47 18 30,21-6 1,-4 6 120,-29 13 90,2 5-191,-14-7 135,-16 3-124,-3-6-39,-11 0-83,8-6 122,-10-17-117,16 2 28,-10-24-6,16 2 22,4-15-55,9 11-17,5 6-6,3 20 6,3 6-17,2 6 5,9 7 7,7 8-46,20 21-16,-6 6 38,0 3-21,-16 10-1,-26-21 1,-5 2-1694,-4 3 0,-4 0 1704,-1 0 1,-6-1-31,-21 12 0,-5-5-62,20-21 1,-2-1 157,-9 4 0,-5 2 0,4-5 13,-7-2 12,3-7 0,3-5-6,12-10-51,-1-6-22,25-3 3226,18-6-3310,30-4 19,-20 9 1,3 0-163,10-2 0,3 0 45,-2 2 0,-1-1-618,4 0 1,-2 0 488,-9 2 0,1 0-939,6-3 1,0-1 678,-4 0 1,-2 1 0,14-6-1,-6 1 1</inkml:trace>
  <inkml:trace contextRef="#ctx0" brushRef="#br0" timeOffset="394162">10789 12289 14594,'0'-5'7562,"0"1"-5187,0 4-2079,-10 30-212,9 3 0,0 5-70,-4 10 0,1 2-607,4 2 0,1 0 595,-2 3 1,-2-2 3,-1-12 0,0 1 16,-4 13 0,0 0-16,1-16 0,-1-3 5,-5 24 424,7-35-160,4-17-107,1-10-128,1-6 66,4-14 40,4-15-85,0-2-44,-1 0 846,1 3-1210,0 16-947,7-3-4941,8 11 6235,4 6 0,-9 3 0,-5 2 0</inkml:trace>
  <inkml:trace contextRef="#ctx0" brushRef="#br0" timeOffset="394720">11203 12625 15687,'0'-5'7012,"0"2"-5712,0 3-522,7-65-212,-4 41-342,1-13 0,0 2 39,-2 23-212,0 7-23,-1 6 28,2 10 0,0 13 17,0 14-6,-1 13-11,-2 9-265,-3-28 0,0 0 223,-1 0 0,-1-1 8,-10 25 23,0-13 56,2-15 128,6-14-106,3-10 45,5-23-101,5-8 447,8-22-452,8-5-29,-8 26 1,1-1 8,6-2 0,0 2-3,9-9 6,16-1-17,-13 25 0,9 4-17,1 11-39,6 23 0,-17-2-157,6 26-324,-21-4-942,-1 17-1145,-11-29 0,-2 0 1748,-2 24 0,-1-21 0,-2-17 0</inkml:trace>
  <inkml:trace contextRef="#ctx0" brushRef="#br0" timeOffset="395411">10754 12496 15916,'-3'-49'1273,"0"0"1,-1 0 0,1 4 0,-1 0 0,0 5-765,1 4 1,-1 3 224,-2-28-157,3 11-208,2 15-190,4 14-83,3 11-1,6 14 68,4 13 22,3 18-23,1 22-432,-10-19 0,-2 2 320,-1 7 1,-3 3-21,0 7 1,-3 1-26,-2-10 1,-2 1-434,-2 2 0,-2 3 0,0-2 439,-2 2 0,0-1-9,0-4 0,0 2 0,0-3-266,0 3 0,1-5 272,2-8 1,1-4 41,-1 14 185,2-24 551,4-17-735,5-21 1340,4-18-1369,4-22-14,-6 18 1,0-3-169,0-5 1,-1-3 159,1-4 0,-2-2 19,0 1 1,0-1-1533,0-6 0,-1 2 1516,-1 20 0,0 1 13,1-6 1,0 3 6,0 2-6,2 0-12,-1 15-16,-2 12 666,1 11-644,-1 11 3404,2 14-3404,-2 14-17,0 15-14,-5-21 1,0 1-348,-1 6 1,-1 1-62,-2 5 0,0 1-2605,0 6 0,0-1 3033,1-4 0,0-3 0,-1 15 0,3-28 0</inkml:trace>
  <inkml:trace contextRef="#ctx0" brushRef="#br0" timeOffset="396070">11902 12696 17988,'-4'0'3081,"2"0"-1003,2 0-2033,78-32-1242,-45 24 0,3 1 1186,11-6 0,6-3 0,1 2-25,3 5 1,1 3 0,-3 0 9,5-1 1,3 0-3,-13 1 0,6-1 0,-2 1 0,-7 1-3,-4 0 1,-1 0-10,4-1 1,5-1 0,-8-1 84,15-6 783,-9-7-755,-31-2 552,-42-10-362,-11 2-78,-9 1 240,-5 3 107,12 9 23,-5-2-90,10 6 1187,11 5-1613,11 4 28,7 4-28,29 13-16,1 3-1,28 17-33,-17-6-395,-11-5 0,1 2 380,-4-2 1,0 2-67,7 6 0,-2 5-539,-2 7 1,-5 3-1143,-9-6 1,-6 1-626,-3-1 1,-7-2 2397,-9-3 0,-2-6 0,-1-4 0,-2-2 0</inkml:trace>
  <inkml:trace contextRef="#ctx0" brushRef="#br0" timeOffset="397262">13516 12586 14021,'3'-51'1379,"-1"-1"0,0 0 0,-1 6 0,-1 2 0,-2 6-286,-10-17-30,-4 22-783,4 17-72,4 14-85,2 16 39,1 16-10,0 21-482,1-16 0,-1 4 355,-1 9 0,0 3-45,-1 9 1,-2 3-41,2-17 0,0 2 1,0 1-712,-2 2 0,1 0 0,-1 0 358,0 0 1,0 0 0,1 0-305,0-4 0,1-1 0,1-1-3106,-1 14 1,2-5 3822,4-12 0,1-6 0,1 6 0,2-26 0</inkml:trace>
  <inkml:trace contextRef="#ctx0" brushRef="#br0" timeOffset="397878">13386 12094 18330,'-3'-43'640,"0"1"1,3 3 0,8 8-3374,20 19 1,7 6 2755,21-6-18,-17 6 1,5-1-1,1 0-44,16-2 1,2-1 49,-7 1 0,3-1 0,2 0 6,-14 1 0,2 0 0,0 0 0,1-1 6,3-1 1,1 0 0,0 0 0,0-1-168,4 0 1,0-1-1,0-1 1,2 1 145,-11 1 0,2 0 0,0 0 1,0 0-1,-3 0-1,3 0 0,-2-1 1,1 1-1,3-1 1,-4 2 0,3-2 0,2 0 0,0 0 0,-1 1 0,-4 1 13,7-1 0,-5 0 1,1 1-1,4 0 0,2-1 1,4-1 0,1 0 0,-1 0 0,-1 1 19,-7 3 1,1 0 0,-2 0 0,-1 1 0,-4 1-7,10-3 1,-4 2 0,2 0 33,-8 2 0,3 0 0,-2 0 0,-6 2 32,2 0 0,-5 2 87,2 0 0,-4 3 2277,1 9-1972,-40 11 1116,-27 14-1550,5-11 1,-2 1-21,-3 6 1,1 3 1022,-1 8 0,2 4-1065,0 7 1,4 5-494,7-13 0,2 2 0,1 1 498,0 5 1,2 1-1,2 2-5,2-2 1,1 2 0,2 1 0,0-4 2,0-1 0,1-2 1,2 2-1,0 0 0,2 4 1,0-1-1,0-7 3,2 1 1,-2-1 0,-1 12 0,-3 6 0,-1-6 2,0-14 0,-3-1-4,-7 13 0,-4 6 1,-1-7-421,-4-12 1,-2-3 419,1-3 0,-2 1 1,-1-3-309,-9 3 1,-3-4 314,-1-3 0,-2-4 2,-3-4 1,-1-3 5,-3-3 1,0-5-10,10-3 1,-3-3 8,1-3 0,-5-1 1,2-1 7,-6-1 1,-2-1-11,0-1 0,-3 0 1,1 0-193,2-1 0,0-1 0,-2 0 194,-5 0 0,-2-1 1,-1 0-178,11 0 0,-1 0 0,0 1 0,-1-1 160,-3 0 1,1 0-1,-2 0 1,-2 0-12,3 0 0,-4 1 0,0-1 0,2 1 1,3-1 2,3 1 0,4 0 0,0 0 0,-3 0-35,-2 0 1,-3 0 0,-1 0 0,1 0 0,5 0-139,-6 0 0,4 0 1,-1 0-28,6 0 0,-1 0 0,-1 0 0,2-1-1868,-14-2 0,1 0 1,4-1 1853,-1-1 1,5 0 0,9 1 0,9-1-1,16 0 1</inkml:trace>
  <inkml:trace contextRef="#ctx0" brushRef="#br0" timeOffset="398396">14115 12353 23864,'6'-30'840,"-2"10"-213,-6 54-514,-5-7-4,-2 6 0,-2 2-47,-1-5 0,-2 2-20,-4 16 0,0 3-34,5-10 0,1 0-11,2 4 1,2-4 13,9 4 23,11-11-1,2-22 59,20-18 1,4-8-65,0-4 11,-3-5 0,6-7 1,-5 1-471,-8-1 0,-2-1 465,6-6 0,-1 0-6,-10 9 0,-4 1 140,9-18 128,-5 8-10,-3 1-157,-10 20-118,-5 15 11,-8 17 12,-4 16 22,-6 16-59,5-11 0,1 1-42,2-2 1,1 0 270,0-1 0,2 0-425,2 0 1,2 1-631,8 24 126,-2-22 0,5 1-4213,9 1 1,4-2 4856,14 12 0,-3-13 1,-20-29-1</inkml:trace>
  <inkml:trace contextRef="#ctx0" brushRef="#br0" timeOffset="398653">15093 12104 21557,'3'-42'819,"1"0"0,-1 0 0,1-8 0,-1 8-550,-2 8 278,-1 26-480,0 16 173,0 3-139,-2 28-6,-3 19-75,-1-18 1,-2 4 0,1-1-898,-1 5 1,-3 3 863,-1-2 1,-2 8-1,-1-1 1,1-6-36,0 3 1,-2 0-70,1-4 1,-2 6 0,0 1 0,2-4-271,1-4 0,1-2 1,0 1-410,0 8 1,0 1 0,2-1-1684,5-7 0,1-2 0,3-3 2479,5 7 0,3-5 0,5 5 0,1-28 0</inkml:trace>
  <inkml:trace contextRef="#ctx0" brushRef="#br0" timeOffset="399054">15411 12535 20610,'0'-6'4072,"0"1"-2924,0 5-991,2 9-84,0 5 78,1 25-22,-1 23-101,-2-7-237,0-9 1,-2 1 230,-2 4-1633,1-17 0,-1-1 1634,-3-1 122,-1-11 90,3-23-139,-1-14-1,3-19-22,4-16-29,3 7 18,9-17 22,8 12-144,0 14 0,1 1 60,11-9 22,-3 17 1,3 4-17,15 7-6,1-1 5,3 17 3119,-29 4-3331,21 30 62,-27-14-102,10 23-777,-22-5-2376,-7 7 3400,-3 6 0,0-19 0,-1-15 0</inkml:trace>
  <inkml:trace contextRef="#ctx0" brushRef="#br0" timeOffset="399372">16143 12773 23920,'53'-7'807,"1"-1"-796,-17 1 0,3 0-84,4-1 0,3 0-794,12-2 0,2 1-1147,0 1 1,0 1 1264,-10 1 0,-3 2 0,12-1 0,-29 3 0</inkml:trace>
  <inkml:trace contextRef="#ctx0" brushRef="#br0" timeOffset="400563">16973 12370 11077,'-8'-5'7617,"2"0"-6735,-26-19 1,-4-5 377,12 8-815,-14-9 1,4 2 69,25 18-392,5 6-89,2 3 55,6 7-5,5 6 0,10 8 0,12 6-22,11 7-40,-17-13 1,0 1-12,2 3 0,0 2-6,2 8 1,-2 2 11,6 13-6,-19-13 1,-7-1 16,-24 11-127,0-16 1,-3-2 109,-22 15-447,2-14 1,-2-3 301,-12 7-143,18-11 0,2-2-1846,1 4 2123,22-12 0,9-6 0,8-6 0</inkml:trace>
  <inkml:trace contextRef="#ctx0" brushRef="#br0" timeOffset="401187">16751 12684 18411,'-49'4'1159,"1"0"1,4 0-1,7-2-5711,12-4 4798,13 0 1444,3-1-1595,12-2 838,9 0-849,12-3 14,15 2-2,9-1-24,8 0 12,2 1 17,-2-2 11,-4-1 3409,-7-2-3286,-4-4-140,-16 5 73,1-5-33,-12 4-34,2-2-45,-2 0-101,2 0-50,-5 5-701,5 1-5578,-1 5 6374,1 2 0,-5 0 0,-4 0 0</inkml:trace>
  <inkml:trace contextRef="#ctx0" brushRef="#br0" timeOffset="402127">17410 12513 9620,'6'-50'1025,"1"0"0,-1 0 0,0-1 0,1-10 0,-1 1 0,-2 5-456,-2 0 0,-3 4 537,-5-5 0,-2 7-261,-7 3 467,-5-4-1267,9 37 553,-2 35-206,-1 14-196,3-2 0,-1 3-602,3-6 1,-1 2 468,-1 7 1,-1 6-1,1-4-52,2-6 1,-1 3-39,0 3 0,-2 7 1,1 2-1,0-4-104,2-4 1,1-2-1,-1 2-375,1 2 1,-1 3 0,0 1-1,2-2-237,0 6 0,1-2 0,2-1-1029,1-4 0,0-1 0,2-2-2728,3 11 0,2-5 3875,2 11 1,1-32-1,-4-22 1</inkml:trace>
  <inkml:trace contextRef="#ctx0" brushRef="#br0" timeOffset="402727">17547 11727 15529,'37'-43'340,"-1"1"0,-7 4 0,3 9-27,20 18 1,4 10-1263,-9-2 0,4 0 1126,0 0 1,5 1-1,-3 0 33,5 0 0,2 0 106,-10 0 1,6 0 0,1 0 0,-2-1-1107,6 0 0,-2-1 0,5 0 829,-11 1 0,4-1 0,3 0 0,-1 0 1,-1 0-4,-4 0 1,-1-1 0,0 1 0,1-1 0,-1 0 3,3 0 1,0 0-1,0 0 1,1-1-1,-1 1 8,2-1 0,0 1 0,0-1 1,-2 0-1,-1 1-19,1-1 0,-3 1 1,1-1-1,3 1-178,2-1 0,5-1 0,0 1 0,-1 0 0,-5 1 205,-6 0 0,-4 1 0,0 1 0,3-1-9,1-1 0,3 1 0,1-1 0,-1 1 0,-5 0-187,11 1 1,-5 0 0,-3 0 207,11 0 0,-5 2 248,-18 0 1,-6 2 13,1 5 1818,-33 6-1969,-21 8 2804,-15 7-2893,-8 11-62,6-3 211,6 0 1,1 6-240,7-6 0,1 3-4,0 0 0,-1 3 1,2 1 3,2 0 0,2 1 0,1 1-2,-1 4 0,1 1 0,0 1-505,2 3 1,1 1-1,1 0 499,2 3 1,1-1 0,2-1-3,0-11 1,1-1 0,3 2-8,3 2 0,2 4 0,1 0 0,0-3-6,0-2 1,1-2 0,0 2 1,1-1 0,1 4 0,0 0 0,-2-2-22,-2 9 0,-2-1 0,-1-5 26,0 2 1,-5-2 4,-12 11 1,-9-5-390,-4-25 1,-6-5 397,-12 6 1,-7-2-2,11-12 0,-2-3 1,-2-2-467,-7 0 1,-2-1 0,-2-2 467,7-3 1,0-1 0,-2 0-1,-1 0-326,-6-1 1,-1-1 0,-1 1 0,-2-1 332,9-1 1,-1 0 0,0 0-1,-2-1 1,1 1-164,-2-1 1,-1 1 0,-1-1 0,1 0 0,-1 1 157,0-1 0,0 0 0,0 0 0,0 0 0,0 1-140,2-1 0,-1 0 0,1 0 0,0 0 0,1 0 95,2-1 0,-1 1 1,2-1-1,1 0 0,2 0-24,0 1 1,3-1-1,0 0 1,-2-1-603,-10 0 0,-3 0 1,1-1-1,6-1 685,8-2 1,4-1 0,0 1-1,-3 2 1,1 0 0,6-1-1,-19-9 1</inkml:trace>
  <inkml:trace contextRef="#ctx0" brushRef="#br0" timeOffset="403552">18142 12507 17899,'-44'-33'1006,"1"0"0,4 3 1,11 0-744,26-3-61,18-1-23,15 2 6,11 5-1,8 7 86,11 8-208,-19 5 27,11 10-44,-22 8-28,15 19-23,-16-5-16,9 19-29,-23-11 29,-3 21-3364,-18-8 3408,-6-2 34,-19-8 112,-9-8-67,6-7 285,-24-2-235,33-16 152,-18-6-152,27-2 3622,-3-16-3616,12 5-3443,13-9 3308,2 12 6,18 2 12,4 12-29,-4 2-22,11 12 44,-6 14-33,-5-3-5,9 20-35,-17-10-4,-4 11-35,-17 0-117,-21-1-157,-17-2 37,14-23 0,-2-3-984,-27 13-2627,6-13 4775,13-21 0,17 2 0,11-11 0</inkml:trace>
  <inkml:trace contextRef="#ctx0" brushRef="#br0" timeOffset="403809">18861 11764 13698,'4'-3'7321,"-1"0"-3625,-3 3-3578,22 80-948,-19-44 1,0 1 846,9 23 0,-1 4-742,-9 0 1,-4-1 712,1-6 1,-1 2-23,-1 2 1,0 4 0,0-3 6,1-18 1,0-4 0,0 4-112,0 5 1,0 4 0,0-1 0,1-8-34,2-5 1,0-1-594,1 7 0,-1 4 1,1-8-298,2 2 1061,-2 15 0,-2-47 0,0 0 0</inkml:trace>
  <inkml:trace contextRef="#ctx0" brushRef="#br0" timeOffset="404211">19376 12347 24363,'33'6'520,"-7"15"-3303,-22 8 1,-5 5 2821,2 20-307,-6-7 1,-3-1 290,1-5 536,-2-2 0,0-2-385,1-15 0,1-5 196,2-10 2317,4-17-2553,0-12 34,7-30-123,0 11 14,4 0 0,3 2 2745,2 4-2768,5 0 1,1 1-15,-1 9 0,6 3 1,3 2-12,13 6-3,-10 6 1,1 1-9,14 5 0,-15 9 0,-1 4-62,2 15-25,-11-2 1,-3 1-122,-5 17-562,-12-1 0,-3 1-193,-3 7 284,1 5 1,0-2-1,-1-20 1,3 16 0</inkml:trace>
  <inkml:trace contextRef="#ctx0" brushRef="#br0" timeOffset="404845">20686 12556 12473,'-46'4'1898,"0"0"1,-1 0 0,-7 1 0,2-1-1443,6 0 0,6-1 9,6-1 152,37-1-4264,48-1 3737,0 1-57,-14-1 1,4 0 126,13-2 1,1-1-147,-4 1 0,2-1-14,-2 0 0,3 0 0,-1 0-334,-6 0 1,-1-1 0,0 1 323,0 0 1,1-1 0,0 0 14,-1 1 1,-1-1-1,0-1-263,17-2 1,-2-2 279,-9 0 1,-5-1 1155,-11-1 0,-6-1-1139,-1-15 696,-36-3-685,-27-4 14,9 16 1,-3-1 713,-4-1 1,0 0-558,0 0 0,1 1 1076,-14-9-603,7-3-498,26 18-156,1-2 4,22 10-32,5 4 273,15 6-269,7 8-4,7 13 4,6 14-16,-10-4-14,-16-10 0,1 3-296,-3 4 0,-2 1 187,-2 1 0,-3 1-141,-2 7 1,-6-1-359,-11-7 0,-6-1-4294,-9 6 1,-4-3 3328,-8 9 1,-2-7-1,27-33 1</inkml:trace>
  <inkml:trace contextRef="#ctx0" brushRef="#br0" timeOffset="405278">22141 12303 25068,'-17'51'97,"1"-1"0,0-1 0,1-4-83,4-12 0,0-2-5,1 0 0,-2 0 2,-11 28 11,9-24 163,2-7 230,10-27-315,11-21-55,6-13 34,12-21-51,-11 26 0,-1 0 0,12-17 11,-5 11 0,1 1 11,9-8-19,-10 14 0,0 1 8,10-3-33,-4 13-17,-3 8-6,-3 14 6,1 9-23,-1 12-89,-1 7-157,-2 3-11,-5-7-2056,9 12-6162,1-16 8509,7 4 0,-11-18 0,-8-7 0</inkml:trace>
  <inkml:trace contextRef="#ctx0" brushRef="#br0" timeOffset="405594">22921 12368 24990,'-24'28'112,"0"0"0,3-2 0,5 0-73,12 16-10,6-6 32,6-7 51,8-8 56,7-10-45,8-15-55,9-12-12,8-14-28,-22 12 0,1-2 22,0-2 0,-2 0 57,19-22-12,-13 1-45,-14 8-134,-9 6-425,-8 10-763,-2 9-1389,0 10 2661,4 15 0,-1-7 0,2 7 0</inkml:trace>
  <inkml:trace contextRef="#ctx0" brushRef="#br0" timeOffset="406145">23298 12724 20285,'3'-3'4128,"0"0"-3801,18-27 1,8-8-2010,2-6 1738,-7 12 0,3-5 1,0 0 28,-3 0 1,0-1 0,-1 2-52,5-11 0,0-1 3,-4 6 0,0-3 1,-2 2 40,-1-3 0,-3 1-1425,-1 1 1,-3 3 1470,2-10 1033,-6 10-1062,-12 33-84,-5 4 23,-10 15 693,-11 12-732,-12 19 7,10-4 1,0 2 0,9-11 0,0 1-12,-8 18 1,3 0-265,15-16 0,3 0 270,-1 6 0,4 1-46,9-2 0,6-2 46,15 2 1,5-3-4,-8-10 0,4-4-16,17 5 0,3-6 5,-13-12 0,1-4 22,7-3 1,2-4-146,-1-5 1,-1-6 133,6-15 1,-3-4 10,-13 9 1,-2-1-6,12-19 0,-4-4 593,-13 10 1,-2-1-580,7-14 0,-2-3-3,-10 18 0,-2-1 1,-1 0 168,5-20 1,-4 1-103,-4 5 1,-3 2 19,-2 7 0,-3 4 143,-6-21 76,-2 23-216,-3 20 276,-3 23-388,-2 21 11,0 8 0,3 0 0,-1 4 386,-1 2 1,0 4-387,-6 14 0,-1 6-55,2-5 1,-1 3 0,1-2-8,5-16 1,0-2 0,1 3-210,0 2 1,0 5 0,1-1 0,3-3-3007,3-2 0,1-3 0,1 0 2561,-2 18 1,1-3 0,3-15 0,0-8 0,0-13-1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14:04:08.8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3438 2706 9694,'-1'-11'4206,"-2"-20"0,-2-6-1920,-3-7-2089,1 4 1,0 0 1024,-5-13-265,2 22-285,-1 1-559,5 17-113,1 18 40,3 9-1,-2 16 0,1 5-11,-1 12-613,0-6 1,0 7 0,0-4 592,2-10 1,0 1-4,-1 8 1,0 5 0,0 0-402,2 13 0,0-1 306,0-10 1,0 1-311,0-6 1,1 3-1,0-5-1950,0-1 1,1-3 2349,0 4 0,0-3 0,0 8 0,2-25 0</inkml:trace>
  <inkml:trace contextRef="#ctx0" brushRef="#br0" timeOffset="740">3465 2392 16790,'55'-20'115,"1"0"1,-12 2 0,2 3-79,0 10 1,4 4 0,-2 0-1072,10-2 1,0 0 1057,-12 0 1,2 1-1,2-2 20,2 0 1,3 0 0,0-1 0,-5 1-28,11-1 0,4-1-4,-19 1 0,9 0 0,4-1 0,1 1 0,-2-1 0,-4 1-516,5-1 1,-3 0 0,0 0 0,4 0 503,-6 1 1,5-1 0,1 0 0,1-1 0,-3 1 0,-3 1-192,5-1 0,-4 0 0,-1 0 0,2 0 193,-3 1 0,1-1 1,1 1-1,-1 0 1,-2-1-187,2 1 1,-3 1 0,1-1 0,3 0 193,-6 1 0,3-1 0,2 1 0,1-1 1,-2 1-1,-1 0-56,0 0 0,-1 0 0,-1 1 0,1-1 0,0 1 74,6-1 0,1 0 0,1 0 0,-3 1 0,-5 0-3,7 0 0,-4 0 1,0 0 69,-7 1 1,0 1 0,1-1-1,-1 1 218,14-1 0,-2 1 1,1 1-192,0-1 0,-1 0 1,0 1-34,-5 0 1,-2 0 0,-1 1 107,-3 1 0,0 1 0,-7 0 714,-4 2 1,-3 1-710,7-1 0,-3 3 1575,-1 12-1712,-28-8 2005,-5 17-2056,-11-6 2465,-5 17-2335,3-8-114,-1 21-129,3-15 0,1 3 25,0 5 0,0 1 34,-1 1 1,2 1 49,1-4 1,1 2 0,1-2-46,0 5 0,-1 1-133,1-3 1,-1 3 0,-1-4-429,1-1 1,-2-2 450,-2 6 1,-4-1 139,-6-5 0,-4-2 38,-2-1 1,-3-1 30,1-4 1,-4-5 51,-6-7 0,-3-6 19,3-6 1,-3-4-35,-4-1 1,-4-1-1,0-2-38,2-1 1,0-3 0,-2-1-675,-12-1 0,-3-1 1,0-1 588,1-1 1,0 0-1,-1 0-505,9 0 1,0 0 0,-2 1-1,1-1 500,-5 1 0,-1 0 1,0 0-1,-1 0-358,-2 0 0,-1 0 0,0 1 0,-1-1 337,12 2 1,-1 0 0,0 0-1,0 0 1,-1 0 3,-1 1 1,0-1 0,-1 1 0,1 0 0,-1 0-4,-2 1 0,0 0 1,-1 0-1,1 0 1,-1 0 33,-3 1 1,-2 1 0,1-1 0,1 1 0,2 0 2,-3 0 1,3 0-1,-1 0 1,-5 2 8,13-2 0,-4 2 0,-2 0 0,-1 0 0,1 0 0,3 0 0,6 0 2,-5 0 1,5-1 0,1 1 0,-4 0-3,-6 1 0,-3 0 0,-3 0 0,0 0 0,0 0 1,11-1 0,-2 0 0,0-1 0,0 1 0,3 0 0,2-1 7,-5 0 0,4 0 1,1-1-1,-4 1-4,-2 0 0,-3 1 1,-2 0-1,3-1 1,5-2-201,-7 1 1,5-2 0,7-2-3750,11-4 0,3-1 3953,-6 1 1,6-2 0,15-6 0,20 6 0</inkml:trace>
  <inkml:trace contextRef="#ctx0" brushRef="#br0" timeOffset="1197">4524 2911 15171,'-6'-62'1670,"0"0"1,1 17-1,-1-1 1,0 9-847,-6-8-292,-4-6-291,7 30-258,6 12-11,1 15 50,2 4 51,0 37-62,0 5-17,1-9 1,-1 1-157,0-11 1,1 1-215,3 23 1,1 2-2794,1-15 1,1 0 3168,2 13 0,1-4 0,3 3 0,-5-26 0</inkml:trace>
  <inkml:trace contextRef="#ctx0" brushRef="#br0" timeOffset="1449">5090 2470 22246,'1'-39'840,"0"-1"0,0-19-583,-1 73 18,-4 16-118,-3 20-115,0-17 0,0 2-437,0 6 0,-1 1 364,2 4 1,1 2-80,1 2 1,1 2-328,5 1 1,3 1-1690,1 2 1,4-1 2125,6 4 0,2-4 0,-9-22 0,1-3 0,12 22 0</inkml:trace>
  <inkml:trace contextRef="#ctx0" brushRef="#br0" timeOffset="1863">5791 2697 18913,'0'-5'3652,"0"1"-2263,0 4-1344,6-5-12,0 29-16,5 8-3,-6-2 0,-2 4 0,0-1 0,0-1 8,0 18 18,-2 11-1,-2-29 190,1 5 225,-2-24-129,2-16-208,3-15-21,5-17 11,8-17-68,3 4-482,1 7 0,4 0 510,-5 13 0,2 1-28,9-11 1,2 2-120,-3 13 0,-2 4 91,16-7 0,-11 16 1,0 4-2987,15 5 2972,-12 3 0,0 4 14,22 19-124,-29-5 0,-2 3 85,0 6 0,-2 2-207,0 4 0,-1 3-776,0 4 0,-2 2-3905,0 1 1,-3-1 4016,-3-10 0,-3-3 0,5 13 0,-13-32 1</inkml:trace>
  <inkml:trace contextRef="#ctx0" brushRef="#br0" timeOffset="2480">7234 2960 17591,'-5'0'3064,"0"0"-1490,5 0-1031,99-3-456,-49 0 0,5 1-1024,-6-1 0,7 1 0,2-1 0,-5 0 944,0 0 1,-2 0-1,2 0 5,-1 0 1,4-1 0,0 1 0,-2-1-365,8 1 0,-2-1 1,3 0 349,-5 1 1,3 0-1,0-1 1,0 1 2,-2-1 1,0 0-1,0 1 1,-1-1-1,-1-1 0,-1 1 1,0 0-1,-1-1 0,-3 0 1,0-1-1,-1 0 1,-1 0-188,10-2 1,-2-1-1,-2-1 202,-7 0 1,-3 0 0,-2-1 70,8-4 0,-6-2 28,-14 2 0,-8-2 47,-6-16-50,-35 0 17,-27-2 11,14 18 0,-3 2 1022,-2-1 0,0 2-944,2 2 1,2 2 84,-16-7 2266,19 7-2546,16 6 1052,8 2-1142,5 4 67,7 6-6,7 9 12,13 12-1,11 11-207,-15-15 0,0 2 188,2 4 0,-1 2-1742,1 13 1,-2 1 1595,-7-15 1,-4 2-1689,-4 24 0,-7-2-3699,-14-8 5547,-1-7 0,-1-3 0,-1-17 0,1-1 0</inkml:trace>
  <inkml:trace contextRef="#ctx0" brushRef="#br0" timeOffset="2919">9767 2704 17120,'-12'-57'1904,"-1"1"1,-1-3 0,-2 4-1077,3 21 1,0 3-493,-8-20 135,-1 9-505,17 33 1,0 3 10,7 17 23,5 13 14,1 6 0,1 3-8,7 18-29,-2 6 1,0 1-851,-2-1 615,-3-1 1,0 3-1309,-3-8 1,-1-2-804,0-7 0,0-1 2369,1 11 0,-1-6 0,-1-19 0,0-1 0</inkml:trace>
  <inkml:trace contextRef="#ctx0" brushRef="#br0" timeOffset="3586">9782 2259 21866,'33'-30'53,"0"-1"0,0 1 0,4 1 0,1 2 0,2 7 256,2 11 1,1 7-1,0-1-1459,14-2 0,5-1 1340,-6 1 1,6 0-1,2-1 1,-7 1-610,-9 1 1,-5 0 0,7 0 494,2-1 1,7 0 0,3 0-1,1-1 1,-2 0-289,-1 0 0,0 0 0,0 0 0,0 0 0,1-1 351,-8 1 0,1 1 0,1-1 0,0 0 0,-1 0 0,1 0-219,-2 0 1,-1 0 0,1 0 0,0 1 0,1-1 0,1-1 164,-1 1 0,2-1 0,1 1 0,1-1 0,-2 0 0,-1 1 0,-3 0-106,5 0 0,-3 0 0,-2 0 0,2 0 0,3 0 116,-4 0 0,3 0 0,1 0 0,2 0 0,-1-1 0,-2 1 0,-2 1 122,7-1 1,-2 0-1,-2 1 1,1-1 0,0 1-53,3 0 0,1-1 0,0 1 0,-2 0 0,-4 0 123,9 0 1,-4 0 0,0 1 64,-8 1 0,1-1 1,-2 2-1,-7-1-46,0 2 1,-6 0 533,4 3 1,-4 2-402,5 8-206,-26 14-1425,-16 0 928,-12 5 1,-4 0 25,-6 7 890,-12 10 0,-2 2-634,-1-1 3,9-11 0,-4 6 0,4-1 0,2 1 1,2 1-75,2-1 0,-2 4 1,4-3 427,1 3 1,3-1-394,1 13 1,5 3-199,6-21 1,2 1 0,1 0-90,1-1 1,0 0 0,1 1-53,2 3 1,0 1 0,1-3-216,1 4 0,1-3 1311,-3-5 0,-2-2-1165,-4-5 1,-4-1-355,-17 20 470,-19-10 364,14-26 0,-3-2 286,-22 6-153,2-12 0,-4-2-10,8-3 0,-1-2-568,-1 0 1,-5-1-1,3 0 337,-6-2 0,-1-1 18,9 0 0,-4-2 0,-2 1 0,4-1-45,-3 1 1,2-1 0,-4 0-36,-2 0 0,-5-1 0,-1 0 1,3 1-586,6 1 1,1-1-1,0 1 1,0 0 556,-3 0 1,-1 1-1,0-1 1,0 1 20,-2-1 0,-1 1 0,0 0 0,0 1-218,-3-1 0,-1 1 1,1 0-1,2 0 275,10 1 0,2-1 0,0 1 0,-1 0-160,-8 0 1,-3-1 0,1 1-1,0 0 146,1 1 1,0-1-1,1 1 1,0 0 2,-1-1 1,1 1-1,-1-1 1,1 1-39,-4 0 0,-2 0 0,2 0 1,6 0-88,9 0 1,3 0-1,1 0-1705,-6 0 0,0-1 1,7 1 1834,-16-2 0,-5 0 0,50 0 0</inkml:trace>
  <inkml:trace contextRef="#ctx0" brushRef="#br0" timeOffset="4183">10421 2698 15821,'-1'-3'4319,"1"1"-2230,0 2-1943,59-35-1,-36 31-36,11-13 1,-4 6 366,-23 27-314,-8-5 135,-11 5 11,-6-8 11,-9-1-168,5-4 129,-6-13 6,5-20-157,1-10-29,6-14-83,10 15 39,10-6-39,4 22-17,3-3-22,15 12-1,2 10 18,19 8-18,6 12 1,-8 5-1,-16-3 1,-2 3-31,-5 4 0,-4 3-135,-1 2 0,-5 3 214,-8 9 1,-8 0-312,-10-2 0,-8-1 472,-9 2 1,-3 0 65,-4-2 1,-2-1 55,1-5 0,0-3 46,5-6 1,1-3 439,-17 3 47,17-17-231,14-13-464,10-6-451,9-5 314,10-1-167,9 1 897,14 0-714,14 3-161,14 3-482,-24 5 1,2 1 420,4 1 0,2-1-269,2 1 1,2-1-1739,0 1 0,1-1 2231,3-2 0,-4 1 0,8-1 0,-10 0 0</inkml:trace>
  <inkml:trace contextRef="#ctx0" brushRef="#br0" timeOffset="4413">11404 2275 31972,'0'16'-1929,"3"22"1449,5 9 1,1 5-566,-2-10 1,-2 1 888,0 4 1,-1 4 0,0-3-60,-1 3 1,0 1-518,3 1 1,2 6-1,-1-7-104,0-7 1,1-3-3072,9 9 0,2-5 3021,6-10 1,-4-7 0,-9-17 0</inkml:trace>
  <inkml:trace contextRef="#ctx0" brushRef="#br0" timeOffset="4795">11954 2567 27312,'44'-21'907,"-4"19"-937,-19 60-329,-10-27 1,-2 2 169,-1-1 1,-2 1-7,1 25 216,-8-10 93,-4-18 183,-12-12 111,3-17 110,-6-11 2,8-16-443,7-17 95,13-14-298,1 25 0,5-1 284,5-1 1,4 1-169,3 2 0,4 2-157,2 3 0,1 3-256,21-9 411,-15 17 0,0 4 314,17 3-247,-16 6 0,1 3-125,-7 6 0,-1 4-114,5 10 1,-2 4 25,11 12-160,-17-3 0,-3 3-894,-11-8 0,-2 2 1153,8 12 0,-2-1 0,3 6 0,-3-5 1</inkml:trace>
  <inkml:trace contextRef="#ctx0" brushRef="#br0" timeOffset="5762">13325 2904 19630,'55'-20'113,"0"0"1,1-1 0,-9 6 0,2-1 0,-1 2 0,-1 2-86,-1 4 0,-2 3 0,7 0-1130,4-3 0,7-1 0,4 0 1,0 0-1,-3 0 1109,-9 2 1,-1 0 0,-1 0 0,0 0 0,2 0-128,6-1 1,1 0 0,1-1 0,1 0-1,-1 1 129,-5 1 0,1 0 1,1-1-1,-1 1 1,-3 1-1,-5-1 0,13 0 1,-6-1-1,5 1-7,-10 0 0,3 1 1,3-1-1,0 0 1,1-1 7,-7 1 0,2 0 0,1 0 1,-1-1-1,-1 1 0,-4 0-1,8-1 1,-5 0 0,1 0 0,2 0-9,3 0 0,4-1 0,1 0 1,-3 0-1,-6 0 27,7-1 0,-7-1 0,-4 1 95,-3-1 0,-4-2 620,0-5 1,-6-1-705,-6-6 168,-66-14-61,-1 23 83,-4 2 1,-3 1 226,6 4 1,2 2-352,2 0 0,2 0 12,-23-2 2493,28 5-2616,19 3 2709,-1 2-2585,8 2-42,2 14-26,6 7-3140,7 20 3061,2-6 21,-3-10 0,1 4-372,3 5 0,-1 1 310,-3-7 0,-2 1-305,5 24 1,-6 1 120,-13-24 1,-3-1 17,2 7 0,-3 0-1189,-9-8 1,-4-4 1434,-18 10 0,11-11 0,3-8 0</inkml:trace>
  <inkml:trace contextRef="#ctx0" brushRef="#br0" timeOffset="6790">16685 2370 18828,'5'-44'1350,"1"1"1,0-1 0,1-16-1,0 8-647,3 4-146,-3 14-209,-3 13-302,-1 10-85,-1 7 171,-2 19-24,0 12-1,-3 29-72,1-18 0,-1 0-243,0-4 0,-1 2 212,0 5 0,-2 4 1,1-2-1271,-1 6 0,0 0 1268,-2 10 1,1 0-291,1 4 1,4-5-130,3-25 0,2-2 33,1 9 0,2-3 43,8-11-202,7-23 96,-3-24 143,9-24 220,-14 10 1,-1-1 6,-1 4 1,-1-3 108,-1-7 0,0-5 0,-2 2 587,0-7 0,-2-1-544,0 3 0,0-3 0,-2 2 111,-1-12 0,-2 4-68,-1 13 0,-1 2 1,-1-5 0,0 0 156,-1 5 0,1 1-87,0 2 0,2 0-1,2 0 0,5 3 62,14-6 326,20 12-102,-10 18 0,1 4 696,27-6-622,-13 9 1,5 2-58,10 2 1,3 0-384,-18 1 0,0 0 0,2 0 150,8 0 0,2 0 0,-1 0-123,-6 0 1,-2-1 0,1 1 139,3-2 0,1 1 0,0-2-546,3 0 1,1 0 0,1-1 300,-11 1 0,0 0 0,1-1 0,0 1-381,2-1 1,0 0 0,1 0 0,0 0 327,2 0 0,-1-1 1,1 1-1,0 0 15,-1 0 0,1 0 0,-1 0 0,0 0 3,-1 0 0,0 0 0,-1 0 0,0 1-10,13-3 0,0 1 1,-2 1-189,-4 0 1,-1 1-1,-2 0-202,-5 1 0,0 1 1,-2 0-212,14-1 0,-2 3 197,-1 2 0,-4 2-17,-19 0 1,-2 0-5,0 1 0,-2 4 400,11 16-927,-9 4 127,8 18 522,-14 6 315,-15-20 0,-1 1 869,6 24-906,-6-2 0,-1 3 415,-4-12 1,0 0-386,0 0 0,-1 2 0,0 0 23,-1-5 0,-2-1 1,1 0 3,-1 2 1,0 1 0,0-1-29,-1 1 0,0 0 0,-1 0 16,0-1 1,0 1 0,-2-1 45,-2 18 1,-3-1 6,-3-5 0,-4-2 607,-5-6 0,-4-3-523,-6-5 1,-5-4 20,-7-4 1,-3-3-282,7-8 1,-3-2 280,-6-2 1,-5-2 0,0-2-230,9-5 0,1-1 0,-2 0 193,-8 2 1,-2 1 0,-1-3-320,-8-1 1,-2-1 0,0-2 289,4-1 1,0 0 0,-6-1-352,18 0 0,-5 0 0,-1 0 0,-2-1 1,1 1-1,2 0 282,-7-1 0,2 0 0,0 0 0,0 0 0,-3 0-180,3 0 0,-3-1 1,0 0-1,0 1 0,2-1 1,4 0 140,-5 0 1,4 0 0,0 0 0,-4-1 1,6 0 1,-4 0-1,-1-1 1,-1 1 0,3-1-1,3 0-6,-5 0 0,3 0 1,1 0-1,-3 0 7,-3-1 0,-3 1 1,-1-1-1,1 0 1,5-1-18,4 1 0,4 0 0,1-1 0,3 0-63,-6-1 0,3-1 1,4-1-897,-3-2 1,9-3-5700,6-13 6596,39 3 1,8 8-1,3 6 1</inkml:trace>
  <inkml:trace contextRef="#ctx0" brushRef="#br0" timeOffset="7349">17334 2317 14533,'-3'-4'5915,"0"0"-5311,-6-24 1,2-7 171,8 6-557,-6-11 0,3 1 44,19 14 3,7 4-75,6 7 81,5 5 386,3 5 315,3 7-115,1 7-148,3 10-162,2 9-302,-2 8-332,-6 5 84,-16-8-3759,-20 22 2986,-11-31 393,-21 21 354,0-29 529,-10-3 279,1-6 266,3-13-560,5-7 3126,7-6-3220,9-4-535,7 8-237,5 1-368,3 11 491,9-1 452,4 9-214,11 6 85,7 13-148,-5-2 0,1 2-4,12 11-68,-8-6 1,-1 0 30,3 11-602,-4 9-341,-14-14 670,-50 15 745,12-31-147,-10-1 1,-4-4-1365,-24-13-5086,4-11 6387,5-8 1,31 2-1,12 4 1</inkml:trace>
  <inkml:trace contextRef="#ctx0" brushRef="#br0" timeOffset="7586">17964 1859 32767,'31'53'-43,"-1"0"0,-9-12 1,-1 1-1,-5 0-678,-8 1 1,-4 0-1,0-1-493,3 9 1,-2 4 971,-4 4 1,-3 6 0,-2-7-876,1-9 1,-2-2 731,-2 10 1,1-2-1423,1-14 1,2-5 1487,2 8 1,0-12 0,2-12 0</inkml:trace>
  <inkml:trace contextRef="#ctx0" brushRef="#br0" timeOffset="7982">18501 2187 32767,'23'30'-671,"0"0"0,-1 2 0,-4 0-732,-2 22 897,-7-14 0,-1-2-26,-3-1 309,1 24 217,-6-37 577,-1-4-1250,0-11 950,-1-15-281,1-13 257,2-31-146,4 8-50,1 6 1,3-1 52,16-14 33,-7 21 0,2 0 37,3 4 1,2 3 44,6 3 1,0 3 493,12-3-55,13 8-22,-8 25-557,-4 14 0,-1 4-112,-14-11 1,-2 2-178,9 12 0,-5 4-1432,-15-4 1,-5-1-4349,7 12 5853,-3-6 1,-1-3-1,-6-13 1,2-1-1</inkml:trace>
  <inkml:trace contextRef="#ctx0" brushRef="#br0" timeOffset="8496">19767 2275 22489,'39'26'170,"1"-14"0,6-5-1936,10-8 1,2-4 1777,1 3 0,1-1-10,-14-2 1,1-1-1,-3 0 314,-1-1 1,-1-1-76,15-5 0,-3-1 538,1-6 750,-9-20-832,-32 5-236,-6-18-92,-25 3-235,-4 12 329,0 12 1,-2 3-284,0 1 125,-23-13-350,30 24 1960,-2-1-1738,13 10 632,4 2 906,12 9-962,10 6-121,19 16-204,-2-2-239,-1 2 0,1 2-536,-9-5 1,0 1 330,11 15 1,-1 1-204,-14-13 1,-5 0-4698,-6 18 1,-7-2 3032,-8-5 0,-7 14 0,2-47 0</inkml:trace>
  <inkml:trace contextRef="#ctx0" brushRef="#br0" timeOffset="9580">21174 2497 14393,'10'-52'2739,"-1"1"0,-2 18 0,1-2-2290,0-8 1,1-4 0,-1 5 38,4-16 206,0 5-206,-5 23-203,1 1-173,-3 14-117,0 12-1,-2 8 29,4 17-12,4 25 0,-1-7-11,-2 2 0,-2 0 0,-2-3 17,-1-3 0,-3-1 44,-10 7-10,3-9 273,-8-8-144,8-26-85,-2-13-22,5-16-3409,4-18 3336,5 5-197,7 6 1,4-1 235,15-11-39,-7 15 0,2 1-6,19-6 1,-9 16-6,6 8-51,3 14-33,2 8-51,7 9 23,-22 1-286,3 9-235,-11-2-846,13 15 891,-12-13-1272,3-5 0,0-3 1379,-5-7 3577,26 2-2990,-34-17 1437,8-21-385,-13 0 301,-1-12-157,-6 9-424,-5 7-419,-1 6-317,-1 7-94,-1 7-69,2 11-3,2 2-5,4 25 5,4-4 2,6 17 17,7-10 58,7-6 178,5-10 136,5-10 181,-7-9 216,14-24 64,-22 4-450,1-8 1,-1-5 220,0-12-383,-7 10 1,-2 0-35,0-10-217,-5-13-276,-5 28-1298,-1-16 195,-1 30-1740,1-1-3404,4 18 6512,1 3 0,-2-1 0,-2-2 0</inkml:trace>
  <inkml:trace contextRef="#ctx0" brushRef="#br0" timeOffset="10116">22460 2244 32767,'25'-34'0,"-1"-1"0,1 0 0,11-15 0,-3 5 0,-12 17 0,-2 2-739,2-6 0,-1-2 537,2-3 0,-2-3 33,-1-1 0,-1-2 30,-2 2 1,-2 1-34,-4 1 1,-2 3-557,1-16 717,-10 3-484,-9 17-11,-1 5 6,-3 9 176,5 15 972,0 11-639,0 9 446,1 3-349,-3 32 33,7-5-80,4-11 1,1 2-42,4-3 0,3 0-366,3 0 0,4-1 243,4 0 0,4 0 48,3-3 1,4-2 110,3-3 0,3-2 106,2-4 0,1-4 301,0-4 0,-1-4 711,20-1-420,-23-14 1,-2-7 131,8-18-884,-15 4 0,-1-4 0,-8-4 0,-4-2 0,0-6 0,-3-2 0,-1-6 0,-2 0 0,-1-1 0,-1 0 0,-1 4 0,0 2-540,-2 7 0,0 3-801,0-16 293,-3 22 268,0 16 247,-2 31 159,1 18 276,1-1 1,0 5-420,1 8 0,-1 4 476,1-10 0,1 3 0,0 1-307,1 5 0,1 2 1,1 1 175,1 4 0,1 0 0,0 1-1133,2 3 1,0 0-1,1 1 1303,-2-11 1,0 2-1,1-1 1,-2-6-1,2 11 1,0-6-1,-2-1 1,1 0-1</inkml:trace>
  <inkml:trace contextRef="#ctx0" brushRef="#br0" timeOffset="14363">5988 1478 23111,'7'-47'1216,"0"0"0,1 0 1,-2 3-1,0 1 1,-2 3-1417,-2 1 0,0 3 630,-2-9 1,0 3-112,-2 0-385,0-8-322,-1 34-97,-1 18-209,2 18 395,-2 22 175,2-11 0,-1 3-312,-2 6 0,1 2 268,-2 4 0,1 1 79,-2 2 0,1 1 37,0-2 1,0 0 95,1-3 0,-1-2-248,1-6 1,0-3 184,-8 15 107,-3-22 288,-8-22 99,-7-21-321,-8-18-152,18 11 0,1-2-17,-1-3 1,0 0-92,2 0 1,0 1-190,-13-21 10,6 12-143,7 13-124,7 12 335,6 9 95,4 13 470,6 9-349,6 12 16,9 8 6,9 3-23,8-2 46,6-5 2,5-7 113,0-11-3285,0-9 3350,2-12-49,-1-10 19,3-9-88,-5-5-574,-6 1-1903,-10 2 2413,-8 4 0,-13 9 0,-2 3 0</inkml:trace>
  <inkml:trace contextRef="#ctx0" brushRef="#br0" timeOffset="15271">6856 1187 24530,'1'-52'547,"-1"-1"1,0 0 0,1 0-1,-1 1 1,0 3 0,1 2-765,-1-17 0,0 7-1090,-3 22 0,1 4 929,-1-20 1676,-5 9-1787,5 33 905,-1 7-1868,1 21 1698,0 21-409,1-8 0,1 3 1476,-1 9 0,-1 3-1395,1-4 1,0 4 0,-1-2-346,1 2 1,0 1 417,-1-3 1,-1 2 0,1-4-19,0-4 0,1-2-64,-1 5 0,0-1-2998,1 21 3095,1-31 357,3-19-403,0-21 22,4-24-47,5-10 73,-4 12 1,2-2 19,5-10 0,0 0-37,-1 8 1,0 0 16,0 2 0,1 2 447,18-13-455,-14 30 3213,13 8-3196,-3 34-17,-7-1-17,10 23 23,-11-14-1,7 8-5,0-5 0,-1-8 546,-3-11-529,-1-11-12,1-17 6,2-13-33,7-24 44,-7 1 1,-2-10-12,-14 22 17,-5-2 34,-3 12-1,-1-2-44,0 10 0,0 3-17,0 10-123,0-1 134,-2 9 6,0-1-12,0 4 12,0-4-17,2-3 22,-1 1 90,1-4-89,0-5-29,0 3-145,0-4 22,0 5-963,0 1-667,2 6-5175,0 2 1462,0 2 5472,0 0 0,-2-7 0,0 0 0</inkml:trace>
  <inkml:trace contextRef="#ctx0" brushRef="#br0" timeOffset="15674">7343 917 9162,'0'-8'6367,"0"2"-2966,0 6-864,0 0-885,-1-61-761,3 35-508,-1-11 1,1 1 233,4 15-371,0 6 320,-2-1-426,-3 10 67,0-2-230,-1 6 7,-2 9 49,-1 9-22,-2 5 17,-3 21-36,1-3 0,1 3-437,-3 17 445,3-6 0,1-1-107,3 7-112,3-23 1,0-1-297,3 17-4050,7 8-5266,-5-29 8636,2 4 1,-6-22 0,-2-11 0</inkml:trace>
  <inkml:trace contextRef="#ctx0" brushRef="#br0" timeOffset="16214">6900 867 21013,'-22'-47'1187,"-1"0"1,0-7-1,5 4-744,12 9-79,-1-13-184,7 27 100,1 7-224,-1 14-28,4 8 22,0 18-56,1 4 14,1 10 1,0 5 16,-1-4 1,-1 1-377,1 7 0,0 3 375,-3-2 0,0 2 0,-1-1-7,-1 5 0,-1 0 11,0-3 0,-1 2 0,0-3-17,-1-2 0,-1-3 3,-1-7 0,0 0 48,-7 26 78,2-17 179,-1-1-28,5-28-190,3-27-28,2-16-40,-1-22-27,3 19 0,0-2 60,1-8 0,1-2-66,0-4 0,1-2-410,0-2 1,1 0 400,-1 1 1,0 3 13,-1 5 1,0 2-101,0-22 100,-3 24-5,0 10-39,0 20 486,0 2-458,0 32 0,1 8 16,2 29-10,-1-12 77,1-6 0,-1 2-319,0-13 1,0 1-457,1 15 0,0 1-1093,1-12 1,0-2 1795,2-1 0,-1-3 0,1 4 0,0-10 0</inkml:trace>
  <inkml:trace contextRef="#ctx0" brushRef="#br0" timeOffset="16654">7001 1112 23976,'-17'-3'801,"32"1"-672,24 3-28,24-7-29,-12-8-4,-1-10-29,-12 2 129,7-21-50,-21 7-17,4-15 22,-17 8 51,-6 3-68,-5 10 314,-6-10-140,1 15-39,-4-8-68,2 14-66,3 4-74,0 9-55,2 3 5,1 5 17,-2 17 23,0 11-1708,-2 4 0,-1 3 1696,-3 15-8,1-8 0,0 0-253,1 4 244,1 1 1,0 3-37,4-18 0,0 0-507,0 23 0,1-2-488,3 6-646,2-21 0,1-2 1683,10 9 0,-6-14 0,1-8 0</inkml:trace>
  <inkml:trace contextRef="#ctx0" brushRef="#br0" timeOffset="17845">7590 1162 25825,'31'5'325,"1"-4"-208,2-8-27,1-7-34,-8-2 106,6-21-89,-15 4-11,3-17-1,-11 8-5,-6 4 6,-3 6 11,-7 8-12,-3 8-5,-6 8-28,-4 9 6,-5 11-12,-3 10-22,-1 13 0,5 9-22,6 7 5,9 2 0,12 1 0,5-15-171,15-9 1,6-3-87,3-3-284,7-2 0,4-3 275,-11-13 0,2-4-1820,21-2 1,1-3 2040,-18 0 1,0-2 41,13-6 1,-3-5-66,-3-14 180,2-8 79,-19-4-34,-15 9 302,-7-20-83,-9 17 252,-9-15-426,1 26 50,-10 5-146,4 16 348,-9 6-425,-1 10-18,-4 12 3372,3 11-3338,3 7 0,8 2 191,8-2-236,12-2 17,9-13 28,3-8 62,9-11 66,3-20-111,-3 3 67,9-20-28,-13 1 34,9-28-17,-12 17-6,-1-7-11,-13 31-56,-3 7-34,0 12 6,-2 3 0,-1 15 6,1 4-45,0 11-1,9 1-184,14 4 45,-1-15-274,24 5-124,3-20-90,-12-5 1,4-2 400,5-4 0,2-5 210,11-5 0,0-5 62,-19 5 0,-2-4 30,7-7 0,-6-6 107,-19 0 0,-4-3 2,1 0 1,-3-2 25,0-6 0,-4 1-3,0-11 196,-3-4-22,-7 16-118,-9-2-129,-9 13-50,-3 13-12,-10 14 1,-3 8 22,-15 15-42,6 4 0,2 5-9,17-6 1,5 3-26,-1 5 1,6 2 2,3 23-111,19 0 123,3-23 16,18-4 6,2-27-6,11-12 22,-13-10 1,-2-6-12,-2-4 1,-2-2 278,0-4 1,-3 0-291,-5 2 0,-2-3 14,2-19 1,-1-3-688,-2 5 0,1-2 675,-2 4 0,0-3 0,-1 3-2,0 0 1,-2 2 64,1-6 1,-2 3 142,-1 2-18,-1-7-156,-4 35-11,-2 11-1,-1 23-5,-2 15-17,1 10 459,1-6 0,2 4-501,-1 14 1,2 5-563,-1-17 0,1 1 1,-1 3 241,1 10 0,-1 3 0,2-1-1582,1-4 1,1 0-1,0-2 1933,0-3 0,1-2 0,0-3 0,1 3 0,0-5 0,4 6 0</inkml:trace>
  <inkml:trace contextRef="#ctx0" brushRef="#br0" timeOffset="19912">4315 4568 18040,'4'-53'982,"0"0"1,-1 0-1,1 4 1,-1 1-1,-1 4-481,-1 1 0,0 4 160,0-23-402,-1 25 382,1 13-557,-1 24 35,-2 16-102,-3 26-12,1-11 1,0 4-341,-1 6 1,1 2 325,0 4 1,1 1 2,1-10 1,1 2-96,0 18 0,1 1-90,1-18 1,2 0-267,0 17 1,0 0-309,3-14 1,0-3-239,3 19-4042,4-9-248,-8-38-392,0-14 5685,-4-17 0,-1 0 0,0 5 0</inkml:trace>
  <inkml:trace contextRef="#ctx0" brushRef="#br0" timeOffset="20965">4203 4636 17675,'-46'-20'1646,"-1"0"1,6 2 0,7 4-1260,12 12-303,11 1-17,13 1 28,14 3 12,18-1-12,20 1-79,-19-2 1,2-1-850,25-3 796,-21 1 1,2-3-73,0-1 0,0-3 2,0 0 1,1 0 16,2-3 1,-3-1 33,11-10 117,-18 3 102,-16 3-40,-11 7 202,-8 4-157,-6 5-56,-1 2 1248,-9 9-1075,5 1-156,-3 8-62,6-3 12,5 0 66,8-3 57,7-2 19,10-5 38,6-7-112,5-9-24,-1-8-61,-8-3 128,1-16-72,-16 10-34,-2-12-54,-15 11-70,-7 5 101,-7 7 0,-5 7-27,0 6-17,4 6 0,-9 16-23,16-4 6,-11 21-6,18 6-16,6 5-34,13 7-224,28-7 56,-8-17-143,-1-12 0,2-4-535,19-1 177,-18-7 0,3-3 201,0-2 1,-1-4 276,0-2 0,-2-4 264,23-15 168,-16-10 213,-14-5 213,-10-4 111,-8 1 51,-2 4-45,-3 9-274,0 10 111,-2 10-559,-1 10 16,0 13-10,2 15 10,-1 15 0,0 11 1,-1 2-18,0-5 7,3-3-12,-1-21 28,3-2 134,-2-20 56,0-3-100,3-14-40,1-10-5,4-15 0,2-11 0,1-9-17,0-1-11,0 5 11,1 11-40,-1 15-32,7 11-1,9 15 11,4 12 6,4 14-11,-10 10 22,-5 6-11,-9 0 0,-4-4-5,-5-6 10,-2-10 12,-1-8 196,-1-6-68,0-11-83,1-9-23,2-16-5,2-14 5,5-10-28,2-1 0,3 5-11,2 13 6,-5 13 22,7 8-39,-4 10 0,4 3-40,12 18-44,-6 6-90,11 17-280,-7 7-419,-4 5-579,-4 4-1416,-4-1-6952,-3-4 9370,-4-16 1,-4-13 0,-4-16 0</inkml:trace>
  <inkml:trace contextRef="#ctx0" brushRef="#br0" timeOffset="21388">6079 4650 17507,'2'-6'7729,"-1"0"-7247,9-23 0,3-4 22,-5 14-423,4-17 0,1 9-25,-8 27 45,1 14 162,10 42-162,-3 3-328,-4-14 1,-2 2 248,-3-8 1,-2 0-15,-4 2 1,-1 0 2,-1 1 0,-2 0-6,-1-2 1,-1-2-1,2-5 1,0-2 218,-2 10 12,6-25-158,1-17-11,1-21-44,2-19-7,0 10 1,-1-2-326,2-8 0,0-2 326,-1-6 0,1 0-17,-1-2 0,-1-1 8,1 1 0,0 1-2,-2 2 0,0 1-9,1 3 0,1 1 11,0 4 1,1 1-7,3 3 1,1 2 487,13-22-507,7 16-11,7 15-11,5 15-17,3 20 44,-15 8 1,-2 4 11,9 16-3,-14 0 1,-3 2-232,-11-9 1,-3 0 227,-1 7 1,-3 0-12,-7-1 1,-5-3-192,-4-3 1,-7-2-4709,-14 1 1,-3-3 4183,-12 6 0,-3-7 0,45-23 0</inkml:trace>
  <inkml:trace contextRef="#ctx0" brushRef="#br0" timeOffset="40057">4152 7757 18621,'0'-5'4515,"0"1"-2089,0 4-2326,-12-57-116,9 44 21,-4-37 57,25 75-45,-3-2-6,17 25-6,-8-4-2,-8-15 0,-2 2-6,1 11 0,-3 0-370,2 17 378,-9-18 1,-4-3 11,-14 1 84,-7-1-23,-2-19 168,-12-19-134,14-18-22,-3-19-17,15-19-45,8 5 189,6 9 1,5 0-229,4 11 0,1 1-40,3-6 1,1 3-197,28-7 40,-15 26-460,12 8-374,-7 12-516,13 5-975,3 8-933,-18-4 1,0 1-18,15 5 1354,-14-5 0,-2-1 2128,7 6 0,7 6 9830,-21-10-5478,-11-4 39,-18-13-3361,-10-9-408,0 1-146,-3-9-181,9 8-216,6-9-23,9 1-17,9-10-6,11-4 18,15-14-29,-15 14 17,9-13-11,-25 22 56,2-19 6,-14 14-84,-3-1-1,-13 11 23,-6 13 11,-8 7-33,-4 12-34,-9 24 22,9 6-5,4 5 11,12 6 11,11-8-283,3 12 266,12-4 0,2-16 6,37 0-5,1-23-1,-11-7 1,2-3 13,-3-8 0,-1-4 12,1-3 0,-2-3-301,-2-5 1,-2-4 325,-3-2 0,-3-5 25,-1-9 0,-4-1-26,4-17 15,-15 14 0,-3 0 92,-4-11-3,-7-9 64,-2 10 40,-5 8-196,3 19 6,1 7-51,6 14 222,-1 5-250,5 9 1,11 22 10,-2-5 0,16 27-8,-11-25 0,0 2-493,2 3 1,0 2 509,0-1 0,1 1-48,4 13 0,-2-2 11,0 3-11,-3-7 1,-4-1-153,-12 1-750,-27 12 191,1-24 756,-9-16 0,-1-5 0,14-7 0,-15-1 0</inkml:trace>
  <inkml:trace contextRef="#ctx0" brushRef="#br0" timeOffset="40313">5907 7671 23539,'-3'0'2919,"0"0"-2460,3 0-661,69-62-945,-33 42 646,6-3 1,9-5 0,-7 8-228,12 13-852,-4 1 1,1 3 1579,7 9 0,-17-4 0,-12 5 0</inkml:trace>
  <inkml:trace contextRef="#ctx0" brushRef="#br0" timeOffset="40474">6134 7805 19860,'-6'2'5825,"1"0"-4537,5-2-1495,69-36-12,-30 22-1247,4-3 1,11-3-1,-2 4 1466,3 5 0,-3 2 0,-5-1 0,-2 2 0,-12 3 0,0 0 0</inkml:trace>
  <inkml:trace contextRef="#ctx0" brushRef="#br0" timeOffset="40911">7517 7358 20274,'0'-7'4374,"0"2"-3943,0 5 399,-19-67-629,13 50-181,-4-21 0,0 9-37,8 30 28,0 6-5,1 9-29,0 8-106,2 6-380,6 3-869,5 0-1322,10-3-2649,8-6 1198,-5-11 3303,9-6 0,-22-7 0,5 0 0</inkml:trace>
  <inkml:trace contextRef="#ctx0" brushRef="#br0" timeOffset="41071">7695 7340 25472,'-5'-39'537,"-1"0"1,-2-23-515,4 60-23,1 7-12,0 6-49,2 11-382,-1 8-1853,10 6 2296,6 6 0,-3-19 0,1-2 0</inkml:trace>
  <inkml:trace contextRef="#ctx0" brushRef="#br0" timeOffset="41488">8977 7358 20974,'0'-6'4217,"0"2"-3337,0 4-863,-7-27-11,6 34-678,-9 5-1692,8 30 2364,-5 19 0,5-37 0,-1-3 0</inkml:trace>
  <inkml:trace contextRef="#ctx0" brushRef="#br0" timeOffset="41671">9302 7241 21416,'2'-4'4308,"-1"1"-3703,-1 3-588,5-11-34,-6 26-241,0 3-3338,-12 34 3596,-4 1 0,5-19 0,3-13 0</inkml:trace>
  <inkml:trace contextRef="#ctx0" brushRef="#br0" timeOffset="73869">10544 7315 22867,'-51'-27'96,"9"16"-5718,42 46 5634,1-5 553,2 3 0,1 0-587,3-1 422,-1-1 0,1 1-580,1 10-245,1 14-1051,-8-24 0,-1 0-5117,-6 20 2800,-3-8 3793,-2-20 0,7-17 0,2-3 0</inkml:trace>
  <inkml:trace contextRef="#ctx0" brushRef="#br0" timeOffset="74160">10122 7719 14661,'-4'-3'5529,"0"2"-3428,4 1-2001,9-33-83,7 23 22,28-30 3,-4 30 0,2 5-28,-8-2 0,1 0 3,19-3 0,0-1-291,-17 3 0,-1-1 305,7-1 0,2 0 0,2-3 0,-1 1-15,-12 2 1,-2 1-11,22-8-12,-26 7-123,-19 7-5433,-1 0 5562,-9 1 0,1 2 0,-2-1 0</inkml:trace>
  <inkml:trace contextRef="#ctx0" brushRef="#br0" timeOffset="76028">11433 7311 19057,'-17'-53'871,"-1"0"1,3 5 0,4 8-704,10 17 15,13 4-149,-2 11 34,10 7 11,-8 13 28,0 13-6,-4 12-23,-3 11-5,-2 12-197,-3-29 1,0 1 137,0 0 0,0 0 3,0 25 17,1-9-1,1-11 1,0-11 28,-1-12 587,0-6-66,-1-6 18,0-8-450,-4-10-28,-2-13-67,-6-13 6,-1-10-45,1 6 11,5 10 0,0 0 39,0-10 0,-2-16 6,5 29-17,0 11-67,3 12-12,0 8 40,1 12 17,0 12-23,0 15 6,-2 12-23,2 10-265,-2 4 243,6-2 12,0-14 10,9 8 34,-6-31 353,6 13-28,-9-30-202,-1-9-72,-6-20-62,-1-4 50,-4-35-39,3 13-12,3 13 1,-1 0 45,2-14-23,-2 13-33,0 15 231,0 11-265,0 10-6,-1 20 23,2-3-90,0 24-419,2-4-2488,4 15 3008,2-6 0,0-16 0,-1-14 0</inkml:trace>
  <inkml:trace contextRef="#ctx0" brushRef="#br0" timeOffset="76570">12363 7048 17154,'-2'-4'4458,"0"0"-2374,2 4-1949,-13 1-107,11 12 11,-10 17-17,16 16-27,1 15-23,-1-30 0,0 1-204,1 0 0,0 0 30,1 1 1,1-1-788,0 7 1,0-2-810,3 13 1798,-6-16 0,0-4 0,-3-14 0,0 6 0</inkml:trace>
  <inkml:trace contextRef="#ctx0" brushRef="#br0" timeOffset="76794">12133 7482 15698,'-3'-3'4856,"0"1"-2274,3 2-2554,30-52-17,6 33-22,-3-11 0,5 0-1038,5 18 1,1 5 936,18-6-202,-18 3 1,0 0-2466,11-2 2779,3 0 0,-24 5 0,-16 3 0</inkml:trace>
  <inkml:trace contextRef="#ctx0" brushRef="#br0" timeOffset="77841">13302 6945 15564,'-2'-3'4262,"0"2"-3646,2 1-610,-14 13-34,10 3-96,-6 15 1,14-7-627,15 15-774,-1-14-587,6 4 1263,7-8 0,-20-15 0,6 2 0</inkml:trace>
  <inkml:trace contextRef="#ctx0" brushRef="#br0" timeOffset="78011">13620 6937 22375,'-33'-5'-1961,"14"9"-3310,33 26 5271,6-3 0,-5-11 0,-4-6 0</inkml:trace>
  <inkml:trace contextRef="#ctx0" brushRef="#br0" timeOffset="78374">14064 7206 22251,'-25'1'734,"11"0"-527,33 0-89,14-5-40,15-3-50,-4-1-3,-6 1 1,1-2-444,16-2 432,-15 2 0,0 1 8,20-6-84,-8 2 85,-9 2-46,-10 2-234,-12 2-976,-10 3-710,-8 2 1943,-3 1 0,0 0 0</inkml:trace>
  <inkml:trace contextRef="#ctx0" brushRef="#br0" timeOffset="78957">14550 6922 18904,'-5'-2'5388,"2"0"-9563,3 2 4324,-51-32 1171,38 24-1357,-30-17 857,50 30-855,17 11-71,2 0 83,9 8 29,12 13-115,-10-2 3463,-5 2-3391,-12 0-12,-12-7 63,-2 9-11,-6-2 23,-4-3 20,-2-4-3,0-4-244,0-4-713,3-3-4320,1-5 5219,4-4 0,-1-6 1,1-2-1</inkml:trace>
  <inkml:trace contextRef="#ctx0" brushRef="#br0" timeOffset="79286">15108 6678 18683,'-2'-3'5058,"0"0"-4313,2 3-857,-13-19 17,12 20-297,-7-4-1536,21 41-171,-3-7 2099,7 22 0,-12-38 0,1 7 0</inkml:trace>
  <inkml:trace contextRef="#ctx0" brushRef="#br0" timeOffset="79433">15174 6752 19087,'2'-4'5516,"-1"0"-5426,-1 4-678,19-6-728,-13 15 1316,15 13 0,-20-5 0,1 9 0</inkml:trace>
  <inkml:trace contextRef="#ctx0" brushRef="#br0" timeOffset="81819">17249 7036 19949,'-4'-49'1434,"-1"-1"0,1 6 0,0 8-858,-1 13-419,2 11-28,1 7-118,1 7 17,0 10-22,1 12 16,0 19-5,-1 14-17,-1-24 0,0 1-9,-1 1 1,0 0-188,-1 0 0,0 0 12,-2 19-866,3-15 0,1 0-7291,3 11 8341,1 13 0,0-37 0,1-13 0</inkml:trace>
  <inkml:trace contextRef="#ctx0" brushRef="#br0" timeOffset="82476">17898 7104 17451,'8'-4'4122,"-2"1"-3040,-6 3 10,0 0-818,-47-14-134,35 10-62,-35-10-5,48 13 17,3 1 179,18 0-152,9-3-61,27-2-31,-23 0 1,2-1-537,7 0 1,3-1 510,5 0 0,2-1 3,3 1 0,1 0-9,-1 0 1,0 1-1531,5-1 1,-3 1 1535,-21 2 0,-1 0 25,3 0 0,-6 0 71,-12 1 256,-1-2-217,-16 0-73,-6-4-6,-13-6 649,2 3-672,-12-8 3415,7 5-3403,-6-6-17,-1 0 22,0-1-16,-1-2 22,-1 1 22,0 2 6,1 1 34,1 4-6,5 3-34,3 3-33,7 5-11,3 2-68,4 3 17,1 0 6,2 4 17,1 1-12,12 18 6,2-1 6,16 15-1,7-1-33,9 4-684,-14-13 0,1 0 701,12 11-9,-15-11 1,-4 1-76,-7 7-303,-16 20 12,-14-19-276,-21 6-4254,1-21 1,-1-2 3219,-3 4 0,-14 5 0,38-22 1</inkml:trace>
  <inkml:trace contextRef="#ctx0" brushRef="#br0" timeOffset="90628">11316 4114 15622,'0'-8'2203,"-10"-24"0,-3-4-865,0 9-1081,-1-8 1,-1 2 386,4 16-630,6 13 36,1 23 89,3 12-132,3 18 0,1 4 12,-2-21 1,1 2-357,0 8 0,2 4 0,0-5 354,1 19-198,1 1 0,1 4-535,0-17 0,0-1 139,0 2 1,-1 0-2405,0-7 0,-1-5 2978,-3-5 0,-1-5 0,-1-15 0</inkml:trace>
  <inkml:trace contextRef="#ctx0" brushRef="#br0" timeOffset="91744">11071 4493 19833,'-11'-39'-131,"1"0"1,5 3 0,10 8 107,51 23 42,-25 3 1,1-1-458,2 1 0,1 0 414,0 0 0,1 0 36,-1-2 1,0 0 15,22-3 41,-10-5 0,-4-3 129,-12 0-147,15-10 519,-38 8-641,-6 11 186,-7-4-61,-3 8 391,-9 2-250,0 7 629,-3 5-181,7 5-199,5 0 66,7 8-201,5-13 29,10 10-59,6-13 289,18-2-334,-9-5-195,25-17 102,-30 3 246,16-19-69,-21-8-51,-5-11-43,-12 0-268,-17 7-138,-20 16-25,-1 12-81,-1 6-11,1 11 265,10 8 118,-3 7 65,7 11-70,9 18 16,11 0-161,14 11-121,3-18-428,18 3 63,3-10-124,-4-12 1,4-1-27,-3-7 0,2-2-297,7 0 0,2-4-1,-6-8 0,-3-4 356,22-4 332,-26-2 0,-2-4 660,14-25 188,-8 7 182,-16 2 0,-5-1 436,-5-4-533,1-7 1203,-7 6-1375,-2 22 495,-1-8-1049,0 18-108,-1 0 109,6 32 250,2 0-253,8 27 30,2-5 2,-3-10 23,2 5 23,-7-14 81,-1 5 151,-4-13 370,-3-7 19,-1-14-500,-2-9 51,0-20-22,0-18-38,4-5 8,3-3-21,5 15 8,-1 14-27,4 2-20,-3 16 119,7-1 19,0 11-120,3 5-38,-3 4-50,12 16-65,-9-2-29,9 13-28,-9-7-109,-4-3-34,-6-8 172,-3-1 94,-6-12 233,1 1 32,-2-12-198,0-1 27,0-13-12,4-6 7,11-20-9,4 7 1,3 3-84,4 12 48,-14 15-90,14 2-41,-10 13-135,9 9-179,-1 10-450,5 7-705,6 5-3724,6 2 5301,-3-7 1,-13-12-1,-10-11 1</inkml:trace>
  <inkml:trace contextRef="#ctx0" brushRef="#br0" timeOffset="92202">13066 4357 16422,'0'-3'5800,"0"0"-5222,0 3-500,0-4-66,3 23-19,2 6-2,6 29 25,4 6-262,1-1 241,0-7-2,-5-18-23,0 0 108,-6-20 355,-2 2 53,0-15-303,-3-11-93,-1-11 157,-4-14-242,0 1 6,-8-21 5,3 20 0,0-2-287,1-2 0,-1-1 313,-2-8 0,0 0 0,4 7 0,1 1 24,1 0 1,3 0 7,0 0 0,3 2-10,3 3 0,3 1 61,12-20-36,11 15-15,4 17 14,-6 12-82,12 14-27,-14 13 1,11 15-2,-10 10 15,-5 8-9,-9 0-41,-8-11 36,-25 12 9,-10-18-83,4-11 0,-2-1-196,-17 2 291,1-10 0,2-3 0,13-4 0,-26 3 0</inkml:trace>
  <inkml:trace contextRef="#ctx0" brushRef="#br0" timeOffset="113474">19435 6692 15933,'-7'-14'2027,"0"3"-1797,4 11 11,-1 1 50,-1 2 46,-2 2 66,-2 2 34,-2-2-34,1 0-34,-2-2-16,1-2-11,-2-1 22,0-4 11,-1-4-21,0-4-69,3-5-50,3-1-61,3 0-28,3 1-23,2 2-34,0 1-27,3 3-34,3 1-17,6 3-5,6 2-12,4 2-11,5 5 12,2 8-6,3 8-34,3 19 34,-12-10 22,1 20-6,-18-9 9,-7-4 0,-4 1-2,-7 15-546,-13-2 0,-4 0 546,-7-3-1,-1-3 0,-3 0 11,13-18 1,0-2-56,-9 5 0,0-3 263,-19 3-107,10-11 129,13-20-45,15-7-73,0-8-72,11-7 1082,21-7-1077,6 6-39,6 3 0,-4 12 353,3 5-347,-3 3-51,19 9-11,-7 6-84,12 11 22,-12-4-341,-5-2 0,0 0-140,3 3-1869,3 1 1,0 2-7392,1 0 9059,3 5 1,-22-16 0,-14-8 0</inkml:trace>
  <inkml:trace contextRef="#ctx0" brushRef="#br0" timeOffset="114606">19383 6941 19893,'13'23'3422,"-3"-4"-3080,-10-21-124,-2-3-117,0-2 196,-4-9-157,1 2-17,-3-6-16,3 1-1,1-2 17,2-5-61,1 4 78,1-17-17,0 14 0,0-13-21,0 13-35,1 4-17,4 3-27,3 5-18,7 1-5,-1 5-39,22 1 39,-5 5 22,19 7-44,-6 7 0,-2 11-6,-8 9 22,-9 9 34,-17 10-22,-11-6 16,-16-4 0,-8 2-700,1-10 1,-4 0 678,0-1 1,-2 3 0,-1-3 9,-13 9 1,-1-2-500,2-4 0,0-3 519,6-5 0,1-3 36,9-8 0,2-2 185,-8 1 39,17-13-61,12-11 1190,14-11-1258,11-8-50,14-5-22,8 4-46,5 5-10,-1 8-12,7 8-33,5 7-12,-24 4 1,1 1 195,2 2 1,0 2-956,1 2 1,-1 2-2056,-3 1 0,-1 0 2837,16 12 0,-21-9 0,-15-8 0</inkml:trace>
  <inkml:trace contextRef="#ctx0" brushRef="#br0" timeOffset="138123">19127 6710 23735,'16'-60'1115,"4"9"-986,6 35-45,6 0-56,-2 4 16,11 1 12,7 7-50,0 7-6,3 11 6,-23 5-6,-8 28 33,-18-5-19,-5-9 0,-4 1-242,-5-2 1,-4 0 238,-5 1 0,-3 0 0,-4 1 1,0-1-1,5-7 0,-2-1 26,-12 10 0,-1-1-9,12-12 0,0-1 5,-9 6 1,0 0 0,-6 5 27,15-11 12,14-9 274,9-5-22,12-5-84,8 0-118,12-4 450,12-5-534,12-6-31,-20 3 1,2 0-461,7-3 0,2 0 421,6 0 1,3-1-71,4 0 0,2 0-196,3 1 0,-1 1-462,0 0 0,-2-1-1255,-6 3 1,-2-1-2903,-11 1 1,-3 1 3719,7-4 1,-24 6-1,-16 5 1</inkml:trace>
  <inkml:trace contextRef="#ctx0" brushRef="#br0" timeOffset="138636">19222 6752 24412,'6'-44'203,"0"-1"1,2 4-1,5 8-158,15 22 193,30 0-204,-14 10-56,18 7 64,-22 8-9,-9 14-5,-15 9 6,-14 15-23,-10-22 0,-5 1-8,-6 4 0,-5-1-533,-6 4 1,-3-2 531,-3 1 1,-1 0 0,2-3 0,0 0-1492,3 0 0,2-3 1489,-4 9 22,10-2 40,26-22 72,9 2-39,4-9 955,27-4-904,-1-11-102,-8 0 1,2-1 1388,-1-3 1,0-1-1451,4-1 1,3-2-180,12-4 0,1 1-20,-16 5 1,0 0-825,18-4 1,-2 0-2456,-21 7 0,-2 0 3495,3 0 0,-3 0 0,5-2 0,-20 6 0</inkml:trace>
  <inkml:trace contextRef="#ctx0" brushRef="#br0" timeOffset="139085">19181 6797 23272,'6'-44'321,"0"0"0,0 4 0,7 7-67,24 17 1,5 8-193,3-3-20,-1 4 0,-1 3-42,-13 5 123,1 4 1,2 3-107,22 19-17,-1 1-6,-27 2 0,-7 1 12,-9 1-3,-9 0 0,-6 1-9,-26 13-394,5-15 0,-5 0 405,-5 0 1,-3 0 14,-11 4 0,0-2-6,16-11 0,0 0 5,-8 4 1,5-3 247,8-1-200,5 0 249,18-8 344,33-7-542,-6-4-23,21-5 40,-1-8-96,13-6-138,-17 5 0,4-2-443,0 1 1,3-1-1,-2 0-1430,5-1 1,1 0 1971,-2 2 0,2-1 0,-8 2 0,4 0 0,-1 0 0</inkml:trace>
  <inkml:trace contextRef="#ctx0" brushRef="#br0" timeOffset="141753">20459 6522 26054,'-10'8'460,"23"0"-382,38-4-52,-13-3 0,7-1 0,0 0-24,-1-3 0,0 0 0,-1 0-281,2 0 1,-1 1 0,-1-3 272,2-2 1,-1-3 0,-7 0 21,11-12 7,6-5 200,-37-1-195,-28-1-6,-10-2-5,-9 1 73,-21-6-51,25 17 25,0-1 1,1 1-9,9 2 145,-10-10-150,20 19 16,-1 0-50,6 7 611,10 11-611,4 4-17,13 14 5,11 18-5,-10-10-1702,-2 4 1,-1-1 1707,-4 1-491,0 7 0,-2 0 328,-8-6-1183,-9 5 1,-7 0 1339,-26 8 0,9-5 0,-5-20 0</inkml:trace>
  <inkml:trace contextRef="#ctx0" brushRef="#br0" timeOffset="161048">17671 3710 30007,'-2'-4'-641,"1"0"-579,1 4 1289,-8-10-734,3 30 602,-7-11-95,3 23 0,2 9-319,-1-9 1,0-1-437,-1 7 0,-1 2 944,-1 17 0,1-4 0,3-16 0,2-3 0,0 0 0</inkml:trace>
  <inkml:trace contextRef="#ctx0" brushRef="#br0" timeOffset="162146">17404 3974 22571,'48'-28'-163,"-8"5"-3,13 18 1,5 5-702,-17-2 0,-1-1 660,18-3 0,1 0 36,-16-1 0,-2-1 109,-6-1 1,-2 0 72,13-7 649,-9-6-212,-21 7 758,-6-4-674,-14 9-196,-9 4-50,-5 9 602,2 5-838,4 3-39,4 1-5,4 1-1,4-4 40,6 1 90,9-2-63,0-3 147,21-2 89,7-22-230,-7 7 219,9-25-84,-35 16-28,0-9-17,-17 9-17,-8 5-27,-9 6-18,-6 5-61,5 7 44,-13 11-77,14 4-12,-7 12-6,13 3-33,8 2-40,6 3-55,13-1-662,30 7 51,8-18 258,-11-11 0,2-4-45,13-10-15,-13-9 1,-1-5 423,8-14 45,-15 6 0,-1-1 201,1-8 454,3-15-101,-13 18 56,4-9-39,-10 19-213,-8 9-201,-3 6 245,-3 2-190,0 12-22,0 3-5,-1 13-6,-1 4-40,-1 4-38,-1 1-12,0-1 6,1-3-6,2-9 84,-1-3 213,2-14 152,-1-1-281,10-29-101,0 1-50,6-13 68,6-5-35,-5 15-33,6-7-11,-4 14-11,-1 9-18,4 5 12,-7 7-5,7 5-1,-11 2-5,8 15 22,-10-3 0,0 10-11,-5-6 0,-3-3 28,-1-6 140,1-7 247,-1-4-320,3-22-33,3-3-29,5-16 1,7 3-6,17-7-28,-7 15-11,8 1 11,-13 18-23,-3 6-27,-1 8-1,-1 7-61,-2 8-274,2 15 123,-5-11-701,7 15-1192,2-13-3927,12 6 6083,-1-8 0,-9-10 0,-10-10 0</inkml:trace>
  <inkml:trace contextRef="#ctx0" brushRef="#br0" timeOffset="162587">19353 3795 25007,'17'39'448,"-3"6"-398,-14-9 1,-4 0-45,1 15 8,-1-5 0,-1-1-14,1-7 14,0 2 0,0-1 19,1-11 12,-4 16 84,2-32 78,-2-2-22,-1-17-51,-3-12-44,0-20-9,5 3 0,1-3 0,2 1 1,0 0-289,1-1 1,0-1 295,3 1 1,2 2 34,5-22-80,-2 23 1,3 1-14,0 4 0,3 1 14,14-20-17,3 12-45,2 10-6,0 11-21,-1 9 21,-1 14 34,3 22-22,-10-3 496,0 12-479,-15 6-34,-14-4-22,-16 16-200,2-33 0,-7-3-417,-18 3 1,-3-3-244,14-5 1,-1-2 909,-6-2 0,-3 0 0,7-3 0,2 0 0,-19-1 0</inkml:trace>
  <inkml:trace contextRef="#ctx0" brushRef="#br0" timeOffset="163257">17571 3802 14043,'-2'-55'804,"-1"0"1,1 13-1,1 3 2422,8-16-2833,-1 30-242,1-3 1521,-2 13-1521,-3 10 737,-1 2-888,-1 10 3414,0 14-3386,2 21-5,0 2-12,2 10-1588,1 4 0,-1 2 1579,-2-25 1,0 1 4,1 13 1,-1 6 0,-2-3-402,-6 6 0,-2-3 388,3-9 1,0 0 10,-7 11 1,-1-5-67,-4-3-432,-2 2 45,7-25-2616,9-20 0,8-17 0</inkml:trace>
  <inkml:trace contextRef="#ctx0" brushRef="#br0" timeOffset="163821">17328 3968 20893,'-41'6'883,"1"0"0,1 0 0,11-2-443,22-3-294,1-1 303,13 1-113,9-2-72,21-3-185,1-1 22,3-3 0,3-2-472,-11 3 1,-1 0 398,8-2 0,1 0 50,0 0 1,-4 1 33,6-2 17,9-4-39,-30 8 128,-9 0 208,-9 4-186,-1 0-144,-5 0 854,-4 2-950,-2-1-28,-20 3-17,-4 4-5,-8 1 27,6 3 1,0 1 28,-5 1-6,-7 4 0,0 0 5,6-2-11,4-1 1,2 0-23,11-2 23,0 2-7,17-8 24,5-2 16,4-1 11,6-4 6,19-6-40,6-4-10,18-6-91,-3-1-94,-9 6-3148,17-3 2490,-26 11 0,3-2 0,-22 6 0</inkml:trace>
  <inkml:trace contextRef="#ctx0" brushRef="#br0" timeOffset="169506">21895 6331 19743,'13'-50'142,"-1"-1"0,2 6 0,3 9-92,23 19 12,12 12-40,-15 6 111,11 15-127,-17 6-28,6 11-23,-5 3-4232,-4 9 4277,-13-13 950,-10 10-816,-17-16 48,-8 4 41,-9-4 393,-8-5-347,12-9 628,-9-5-578,22-8 3684,-6-3-3533,13-4-196,1-1-167,3 0-107,5 1 0,5 3 5,11 2-5,9 6-16,23 11-7,0 7 12,2 5-20,-27-9 0,-1 2-75,13 15-17,2 10 39,-17-1 73,-27-5 33,-41-1-22,1-14-6,3-9 1,-3-4-259,11-4 1,1-2 232,-7 1 0,-1-2-756,1-5 1,2-2-1466,-7-6 2252,10-27 0,29 23 0,3-11 0</inkml:trace>
  <inkml:trace contextRef="#ctx0" brushRef="#br0" timeOffset="170029">22900 6339 18408,'-5'1'5619,"2"-1"-4427,3 0-1169,9-16-40,21 4 28,23-16-20,-3 15 1,3 2-691,-16 2 0,2 1 668,21-4 1,0 1-7,-22 4 1,0 0-531,12-4 0,-1 0 522,9-4-72,-7-5-315,-42-1 281,-7 3-56,-18-10 146,-23 1 94,8 5 87,-3 3 1,1 1-4,8 5 35,-17-7 1612,20 9-1355,7 3 947,-2-2-953,11 4-89,4 3-129,2 0-174,0 2-17,14 8 29,6 7-23,19 15-6,-10-2 0,-2 2-480,14 14 477,-11-6 1,-3 1-37,1 15-84,-14-14 1,-4 1-304,-8-7 0,-3-1-766,-9 26 1198,-9-28 0,-2-6 0,6-6 0,-10 8 0</inkml:trace>
  <inkml:trace contextRef="#ctx0" brushRef="#br0" timeOffset="179144">22971 3066 22425,'5'-33'67,"-1"9"23,9 75-37,-7-19 0,0 3-28,3 17 1,-1 1-632,-2-12 0,0 0 556,0 8 0,0-2-348,4 16-50,-4-25 1,0 1-306,-1-4 0,-2-1-4742,1 26 4758,-8-17 0,2-18 1,-2-14-1</inkml:trace>
  <inkml:trace contextRef="#ctx0" brushRef="#br0" timeOffset="180261">22750 3522 21909,'39'-22'-111,"1"1"0,0 0 0,4 0 0,1 1 1,-3 5-137,-2 7 1,1 3-1695,19-5 0,-1 0 1649,-20 3 1,-1-1-303,8-2 0,-3-1 666,-7-2-189,-4-1 630,-20 3 30,-27 3 135,-8 5-275,-7 0 2251,-7 4-2290,20 0-90,-6 0 174,15 5-370,5 1 107,11 8 0,9-3-17,19 2-106,-6-6 61,27-4-78,-27-4 55,2-4 1,-1-2-16,-6-3 161,15-12 337,-25-10-348,-15 1-134,-11-4-34,-11 15 90,-8 8 50,1 7-157,-1 2-33,5 5 0,6 10-28,2 18 5,5-5-11,-1 22-55,12-11-113,13 20-129,9-11-257,19 3-2610,-4-30 1,2-5 1791,11 2-524,-8-10 0,2-6-245,-10-10 1,-1-4 1927,1-1 0,0-3 390,2-5 0,-2-2 489,4-11 270,-12 2 3735,-13-11-2593,-7 15-402,0-13 2175,-6 28-3000,0 4-108,0 9-670,1 15 11,0 8-27,2 19-23,-1-9-12,4 13 29,6 0-12,-1 0-5,1-5 45,-2-9 218,-5-17 302,2 1-123,-2-18-341,-1-4 212,7-25-122,-2 2-113,3-8 95,-2-3 79,-1 5-179,2 4-90,-1 6-62,0 18 6,1 5 34,4 8 10,20 17 1,-7 3 6,12 12 16,-17-5-11,-9-8 0,1 8 39,-10-16 163,1 2 213,-5-11-29,0-7-145,0-9-101,2-11-95,1-2 72,10-25-44,0 14-28,8-13-28,-6 23-23,6 2-39,-7 14-16,7 1-7,-3 14-38,3 8-101,1 11 22,-4-1-420,1 12-1647,-3 9-2683,1 2 4935,-1 5 0,-8-28 0,-3-11 0</inkml:trace>
  <inkml:trace contextRef="#ctx0" brushRef="#br0" timeOffset="180741">24871 3552 24335,'20'15'112,"0"10"-84,-5 21-17,1 4 6,-2-2-1,-3-4-10,-4-12 50,-3 6 90,-2-20 313,-2 4 73,-1-15-252,-3-11-145,-5-9-34,-6-12-26,0-6 1,0-4-26,4 3 1,0-2-205,-5-16 1,3-2 229,7 6 0,1 1-465,2-1 0,1 0 456,3 3 0,1 1-14,1 5 0,2 1-189,5-1 0,1 3 147,8-8-22,6 2 5,-4 29 366,-4 6-416,16 9 973,-13 1-973,27 20 39,-21-2-33,6 14 387,-18-3-365,-11-7-128,-29 14-24,-12-13-32,-11 5-1356,8-17 0,-2-2 1568,10-6 0,1-1 0,-27 8 0,23-10 0</inkml:trace>
  <inkml:trace contextRef="#ctx0" brushRef="#br0" timeOffset="193562">24070 6088 16885,'-2'-10'2443,"0"2"-142,2 8-710,0 0-1305,0-52-213,0 38-101,0-38-56,0 52 106,1 13 0,-1-1-5,4 23 0,-2 3 11,2 2 0,1 3-6,-2-6 1,0 0-15,1 0 1,0-2 108,1 20 68,-4-36-17,0 4 756,-1-16-571,0-5 275,0-9-494,0-9-84,0-4 46,0-30-35,12-9-39,-3 18 1,2 0-1,9-19-2,-5 30 0,0 3 8,-1 7-28,3-1 0,-6 13-17,2 5 6,-1 2-1,16 13 1,-6 4 6,6 7-51,3 9-191,6 13-201,1 2-17,-16-19 0,-1 1-1237,9 12-5188,0-2 6890,-8-15 0,-7-7 0,-8-12 0</inkml:trace>
  <inkml:trace contextRef="#ctx0" brushRef="#br0" timeOffset="193913">24758 6108 23674,'21'-27'95,"-1"-1"0,11-7-72,-32 63-1,-1 8-16,2-5 44,12 16-16,-2-25 139,27 16 68,-6-27-112,7 1 280,16-24-157,-19-10-256,-9 2 0,-2-4 228,6-29-112,-12 7 50,-10 11 1,-2 0-51,-3 1-1609,-3-4 0,-1 1 1542,-2 12 50,-5-19-67,3 29-79,1 1-33,1 6-367,2 4-350,3 5 3481,1 4-8998,13 19 5470,-3-5 0,1 4 0,-7-12 0</inkml:trace>
  <inkml:trace contextRef="#ctx0" brushRef="#br0" timeOffset="194505">25501 6322 25310,'23'-45'126,"0"1"1,0-1-1,0 1 1,-1 0 0,-3 6-116,-4 8 0,-3 2 25,6-10 1,-2-3 24,-3 0 1,-2-2-588,0-1 1,-2-1 564,-3-6 0,-2 2 17,-8-12 39,-4 20 0,-3 1 17,-8-7 120,7 17 0,-1 1-165,-2 1 143,6 13-260,5 10 47,1 10-13,-2 9 16,-7 27 5,0 10 39,5-15 0,0 3-55,2-2 0,1 0 5,-1 25 3,9-15 1,4-1-4,2-15 0,2-1 6,1 7 0,5-1-6,16 1 1,5-6 5,-8-11 0,3-3 8,13 6 1,2-3 5,-9-9 0,-1-6 11,-4-5 0,-1-5-112,24-15 104,-9-19 5,-19-6 1,-4-7-9,-7 8 0,-1-2-525,-4 1 1,0-2 0,-3 1 527,-1-11 0,-3 2 13,-1-1 1,-2 1-141,-1 4 0,-2 3 115,1 12 1,-2 1 28,-2-4 0,-1 5-6,-1 5 450,-5-7-495,3 31 152,-4 7-163,-1 17 1636,-5 19-1613,-2 21-9,10-21 0,2 3-689,0 7 0,4 2 552,4 7 0,4 1 16,-2-11 1,5 3-473,5 2 0,4 5 0,1-3-1018,-3-14 1,0-1 0,1 0 1624,4 13 0,1 1 0,-1-6 0,-3-8 0,-1-5 0,2 5 0</inkml:trace>
  <inkml:trace contextRef="#ctx0" brushRef="#br0" timeOffset="196754">15634 8287 6596,'-12'2'3120,"3"0"-2437,9-2 2700,0 0-6117,20 16 3116,-4-12 1037,33 12-1060,1-16-1242,-2-2 1,2 1 969,-14 0 0,3-1 49,12 0 0,7-2 1,-6 0-456,-12 1 0,2 0 425,12-1 0,8-1 1,-3 0 1,-13 0 0,-2 1 1,2-1-20,13-1 1,4 0-1,1-1-19,-15 1 0,-1 1 1,2-1-1,5 0 25,-5 0 0,4-1 0,2 0 1,1 0-1,0 0 0,-1 1-27,-2-1 0,0 1 0,-1 0 1,1-1-1,0 1 0,-1 0-44,1-1 0,-1 0 1,0 1-1,0-1 0,0 1 1,0-1 31,10 0 0,-1 0 0,1 0 0,-3 1 0,-3-1 2,-2 1 1,-4 1 0,-1-1 0,3 0-246,-2 1 1,2-1 0,1 1 0,1-1 0,-1 1 224,-1-1 0,1 1 0,0-1 0,-1 1 1,1-1-14,0 1 1,1 0 0,-1-1 0,-1 1-1,-2 0-11,2 0 0,-2 0 0,-1 0 0,5-1 16,-6 1 0,4-1 0,2 1 0,0-1 0,-2 0 0,-2 0-2,7-1 0,-4 0 0,1 0 0,5-1-9,-8 2 0,5-1 0,3-1 0,0 0 1,0 1-1,-3-1 0,-5 2-93,9-3 1,-6 2 0,0-1 0,6 0 91,-10 2 0,5-2 1,3 1-1,0-1 1,-1 1-1,-4 0 1,-6 1-5,11-1 1,-8 1 0,7 0 13,0-1 0,6-1 0,3 1 0,-2-1 0,-5 1 70,-7 1 1,-4 1-1,0 0 1,4-1-75,6 0 1,5-2 0,2 1-1,-2 0 1,-5 1-8,-4 0 0,-3 0 1,-1 1-1,3-1-1,2 0 1,3-1 0,1 0 0,-1 0 0,-5 1 3,11-2 1,-5 1 0,4-1-7,-9 1 1,4-1-1,2 0 1,-2 0 0,-4 0-10,-4 1 1,-3 1 0,-1-1-1,3 0 9,2 0 1,2-1 0,1-1-1,-1 1 1,-4 0 110,7-2 0,-3 0 0,2 0-96,-8 0 0,3 0 0,1 0 0,-1-1 0,-3 1-9,8-2 1,-3 1 0,3-2 5,-3 1 1,4-1 0,-2-1-1,-4 1 4,-5 1 0,-4 0 0,2 0-8,9-3 0,2 0 1,0-2-4,-8 3 1,1-2 0,-2 0-1,-2 2-10,-2 0 1,-2 0-1,2-1 9,6-3 0,4-3 1,0 0-1,-8 3-10,-1-1 1,-2 1 11,9-5 1,5-2 0,-4 2 272,-1 0 0,-2 0-282,-8 4 0,1 0 0,2-1 6,4-2 0,3-1 0,-3 1-10,-5 3 1,-1 1-1,-1 0 1,18-9 1,-2 1 13,-2 2 1,-2 1-7,-11 4 1,1-2 1,7-4 1,4-2 0,-2 0-12,-12 7 1,-1 1 0,1-2-6,3 0 1,3-3 0,-1 2 0,-5 2-3,4-2 0,-3 2 16,14-7 1,-2-1 45,-14 5 0,-4 0-32,-5 4 1,0-1 56,8-13 0,-4 1-42,-9 4 702,-5 2 0,-1-3-691,11-24-51,-3 13 1,0 0-9,-7 10 0,1 0 1217,8-5 0,1 3-1192,8-3-22,-6 7 1804,3-4-1765,-14 6 1164,0-1-1158,-1-8-23,-6 12 18,1-12-24,-1 0 18,3-13-6,-2-4-9,-8 20 1,-2 0 25,2-20-26,-6 19 1,-3-1-20,-11-24-11,-2 11 36,-2 13 0,-1 1-13,-1 3 7,1 2 1,-1 1 8,-6-5-51,-11-12-5,12 18-61,-16-9 61,22 23-11,-22-9-12,7 10 34,2 2 1,-3 1 27,3 0 0,-2 1-315,-9-1 0,0 0 298,-17-3-1602,14 4 0,0 1 1585,-2 1-5,-7 1 0,-1 1-238,7 1 255,-9 5 0,-3 1-9,23 0 0,0 1-254,-20 3 0,0 0 279,20-2 1,-1 1-17,-22 4 0,0-1-143,29-4 1,-1 0 154,-7 1 1,-5 2 0,2-1-8,-2 1 1,-1 1 1,-4 0 0,-4 1 1,3 0 0,-3 0 0,-1 1-4,9-2 0,-6 1 0,1 0 0,6-1 4,2-1 1,-1 1-4,-2 0 0,-6 3 1,-2 0-1,6-2 0,-13 5 1,0-1 411,2 1 1,-4 1 0,4-1-407,0 0 0,0 1 4,14-5 0,-3 1 0,-1 1 1,3-1-5,-1 0 0,2-1 0,-1 1-2,-9 2 0,-2 0 0,1 1 2,3-1 0,0-1 0,-1 1 3,-4 2 1,0-1 0,1 0-433,9-3 0,1-1 0,-3 2 430,1-1 1,-4 1-1,0 0 1,4-1 3,3-2 1,3 0-1,-3 0-5,-9 3 0,-2 0 0,-2 1-355,7-2 0,-2 2 0,1-2 0,3 0 357,2 0 0,2-2 0,-3 2-4,-8 2 1,-5 3-1,-1-1 1,6-1-204,7-3 0,4 0 1,-2 0 207,-8 3 1,-2 0 0,0 0-199,4-1 1,0 0-1,-1 0 193,-2 0 0,-2 0 1,0 1 1,13-4 0,-1 0 0,0 1 0,-1-1-30,-6 2 1,-3 1 0,2-1 0,3-1 30,4-1 1,3-1 0,-2 0 320,-8 2 1,-1 0 0,-2 1-312,-1-1 0,-1-1 1,0 1 84,14-3 0,0 0 0,-1 0 0,0 1-95,-6 0 1,-1 1-1,0 0 1,2-1 77,-6 2 0,1-1 0,4 0-78,9-2 1,2-1 0,-1 0 0,-7 1 0,-2 1 0,0 0 146,-1-2 1,-1 0-1,2-1-143,8 0 1,2-1 0,-4 0-8,-6 1 1,-5-1 0,1 1 0,5-2 20,-14 1 1,3 0-17,13-2 1,-3 1 0,1 0-4,4-2 0,1 0 0,-1 0-8,-1 1 1,0 0 0,1 0 9,-11 0 1,-3 1 0,0 1 1,-5-1 0,5 1-155,7-1 1,2-1 150,1 1 0,-2-1 0,3 0 0,2 0 0,2 0-6,-8 1 1,0 0 203,13 0 1,-2 0-179,2 1 1,-3 0 0,1 1-35,-12 2 0,1 1 10,12-1 0,-1 0 0,3-1 4,0 1 0,0 1-2,-1 0 0,-4 2 1,3-1 3,-6 1 1,0 0-6,-9 4 1,-1-1 4,3 0 1,0-1 0,-1 1 0,2-1-9,9-3 1,-1 0 7,-14 5 1,3-1-3,6-4 676,-3 3 1,-2 1-677,23-6 0,2-1 0,-12 4 0,0 0 11,-14 5 1089,5 0-1105,0 2-12,-1 2 1151,25-9-1229,4 2 797,12-1-764,2 5 824,6 5-773,3-5 327,3 21-327,1-7-17,3 22 0,2-11 0,2 2 8,0-6 1,1 0-605,6 18 0,3 1 630,1-10 0,2-3 5,6 3 0,1 0 11,4 0 1,1 0-12,3 0 0,0-1 6,-1-2 0,1-2-6,-4-2 0,0-1-201,-3-6 1,-2-1 208,-1-5 1,-2-2-15,14 10-58,-9-20 0,2-4-1705,31-10 1190,-22-5 0,0-1 1,8-6-1,-17-3 0</inkml:trace>
  <inkml:trace contextRef="#ctx0" brushRef="#br0" timeOffset="388372">2515 10560 16219,'-1'-5'4212,"1"1"-2263,0 4-1753,-5-27 269,4 49-336,-3-28-29,2 40 1,3 17-84,-2-3-796,0 13 1,0 2 710,-1-4-134,1-2 1,1 1-707,-1-19 0,1-2-1156,1 8 0,1 0 1524,1-4 1,1-4-1,0 5 1,3-14 0</inkml:trace>
  <inkml:trace contextRef="#ctx0" brushRef="#br0" timeOffset="389147">2593 10472 15199,'-3'-2'4711,"0"0"-3810,3 2-805,52-14-52,6 9-554,-16-2 0,5-2 538,-1 6 0,3 0 0,0 0-518,12-2 1,4-2 504,-16 2 1,4-1-1,1 1 1,-3-1-756,2 0 1,-3-1 0,4 1 750,1-1 0,4 0 1,0 0-1,0 0-6,-4 1 1,-2 0 0,2 0-1,4-1 3,-10 1 1,4 0 0,1 0 0,3 0 0,-1-1 0,0 1 0,-2 0-327,5 0 1,-2 0 0,0 0 0,0 1-1,1-1 1,2 0 324,-2 0 0,2 1 0,0-1 1,1 0-1,0 0 0,-1 1 1,-2 0-183,3 0 1,0 1-1,-2 0 1,0 0-1,-2 0 1,-1 1 178,1-1 1,-2 1-1,-2 0 1,1 0-1,2 0-82,-2 0 0,0 0 0,2 1 0,0 0 0,0-1 0,-1 1 89,1 0 0,0 0 0,0 0 1,0 0-1,-1 0 0,-2 1-41,2-1 0,-2 0 0,0 0 0,1 0 0,3 0 51,-1 1 1,5-1 0,2 0-1,0 0 1,-2 0 0,-4 0 0,-8 1-8,9-1 1,-9 1 0,7 0 86,-7 0 1,6-1-1,3 1 1,0-1-1,-3 1 1,-7 0-57,5 0 0,-6 0 0,1 0-23,9 0 1,3 0-1,-6 0 51,2-1 0,-8 1 1583,1 0-721,-8-2 917,-38 2-1807,-10 0 2662,-13 2-2701,9 4 2087,3 0-2071,-7 18-11,2 3 6,-8 20 11,-3 12-417,10-21 1,0 2 385,2-6 0,0 2-476,-4 15 1,1 5 461,6-13 0,0 2 1,1-2-7,-2 12 1,1 2 13,4-11 1,0 5 0,2 1-1,0-5 1,3 12 0,1-3 6,-1-11 0,1 1 0,-1 0-12,4 21 0,-4-6-97,-4-25 1,-3-2 121,-3 13 0,-6-5 0,-21-2 6,5-23 0,-6-4-671,-17-4 1,-6-5 649,17-1 0,-3 1 1,-1-2 1,2-2 1,-2 0 0,-2-1-1,-1 0-15,-8-1 0,-3 0 1,-1 0-1,-1 0 0,8 0 0,-2 1 0,-1 0 1,-1 0-1,1 0-376,-3 0 1,-1 0-1,0 1 1,0-1-1,3 1 385,7 0 0,2 0 0,1 1 1,-1-1-1,-2 1-3,-1 1 1,-1 0 0,-2 0 0,0 0 0,1 0-1,3 0-316,-11 1 0,3-1 0,0 1 0,-2 0 326,4-1 0,-2 1 0,-1 0 0,1 0 0,4-1-193,-2 1 1,4 0-1,0 0 1,0 0 180,0 0 1,0-1-1,-1 0 1,-4 1 5,4-1 0,-3 1 1,-4-1-1,1 1 1,-1-1-1,3 0-90,6 0 1,0 0-1,2 0 1,-1 0-1,0 0 1,-3 0 90,1 0 0,-3 0 1,-2 0-1,1 0 1,1 0-1,4-1 1,5 1 1,-19-1 0,7 1 1,0-1 150,11 0 1,-1 0 0,1 0 0,3-1-234,1 0 0,3 0 0,-2-1-626,-11-2 1,-2 0 0,5-1-3092,-3-1 0,5-3 3803,7 1 0,6-2 0,14 1 0,16 3 0</inkml:trace>
  <inkml:trace contextRef="#ctx0" brushRef="#br0" timeOffset="389720">3453 10830 23719,'2'-44'399,"-1"1"0,0 2 1,1 15-406,0 26 102,1 27-74,-1 15-11,0-7 0,-1 5-581,-2 3 1,-2 1 423,0 6 1,-1 1-639,-1 3 0,0 1 784,3-9 0,0 3 0,0-6 0,0-7 0,1-2 0,1 4 0,0 1 0</inkml:trace>
  <inkml:trace contextRef="#ctx0" brushRef="#br0" timeOffset="389979">4339 10490 24387,'-2'47'27,"0"1"0,1-1 0,-1 1 0,1 0 0,0-2-36,1 14 1,0-1-770,1-16 0,0 0 0,0 1 378,1 1 0,0 1 1,1-1-1952,1 0 0,1-1 1,1-2 2350,3 12 0,0-5 0,4 11 0,-4-31 0</inkml:trace>
  <inkml:trace contextRef="#ctx0" brushRef="#br0" timeOffset="390505">4921 10992 18688,'-6'0'4812,"1"0"-4336,5 0-431,-37-22 0,51 22-23,-34-19-14,51 19 1,15 5 8,2-3-619,-6-4 0,9 0 0,-5-1 604,-10 1 1,1-1-1,10-2 0,7-1 0,-4 0-326,1 0 1,-1-1 338,-4 1 0,3-2 0,-5 2-13,0-1 1,-3 1 30,4-2 1,-6 1 190,-15 3 73,-5-1-84,-13 2-101,-8 1-62,-3-2 1633,-4 0-1828,-1 1 501,1 2-1325,4 1-7276,4 4 8245,4-2 0,-1 3 0,1-3 0</inkml:trace>
  <inkml:trace contextRef="#ctx0" brushRef="#br0" timeOffset="391305">4927 11029 23539,'5'-43'459,"0"1"0,-1 3 1,1 10-421,0 23 28,2 7 45,2 12 73,7 27-123,-4-5 25,-3 6 0,-1 4-558,-4 14 487,-1-22 1,0 0 17,-2-4 0,1-1 38,6 21-38,-2-12 218,11-2-56,-9-31 403,20-11-492,-11-8 44,27-29-34,-2-7-809,-8 6 1,3-3 725,-6 6 0,1-1-20,6-6 0,-2 3 167,-13 15 1,0 2-157,10-3 0,-1 4-8,0 3 5,-4 6 1,3 4 16,17 12 6,4 10-39,-3 5 2,-19 6 0,-2 3-13,11 13-9,-11-8 0,-1 1 14,3 8-95,0 9-398,-8-10 493,-4-9 0,0-1 0,-1 1 0,4 1 0</inkml:trace>
  <inkml:trace contextRef="#ctx0" brushRef="#br0" timeOffset="392013">6716 11039 22312,'58'-7'14,"0"-1"0,0 0 1,-9 2-1,4 1 1,1 0-1,-1 0 0,-3 1-27,12 0 0,-3 2 0,4-1-979,-9 0 1,4 1 0,1-1 0,-1 0 0,-4 1 984,-4 0 0,-3 0 0,-1 1 0,3-2-6,4 1 1,3 0 0,1-1 0,-2 0-1,-5 0-52,5-1 0,-4-1 0,2 1 80,-1-1 0,3 0 1,-2-1-1,-7 0 375,5-1 1,-8-2-271,-7-2 1,-8-1 263,-11-9-76,-21-6 101,-27 0-40,-3 10 1,-3 0 448,4 3 1,0 1-710,-1 0 1,3 1 1820,-7-2-1309,17 4 46,11 4-589,0 0-66,13 5-12,6 5 1793,9 6-1793,3 1-28,29 25-6,-5-3-429,-10-6 0,1 1 441,-4-2 0,-2 0-46,16 16-300,-22-11 0,-6 2-366,-12 13-486,-8-13 0,-6 0-8611,-29 16 8306,2-17 0,6-12 0,21-15 0</inkml:trace>
  <inkml:trace contextRef="#ctx0" brushRef="#br0" timeOffset="392463">8893 10803 16560,'1'-47'1512,"0"0"0,1 0 1,-2-3-1,1-1 1,0 11-1020,0 5 251,-1-15-312,0 36-264,-1 6-134,1 12 33,-1 21 0,0 13-22,0 22-405,0-23 0,0 2 343,0 4 0,0 1-31,0 2 1,0 2-130,0 1 1,0 2-300,4 0 0,0 0 42,-1-12 0,3 0-2457,8 14 1,3-3-6941,9 2 8697,-10-20 0,0-4 1,1-8-1,-11-16 1</inkml:trace>
  <inkml:trace contextRef="#ctx0" brushRef="#br0" timeOffset="393020">9029 10632 14633,'-3'-44'1775,"0"1"1,0-1 0,-1-1-1,3 3-1397,6-3 1,3 7-312,5 14 34,29-12-56,8 25-45,-13 6 0,4 0-1469,8 3 1,3 1 1473,9 0 1,3 0-1,-16 1 1,2 1 0,4-2-2,1 1 0,5-2 1,0 1-1,-3 0-432,0 0 0,-3 0 0,6-1 432,-10 0 1,6-1 0,4 0 0,-1 0-1,-4 0 1,-6 0-336,5 0 1,-6-1 0,5 0 333,2 0 0,6-1 1,3 0-1,-1 0 1,-6-1-2,-5 1 1,-4 0 0,0 0 0,4-1-180,4 0 0,4-1 0,2 0 0,0 0 0,-1 0 185,-3 0 1,0 0 0,0 0 0,-1 0 0,0 0 12,-2 1 0,-1-1 1,-1 1-1,0-1 1,0 0 57,10-1 1,0 0 0,-3 0 0,-6 0 4,7-1 0,-6 1 145,6-2 1,-8 1 1174,-19 1-805,-7 2 681,-22 3-1257,-34 21-1,-15 17-5,-4 5 774,16-6 0,3 2-786,6-2 1,2 2-671,-7 14 1,0 2 656,6-10 0,0 4 5,5-2 0,-2 5 0,1 2 0,3-7-426,0 1 0,1 1 417,0-1 1,0 6 0,0 1 0,2-6 2,2 4 1,1-2-9,-2 11 1,-1-1-261,-2-7 0,-3-4 249,-2-6 0,-7-4 149,-17-2 0,-7-7-143,-4-7 0,-2-5 652,-3-2 0,-3-3-636,9-7 1,-3-1-1,1-2-158,1 0 1,1 0-1,-6-1 157,4 0 0,-5-1 1,-2-1-1,1 1 1,3 0-227,4 0 1,4 0-1,-1 0 1,-6 0 233,-1-1 1,-7 0 0,-2-1 0,0 0 0,4 1 0,8 0-557,-3-1 0,7 1 0,-5 0 550,-1 0 1,-7 0-1,-3-1 1,4 1-1,8 0-3,8 0 1,5 0 0,-5 0-271,-7-1 0,-9-1 1,-2-1-1,3 1 1,9 0 116,8 0 1,6 1-1,-5-2-1806,-5-1 1,-9-3 0,-1 1 0,6-1 0,11 1 683,-17-6 1,13 1 0,10 2 0,30 7 0</inkml:trace>
  <inkml:trace contextRef="#ctx0" brushRef="#br0" timeOffset="393629">9531 10621 20778,'-2'-3'1860,"1"1"-701,1 2-997,45-7-38,-15 14-80,23-9 214,-32 20-135,-20-10 124,-20 9-124,-8-8-62,-5 1 51,-7-6 152,0-12-174,7 0 55,-5-19-21,24-2-18,2-19-78,9 15 22,9-5-38,2 25-7,17-4 1,-1 12-1,29 10-10,-17 4-12,0 9 0,-1 3-275,-2 3 275,-3 2 1,-2 3-7,-2 16 6,-19-5 1,-6 3-12,-8 17-492,-11-22 1,-10 5 0,0-5 502,-7 0 0,-2-3 14,-7 10 1,-2-3-119,4-9 1,0-6 190,9-13 0,2-4-14,-21 6 84,6-24-23,32-14 179,7-10-279,17-4 1468,14 2-1507,14 6-34,-7 16 0,1 4-84,16-3 28,-8 8 0,1 1-110,-8 2 1,0 0-154,11 2 0,3 0-1627,14 0 1,2 1-1251,-7 0 1,-1 0 3251,4-1 0,-4 0 0,1-1 0,-26-1 0</inkml:trace>
  <inkml:trace contextRef="#ctx0" brushRef="#br0" timeOffset="393854">10514 10622 21584,'-1'-48'1112,"1"0"0,-1-1 0,1-10 0,0 7-854,-2 11 78,2 22-191,0 16-122,0 4 44,6 34-39,1 14-266,0-9 1,-1 3 240,-2-10 0,0 3-31,-2 27 0,-1 0-562,-2-28 0,-2 2 394,-1 18 0,-3 8 0,1-7 0,0-15 0,0-1-734,0 14 0,-1 8 1,2-10 41,3-19 0,1-2 314,3 24 1,1-7 0,1-25 0,4 4 0</inkml:trace>
  <inkml:trace contextRef="#ctx0" brushRef="#br0" timeOffset="394221">10789 10873 17927,'2'-8'5937,"0"2"-5293,-2 6 426,22-64-874,-15 48-126,5-19 0,-1 11 54,-8 36-29,2 14-50,0 1 44,7 34-66,-7-26-212,2 6 1,-2 2 210,-2 4-10,2 7 497,-7-15-419,2-39 16,-2-9-11,8-35-55,1 1-4,3 12 0,2 0-2,6-7-3,10-4 0,2 1-31,0 7 93,10-1 0,0 6-76,-8 15-47,3 4 0,0 4 30,-6 7 0,30 20-39,-37-2-135,-2 9 1,-2 4-656,-5 18-1336,-3-12 0,-1 2 1337,1 21 1,-3-22 0,-2-17 0</inkml:trace>
  <inkml:trace contextRef="#ctx0" brushRef="#br0" timeOffset="394780">11842 10889 22481,'-41'0'1162,"0"1"0,-15-3-1033,66-7-6,17 1 36,14-1 1,7 0-115,0 1 0,7-1-871,-9 3 1,9-2-1,3 1 1,-1-1-1,-5 2 820,9-2 1,-4 1-1,2 0 7,-4 1 1,3-1-1,-1 1 1,-2 0-72,4 0 1,-2 1 0,-4 0 69,5 0 0,-1 0 5,-4 0 1,2 0-1,-3 0-2,1-1 0,-5-1 2,-12 1 1,-6-1-11,1-9-29,-39-4 6,-28-6 42,9 12 0,-5 0 5,-15-8 1,0 2 14,-11-5 567,17 8 0,5 1-467,18 7-27,-2 0-51,16 6 11,2 2 6,25 6 3352,1 3-3411,10 7 0,4 3-8,15 16-238,-16-7 0,-1 2 212,-11-2 1,-4 1-20,-3 2 0,-3 1-57,-4 1 1,-6 1-168,-6 0 0,-7 0-698,-4-2 0,-6 0 313,-9 1 0,-1-4 0,-5 4 0,0-6 0</inkml:trace>
  <inkml:trace contextRef="#ctx0" brushRef="#br0" timeOffset="395846">13239 10808 16583,'10'-43'2416,"1"0"0,0-14 0,1-5-1968,-2 12 0,2-3 0,-2 3-694,2-12 1,-2 6 556,-3 16 0,-1 7 348,-2 10-513,-1 4 38,-2 15-167,-1 10 50,0 35-50,0 11-422,0-10 0,-1 3 394,1 0 0,0 1-3,0 2 0,0 2-17,3 11 0,0-2 0,-1-19 1,1-1-155,6 20 0,1-5 6,1-14 260,9 19-310,-12-43-52,-1-7 113,-5-16-235,-5-51 369,1 19 45,-4-19 1,0-3 10,-1 6 14,0 0 1,-1 0 19,4 18 0,-1 1 64,-1-19 1,-1 1-74,3 17 1,1 1 28,-1-12 0,1 4-9,1 5-198,5 1 1,3 0 141,2 8 6,16-20 0,4 36-45,31 4 28,-12 5 5,-3 4 1,1 0-6,9 1-771,3 1 1,12-1-1,-6 0 771,-11 0 0,1-1 8,3 0 1,9 0-1,2 0 1,-5-2-283,-3 0 0,-2-1 0,4-1 281,-5 0 1,4-1 0,3 0 0,-2-1 0,-4 1-7,-3 1 1,-5-1-1,1 0 1,5-1-1,1 0 0,5-2 0,2 0-1,0-1 1,-4 1 0,-7 1 1,2-1 0,-7 2 0,6-2-3,0 0 0,5-1-1,3 0 1,-1 0 0,-6 0-5,7 0 1,-4 0 0,1 0 3,-6 1 1,2 0-1,0-1 1,-1 1 6,-5 0 1,0 1 0,0 0-1,-1-1 16,2 1 0,0 0 0,-1 0 0,-2 0 1,2 0 1,-2 1 0,-2 0-4,15-2 1,-4 1 177,-19 3 1,-6 1-170,5 0-23,-10 2 51,-11 3 2141,-16 8-2152,-2 9-1391,-1 3 1357,0 5-174,0 8 0,3 6 160,1 5 1,1 3 7,-1 3 1,1 2-213,2-10 0,2 0 1,-1-1 200,2 6 1,1 2 3,-1 0 0,0 4 0,0-2-12,0 2 0,-2 1-3,-1 3 0,-1 5 1,-2-8-1,-2-17 0,-2-1 9,-2 6 1,-3 4 0,-2-5-2,-6-4 1,-4-3-4,-7 8 1,-5-3 0,-4-6 0,-5-5 1,4-9 1,-5-4 0,2-2 14,-3 1 1,-2-4-8,-1-3 0,-4-2 1,1-2-8,-8-4 1,-2-2-304,8-1 1,-4-1-1,-1 0 317,-3-1 1,-2-2 0,0 0 185,12 1 0,1 0 0,-2-1 0,-3 0-186,2 0 1,-3 0 0,-1 0 0,0 1-1,1-1-335,5 1 0,-1 1 0,1-1 0,0 1 0,0-1 328,-11 0 1,0-1 0,0 1 0,0 0-4,0 1 1,0-1 0,1 2 0,2-1-131,10 2 0,1 0 0,1 0 1,-4 0 130,-5 0 1,-3 0 0,-2 0-1,1 1 1,5-1-6,5 1 1,4 0 0,0 0-1,-3 0-18,-5 1 0,-5-1 0,-1 1 1,5-1-1,7 1-21,-6 0 1,4 0-64,-6 0 1,-5-1 0,9 1 47,16 0 1,5-1-6318,-18-6 6243,39 0 0,9 3 0,8 3 0</inkml:trace>
  <inkml:trace contextRef="#ctx0" brushRef="#br0" timeOffset="396439">14129 10523 22492,'-4'-56'394,"0"-1"0,1 3 0,5 10-176,11 24-134,0 2 51,6 3 10,9 7-72,4 3-23,24 11-16,-21 3 16,20 19-33,-18 3-34,-10-3 1,-1 0-349,6 12 342,-5 15 130,-31-23-62,-26 13-39,3-17 39,-25 4 145,10-17 45,2-4-112,6-5 208,8-17-235,15 2 240,-5-21 17,12 16-230,0-13-45,8 14-33,11-2-39,6 8-6,4 2 16,9 9 29,14 16-50,6 7-159,-26-11 0,-1 2 161,0 1 1,-2 2-37,8 24 22,-8-7 6,-19 12-40,-29-20-30,-1-10 0,-4-2-76,-13 5-129,9-11 0,1-3-223,2-5-4151,-24-4-1395,30-6 5290,-12-6 0,27 6 0,1-1 1</inkml:trace>
  <inkml:trace contextRef="#ctx0" brushRef="#br0" timeOffset="396688">14695 10221 24682,'49'0'343,"-1"-1"1,-4 3 0,-9 8-293,-16 36-250,-12-13 0,-3 2 204,-2-3 1,-3 2-512,-4 19 1,-4 4 413,0-9 0,-1-1-4,-2-1 1,0-2-188,0-5 0,1-2-1203,-1 21 337,3-12-8682,11-3 8723,2-34 0,2 0 0,-3-8 0</inkml:trace>
  <inkml:trace contextRef="#ctx0" brushRef="#br0" timeOffset="397079">15205 10487 13978,'1'-6'8262,"1"1"-6111,-2 5-1659,15 8-105,-2 47-326,13-6-30,-16-8 1,0 2 18,1-12 0,0-2 118,4 13 0,-2-12 364,-9-22-442,-4-11 16,-3-16 1,0-20-57,0-9-36,2 17 0,2-1 42,6-24-17,6 6 1,8 5-29,-1 14-45,10 0 40,2 13-29,27 3 1,-14 12-6,0 12 0,-1 4 11,0 8-483,2 6 1,1 5 415,-21-11 0,-2 2-275,14 17 1,-1 1-119,-1 9-682,-15-15 0,-3-1-3059,-6-3 4218,2 12 0,-10-28 0,0-1 0</inkml:trace>
  <inkml:trace contextRef="#ctx0" brushRef="#br0" timeOffset="397655">16443 10713 24217,'59'-12'100,"0"-1"1,-13 3 0,2 1-84,-1 3 0,5 1 0,-3 0-1030,7-2 0,-1 0 1018,-1 1 1,3-1-1,-4 0-2,0-1 0,-2 0 11,7-1 0,0-4 8,-12-1 1,-3-2 162,-6 5 1,-4-3-158,0-9 0,-10-1-11,-18 1 442,-28-31-369,-13 20-4,7 10 1,0 0 25,-13-5 264,-4 1-146,26 17-85,-2-2 911,16 11-1067,5 1 274,7 5-229,7 5-6,14 8-31,-1 1 0,1 0-3,13 11-173,-7-4 0,1 3 179,-9-6 0,-1 2-31,14 15 1,-1 1 4,-13-12 1,-1 1-53,6 12 0,-7 0-258,-15 13-418,-15-15 0,-5 0-825,-11 13 1148,-8-15 0,0-6 0,11-13 0,-10 6 0</inkml:trace>
  <inkml:trace contextRef="#ctx0" brushRef="#br0" timeOffset="398139">17620 10593 17680,'19'-48'1333,"0"-1"0,0 1 0,4-9 1,-3 3-503,-7 6 1,-4 6-382,-2 5 116,0-18-370,-6 41 48,-1 0-255,-2 17 85,-1 26-46,-1-1-14,2 15 0,0 4-14,0 3-152,1-9 0,0 6 1,1-5 117,-1 21-376,1-3 1,1 1 266,2-20 1,1-1-276,4 17 1,2 0 198,-4-20 1,2-1-911,4 7 1,-1-6-172,-5-17-5197,1-1 3762,-7-23 0,-1-4 0</inkml:trace>
  <inkml:trace contextRef="#ctx0" brushRef="#br0" timeOffset="398746">17823 10203 16124,'-5'-55'1939,"-1"0"1,0-1 0,-1 6-1038,1 7-308,1-8-516,6 22 0,12 2-27,13 19-4,4 4 1,3 2-31,19 1-440,-4 3 1,4 0 425,-8 1 0,3 0-654,6 0 1,6 0 0,-3-1 650,6 0 0,1 0-3,-15-1 0,3-1 1,1 0-1,0-2-606,0-1 1,1-1-1,-1-1 1,-1 1 609,7-1 1,-1 1 0,3-1-3,-10-1 0,3 0 0,1-1 0,1 0 0,-3 0-406,9-1 0,-1-1 1,-1 1-1,-2-1 408,-8 2 1,-2 1-1,2-1 1,3-1-101,-2 1 0,5-1 1,2-1-1,-1 1 1,-4 0-1,-6 1 103,1 0 0,-6 1 0,4-1 1,11-2 1,7-1-1,-1 0 1,-5 1 14,-8 1 1,-4 0 0,2 0 45,1-1 1,4-1 0,0 1-1,-5 0-46,-3 0 1,-2 2 0,0-2 389,11-1 0,1-1 0,-6 2-332,-6 2 0,-2 0 37,12 0 0,-2 1-65,12 0 34,-3 9 1989,-38 16-1977,-5 10-57,-7 5 39,-8 17-5,-5 1-51,-2-5 1,-3 9-1,-1-2 221,-1 8 0,-1 1-247,2-9 0,-2 4 1,1-2 6,2-9 1,0-2 0,0-1 10,-2 14 0,-1 1-18,1-10 0,0 1 1,0-2-6,-1 8 1,-5 0-7,-7 1 0,-6 3 0,2-8 9,6-14 1,-2-2-1,-10 9 1,-7 5-1,1-9 305,-2-11 0,-4-7-303,-5-1 0,-5 0 1,2-3 3,-4 0 0,-2-2-483,15-8 1,-6 0-1,1-1 1,5-2 482,-5-1 0,-3-2 4,2-1 0,-8 0 0,-5 0 0,-1-2-276,11-1 0,-3-2 1,-1 0-1,-1-1 1,1 1-1,3 0 272,1 1 0,4 1 0,0-1 0,-3 0 0,-4-1-84,2 0 1,-6-2-1,-4 0 1,-2-1 0,2 0-1,2 1 1,7 0-1,7 0 82,-7 0 0,8 1 1,-3-1-44,0 0 1,-4-1 0,-3 1 0,3-1 0,4 1 32,-3 0 1,4 0 0,-5 0-37,5-1 0,-4 0 0,-2 0 0,1-1 0,3 1-36,1 0 0,4 0 0,-1 0 0,-1-1 8,-9 0 0,-3 0 1,4-1-1,9 0-1291,3-4 1,11-1-339,11-1 1705,7-8 0,19 15 0,5 0 0</inkml:trace>
  <inkml:trace contextRef="#ctx0" brushRef="#br0" timeOffset="399204">18561 10245 19546,'0'-5'3142,"0"1"-1311,0 4-1567,0-19-169,0 26 129,-4 20-179,-1 13 11,-3 8 0,-3 1-433,-1-5 388,0-5 1,1 0 16,1-1 5,1 8 103,7-21 183,17-14-168,23-32-134,-2-1 19,1-6 1,0-3-863,11-8 845,-20 15 1,1 0 75,16-14 374,-9 16-446,-13 5 10,-2 19-5,-20 19-17,-1 14-27,-1 22-35,0-4 941,-1-1-1030,8-3-359,13-3 225,0-8-712,23 6-4520,16-28 4827,-23-12 1,-1-2 0,20 1 0,-18-11-1</inkml:trace>
  <inkml:trace contextRef="#ctx0" brushRef="#br0" timeOffset="399446">19464 10196 16343,'10'-55'1381,"0"0"0,-1 0 0,1 6 0,-1 2 1,-1 8-912,3-5 905,0 12-1185,-7 23 51,0 6-118,-5 24 17,-4 22-89,0 4-1090,-1-4 1,-1 8 0,1-4 1043,1-10 1,-1 2-6,-1 16 0,-1 8 0,1-7-304,2-18 0,1 0 252,-1 11 0,1 6 0,1-4-80,4 0 0,2-1 17,-2 9 1,4 0-312,8-12 0,6-6-1567,4-8 0,4-5 1993,2-3 0,0-3 0,14 9 0,-16-26 0</inkml:trace>
  <inkml:trace contextRef="#ctx0" brushRef="#br0" timeOffset="399829">19989 10352 19966,'14'-47'1521,"0"1"1,-2 2 0,-2 16-1237,-6 29-16,-2 18-151,-1 8 2,0 8 1,-1 4-534,-6 24 461,1-15 0,-1 0-18,-3-8 1,-1-3 8,-6 19 1,-5 2 38,3-20-16,5-9 349,1-8-103,10-22-188,12-26 1,8-11-93,-1 3-12,3-2 1,4-7 0,-2 7 5,9-6 4,-5 11 0,5-3 1,-3 4-16,15-8-139,-9 10 1,-1 3 127,1 12-51,-6 9 35,-9 8 410,3 11-663,10 30-160,-9-10 98,-4-1 1,-1 0-1255,3 12 1585,-7-14 0,-1-1 0,1 4 0,-1-4 0</inkml:trace>
  <inkml:trace contextRef="#ctx0" brushRef="#br0" timeOffset="400429">21081 10382 18599,'-49'7'801,"-1"1"0,6-2 0,11-1-376,23-4-10,9 0 168,26-1-477,-1-2-33,22-1-45,1-2 0,3-3-25,-2 2 0,6-1-486,-4-1 1,8 0-1,1-1 1,-4 1 493,-2 0 0,-2 0 1,2-1-5,2-1 0,5-1 0,-2 0 0,-7 0-7,3 0 0,-4-2 16,12-5 1,-4-2-333,-8-7 467,-3-7 23,-28 1-34,-26 1 50,-18 0 121,-1 13 0,-1 1-31,-12-6 1894,-6-1-1664,17 10 256,12 5-704,-1 0-51,13 6 17,8 10-50,6 6 16,16 23 12,-4-7-4,-3-1 1,1 2-513,12 20 499,-11-16 0,2 2 8,1 0 0,0 2-62,4 7 1,-3-2 7,-7-14 1,-2 0-151,0 8 0,-5-3-879,-11 1-3395,-17 7 3674,-6-12 0,4-11 0,6-10 0</inkml:trace>
  <inkml:trace contextRef="#ctx0" brushRef="#br0" timeOffset="401094">22351 10321 21108,'16'-58'1154,"0"-1"0,3-3 0,-3 10-863,-6 27 207,7-13-183,-9 24-187,0 3-88,-4 8-1,-1 14 11,3 11-33,4 30 11,-2-12-23,-2-6 1,1 0 5,4 15-11,-1 1 8,-2-16 1,0 0 42,0 6-1,1 3 336,-5-25-268,-4-19-23,2-12-28,2-14-11,5-16-16,5-13-24,-4 25 1,1 1-107,2-1 1,2 1 106,1 2 0,1 1-6,18-19-22,1 11 0,0 12-12,0 10-44,8 16 33,-14 3-111,11 17-85,-15 5-190,7 11-342,-11-12 0,0-1-240,9 11-1096,-8-11 1,2-3 2097,16 6 0,-13-9 0,-3-5 0</inkml:trace>
  <inkml:trace contextRef="#ctx0" brushRef="#br0" timeOffset="401422">23486 10063 17294,'0'-2'4643,"1"-1"-2906,-1 3-1631,-44 56-72,33-33-4,-14 14 1,8 3 81,35-3 129,28 1-146,-8-12 23,-6-17 0,1-9 296,17-23-268,-8 3-29,-14-2 1,-1-4 22,-7-3 0,-3-2-208,2 0 1,-2-1 142,0-7 1,-2 2-3,-1-9 39,-5 1-6,-7 16-111,-2 6-197,0 7-100,-1 16-567,1 17-289,6 7-148,0 8-4199,9 10 5505,-4-12 0,-1-4 0,-4-11 0</inkml:trace>
  <inkml:trace contextRef="#ctx0" brushRef="#br0" timeOffset="401954">24103 10358 19837,'0'-5'4341,"0"1"-3468,14-56-357,2 22-348,0-7 0,2-1-626,8 2 578,0 1 1,0 0-77,2-7-512,-7 10 0,2-6 0,-3 2 498,-4 4 1,-1-1 8,6-17 1,-1 0 34,-10 22 0,-3 3 15,0-9 1,-2 4 56,-4-2-84,-2-6 198,-2 32-271,-4 8 1333,1 16-1294,-12 22-45,4-1 14,1 1 1,-1 3 33,1 4 1,1 2-35,2 4 1,0 1-415,0 0 0,3 0 414,7 1 0,6-1 3,4-9 0,7 0-4,4-3 0,6 2 1,1-3-9,13 7 1,5-5 1,-2-8 1,4-3 0,-1-6 3,3-3 1,0-7 13,3-6 1,-1-11-4,-10-15 1,-5-10 16,-5-2 1,-5-5-7,-5 4 1,-2-3 0,-2 0-506,0-4 1,-3-3 497,-2-5 1,-1-5-1,-2 3-4,-1-3 1,-2 0 5,-1 5 1,0-4-1,-2 6 14,-2 4 0,-2 3 51,-6-6 0,-1 6-20,-4 7 39,-14-15 218,-3 57-313,-1 14 0,7 16 0,4 10-36,6-6 1,3 4-1,1 0-479,-4 12 0,2 2 326,5-3 1,1 4-1,5-3-463,4-10 1,4-2-1,2 3 652,1 1 0,3 5 0,0-1 0,-1-5 0,4 11 0,0-5 0,5 0 0,-1 0 0</inkml:trace>
  <inkml:trace contextRef="#ctx0" brushRef="#br0" timeOffset="404580">14861 10317 18560,'-1'-50'1538,"1"0"1,0 8-1,-1 6-726,0 0 292,1-4-892,1 11-21,1-5 134,1 19 50,2 0-201,-1 1-40,1 3-27,-2 6-85,-1 3-11,-1 1 62,0 7 6,0 7 61,0 24-40,0 8-66,-1-13 0,1 3-18,-1-1 1,0 0-442,0 5 0,0 1 430,-1 2 1,1 1 16,0 2 1,-1-1 5,0-1 0,-1 0-3,0 4 0,0-2-19,-2 13 8,1-23 0,1-4 8,-1-6 12,-2 13 5,3-22 101,-2 1-67,4-13 940,0-7-935,2-7-16,4-16-40,1-5-16,2-14 5,-3 11 0,-1-27-22,-3 11 33,-1-5 1,0-3-1,-1 17 0,1 1-342,-1-7 0,0 1 323,0 11 0,0 2-16,0-15 41,1-10-28,0 22-34,2 12 28,-2 18 23,-1 10 0,4 27 17,0 8-32,-1-5 1,0 3-85,-1 2 0,-1 0 90,0-5 1,0 3-13,-2 3 0,-1 6 1,0-2-1565,-4 19 1,-1 0 1569,3-20 0,1-1 0,-2 0 5,0 4 0,-2-1 1,2-4-101,1-4 1,1-3 92,-1 7 0,1-2-5,-1 12-1,2-7-358,-2-23-3255,2-8 3619,-1-16 0,3-3 0,0-1 0</inkml:trace>
  <inkml:trace contextRef="#ctx0" brushRef="#br0" timeOffset="409950">5034 11057 7895,'0'-6'9830,"0"1"-5528,0 5-3316,0-63 22,0 36-874,0-9 1,0 3 285,0 17-146,0 10-123,0 2-100,0 2-12,2 2 67,3 8-55,-1-2 45,5 16-12,-3 2 11,2 15-39,-1 10 11,0 8-39,-2-20 0,-1-1-3364,2 26 3375,0-5 23,-4-13 22,0-17 123,-1 2-123,-1-13 302,0-6-240,0-9 397,0 1 2849,0-1-3386,0 3 5,-1 1-11,0-1 0,0-2 168,1-1-106,0-7-12,0-8-44,1 0 22,2-13-17,1 4 0,4-7 6,-1 6 0,15-19-12,-10 23 18,27-28-35,-22 30 29,30-20-17,2 11 6,-6 3-1,-3 8 1,0 4-6,8 5 6,8-3 10,-4 10-10,-31 3 5,16 5-22,-15 3 0,11 6 11,-10-6-6,6 7 17,-7-6 6,10 9-11,-11-6-1,6 7-10,-17-10 10,9 20-21,-12-17 21,5 20 18,-9-20-1,2 6-5,-3-9 5,0 2-11,-1-2 12,1 6-18,-1-6 12,0 3-6,0-10 73,0 2-22,0-5 302,-1 1-325,-2-12-39,0 4 6,-3-10-6,2 9 0,-2-2-6,4 5 1,-2 0 16,2 1 6,-5-8-29,3 4 7,-8-16 5,6 10-23,-10-22 18,8 18 5,-7-17 11,6 13 6,-7-9-6,5 10-11,-12-9-6,10 16-5,-21-15 6,15 16 5,-18-11 5,6 9 1,0 1-17,3 4 11,7 6 11,-2 4-17,-1 3-5,0 2-17,-6 9 17,6-2 5,-4 2 6,6-1-17,-7 11 17,3-1-5,-17 21 5,18-17 5,-5 12-10,14-16-23,-4 14-6,4-3 62,5-5-28,4-10 11,5-11 6,-1-4-34,1-1 29,0-1-35,0-2 68,1-2 0,0-4-6,4-8-33,1-4 5,7-10-17,2-1 6,0 4-11,7-7-28,11-5 39,-5 8 5,9-7 29,-5 12 1,1 2-42,5-4 10,8-2 1,0 2-4,-12 10 0,0 1 0,0 3-46,-3 5 46,13 1 0,-21 7 0,12 9 17,-16-3 12,26 18-29,-24-12 0,25 23 0,-24-21-13,19 24 2,-21-18 28,3 9-10,-14-9-7,-5-3 0,-4-5 0,-2-3 0,-2-4-1536,-1-3-8295,4-6 8316,-1-1 0,3-1 0,0 2 1</inkml:trace>
  <inkml:trace contextRef="#ctx0" brushRef="#br0" timeOffset="413379">1384 12767 17559,'-56'11'1064,"-1"0"0,1 0 0,-5 1 1,8-2-987,0-1 1058,52-8-912,21-1-98,11-2 0,5-1-81,23-2-603,1-1 1,6-1 573,-13 1 1,4-1-9,-7 3 1,6-1-1,0 1 1,-5 0-255,-6 1 1,-4 0-1,3 0 231,19-1 0,3 2 1,-8 3-73,-13 7 0,-7 1 489,20 3-385,-21 17 5,-59-9 0,-6-4 1,-4 0-6,-19 6 179,6-6 0,-2-2-182,12-3 0,-3 0 8,-14 4 1,-6 3-1,3-2 0,1 0 1,0 1-7,4-2 1,-2 2 0,8-3 1397,-3 2-1375,14-2-45,21-9 29,5 1 27,15-3 17,14-3 798,20 0-859,21-6-1,-12-1 1,2-2-610,-14 2 1,1 0 599,2-2 0,3-1 1,-4 1-3,-8 1 1,0-1 6,10-2 1,5-2 0,-6 1 6,-9 2 1,-2-1-16,26-9 0,-5-2 203,-20-3 107,-7-27-219,-28 19 39,-9 2 0,-4 0 247,-16-21-322,6 14 0,1-1 165,-10-11 1089,1 1-977,19 29 117,5 6-436,3 4-18,7 16 12,5 4 736,10 27-725,3 9-17,-6-6 1,0 2-356,4 18 330,-5-7 0,-1 0-47,-3-6-135,0-3 0,-1 1-1540,-3 15 1753,-5-20 0,0-2 0,0 5 0,-7-7 0</inkml:trace>
  <inkml:trace contextRef="#ctx0" brushRef="#br0" timeOffset="415373">4201 13274 21052,'5'-49'921,"1"0"1,-1 0-1,4-7 1,-5 3-690,-14 11 1,-4 5-599,-8-10 730,-10-7 31,5 21-182,-14 10-44,6 24-152,4 11 0,-1 5 5,-8 12-407,4 13 1,4 2 395,5 1-6,5-2 1,2 1 373,10 7-373,10-14 0,9-2-12,28 7 6,6-6 22,-1-37 1,2-10 5,-1-5-200,0-7 0,-1-5 197,-15 2 0,-1-3 75,6-11 1,-1-3-53,-4-3 0,-3-4-473,-2-3 1,-4-1 497,-4-1 0,-3 1 11,-2 1 0,-3 1-211,-2 6 0,-1 2 214,0 8 0,-2 3 465,-4-12-535,1 24 560,-3 12-588,3 16 1029,-2 14-1012,0 20-12,-2 20 561,3-3-572,0-8 0,1 4-14,5-4 1,1-1-461,-1 1 0,1 1 385,6 5 0,3-3-85,0-19 1,3-2-258,8 13 0,9-9 126,7-31 1,8-10 0,-6 1 377,-9 12 0,-1-5 97,5-22 0,3-12 1,-16 3 31,-23 2 173,-1-22 140,-7 18-352,3 7 61,-7 1 842,4 15-977,0 0-88,2 4-12,4 5 16,1 1 1,9 10 6,-4-5-12,21 7 22,-11-10 7,20-1 10,-6-13 51,15-12-51,-16 0 6,1-6 79,-17-5 10,-6-3-72,-1 0-11,-8 6 83,-11 12-16,-6 9-95,0 2 27,-14 26-27,18-3-17,-14 27 11,13 10-12,4-8 9,8-12 1,3-1-15,11 6 6,10 6 16,30-10-16,-8-17-223,-5-10 1,2-5 233,22-12-20,-21 0 0,-1-3 26,1-5 0,-2-5 8,2-11 0,-4-2-6,-10 10 0,-3-1-5,2-14 0,-3-2 14,-11 10 0,-2-1 27,2-22 1,-1-2-40,-3 17 1,-1 0 16,0-17 1,-3 0 30,-2 18 1,-3 3 27,-1 0 0,-2 3 20,-5-17-79,0 32-11,3 21 17,4 14 6,-1 4-34,-2 24-11,2-8 0,0 1-85,1-7 0,0 3 68,-2 19 0,2 4-861,1 2 0,3 0 766,2-17 0,0 1 0,1 0-40,1 20 1,4-1-1639,9-4 0,4-6 1028,10 3-557,-2-16 0,3-5 1262,-4-15 0,-1-3 1,13 10-1,-8-14 1</inkml:trace>
  <inkml:trace contextRef="#ctx0" brushRef="#br0" timeOffset="415946">5693 12961 27090,'-34'-6'53,"1"0"1,-19-4 19,76 20-57,-6-7 29,40-6-11,-20-8-1,11-3 85,-8-19-34,-21 7 17,1-14 56,-17 5-34,-15 6-101,-1 10 29,-11 10-12,0 17 6,1 5-12,1 5-16,6 11 0,8 2 11,2 21-28,7-15-17,21 21 23,11-31-1,-4-10 1,2-2-708,22-3 693,-14-7 1,4-5 5,2-9 0,0-3 9,1-2 0,-1-3-6,-2-1 0,-3-6 5,-4-13 1,-7-3 5,-1-6-6,-14 8 1,1-8 0,-4 5-23,-2-21-282,-5 16 0,-1-7 0,-1 5 355,-4 8 0,-1 2-210,-2-16 1,-3 2 165,-5 6-12,-2 17-2660,2 41 2660,7 1 395,-4 34-395,6 3 0,1-14 0,1 2 113,0-7 0,1 2-113,1 21 0,0 1 0,1 5 0,1-15 0,2 6 0,0-7 0,1-12 0,0-1-199,8 25 0,5 0-305,-4-26 0,3-3-1765,5 5 1,0-3 2268,7 2 0,-8-14 0,-18-16 0</inkml:trace>
  <inkml:trace contextRef="#ctx0" brushRef="#br0" timeOffset="416112">6283 12803 25074,'-31'-46'842,"0"1"0,3 7 0,8 5-708,21 7-134,7 15-11,4-1-95,29 8-269,5 7-787,-9-1 1,3 2 1161,5 1 0,-4 1 0,8 1 0,-4-1 0</inkml:trace>
  <inkml:trace contextRef="#ctx0" brushRef="#br0" timeOffset="416629">6665 12854 10298,'-1'4'7998,"1"-1"-1528,0-3-6179,14 11 191,-2-8-308,11 7 184,10-18-179,-2-3-84,-1-1 1,-1-2-12,8-4 73,13-13 50,-25 6 0,0-9-101,-12 6 135,-10-14-67,-14 17-6,-11-6 0,-11 17 78,-22 18-190,15 9 6,-4 18-6,24 22-101,11-12 39,3 12-111,22 6-301,5-27 1,4-1-563,-3 2 0,3-2 980,28 4 0,-1-7 0,-17-11 0,21 4 0</inkml:trace>
  <inkml:trace contextRef="#ctx0" brushRef="#br0" timeOffset="420663">4761 9621 17708,'-5'-49'844,"0"-1"0,0 0 0,-1 0 0,1 1 0,0 2 0,-1 4-405,0-9 1,0 8 154,-1 7 165,2 3-619,3 19 55,2 15-61,7 28-72,-2-3 0,6 20 16,-6-11 0,-1 3-33,0 10 0,-1 3-454,2 9 1,-1 1 416,-2-7 1,0-2-9,1-2 0,-1-2-12,0-13 1,0-2-131,2 8 0,0-2 148,0 5 341,1-10 17,-2-32-213,2-13-112,0-7 28,11-40-44,-5 22 277,1-2 0,2-3-300,-3 11 0,0 1 11,9-15 1,1 1-7,-7 14 1,1 2 39,14-11 0,2 7-57,8 13 545,7-2-555,-1 43 28,-21 14 5,5 9-14,-17-15 0,-2 2-234,-1 2 0,0-1 226,7 24 2,-4-17 1,1-4-14,4-5-23,8 4 342,-8-24-398,9-20 28,-3-13 45,-2-12 0,-1-4 45,-7 6 0,-2 1 74,2-7 1,-3 0-92,-6-17 45,-10 18-12,-1 6-16,-4 11 22,2 13-11,5 6-22,0-1 324,2 2-308,1 3 1,0 3-57,0 5 23,1-2 5,3 12 1,1-9 5,14 16 5,-6-16 1,23 9 5,-18-15 28,16 0-11,-12-9-16,4-7-7,-9-1 34,2-26-22,-12 17 0,-2-31-6,-7 31 34,-12-22 5,-1 20-50,-2-1-11,-2 9-6,6 11 12,-5 4 27,2 5-11,-9 12-5,-4 15 0,2 5 5,0 12-6,17-6-21,7 2-7,13-1-10,13-4-29,17-7-22,17-11-571,-22-15 0,3-3 554,8-2 1,0-3 46,-7-1 1,1-3-46,3-4 0,3-2 1,-5-1-161,-8 1 1,0-2 224,8-5 0,5-3 1,-8-1 10,11-16-23,-15 6 0,-4-3 93,-15 4 1,-3 0-3,3-13-6,-11 5 67,-22 22 1072,-8 9-1138,-7 0 564,-19 21-593,17 5 0,-8 14 76,23-7-65,11 14 17,10-13-44,7 11 10,2-17 12,12 1-6,-4-13-5,4 0-12,-6-9-3324,10-29 3347,-13 13 44,13-31 35,-18 20-63,0 0 62,-2 2 73,-4 9-151,0 4-28,0 5 3397,-1 7-3380,0 14-6,0 3-39,1 14-12,7 0-285,18 7 213,-1-14-34,2-8 1,4-3-292,30-2 190,-20-8 0,5-2 0,-1-1-124,5-3 1,-1-2 384,16-4 0,-6-4 33,-27 1 1,-6-3 126,10-18 55,-19 0 23,-14-3-96,-7 9 147,-9-6-24,-5 10-16,-12 1 90,-24 12-230,13 9-25,2 9 0,-1 5 530,0 13-612,13-6 1,2 2-39,4 17 33,14 1 0,18-3-3409,23-2 3409,-4-14-108,29-6 125,-26-13 2,3-8 1,1-4-9,14-14-3,-11-4 1,-1-4-1153,1-12 1147,-19 14 0,-4 1 19,-5-9 45,-7-2 0,-2-9 1,-1 6-43,1 9 0,-2 0 44,0-15 0,0-7 0,-3 7 53,-3-10 15,1 27 0,-1 1-91,-2-8 2636,-1 11-2682,5 21 143,0 7-143,3 20 0,3 21 0,-1 3 0,1 7 0,0 5 0,0-8 0,-1 4-268,1-7 1,0 6 0,1 1-1,0-2-1775,2 7 1,0-1 0,1 0 1684,1 5 1,0 1-1,0-7 1,0-5 0,1-8-1,2 7 1</inkml:trace>
  <inkml:trace contextRef="#ctx0" brushRef="#br0" timeOffset="422478">8687 12909 19669,'0'-62'1676,"-1"0"1,0 6 0,0 3-1252,0 11 1,-1 3-106,-2-14 363,-2 10-504,2 27-145,-1 2-12,3 25 6,-1 17-6,1 5 12,-4 27-20,1-20 0,0 2-340,1 2 0,-1 0 326,0 0 0,2 0-3,0-3 1,3-2 19,8 16-17,1 4 56,4-18 0,-6-20-23,-2-12 113,-4-37-118,1-6-11,1-17-12,-1 18 1,0-1-411,0 2 1,0-1 440,1-9 1,0-2-20,0-7 0,0 2 16,0 11 1,-1 3-6,2-27 620,-2 33-643,-1 21-21,-1 9 32,0 16-32,-2 33 16,1-13 0,-2 3-20,1 2 0,-1 1 457,1 2 0,0 1-423,1 4 0,0-4-8,2 4 5,0 7 56,0-58-33,0-16-1,1-19 6,-1 0 1,-1-1-35,2-20-250,-2 11 1,0 0 322,0-17-33,0 0 33,0 28 1,1 2 38,-1 4-94,0-3-23,0 25 0,0 11 22,0 35-61,0 3-12,0 7 1,0 1-1744,1 14 1628,0-24 1,1-1-551,3 7 183,3-8 1,1-1 0,-2-3-1,6 15 1</inkml:trace>
  <inkml:trace contextRef="#ctx0" brushRef="#br0" timeOffset="431116">10087 9155 10455,'6'-51'1638,"0"-1"0,0 0 1,-1 0-1,2-5 0,-1 2 1,-1 7-897,0 8 0,0 6 339,3-25 330,-3 6-840,0 10-385,-5 20-118,-6 38 5,-3 25-43,2-6 1,0 1-12,1-3 1,0 2-318,0 7 1,-1 4 0,1-3 297,1-6 0,1-1 11,-4 21 1,0 3 10,2 1 1,-1-4-26,3-20 0,-1 1 18,1 11 0,-1 5 0,0-7 2,0 6 16,1-9 1,2-5 431,0-19-337,1-3-83,1-25 34,7-36-63,0 12 15,5-14 0,5-4-12,2 6 1,2 2-1489,-1-1 1,0 0 1471,2 5 0,2 2-125,0 9 0,0 3 134,5-4-22,5 5 1,-1 4 9,-9 11-5,21 7-1,-23 18 12,-1 3-40,9 29-16,-14-19-197,2 7 1,1 0-152,2-2-2129,10 9 1,3 0-7305,8-3 8622,-14-11 0,-1-3 1,-4-9-1,-17-13 1</inkml:trace>
  <inkml:trace contextRef="#ctx0" brushRef="#br0" timeOffset="432241">10908 9212 17221,'0'-4'6307,"0"0"-5915,0 4-263,-33-21-73,24 19 39,-19-10-22,39 25 61,21 6-66,-1-8 16,10-3 0,-10-15-12,-4-7 96,3-25-134,-13 13 84,-2-18-62,-14 26 112,-13-10-90,3 15 242,-34-3-191,13 17-85,-12 1-27,16 8 28,-3 22-67,14-3 16,-5 23-39,24-9-5,3-9-40,6-4-560,30 11 101,0-14-82,-5-6 0,4-3 253,-3-9 0,0-4 235,-5 0 0,-1-2 11,0-2 1,0-3-130,11-8 1,-2-5 327,9-10 22,-11 4 1,-5-4 208,-12-15-119,-11 7 17,-6 2 711,-8-15-476,-5 17-224,-3-11-22,-3 25 241,-11 9-325,7 4 201,-34 25-263,29-7-11,-4 10 1,2 3-1,6 7 456,-3 15-496,14-20 12,14 5 40,7-19-18,14 2 6,7-18-6,-5-8-10,0-6 83,15-31-34,-13 9-27,-8 6 0,0 0 16,-1-8 73,-6 7-33,-8 11 39,-5 7-79,-3 7-39,-3 8-11,-2 10-17,-3 12-16,1-1-74,2 13-111,6 6-17,10 1-158,17 5-240,20-14 258,1-10-317,1-11 1,5-3-356,-13-6 1,2-1 984,-3-2 0,2 0 1,-2-1 44,0-2 0,-3-4 5,9-10 0,-5-6 494,-2-17-180,-15 8 0,-4-3 348,-8-25-23,-9-1-67,-6 7-83,-9 10-113,-10 12-230,-4 15 191,-33 12-191,7 15-92,13-1 0,0 3-20,6 3 1,4 3 22,-18 22-28,15 3-51,17-2 23,13-11 11,7-4-17,34-3 23,0-13-6,-7-5 0,2-5 16,-4-9 1,-1-4-249,20-11 251,-14-5 1,-1-6-766,-14 5 1,-1-2 759,5-4 0,-1-4 36,-4-18 1,-4-3-353,-7 13 1,-1 0 383,-2 4 0,1-4 1,-2 3 5,0-7 1,-4 3 188,-2 3 0,-2 4-114,-2-8 33,-5 10-7,4 31-189,-3 8 2592,0 21-2592,-7 25-15,6-10 1,0 5 115,1 0 0,-1 5 1,0 2-509,-1 8 0,0 2 0,0 1-750,2-12 1,1 0 0,0 1 0,1 1 1156,-1 5 0,1 3 0,0-3 0,1-6 0,0 4 0,1-5 0,2-2 0,1 1 0</inkml:trace>
  <inkml:trace contextRef="#ctx0" brushRef="#br0" timeOffset="434100">8548 8405 16768,'-40'30'1086,"1"1"1,-1-1-1,-10 8 1,3-1-1709,12-4 1,-2 3 796,-4 4 1,-5 3 0,3-3-804,0 1 1,-5 3 659,14-13 1,-6 6 0,-5 3 0,-1 2 0,-1 0 0,3-1 0,3-5-420,0 0 1,4-3 0,0-1-1,-1 1 1,-4 3 397,-1 1 0,-3 3 0,-3 2 1,-1 1-1,1-1 0,2-2 0,4-4-396,-8 7 1,5-5-1,-1 0 1,-3 3 420,9-10 1,-2 2 0,-1 2 0,-2-1 0,1 0 0,0-1 0,4-2-195,-5 3 1,2-2 0,1-1 0,-1 0 0,-3 3 190,4-3 1,-3 2-1,-2 0 1,0 2 0,-1-1-1,2-1 1,2-2-99,-1 1 1,2-2-1,0 0 1,1-1-1,0 0 1,0 0 102,-8 5 0,0-1 0,1 1 0,1-2 0,1-1 42,1 1 0,1-2 1,1 0-1,0 0-54,-4 4 1,-1 0 0,1-1 0,3-1 118,2 1 0,2-2 0,-1 1-137,3-1 0,-1 1 1,-1-1-1,5-1 303,0-1 0,4-2 1,2-2-3637,-9 8 1,9-7 3324,20-17 0,14-10 0,8-9 0</inkml:trace>
  <inkml:trace contextRef="#ctx0" brushRef="#br0" timeOffset="441425">9824 12746 24206,'-25'-20'341,"23"3"-366,29 11 0,10 4-48,22-4-109,-8 2 0,0 0-203,-16 3 1,-1 0 275,7 1 0,-1 1-262,13 8 7,-43 11 347,-7-2 53,-30 2 1,-13-1 38,7-5 1,-3-1-1371,-16 7 0,-1 1 1370,17-8 1,2 1 181,-8 7 0,3 1-145,4 0-34,9-3 1,2 1 162,13 2-107,13-3-72,24-6-74,28-14-229,-4-7 0,1-3 227,-14 3 0,3-1-5,12-8 1,7-3-1,-9 1 24,-18 6 1,-1-2 4,9-6 1,4-6 0,-11 1 101,-9-22-17,-13 12 1,-4-1 33,-14-12 92,-6 19 0,-3 3 384,-16-7 123,-17-6-565,17 21 55,-2 6 3136,27 12-3315,6 7 246,16 11-263,29 22-22,-6-7-166,-5-4 0,1 3 160,-11-6 1,-1 1 2,0 0 0,0 1-62,-2 9 1,-4 3-387,-9 4 1,-7 1-679,-3 1 0,-5-1 474,-12 10 1,-4-6-1,-5-3 1,-4-12-1</inkml:trace>
  <inkml:trace contextRef="#ctx0" brushRef="#br0" timeOffset="443816">11804 12995 17371,'5'-43'794,"-1"0"0,1 0 0,1-17 0,-2 4-386,-5 15 1,-4 4 1199,-18-17-1541,0 15 871,-25 33-770,0 30-59,5 6 1,0 4-269,12-7 1,0 2 186,2 1 0,-2 4 0,4 0-6,0 11 0,3 0-19,3-8 0,3-1 496,0 2 1,8-1-512,18 10 376,16-18-339,4-12 1,3-5-9,16-10-1163,-6-10 1,-2-6 1167,1-11 6,-5-1 0,1-4 167,-8 1 0,-1-4-177,-2-3 1,1-4 0,-3 1-11,3-2 1,-3-3 15,-2-9 0,0-7 1,-3 8-14,-7 14 0,0 1 26,1-12 1,1-6-1,-3 10 30,1-6 56,-5 11 1,-1 6-68,-4 19 17,-5 4-79,0 18 23,-14 32 0,4 9-12,3-9 1,1 3 919,3 0 1,2 3-943,0 14 0,2-1-173,2-17 1,1-1 194,2 15 1,6 1-9,8-12 1,6-4-96,4-5 1,2-4 94,1 0 0,3-9-8,29-26 28,-26-17 11,-4-8 0,0-5-14,-10 8 0,-1-2-264,13-21 0,-2 0 258,-14 20 1,-3 1 7,3-10 1,-4 3 543,-4 6-409,1-18 713,-9 31-813,-4-7 184,-6 24-201,-7 10-34,1 3-17,-14 34 17,12-19 2,0 16 1,1 1-3,6-7 6,2 2 0,4-2 663,10-11-652,18 22-22,7-23 16,0-9 0,3-3-3305,10-2 3299,11-13-1065,-25-12 0,-2-4 1032,9-7-518,1-11 1,-1-3 573,-7 0-6,-2-10 1,-2-1-28,-7 5 24,-3 4 1,-1 0 44,-2-10-25,-1 3-33,-5 9 1791,-3 5-1774,-2 20 2386,0-7-2409,-2 16 2372,0 2-2355,-3 13 142,0-2-165,-2 8 1,1-8 21,3-3 91,0-5-57,1-1-26,0-9-24,0 4 0,0-12 0,1 8 0,2-6 0,-1 5 0,3-2 0,-4 5 0,2-2 0,-3 5 0,1 2 0,3-1 0,-2 1 0,6-4 0,-5 1 0,5-4 0,-4 2 0,5-4 0,-1 0 0,6-9 0,-6 7 0,2-8 0,-8 12 0,3-19 0,-4 12 0,2-29 0,-2 17 0,1-8 0,-1 9 0,1 0 0,-1 12 0,1-3 0,-2 15 0,0 4 0,-1 8 0,0 3 0,-9 26 0,4-13 0,-7 17 0,-3 11 0,5-18 0,0 16 0,2 5 0,6-22 0,0-1-195,-1 13 0,1 1 195,3-7 0,2-2 0,3-6 0,1-1 0,-1-1 0,3 0 0,11 10 0,6-3 0,3-12 0,2-2-1008,-1 2 0,0-2 1008,2-6 0,2-6-40,28-6 40,-7-22 0,1 2 309,-19-18-309,-9-19 0,-11 15 0,1-8 0,-2-2 0,-4 5 0,-1-3 0,-1 1 0,-6 12 0,-1-12 0,-10 33 2085,0 7-2085,-12 13 0,9 0 0,-24 35 0,21-22 0,-2 5 0,1 0 0,5-2 26,1 4 0,4 3-26,9 4 0,9 19 0,10-30 0,20-3 0,-11-17 0,2-2-152,2-1 0,2-3 152,8-3 0,-1-5 0,-7-4 0,-2-4 0,-1-4 0,-3-3 0,-6 3 0,-3-2 0,17-25 0,-11-6 0,-3-5 0,-5 15 0,-1-2-330,0-3 1,2-3 0,-4 4 329,-2 6 0,-3 4 0,0-6 0,-3 3 0,-3-13 0,-3-7 0,-7 26 0,-2 13 274,-1 18-274,-5 15 0,-10 22 0,-3 14 0,9-12 0,1 1-2374,-4 19 2374,5 5-275,8-18 0,4 3 275,7 7 0,3 1 0,-4-2 0,5 2-263,10-5 0,5 2 0,4-5-337,11 3 1,2-3 235,-1 2 0,1-2-941,2-7 0,-3-9 1305,-8-14 0,-6-4 0,-17-11 0</inkml:trace>
  <inkml:trace contextRef="#ctx0" brushRef="#br0" timeOffset="444333">13918 12601 24206,'19'-50'-17,"7"27"0,7 7-112,-2 16 1,3 5-499,15-3 1,1 2 200,-7 2 1,-2 0-113,-1 0 0,-2-1 171,-4 0 0,-2-1 396,16 2 60,-20-3 731,-14-1-7,-16-3 279,-6-2-140,-6-2-565,2 1-7,2 0 1190,-3 3-904,1 8-565,1-2 89,4 11-117,8-6 224,18 17-224,-4-13-34,12 0 0,4-1 12,14-6-29,10 1 0,-13-11 68,9-23-101,-21 0 33,8-20-5,-33 9 5,-10 8 29,-12 0-29,4 14 23,-11-1 73,2 11 50,-6 12-73,0 8-50,1 15-3,10 0 0,1 1-42,-3 10-20,6-12 0,2 3-1162,12 12 1,7-1-1171,6 3 1673,4 3 1,3-6-1,-2-24 1,3-1 0</inkml:trace>
  <inkml:trace contextRef="#ctx0" brushRef="#br0" timeOffset="446034">15912 12683 26094,'20'-42'148,"0"-1"1,0 0 0,1-1 0,0-2 0,-2 2 67,3-15 0,-1 3-495,-6 16 0,-1 0 436,1-2 0,0-2 0,-3 8 185,-3 6-252,2-6 128,-9 28-168,-7 20-33,-1 2-6,-6 15 1,-1 4-1,-2 8-1510,-8 16 0,0 2 1496,11-28 0,0 0 1,-3 9 0,-2 5 1,2-2-322,-2 4 1,2 1 325,1-2 1,1 4 0,2-3-2,-2 1 1,3-1 5,2 17 1,4-5-9,6-22 9,5 13 36,-1-42 33,13-19-72,-6-4 8,7-14 0,5-9 1,-2 3 0,1-4 0,0 2-325,3-4 0,1 0 314,-1 1 0,3-1 0,-5 8 2735,1 7-2739,19-8 863,-23 23-863,6 5 67,-12 18-73,0 13 1029,0 9-1039,7 18 4,-7-15-72,16 16-67,0-20-37,-1-12 1,2-1-289,14 3 296,-10-11 1,0-6-78,11-12 150,8-12 107,-7-17 28,-11-12 45,-9-4 45,-8-1 44,-8 9 107,-8 8-202,-6 17 17,-7 8-50,1 12 61,-11 15 230,8-4-291,-5 11-18,7 10-4,5-15-7,5 20-5,11-23 0,4-2-17,22-4 34,-7-16 34,21-16-40,-23 0 6,3-22-1,-23 20 40,0-37-28,-10 34 12,-8-21-12,-8 34 5,-17 6-16,8 9 11,-18 13-22,13 7-6,-4 11 0,7 6-23,10 5-16,14 2-123,26 11 78,-1-17-190,4-12 1,5-2 23,-2-8 1,0-2 137,1 0 0,2-1-137,19 1 0,1-6 162,-16-6 0,-1-2-26,14-3 1,1-5 148,-8-8 1,-3-6-260,-9 0 1,-1-2 317,2-7 0,-4-1 23,1-12 83,-14 10 1,-3 0-56,-4 0 123,-3-25-152,-10 36 461,-34-8-517,14 21 29,-36 7-56,22 19-23,12 5 0,3 3-223,-9 13 226,16-5 0,3 2-3,5 16 0,8-13 0,2-1-11,5 14-14,6-18 0,4-3 9,7-5 125,8-6 1,3-6-70,27-31-29,-1 9 3,-28-16 1,-5-5 2,1-13-1391,-11 14 0,-1 1 1374,7-14 13,-5-10-24,-11 34 162,-5-7-162,-7 22 0,-7 10 0,1 2 0,-6 24 0,11 8-102,8 10 18,10-8-188,12-19 1,7-3-373,25 6 1525,-11-9 0,3-1-1287,-2-6 0,0-4 274,-9-1 0,0-2 14,5-3 1,-1-3-3070,15-13 3215,-3-2 7,-21-5 1,-4-4 289,4-13-104,-11 9 1,-2 0 24,-1-9 230,-8-6-257,-7 21 1003,-42-22-1026,3 31-137,0 4 0,0 4-26,-8 15 12,-6 17-23,24-3 6,-12 21-6,22-10 1,2 2-12,-6 25-8,22-12 0,8-2 3,11-8 2,11-13 0,4-5-8,7-13-160,14-16 0,2-7 177,-4-7-1,-15-2 1,4-8 0,-7-1 8,-10-5 1,-4-3-301,-1 2 1,2-4 0,-3 1 294,-5 1 1,-2 1-1,-1-1 30,0-6 1,-1-1-1,-2 3-27,1-2 0,-2 2-23,-1 0 0,-3 5 0,-7-2 0,0 21 2739,-1-1-2739,0 27 599,-1 25-599,1 16 0,1-7 0,0 3 170,-1 7 1,-1 2-171,-1 9 0,-1 5-586,1-17 1,-1 3-1,0 1 1,0-3 391,-1 5 0,0-1 0,0-2 0,1-1 0,0-1 1,0-7-1,-3 16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14:12:44.7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3008 2609 19428,'0'-53'1226,"0"0"1,0 6 0,0 9-689,1 18-404,-1 11-50,0 5 62,-2 23-34,-3 16 0,-2 7-93,2 0 1,-2 3-215,-1 9 1,0 3 169,3-11 1,0 2 0,0-3-852,1 5 0,1 1 687,0-4 1,0 3 0,1-3-600,1 6 1,2-2 654,3 1 0,0-5 0,1 2 0,2-8 0</inkml:trace>
  <inkml:trace contextRef="#ctx0" brushRef="#br0" timeOffset="574">2955 2463 21142,'60'-14'71,"0"0"1,1 0 0,-17 3 0,-1 0-1,2 1-51,17 0 1,3 1 0,-5 1-1627,-9 1 1,3-1 1611,-3 1 1,11 0 0,3-1 0,-1 0 0,-9 1-416,-4 1 0,-6 1 0,7-1 414,2 0 1,9-1 0,5-1-1,0 1 1,-5 0 0,-10 1-238,-3 1 1,-7 1-1,4-1 241,1 0 0,5-1 0,2 0 0,-1 1 0,-5-1 6,6 0 0,-5 0 0,3 1-10,-6-1 1,3 1 0,-1-1-1,-2 1 0,1 0 1,-2-1 0,4 1 13,3 1 1,6-1 0,-1 1 0,-8 0-9,-2 1 0,0 1 7,10 0 1,6-1 0,-12 2 15,-3 4 218,11 9 1192,-41 1-1001,-3 19 1284,-17-11-1637,-8 21-57,0 0-22,3-12 1,0 3 688,1 6 1,0 3-718,1 6 1,1 2 2,1 5 0,1 2-1,1-8 0,2 1 0,0-2 3,-1 2 1,-1 0 0,1-5 0,-1 1 0,-4-3-12,-5-3 1,-6-1 41,-15 16 1,-5-3 2,9-16 1,-3-4 10,-4-4 1,-5-2 0,3-4-6,5-6 0,-1-3 41,-16 3 0,-8 1 0,2-2-39,9-4 0,2-2 0,-3 1-459,-4 0 0,-4 0 1,-1 0-1,1-1 452,3-1 1,-1-1 0,1-1 0,-2 0-454,-2 1 1,-2-1 0,0-1 0,-1 0 440,-1 0 0,0-1 0,-1-1 1,1 0-7,0 0 1,0-1-1,0 0 1,1-2-8,1 0 1,1-2 0,1 0-1,0-1-28,4 1 1,0-2 0,1 0 0,0 0-493,-11-4 1,1 0-1,2-2-611,6 0 0,1 0 0,3-1 1133,-10-4 0,6 1 0,-9-5 0,32 8 0</inkml:trace>
  <inkml:trace contextRef="#ctx0" brushRef="#br0" timeOffset="924">3606 3210 12505,'-3'0'5875,"0"0"-1130,3 0-4269,-23-68-356,20 24 210,-6-6 0,3-2 76,13 17 1,2 3-200,5-12 469,2-8-581,-12 36 82,1-2-205,-4 15 28,1 7 0,1 3 45,6 27-39,-4-10-57,0 9 1,0 3-303,-1 16-1124,-1-4 1,0 1-821,2 11 2297,2-11 0,0-5 0,-2-17 0,5 11 0</inkml:trace>
  <inkml:trace contextRef="#ctx0" brushRef="#br0" timeOffset="1158">4295 2539 21063,'0'-48'1396,"-1"0"1,1 7 0,-2 8-1122,0 16-189,-1 23 71,1 18-97,1 8-5,1 9 0,-1 6-30,2-4 1,0 3-695,0-1 0,0 5 0,0 1 483,0 11 0,0 2 0,1-1-811,0-4 0,1-2 1,0 0-866,-1 0 0,0-1 0,2-2 1857,3 14 0,0-12 0,-3-27 0,0-7 0</inkml:trace>
  <inkml:trace contextRef="#ctx0" brushRef="#br0" timeOffset="1557">4805 2840 21999,'0'-5'2828,"0"1"-1886,0 4-819,13 28-73,-4 6-36,0-3 0,0 2 3,-2 16 14,-5-12 0,0-2-9,-1-1 96,-1 24 11,-1-44 319,1-2-269,-1-26-101,0-4-5,3-11 73,11-25-90,-2 17 42,11-11 0,3 0-42,-2 10-1079,3 0 0,0 4 1045,-5 13 29,26-11-40,-21 21-6,5 3 1,3 5-23,21 19-16,0-2-9,-23 5 0,-3 2-286,-2 5 84,-5-2 1,-2 3-1737,-2 5 0,-3 2 1980,-2-3 0,0-1 0,6 22 0,-15-30 0</inkml:trace>
  <inkml:trace contextRef="#ctx0" brushRef="#br0" timeOffset="2041">5689 2907 23920,'-53'-3'451,"-1"1"1,10-1 0,10 2-429,25 1 145,36 3-117,-1-1-12,9-1 0,2 1-11,16-2-19,-11-2 1,7 0-1,-3 0-287,-7 0 1,2 0 277,5-1 0,7-1 0,2-1 0,-5 1-240,-6 0 0,-2 0 1,2-1 239,18-2 0,4 0 0,-6-1 0,-2 1 0,-2-2 44,-6-4 1,2-1 0,-9 0 62,11-5 108,-8-5 1,-10-2-678,-30 8 562,-14-17-7,-16 11 70,-13-7 610,-11-3-330,10 8-359,10 6 786,16 11-865,11 8 619,2 0-640,11 9 52,5 3-41,14 14 10,-4 0-13,-5 4 0,0 2-3407,2 7 3401,-5-8 0,-2 5-432,-3 13 1,-4 2-65,-6-12 1,-2 0-1558,-2 23 0,-5 0 2067,-5-25 0,-2-5 0,-8 10 0,6-21 0</inkml:trace>
  <inkml:trace contextRef="#ctx0" brushRef="#br0" timeOffset="3124">6939 3106 17871,'10'-52'1117,"0"0"0,0 0 1,0 0-1,2-10 1,-2 2-1,-1 5-677,-2 5 0,-3 6-171,-1 8 0,-2 5-68,-1-8 63,0 15-309,-1 18 34,1 12 22,0 6 6,5 27-1,1-6 1,0 4-12,1 5 1,0 2-139,0 0 0,0 4-43,-3 2 1,-1 6 0,0-1-938,2-2 0,-1-1 1,0 0 342,-2-1 1,1 0 0,0-3-419,3 16 1,-3-17-1211,-5-37 102,-4-29 1108,1-24 1264,2 10 0,3-5-107,4-23 0,2-3 526,-2 18 1,0-1 286,1-1 0,2-3 1,-2 6-209,-1 10 0,-1 1 417,2-18 1,-4-2-519,-4 18 0,-3-1 476,-3-11 1,-3-1-442,-4 2 0,-2 4-301,4 7 1,0 3-57,-9-18-39,16 32-56,10 4-84,12 5 1668,21-2-1651,26 8 11,-2 1-94,-1 2 1,5 0 90,-13-1 0,4-1 0,-9 0 1,6-2 0,4-1 0,0 0 0,-4 0-661,1 0 1,-3-2-1,1 1 1,3-2 653,4-1 0,3 0 0,2-1 0,0 0 0,-3-1 4,-8 2 1,-2-1 0,-1 0-1,0 0 1,1-1 55,2 1 1,0-1 0,0 1 0,0-1 0,0 0-367,0 0 1,0 0-1,0 0 1,-1 0 0,0 1 376,11-3 0,0 0 0,-1 0 0,-3 1-33,3-1 1,-3 0-1,2 1 78,-4 1 0,4-1 0,-2 1 0,-7 2-161,2 0 0,-1 1 158,-5 1 0,7 0 0,-2 0 1,-7 3 88,-3 1 0,-3 1 4,12 2 0,-2 4 900,-2 10-616,-15 37-413,-18-1-294,-4 13 824,-12-5 1,-4 0-582,1 5-11,1-15 0,-1 8 0,0-7-126,1-12 0,2 2-23,1 9 1,2 10 0,0 0 0,0-7 1,1 0 1,1 1 177,2 6 1,2 11 0,0-1 0,0-12-19,0-10 1,0-2-91,0 9 0,1 6 0,-2-8-77,-2-16 0,-3-1-40,-4 27 0,-7-2 983,-3-25 1,-7-3-883,-9 1 0,-6 0 0,-1-5-26,-2-5 0,-5-5-208,-4-6 0,-8-1 1,-1-2-1,5-2 262,-5 0 0,-2-3 54,2-1 1,-7 0 0,-1-1 0,3-1-11,-2-1 0,3-1 0,-5-1 22,9 0 0,-5-1 1,-1 0-1,1 0 1,4 0-6,4 1 0,5-1 0,-2 1 0,-3-2-18,1 1 0,-6-2 1,-1 1-1,0-1 0,4 0 1,7 2-708,-3-2 1,7 2 0,-4-1 701,-4 0 1,-4-1-1,-1 0 1,3 0-15,-2 0 0,3 0 0,-2-1-279,4 1 0,-3 0 0,1 0 0,2-1 225,-6 1 0,2-1 0,-2-1-720,0 0 0,-3-1 0,2-1 0,10 2-486,9 0 1,4 0 1243,-20-6 1,7 0 0,27 6 0,4-1 0</inkml:trace>
  <inkml:trace contextRef="#ctx0" brushRef="#br0" timeOffset="3707">7987 2693 25326,'24'-23'208,"-5"6"-68,-18 19 369,-21 5-436,5-3 61,-29 3-61,18-6 230,-31-11-219,29 0-23,1-7 1,1-3-17,8-9-57,-1-15 1,18 22 11,11 0 0,0 15-11,20-1 0,-3 8-12,18 9 9,-18 5 0,1 4-3,-3 1 1,-1 2-148,0 1 1,-1 2 143,-6 4 1,-4 0 7,-3 8 4,-25 18 0,-10 3 30,10-28 1,-4 0-536,-10 8 0,-9 8 1,-2 0-1,3-8 538,-3-4 1,-1-3 5,0 3 1,-4 2 0,4-10-93,3-14 0,4-8 197,-6-6 255,8-27-339,29-5-38,14-11-19,3 10 107,27-6-36,-7 22-79,9-2-31,4 13-311,14 7-37,-28 3 1,3 1-946,20 1 1,1 2-1362,-21-1 0,-1 0 2587,14 2 0,-5-1 0,-15-1 1,-1-2-1</inkml:trace>
  <inkml:trace contextRef="#ctx0" brushRef="#br0" timeOffset="3950">8586 2386 28299,'-17'-39'-70,"0"0"0,0 0 1,6 17-183,16 39 148,0 0 32,11 37 51,-7-24 1,-2 5-790,0 21 1,-1 11-1,-1-5 778,-1-7 0,-1 1-74,-1 2 1,-1 5-1,-2-2-542,-3-9 0,-1-1 1,1-6 206,1-6 1,1 0 454,0 11 1,1 6 0,1-14 0,1-14-1,4 6 1</inkml:trace>
  <inkml:trace contextRef="#ctx0" brushRef="#br0" timeOffset="4324">8898 2660 21846,'0'-3'4735,"0"1"-4410,0 2-156,0 25-189,10 19-70,-4 4-751,3-13 0,0-2 764,-2 0-33,5 26 54,-9-31 871,0 16-775,-4-33 304,-3 0-200,1-15 152,0-21-215,2 4-1462,8-26 0,3-5 1427,3 8-8,4-7 0,3 2 667,1 20-677,2 5 0,3 3 42,15 1 11,9-2-16,4 16-80,-9 14 14,0 1-33,-11 12 0,-3 4 19,2 5-450,4 13 1,-1 3-399,-5 0 851,-8-8 0,4 7 1,-6-9-1,-2-2 0,-2-2 1,-1-1-1</inkml:trace>
  <inkml:trace contextRef="#ctx0" brushRef="#br0" timeOffset="4933">9872 2838 23696,'50'-16'118,"1"0"1,-1 0 0,-4 1 0,0 1 0,-3 1-103,4 2 1,1 1-915,2 0 0,3 0 0,0 0 901,-9 1 1,-1 1 0,1-1-6,9 0 0,2-1 1,0 1-16,-1-1 0,1 1 0,-2 1 0,-10 0 0,-3 1 1,2-1 6,8 0 1,0-1 0,-3-1 56,4-2 1,-9 0 557,-14 1-610,-11-6 554,-60 2-398,-15 0-20,18 4 1,-2 1-555,7 0 1,1 1 618,-15-5 1699,4-6-1481,28 11-106,-1-1-179,14 7-84,4 3-28,16 7 1426,-4 0-1443,27 14-6,-2 6 9,-9-7 0,0 2-221,20 18 198,-9-1 1,-1 4-54,-13-1 1,-2 2-536,4 6 1,-4 3 111,-12-4 0,-10 0-1061,-11-11 0,-6-3-4229,-15 19 5786,6-27 0,1-4 0,3-5 0,0-1 0</inkml:trace>
  <inkml:trace contextRef="#ctx0" brushRef="#br0" timeOffset="5957">11187 2725 18756,'13'-51'1155,"0"-1"0,0 1 0,0-4 0,-1 0 0,-2 7-749,-5 8 0,-1 3-76,1-7 1,0 0-76,-2 9 0,0 4 170,0-13-402,-2 24-35,-1 11-38,0 19 82,2 12-4,5 25-32,-2-14 0,0 3-1691,3 9 1,0 1 1695,-2-7 0,2 3-17,0 4 0,0 4 0,2-3-1019,1 5 1,1-1 1009,-4-10 1,1 2 0,1-2-391,7 19 1,-2-4 159,-7-24 1,0-2-93,2 10 1,-2-5-93,-4-4 399,-12-23-2433,0-29-221,-6-24 1319,9 10 0,3-3 469,-1-11 0,2 0 903,0 6 0,1-1 395,2-15 0,0-2 563,1-1 0,-1-1 131,0 0 1,-1 0-602,0 6 0,-4 1 1034,-10-6 1,-4 4-921,4 21 1,-1 2-394,-4-12 1,1 1-28,2-5-132,16 25 269,27-3 359,-4 16-268,25 0 1,6 2 300,0 5-637,-15 3 0,7 0 0,-3 1 260,2 1 1,1 1 342,9-2 1,6 1 0,-3-1-356,-15 1 1,-2 0 0,3-1-212,7-1 0,4 0 0,2 0 0,-3-1 13,4-2 1,-2 0 0,2 0-492,-2-1 0,3 1 0,1-1 1,-3 0 446,-10 1 1,-2 0-1,1 0 1,3-1-30,7 0 1,5-1-1,1 0 1,-2 0-1,-7 1-53,0 0 0,-7 1 1,7-1 126,-3 1 0,7 0 1,3-1-1,0 0 1,-4 1-1,-8 1 101,0 0 0,-7 0 1,4 1-52,11-1 0,6 0 0,-1 0 1,-5 1 47,-7 1 1,-4 2 0,-2-1 41,17 0 0,-3 1 5,-10-1 0,-10 5 1482,-16 10-1679,-33 5-417,-31 25 116,5-10 515,-3 5 1,1 2-473,2 4 62,2 1 0,1 4-65,12-12 1,1 3 38,1 2 1,-1 6 0,2-3 229,-2 3 0,1 2-158,7-6 1,-2 5 0,2 1-1,3-7 410,0 1 0,3-1-586,-1 11 0,0 6 1,3-7-136,3-14 0,2 0 74,1 14 1,3 8 0,-1-7-98,-2-16 1,1 0 144,0 9 0,0 5 1,-3-9-415,-9 5 464,-13-7 1,-6-3 104,-11-2 46,2-15 1,-8-1 0,0-3 10,-8-5 1,-4-5 78,0 1 1,-6-1 0,3-2 3,15-2 1,1-2 0,-3-1 8,-11-3 0,-7 0 0,0-2 1,4 0 0,-2-1 0,3 0 0,-3-1-396,10 1 1,-3-1 0,-2 0-1,3 0 1,3 0 158,-6-1 0,5 0 1,-4-1 54,1-1 1,-3-1-1,1 1 1,7 0-286,-4 0 1,1-2-14,-2 0 0,-9-3 0,2-1 0,11 3-232,11 2 1,4-1-396,-6 0 1,-2-3 0,11 2-2436,11-5 3366,10-1 1,9 8 0,3 2-1</inkml:trace>
  <inkml:trace contextRef="#ctx0" brushRef="#br0" timeOffset="6490">11921 2550 22907,'-18'-52'388,"0"-1"0,0 11 0,10 6-208,47-1-141,-15 23 34,26-4-23,-25 14 68,32 9-90,-30 2-12,29 14-10,-33-4-1,8 15 1,-1 3-229,-7-3 231,-1 6 1,-6 0-3,-19-11 22,-17 18-6,1-21 20,-5-2 0,-1-1 14,-1-3 182,-9-3 0,-1-4-97,8-8 16,-20-3 324,21-23-257,12 0-151,-3-5 62,21 1-119,4 18 7,22-4-23,-9 12 239,25 8-239,-4 7 14,-3 5 0,1 1-302,16 11 271,-7 3 0,-3 2 1,-9-2-18,-9-2 0,-5 0 6,-13-3-76,-22 3 1,-7 0-31,-4-5-1194,-11-1 1,-2-3 974,0-11-2415,-24 0-940,18-16 3220,0-4 1,18 0 0,15 0-1</inkml:trace>
  <inkml:trace contextRef="#ctx0" brushRef="#br0" timeOffset="6733">12497 2032 32033,'49'29'-305,"0"1"1,-6-8 0,-8 7-217,-20 14 0,-9 9 0,-2-3-1230,2-6 1,-3 1 1671,0 12 0,-2 8 0,-4-2-60,-3-5 1,-4-1-1,0-1-101,1 1 0,0-1 0,0 0 17,-2-2 1,1-2 0,0-3-1368,1 9 1,2-9-1606,3-1 3232,0 5 0,4-36 0,0-4 0</inkml:trace>
  <inkml:trace contextRef="#ctx0" brushRef="#br0" timeOffset="7099">12852 2639 19258,'0'-8'5019,"0"1"-4324,0 7 1137,2-63-1721,-2 45-41,1-19 0,0 10-207,-1 28 105,7 19-277,-1-2 204,11 28-46,-7-15 72,1 8 0,-2 2-466,0 4 582,-2-3 0,-2 1 182,-3 7 52,-3-9 67,-3-11 440,-6-24 119,1-12-476,-2-11-281,5-7-9,6-6 0,3-4-87,6-2 0,2-1-104,-3 1 0,2 0-19,3 1 0,3 3-111,14-7-422,5 9 488,-4 14 0,1 2 51,7 0 3,-1 16 1,-2 6-53,-6 4-114,8 12 1,-1 3 84,-1 3-493,3 11 0,-1 2-566,-6 0 645,-1 3 0,-3-3 0,-12-16 0,6 10 0</inkml:trace>
  <inkml:trace contextRef="#ctx0" brushRef="#br0" timeOffset="7635">13900 2795 23405,'54'-3'67,"-1"0"0,-4-2 0,5-2 1,0 0-1,-3-1-62,-3 0 1,-4 0 0,6-1-1136,5 0 0,9-2 0,2 0 0,-4 1 1,-8 2 1129,8-1 0,-3 0 2,-5 2 1,6-2 0,-1 1 0,-8 1 368,-3 0 0,-1 0-367,10-4 0,5-3 0,-10 2 21,-18 4 0,-3 0 0,20-6 0,-9-2 1017,-32-3-953,-23-4 85,-21-8 52,-1 12 1,-3 3-107,6 2 1,0 1 112,-2 1 0,1 1 3172,0 2-3114,17 3 560,10 5-828,12 5 5,8 8-17,22 21 303,-7-4-317,1 4 1,0 5-21,-6-1 1,-3 3-1390,1 8 1,-2 1 1316,-3-7 0,-8 1-665,-19 12 1,-8-3-1683,-6 3 2442,2-19 0,-6 3 0,5-8 0,-2-1 0,-13 10 0</inkml:trace>
  <inkml:trace contextRef="#ctx0" brushRef="#br0" timeOffset="8040">15746 2232 21853,'1'-58'1193,"1"-1"0,1-6 1,3 11-892,0 25 269,4-14-391,-8 32 82,0 6 121,-9 22-214,-4 11 0,-2 7 13,-7 17 0,-2 6-616,6-15 0,0 1 0,-1 2 409,2-1 1,-1 2-1,1 0 1,2-4-5,-3 12 1,2-1-335,2 2 1,2 3 0,2-8-395,3 11-1744,8-6 1,4-5 1761,8-21 0,0 2 0,-7-27 0</inkml:trace>
  <inkml:trace contextRef="#ctx0" brushRef="#br0" timeOffset="8616">15797 1997 23530,'1'-54'883,"-1"-1"1,-1 10-1,3 7-571,5 6-65,15 10 617,30-2 63,-4 8-1087,-3 8 1,3 3 320,-8 1 0,5 2-28,-1-1 1,8 0 0,1-1 0,-1 1 70,6 0 0,0-1 0,3 0-407,-12 0 1,5 1 0,0-1 0,-1 0 0,-5 0 611,8-1 1,-5 0 0,2-1-222,-2 0 1,1 0-1,1 0 1,0-1-81,3-1 0,1 0 0,-1-1 0,1 1-72,0 0 0,0 0 1,1 0-1,3-1-63,-2 1 0,3-1 0,1 0 1,-2 0-1,-7 1 0,4 0 0,-6 1 0,0 0-2,5-1 1,0 0 0,-2 1-243,9-1 0,-5 0-309,-16 3 1,-1 0-65,11-1 0,-4 1-510,-9 5 387,-24 15 133,-16-2 582,-24 43-152,9-17 1,0 3-5,0-5 1,1 3 283,3 8 1,2 6 0,3-7-149,2-11 1,3 0 28,0 13 1,2 7-1,0-6 20,1-8 0,1 2 17,0-1 1,1 8 0,0 0 0,-2-2 17,0-1 0,-1-2 1,-2 3-79,-3 9 0,-2 5 0,-2 0 1,0-7 25,0-9 0,-1-5 0,-4 1 26,-9 11 0,-6 2 0,-3-8-53,-7-7 1,-7-6 45,-4-3 1,-5-1 0,2-3-7,-4 0 0,-2-5 17,0-5 1,-5-2 0,3-4-11,14-6 1,3-3-1,-4 0-858,-13-1 0,-3-1 0,1 0 853,12-2 1,2 0 0,-5-2 7,-5-2 0,-5-2 0,-1 0 0,5 0-382,0-1 1,4 0 0,-5 0 412,5 0 1,-5-1 0,-1 0-1,1 0 1,7 0-10,-3 1 1,5-1 0,-1 0-13,2 1 0,-2-2 0,0 0 0,5 1-398,-12-3 0,2-1 261,11 3 0,0-1 1,1 0-98,-4-1 0,3-1-2464,-4-6 0,7 0 2705,10-3 0,-3-2 0,33 16 0</inkml:trace>
  <inkml:trace contextRef="#ctx0" brushRef="#br0" timeOffset="9066">15993 2316 25007,'18'33'138,"1"-1"0,-1 12 1,-6 1-123,-10-12 1,-3-1-12,2 1 1,-1 1 28,2 6 0,1-4-6,-1-11 257,5 12-44,-5-32 302,11-25-504,-4 2 34,19-37-28,-9 20 11,9-14 0,4-1-48,-12 22 1,0 0-106,13-16 1,-1 3 124,-1 11 5,-7 14-89,-4 13 0,-6 14 62,2 2-3,-6 17 0,-3 5-15,-1 2-117,-1 5 1,0 2-46,-2 13-341,0-14 0,1 2-214,3 13-481,-1-20 1,3-3-8622,10-4 8559,-4-6 1,-1-12 0,-11-12 0</inkml:trace>
  <inkml:trace contextRef="#ctx0" brushRef="#br0" timeOffset="9299">16960 2060 21209,'1'-56'1128,"-1"0"0,1 0 0,1 2 0,1 2 0,-6 27-784,-1 27 568,2 10-885,0 25-16,-1 15 1,-1 5-22,2-23 0,0 2-1436,-1 16 0,-1 8 0,0-6 1475,1-13 0,0 1-396,0 7 0,0 9 0,0 0 0,1-7-372,2 1 1,1-1-491,1-3 0,0 7 1,1-2-1,3-8 1030,4-8 0,1-4 0,8 25 0,-6-33 0</inkml:trace>
  <inkml:trace contextRef="#ctx0" brushRef="#br0" timeOffset="9674">17404 2276 27722,'4'42'-568,"0"17"340,-2 1-318,-2-22 0,-1 2 529,-1-3 1,-2-1 13,-1 1 0,-1-3 345,-3 8 141,0-7-267,7-28 133,0-13-217,5-15 94,11-38-163,-1 10-255,9-6 0,1 0 239,4 3-13,-1 4 0,3 2-55,9 1 54,-11 20 1,1 2 72,22-2-27,6 20 1,-20 12-71,-2 12-382,4 23-295,-3 2-601,-7-3 0,-1 3-3647,-9-10 1,-2-2 4353,0 0 0,-4-3 0,-1 0 0,-8-21 0</inkml:trace>
  <inkml:trace contextRef="#ctx0" brushRef="#br0" timeOffset="10149">18028 2365 25724,'46'-15'18,"0"0"0,-1 0 0,12-5 1,-2 4-388,-9 11 1,4 3 356,9-1 1,5 0 0,-4 0-1001,-8 0 0,2 0 1016,-2-1 0,9 0 1,-1 0-1,-9 0-1,-4 0 0,-2-2 2,12-3 1,6-3-1,-8 0-8,-12 3 1,-2-2 15,9-5 0,5-4 0,-9-1 362,3-18-347,-19 10 0,-7-2 11,-17-9 53,-18 7 1,-8-1 78,-2 5 0,-2 0-47,-2-5 1,-1 1 13,-14-13 71,17 19-134,15 17-40,0 1 67,6 8 778,0 7-451,2 10 1518,-1 15-1798,2-1-92,2 2 1,1 4-323,7 23 282,0-12 0,0 0-80,-1-14 0,1 0-239,4 9 0,0 2 53,-3 0 1,-1 0-40,-1 1 1,-3 0-991,-8 6 0,-5-3 1304,-2-15 1,-4-4 0,-9 9 0,6-18 0</inkml:trace>
  <inkml:trace contextRef="#ctx0" brushRef="#br0" timeOffset="10909">19966 2046 25303,'-19'-44'394,"0"-1"1,1 1-1,5 16-399,12 27 16,0 9 2,1 2 49,0 32-50,-1 0-4,-3-1 1,-2 1-301,0 11 284,-1-21 1,0-1 3,-2 14 82,1 3 57,3-14 240,2-7-94,6-34-56,16-36-162,5-6-237,-4 9 1,2-2 201,5-3 1,0 3-22,-9 13 1,2 1 13,14-13 1,0 6-19,-6 11 129,2 7 0,0 4-135,-5 8-11,21 11-6,-24 4-26,2 12 1,0 4-7,-2 2-13,-4-4 1,0 4-1801,4 28-1230,-4-6 999,-7-19 0,0-1 2096,5 17 1,-9-29 0,-1-2-1</inkml:trace>
  <inkml:trace contextRef="#ctx0" brushRef="#br0" timeOffset="11233">20652 2118 21254,'6'-7'2327,"22"-26"1,3-3-1718,-13 15-378,12-15 0,-3 7-86,-22 25 39,-5 8-234,1 14 31,-2 10 98,-4 13 14,-2 8-27,0 1-185,4-4-11,12-6-62,0-13 162,26-6 49,-15-14 53,24-8 42,-6-25-31,1-10-35,-14 3 1,-3-4-30,-7 7 1,-1 1 8,-1-1 1,-1 0-967,6-26 929,-9 24-340,-1 1 0,1 1-194,-1 6-1210,9-11 456,-8 31 1279,17 18 1,-17-10-1,9 10 1</inkml:trace>
  <inkml:trace contextRef="#ctx0" brushRef="#br0" timeOffset="11784">21401 2313 26432,'34'-44'237,"1"-1"0,2-4 0,-4 6-166,-8 12 140,-4-2 0,4-7 1,-4 3-76,-4 7 1,-2-1-664,7-13 1,1-6 0,-4 2 484,-4 1 0,-2 1 49,-2 3 1,0-3-1,-2 4 13,1 0 0,-3 2 76,0-8 0,-3 6 524,-5 17-790,-2-3-40,0 23 279,-4 7-71,0 16 19,-15 40-23,5-6-607,5-9 0,-1 8 0,1-4 616,4-8 0,0 0-9,-1 10 0,0 7 1,4-4-232,3 0 0,5 0 239,2-11 0,3 2 0,3-2-2,13 17 0,6-3 5,-3-21 1,4-2 0,-1-2-9,9 5 0,4-4-12,-1-10 0,5-2 0,-3-6-197,-1-6 1,1-7 220,2-6 0,3-5 1,-5-3-2,-7-4 0,-3-6-222,-3-4 0,-1-7 0,-2 0 217,0-11 0,-3-5 68,-3 7 1,0-4 0,-1-1-67,-1-4 1,-1-2 0,-1-3 20,-4 1 1,-1-5-1,-1 0 1,-3 3 32,0-4 1,-2 2 0,-2 1-40,1 0 1,0 1 0,-5 5 46,-8 3 0,-3 12 995,1 16-1078,-3 0 473,6 21-474,-7 27 17,2-3 20,-5 17 1,-5 15 0,2-5-21,4-9 0,-1 3-192,-2 5 0,-3 8 0,0 2 1,2-3 92,0 1 0,3-3 0,-2 6-437,4-7 1,-1 6 0,0 1-1,1 0 1,1-4 1,1-3 1,0-3-1,1 0 1,1 1-1909,0 6 0,0 3 0,0-4 0,3-6 2023,2 2 0,1-9 0,0 6 0,2-21 0</inkml:trace>
  <inkml:trace contextRef="#ctx0" brushRef="#br0" timeOffset="25069">5357 1051 27813,'0'-5'3856,"1"2"-3117,-1 3-380,-14-6-359,-7 33 0,-7-10 0,5 13 0,0 4 0,-8 7 0,-4 4 0,-3 1 0,18-22 0,-1 1 0,-9 10 0,-5 6 0,2-5 0,2-3 0,0-1 0,1-2 0,-2 1 0,2-2 0,1-2 0,0-3 0,-14 6 0,4-4 0,7-7 0,-23 4 0,37-33 0,-5-12 0,4-4 0,-6-24-259,12 9-1392,-1-2 1242,8 11-946,4 23 472,1 2 806,0 9 868,1 10-105,2 12-283,0 2-87,4 30-87,-3-24-177,1 4 0,2 1 38,-1-5-106,2 0 1,2 0-613,5-2 85,12 9-38,-4-22-1114,12-14 0,4-6-3884,6-6 5525,3-3 0,-2-2 0,-16 1 0,1-1 0</inkml:trace>
  <inkml:trace contextRef="#ctx0" brushRef="#br0" timeOffset="26753">6122 1124 26138,'5'-63'1657,"1"1"0,-2 11 0,-1-2 1,0 7-1658,-1 7 0,-2 3-2131,1-12 0,-2 3 1716,-1 3-528,-2 9 521,3 24 1140,-1 0-2232,2 12 1003,2 22-10,0-3 273,0 24 1,0 7-3,-1-15 0,0 1-119,0 15 0,-1 1 165,-3-5 0,0-1 3,-2-1 1,0-1 8,0-4 0,1-1-16,-1-1 1,2-6 2072,1-5-1975,1-17 142,1-10 3440,7-24-3598,-3 6 71,6-16 0,2-2 52,0-3 10,2 0 0,2-2 82,0 7 1,1 2-92,0 2 1,2 1-6,2 0 0,0 4 10,5 5-23,-2 9-3281,7 11 3301,-11 3-50,33 25 44,-31-12-44,19 25 5,-27-23-240,18 24 431,-18-25-404,19 14 3606,-18-29-3348,3 0 11,-3-15 62,0-19-12,-1-8 29,1-13-51,-7 16 79,-3-1-62,-3 18 145,-1-5-173,-3 16-28,-1-1-17,0 9-16,2 3 10,0 1 18,13 8 22,-4-7-45,21 2 39,1-14-17,2 0 28,-1-8 1,-2-3-23,-2 0 11,22-23 17,-37 21 28,0-13 11,-11 0-11,-15-2-16,-6 5-29,-4 12 22,3 10-16,-5 8-6,10 3-61,-21 23 50,22 0-22,-7 21-18,16-5-100,11 1 62,2-10-140,17 4-46,10-13-114,1-8 0,5-3 47,0-5 1,2-3-1543,3 0 1,-1-3 1709,-8-5 1,1-4-73,6-7 0,-3-3 229,9-6 177,-4-11 0,-5-2 3,-17 6 156,-5-4 0,-4 0 125,-10 6-35,-7-8-101,-8 16 3274,-10 10-3509,0 4 34,-12 12-34,-6 17-62,7-2-14,8 2 1,4 2-42,3 16 10,1-2-5,12-7-17,10-15-3386,17-3 3431,-5-4 23,15-11-7,-14-15 24,4-10 16,-3-9 44,0-13-77,-7 14 44,2-10-33,-9 26 22,3-6-45,-4 11 3319,-1 4-3347,-2 6 1,1 15-7,-1-3-55,4 19 16,-2-13-531,19 28 105,5-19-324,9-4 0,4-2 106,16-6-414,-4-8 0,4-5 588,-12-6 0,-1-2-1129,0 2 1,0-2 1637,-3-3 1,-2-2 170,-2-4 1,-3-3 847,11-19-509,-20 14 1,-5 0 481,-6-21-499,-15 16 668,-11-7-673,-5 17 312,-17-2-558,-11 22-135,3 7 0,5 10 0,0 5-62,-9 17 1517,15-10 0,3 2-1533,0 21-34,15-3-6,9-14 199,22 4-204,8-24 22,10 2 17,18-25 6,-19-9 0,-1-3-6,-5 5 0,-1-4 11,17-21 0,-3-5 11,-21 13 1,-2-3-394,8-16 1,-2-4 398,-8 2 0,-4 0 6,-2-3 0,-1 0-1,-3 10 1,-1 2 47,-1-6 0,-1 3 138,-1-10 119,-3 0-327,-2 30-22,-2 24 55,-1 25-4,-2 21-49,2-12 1,-1 4-1172,0 9 0,-1 1 1101,2-7 1,0 3-454,-1 10 0,0 6 0,1-6-351,1-6 1,0 2 882,0 1 0,0 9 0,0-1 0,1-12 0,-1 18 0,2-15 0,-1 0 0</inkml:trace>
  <inkml:trace contextRef="#ctx0" brushRef="#br0" timeOffset="27353">3835 4855 15998,'1'-49'1260,"0"1"0,0 0 0,0 0 1,1-14-1,-1 2-756,-1 8 0,-1-3 0,0 9 577,-6-15-353,-3 3-211,1 27-209,-1 16-228,7 17-52,-7 36-17,6-3-15,0 7 0,-1 12 1,2 0-818,1-5 0,0-1 0,1 2 757,-1 5 1,-1 1 0,2 1-186,0 4 1,1 1 0,-1-4-801,1 5 0,0-2-199,0-10 1,-1 2 0,1-1-2030,0-5 0,0-1 0,-1-3 2202,1 5 1,0-6 0,0 9-1,0-39 1</inkml:trace>
  <inkml:trace contextRef="#ctx0" brushRef="#br0" timeOffset="28387">3683 5362 9057,'-16'-53'1833,"1"0"0,0 0 0,1 3 0,-1 3-1063,-6-7 1,0 10 1616,5 21-1542,-8-4-162,16 18-722,2 2 445,10 7-378,24 8-2132,12-2 2076,10 3-369,5-8 1,3-2 303,-19-3 1,-1-1 41,17 0 1,-1-1-1066,-12-6 1,-5-1 1076,6-4 49,-6-2 1,-2-2 196,-2-5 2396,2-11-2435,-31 21 781,-19 6-685,0 9 492,-23 12-611,17-3 3523,-25 26-3640,30-18-17,-9 19-5,21-21 71,11 12-43,7-14-34,6 3 0,2-11 134,21-19-100,-19 3 33,23-22 28,-29 3 85,0-17-35,-8 7-66,-8 5 5,-5 13 201,-10 4-195,5 8 78,-10-1-112,4 11-84,-13 16 28,8-3-39,-18 38 16,22-22 9,1 1 0,3 4-179,7 4 0,4-1-26,0 17 68,2-19 0,6-1-1126,29 7 196,6-18 439,-3-10 1,2-6 210,-9-10 0,-1-5 349,1-1 1,-3-3 165,16-29 74,-18 2 309,-11 8 1,-2 0-70,3-10 192,-9 10 1,-3 2-216,-3 8-21,0-8 357,-3 20-689,0 9 1,0 9 66,4 31 275,-2-12-342,6 26-5,-3-32 157,5 21-180,-1-10 12,-1-2-1,-2-9 141,-4-16 28,-1-13-113,-2-8-10,-1-17 10,-2-6 6,1-3-33,2 9-12,1 5 12,8 1-40,-3 14 34,8-5-67,9 15 22,3 7 23,17 6-17,-11 5 5,6 9 6,-1 13-17,-9-7 34,-1 2 0,-19-19 252,-5-8-202,0-4 34,-2-18-51,-1-8-5,1-22-17,5 2-6,-1 8 12,6 7 67,2 7-84,2 11-29,5 2 12,-4 12-16,5 13 10,6 18-28,-2 10-16,0 3-196,-4 11-522,-4-6-2735,-3-11 0,1 0 2655,7 18 0,-3-10 0,-10-32 0</inkml:trace>
  <inkml:trace contextRef="#ctx0" brushRef="#br0" timeOffset="28836">5493 5027 27723,'12'1'101,"1"26"-87,-7 14 0,-1 6-17,1 4 0,1 0-2827,-2 3 0,0-2 2824,-2-8 1,1-2-12,-1 0 0,1 1 694,-1-2 1,1 1-656,-1 13 1,1-3-1,0 5 846,-5-14-868,-4-47 6,-13-21 33,-4-21-32,7 4 1,-1-9 0,2 1-3,4 5 1,2 0-1,0-1-1,-3-9 0,0-3 0,4 4-2,4-6 1,5 2-298,3 13 1,1-2-1,2 3 326,5-15 0,1 2-26,-1-4 1,3 4-3,-2 14 0,3 7-9,11 4 0,-4 9-10,5 9 16,-12 13-12,14 22 1,0 6 0,-4-3 1461,4 12 1,-6 4-1468,-26 6-11,-6-16 0,-6 0 272,-9 3 0,-4-3-443,0-5 1,-1-1-855,-5-1 1,-3 0 1052,-12 1 0,3-3 0,4 0 0,8-7 0,1 0 0</inkml:trace>
  <inkml:trace contextRef="#ctx0" brushRef="#br0" timeOffset="38258">11724 3988 6858,'-61'10'1034,"0"-1"1,9 2 0,-2 1 0,5-1-352,7 0 1,3 0-356,-10 3 0,8 1 2053,21-2-1855,25-7 381,38-4-582,-6-5 1,6-3-1222,14-1 0,8-1 1,-2 0 904,-15 1 0,-1 0 1,7 0-4,-7 1 0,8-1 1,5-1-1,1 1 1,0 0-1,-5 0 1,-6 1-365,12 0 0,-8 0 1,8 0 357,-13 2 1,6-1 0,4-1 0,1 1 0,-2 0-1,-4 0 1,-7 2-68,8-1 1,-8 2 0,5 0 67,2 0 0,7 0 0,2 0 1,-3 0-1,-7 0-1,-5 1 0,-6 0 0,4 1-24,12-1 0,7 0 0,-2 1 1,-13 0 39,-12 1 1,-6 2 258,18 8-242,-66 1-25,-24 0 1,-11-1 369,-3 0 0,-5-1-376,4-1 0,-4 1 0,-2 0 7,10-3 1,-2 1 0,-1 0 0,-1 0 5,-5 0 0,-3 1 1,0 0-1,3-1-7,8-1 1,2 0-1,0 0 1,-5 0 30,3 0 0,-5 1 0,-3 1 1,1-1-1,4 0 0,5-1 2,-9 1 0,6 0 0,-6 0 17,7-1 0,-7 0 0,-4 2 0,2-1 0,4-1 0,9-1-22,-13 1 0,4 0-47,-4-1 0,-5 1 0,15-1 2242,15-3-2136,20-5 1149,44-5-1158,21-5 0,16-4 0,-4 1-69,-8 2 0,3 0-557,-8 2 0,9-3 0,4 1 0,-3-1 0,-6 3 538,-3 0 0,-5 2 1,7-1-4,-1 1 0,7-2 1,4-1-1,0 0 0,-2 2 1,-7 0-17,12-2 0,-7 2 0,9-1 18,-12 2 1,8 0 0,5-1-1,1-1 1,-1 2 0,-5 0-1,-8 1-3,12 0 1,-9 1-1,7-1-6,-7 2 0,7-1 0,4 0 0,-1 1 0,-5-1 0,-10 3 2,-4-1 1,-7 2 0,1 0-10,27-3 0,3 0 1,-29 3-5,-38 3 29,-55 7-18,6-2 1,-10 1-327,10 0 0,-6 0 1,-4 1-1,0 0 0,3 0 317,-3 0 0,2 0 0,-1 0 0,-6 1 19,6-1 1,-4 1-1,-4 1 1,-1-1-1,1 0 1,2 1-1,5-2 17,-11 2 1,5 0-1,1 0 1,-5 0-83,8-1 0,-4 1 0,-2 0 1,1 0-1,5 0 0,6-2 100,-4 2 1,7-2 0,-4 1-247,-9 3 0,-7 0 0,2 1 1,9-1 200,5-1 1,3 0 289,-1 0 1,-2 1-1,22 0 19,29-3 96,38-4-262,4-9 1,15-4 0,4-2-1,-6 1 119,-5 2 1,-3 1-1,10-2-231,-10 0 1,7 0 0,7-2-1,2-1 1,2 0 0,-2 1-1,-4 0 1,-5 1-4,2 0 1,-4 1 0,-3 0 0,2 0 0,3 0-5,4-1 0,3-1 0,2 0 0,0 0 1,-1 1-1,-4 0 13,-1 0 1,-2 1 0,-2 0 0,-2 1 0,-1 0 5,14-2 1,-4 0 0,0 1-23,-1-1 0,0 1 1,-2 0-69,1 0 0,0 0 0,-10 1 176,5-1 703,-25 2-825,-64 12-48,-8 1 1,-12 2 0,1 0 384,8-2 1,0 1 0,-7 1-333,7-1 0,-9 3 0,-4 0 0,-1 0 0,1 0 0,4-1 0,8-1 0,-7 1 0,8-2 0,-4 1 0,1 1 0,0-1 0,0 1 0,0 0 0,0 0 0</inkml:trace>
  <inkml:trace contextRef="#ctx0" brushRef="#br0" timeOffset="39515">8263 4353 18607,'-9'0'3327,"1"0"-2890,8 0 476,0 0-908,60-44-77,-12 29 0,4 1-2127,3-13 1,2 0 2111,-17 17 1,2 3 0,1 0-1117,7-1 1,3 1-1,-3 1 943,3 0 1,-1 0 0,14-2 0,-7 2 0,-14 3-1</inkml:trace>
  <inkml:trace contextRef="#ctx0" brushRef="#br0" timeOffset="39732">8622 4197 25944,'2'-36'-249,"-1"15"190,-1 66-55,-1 18 58,0-31 0,1 3-348,1 27 1,0 0-459,1-28 1,0-1 55,2 7 1,0 5-1,1-3 786,4 1 0,0-4 1,2 18-1,1-10 1</inkml:trace>
  <inkml:trace contextRef="#ctx0" brushRef="#br0" timeOffset="40298">9063 4511 20364,'0'-5'2767,"0"2"-2627,0 3-6,12 55-106,-8-29-17,3 9 0,0 1 12,-4-7 22,2 25-40,-3-20 76,1 0 1,-1-2 153,-1-14 778,2 6-677,-3-33-189,0-2 121,1-20-3290,5-28 3078,-1 17-11,0 7 0,0 0-844,4 1 810,0 2-22,5 5-29,6 13 24,-2 4-52,19 10 35,-15 10 2993,15 16-2960,-17-5 1242,3 12-1242,-11-12 11,0 6 0,-5-12 79,-3-2-17,-3-11 151,-1-4-112,0-8-34,0-9-67,0-3 34,9-26-6,5 9-5,13-17-6,-5 22-17,15 1-11,-12 21 6,12 0-6,-15 10-34,10 13-33,-8 5-118,9 14-263,-7 2 79,-8-4-926,-2 5-3012,-7-3 1456,-3-5 2851,0 2 0,-4-21 0,1 2 0</inkml:trace>
  <inkml:trace contextRef="#ctx0" brushRef="#br0" timeOffset="40724">9842 4561 15956,'2'-4'6065,"0"0"-2569,-2 4-3485,24-42 0,-16 38 12,22-20-18,-24 43 18,11 34-7,-7-21-24,0 0 0,1 1 19,9 16-3,-6-13 1,2 0-4,9 20-1133,-2-2 1162,-12-29 604,-5-10-458,-5-11-40,-1-7-73,-4-7-39,-1-4 45,-7-18 1082,7 16-1143,-5-15-7,7 22 6,-2-6-11,2 9 0,0-3 12,1 7-12,2-2 0,-2 2 28,1-1-23,0 1-5,-1-4-5,1 4-12,-1-1 0,1 2-1983,1 0-1428,3 5-2083,0-1 5511,5 2 0,-5-3 0,1-1 0</inkml:trace>
  <inkml:trace contextRef="#ctx0" brushRef="#br0" timeOffset="41465">9940 4652 16717,'0'-56'967,"0"1"0,0 9 1,1 6 301,-1-3-1101,2 24 1454,-1 7-1622,0 9 850,2 8-845,0 4 40,10 37-28,-6-14-1,5 18 1,-1 5-11,-5-22 0,-1 0-6,3 12 0,0 1 5,-2-9 1,0-2 50,5 27-28,-2-6 279,-1-12-257,-6-26 1517,-1-12-1410,-1-4 33,-2-15-167,0-1 10,-4-39-22,3 18-3,1-12 1,0-7-1,2 15 1,0-1-338,0-8 0,0-4 0,0 4 334,0 3 1,1 1-1,0-16 1,1 3 1223,7-1-1235,1 21 0,2 2-31,5-6 15,17 4 0,-14 28-12,33 5-22,-9 32 45,2-6 13,-29 11 1,-9 4-8,-12-1-973,-9 2 0,-5-1 899,-14 2-2242,-7-5 1,-12 5-1,5-5 2040,13-10 0,0-1 0,-5 3 0,-3 1 0,9-6 1,10-7-1</inkml:trace>
  <inkml:trace contextRef="#ctx0" brushRef="#br0" timeOffset="44944">9584 2289 28127,'14'-41'1670,"3"-9"-1331,1 11 162,3-10-224,1 4-27,-3 9-12,3-5-92,-4 10 0,3-3 107,6-6 0,4-2 30,6-8 1,1-1-284,-5 10 0,4 0 0,1 3 0,6-2 0,-5 5 0,-9 7 0,2 1 0,13-10 0,6-3 0,-6 5 0,-12 11 0,2 1 0,8-4 0,10-6 0,2 0 0,-8 4 0,4-1 0,-1 0 0,-7 4 0,6-3 0,-1 1 0,-7 4 0,0 0 0,1 1 0,5-1 0,8-3 0,2-1 0,-3 2 0,4-1 0,-2 2 0,3-2 0,-14 6 0,3-1 0,1 0 0,-1 0 0,-1 2 0,4-2 0,-2 3 0,0 0 0,2 0 0,2-1 0,1 0 0,1 1 0,0 0 0,2-1 0,0 1 0,1 0 0,2-1-134,-7 3 1,2 0-1,1 0 1,-1 1-1,-1 1-178,4-1 0,0 2 0,-2 0 0,-1 1-339,5-2 1,-3 2 0,4 0 467,-10 3 0,4 0 0,2 0 0,-2 0 0,-3 2-61,-3 0 0,-2 0 0,-1 1 0,4 0 43,3 0 0,3-1 1,2 0-1,-1 1 0,-3 1-16,4 0 1,-1 1-1,-3 1 1,-1 0-71,5 0 0,-3 1 0,1 1 97,-8 0 1,1 1 0,1 0 0,-1 2-240,-1 0 1,1 2-1,-1 0 1,-2 0 102,7 0 1,-2-1 0,3 2 95,-3 1 0,2 1 0,0 1 1,-3 1 87,4 2 0,-3 1 0,-1 1-102,3 0 1,-1 2-1,-1-1-37,-4 0 0,0 0 1,-2 2-147,13 7 1,-2 2 395,1 3 1,-1 1-88,-18-7 0,0-1 1,1 2-14,4 3 0,0 1 1,-3 0-81,8 9 1,-4 1 9,-2 0 0,-2 1 9,-3 1 1,-1 1 81,-2 2 0,-1-1 0,-8-10 1,0 3 16,11 16 0,0 1-14,-11-16 1,-1 0 17,11 14 0,0 0-43,-10-12 0,-2-3 63,11 16 43,-5 2 1753,-14-8-1536,-4-4 154,-8-2-59,-6-20 1407,-9-4-1357,2-9 135,-17-3-236,13-4 795,-27-10-918,22 6-80,-21-11-80,21 10 36,-12-4 0,-2 0-186,-1 0 124,-4-1 1,1 1-56,7 3 176,-18-7-37,25 8 41,0-1-33,15 6-18,6 2 2988,2 0-2999,-2 7 17,1-1 27,-1 12 12,4 10-22,6 3-1,2 1 45,12 0 79,15-1 5,8 1 1,-12-15 1,0-2 74,18 2-32,-5-9 0,3-3-14,-15-4 1,1-2-1350,17-1 1,-2-4 1780,11-6-1167,-20-5 0,-3-1 912,0-2-203,-3-5 1,-1-3 148,-5-4-34,6-13-44,-21 17-383,-7 6-141,-6 10 2556,-2 0-2456,0 8 2186,-3 0-2274,2 5 334,-7 11-202,2-2 42,-15 24 8,3-8 45,-13 13 65,7-13 61,-15 6 63,-5-7 88,-7-4 0,-3-1-1387,20-8 1,0 0 1339,-17 2 0,-1-2-5,7-7 0,4-3 121,-12-1-1395,1-5 0,4-4 1344,13-4-125,4-6 0,2-4-432,5-10 139,8 4 1,3 0-180,1-5 59,5-7 79,8 27 36,0-5 42,0 11 1748,3 0-1519,1 8 3629,8 5-3436,-1 1-213,26 18-128,-11-9 16,11 5 1,2 0-52,2-1 56,12 2 0,5-2-63,-20-9 0,1-2-1437,16 2 0,-1-1 1437,-19-4 1,-2-3 155,5-4 0,-4-3 98,4-7-20,9-11-39,-24 3 42,4-17-59,-13 12-17,5-13-30,-11 17 37,-2-1 2703,-4 11-3087,0-4-43,-2 10-3498,-4 7 3014,-2 8 1,1 0 0,0-2 0</inkml:trace>
  <inkml:trace contextRef="#ctx0" brushRef="#br0" timeOffset="46820">8970 7292 24462,'3'-58'669,"-1"0"0,1 0 0,-1-1 0,2-6 0,-1 3 1,-2 11-389,-6 1-420,2 34-59,-5 4-147,2 36 284,0 19 21,3-4 1,1 5-860,0 7 1,0 2 793,2 6 0,1 3-27,0-19 1,1 2-1,0 0-114,1 2 1,0 2-1,1-3-74,1 12 1,1 0-367,-1-11 1,1 3 0,0 0 311,0 3 1,0 1-1,-1-4 1,2 0 0,-1-3-1,-1 5 1,0 0-1</inkml:trace>
  <inkml:trace contextRef="#ctx0" brushRef="#br0" timeOffset="47854">8755 7741 15981,'-19'-47'811,"0"-1"0,0 1 1,0-1-1,1 1 1,0 1-1,2 6-523,-4 0 1,4 9 746,8 15-1091,20-1 45,5 14-45,37 6-34,8 2-520,-6-1 1,5 0 469,-5-1 0,1-1-763,-10-2 1,2 0-1,-3-1 830,0-1 1,0-1-1,18-7 0,-4-1 474,-3-4-186,-9-2 1,-5-2 70,-21 3 587,-2-12-637,-24 19 508,-24-1-520,8 8 175,-31 12-366,33-4 692,-10 10-702,24-2 3391,9 9-3397,1-5 22,19 11 6,12-17-23,-2 1 46,11-12 44,-18-12-62,-1-2 146,1-26-78,-17 5-6,1-19 78,-21 4-117,1 17 84,-15-1-23,4 21-95,-1 3-5,-15 12-29,10 10-10,-8 14 10,16-1-44,9 6 0,3 1 0,3 3-28,2 26-185,14-21-213,11 0 42,0-14 0,4-3 215,14 6 18,-6-15 0,3-7 47,-5-13 0,0-5 188,21-4-1638,-19-10 1,-6-5 1715,-11-1-921,-3-4 0,-2-1 978,-7 6 54,3-27-43,-8 38 94,0-8-302,-2 23 2175,0 4-2147,2 8-6,5 22-5,-2-7-84,0 7 0,0 1 73,-1 1 256,0 5 0,0 1-234,4 14 11,-1 3 23,0-21 325,-4-26-236,-1-19-111,0-4 5,-1-11 112,4-28-84,1 1-9,-1 14 1,0 0 8,3-9 109,7-6-170,13 23-1,-7 3-11,20 16 17,-4 28-5,1 5-23,-2 5 11,-11 8 22,-14-15 3359,3 19-3347,-9-18 129,0 1-34,-5-13 45,-4-16-135,0 0 23,-7-27-12,4-11-16,-1 1-11,10-1-23,3 23 34,12-8 22,10 9-56,-3 0 17,2 13 0,2 20-33,1 4-7,6 8-131,-12-3 1,-2 1-592,10 15-1766,-10-10 0,-1 1 1218,4 8-8521,1 15 9594,-14-24 1,0 2 0,-8-19 0</inkml:trace>
  <inkml:trace contextRef="#ctx0" brushRef="#br0" timeOffset="48244">10784 7270 21747,'2'-7'4778,"0"2"-4566,7-24 1,3-4-101,-2 17-112,2-19 0,1 9 23,-5 30 10,0 4 93,7 24 0,2 7-30,4 19-274,-4-12 1,0 0 182,0 14-5,-7-19 0,0 0 6,-1-9 0,0 1 27,3 14 1,-2-4 123,-2-4-12,-14-21-106,-6-27 29,-20-26-46,7 2-2,0-1 1,-4-10 0,3 3-1644,1-3 1,1 0 1627,1 4 1,-2-3 0,4 2-1,3-4 1,5 1-130,6 5 0,5 2 126,4 0 1,3 1 0,0 4 0,5 2-3,20-10 11,3 19 0,5 2-6,-2 5 1,1 1-3,8-4 0,1 4-9,1 4 1,1 8 10,4 10 1,0 6-9,-8-2 0,-2 2 0,5 4 1,-7 5-15,-6 22 230,-31-7-291,-23 8-51,0-25 0,-7-2-1132,-18 3 0,-5-3 1261,-2-4 0,1-3 0,11-1 0,4-2 0,-18-2 0</inkml:trace>
  <inkml:trace contextRef="#ctx0" brushRef="#br0" timeOffset="51682">11668 7211 20369,'-3'-1'3641,"1"0"-2555,2 1-1332,-29-30-594,24 23-286,-20-21-1736,33 30 2862,4 3 0,-8-3 0,-1-1 0</inkml:trace>
  <inkml:trace contextRef="#ctx0" brushRef="#br0" timeOffset="52457">12120 6983 23310,'0'-7'1820,"0"2"-722,0 5-807,0 0-263,25-7 0,-11 34-17,18 3-11,-22 20 3,-7-13 0,-1 0 14,-3 6 16,-1 14 225,-3-29-90,3-13 286,-1-29-370,4-11-6,7-25-39,-1 8-20,2 11 1,1 1 3,3-9-1683,2 2 1,0 0 1681,2 3-1145,0 4 0,2 4 1117,-2 11-33,33-1 22,-15 21 23,23 8-12,-21 5-33,-12 1 0,0 2-62,7 12-56,-10-8 1,-2 0-119,3 7-106,-7-5 1726,-2-5-2690,1 1 3248,5 0-2929,6-8 1104,-9-12 427,11-26-3622,-16 3 3441,8-16 718,3-1-364,-4 8-56,7-9-370,-12 19 173,-2 5-391,-7 9-34,3 2 0,-4 3 3431,14 6-3397,3-3-17,16 2 27,5-9-16,-8-2 17,0-5 235,3-28-218,-19 15-6,-3-4 0,-3-2-11,-10 2 151,-19-31-101,-1 31 6,-25-11-79,19 30 6,-13 14-6,14 10 1,1 5-18,-1 20-21,8 15-316,4-8 315,4 10-89,10-11-242,10 3-21,3 0-1967,25-10 0,6-6-868,-1-7 2546,8-2 1,-4-5 0,-26-16 0,1-1 0</inkml:trace>
  <inkml:trace contextRef="#ctx0" brushRef="#br0" timeOffset="53040">13690 6883 26547,'1'-29'90,"-12"24"-68,-6 30-16,-5 7 16,0-5-16,7-12 11,-31 12 67,14-19-17,-12 2-6,18-16 242,3-33-163,12 6-56,-3-14-11,15 20 50,9 2-95,3 11-17,16 4 28,1 20-28,10 16-11,-1 13-5,-7-5-1,-7-4 1,1 0 16,14 10-9,-16-15 1,1-1 5,2-7 1,2-3 25,23-2-17,2-4-1,-12-16 1,0-9-177,-8-8 1,-2-3 167,3 2 1,-3-3-468,-2-15 0,-6-6 476,-7-5 0,-4-3-12,-3 17 1,-1-1 0,0-1 5,0-8 0,0-2 0,-2 2-1471,0-12 1,-2 5 1476,-1 14 0,-2 2-15,-3 0 1,-3 3 204,-7-14-50,-3 8-84,1 14 196,3 28-269,7 11 644,-2 26-644,2 20 0,-1 4 1526,2-14 0,1 3-1526,1 9 0,2-1-412,-1-10 1,2 2 411,2-3 0,1 3 0,4-5-43,5 1 1,6-2-63,3-1 0,4 2 1,0-3-14,1 0 1,3-2-423,4-4 1,5-1-1,-6-6-547,10 0-1859,-8-10 1,-4-4-6886,-14-12 9231,-1-4 0,-16 3 1,-2 2-1</inkml:trace>
  <inkml:trace contextRef="#ctx0" brushRef="#br0" timeOffset="53207">14187 6613 22004,'-3'-3'3288,"0"0"-1831,3 3-1418,72-50-342,-36 41 1,2 1-211,13-19 1,1 2-2016,-11 20 1,-5 5-7012,-3 0 9539,-5-1 0,-13 1 0,-7 0 0</inkml:trace>
  <inkml:trace contextRef="#ctx0" brushRef="#br0" timeOffset="53449">15453 6391 24592,'-7'0'1462,"1"0"-1008,6 0-499,0 0-268,106-54-2441,-57 48 1,3 2 2445,-4-12 0,2-5 0,1 8-2969,-2 15 0,-1 7 0,-7 0 2100,6 2 0,13 5 1,-51-13-1</inkml:trace>
  <inkml:trace contextRef="#ctx0" brushRef="#br0" timeOffset="53606">15404 6740 26760,'59'-23'-149,"0"0"0,0 0 0,-1 2 0,0 0 0,-5 5-1488,-4 5 0,-3 4 1637,8-2 0,-5 1 0,-7 3 0,-2-1 0</inkml:trace>
  <inkml:trace contextRef="#ctx0" brushRef="#br0" timeOffset="58274">16791 6402 16905,'12'-52'1057,"0"0"1,0 0 0,-2 2-1,-1-1 1,-1 4-1011,-1-6 1,-1 4 243,-3 5 0,-2 3 683,-5 6 0,0 4-924,-1 2 328,-7 16-370,9 38 0,3 15-2,-2-9 0,1 3-1,3 28 1,2 1 43,-1-29 0,1 3-59,1 5 0,3 9 1,0 0-1,-1-6-130,1 2 1,0 1-10,1 5 1,3 10 0,1 2-1,-2-9-673,-2-12 1,0-4-1,1 2 49,3 15 1,1 4-1,-1-7-348,0-3 1,-1-6 625,-3-4 0,-1-6 1,-2-13-1,-3-2 0</inkml:trace>
  <inkml:trace contextRef="#ctx0" brushRef="#br0" timeOffset="58893">16792 6581 15051,'-22'-47'464,"0"1"1,0 7 0,13 8 2041,45 13-2523,10 15 634,-14 3 1,3 1-685,17 1 0,0 1 5,6 1-37,-11-3 0,7 0 0,-8-1 760,10-2-675,-4-2 0,-3-2 2735,-23-3-2312,4-22-68,-27 12-145,-1-8 39,-14 15 605,-10 3-599,7 4 174,-19 1-364,21 6 27,-15 18-72,21-1 10,0 15 7,20-8-12,2-5 0,9-4 31,7-9 0,3-2 42,-2-2-23,4-3 1,-1-5 78,-14-13 23,1-18-29,-12-4-89,-6 4 157,-16-5-146,5 26 5,-7-8 29,5 15 22,-2 2-84,3 1 0,-5 1-23,9 3 1,-7 0 28,4 0 38,-11 0-72,8 0 23,-9 0 5,10 0-39,-3 0 11,4 0-34,-5 9 6,-10 14 39,5-2-11,-5 9 0,6-1-22,9 3 11,1 0-12,33 12-16,-3-24-68,7 1 1,1-1-123,9-1-2197,15 3 1,5 1 1859,-17-10 1,-2-1 0,6 3-1,-4-1 1,3-2 0</inkml:trace>
  <inkml:trace contextRef="#ctx0" brushRef="#br0" timeOffset="59524">17976 6200 26088,'-5'40'90,"3"8"-79,5-21 22,3 29-21,-4-27 66,2 30-11,-3-41 196,-1 9-106,0-24 202,-1-6-298,0-3 118,1-33-128,2 15 38,7-36-49,1 29 35,4-2 1,2-1-15,9-4-55,4-8-23,9 28 12,-21 15-18,22 7 18,-20 4 5,22 25-23,-16-1 23,9 19 0,-18-15-11,-5 7 0,-6-6 44,-5-6 79,-1-7 0,-3-17-56,2-9 84,0-19-112,0 4 3,9-17 0,3-2-14,0 3-547,5-4 0,1 3 547,-1 9 16,18-16-10,-18 27-51,14-8 11,-19 19-39,14 9 45,-10 2 0,15 15 1054,-7 3-1329,12 20 28,-12-12-823,-7-5 1,-3 0-433,-5-4 1513,5 26 0,-10-38 0,1 9 0</inkml:trace>
  <inkml:trace contextRef="#ctx0" brushRef="#br0" timeOffset="59982">18906 6290 27141,'34'21'145,"0"23"-122,-22-3-18,3 7 1,1 0-12,1 4 3,1 4 1,-1 1 2,-3-1-1043,-6-19 1,-1-3 1064,-4-4 738,-15-16-715,3-16 34,-21-30-57,15 5 0,-2-15 1,2-4-18,3-2-888,4 8 1,1-6-1,2 4 900,-1-19 18,4 15 1,0-6-1,1 6-25,0-17 10,2 22 1,1-5-1,-1 6 732,4-10-755,-2 15 1,4 2-15,21-10-28,16 15 40,-1-1-9,-9 26 0,-2 5 8,-5 6 14,1 7 1,-2 5-9,-6 3-6,-2 14 1,-2 3 5,-7-6 5,-6 3 1,-5-2 11,-9-10-40,-11-3 1,-3-2 6,-7-3-110,-7-3 0,-1-2-154,5-6-4328,-27-5 4608,44-7 0,-2 0 0,18 1 0</inkml:trace>
  <inkml:trace contextRef="#ctx0" brushRef="#br0" timeOffset="60182">19610 6205 23657,'-3'0'3170,"0"0"-2974,3 0-2067,-27-40-7960,33 29 9254,-24-29 1,32 39-1,-9 1 1</inkml:trace>
  <inkml:trace contextRef="#ctx0" brushRef="#br0" timeOffset="61425">19956 5864 19465,'5'62'72,"1"1"1,-3-18 0,2-1 815,9 14 1,0-6-856,-1-4-618,-3-15 1,-1-2 674,-4-10 1684,-3-15-1685,-1-7 7,-1-13-57,0-3 1640,-1-19-1657,6-5-3,2 6 1,0-1-3,7-15 14,4 8 0,3 3-31,6 8 509,12-9-503,11 28-6,-22 9 3386,18 5-3408,-1 17 5,-16-3-3,-3 7 1,-2 4 24,-7 10-10,2 18 5,-15-18-17,-4 8 6,0-24 11,4 8 11,9-20-22,10-8 22,20-22 0,-12 1 0,4-12 12,-9-10-1,-10 10 17,2-13-22,-11 21 45,-4-4-40,-2 13 51,3-19-51,-3 20 73,2-15-67,-3 19 34,0-3-62,-2 12 0,-3 0 0,-4 7-11,-17 19 22,3 2-11,-11 15-11,13-8-6,7 8-11,12 1-39,15 0-6,7-8-45,9-11-498,30-1 230,-17-9-681,19-3 0,1-2 512,-11-6-1623,1-3 1,-2-3 1869,-18-6-799,-4-10 0,-1-2 1169,-2-5 356,0-11 0,-1-3 378,-6 0-376,6-17-5,-17 31 710,-2-3 1521,-4 13-1924,2-11 2408,-3 21-3124,1-2 96,-2 11-90,-8 15-7,1-2-11,-14 16 1,-3 3 16,-8 12-14,9-13 1,-1 0-4,-4 6-5,-3 4 5,8-15 34,-5 4 28,11-23 23,8-22-46,3 0 6,3-25 12,11 2 61,17-20-107,0 20-5,7 1 0,-11 27 12,7 11-12,-9 3-12,22 14 12,1 17-11,-10-12 0,2 1 22,3 1 0,1-1-1076,-5-3 0,1-3 1059,3-3 1,2-3-434,1-8 1,-1-3 466,17 2-20,-19-12 1,-6-6 2,-12-11-176,1-18 1,-2-8 183,-5-2 1,-1-2-17,2-4 0,0-2-751,-6 4 1,-1-3 0,-2 8 758,-1 14 0,-1 1 22,-1-9 1,-1-5 0,-2 7 1283,-6-12-1317,2 19 0,-1 2 725,-6 6-725,5 11 308,2 14-308,3 9 0,-7 29 0,3-5 0,0 13 0,-3 12 0,3-5 0,3-15 0,1 0 861,-3 12 0,0 5 0,2-5-861,5-3 0,5-3-216,5 13 0,4 2-148,1-3 0,2 0-339,7 0 0,1-5-446,8 0-1007,-4-21 1375,-13-20 0,-8-3 0,-2-4 0</inkml:trace>
  <inkml:trace contextRef="#ctx0" brushRef="#br0" timeOffset="61582">21591 5787 25937,'49'-13'-1639,"0"1"1,-1-1-1,1 0 1,1-4 0,-3-1-1,-5 9-328,-3 16 1,-8 3 0,-15-6 0,-7-2 0</inkml:trace>
  <inkml:trace contextRef="#ctx0" brushRef="#br0" timeOffset="61765">22275 5965 28451,'-5'-35'-931,"-1"1"0,-2-19 0,14 60 1,-2-3-1</inkml:trace>
  <inkml:trace contextRef="#ctx0" brushRef="#br0" timeOffset="63307">22602 5671 27001,'12'-33'117,"0"-1"1,8-15-118,-18 54 6,1 21-12,-1-8 45,0 42 0,-2-33-27,-2 19-7,0-27 40,-2 10 39,2-14 386,0 5-330,1-19 73,1-14-157,0 1 6,2-23-34,3-3 14,5 4 0,1 0-14,7-14-14,5 9 0,1 3-9,-1 10 3,3 3 1,0 4-20,-5 8-28,25-1 28,-26 11-29,28 14 29,-27-3-37,4 13 1,0 5-166,-3 10-154,-4-7 0,-1 1-523,-1 16 252,-4-11-1480,5 5 561,-5-20-7315,20 13 1171,-2-23 7533,27-7 2273,-21-13 5378,10-19-2150,-28 0-2628,0-11-1809,-9 9 936,-4-12-1418,-4 22 398,0-15-554,-2 22 101,-1-2-343,1 11-44,0 1-50,1 2 56,3 1 5,5 2 6,20 3 11,-4-2 50,32-1-39,-20-10-5,15-5 11,-22-3 27,1-16 24,-19 9-1,2-11-28,-15 13 79,-15-3-62,-4 12-40,-5-2 7,-4 9-46,-2 14 23,5 0-3397,-15 28 3386,26-14-464,1 6 0,3 2 441,5-1-106,5 4 0,2-1-45,8-4-459,16 24-196,12-23 100,0-13 1,3-3 303,18 4-15,-1-15 0,-1-6 356,-7-6-796,1-9 0,-3-4 1048,-13-4 735,-2-6 0,-3-3-511,-9 3 778,-3 0 1,-2 1-583,-6 8-246,-1-4-280,-8 21-6,-8 7-40,-5 8-5,-3 2 0,-2 6 2819,-14 19-2825,10-12-28,-8 12 1829,17-21-1638,0-5-1,6-7 96,-8-11-140,9-11-17,-2-19-56,8 6 73,18-21-84,-4 28-11,29-17-17,-16 31-11,7-1 11,-10 14 11,18 27-5,-10 0-3393,13 13 3387,-17-10 6,14 13 0,-12-17-1,8 1 1,1-3 5,-3-8 11,7-6 1,-1-5 5,-7-11-9,6-13 1,0-11-3,-18-5 0,-4-4-12,8 0 1,-3-4 9,-8-4 0,-5-6 0,-1 5-117,-2 10 0,-1-2 124,0-9 1,0-9-1,1-1 1,-3 9-12,0 7 0,-1 0-713,1-11 0,-1-5 0,-1 11 702,-3 5 0,-9-20 0,3 36 2191,-5-5-2191,7 23 232,-1 9-232,2 2 0,-11 32 0,7-2 0,2 3 1322,-2 10 1,2 3-1323,3 13 0,4-1-18,1-17 1,4-1-64,5 10 0,4 0-185,6-3 0,2-2 115,-5-9 0,1 0-415,9 9 1,3-5-1460,-6-23 0,-2-3-2871,16 13 4896,0-17 0,-30-16 0,-2-2 0</inkml:trace>
  <inkml:trace contextRef="#ctx0" brushRef="#br0" timeOffset="63481">24365 5157 27146,'53'-11'120,"0"-1"0,-1 1 0,7 0 0,2 1 0,-6 4-112,1 4 0,-4 3-2841,-1-1 0,-3 0 2766,3-1-2041,-22-2 2108,-16 0 0,0 0 0,-13 1 0</inkml:trace>
  <inkml:trace contextRef="#ctx0" brushRef="#br0" timeOffset="73346">5208 10656 10466,'1'-44'2165,"0"0"0,0 1 0,-7-24 0,-11 10-1773,-12 32 0,-8 7-707,-10-6 0,-9 3 494,2 10 1,-7 3-1,4 3-449,14 0 0,3 3 0,-5 2 289,-14 5 1,-8 4-1,1 3 1,9-1-575,-1 4 1,1 4 561,6-1 0,-6 4 0,0 2 0,5 0-4,6 3 1,4 1 0,-1 5 10,0 5 0,-1 5 0,1 2 0,5 1-13,8-4 1,3 2-1,2 1 1,2 0-418,1-1 1,0 0 0,4 2 0,5 0 410,7 1 1,4 1 0,4 0 0,5-1-2,6-1 1,5-1-1,2-1 1,0-1 6,-1 7 1,0-2 0,9 0 40,4-10 1,8 1 0,4 0-1,0-5 1,-4-5-383,-2-6 0,-2-6 0,6 0 383,4 0 1,6 0 0,4 0 0,0-2-1,-2-4-7,3-3 1,-1-4-1,0-3 1,4 0-200,-10 0 0,2-1 1,2 0-1,1-2 1,0 0-1,0 0 182,2-2 1,0 0 0,0 0 0,1-2-1,2-2 1,3-1 10,-10 0 1,2-2-1,2-1 1,2 0-1,0-2 1,-1 0-1,-1 0 1,-2 0 0,-2 0-91,10-3 0,-2-1 0,-2 1 1,-2-1-1,1-1 0,2 0 74,-5 1 0,2-1 1,2 0-1,-2 0 1,-2-1-1,-4 0 1,-6 0 71,3-3 1,-6 0-1,-3-1 1,-3-2-22,4-8 0,-4-2 1,-3-2-14,-5-1 0,-3-1 1,-2-3-16,1-9 0,-3-2 1,-7-1-16,-7 0 0,-8 0 1,-6 0-8,-8 6 0,-5-2 1,-4 2-1,0 4 65,0-1 1,-1 5-1,-5-1-72,-6 0 1,-6-1-1,-2 2 1,0 6-4,-4 4 1,-1 6-1,-7 2-17,6 3 1,-7 1 0,-2 1 0,0 1 0,5 2 7,2 0 0,4 3 0,-1 1 0,-6 1-12,-3 3 0,-7 2 0,-3 1 0,0 1 0,4 2 0,8 0-18,-3 2 1,7 2 0,-7 3-82,3 0 0,-7 2 0,-5 2 0,1 1 1,4-1-1,9 1-29,0 1 0,8 0 1,-6 6-373,1 1 1,-7 5 0,-4 3-1,0 2 1,5 0 0,7-2-563,-4 9 1,9 0 0,-3 2 138,-2-2 1,-4 3 0,3 1 0,7-2 938,10 2 0,6-1 0,5-5 0,-4 9 0,4-2 0</inkml:trace>
  <inkml:trace contextRef="#ctx0" brushRef="#br0" timeOffset="73737">4477 10899 19446,'-39'-42'743,"1"-1"0,-5 4 1,2 12-323,7 26-312,-6 12 0,-1 6-81,-1 13 23,11-4 1,5 4-46,10 19 5,15-9 35,10-4-12,16-2-6,13-5 0,-11-14 0,4-1-133,6-3 0,2-5 172,5-4 1,1-4 27,3-4 0,-1-3-323,-1-6 0,-4-3 421,-4-1 1,-5-6 83,-7-12 1,-7-2-43,-5-19-148,-13 19 0,-7 3-20,-18-5-22,-7 8-12,-3 12-134,6 9 292,8 8-359,11 7-39,9 4-941,28 21 532,-4-8-1584,7 0 1,9 4 0,0-1 2199,5 0 0,0-2 0,4 4 0,-4-2 0,11 2 0</inkml:trace>
  <inkml:trace contextRef="#ctx0" brushRef="#br0" timeOffset="74071">6001 10804 22179,'-26'-43'812,"0"-1"0,1 5 0,-5 9-647,-7 24 0,-3 9-126,-21 8-34,21 0 1,3 6 6,0 22-24,17-4 12,12-1 23,27 19-1,6-19-8,-1-7 0,4-3 25,32-5-1304,-7-9 1299,2-8-1679,-20-10 0,-2-3 1763,6-4 544,-3-12 0,-6-6-500,-17-6-84,1-16-22,-21 23 23,-26-8-180,5 20-213,-21-9 411,20 28-1391,-10 16 235,15 2-3130,-20 25 4189,13-6 0,5-6 0,10-11 0</inkml:trace>
  <inkml:trace contextRef="#ctx0" brushRef="#br0" timeOffset="74429">4885 11370 25040,'-21'7'45,"14"6"-34,30 22 28,20 3 29,5-15 18,-7-11 1,4-3 11,-5-5 1,1-4-348,7-4 1,-1-5 354,-9-4 1,-3-4-583,20-12 566,-8-5 41,-22 11 1,-1-2-340,8-15 280,5-7 52,-21 13-214,-12 16 31,-2 5-1364,-6 14 982,0 9-9390,-10 29 7444,7-19 0,-3 9 0,8-23 0</inkml:trace>
  <inkml:trace contextRef="#ctx0" brushRef="#br0" timeOffset="74987">4443 11966 22077,'-26'-44'791,"0"1"1,0 1 0,1 16-758,7 31 39,-25 31-68,7 13-2500,8-5 1,0 2 2505,8-10 0,0 3-9,-1 8 0,-1 6 0,3-4-5,2-7 0,2 1-3,-4 11 1,-1 8-1,3-3-194,9-16 0,2-1 0,1 2-76,0 10 0,2 3 0,4-1 30,4-2 1,5-1 0,8-2-1449,13 0 1,9-2-1,1-6-596,-10-12 1,1-4 0,3-3 2289,18 1 0,4-3 0,-12-7 0,-13-8 0,-6-2 0</inkml:trace>
  <inkml:trace contextRef="#ctx0" brushRef="#br0" timeOffset="75211">6016 11840 12199,'0'-10'3646,"0"3"809,0 7-3934,0 0 781,-4-27-1285,7 57 16,-1 3-33,4 20 0,1 9-591,-3-15 1,1 1 0,0 0 531,1 13 1,-1 3-624,-2-13 0,0 5 0,-1 1 0,-1-2 636,-3 7 1,-1-1 0,0-1 0,3-4 0,0-2 0,-1-4 0,-4 5 0,0 0 0</inkml:trace>
  <inkml:trace contextRef="#ctx0" brushRef="#br0" timeOffset="75938">6090 11792 19204,'-14'-46'1572,"1"-1"0,-3 4 0,10 10-1185,19 22-315,0 6 91,28 4-40,10 19-67,-1 6 0,3 4-537,-13-7 0,1 3 485,-1 2 0,5 5 0,1 1 1,-6-3-345,5 2 0,1 1 301,-5-2 1,8 6 0,3 2 0,-2-1 0,-6-6-423,-4-2 0,-3-4 0,4 4 21,0-1 0,7 5 0,3 2 1,-1-1-1,-2-1 0,-7-6-1190,3 2 1,-6-4 0,3 3 1629,8 4 0,6 3 0,-3-1 0,-10-6 0,-13-9 0,-4-2 0,26 16 0</inkml:trace>
  <inkml:trace contextRef="#ctx0" brushRef="#br0" timeOffset="76554">8323 12645 17165,'12'-54'1267,"0"1"0,0 0 0,-1 0 0,-1 1 0,-5 11-852,-9 7 7,-14 4 1,-7 3-238,-22 7-698,5 8 0,-4 6 574,0 13 1,0 8-337,-8 8 1,2 3 293,7-1 1,0 4-827,7 0 1,0 3 0,3 0 823,3-1 0,1 5 2,-1 8 1,-4 9-1,2 3 1,6-5-672,8-4 0,5-2 1,-1 2 649,-3 0 1,-3 3-1,2 0 1,7-4-50,8 11 0,10-4 34,10-6 1,8-3 21,9-2 1,12-4 15,5-14 0,12-2 0,5-3 0,-3-4-271,-9-5 0,1-2 1,0-3-1,4-2 251,-6-1 1,5-2 0,1-1 0,0-2 0,-3 0 0,-4-2 2,2-2 0,-4-2 1,-2-2-1,2-1 17,7-4 0,1-2 0,-1-1 0,-7 0 1,7-4 1,-3-5 3,-14 2 1,2-5-1,-1-2 1,-8 2-8,-3-1 1,-7-5-2,-3-17 1,-5-10 0,-8 7-11,-10 14 1,-8 1-4,-6-4 1,-7-8 0,-3 1-1,1 9-11,-4 0 1,-7 4-11,2 8 0,-8-3 1,-3 0-1,0 2 1,5 7-55,-13-5 0,-6 8-638,12 8 0,-11 0 1,-6 1-1,0 0 0,4 3 1,9 3-2406,2 2 1,6 2 0,-4 2 3112,-14-2 0,-8 0 0,4 1 0,16 3 0,2 5 0,20-2 0</inkml:trace>
  <inkml:trace contextRef="#ctx0" brushRef="#br0" timeOffset="77054">4348 12060 15748,'0'-8'6295,"0"2"-5857,0 6 195,-92-41-1320,44 41 855,-1 5 0,-16 5 0,-3 4 0,7 4-868,18 2 1,3 5 0,2 2-1,-4 1 709,0-2 0,-3 0 0,0 2 0,-2 2 0,-1 1 2,-1 1 0,-3 3 0,0 2 1,-1 0-1,2-1 0,2-1-457,0 0 1,3-2 0,1 0-1,-1 1 1,-3 3 377,3-3 0,-3 3 0,-1 1 0,-1 1 0,1 0 0,2-2 0,3-2-328,0 1 0,3-3 0,1 1 0,1-1 0,0 2-301,-4 4 0,-1 3 0,1-1 1,2 0-1,4-4 697,-4 6 0,5-2 0,2-2 0,1-3 0,1-1 0,5-3 0,7-5 0,-1-1 0</inkml:trace>
  <inkml:trace contextRef="#ctx0" brushRef="#br0" timeOffset="77904">8758 11657 16426,'23'-57'653,"1"0"0,0 0 0,-3 7 0,0 0 1,-1 0 369,-1 0 0,-2 0 0,-1 6-774,-3 7 0,-1 0 124,1-5 1,1-5-1,-5 12-160,-5 13-17,-1 4-162,-6 24 117,-12 45-95,3-8-1138,-1 1 0,-3 9 0,1-5 1093,1-6 0,-1 1-13,-3 8 1,-4 11 0,-1 0-1,2-8-574,-2 3 0,-1 1 525,2-7 1,-3 9-1,-3 4 1,2-3 0,3-8-20,3-7 1,1-4 0,-1 5-286,-3 6 0,-3 9 0,-1 2 0,2-4 0,5-8-508,-2 6 1,3-3 862,1 6 0,0 4 0,5-13 0,8-11 0,6 3 0</inkml:trace>
  <inkml:trace contextRef="#ctx0" brushRef="#br0" timeOffset="80042">10756 9840 12942,'-27'-46'1659,"0"0"1,7 6 0,-4 9-999,-11 19 1,-1 7-343,-6 1 61,-9 7 1,-3 6-126,18 2 0,1 4-570,-17 9 0,-2 5 556,6 6 0,1 5-1018,14-8 0,1 3 1,1-1 896,-8 8 0,2 5 38,5 5 1,0 5 0,4-1-526,11-15 0,4-2 0,-1 4 404,-3 13 0,1 5 1,5-6-10,5-1 0,9-5 20,13-9 1,7 0 0,2-7-10,-1-7 0,6-5 15,10-2 1,11 0 0,3-3-1,-2-4 4,7-5 0,0-6 0,4-1-286,-9 0 1,4 0-1,2-2 1,0 0 0,-1-2 256,-1-2 0,0-1 0,0-2 0,0 0 0,1-2-2,1 0 0,0 0 0,0-2 0,2-2 0,2-2 9,-7 0 1,3-3 0,2-1 0,0-1 0,-1-1-1,-2 0 1,-3 1-184,-4 2 0,-2-1 1,-2 1-1,-1-1 1,1-2-1,1 0 157,0-1 1,1-2-1,2 0 1,-1-1-1,-2-1 1,-3 0-1,-4-2 1,2-5 0,-4-2 1,-3 0-1,-3 0 0,-1 2-9,6-8 0,-4 1 0,-2-1-6,1-5 0,-3-2 1,-8 1 33,-9-10 0,-8 4-36,-1 13 1,-8-1-70,-11 0 0,-9-7 0,-3 2 0,1 7 69,-5 2 1,-7 4-5,-2 2 0,-8-4 0,-4 4 0,1 7 203,-3 10 0,-1 9 0,-5 2-214,3 0 1,-4 2 0,-4 1 0,-1 1 0,3 2-18,3 1 0,1 1 0,0 1 0,-2 2 0,-3 2-61,10 0 0,-3 0 0,-2 2 1,-1 1-1,0 1 0,1-1 1,4 0-1,2 0-9,-5 2 1,3 0-1,3 0 1,-1 1-1,-3 2-218,3-1 1,-2 2-1,-2 2 1,-1 0-1,3 0 1,4-1 0,5-1-135,-11 5 1,7-2 0,-2 5 459,1 1 0,-4 6 0,-1 1 0,4-2 0,8-6 0,1 0 0,4-1 0,1 5 0,-1-1 0,1 0 0</inkml:trace>
  <inkml:trace contextRef="#ctx0" brushRef="#br0" timeOffset="80467">10866 9826 19692,'-61'0'712,"1"0"1,12 4 0,-1 1 0,9 2-607,-1 10-28,4 4 1,3 3-62,13-1 67,-1 33-34,21-31 118,16 30-56,9-30 28,22 8-50,-7-21 10,0-11 1,3-5 22,18-13-812,-16 3 1,-2-3 772,6-15 33,-27 6 1,-5-3-62,-6-2-107,-15-26 79,-9 31 8,-15 4 1,-4 3-48,-13 5 2,10 5 1,1 4-37,1 9-364,8 17 79,19-6-2695,25 27 3025,24-11 0,-9-3 0,2-10 0</inkml:trace>
  <inkml:trace contextRef="#ctx0" brushRef="#br0" timeOffset="80791">11617 9710 21937,'-51'-10'829,"1"0"0,4 0 0,5 8-728,-2 30-6,8 17-72,7-7 10,23 16 18,26-24-4,5-11 1,4-1 13,14 2-1172,2-11 0,1-6 1155,-5-7-318,5-9 0,0-5 330,-10-5 3,-3-1 1,-4-5 91,-5-29-112,-8-3-17,-15 2-8,-16 29 0,-5 4-30,-7 3-96,-6 6 0,-2 5 1373,4 11-5445,-19 26-4957,37-7 8681,0 14 1,12-23-1,0-4 1</inkml:trace>
  <inkml:trace contextRef="#ctx0" brushRef="#br0" timeOffset="82104">10103 10734 23071,'-22'-35'985,"-30"63"-874,23 20-1863,7-8 1,-4 7 0,3-3 1847,5-5 1,-1 2 45,-2 8 1,-3 9 0,-1 4 0,1-3-343,4-9 1,0-2 0,1 2-1,-2 6 238,4-6 0,-2 4 0,-1 4 0,1 1 0,-1 0 0,2-1 0,1-2-117,2-2 1,0-1 0,1-1 0,1 0 0,0 1 0,1 1 70,1-1 1,0 2 0,0 1 0,1 0 0,1-1-1,2-2 1,0-4-239,0 13 1,2-4-1,2-1 1,5 3-93,4 1 1,3 3 0,3 1 0,2-2-1,3-7-710,2-7 1,2-5 0,2-1 0,1 1-306,2 9 0,0 2 1,2-2-1,2-6 1353,9-3 0,3-5 0,-6-8 0,10 4 0,-1-4 0</inkml:trace>
  <inkml:trace contextRef="#ctx0" brushRef="#br0" timeOffset="82695">12201 10445 14885,'-6'-6'5641,"1"2"-4967,-10-22 1,-1-9 793,8-7-1087,-6-2 0,3 2-235,18 7 134,21 18-96,1 32-100,7 6 12,-2 18-1102,-13 2 0,2 10 1,-2-4 1033,-2-4 0,-1 5-18,-1 1 0,2 11 0,1 5 0,-2-2 0,-3-8-774,-3-5 1,-3-5 0,0 8 751,-1-7 0,0 8 0,0 4 0,0 2 0,0-1 0,-2-3 0,0-7-368,0 15 1,-2-7 0,-1 8 63,-3-12 1,-1 8 0,-1 5 0,0 1 0,-2-1-1,1-5 1,-1-8-944,-3 13 0,-1-8 1,-2 4 1258,0-4 0,-2 8 0,-1 0 0,0-6 0,2-11 0,0-4 0,-1-7 0,0 1 0,0 0 0</inkml:trace>
  <inkml:trace contextRef="#ctx0" brushRef="#br0" timeOffset="83612">9971 10877 14012,'2'-4'3943,"1"0"1333,-3 4-4822,-5-63-320,-3 47-8,-5-17 0,-5 6-58,-6 31-4,-10 9 0,-2 4-24,-3 6 6,4 0 1,-7 5 0,4-2-1004,8-5 1,-1 1 974,-4 3 0,-6 4 0,-1 1 0,3-3 7,-14 8 1,0 0-4,3-2 0,-4 3 1,5-4 8,0-1 0,2-3 30,-8 6 1,6-3-40,7-5 260,12-7 0,5-2-164,16-11 129,0 2-180,9-10-45,7-12-16,-1 3 1482,17-24-1488,-1 8-11,14-17 85,-8 12-63,2 4 0,4-1-22,-5 6 0,3 0-370,17-12 1,3 0 366,-2 5 0,1 1-6,2 0 0,0 2 20,0 2 0,-2 1-1040,-4 3 1,-3 2 1036,-12 5 0,-1 2-1254,24-9 1274,-36 14 56,2 0-51,-18 7 472,-6 0-494,-1 0 1846,-17 0-1852,-3 2 6,-20 2-11,8 2 11,2 1 0,-1 2 11,-6 3-820,-10 6 1,-2 3 814,-1 3-10,11-3 0,-7 5 0,5-3-131,12-6 1,-1 1 121,-15 9 0,-7 3 0,8-3 13,16-9 0,1-1 2,-7 5 0,-3 2 0,7-3-14,0 1 1,-8 15-6,37-26-168,13 8-823,15-7 463,24 3 0,-20-6 0,5-2 1</inkml:trace>
  <inkml:trace contextRef="#ctx0" brushRef="#br0" timeOffset="85120">12422 10093 12455,'-7'-4'7713,"2"1"-5944,5 3-223,0 0-1030,-55-14-348,42 14 168,-34-1 33,64 21-1866,8-1 0,4 0 1598,17 10-49,-8-9 1,8 2-1,-5-2-452,-7-3 1,1 1 404,11 7 1,7 5 0,-3 0-14,-10-5 1,-2 2 0,3 2-253,6 7 1,4 4 0,0 1 0,-4-3-652,-1 0 1,-2-2 0,1 5 910,-8-5 0,5 5 0,-1 2 0,-4-4 0,-7-7 0,-3-2 0,-4-3 0,11 15 0,0 0 0</inkml:trace>
  <inkml:trace contextRef="#ctx0" brushRef="#br0" timeOffset="86646">13680 10962 15832,'-1'-8'4464,"0"0"-2907,1 8-1164,-69-35 240,20 48-485,2-23 0,-1 5 160,-1 42 0,7 11-563,18-23 1,2 4 311,-3 8 1,-3 8-1,2 2 1,5-4-646,3 9 0,4-1 591,-1-3 1,-2 2 0,6-3 1,6-4 1,5-3-3,4 1 0,5 0-229,11 10 1,7 0 208,4-2 1,6-2 4,-4-14 1,3-1 0,4-6-396,10-6 1,5-7 0,0-3 402,-4-3 0,0-2 1,2-4 8,10-4 1,2-4 0,-5-3 5,3-3 0,-5-7 7,-14 0 1,-1-4 0,-5-3 17,1-8 1,-5-6-11,-8-1 0,-1-4 0,-7-3-689,-6-3 1,-6-2 0,-3 1 664,1 8 0,-3 0 0,-5-1 14,-10-5 1,-6-3 0,-3 1 0,2 9 195,-1 5 0,-4 3-204,-6 0 1,-7-6-1,-2 3 1,4 9-4,2 10 1,-2 5-10,-17-3 0,-9 1 1,4 6-65,4 9 1,1 6-116,3-1 1,-2 3 0,4 2-23,2 2 1,4 7-2833,-9 17 1,7 3-5752,8 1 8788,11-7 0,5-1 0,13-15 0,5-5 0</inkml:trace>
  <inkml:trace contextRef="#ctx0" brushRef="#br0" timeOffset="87841">15958 9154 17944,'-31'-43'1099,"-1"-1"1,1 3 0,3 10-787,5 25 202,-35 13-290,10 5-1854,10 6 0,-7 6 0,5-1 1760,6-3 1,0 5-2,-4 5 0,-7 7 0,1 2 1,6-4 297,-1 3 1,2 2-365,1 4 1,-6 8-1,2 1 1,7-7-46,3-1 1,6 1-9,4-2 0,-2 7 0,5 0 1,8-5-1,14 4 0,11-2-380,3-3 1,5 1-1,5-7 363,13-1 1,11-8 0,-10-14 1,8-4-1,4-1 1,-1-1 0,-6-2-319,4 0 1,-5-3-1,9 0 316,-7-2 1,8-1 0,5 0-1,2-1 1,-1-1 0,-4 0-1,-7 0 6,0-2 1,-6 0 0,-1-2 0,7 0 2,5-2 1,6 1 0,4-2 0,0-1 0,-3 0 0,-4-1 8,3-3 0,-5-1 0,-1-1 1,4-3-7,-9 1 1,3-3-1,2-1 1,-1 0 0,-2-1-1,-4 2-5,4-2 0,-4 2 0,-2-2 0,1-6-8,0-4 0,2-6 0,-1-3 1,-5 1-1,-8 4-3,2-8 0,-8-4-9,-3-3 0,2-10 1,-3 0-1,-7 7 23,-4 3 0,-6-1 8,-2-1 0,-2-7 0,-1-1 1,-6 8-87,-8-5 1,-6 2 102,-1 4 0,-2-3 0,-4 8-20,-4 4 1,-9 7 13,-11 7 1,-10 4-1,4 4-8,6 5 0,-5 4-8,5 4 1,-10 1 0,-3 1 0,2 1 0,6 2 193,4 3 1,4 2-1,-3 0-202,-6 0 1,-3 1 0,-2 0 0,1 4-32,-1 4 1,0 3 0,0 1 0,1 2-136,1 2 0,1 2 0,1 1 0,-1-1 22,-2-1 1,0-1-1,2 2 1,1 4-1586,2 5 0,1 6 0,4 0 1,9-3 1730,7 1 0,5 0 0,-6 5 0,5-3 0,14-7 0</inkml:trace>
  <inkml:trace contextRef="#ctx0" brushRef="#br0" timeOffset="88233">16143 9127 18986,'-8'-5'1285,"-25"-14"0,-7-1-287,-4 10-828,1-10 1,-1 4 95,9 21 0,4 5-182,-1 3 8,-3 17 1,5 5-54,10-2-1183,4 5 0,3 1 1161,10-6 281,8-2 1,4 0-260,14 5 23,22 8-23,-6-25 28,-1-13 1,1-5 16,3-5 2,-3-1 1,0-8 109,-11-10 0,-6-6-17,14-22-75,-22 10 0,-7-1-43,-11-2 12,-7 13 0,-2 3-28,-2 9-50,-14-13-52,18 25 1636,-4 0-2027,15 15-1008,13 6-488,6 2 1944,37 6 0,-33-14 0,16 2 0</inkml:trace>
  <inkml:trace contextRef="#ctx0" brushRef="#br0" timeOffset="88568">17127 9060 20296,'-1'-4'3512,"1"1"-3148,0 3 291,-96-8-571,60 12-14,-28 1 0,4 9-8,37 28-23,2 9-28,33-2 23,9-20-12,11-6 45,-1-14 1,2-3-12,11 1 146,15-11 0,-1-5-62,-12-7-1528,-1-6 0,-4-3 1494,-17-5-1190,-9-7 1,-2-2 1145,-4-2-804,-13-5 1,-6 1 758,-7 9-531,-16 5 0,-5 4 497,-4 14-193,-11 7 1,0 6-144,4 12-1224,13 6 1,-5 7-1,7 1 1577,-8 19 0,12-13 0,5-2 0,13-7 0</inkml:trace>
  <inkml:trace contextRef="#ctx0" brushRef="#br0" timeOffset="89060">15836 10403 15524,'17'-41'1879,"1"-1"0,0 0 1,4-19-1,-3 7-1291,-3 6 498,-28 5-968,-2 35-4146,-33 13 4135,15 10 66,-1 9 1,-7 8 0,4-1-58,8-4 1,-1 3-46,-5 10 0,-7 10 1,0 3-1,4-2-21,4 2 1,4-1-1,-1 5-436,2-7 0,-1 4 0,-1 3 0,0 0 0,1 0 392,6-9 1,0 0 0,1 0-1,0 1 1,0 0 0,1 2-243,-2 3 1,0 2 0,1 0 0,0 0 0,1 1 0,0 1 211,2 1 1,-1 1 0,2 1 0,0-1-1,1 0 1,2-3-4,-1 1 0,2-2 0,1-1 0,1 0 1,3 2-78,2 5 1,1 3 0,3-1 0,3-1 0,4-5-182,6-3 0,5-4 0,2-2 0,1 0 170,-4 1 0,0-1 0,4-2 1,9-2-1368,14-4 0,10-1 1,5-3-1,0-5 0,-6-4 1482,-1-5 0,-4-6 0,4 1 0,1 2 0,5 2 0,-3-3 0,-10-6 0,15-9 0</inkml:trace>
  <inkml:trace contextRef="#ctx0" brushRef="#br0" timeOffset="89350">17219 9955 18224,'-1'-6'4879,"1"2"-2785,0 4-1668,7 35-303,-4 1-45,0 19 1,-1 7-839,-2-19 1,-4 5 754,-1 4 1,-3 12 0,-1 5-1,0-2 1,1-8-538,0-3 0,0-6 1,-1 9 268,0-7 0,-2 9 0,0 6 0,-1 1 0,0-2 0,1-4 1,1-9-1254,-1 7 1,0-7-1,0 3 1526,0-2 0,-1 7 0,0 0 0,1-4 0,2-11 0,1-4 0,0-5 0,1 0 0,0 0 0</inkml:trace>
  <inkml:trace contextRef="#ctx0" brushRef="#br0" timeOffset="89799">15781 10409 10366,'1'-49'2764,"-1"1"1,2 5 0,-5 6-916,-10 9-583,-2 6-840,-1 4 459,-14 15-689,12 11 225,-14 17 1,-10 12 0,1 0-327,8-8 0,2 0 1,-5 4-692,2-2 1,-4 4 0,-2 2 0,-1 0 0,2-2 634,-7 4 0,0-1 1,0 0-1,2-1-27,5-5 1,2-2 0,-1 1 0,-2 3-8,-6 3 1,-4 4-1,-1 1 1,1-1 0,5-2-532,4-3 1,3-3 0,1 1 0,-3 1 399,-1 3 1,-3 2-1,0 1 1,2-2 0,5-3-180,-2 3 1,4-3 0,2 1 304,2 4 0,1 1 0,6-7 0,-3 5 0,0 11 0</inkml:trace>
  <inkml:trace contextRef="#ctx0" brushRef="#br0" timeOffset="90544">17267 9848 24024,'44'25'87,"0"0"0,0 0 0,0 0 1,4 2-1,2 0 0,-1-2 1,-3-1-77,-4-4 0,-4-2 0,4 3-1427,5 6 0,4 3 0,0 1 0,-3-1 1408,-1-1 1,-3-1 0,1 4-42,1 3 0,2 3 0,-1 2 0,-5-1-52,-4-1 0,-4 0 1,1 3-2019,-1 4 0,3 3 0,-2 2 1,-3-5-827,-3-3 1,-2-3 0,-1 1 2774,0 5 1,-1 1 0,-7-9 0,-4-8 0,-7-12 0</inkml:trace>
  <inkml:trace contextRef="#ctx0" brushRef="#br0" timeOffset="91808">20534 8631 15076,'-2'-48'1216,"1"0"1,0 0-1,-2 1 1,-1 1 0,-8 13-305,-47 10-1686,21 16 1,-3 5 907,-3 3 1,0 5-4,3 5 1,-2 7 43,-2 7 1,-3 8 0,4-2-134,0-1 0,0 6 17,5 1 0,-6 10 1,-2 5-1,3 0 0,8-5-703,4 4 0,6-2 0,1 5 648,1-6 1,-1 6 0,0 0-1,3 0 1,6-6 0,5 3 1,6-4 0,3 0-3,2-2 1,3-1 0,7-1 18,15 9 1,11 0-1,2-4-348,1-6 1,2-5 0,6 2 334,-9-7 0,3 2 0,3-1 0,2-1 0,2-4-1,-1-6 0,3-1 1,1-3-1,2-1 1,-1-1-1,0-1-334,6 2 0,0-3 0,0-1 1,0 0-1,0-1 329,0 0 0,0-1 1,0 0-1,0-2 1,0-3 8,-1-1 0,0-2 1,0-2-1,0-2 0,-1-3 26,0-3 0,0-2 0,0-3 0,-1 0 1,-2 1-195,4 1 1,-1 2 0,-1-3-1,3-5 172,-6-3 1,3-3 0,1-3 0,-1-2 0,-4-1 0,-6 1-2,-2-2 1,-6 0-1,-2-2 1,2-5-2,0 0 1,2-3 0,1-3 0,-1-2 0,-2-1 0,-5 1-21,-1-5 1,-4-2-1,-2 0 1,-3 0-1,-1-1 11,-1 0 1,-1-1 0,-2 0-1,-2 1 1,-4 2-2,-1-3 0,-3 1 0,-4 2 1,-4 2-5,-5 1 0,-4 2 0,-10 1 8,-15-2 0,-12-1 1,-4 2-1,6 5-4,8 6 0,2 5 0,-8-2 5,3 5 1,-8-1-1,-5-2 1,-2 1 0,1 1-1,3 4 1,6 4-5,-9 1 1,6 6 0,-8 2-2,9 2 1,-6 0 0,-5 0 0,-1 1 0,0 1-1,2 2 1,6 2-68,-12 3 1,6 3 0,-1 2 0,-3 1 54,6-1 1,-3 1-1,-3 1 1,1 0 0,3 1-1,4 1 140,-4 2 1,5 1 0,1 2 0,-2 3-334,0 4 1,-2 4 0,-1 1-1,4 2 1,5-1-618,-4 8 0,6 0 1,0 2 54,3-6 1,-1 2 0,2 0-1,6 0 763,4 4 0,6 0 0,6-5 0,-3 7 0,6-2 0</inkml:trace>
  <inkml:trace contextRef="#ctx0" brushRef="#br0" timeOffset="92216">20607 8815 22895,'-46'-29'330,"0"0"1,-8 8 0,6 15-197,7 38-333,12-7 0,2 2 227,-8 22 143,16-9-126,12 4 140,33-10-90,16-5-28,4-17 0,8-8-393,5-9 1,1-6 405,-18 3 0,0-2 0,-1-3 52,17-11 0,-4-4-23,-17 1 1,-5-3-4,-7-3 1,-4 0 222,2-19-184,-21 12 1,-6 2-79,-8 3-8,-11 2 0,-6 6-59,-4 11-23,-7 6 1,-1 5-135,0 13-280,-10 9-12,32 3-3051,32 23 397,7-18 3103,3-2 0,2-3 0,-4-7 0,2-1 0</inkml:trace>
  <inkml:trace contextRef="#ctx0" brushRef="#br0" timeOffset="92566">21879 8644 17098,'3'-7'6660,"0"1"-5787,2-56-654,-10 45-71,-5-15 1,-6 7 2,-28 40-107,9-1 1,-2 3-31,9-1 1,2 2-4,-9 9 0,4 1-5,-1 6-1,10 6 1,6 1 5,12-5 9,7-1 0,7-3 24,31-6 40,-6-14 0,1-2 0,17-1 67,-11-16 1,-3-7 38,-1-19-705,-13 5 1,-2-2 564,-1-17 26,-14 7 0,-4 1-26,-6-2-14,-7 0 1,-6 3-43,-5 10-44,-31-10-157,10 30-964,-21 19 398,21 4-1932,11 14 0,4 6 2705,3 8 0,-2 6 0,17-27 0</inkml:trace>
  <inkml:trace contextRef="#ctx0" brushRef="#br0" timeOffset="93109">20766 9441 23915,'-6'-40'595,"0"1"1,1-1 0,1 17-568,3 30-6,2 0-5,1 12 44,14 22-38,-3-11 24,10 7 1,4 1-20,5-4-2098,14 0 1,4-2 2153,-1-10-629,7-7 0,0-5 662,-11-10-267,2-11 1,-3-4 233,-9-6-605,1-7 0,-1-3 622,-8 1 186,-2-1 0,-3 1-231,-7 6 1213,4-15-1241,-15 28 617,-2-3-869,-2 11-1254,-7 14 229,2-2 1249,-12 21 0,11-20 0,-4 7 0</inkml:trace>
  <inkml:trace contextRef="#ctx0" brushRef="#br0" timeOffset="93959">16314 9734 15462,'-3'-4'4654,"0"0"-2513,3 4-1653,-29 13 152,20 14-307,-3 2 1,4 3 41,27 16-177,-2-20 1,5-4 88,35-9-181,-21-15 1,1-5-348,4-5 1,0-4 335,2-6 0,-2-3-56,-8 4 1,-1-2 30,3-8 0,-3-1 347,4-6-342,-8-2 1,-3-2-31,-4 2-48,-10-2 0,-4 3-98,-9 17-280,-14-3-1109,-15 61-1362,5 3 1093,11-13 1,0 1 910,-1 17 0,10-27 0,0-1 0</inkml:trace>
  <inkml:trace contextRef="#ctx0" brushRef="#br0" timeOffset="94593">11089 10539 23450,'-25'-49'735,"0"0"1,2 4 0,5 13-708,12 28 11,3 12-28,3 5 40,7 25-7,6-8 24,15 11-24,0-20 26,5-11 0,4-6 59,24-8-956,-25 2 0,2-4 894,-2-5 1,-2-6 32,-5-5 1,-3-1-45,17-14-452,-23 6 0,-4 2 413,-10 7-11,-2-13-46,-6 24-1556,-5-2 493,4 10 1103,-6 14 0,8-7 0,-3 10 0</inkml:trace>
  <inkml:trace contextRef="#ctx0" brushRef="#br0" timeOffset="96284">19774 10025 4445,'-5'-7'6066,"0"1"-1942,5 6-3167,0 0 1329,19-73-1581,-12 51 46,4-20 0,-1 7-561,-8 31 714,-5 5-797,-3 6 324,-27 30-269,7-8-287,-8 8 1,-9 9-1,1-1 181,10-11 0,0-1 0,-1 1-515,0 0 0,-2 3 0,0-1 0,1-2 466,-1 2 1,1-3 0,-2 3-17,-1-1 1,-3 3-1,0 0 1,3-3-221,4-3 0,2-2 1,-3 4-7,-3 4 1,-6 7 0,-1 2 0,3-3 0,7-6-127,-2 6 0,3-1-616,7-4 1,-2 6 0,2-1 0,7-8-1645,0 16 2621,14-13 0,5-6 0,3-20 0,9-1 0</inkml:trace>
  <inkml:trace contextRef="#ctx0" brushRef="#br0" timeOffset="96699">19088 10619 19176,'-4'-49'1478,"-1"1"1,-10-6 0,-7 12-1193,-19 26-135,5 7 0,-5 5 106,-11 21 1,0 7-648,14-7 0,-1 4 489,-8 11 0,-4 7 0,5 0-1120,2 4 0,4 3 1024,1-3 1,-1 5 0,4 0-1,8-5 1,4 0 0,2 1-14,4 0 1,2 0 0,2 0 3,-3 6 1,10 0-8,20-4 0,10 2 0,3-8-348,-4-12 0,7-5 365,12-1 0,13 0 0,2-3 1,-6-7 3,3-7 0,0-7 3,3 2 1,5-1-1,-3-5-153,-14-3 1,-2-3 0,0-3 202,5-7 1,1-3 0,-3 0-44,-5 6 1,-3 1 0,-1-7 44,8-19 1,-2-10 0,-12 4-28,-16 6 1,-6 1-858,5-18 0,-6 1 832,-11 24 1,-10 3-10,-19-4 1,-6 5-3,14 12 0,-4 1-34,-10 2 1,-10 0-1,-3 1 1,6 5-26,-10 2 1,0 4-387,-3 1 1,-4 0 0,8 3 8,11 3 1,5 3 435,-2 4 0,7 1 0,10-2 0,-2 3 0</inkml:trace>
  <inkml:trace contextRef="#ctx0" brushRef="#br0" timeOffset="97325">20002 9911 13480,'0'-9'5152,"0"2"-4036,0 7 1561,-3-67-2279,-3 50-258,-3-45 67,-4 71 439,-14 25 1,-2 11-406,2-1 0,-1 5-780,5-8 1,-3 4 0,-1 2 0,2 0 592,0 2 1,2 1 0,0 1 0,0 1-495,2-5 0,-1 2 0,0 1 1,1 1-1,0 0 451,-2 5 0,1 1 0,-1 1 1,2 0-1,0 1-309,3-8 0,1 1 0,1 1 0,-1 0 1,2-2-1,0-1 299,0 1 0,1-3 0,0 0 0,2 1 0,2 4-27,3 3 0,1 5 0,2 2 0,2-1 0,1-3 0,1-7-217,1 9 1,3-8-1,5 7 129,4-6 0,5 6 0,3 4 0,2-1 0,0-5 0,-1-9-43,6-1 0,1-8 1,4 1-122,3 5 1,3 3 0,3-2 0,2-7-991,7-3 1,2-8-1,2-3 1268,-8-6 0,2-3 0,0 0 0,-3-1 0,0 4 0,-3-2 0,0-2 0,15-2 0,0-1 0</inkml:trace>
  <inkml:trace contextRef="#ctx0" brushRef="#br0" timeOffset="97894">21970 9951 20762,'-17'-40'929,"0"0"1,1 2 0,2 10-659,6 23-19,7 22-100,4 1 44,11 21 0,6 9-1503,5 9 1,1 2 1332,-9-20 0,0 0 0,0 1-4,2 3 1,-1 0-1,0 5 13,-3 5 0,0 5 0,-2 0 0,-1-5-26,-1-9 1,-2-3-1,1 6-407,0 6 0,2 8 0,0 3 0,-2-3 0,-2-8 390,0 11 0,-3-2-15,-2-12 1,1 4-1,-2 2 1,-3-3-589,-3 2 0,-3-2 1,-4 3 162,-4 2 0,-2 4 0,-4 0 0,-1-3 322,-1-6 1,-3-2 0,-1-2 0,2-2 0,-2 3-1,0-2 1,1-5 0,-5-4 0,1 1 0</inkml:trace>
  <inkml:trace contextRef="#ctx0" brushRef="#br0" timeOffset="98376">22182 9866 19759,'-1'-7'3148,"0"2"-2236,1 5 382,0 0-941,121 29-1916,-91-19 1,1 3 1602,11 2 1,10 2 0,2 3 0,-7 1 7,-6 2 1,-4 3-1,2 3-496,6 6 0,3 5 0,0 2 0,-3-3 444,-1-2 0,-4-1 0,1 6-89,-6 0 0,2 6 0,0 3 0,-4-2 1,-7-6-705,3 11 0,-8 2-610,-6-5 0,-1 7 0,-4 1 0,-6-7 1407,-13 12 0,-7-6 0,6-4 0,-2-5 0,-2-20 0,1 0 0</inkml:trace>
  <inkml:trace contextRef="#ctx0" brushRef="#br0" timeOffset="99218">23281 11209 24487,'17'-49'689,"1"0"1,-4 7 0,-1 7-1227,-5 12 979,-5 6-567,-1 10 47,-19 8-16,2 11 124,-23 20 1,-6 8-259,15-10 1,0 1-847,-13 13 0,1 0 1075,16-14 0,4 1 45,2 13 1,7 0 29,15 17-1258,-4-19 0,6-2 1255,34-3 81,4-22 1,3-4-137,-16-3 0,2-4 178,20-4 1,9-5-1,-7-4-81,-15-4 1,-2-4-349,22-11 0,-7-5 294,-20-13 94,-26 6 0,-8-1-166,-9-5-87,-17-5 0,-11-1 157,4 22 0,-6 3-59,-3-1 0,-4-1 0,4 5 0,8 5 0,2 4 0,-1 3 0,0-1 0</inkml:trace>
  <inkml:trace contextRef="#ctx0" brushRef="#br0" timeOffset="102809">5015 12768 17837,'6'-50'1324,"0"1"1,0-1 0,1-18 0,-1 13-440,-5 26-297,-1 10-398,0 5-167,-1 15 100,-6 36-89,0 4-12,-3 16-22,4-10-3,2-14 0,0 0 15,0 10-1689,1 1 1,0-2 1687,2-11 269,2 14 180,-1-36-163,1-13-230,-1-10 174,-2-42-152,0 17-1106,-1-11 1,0-3 1083,1 1 943,0-6 1,0 1-938,1 11 47,0 3 1,1 3-116,0 18-16,0-5-22,0 28 3219,0 4-3192,9 27 12,-4-8-23,8 22-454,-6-12 1,2 3 470,7 12 0,0-1 0,-2 12 0,6-6 0</inkml:trace>
  <inkml:trace contextRef="#ctx0" brushRef="#br0" timeOffset="103391">10530 11928 19299,'-21'-45'285,"1"1"1,0-2 0,10 4 2237,25 4-2434,25-9 1039,-5 19-1108,0 14 0,-1 5 600,-4 5-620,22 5 2210,-23 11-2210,8 21-12,-16-7 1,-15 11 0,-8 3-11,-19 7 33,8-14 0,-3 1-150,-14 0 0,-3-4 127,-11 9-615,14-12 1,2-2 631,0-2-2891,13-5 2892,11-11-6,18 1-17,0-6-135,15-4 1,7-3-488,-1-1 1,4-2-1391,3-1 0,5 0 0,-1-1 2029,-3 0 0,0 1 0,-3 0 0,7-1 0,-4 1 0,12-3 0</inkml:trace>
  <inkml:trace contextRef="#ctx0" brushRef="#br0" timeOffset="104083">16035 11252 17155,'-6'-5'3036,"0"1"-974,6 4-1144,0 0-498,-45-68-258,75 26-145,-42 2 1,5 2-522,49 15 1,10 11 520,-7 5 303,2 1 1,0 3-298,-3 10-1,9-1 729,-22 15-728,-14 13-18,-5-5 18,-8 21-6,-9-24-1,-11 7 1,-3 1 22,-11 4-19,5-8 0,-1-3 80,-8-2 1445,5-12-1327,8-7 1,8-13-130,6-1 29,5-12-79,4 6 51,14-13-73,-5 15-1,23-3-4,-19 14 10,17 8-16,-7 8-12,17 19-5,-7 3 0,3 13-34,-18-3 0,-13 1 17,-11-10-358,-36 10 122,9-24-1072,-12-1 1,-1-2-1449,10-8 2676,-24 4 1,50-16 0,1-1 0</inkml:trace>
  <inkml:trace contextRef="#ctx0" brushRef="#br0" timeOffset="104684">20585 10689 26105,'11'-41'341,"0"38"-290,-9 32 5,-1 9 0,-1 2-23,-1-4-8,-1 6 1,0-1-4,0-7-8,3-1 0,2-2 9,2-10 245,14 7-184,-7-25 96,24-21-113,-16 1 3,8-8 0,2 0-42,-1 0 11,3 1 0,0 2-22,-7 7-11,15-2-23,-29 18-3330,4 38 3335,-12-9-19,-1 8 1,-2 3-247,-3 6-4028,-2 13 1,-1 4 3931,2-23 0,0-1 0,-1 8 0,0-5 0,2-5 0</inkml:trace>
  <inkml:trace contextRef="#ctx0" brushRef="#br0" timeOffset="115129">8489 14049 12085,'-53'-16'2219,"-1"-1"1,8 3 0,7 2-802,10 1-349,9 2 131,-6-3-881,11 5 319,-1-1-481,13 6-123,-1 0 5,4 9 34,4 6-23,0 4-3352,12 13 3346,-3-9-420,12 6 0,3 0 427,3-1-54,5-2 0,4-2 115,19-8-48,-5-7 1,5-4-57,-1-2 1,-1-3-959,4-1 1,-1 0 960,-10-2 1,4-1 7,-4 0 1,6 0-1,3-2 1,-3 2-2,6-2 1,-1 0 0,3 0-14,-14 2 1,4 0 0,0-1-1,-1 0 1,-4 1 27,10-1 0,-4-1 1,5 1-3,-9 0 0,4 0 1,2 0-1,-2-1 1,-6 2-326,2-1 0,-5 1 0,5-1 312,3 1 0,7-2 0,3 0 0,-3 1 0,-8 1 10,-6 0 0,-5 2 0,1 0 426,8-1 0,2 1 0,-2 0-426,-2 0 0,-1 2 0,-3 0-8,5-1 0,-3 2 5,-3 0 0,-5 1-3,-3 0 2202,-12-1-2067,-7-4 789,4-4-885,6-10-27,-4 2 50,14-19-50,-16 15 66,15-23 2433,-20 21-2461,0-9 1,-2-2-45,-2-1-3,2-11 1,-3 0-10,-3 8 18,-1-6 0,0-1-1,-3 6-2,-1 3 0,-2-1 58,-8-10-8,1 14 1,-2 1 2,-5-8 561,-11-10-589,14 36 45,-8-9-84,11 18-6,-1 0-11,5 4-39,1 3 39,1 0 33,0 6-16,1 0-11,0 5 10,0-3-21,-3 8-29,-2-4 34,-1 3 0,-1-5 17,-3-1 33,-1-4 34,-9-1-50,2-9 0,-5-7-29,6 0 18,-10-10-29,13 12-39,-19-6 51,17 12 27,-23 8-10,11 7-18,-27 19-27,21-7-919,-16 14 947,26-20 5,-20 21-56,15-15 40,-9 9 16,18-18 11,6-4 6,8-7 34,4-5 879,2-4-947,5-8 12,2 0-6,16-14 0,-8 11-6,33-22 12,-22 18 10,2 2 1,1 0-17,17-6-1696,-10 6 0,1 1 1696,14-7-1143,-8 7 1,-2 2 1136,-5 3-409,2 3 0,-1 2 420,-8 3-219,32 11 220,-36 0 0,27 21-18,-29-14 1752,18 18-1723,-14-10-23,17 14 1,-15-11 10,16 9-5,-27-22 2608,11 8-2480,-20-14 1729,1 0-1728,-8-10 490,-2-1-597,-3-16-22,0 6 23,-9-18-12,-4 7-6,-2 1 7,-4 7 4,-19 7-21,10 4 5,-11 3 0,-3 0 0,1 2-6,-6 0 1,-2 1 16,-4 3-934,16 0 1,0 0 928,-5 3-6,12 3 0,1 0 11,-1 1-11,-4 5 0,1 0 0,6 1-6,-24 13-11,26-9 17,-7 9-5,14-9-18,-1 8 29,16-17-12,-2 9 1,6-14 10,1 3-5,1-8 23,0 0-6,1-10-17,0 2 0,4-21 11,-1 11-11,7-27 0,-4 22 1845,11-19-1851,2 17 0,25-8 6,-10 13-1693,3 8 0,0 2 1682,0 5-1031,6 0 0,2 2 1053,-6 5-34,3 1 0,1 3 17,5 6 3,-14-2 0,-1 0-2,8 5 5,-12-2 0,-2 0 2328,1 2-2328,22 12 3086,-30-14-3097,20 16 17,-25-17-6,11 12-11,-22-18 118,3 2-107,-4-3 0,-1-2 0,0-1 0</inkml:trace>
  <inkml:trace contextRef="#ctx0" brushRef="#br0" timeOffset="119467">8784 8522 9843,'-50'12'842,"1"1"0,-1 0 1,0-1-1,-5 2 0,2-1 1,9-1 650,-12 10-721,39-12 1995,25 2-2776,17-11 443,21-8 1,17-6 0,-4 0-2251,-9 3 0,3-3 1966,-7 2 0,9-3 0,3-1 0,-2 1 0,-6 1 58,-2 0 1,-4 1 0,7-1-132,1-1 1,7-2 0,5-1 0,1 0 0,-2 1 0,-7 1-443,-2 1 0,-5 1 0,0 1 0,8-2 323,-9 1 1,6 0-1,4-2 1,2 0 0,0 0-1,-2 1 1,-2 0-1,-6 2-207,13-3 0,-8 2 1,2 0-1,11-3 244,-22 6 1,5-2 0,4-1 0,4 0 0,3-1-1,1-1 1,0 1 0,0 0 0,-2 0 0,-3 1-1,-3 0 1,-6 2-194,13-3 1,-7 1-1,-4 2 1,1-1 0,4-1-1,7-1 183,-11 2 0,5-1 0,5-1 1,3-1-1,2 0 0,2-1 1,0 0-1,0 1 0,-3-1 1,-2 2-1,-4 0 0,-5 1 1,-6 2-3,14-3 0,-9 1 0,-3 2 0,1-2 0,7 0 9,-6 0 0,7-1 1,3-1-1,2-1 0,1 0 1,-2 0-1,-3 2 0,-5 0 1,-7 2-10,4-1 0,-8 2 0,-2 0 1,6-2 28,-1 0 1,5-1 0,2 0 0,-1-1 0,-3 1 0,-6 1 10,7-2 0,-7 1 0,2-1 169,13-4 0,2-2 0,-5 3-17,-3 0 1,-3 1 306,7-4 1,-8 3 1388,-24 6-1067,2-5 1424,-28 13-4060,-11 1-141,2 6 1893,-9 5 0,12-3 0,0 1 0</inkml:trace>
  <inkml:trace contextRef="#ctx0" brushRef="#br0" timeOffset="126492">14311 14088 10338,'47'-38'1252,"0"0"1,-5 4 0,2 1-817,-3 8 1,4 2 0,-3 1-1754,-5 2 1,2 0 1319,5-3 1,5-3 0,-2 3-46,1 1 0,3 0-33,-10 6 1,5-1 0,1 0 0,-2 1 49,11-4 1,-1 1 0,3 0-208,-3 2 0,4-1 1,0 1-1,-4 1 234,4 2 0,-4 1 0,-1 2-561,-9 1 1,-2 1-1,-1 0 564,19-3 1,-2 1 19,-4 0 1,-1 0-71,-2-1 1,1 0 182,-5 0 1,3 0-1,-4-1 282,-2 1 0,-5-1-170,1 0 1,-8 1 365,-18 3 1125,-16 2-1310,-44 2-352,-9 4-60,5 3 1,-6 3 648,-1 2 1,-1 2-664,8-1 1,-1 1-1,-2 0 1,-1 1 5,-6 1 1,-2 1 1,17-3 0,-1-1 0,-4 3 59,2-1 1,-5 3 0,-3 0 0,2 1 0,4-2 113,-13 5 1,3-1 0,-1 1-73,7-1 1,-3 1 0,3 0 0,8-1-14,3 3 0,9-2-12,-1 6 23,36-11 111,40-13-142,-6-6 1,5-5-43,-1 2 0,4-2 0,1-2 31,9-4 1,2-2-1,4-1-48,-12 4 1,3-1-1,2-1 1,-1 0-1,-3 2-329,-2 0 0,-5 1 0,3 0 0,5-1 309,1 0 0,6-2 1,4 0-1,2-1 1,-2 1-1,-4 1 1,-7 3-361,11-4 0,-7 3 0,5-1 357,-11 4 0,4-2 0,3 0 0,0-1 0,-1 2 0,-5 2-1,4-1 1,-3 2 0,-1 1 0,3 0-277,-2 0 0,3 0 0,1 0 0,-1 0 0,-2 1 280,3-1 1,-3 0 0,1 0 0,1 1 18,-1 0 0,3-1 1,0 1-1,-5 1 1,-9 1 339,-4 1 0,-6 0-265,20-6-90,-77 12-11,-10 3 1,-14 2 0,-8 1-1,-1 1-111,10-1 0,-4 0 0,-2 1 0,-1 0 0,0 0 1,2 0 117,-7 1 0,1-1 1,1 1-1,-3 0 1,-2 0 1,6 0 1,-4 0 0,-2 0 0,-1 1 0,3-1 0,4 0 0,7-1 6,-12 2 0,9-1 1,-8 1 2,11-1 0,-7 1 1,-4 1-1,-2 0 1,2 0-1,4-1 0,8-1-3,-13 2 1,9-1-1,-6 2-174,6-1 1,-8 2-1,-3 1 1,2-1-1,6 0 1,11-2 162,-1 1 0,5 1 464,-22 6 0,8 0-481,30-6 70,56-10 1,18-5-37,14-7 208,-19 3 1,10-3 0,3 0 0,-4-1-223,7-3 1,-1-1 0,0 0 310,0 0 1,0 0-1,8-1-318,-17 4 0,4 0 0,5-1 0,1 0 0,0 0 0,-3 1 0,-3 1 0,0 0 1,-4 0 0,-1 2 0,2-2 0,4 1 1,0-1 0,5-1 1,2 0-1,0 0 1,0 0-1,-2 1 0,-5 1-1,0 1 1,-2 0 0,-3 1 0,-1 0 0,-1 0-85,5 0 0,-1 0 0,-2 1 0,-4 1 101,19-3 0,-8 1 344,-18 4 0,-10 0-318,-16 1-31,-42 6 0,-34 4 1,3 0-2,14-1 0,-5 1-205,1-1 0,-10 2 1,-5 0-1,0 1 0,4-1 199,11 0 0,3-1 1,0 0-1,-2 1 1,-5 1 13,-1 0 0,-5 1 0,-2 0 0,-3 1 0,1 0 0,0 0 0,3-1 6,5 0 0,0 0 1,1 0-1,1 0 1,-1 0-1,1 0 0,0 0-11,0 0 0,1 0 0,-1 0 1,1 0-1,0 0 0,1 0 1,2 0-64,-11 4 1,1-1 0,2 1 0,2 0 0,3 0 66,0 1 0,4 1 1,2 0-1,1-1-163,-7 2 1,2-1-1,3 1 142,-17 8 1,16-3 11,33-12 41,54-19 1,21-9-57,-21 7 1,2-2 244,11-4 1,7-2 0,5-1-228,-16 5 0,3 0 0,1-1 0,1 1 0,-2 0-12,11-2 0,-1 0 0,0 0 1,3 0 112,-6 1 0,1-1 0,1 1 0,3-1 0,2 0-117,-11 5 1,4-1 0,2-1-1,1 1 1,0 1 0,-2-1 0,-2 2-1,-3 1-159,5-1 0,-4 1 0,-2 1 0,1 0 0,3-1 162,5-1 0,3-1 1,2 0-1,0 0 1,-3 1-1,-6 2 1,4 2 0,-3 1 0,-5 1 1,-6 1 182,4 0 1,-4 1-190,15-3 1,-24 7-9,-60 13 0,-16 3 17,-12 5-114,8-7 1,-10 1-1,-4 1 1,7-2 107,7-3 0,4-1 1,-6 1 11,0 0 1,-8 1-1,-3 2 1,-2-1-1,3 0 1,6-2 4,-11 3 0,6-2 1,-11 3 8,14-3 0,-8 2 0,-6 1 1,-2 1-1,-1 0 0,3-1 1,5-1-1,8-1-15,-1-1 1,7-2 0,2 1-1,-8 1 7,0 0 1,-8 2 0,-4 2 0,-1-1 0,3 0 0,7-2 0,9-3 23,-11 3 1,6-2 11,1 0 1,-2 0-1,12-6 1149,17-9-1175,54-22 1,22-8-9,-19 13 0,5-1 26,8-3 1,10-4 0,3-1 0,-2 3-39,-8 5 1,-1 1 0,1 1 0,5-1-7,-1 0 0,4-1 1,3-1-1,1 1 1,0 0-1,-3 1-255,-4 2 1,-1 1-1,0 1 1,0 0 0,-1 0-1,1 0 259,-2 0 0,0 1 0,0-1 0,0 1 0,0 1 0,1 1-50,2 0 0,2 1 1,0 1-1,-1 0 0,-2 2 1,-4 0 58,3 0 1,-5 2 0,0 0 0,2 0-119,1 1 0,2-2 0,1 1 0,-2 1 0,-6 1 137,3 0 0,-5 2 0,-6 0 628,3 0 1,-15 5-506,-23 4-101,-50 6-81,5-3 1,-4 1 572,5-2 1,-1-1-1112,-19 3 1,2-1-309,24-4 0,-1 0 877,-27 4 0,4-1 0,18-2 0,-15 2 0</inkml:trace>
  <inkml:trace contextRef="#ctx0" brushRef="#br0" timeOffset="138383">18116 8825 10478,'1'-49'2249,"1"0"1,-7 0 0,-6 12-1668,-10 27 421,-30 3-219,-3 30-523,15 0 1,-5 4-1,2 1-1097,-7 5 0,-3 5 921,15-10 1,-5 6 0,-4 3 0,0 1 0,2-1 0,5-4-548,-8 7 1,5-3 0,-7 8 500,10-9 0,-5 5 0,-4 5 1,-1 2-1,-1 1 0,1-2 1,4-2-1,5-5-479,1 0 1,5-5 0,2-1 0,-2 2 0,-4 5 448,4-4 0,-3 4 1,-4 2-1,0 3 1,-1 0-1,1-1 1,1-1-1,3-2 0,4-5-4,-3 4 1,4-4 0,2-2 0,-1 2-1,-5 6-163,4-4 0,-3 4 0,-3 4 0,-2 2 1,0 2-1,-1-1 0,2 0 0,1-3 1,3-3-1,4-4 153,-5 6 1,4-6-1,3-2 1,-2 2 0,-4 7-90,2-3 0,-4 5 1,-3 5-1,-1 2 0,0 0 1,1-1-1,3-3 0,4-6 1,5-5 65,-7 10 0,8-9 0,-3 5-123,2 0 0,-3 6 0,-1 0 0,4-2 1,5-10 40,3-1 1,3-3 208,-6 19 1,3-6-1372,12-22-3605,7-25-1727,4-13 6604,4-21 0,-4 18 0,-1 4 0</inkml:trace>
  <inkml:trace contextRef="#ctx0" brushRef="#br0" timeOffset="138641">15290 9821 9106,'2'-47'1581,"-1"0"1,1 0 0,1 0-1,1 1 1,6 7-241,9 11 1,4 5-804,15-14 19,6 34 0,2 10-623,4 15 279,-8 6 0,7 8 0,-6-1-772,-8-4 0,0 3 610,-2 0 1,5 5 0,2 3 0,-3-2-409,-6-5 1,-2 0 0,2 0 0,3 4 382,1 0 0,5 4 0,2 2 0,0 1 0,0-2 0,-4-3-395,-2-2 0,-3-3 0,0 0 0,3 1 0,6 2 374,-2-3 0,5 3 0,4 1 0,3 2 0,1 0 0,0 0 0,-1-3 0,-2-2 0,-4-4-283,10 5 1,-4-4-1,-1-3 1,2 0 0,2 2 276,-5-2 0,1 1 0,2 1 0,0 1 1,2-1-1,-1-1 0,1-1-28,1 0 0,3-1 0,0 0 1,0-1-1,-2-1 0,-5-2 1,-4-1-350,-2-1 0,-5-2 0,-2-1 0,4 2 85,9 4 1,5 3 0,1 0-1,-6-2 1,-10-4-4624,-5 0 1,-11-4 4029,-6-3 0,-5-3 0,-12-12 1</inkml:trace>
  <inkml:trace contextRef="#ctx0" brushRef="#br0" timeOffset="140326">13640 10835 17714,'3'-35'444,"-1"0"1,11-15 0,3 4-294,10 4-51,0-7 1,1-2-373,-13 22 1,0-2 325,6-15 0,2-8 1,0 3-438,-5 12 1,-1 1 0,2-4 398,5-9 1,2-7 0,1 1 0,-2 5-462,-3 6 0,-1 4 0,0-1 450,5-8 0,1-2 0,-1 3 0,-3 8 1,-1 2-1,4-3-11,1 3 0,4-2 1,2-2-1,0 0 0,0 2 1,5-6 1,-1 1 0,1 1 0,2-2-324,-5 6 0,1-1 0,1 1 0,1 0 0,-1 3 323,5-1 1,1 2 0,-1 2 0,-1 0-564,8-5 1,-1 1-1,-1 1 566,1 0 0,0 0 1,2 0-10,-7 6 0,2-1 0,2 1 0,0 2-234,3 0 1,2 2-1,0 1 1,-2 1 240,-8 3 0,-2 1 0,2 0 0,4 0 33,7-2 1,6 0 0,2 0 0,-1 1-1,-2 4-42,-1 2 1,-2 4-1,-1 1 1,3-1 6,-5 1 1,2 0-1,0 0 1,0 2-1,-3 0-95,3 1 1,-1 1 0,-2 2-1,-3 1 97,0 0 1,-3 3-1,2 3-22,13 4 0,3 4 0,-7 1 504,-8-2 0,0 2-445,11 6 1,5 3 0,-10 1-23,-24-4 1,-3 4 16,14 13 0,5 7 0,-5-3-23,-11-8 0,-1 0-2,4 4 0,2 4 0,-1-1 0,6 12 0,-1 1 23,-9-10 0,0 2 0,0-1-60,0-2 0,-1 0 0,3 3 35,-1 0 0,2 4 1,-1-2-1,-3-5-31,0 0 1,0-3 25,0 2 0,2 2 1,2-1 54,3-2 0,2 0 0,-1-1-17,-3-4 0,-1-1 1,2 2-17,1-1 0,1 3 0,2 0 0,-2-1 8,9 9 0,-2-1 1,-2-2 6,1 0 1,-3 1 65,-5-1 1,0 2 0,-7-5 22,2 10 598,-7 2 1,-3-1-598,-10-6 246,-4 4 0,-2 1-212,-6 9-138,2-22 1,-1 1 53,-5 26-36,3-4-41,0-9 38,4 17-46,3-40 2464,1 16-2402,1-19 56,2 8-44,-1-10 1422,4 5-1455,-5-14 1353,1 4-1080,-4-10 485,-2 0-468,1-2-212,-5-6-35,-3-4 35,-13-17-68,-5-3-39,-13-9 17,6 13 16,-1 8 1,-3 1-23,-19-2-1380,14 5 1,0 0 1379,-9-1-727,-5-6 755,34 8 12,-9-20-29,24 17 6,0-13 17,5 17-28,1 2-6,0 5 2475,0 13-2474,7 11 4,-1 1 12,22 21 0,-8-22-1140,9 6 1,2-1 1139,2-2-806,11 1 1,1 0 794,-3-6-191,15-1 1,1-2 240,-11-7 0,1-4 0,-1-3 6,-12-7 56,22-13-37,-27 3 1,0-4-9,7-6 0,-1-2 293,-6 5 0,-1-1-341,-4 0 0,-2-1 1845,10-21-1802,-13 18 55,-3-2 0,-1 0 785,-7 7-751,3-24-123,-9 30 56,0-10-56,-3 20 2340,0-1-2397,0 8 7,0 0-6,-2 2-23,-2 11-56,0-2-7017,-8 30 7107,5-12 0,-2 3 0,5-17 0</inkml:trace>
  <inkml:trace contextRef="#ctx0" brushRef="#br0" timeOffset="191662">13535 11415 17703,'-10'48'2274,"4"-3"-2151,9-4 101,6 2-128,-3-19 228,7 22-206,-7-26 251,3 16 68,-6-24 96,-2 0-275,-1-8 50,1-8-292,-1-3 74,3-28-34,1-3-17,2-9 135,8-11-40,-4 25-55,2-6 161,0 9-200,-3 19-24,2-3-4,-2 12 16,6 1 0,8 5-12,28 7-4,4 3-15,-14-1 0,0 1-2912,16 9 2882,-9 2-242,-27 4-6687,-26 9 6962,-4-4 0,-3-4 0,3-18 0</inkml:trace>
  <inkml:trace contextRef="#ctx0" brushRef="#br0" timeOffset="195225">13190 7756 18622,'44'-20'448,"0"-1"1,0 1-1,0 0 1,-6 1-1,-1 1 1,3 1-299,9-3 1,7 0 0,-1 1 0,-8 3-519,-3 1 0,0 2 388,0 0 0,7-2 0,1 1 0,-6 1-82,13 0 1,-4 2-6,3-2 0,-3 1 221,-14 5 1,-10 3 1542,-22 6-2063,-10 3 770,-24 7 1,-18 4-283,-9 3 0,-10 2 0,-3 2-619,18-6 0,-2 1 1,-2 0-1,0 1 1,1-1 551,1-1 0,0 0 1,1 0-1,0 0 0,0-1-150,-6 3 1,1 0-1,0 0 1,0 0 326,2 0 0,0 1 0,1-1 0,2-1 42,-4 1 0,2-1 1,-2 1-375,2-1 0,-3 2 1,2 0-1,5-3 47,-4 1 0,6-2 100,9-3 1,7-2 75,13-5 633,47-19-460,7-2-76,13-7 0,9-4-110,-22 10 0,1-1 0,2-1-56,0 0 1,3 0-1,0-1 1,-1 1-13,6-3 0,-2 2 1,6-3-13,-8 5 0,5-2 0,3-1 1,0 0-1,-3 2 0,-6 2-14,4-2 0,-5 3 0,7-2-32,-3 0 1,8-1-1,3-2 1,1 0 0,-4 2-1,-6 2-10,6-2 1,-5 3-1,-1 1 56,4-3 1,0 2 0,-4 0-97,3-1 0,-10 4 650,-14 4-727,-29 7-1255,-9 4 1181,-51 14 655,19-3 0,-4 2-483,3-1 0,-3 1 0,-4 1 6,-3 1 0,-4 3 0,-1-1 0,4 0-187,-1-1 0,3 0 0,-4 1 239,9-3 1,-5 1-1,0 1 1,3-1 0,5-2 52,-13 6 1,2-1 290,8-4 1,-6 3-1,1 0 1,5-2 699,-6 2 0,3 0-986,7-3 1,-2 0 0,7-2 163,-4 2 60,46-22 140,17-8-4,27-13 204,2 1 0,7-2-591,-9 4 0,4-1 1,0 1 30,-2 0 0,0 0 0,2-1-66,-2 3 0,2-1 0,1 0 0,-4 2-19,-1 2 1,-3 1 0,2 0-14,10-3 1,2-1 0,-2 0-62,-5 4 1,-1 0 0,-1 1-58,-4 2 1,-2 1 0,-3 1-219,-1 0 1,-5 3-19,8-1-67,-49 14 405,-46 14-74,13-4 0,-7 2-559,-10 3 0,-8 4 0,3-2 605,14-5 0,1 0 1,-3 1 19,-7 3 1,-6 1 0,0 1-1,3-2 24,-1 2 0,3-2 1,-2 1 106,5-2 1,-3 2 0,1-1 0,2-1 34,-2 1 1,2 0 0,-2 0-31,9-3 1,-3 1 0,2 0 0,5-3 305,-2 2 1,4-2-133,-9 4 1,9-4 344,26-11-97,51-24-103,-4 3 0,6-3-435,8-4 0,6-3 0,1 1 207,-2 0 0,1 1 0,0-1 285,1 0 0,1 0 0,2-1-441,-5 4 0,3-1 0,-1 1 1,-3 2-311,-1 1 0,-3 1 0,2 1 294,8-5 1,1 0 0,-1 1 8,-5 4 0,-1 1 0,-7 4-305,14-5 163,-19 6 0,-15 7-584,-28 9 266,-49 22 236,10-6 1,-8 3-208,8-4 0,-7 3 0,-1 1 1,3-2 425,-1 1 0,1-1 1,-3 2 11,6-4 0,-3 3 1,-2-1-1,1 1 0,4-3-44,-11 6 1,4-2 0,-3 0 91,7-2 0,-2 0 0,1 0 0,0 0 716,-7 3 0,1-2 0,2-1-596,9-5 0,2-1 1,5-5-126,-15-6-154,77-48-4,-3 21 0,7-1-44,6-1 1,9-3-1,2-1 1,-3 4 195,2 0 1,-1 2 0,3-1-35,2-1 1,6-2 0,-1 1 0,-3 2-5,-3 2 0,-3 3 0,3-1-59,3 1 0,3 0 0,0 1 0,-7 3 371,4 0 1,0 2-319,11-1 0,7 1 0,-13 3 0,-6 4 0,-18 5 0,1 0 1</inkml:trace>
  <inkml:trace contextRef="#ctx0" brushRef="#br0" timeOffset="199924">18361 11140 13284,'-46'25'802,"0"-1"1,4-3 0,13-5-691,27-13 45,8-4-42,26-8 1,17-6 0,-5 2-110,9 0-269,-9 0 1,8-2-1,-8 3 224,5 6 11,-5 3 214,8 10-164,-26-1 29,-7 6 77,-18-2 1,-6 1 106,-8 9-151,-1-6 163,-21 12-163,16-14-2499,-35 15 2611,29-14 159,-7 1 1,0 0-277,11-3-46,-14 4-150,27-11 44,4-2 162,10-1-10,11-1 3358,17-8-3421,0 1-1690,4-6 1,1-2 1684,-1 2-3,0-1 1,2 0-2249,11-4 2245,-10 4-421,9-3 590,-35 12 285,2 0-218,-17 4 1779,-8 1-1997,-9 1 2990,-3 1-2980,-30 10-1095,19-3 0,-1 1 1081,2-2 1,-1 1 28,-9 2 0,3-2 41,-4 0-162,-1 0 17,21-5 73,17-4 17,11-4-34,28-11-11,-11 4 19,9-4 0,0-1-13,-1 1-1,0 0 1,0 0-1,0-1-3,14-1 1,3-1-9,-1 2 226,-8 3 1,-4 2-193,-11 5 112,-14 5 5,-8 0-94,-32 11-18,-10 2-1973,-19 4 1974,7 0 27,-6 0-72,-2 2 58,24-9 0,-1 1 15,-23 6 1974,14-5-2114,22-5 100,15-5 0,16-3 2709,16-9-2748,13-5-5,20-8 21,-16 7 1,3-1 0,1 1 0,0 0-1579,-7 3 0,-1 1 1595,20-7 225,-31 12-174,-19 5-90,-11 1 34,-30 10-1123,-1 2 0,-2 2 1134,-19 6-3,12-3 1,-2 2 888,7-3 1,2 0-890,6-2 1,1 0 5,-8 3 0,4-1-25,10-3-62,-2 1 45,20-6 107,22-5-68,1-4-11,36-14-6,4-9 3,-7 3 1,1 0 2,-16 7 0,1 0 8,12-5 0,-3 1 572,-5 4-323,-3 1-89,-25 9-179,-14 4 22,-20 4 17,-24 11 0,-7 3-2285,-3 5 2308,2 5 44,15-6 2296,-5 4-2211,10-7 32,12-4-122,12-8 157,9-3-90,14-10-129,14-6 3258,18-12-4228,-8 8 1,1 1-3819,18-8 4760,-19 10 0,-3 2 0,-14 7 0,-1 0 0</inkml:trace>
  <inkml:trace contextRef="#ctx0" brushRef="#br0" timeOffset="201567">13620 11353 15033,'5'0'-470,"-1"0"620,-4 0-649,-28-9-555,20-3-2038,-20-16 285,29 1 1959,3-11 0,-1 21 1,0-1-1</inkml:trace>
  <inkml:trace contextRef="#ctx0" brushRef="#br0" timeOffset="440028">3623 6209 24575,'-4'0'0,"26"0"0,19 0 0,8 0 0,9 0 0,5 0-1139,-10 0 0,6 0 0,2 0 0,0 0 0,-3 0 1139,-5 0 0,-2 0 0,0 0 0,0 0 0,1 0 0,2 0 0,1 0 0,1 0 0,-3 0 0,-2 0 0,16 0 0,-4 0 0,-5 0-102,7 0 1,-3 0 101,-8 0 0,2 0 0,-9 0 0,10 0 1292,-11 0-1292,-36 0 0,-27 1 0,-38 9 0,10-2 0,-7 1-437,8-1 1,-3 1-1,-2-1 437,3 0 0,-1 1 0,-2 0 0,-2-1 0,-3 0 0,-1-1 0,-3 1 0,-5 0 0,9-2 0,-5 1 0,-3 0 0,-2 1 0,0-1 0,0 0 0,3-1 0,3 0 0,1 0 0,0-1 0,0 0 0,0 0 0,0 1 0,-2-1-486,2 0 0,-2 1 0,-1-1 0,0 1 0,0-1 0,2 1 0,1-1 1,3 0 485,-13 1 0,2-1 0,3 1 0,1-1 0,1 1 0,-4-1 0,1 1 0,2 0 0,2-1-117,9 0 0,2 0 0,1 0 0,1 1 117,-11 0 0,3 1 0,3-1 0,-3 1 0,10-1 0,14 2 0,64-10 0,-2 0 0,9-1 136,2 0 1,8-1-1,2 0 1,-3 0-137,6 0 0,-1 0 0,8-1 0,-8 2 0,7 0 0,4 0 0,2 0 0,-3 1 0,-6-1 297,6 1 0,-6 0 1,0 1-1,4-1-297,-9 1 0,3 0 0,2-1 0,-1 1 0,-2 0 0,-3 0 0,7-1 0,-4 1 0,-1 0 0,3-2 0,-2 0 0,3-1 0,1-1 0,-3 1 0,-3-1-704,10 0 1,-5-1 0,2 0 703,-6 0 0,3 0 0,-2-1 0,-5 0-211,-3 0 0,-5-1 0,-4 1 211,-2 0 0,-2 0 0,8-2 0,-5 0 2003,-12 3-2003,-12 3 3882,-8 1-3882,-44 2 0,-3 0 0,-10 0 0,-1 0-758,-3-1 1,-2 0 0,-3 0 757,10 0 0,-2 0 0,-2 1 0,-1-1 0,-1-1 0,3 1 0,-2-1 0,-1 0 0,0 0 0,2 0 0,2 0-615,-11 1 0,3-1 0,1 1 0,-5 0 615,10 0 0,-3-1 0,-2 1 0,1 0 0,2 0 0,5 0 0,-14 1 0,6 0 0,1 0 0,0 0 0,1 0 0,3 0-422,-6 0 0,7 0 422,-6 0 0,15 0 0,40 0 0,35 0 0,15 0 0,14 0 0,3 0 264,-17 0 1,0 0 0,3 0-1,3 0-264,5 0 0,4 0 0,3 0 0,2 0 0,1 0 0,-7-1 0,2 0 0,3 0 0,0 0 0,-1-1 0,-2 1 0,-3 0-237,5 1 0,-3 0 0,-2 0 0,1-1 0,3 0 237,-8 0 0,3 0 0,1-1 0,0 0 0,-1 0 0,-3 1 0,-4 0-638,10-1 0,-5 1 0,-4 0 1,0 0 637,4 0 0,-3-1 0,0 0 0,0-1 0,-1 0 0,-3 0-17,7 0 0,-3 0 17,3-2 0,-3 1-341,-17 1 1,-2 1 340,28-2 2996,-60 6-2996,-27 3 0,-12 3 0,-10 1 486,1-1 1,-4 1-1,-4 0-486,6-1 0,-4 0 0,0 0 0,-3 0-587,6-1 1,-3-1 0,0 1-1,0-1 1,0-1 586,-9 2 0,0-1 0,0-1 0,0 0 0,3 0 0,1-1 0,-1-1 0,0 0 646,-3 0 1,-1-2 0,1 1-1,0-1-646,6 1 0,0 1 0,1-1 0,1-1 0,-7 0 0,1-1 0,3 0 0,9 2 0,2 0 0,8-1 0,-3-1 0,11 0 0,60 0 0,0 0 0,6 0-96,6 0 1,6 0 0,2 0 95,8 0 0,2 0 0,-1 0 0,-3 0 0,-2 0 0,6 0 0,-9 0 0,6 0 0,1 0 0,-1 0 0,-4 0-174,-4 0 0,-2 0 0,-1 0 1,2 0 173,1 0 0,3 0 0,0 0 0,-1-1 0,-4 1 0,15-1 0,-3 0 0,-6 0-1169,3 0 0,-5-1 1169,0 1 0,-7 0 0,0 1 0,-21 0 0,-8 0 0,-13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14:43:08.6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2796 2596 17176,'-11'-52'1141,"0"-1"0,1 5 0,-3 8-486,-12 7-291,-5 9-11,-28 22-281,20 7-2041,-12 23 1,3 8 2019,9 1-20,10-4 1,-3 7 0,6-5 658,-1 12-671,6-2 1,3 1 8,10 9 0,12 8 6,16-14 34,18-20 33,11-17 22,8-24-62,-26-2 1,0-6-350,2-6 0,0-6 355,0-5 1,-1-4-1,0-5 0,-3-3 1147,-3-3 0,-2-4-1173,-7 7 0,-1-1 1,-2 2-320,1-3 0,-2 0 315,-2 6 0,-1-3 1,-2 5 48,-2 6 1,-1 2 33,0-5 1,-2 2 137,-3-16-84,-4 22 760,-1 18-966,-2 14 697,-1 21-661,-4 21 0,2 3 1,0 2-106,2-11 1,1 1 101,1 3 0,0 4 1,1-2-4,2 7 1,1 0-2,0-7 0,2 1 0,0 0-2,4 19 0,3 0-2,6 0 1,2-4 2,-4-21 0,2-3 0,1-1 0,2-8 7,-1-10 62,20-19-25,-3-17-22,-6 0 0,1-5-179,-4-4 1,0-4 178,1-2 1,0-2-265,-1 0 1,-1-1 272,-1 2 0,-2 1-1975,9-18 2069,-1-1-64,-19 34 38,2-4-101,-13 22 225,-9 18-274,-8 19 44,0 1-27,-1 25 28,13-16 0,4 12-1839,20 3 1877,-2-21-56,21 2 2335,4-27-2262,-5-10 22,6-18 28,-21-19 18,-1-21-79,-9 13 2,-6 11 0,-1-2 43,-4-11-18,-6-12 1,-5 4-28,-1 14 22,-11 0 3369,-2 20-3414,1 1-33,-6 17-17,6 18 16,3-1-27,-4 21-140,15 6 5,3-6-611,19 20-929,21-19 486,-5-16 0,6-3 124,19-3 0,2-5 570,-15-4 1,1-4 194,18-6 0,-1-5 274,-24-3 1,-3-2 290,5-3 1,-2-2 631,16-21 256,-18 1-2298,-10-6 1811,-12 16 752,-3-4-259,-12 19-421,-3 3-576,-9 12-70,1 5-25,-12 26-17,14-13 3392,-7 27-3392,17-12-17,10 20 11,3-18-8,8-10 0,3-2 9,3-7-12,24 12 67,-17-22 118,9-9-112,-14-8 107,8-29-107,-19 11 50,10-29-16,-11 14 45,2-18-107,-6 20-6,-3-6-27,-3 31-102,-2-4-627,1 14 224,2 1-3925,13 6-5396,4 1 9003,3 2 1,-8-3 0,-10-3-1</inkml:trace>
  <inkml:trace contextRef="#ctx0" brushRef="#br0" timeOffset="467">4634 2076 13425,'0'-8'6391,"0"2"-5429,0-24 1,0-5-526,0 15 18,0-16 0,0 6-477,0 27 27,3 25 7,-1-3 456,4 20-440,-2 10-12,-2-10 1,-2 1 311,-1-6 1,0 0-321,-4 18 1,-2 1-4,-4-9 1,-1-1-3,1-1 0,-1 0 2,-2 2 1,1-5 0,-1 1 848,0-12-602,6-34-152,1-11-66,3-15 16,8-21-8,3 21 0,3 0-185,1-2 1,2 1 147,4-4 1,2 3-6,9-4 403,10 6-414,9 19 11,-9 3 0,-4 14 0,-1 7-5,5 16 2,-11-3 0,-2 1-8,2 15 0,-8 17-1,-24-6 12,-6 2-14,-6-18 0,-9-1 3,-18 6 0,-7-4-306,9-6 0,-2-2 314,-8 3 0,1-8-39,16-14 0,2-8-524,-15-27 90,10 3-586,20-6 1,7-5 1061,11 1 0,3 2 0,-4-13 0,10 2 0</inkml:trace>
  <inkml:trace contextRef="#ctx0" brushRef="#br0" timeOffset="1169">5224 2787 20851,'-2'3'5366,"1"0"-5142,1-3-28,38-107-2858,-20 55 2678,-3 8 1,4-12 0,0-1 0,-4 9-6,-2 6 0,-1 2-8,2-11 1,3-7 0,-3 4-15,-2 0 0,-3 2-104,-1 5 1,-2-1 0,-2 2 117,-3-5 0,-3 4 330,0 5 0,-4 6-321,-26-5-12,14 28 11,-16 1 17,8 34 5,-3 15 72,12-3 0,3 5-42,1 7 0,2 1 6,2-6 1,2 3-38,1 3 0,2 4 0,1-3-49,3 4 0,1-1 17,-2 11 0,6 0-20,10-2 1,7-6 226,-1-22 1,5-3-313,9 11 0,6-8 4,10-17 1,0-12 27,-13-6 1,-2-5 16,9-10 0,-5-6 56,-17-2 0,-4-4 16,-2-1 1,-1 0 22,9-27 12,-7 9 55,-7 12-33,-5 15-90,-4 22 1391,-1 7-1368,0 21 591,1-1-597,5 8 0,4 0-11,6-3-1,7-7 7,8-10-6,-2-7 27,22-21-10,-23 1 33,1-8 0,-2-5 96,-2-8 61,5-15 67,-18 18 73,-7 8-73,-5 10-162,-2 7-95,-3 11 16,0 3 40,-7 22-40,2-1 0,-1 5-5,0 5 0,-1 3-604,-2 18 1,2 3 582,4-20 1,2 1-1,1 2-801,0 4 1,0 3 0,2 0 289,0 6 0,1 1 0,1 0 515,2-9 0,0 1 0,1-2 0,-1-4 0,0 12 0,0-5 0,3-5 0,-1 0 0</inkml:trace>
  <inkml:trace contextRef="#ctx0" brushRef="#br0" timeOffset="1841">6997 2246 15230,'-1'-58'1252,"0"0"1,-1 7 0,-2 7 1719,-5 4-2687,1 18 877,4 11-1151,2 11 635,1 14-618,4 17 6,-1 22-23,-1-17 0,0 3 485,0 8 1,-1 2-517,-1 4 1,0 1 13,0 3 0,1-1 9,0-4 0,3-2 0,1-5 0,2-3-62,2-8 1,2-3 80,13 11 79,1-19 50,2-22-50,4-20-34,5-16 12,5-13-46,-15 14 1,-1 0 1149,9-13-1150,-12 14 1,-1 0 67,-1-2 200,1-3-116,-11 13-79,-5 13-117,-3 7-56,-4 9 44,-1 10 1,-1 3-118,-2 31-230,6-6-521,7-4 1,2 0-342,5 7-2375,2-14 0,2-3 3607,1-1 0,-2-4 0,-8-13 0</inkml:trace>
  <inkml:trace contextRef="#ctx0" brushRef="#br0" timeOffset="2027">7473 2137 20795,'-5'-5'3349,"1"2"-2951,4 3-667,0 0-577,-33-28 169,30 28-3401,-15-8 4078,36 32 0,-2-3 0,-7-9 0</inkml:trace>
  <inkml:trace contextRef="#ctx0" brushRef="#br0" timeOffset="2431">7707 2349 26648,'0'-30'0,"2"20"22,8 68-22,-2-15-14,-3-4 0,-1-1 26,-1 3-12,0 6 44,-2-23 136,0-18 21,1-9-78,2-16 45,7-30-84,-2 9-17,1 5 1,2-1 13,2 4 0,0 2-14,9-21 3,-2 15 0,1 5-47,-4 9 10,25-8-33,-25 23-5,20 4-6,-12 16 16,15 21-27,-14-3-107,-5 3 0,-2 2-78,-2-1-272,-3-1 0,0 3-5811,4 24 6290,-3-8 0,-5-9 0,-9-29 0</inkml:trace>
  <inkml:trace contextRef="#ctx0" brushRef="#br0" timeOffset="2651">8396 2134 20106,'5'-47'1170,"-1"0"1,1 0 0,0-4-1,-1 0 1,0 9-600,0-6-229,1-7-275,-3 36-5,0 12-40,4 21-22,-1 3 5,4 17 1,0 7-12,-2-3 1,-1 0-359,3 8 0,-1 4 330,-3-4 1,-1 4-1,-1-5-507,-1-6 0,0 1 214,-1 8 1,0 6-1,0-1-1589,2-8 1,0-2-1,0 0 1688,2 1 1,1 0 0,0-2-1,-1 10 1,2-7 0,7 1-1</inkml:trace>
  <inkml:trace contextRef="#ctx0" brushRef="#br0" timeOffset="3660">8759 2426 15576,'-2'-48'1816,"-1"0"1,-2-6 0,-4 6-1111,-6 13-488,-3-4 1033,-1 20-1038,-5 15 252,-3 9-309,-11 14 166,0 16-280,12-4 0,1 3-31,-8 15 103,13-17 1,4 1-104,0 16-11,12 11-11,4-12 0,21 4-12,7-30 7,3-3-267,7-12 0,1-4-70,3-3-104,4-3 1,4-4-650,-3-4 0,-2-2-79,-7 3 0,1-2 594,18-6 1,0-2 337,-20 6 1,-1-1 546,11-5 1,-3-1 909,11-9 17,-18 2-100,-39 13-550,-8 5 851,-16 1 727,6 4-1975,-2 1 456,2 2-580,12 2-22,-5 6-33,10 0 16,1 16-22,5-8 33,17 18-5,3-16 11,13 1 6,-12-10 61,8-14-22,-11-8-12,6-14-38,-13 2 27,-2-14 17,-7-8 23,-1 2-6,-3 3 101,-10 15-113,-3 19 24,-14 3-63,5 12 1,-12 15-17,-1 20-6,2 8-45,7 2 12,17 3-12,17-23 1,5 0-744,1 2 0,4-1 690,2 0 0,4-1-572,20 3 1,5-5 56,-9-11 0,2-2 428,8 4 1,3-2-23,1-8 0,0-7-317,-3-11 0,-1-5 572,-3 1 0,-1-4 95,1-9 0,-7-4 64,0-11 54,-25 8 0,-5-2 322,-5-9-68,-11-16-301,-8 29 234,-35 8-302,2 19-110,10 5 1,0 2 1101,-13 10-1132,17 5 0,4 6 22,-2 15 310,11-9 0,3 2-349,5 24 5,17-3-27,14-7 5,18-11 6,-1-15 2,-2-15 1,2-6 19,17-16-361,-14 0 0,-2-4 378,8-21 11,-18-6 1,-6-3-18,-10 21 0,-2-2 21,3-20 0,-1-9 0,-2 3 10,-3 1 1,-1-1 18,-1 4 1,0-4 0,-1 3 81,0-6 0,-1 6-45,-1 14 0,-1 2 224,-2 3 1,-1 3-82,-1 5-174,-2-1-22,1 21-67,1 21 216,-1 17-216,1 10 2,-1 12 1,-1 6-447,1-8 0,0 3 360,0-1 0,1 4 0,1 1-230,0-4 0,1 0 0,2 0-1344,2 4 1,3 1 0,1-2 1668,0-4 0,0-2 0,1-3 0,2 3 0,0-7 0,5 8 0</inkml:trace>
  <inkml:trace contextRef="#ctx0" brushRef="#br0" timeOffset="4331">11049 2216 20286,'1'-48'1074,"1"0"0,-1-1 0,1-16 0,-2 9-374,-3 4-158,-1 21-525,0 17 22,3 17-22,1 18-3,3 30 0,0 8-14,-2-24 0,0 0-424,2 16 0,-1 8 1,0-6 420,-2-4 0,0-2-6,0 11 1,0 1-69,1-8 0,1-2 77,2-8 0,2-3 11,4 11 12,14-14 33,7-36-39,-1-3 33,19-33 12,-11-4-15,-14 13 1,0-2 489,-1 0 1,-3-1-454,-2 2 0,-2 0 151,8-22 393,-11 12-320,-7 12-213,-6 13 28,-2 6-123,-3 14 0,-4 13 339,2 1-378,0 19-67,5-5-185,9 12-331,8 1-1235,6-19 1,2-3-1303,5 5 2572,16-1 1,-34-26-1,-1-2 1</inkml:trace>
  <inkml:trace contextRef="#ctx0" brushRef="#br0" timeOffset="4514">11603 2126 22358,'-48'-37'-2633,"15"16"-4531,43 42 7164,5 3 0,-4-8 0,-4-7 0</inkml:trace>
  <inkml:trace contextRef="#ctx0" brushRef="#br0" timeOffset="4956">11914 2198 25337,'-21'-20'169,"14"33"-130,19 17-14,0 2 0,2 2 14,10 15-31,-9-18 1,3 1 8,5 3 0,-1-2-17,9 11-9,-10-18 1,-2-2 2,-4-1-33,-2 0 28,-18-10-67,-12-7-46,-15-12 45,-6-10 35,-1-15 21,3-14 59,18 10 1,2-2-396,3 5 1,2 0 397,1-1 0,1 2 135,2-14 167,3 19 158,2 1-57,0 11-375,1 12-50,0 7 39,-3 18 830,-2 12-897,-4 17-20,4-14 0,1 1-86,-2 16-704,5-6 0,1 2-2076,3-19 1,1 0 2896,-1 11 0,1-3 0,1 3 0,-3-19 0</inkml:trace>
  <inkml:trace contextRef="#ctx0" brushRef="#br0" timeOffset="5277">12330 2493 21060,'18'-58'840,"-1"0"1,1-3-1,-4 2-543,-8 16 0,-2 1-600,0-4 0,0-1 370,-1 1 1,-1 0 24,-4-1 0,-3 2 395,0 10 1,-3 1-360,-4-8 1,-3 3 0,-10-11 436,0 20-554,12 23 513,3 16-496,-2 12-11,2 4-9,2 9 0,0 2-8,1 9 6,1 5 0,3 4-611,7 0 1,3 0 593,-3-9 0,2 2-29,7 3 1,3 4 0,2-5-537,1-3 1,3-3 306,-2-2 0,2 2 1,0-3-113,-1-3 0,2-2-4535,10 9 1,-1-4 4694,2-1 1,5 4 0,-27-31-1</inkml:trace>
  <inkml:trace contextRef="#ctx0" brushRef="#br0" timeOffset="5452">12062 2300 18733,'-4'-4'3832,"1"0"-3395,3 4-465,86-55-1397,-41 38 1079,6-2 1,11-6-1,-3 8-1396,-8 12 0,0 3-1535,-2-1 0,2-1 0,-3 1 2219,-2 0 1,-4 0-1,16-1 1,-42 2-1</inkml:trace>
  <inkml:trace contextRef="#ctx0" brushRef="#br0" timeOffset="5834">13296 1810 26411,'-43'-8'130,"0"-1"1,3 3-1,6 8 16,12 29-165,6-1 357,4 22-265,11-15-129,7 12-63,10-19-5,5-11 250,2-9 60,-5-8 207,7-17-164,-11-7-49,2-16 25,-11-4 0,-9-2 9,-4 2-202,-6 6-220,-4 9 121,-3 9 84,-1 10 449,-2 10 477,7 5 272,-1 13-637,7 22-744,1 7-538,5-14 1,2 0-1041,0 14 1064,2-15 0,0-2 1,0-9-1,0 10 1</inkml:trace>
  <inkml:trace contextRef="#ctx0" brushRef="#br0" timeOffset="6133">13317 2315 29420,'-45'5'60,"0"0"1,3-3 0,13 5-856,32 25 151,8-8 241,8 11 187,6-10 94,1-6 102,1-6-171,-5-7-104,-5-6 497,1-12-108,-10-4 3,1-12-14,-9 0-41,-8 0-50,-5 0-75,0 9-343,-7-2-929,4 13-5804,-11 1 7159,7 11 0,6 0 0,5 0 0</inkml:trace>
  <inkml:trace contextRef="#ctx0" brushRef="#br0" timeOffset="6704">2314 3633 10304,'-2'-3'4497,"0"1"-2894,2 2-1200,87-14-1295,-55 16 1,3 1 997,13-5 1,8-1-1,-3 3-631,-7 4 1,-2 2-1,1 0 598,8 0 0,3-1 0,1 0-12,-9-2 1,2 1 0,1-1-1,1-1 17,7 1 1,1-1-1,1-1 1,2 0-323,-6 0 0,1-1 0,2-1 0,-1 1 1,-2-1 271,-6 0 0,-2 0 0,-1 0 0,3-1 0,5 0-154,-4-1 0,4 0 1,3-1-1,3 0 1,0 0-1,1-1 1,0 0-1,-1 0 230,-5 0 1,1 0-1,0-1 1,0 0 0,1 0-1,0 0 1,-1 1 0,1-1-1,-1 0-158,1 0 1,-2 1 0,1 0 0,-1-1 0,1 1-1,0-1 1,1 0 0,1 1 0,2-2 105,-3 1 0,1 0 1,2 0-1,1-1 1,1 0-1,-1 0 1,1 0-1,-1 1 1,-2-1-1,0 1 1,-3-1-30,2 1 1,-3 1 0,-1-1 0,-1 0 0,0 1 0,0-1 0,1 1-1,1-1 1,3 0 12,-2 1 1,2-1 0,0 0 0,2 0-1,0 0 1,1 0 0,0-1 0,1 1 0,-1 0-1,1 0 1,-2 0-15,-3 0 0,1 1 1,-1-1-1,0 1 1,1-1-1,-1 1 1,1-1-1,0 1 1,0 0-1,0-1 1,0 1-1,0-1-8,0 1 0,1-1 0,0 1 0,0 0 0,0-1 0,0 1 0,0-1 0,0 1 0,1 0 0,-1-1 0,0 1 0,0 0-4,0 0 1,1-1 0,1 1 0,-1 0-1,1-1 1,-1 1 0,0 0 0,0 0-1,-2 0 1,1 0 0,-2 0 0,-2 0-8,9 0 1,-2-1 0,-3 1 0,0 0-1,0 0 1,0 0 0,1 0 0,3 0-1,2 0-2,-9 1 0,3-1 1,1 0-1,2 1 0,0-1 1,2 1-1,-1-1 0,0 0 1,0 1-1,-2 0 0,-1-1 1,-2 1-1,-2 1-72,7-1 1,-4 0 0,-2 0 0,-1 1-1,0-1 1,0 1 0,1-1 0,2 1-1,3-1 71,-6 1 0,2 0 0,2-1 0,2 1 0,2-1 0,0 0 0,-1 1 0,0-1 0,-2 1 0,-1 0 0,-4 0 0,-3 0 0,-5 0 0,16 0 0,-6 0 0,-4 0 0,-2 1 0,-1-1 0,0 1 0,2 0 0,0-1 0,1 1 0,-1 0 0,0 0 0</inkml:trace>
  <inkml:trace contextRef="#ctx0" brushRef="#br0" timeOffset="10869">3761 5411 5172,'-63'2'1023,"1"0"1,-1-1 0,10 1 0,2-1 0,4 0-161,-7 1 0,7-1 628,-7 0-343,-2 1-929,38-1-236,2 1 427,35 0-287,5-1 548,32 4-556,-11-3 0,1 0-482,-7 1 0,2-1 438,13 0 0,7 0 0,-3 0-1479,5-1 1,-1 0 1450,-12-1 0,2 1 0,1-2 46,4 0 1,0-1 0,1-1-727,-4 0 1,0 0 0,5-2 689,-4 1 1,5-1 0,3-1 0,1 1-1,-3-1-304,-2 0 1,-1 1 0,-1-1 0,2 0 0,2 0 279,-1 0 0,3 0 0,0-1 0,1 0 0,-1 0 0,-1 1-138,-5 0 1,-1-1-1,0 1 1,0 0-1,-1 0 1,1-1 132,2 1 0,1-1 0,0 1 1,-1-1-1,0 1 0,-3 0 18,1 0 1,-3 0 0,0 0 0,0 0 0,5 0 1,-5 0 1,4-1 0,2 1 0,1-1 0,-1 1 0,-2 0-1,-3 0 8,3-1 1,-3 1 0,-2 0 0,2 0 0,3 0-10,-5 0 0,4-1 0,2 1 1,0-1-1,0 1 0,-2-1 1,-2 1 21,10-2 0,-2 1 0,-2 0 0,-1 0 0,-2 1-25,2-1 1,-3 0-1,0 1 1,1-1 121,-5 2 1,0-1 0,2 0 0,0 0 0,1 0-129,-2 1 1,1-1-1,2 1 1,-1 0-1,-2-1 1,-2 2-104,9-2 1,-3 0 0,-1 1 0,2-1 37,-1 1 1,3-1 0,0 1 0,-2-1 0,-5 2-1219,11-2 0,-6 2 0,-4-1 1249,4 0 0,-4 1 0,6-1 0,-12 1 0,-29 1 0</inkml:trace>
  <inkml:trace contextRef="#ctx0" brushRef="#br0" timeOffset="11523">2963 5659 13491,'-3'-55'1687,"0"-1"1,2 7 0,0 8-926,3 17-599,0 11-85,1 10 129,1 16-72,1 3 58,0 15 0,-2 5-90,-1 0 1,-1 2-705,1 22 0,-1 5 616,-2-20 0,-1 0 0,1 0-52,-2 10 1,1 3-276,1 1 1,-1 6-1,3-5-553,2-17 1,0-3 0,2 3 498,3 20 0,2 4 1,0-9-1,-1-15 0,0-5 1,3-6-1,-1 1 1</inkml:trace>
  <inkml:trace contextRef="#ctx0" brushRef="#br0" timeOffset="12635">9260 5079 21187,'15'-56'610,"10"26"-464,-8 57-23,11 19-27,-5 8-40,-11-12 0,-2 0-380,-3-11 0,-1 0 354,-1 19 1,-1-3-3,-1 2 0,-2 0 0,0 1-11,-1-16 0,0-1 5,1 14 1,-1 0-12,0-11 0,0-2 17,0 29 28,-1-8 0,-1-8 11,-4-2-72,2-18 139,-3 1-162,1-17-28,-3 0 0,-2-4-40,-12-3 35,-15 1 38,-13 2 29,17-2 0,-3 1-329,-3 1 1,-2 1 291,-6 1 0,-2 0 8,-5 2 1,-2 0-3,-4 1 0,1 1 11,11-3 0,-2 0-14,0 1 0,-5-1 0,3 0 19,-7-1 1,-1-1 10,4 0 0,-4 1 0,-1-2-1,13-2 0,-2 0 1,1 0-1,3-1-461,0 0 1,3-1-1,-3 1 458,-3 0 1,-4 1 0,0-1 0,4 0-563,-2 0 1,3 0 0,-2-1 560,2 1 0,-3 0 1,0 0-1,0 0-7,-1 0 0,-1-1 0,0 1 1,0-1-7,-1 1 1,-1 0 0,1-1-1,-1 1 7,1-1 1,-1 0 0,1 0 0,-1 0 5,2 0 0,-1 0 0,0 0 0,1 0 1,1 0 1,0-1 0,0 1 0,1-1 1,1 1 0,0-1 0,1 0 0,-1 0 1,2 0 0,0 0 1,1 0-1,-1 0-1,-13 0 0,0 1 0,-2-1-9,6 0 1,-2 1 0,1-1 0,3 0 2,2 0 0,4 0 1,-4 0 0,-1 0 1,-3 1 0,-1 0 0,2-1-496,4 1 0,1-1 1,1 1-1,1-1 507,-6 1 1,1-1-1,-3 1-10,-1 0 0,-4 0 1,1 0-1,9 0 93,-2-1 1,1 1-79,-4 1 1,-9 0 0,0 0-1,9 0 5,0 0 0,1 0 21,4 0 1,-7 1 0,-1 0 0,5 0-36,4 1 1,3 1 0,0-1 99,-3 1 1,0 0 0,-2 1-86,-5 1 1,-2 1 0,5-1-8,1 0 1,1 0 6,4-1 1,-3 1 0,6-2-11,10-1 1,2-1 5,-28 4 0,2-2 2266,8-2-4201,3-1 2057,41-6 0,5 1 1,19-3-1</inkml:trace>
  <inkml:trace contextRef="#ctx0" brushRef="#br0" timeOffset="13419">4110 6072 14208,'-5'-44'1970,"-1"0"0,1 0 0,-4-22 0,2 15-1661,5 35-382,-2 1 73,8 30 11,1 1 0,2 14 1,1 5 16,3 23-280,-4-22 0,0 1 269,-2 14 0,-1 0-434,-1-17 0,-1 0 422,0 8 1,0-1 39,1 17 83,-3-20 12,0-10 454,0-8 39,0-18 2,-4-11-422,-6-21 904,-1-13-1084,-1-7-5,6 5 0,2-3-1696,2-2 0,2 0 1676,-2 0 1,2 0-4,1 3 1,1 1-353,5 6 0,0 2 353,3-9-92,0 8 0,2 2 86,1 11-136,29-16 91,-9 27-6,23-5 7,-10 24 16,-10 2-96,7 23 85,-26-12 2937,3 31-2875,-30-15-4,-9-2 1,-5-2-9,-16 7-6,12-15 1,-3-1-26,-4-2 1,2-4 1047,-7 5-1177,7-6 1,3-1-3576,11-7 3724,10-1 0,5-4 0,6 0 0</inkml:trace>
  <inkml:trace contextRef="#ctx0" brushRef="#br0" timeOffset="13922">5362 5647 17562,'-10'-54'1712,"1"-1"0,-1-2 0,2 11-1154,6 29-407,-2-5-28,4 24-100,3 11 39,5 16-34,5 22-20,-5-15 0,0 2-474,-1 8 1,-1 4 473,-1 7 0,-2 3-32,-1-16 0,-1 1 0,0 1-118,-1 2 0,0 2 0,0 0-338,0-1 0,-1 1 0,2 0-1485,-1-2 0,1 0 0,1-1 1965,0-1 0,2-1 0,-1-4 0,-1-3 0,1-5 0,6 21 0</inkml:trace>
  <inkml:trace contextRef="#ctx0" brushRef="#br0" timeOffset="15675">6285 5953 14383,'-5'-49'1799,"0"0"1,0 3 0,-2 6-1414,-7 7 1084,-4 1-1050,2 15 118,-7 3-432,-14 18-89,7 6 16,3 6 1,0 4 17,-18 23-26,8 2 0,1 3-31,13-14 1,1 0 85,-3 10 0,8-2-63,22 2 492,5-21-313,33-10-101,-16-19-3,2-3 1,1-5 52,15-24-872,-10-1 1,0-3 740,-11 13 0,-1-3 109,1-19 0,-1-10 1,-5 7-454,-8 15 0,-3 0 391,2-5 1,0-5 0,-4 7 139,-10-7-134,1 20 12,-3 13-107,4 12 1414,-1 7-1386,-3 24 990,2-3-979,-3 35-27,6-3 18,5-7 1,1 2-187,0-15 0,1 1 19,6 5 1,2 4 0,0-6-239,8 17-411,-4-18 0,2 7 0,0-5-2570,-3-5 1,0-2 2728,6 10 0,-2-2 0,0-2 0,-9-22 0</inkml:trace>
  <inkml:trace contextRef="#ctx0" brushRef="#br0" timeOffset="16350">6698 5971 11362,'0'-8'3369,"3"-28"0,0-6-1296,-2 5-1365,1-10 1,-2 1 283,-8 11-628,-2 11 274,-15 6-543,10 13-5,-20 2-45,8 13-17,-8 10 17,-5 26-40,14-12-2,11-6 0,2 1-9,4 9 6,6 14 23,12-15-12,4-6 84,21-17-28,-15-11 168,28-17-156,-28 2 122,23-36-139,-26 21 89,11-26 28,-15 21 101,-2-9-196,-6 18 96,-4 2-152,-2 17-45,0 4 45,-10 26-16,3 2-18,-4 23 0,7-6-5,9-2 6,3-11 5,21 2 28,3-19 5,18 0-10,2-23 27,2-15 0,-17-9 1,-3-6-21,-10 7 1,-2-2-311,4-15 0,-5-3 336,-12 9 0,-3 0-606,-1-3 1,-1 0 577,-2 9 0,-1-1 53,-1-14 1,-1 3-133,-3-7 118,2 20 0,0 3 28,-3 7-100,2 14 535,2 9-564,-2 18 1272,1 11-1255,-1 23 6,3-18 0,1 1-181,3 4 0,2 1 164,1 6 0,2-1-9,0-8 1,2 1-129,5 9 0,1-1-169,-1-8 1,2 0-460,10 12 1,2 0-544,-6-14 0,1-2-1874,2-2 1,0-4-2026,1-8 5235,-8-11 0,-13-7 0,-2 0 0</inkml:trace>
  <inkml:trace contextRef="#ctx0" brushRef="#br0" timeOffset="16849">7102 5861 22251,'-29'-52'-11,"20"11"-28,58 43-28,10-1 47,-26 0 0,0-1 3,18 0 51,-17-4 0,-2-1 61,5-6 40,9-11 72,-25-2 39,-10-2 12,-6 0 61,-9 2 67,-2 5-50,-5 9-162,-4 5-129,3 8 56,-16 20-62,9 2-45,-6 17-3347,12-1 3381,8-14-5,6 0 78,14-13 33,3-6 28,15-2-27,2-16-1,4-11 1,-2-11 22,-5-5-45,-12 8 3521,-9-3-3208,-8 8-167,-5 3-96,-2 4-72,-4 12-73,-2 3-23,-1 9 1,-1 9-18,0 11-50,4 11 40,4-6-342,13 19-365,5-13-1147,14 17-4840,6-12 6727,-1-10 0,-12-13 0,-8-11 0</inkml:trace>
  <inkml:trace contextRef="#ctx0" brushRef="#br0" timeOffset="17099">7930 5250 18246,'-7'-43'2277,"1"-1"1,0 6 0,2 8-2065,3 16-179,2 13-1,5 16 13,7 21-30,-3-7 1,0 3 5,1 9 1,1 2-550,-2 8 0,-1 2 521,-1 5 1,-3 1 10,-2 3 1,-1 0 0,-2 1 0,-2 0-57,1-3 1,1-2-147,1-4 1,2-1-686,2-7 0,2-2 825,3-3 0,1-4 0,1 3 1,0-11-1</inkml:trace>
  <inkml:trace contextRef="#ctx0" brushRef="#br0" timeOffset="17511">8522 5461 19546,'-3'-2'4139,"1"0"-3282,2 2-784,8 42 11,1-2-56,-2-2 0,0 3 5,-1-7 1,-1-2 16,0 20 37,-4-18 0,-2-2 53,-5 5 50,-2 8 225,-2-27 84,3-13-107,2-25-325,3 2 45,2-32-45,8 0-187,-1 16 0,2-1 165,3-1 0,4 0 2,1 3 1,3 1-1,7 0 1,1 3-25,14-6-6,8 7 11,8 20-28,-7 15-6,-14 0 0,0 4-19,-8 7 0,-3 4-68,-1 3 1,-2 4-339,-2 5 0,-2 1-1897,-1 6 1,-2 1 2327,-3-4 0,-2-1 0,3 11 0,-7-20 0</inkml:trace>
  <inkml:trace contextRef="#ctx0" brushRef="#br0" timeOffset="18675">3539 6200 10735,'8'-10'7018,"-1"2"-5382,-7 8-454,-74-20-404,25 15-1036,-7-5 0,-5 3 474,20 9 0,0 3-85,-8 2 1,-3 2-43,-7 3 1,-3 1-608,15-2 1,0 0 0,-2 1 537,-2 0 1,-1 1 0,0 0-8,0 1 0,-1-1 0,1 1-388,3-1 0,0-1 1,2 1 357,4-1 0,2 0 0,0 0-219,-10 2 1,3-1-96,12-4 0,3-2-598,-9-1-1082,23-12 140,19-6 1898,12-9-1523,10-5 2044,6-5-800,0-3 565,-5-4 393,-9-2 1304,-14-12-1046,-12 15 463,-12-6-403,-6 20-37,-3 2-63,0 5-247,4 4-318,6 4-287,8 4-77,6 9 44,3 11-5,1 16-6,-3 19-218,3-20 1,1 2 225,-1 3 1,-1 0 27,2-1 1,-1-1 97,-1 25-33,5-9-39,9-11 5,8-7-33,11-6-157,11-5-544,9-5-521,-4-4 1160,-9-6 0,-2-2 0,-8-1 0,14 1 0</inkml:trace>
  <inkml:trace contextRef="#ctx0" brushRef="#br0" timeOffset="19750">1042 7744 18408,'-13'-48'1367,"0"1"0,1 3 0,3 7-1137,3 17-242,3 7-16,3 14 28,3 12 17,4 17 5,-2 4 1,0 4 5,2 18-245,-3-6 0,-3 2 259,-5-3 0,-1-2-36,2-8 0,-1 1 8,-4 11 0,-2-2 9,-4 4 391,2-11-112,2-14 354,4-31-567,3-8 68,-4-23-28,4-10-68,3 2 1,3-3 3,-1 14 0,2-2-37,9-25 0,3 2-17,4 8 0,-1 7 1,3 2-7,12 5-16,-6 16 0,2 3-23,22 2 12,11 19-6,-23 8-90,5 21-106,-12 2-182,-9-5 0,-1 0-154,6 13-1297,-8-10 1,-1-3-385,-2-9-4989,16 7 7230,-16-25 0,-2-3 0,-7-2 0</inkml:trace>
  <inkml:trace contextRef="#ctx0" brushRef="#br0" timeOffset="20065">1718 7680 20285,'4'-39'1493,"0"1"0,0-23-1432,-11 61 34,-3 11-55,3 9-18,-1 23-22,4-3-6,5 1 6,7-7 62,12-12 61,6-5 6,12-11-73,-7-13 25,-2-10 0,-1-5 20,15-20-28,-13 10 0,-1-1 5,5-14 62,-20 13 0,-2 1-33,-4 0 21,-5 0 1,-3-1 28,-7 3-101,-1-5 0,-3 12-146,6 14-145,1-1-202,13 10-498,8 7 179,3 2-337,4 5 1093,17 21 0,-25-21 0,15 16 0</inkml:trace>
  <inkml:trace contextRef="#ctx0" brushRef="#br0" timeOffset="20618">2381 7801 17288,'2'4'4947,"0"0"-3575,-2-4-661,20-70-375,-11 37-188,4-12 1,-2 0 86,-4 5 12,-5-5-141,-1 6 9,-4 3 0,-2-2 42,-2-19-110,1 22 1,1 0 148,-1 2 0,1 3 33,-1-2-66,-2-4-107,3 22 61,1 6-94,2 6-40,-1 2 6,2 3 11,-3 23 0,1 11-3,1-6 0,0 3-20,0 2 1,2 2 28,0 2 0,1 0-4,0-7 1,2-2 2,2 7 1,4-2-9,5-3 1,4-1-170,1-2 1,3-3 171,9 0 0,2-6-12,18-5 12,-16-15 0,4-8 8,14-26 1,-2-6-6,-16 17 0,-2-3-683,3-16 1,0-8 0,-10 5 701,-9-10 0,-8 13 1,-2-7-1,-3 4-294,-4 5 1,-4 0 304,1-17 1,-2 1-15,0 22 1,-1 2 39,-4-4 0,0 2 36,-3 3 236,-3-5-309,8 26 1977,4 14-1988,1 16 814,2 20-825,0 3-11,4 3 0,1 1-481,3 8 477,1-13 0,3 7 0,2-3-78,3 0 1,5 1-522,6 6 0,5 5 0,0-6-1709,0-2 1,3-4 2322,-2-7 0,3 2 0,-6-9 0,3-2 0,-1-1 0</inkml:trace>
  <inkml:trace contextRef="#ctx0" brushRef="#br0" timeOffset="21427">9308 5684 14533,'-7'0'4638,"2"0"-3944,5 0 286,0 0-678,68-36-280,-37 25 1,4 1-406,8-6 1,5-3-1,-1 2 388,-5 6 1,-1 2 0,1 1-285,2-2 1,-1 0 0,1 0 291,-1 0 0,-1-1 0,0 1-5,16-5 1,-2-1 5,-7 3 0,-1-1 0,-9 2 0,-2-1 289,17-5 196,-24 4-180,-19 3 618,-19 0-769,-12-2 1371,-13-1-1130,-5 0 5,-1-1-190,11 3 403,-3-10-325,17 8-94,-2-4-124,11 10-73,3 5-34,5 1 1,5 2 0,10 6-1,16 8 29,15 13-9,-18-7 0,2 3-547,4 4 1,0 2 538,-7-5 0,0 2-110,11 17 1,-4 3-272,-18-13 0,-2 2-1448,5 14 0,-5 2 1840,-14-15 0,-4-2 0,-3 8 0,-4-20 0</inkml:trace>
  <inkml:trace contextRef="#ctx0" brushRef="#br0" timeOffset="22201">11191 5370 23164,'23'44'160,"0"0"1,-2-3 0,-5-2 68,-11 6 51,-6-5 34,-6-8 134,-2-12 90,-1-10-17,1-19-437,3-2 151,1-35-168,6 16-16,2-19 145,17-11-95,4 11-68,0 8 1,2 2-317,8-2 283,-8 18 0,1 4 5,9 6-10,0 3-1,18 19 0,-13 10-1661,-11-2 1,1 2 1626,-5 3 1,-2 2-56,-2 1 0,-1 1-135,-2 1 1,-3 1-572,7 25-812,-9-3-987,-8-10-1489,-3-13-1030,2-15 1965,5-20 6512,7-16-1649,8-16 836,-7 12 1,2-2 798,13-19-2003,-2 5 546,-9 12-520,-12 15-421,-1 1-559,-5 8-331,-3 5-51,0 10 6,2 8 12,4 11-1,5 8 17,6 2-39,7 0 28,7-5 28,5-8 68,3-9 111,-2-11-28,-4-15-129,-13-3 147,1-29-113,-11 6-6,1-24-22,-7 5-339,-3-1 372,-1 5-27,-6 7-90,1 19-140,-4 5-336,3 18-522,1 6-4423,2 25-220,3-5 5641,5 21 0,-2-28 0,1-1 0</inkml:trace>
  <inkml:trace contextRef="#ctx0" brushRef="#br0" timeOffset="22775">12675 5558 26934,'2'-44'117,"0"0"1,1 0-1,2 3-44,9 1-11,3-18-20,-8 12 0,0-1-341,-3 14 1,-1-1 315,2-25 0,-2 3 0,-2 9-6,0 8 0,-2 1-43,-6 1 49,2 8 11,-6 7-28,6 17-17,-4 6 40,-3 20 414,-1 12-453,-4 26 10,8-15 0,2 3-832,1-2 0,1 0 835,1 1 0,2 0-6,6 0 1,4-3-325,4-11 0,6-1 330,7 5 1,6-3-7,5-6 1,6-6 2,16-8 1,2-6 5,-19-5 0,-1-3 0,6-4 0,-1-9 5,-3-28 1,-7-7-6,-16 21 0,-1-2 2,3-5 0,0-3 0,-3-3 1,-6-1 1,-5-2 0,0 0-484,3-15 0,-1-2 487,-1 4 0,0-4 1,-2 2-1,-3 12 1,0 1-1,-3 1 10,-1-2 0,-2 1 0,-1 4-1,0 0 1,-1 3 3,-5-1 0,-2 6-9,-4 14-11,0 5 1516,2 18-1516,-5 34 0,4-3 0,1 5 0,1 7-564,4 13 0,2 2 555,-1-10 1,2 4-41,5-2 0,2 9 0,1 1 0,0-8-60,3 4 0,1 1-149,1-5 1,2 7-1,1 3 1,0-3-1995,0-4 0,0-1 0,1 0 1,-1-2 2084,-1-3 0,0 0 1,0-2-1,0 0 1,2 11-1,0-2 0,-3-8 1,-4-19-1,0 0 1</inkml:trace>
  <inkml:trace contextRef="#ctx0" brushRef="#br0" timeOffset="23899">5972 10207 19426,'-8'-56'1129,"1"1"1,0-3 0,0 24-1035,5 36 43,-2 20-12,1 16 0,1 9-85,0-5 0,1 3 0,-1 1-931,1 4 0,0 1 0,0-1 888,-1-5 0,1-1 1,1 1-74,2 7 0,1 2 1,0-3-573,3 4 1,0 0 252,1-4 0,0 3 0,1-4-93,0-3 0,1-3-4429,2 6 1,0-5 3850,-2-10 1,1 5 0,-9-35 0</inkml:trace>
  <inkml:trace contextRef="#ctx0" brushRef="#br0" timeOffset="24619">5772 10081 17412,'-20'-44'291,"0"0"0,4 4 0,13 8-263,43 16-20,-8 9 1,2 0-936,-2 1 1,2 0 937,17-2 0,7 0 7,-9 1 1,3-1 0,1 1-721,5-2 0,1 1 0,3-1 710,-5 1 0,2-1 1,1 1-1,-1-1 3,-3 0 0,0 1 1,-1-1-1,1 0-3,4 0 1,1 0-1,1-1 1,-1 1-305,-8 0 0,0 0 1,0 1-1,0-1 1,-2 0 299,3 1 0,-3-1 0,2 1 0,3-1 9,-2 0 0,3-1 0,3 0 0,1-1 1,-2 1-1,-3 1-308,-3 0 0,-2 1 0,-1 0 0,1 0 0,4-1 310,-3 1 0,3-1 0,1 0 1,2 0-1,-1 0 0,0 0 1,-3 1-134,2-1 1,0 1-1,-1 0 1,-1 1 0,-1-1-1,-1 1 128,0-1 0,-3 1 0,0 1 0,1-1 1,4-1-20,4 1 0,5-1 0,1 0 0,1 0 0,-3 1 0,-3-1 53,6 1 1,-4-1 0,0 1 0,4 0-15,-8 0 0,3 0 0,2 0 0,1 0 0,-3 1 0,-2-1 11,-1 2 0,-2-1 1,-2 1-1,0 0 1,-1 1 52,11-2 0,-1 1 1,-1 0-1,-3 0-68,2 0 0,-3 1 1,2 0 169,-7 1 0,2 1 1,-1 0-1,-5 0-121,10 0 1,-2 1 256,-6 1 0,1 1 1,-5 1-308,-9 0 0,-4 3 881,1 7 0,-4 3-833,-5 4 47,-7 7 0,-4 5 48,-7 17-98,-6-10 0,-1 3 755,-3-2 0,-1 2-797,0 5 0,-1-1-20,1-7 1,0 0 4,2 3 0,0 4 0,1-1 103,2 6 0,2 2-116,-1-3 0,1 4 0,1-2 0,0-5 0,1-2 0,-1 1-4,1-1 0,0 0 1,-1 0 1,-1-1 0,0 0 0,-2-1 2,-2 17 0,-4-1 168,-3-4 1,-4-1-163,-4-5 0,-5-2 5,-3-3 0,-4-2-6,-3-4 1,-2-3 13,-5-3 1,-1-3-9,-5-2 1,-3-2-15,-7-3 0,0-2-473,10-4 1,-4-2 475,-7-3 0,-5 0 0,0-1-280,12-4 0,2 0 1,-4-1 280,-3 1 0,-4-1 1,-1 0-1,1 0-308,3-2 1,1 0 0,0 0 0,2-1 306,-6 0 0,2 0 0,-5 0-3,6 0 1,-5-1 0,-2 1 0,0-1 0,4 1-198,-1-1 0,4 1 1,-1-1-1,-6 1 197,7 0 1,-6 0-1,-2 1 1,-2-1 0,1 0-1,3 1 1,5-1-154,1 0 1,4 1 0,2-1 0,-1 0-1,-4 1 156,-6 0 0,-4 1 0,-1 0 0,-1 0 0,2 0 0,4 0-1,5 0 0,4 1 0,0 0 0,0 0 0,-3 0-87,0 0 0,-1 0 0,-2 1 0,0 0 0,0 0 1,0 0 90,1 1 1,0-1 0,0 1 0,-1 0-1,1 0 1,0 1-9,1-1 0,-1 1 1,1-1-1,-1 1 1,1 0-1,0 0 11,1 0 0,1-1 0,-1 1 1,1 1-1,-1-1 0,2 0-21,-10 1 1,1 0-1,1 0 1,-1 0-1,2 0-51,3 0 0,0 0 0,1-1 0,1 1 0,1-1-382,-7 0 0,1 1 0,1-1 0,2 0 492,-11-1 1,3 0 0,6 0 0,6-1 0,6-2 0,-16-1 0</inkml:trace>
  <inkml:trace contextRef="#ctx0" brushRef="#br0" timeOffset="26064">6700 10993 15106,'0'-46'975,"0"-1"1,0 1 0,0 2 0,1 0 0,-1 4-391,2 0 0,0 2-19,1 1 0,-1 1 341,2-24 145,0 18-733,-3 19-106,0 16-163,-1 23 12,0 17 22,0 23-426,0-21 0,0 2 344,0 5 1,0 1-6,1 2 1,0 1 13,-1 1 0,0 0-11,1-2 0,0-2 5,-1-10 1,1-1 263,0 31-51,-1-39 68,-2 0-197,-3-35-61,-4-19 28,-4-24-25,6 16 0,1-2-581,-1-7 1,2-2 551,0-5 1,2-5 25,0 3 0,2-4 0,1 3-26,2 12 0,0 3 0,2-1 1,-1-11 1,2-1 0,2 6 198,6 6 1,2 5-228,1 7 0,3 4-26,22-7 18,2 19 22,11 34 11,-18 0-151,-12 8 0,-5 4 157,-1 27-18,-10-19 1,-3 3 180,-7 1 0,-6 0-175,-6 0 1,-6-1-7,-9-1 1,-6-3 8,-6-1 1,-3-4-24,-4-4 1,-1-5-76,2-4 1,2-6-293,6-4 1,3-10-5277,-9-37 5669,31-3 0,10-5 0,12 21 0</inkml:trace>
  <inkml:trace contextRef="#ctx0" brushRef="#br0" timeOffset="26315">7534 9733 23536,'-13'48'74,"1"0"0,-1 0 1,1 1-1,1 0 1,0 1-1,2 0 1,4-2-59,4 11 1,5-1 0,0 1-990,-2-10 0,1 1 1,-1 0-1,0 1 966,-1 3 0,1 0 0,-1 0 0,1 1-37,-1 0 1,1 1 0,-1 0 0,1-1-131,0-2 0,0 0 1,1-1-1,0 0-2284,3 1 0,0 0 1,1-2-1,0-4 2254,1 15 1,1-6 0,2-6 0,0-13 0,-7-25 0</inkml:trace>
  <inkml:trace contextRef="#ctx0" brushRef="#br0" timeOffset="27249">8121 10182 17977,'-1'-5'3932,"1"2"-1893,0 3-1871,21 45 174,-6-4-312,-2-10 1,-1 0 93,2 22 27,-10-21 0,-1 5-45,-3-13 629,-6-6-551,3-12 203,-10-11-309,7-4 73,-7-31-111,9 14-7,1-8 1,1-5 24,1 0 1,2 0-20,-1-1 1,0 0-286,0-2 1,1 3 295,-1 3 34,1 8-22,-1 18-57,1 1-27,1 16 22,6 22 6,-1 18-1,1 8-289,-5-2 0,-2 0 284,1 8-3,-2-1 1,-1 2-1,0-22 0,0-2-284,0 14 0,0 0 295,2-16 1,-1-2 19,2 20 207,3-37-162,-1-19-12,10-35-16,2-12-34,-6 9 0,1-8 1,-2 3-4,1 5 1,-1-2-90,0-13 1,0-8 0,-2 7 91,-3 10 0,0 3-8,1-18 0,0 2-9,-2-1 549,-2 15-543,-1 32-11,0 4 22,0 25-11,0 34 0,0-6 0,0 6 0,1 3-288,0-19 0,0 0 285,0 6 1,1 2-32,1 3 0,2-4-195,4 11 480,-3-18 1,3-1-2627,12 2-2324,-2-16 4699,6-10 0,-15-9 0,1 0 0</inkml:trace>
  <inkml:trace contextRef="#ctx0" brushRef="#br0" timeOffset="27786">9320 10050 17115,'0'-54'1328,"0"0"1,0 1-1,1 3 1,-1 2 0,0 4-1013,-1 1 1,0 2 366,-3-2 1,0 5-382,-2 7 157,-3-9-408,7 35 145,3 31 5,7 20-128,-3-3 0,1 3-1070,0-7 1,0 2 1035,0 18 1,-1 7-26,-3-13 1,-1 3 0,-2 2-19,1 3 1,-2 0-1,0 3-497,0-6 1,-1 1 0,0 1 0,0-2 418,0-7 1,0-1 0,1-1 0,-1 1-212,2 14 0,0 0 0,1-4 5,1-12 0,1-3 1,1 0-1237,3 2 1,2-1 0,0-4 1107,2-6 0,0-3 0,8 25 0,-8-33 0</inkml:trace>
  <inkml:trace contextRef="#ctx0" brushRef="#br0" timeOffset="28252">9960 9960 22335,'0'-5'2280,"0"2"-1115,0 3-947,30 40-150,-20-14 14,1 10 0,3 10 0,-4-4-741,-7 15 674,-2-16 0,0 6 0,-1-5 2,-1-6 0,-1-3 2,0 6 1,-1-1 86,0 17 214,1-25 77,1-18-201,1-21-101,4-19-16,5-21-57,3 0-147,2 1 1,2-1 144,-1 13 0,2 0-15,7-15 1,3 1-238,-2 15 0,1 5 237,0 5 1,1 5-1,22-3 29,-3 20-40,-5 19 6,-1 17-56,-5 19-377,-10-3-79,-13-5 0,-4 5-2454,-6-2 0,-3 1 2970,2 4 0,-2-3 0,-2-10 0,0-7 0,-1-5 1</inkml:trace>
  <inkml:trace contextRef="#ctx0" brushRef="#br0" timeOffset="29133">8243 10297 15810,'13'-42'2188,"0"-1"1,0 1-1,3-15 1,-3 6-1890,-5 15 1,-1 5-64,-2-7 83,-5 22-184,0 13-107,0 0 73,0 17-23,0 10-11,-1 23 0,-2 14-47,0-25 0,-1 1-605,-1 4 1,-1 1 578,0 2 1,0 0 19,-2-1 0,1 0-1507,-1 3 0,0-3 1526,-3 12 34,-3 1 34,7-36 95,-1-4-28,3-13-106,1-16 773,2-14-829,5-20 11,-1 17 0,2-3-3,2-17 0,1-1 1258,-2 15 1,0 0-1237,1-17 1,0 1-20,-3-5 5,0-1-16,-3 22-17,-2 20-17,-2 16 0,-3 27 44,-2 11-16,0 8 0,0 15 650,5-9-645,2-21 1,0 1-40,5 23 20,4-12 42,-1-21 28,0-11-6,-4-27-11,0-13-5,-1-21-3,0 9 0,-1-1-3,1-18-9,-1 12 1,0 1 13,0-12-19,0 24 0,0 2 59,0-14-39,0 20-51,0 19 281,-2 19-259,1 15 10,-1 18-37,5 17-99,0-26 1,2 1-580,1 5 1,3 0-2808,5 3 1,1 0 2846,1-5 1,-1-3-1,8 11 1,-9-21 0</inkml:trace>
  <inkml:trace contextRef="#ctx0" brushRef="#br0" timeOffset="30815">11108 10174 7884,'-10'0'3781,"2"0"-1765,8 0-571,0 0-151,-68 1 325,29 1-1317,-3-1 1,1 1 241,9 1-63,13 0-38,1 2-225,3-1 381,-11 2-263,7-2-11,-7 1-40,8-3-128,8-1-106,5 0 162,3-1 22,9 0 40,7 0-12,17-3-50,19-4-129,-14 1 0,1 0-380,-5 1 1,3-2 338,8-1 0,7 0 0,-2 0-510,-6 1 0,-1 0 0,3 0 464,4 0 0,4-1 1,1 0-1,0 0-656,-2 1 1,0 0 0,0 0-1,1 0 656,5 0 0,2 0 1,0 0-1,-3 1 1,7-2 0,-3 2 0,6-2-1,-11 3 1,5-1 0,1 0 0,-1 0 0,-5 1-458,9-1 1,-5 0 0,4 1 461,-2-1 1,4 0 0,-1 0 0,-6 1-25,-7 0 0,-6 1 1,-3 0 49,3 1 0,-6-1 740,0 0-707,-37 0 2255,-21 0-2288,-18-4 2296,-12-1-2263,-6-1-50,10 2 73,-14-4 40,22 4 10,-19-4 51,6 3 16,-6 0 554,-6-1-447,3 1-27,12 2-124,17 2-118,15 3 34,17 2-23,6 0 68,32 0-57,7 1-50,-9 1 1,3 0-40,-1 0 1,1 2 30,2 0 0,-1 2-6,-1 0 0,0 2 8,-3 2 1,-2 1-12,-3 1 1,-2 2-17,20 17-1,-15 6-27,-14 5-98,-11 2-474,-13 3-2520,-10 0 3142,-3-7 0,3-16 0,5-11 0</inkml:trace>
  <inkml:trace contextRef="#ctx0" brushRef="#br0" timeOffset="31710">13326 9821 13721,'-4'-61'2838,"0"1"0,2 0 0,1 6-2362,4 12 274,4-4-162,-1 28-224,0 1-218,-1 9-62,-2 16 100,-1 16 52,-2 25-161,-3-16 1,-1 3-428,-3 5 1,-1 3 382,-2 4 0,-1 0-23,0 2 1,0 1-23,2 11 0,1-2-6,2-19 0,2 0-151,2 23 1,2-3-121,2-11-264,1-5 1,0-1-6256,3 10 6810,-1-11 0,-1-13 0,-3-24 0</inkml:trace>
  <inkml:trace contextRef="#ctx0" brushRef="#br0" timeOffset="32519">13321 9624 14717,'-9'-3'2179,"-25"-11"1,-4-3-909,10 1-703,-10-5 0,3-1-444,25 6 38,38-11-128,0 14-18,10 0 1,7 0-1080,15 2 1,3 0 1073,-18 2 0,1 0 1,3 0-598,11-2 1,3 0 0,-4 1 585,2-1 0,1 0 5,-15 2 1,4-2 0,0 1-1,-5 1-5,6-1 0,2 0 0,-6 0 0,8-1 0,0 0 0,-3 1 0,1 0 0,-3 1 0,3 0 4,-4 0 0,2 1 1,1-1-1,3 1 5,-5 1 0,2 0 0,1 0 0,-1 0 0,-1 1-18,6-1 1,-1 1 0,-1 1-1,0 0 7,-3 0 1,1 0 0,-2 0 0,-1 2 1,12-1 0,-1 2 0,-4 0-213,-13 1 0,-2 0 1,2 1 212,13 1 0,4 1 0,-4 0 5,-14 1 1,-2 0 0,-1 0-1,14 2 1,-5 2 5,-16-1 0,-4 2-1850,10 8 1850,-10-3 795,-6 8-750,-19-10 1835,0 14-1645,-4-5 584,0 4-286,3 23-304,6-4-116,3 19 3335,0-17-3347,6 4-34,-1-5-14,-3-8 1,1 3-6,-1 5 0,0 0-290,-3-8 0,-1 2 262,-2 10 0,-3-1 3,-5 1-1,-8-2 1,-4 7-1,0-5-30,4-16 0,0 1-388,-7 17 0,-3 9 1,3-9 386,5-16 1,1-3 8,-3 14 1,0-1-1,-1 6-5,-4-1 27,-4-18 476,-11 2-425,-26-10-45,-3-12-149,29-7 0,-3-3 107,-14-5 0,-2-3-229,10 1 1,1-1 239,-9-2 0,-1 0 6,-3 0 0,-1 1-3,11 3 1,-2 2-1,2-1-17,-11-1 1,-3 1 0,6 2 1,-6 0 0,-1 1 0,8 0 7,-4 1 0,1 1-1,2 0 1,-5 0 0,-3 1 0,2 0-5,2 0 1,1 1 0,0 0-1,-1 0-704,-1 0 1,0 0 0,-1 0 0,1 0 702,1 0 0,0 0 0,1 0 0,3-1-7,2 1 1,3 0 0,-2-1-439,-14 1 1,-2-1-1,4 0 280,-2 1 0,1-1-261,-1-1 1,-4 1 0,9-1 30,17 0 0,5-1-4097,-5 0 0,4-1 4495,5 1 0,-4-1 0,26 0 0</inkml:trace>
  <inkml:trace contextRef="#ctx0" brushRef="#br0" timeOffset="33816">13759 10024 20828,'-3'-47'1279,"-1"1"0,2 8 0,0 8-960,-5 10-246,5 17-6,1 9-5,1 13 11,1 17-40,0 15-16,1 12-364,-2-29 0,0 2 361,0 1 0,0-1 4,-1 21-4,0-18 0,-1-2 36,-3 8 17,1 1 163,1-25-51,2-24-117,-2-14-34,3-13-6,-1-17-5,1-12 75,0 25 0,0-2-64,0-3 0,1-2-12,-1-2 1,0 0-12,0-2 1,1 1 2,0 2 1,0 1-4,2 4 1,1 1-6,9-24-5,9 11 10,-6 21-10,8 10-1,-3 17 6,-3 5-28,6 11 17,-10 10 577,0 14-566,-5 9 0,-10 4 0,-10 2-11,-11-4-12,-8-7-16,3-13-801,-13 0-4462,24-21 3061,-5 1 2241,28-24 0,-4 8 0,6-8 0</inkml:trace>
  <inkml:trace contextRef="#ctx0" brushRef="#br0" timeOffset="34049">14157 9461 16751,'0'-3'5326,"1"0"-3528,-1 3-1215,10 39-124,-7 3-367,2-12 1,0 5-634,-4 13 0,-1 2 589,0-11 0,0 2-40,0 19 0,0 3-16,0-9 0,1-1-32,0 3 1,2 0-202,1-3 0,1 1-2030,4 8 0,1-3 2271,-4-16 0,1-3 0,0-5 0,-1-5 0,-3-9 0</inkml:trace>
  <inkml:trace contextRef="#ctx0" brushRef="#br0" timeOffset="34643">14764 9757 24211,'12'6'314,"-2"5"-6,-12 1 28,-15 6-185,-6-6-77,-6-2 77,-4-7 28,7-8 0,-5-7 96,2-17-147,12-5-83,4-2 45,19-8-57,19 0-27,-4 8 0,21-1 16,-9 27 0,20 6-22,-7 18-3,-14 5 1,-3 7-21,-7 10 1,-5 2-120,0-6 0,-5 3 106,-13 23 0,-9-2-597,-11-2 630,-9-2 0,-5-1-382,5-19 0,-2-4 399,-7 5 0,-1-3 6,5-8 0,0-5 47,-18-1 56,16-34-84,20 1 247,12-28-190,29 0-52,5 2 218,18 2-262,-12 24 39,10 8-67,12 12-5,-10 3-102,-2 3 1,0 3-392,11 5-144,-16-4 0,-1-1-522,10 3-4290,8-1 5482,-21-8 0,-6-1 0,-14-3 0</inkml:trace>
  <inkml:trace contextRef="#ctx0" brushRef="#br0" timeOffset="34872">15475 9564 22817,'7'-46'1101,"1"0"1,-1 5 0,-2 10-1007,-2 22 28,3 14-89,-2 5 66,7 27-21,-1 16-51,-4-3 0,-2 4-1313,-2-2 1,-2 0 1273,0 0 0,-4 1-116,-4-8 0,-3 1 0,1-5-60,0-7 1,0 1-3091,-2 19 0,-1 9 0,3-10 3188,2 5 1,2-9 0,3-7 0,5-30 0</inkml:trace>
  <inkml:trace contextRef="#ctx0" brushRef="#br0" timeOffset="35249">15744 9868 18857,'1'-8'3117,"3"-23"0,2-4-2568,2 15-412,0-12 0,2 3-47,2 24 56,4 13 83,7 21-111,0 15-246,-9-12 0,-2 2 170,-4 1 0,-2 0-14,2 21 8,-10-17 1,-1-2-15,-3-1 42,-3-3 1,-1-3 153,-3-10 85,-2 2-180,8-21 480,4-27-480,10-10-67,1-9 42,8 9 0,3 1 14,15-13-90,-14 19 1,2 1 33,23-12 22,0 17-61,4 6-17,9 12-5,-6 17 5,-8 3-98,-10 8 0,-2 3-87,0 6-991,-4 12 0,-3 5-3740,-17-16 1,-3 0 3994,3 6 0,-2-2 0,-6 3 0,0-29 0</inkml:trace>
  <inkml:trace contextRef="#ctx0" brushRef="#br0" timeOffset="38590">13438 10587 7822,'0'-3'9041,"0"0"-4505,0 3-3745,11-36-226,-9 27-385,9-28 21,-11 37-66,-1 2-96,-1 1 28,-6 5 6,-3 5-23,-6 8 6,-4 8 34,-6 7-71,5-9 1,0 0-20,-11 13 14,7-10 0,-1-1-243,-11 12 243,14-17 0,-3 2 5,-6 3 1,0-1 8,-15 11 34,4-8 0,-1-2-18,1-4-513,-1 0 0,-4 0 508,11-7 0,-2-1-13,-5 2 0,-4 2 1,2-2-13,-3 1 0,-2 1-5,1-2 0,-3 1 1,0-1-759,4-3 1,2 0 0,0-2 753,8-1 1,0 0-1,-2-1 4,-13 4 1,-3 0-1,1-1-493,6-3 0,2-1 1,1-1 484,6-1 1,2 0 0,-4 0 9,-10 1 0,-5 1 1,0 0-1,7-2-3,0 0 1,0 0-5,5-2 0,-6 2 1,0-1-1,4 0-227,3-1 0,4 0 0,-3-1 225,-8 2 0,-2-1 0,-1 0 5,-4 1 1,-2-1-1,5-1-7,0 0 0,1 0 7,11-3 1,-1 1 0,5-2 490,-22 0-487,6 0 95,2-6-10,30-1 1698,-2-5-1710,16-3 1859,7 4-1915,0-6 1559,2 7-1576,1-1 97,-1 1-86,2-2-5,-2 0-6,1 0 6,-2 0 17,0 3-1,-3-6-33,0 5 11,0-1 29,-2 0-29,3 4 6,-1-2-12,4 5-27,1 1 11,2 0 16,7-3-5,1 0 0,2 1 23,-4 0-18,-6 3 12,-9 8-11,1-1-6,-17 14 16,-11 7-16,5-5 0,2-3 0,2-1 6,2-3 0,-21 13 17,15-12 10,-11 3 29,0-4 55,-5-5-61,17-5 73,-1-4-39,22-6 16,0-5-67,5-7 23,7-11-34,3-1 0,9-10 22,9-5-22,2 3-16,9-3-7,-10 17 23,11 1-22,-3 9 11,23-4-12,-6 6 6,10 1-5,-10 5 0,-11 4-12,5-2 28,-5 1-10,-2 0-18,-4 0 6,-17 3 11,-7 1 0,-5 1 34,-4 0-22,-9 1-1,2-1-3403,-13 1 3387,8 0 11,-15-1-6,5 0 6,-15-2-17,-1 2 0,-8 0 16,-9 4-16,10 1-8,10 4 0,1 1 2,-10 8 6,12-2 0,1 0 3392,-4 8-3398,4 2 1,1 1 5,4-2-6,-1 0 1,2 1-1,6-3 12,-1 2-6,5-5 11,5-5-22,-3 1 11,5-6-6,-2 5 17,5-9 6,1-1-6,1-3 107,2-2-62,3-12-56,3-3-17,7-15 23,2 5 16,20-21-5,1 10-464,8-9 452,-8 19 1,3 2 5,-10 8 1,2 1-7,14-7 1,1 1 5,-7 7 0,0 2-11,-2 2 0,0 1-14,-3 3 0,0 1-3,27-1-90,-18 6 46,-3 8-197,-17 7-5321,-3 21 4777,-11-6 0,-6-2 0,-3-15 0</inkml:trace>
  <inkml:trace contextRef="#ctx0" brushRef="#br0" timeOffset="40356">6091 10589 15154,'-7'1'5058,"1"0"-3658,6-1-907,0 0 415,-73-4-751,46 3-31,-19-1 0,-4 1 182,-6 7-797,22-2 1,-3 2 546,-11 3 1,-3 3-664,-3 2 1,0 1 623,10-3 1,-4 2 0,-4 2 1,-4 1 0,5-1-16,9-3 1,0 0-10,-14 4 0,-7 3 1,8-3-144,15-5 0,4-1 152,-13 4 1,4-2-28,8-3-107,19-7-218,17-3 810,7-6-788,9-4 1674,9-8-1517,3-3 534,-6 2-355,-1-8 67,-15-5 6,-9-4 40,-11-7 27,-10 10 45,-2 4 0,2 6-107,6 8 169,0 2-208,11 8 1,-3 1-46,8 5 12,-3 9-6,-4 20 17,0 11-5,-2 17-40,7 0 39,7 2-5,3-13-17,4-14 0,5-1-101,13 9-210,-7-13 1,6-2 310,11-6 0,1-4 0,-2 2 0,15-5 0</inkml:trace>
  <inkml:trace contextRef="#ctx0" brushRef="#br0" timeOffset="41314">8847 8191 23769,'-38'46'106,"1"0"1,-1-1-1,-4 3 1,2 0-93,13-9 1,1 1 0,2-2-9,-1 1 0,1-1-34,1-2 0,0 2 0,1-2-580,0 0 1,1-2 136,-5 9 1,1-4-2028,-5 0-2984,-6 3-3536,2-12 9018,12-13 0,8-10 0,11-5 0</inkml:trace>
  <inkml:trace contextRef="#ctx0" brushRef="#br0" timeOffset="41597">8138 8843 14337,'-5'-47'2300,"-1"0"0,2 8 0,-1 6-1202,-5 7-498,2 17-444,-1 2 85,-5 18-78,0 10-18,-6 16-44,2 7-39,4 0 22,4-2 140,4-2 44,1-13-94,1-5 168,-3-12-90,4-6-140,-1 1-28,7 2-45,2-1-3330,26 12 3325,-6-9-142,6-1 1,4-1 96,0-4 0,2-1-172,13-1 1,3-1-1647,5-2 0,0-1 1829,-6-1 0,-3 0 0,13-3 0,-29 3 0</inkml:trace>
  <inkml:trace contextRef="#ctx0" brushRef="#br0" timeOffset="43502">9241 7942 16323,'-2'-56'1646,"-1"0"1,1 1 0,-1-3 0,0 3-1157,-3 3 0,0 6 340,-3 1-5612,1 10 4855,2 11 1395,5 25-1418,10 29-33,-1 1 0,0 3-20,0-3 0,0 2 271,3 17 0,-2 5-291,-4 2 1,-2-1 11,0-10 0,0 1-4,-2 3 0,0 3 0,-1-7-7,0 13-1,0-7 1,1-5 22,-1-17 163,1 2-152,-1-32 3238,1-17-3218,0-15 0,1-3-14,0-8-3,0 2 0,3-1 36,5-7 499,4 3-532,1 4 0,4 14-12,18 7-10,-10 7 5,26 2 0,-16 11-17,-1 1 11,7-2 1,-6-3 33,-3-5 5,-3-10-21,-18 1 21,-3-13 34,-5-9-16,-1 7 55,-2-14 40,0 13-73,0 7 195,1-11-83,-1 23-123,0-1-12,0 10-33,-1 9-17,2 11-17,3 27 6,3 10-3,-4-15 0,0 2-584,1-1 0,-1-2 542,4 23-567,0-14 0,1-2 254,1 0-60,2-6 0,2-2-859,8-3-1355,17-1 1786,-7-20 1781,-1-11-908,-8-17 483,-8-12-214,-4 4 1559,-1-23-1032,-10 21 44,1-10-452,-2 18 452,0 3-519,0 11-343,0 0 12,10 6 11,7-1-28,14-2-6,-4 0 0,20-9 34,-17 0-12,9-8-5,-21 5 79,-7-15-40,-9 14 39,-7-18 79,-11 8-45,-5 2 23,-6 2-63,9 14 29,-3 5-17,0 11-89,-2 7 10,3 5 1,2 24-23,11-6 8,9 1 1,5 1-98,15 12-246,0-18 1,4-4 227,2-12 1,4-4-34,16-3 0,1-3 98,-13-4 0,0-3-348,19-5 0,0-4 401,-21-3 1,-3-3 19,6-3 0,-3-3-94,-6-1 1,-5-2 180,7-26 29,-15 1-58,-9 11 169,-9-10-151,-2 28 486,-12-9-536,-1 25 675,-4 4-681,-3 14-6,-1 18-28,2 6 0,11-4 0,2 2-40,2 12 35,5 12 22,11-28 249,3-9-221,6-10 16,2-17-5,4-15-5,3-15-29,-5 1 62,6-22-50,-12 16 27,4-12 1,-9 20-28,-3 11-34,-3 12-34,0 7 40,-1 10-6,2 9-12,1 4-72,7 22-39,2-8-11,11 16 27,-3-17-139,19 2 47,-8-22 0,4-3-320,4-1 0,2-2 466,0 0 0,2-4-12,10-9 1,-2-5-185,-22 0 0,-2-2 285,12-5 1,-5-5-42,-4-21 167,-18-4-27,-9-6-17,-8-2 27,-5 2-5,-6 8-33,-8 13-23,-9 16-17,-11 17-28,-9 16 493,-4 13-527,29-11 1,1 2 11,-15 23-28,16-1 566,13-6-549,20-11 120,4-9-132,33-15 12,-5-13-1,-10-1 1,0-3 8,-5-4 0,-2-3 22,0-3 1,-3-3-260,-2-3 0,-2-2 290,-2-4 1,-3-1 2,-2-5 0,-2-1 0,-1-3 0,-2 0 30,-1 0 1,-1-1 44,-1 4 1,0 1 0,-1 5 0,0 1 117,1-19 175,-1 15-287,0 18-84,-1 12-67,0 12 34,0 15-29,0 18-33,2 21 14,0-18 0,1 1-111,-1-5 0,2 1-181,1 7 0,2 4 0,0-2-1813,3 9 1,1 0 2118,-1-7 0,-1 2 0,1-5 0,-1-5 0,-1-6 0,3 6 0</inkml:trace>
  <inkml:trace contextRef="#ctx0" brushRef="#br0" timeOffset="49077">3056 11746 18033,'-1'-6'5058,"0"1"-4290,1 5-724,-10-56 304,9 65-208,-9-47 11,9 67 0,2 16-45,-9 15-92,4-24 0,-1 2 14,-5 7 0,1-2-16,-1 1-4,2-1 0,2-1 4,3-7 72,0 5 274,5-26-133,1-14 234,9-28-336,-4 5 123,12-36-128,-10 26 0,0-1-244,1-2 0,-1 1 145,0 0 1,1 1 30,3-1 1,-1 4-34,2 1-23,19-18 1,-11 33 10,11-1 23,0 16-22,2 12-12,1 11-5,-1 11 0,-3 9-3279,-5 4 3273,-4 1 206,-5-3-256,-2-10 16,-4-12-72,5-9 78,-4-16 23,7-12 22,-4-5 3414,6-20-3391,3-13-23,4-3 14,-13 23 0,0 2 53,7-9-6,-7 13-55,-9 14-12,-5 12-5,-6 13 17,-1 11-6,-1 11-11,0 6 5,6-1 6,7-3 6,2-13-12,18-2 17,-3-15 6,12-7-17,-12-8 62,11-28-1,-14 2 18,8-21-18,-15 5-5,-7 1 6,-5 4-29,-5 6-5,-1 11-33,0 8-12,0 10-129,2 6 85,1 4-298,8 13-385,2 4-780,9 15-767,-1 5-3506,1 6 5797,3 6 0,-11-22 0,1-3 0</inkml:trace>
  <inkml:trace contextRef="#ctx0" brushRef="#br0" timeOffset="49602">4168 11937 25590,'43'-42'336,"1"-1"0,-3 3 0,-6 0-79,-7-16-504,-16 23 0,-2 0 314,2-21-28,-7 18 1,-2-2 24,-4 4 0,-2 0 0,0 2 1,-1 0 308,-10-24-245,0 31 24,2 14-163,5 7 11,3 10 0,1 6 345,0 12-362,0 11 17,1 10-11,1-3 16,1-5 1,2 3-347,5 17 324,-1-17 0,2 1 6,3-10 0,2-3 0,19 20-17,8-12 28,7-15 0,5-18 28,-1-21 17,-4-18-31,-26 11 0,-4-2 8,-2-5 0,-3-2-2,-1-4 0,-4 0 8,-2-6 0,-2 0-802,-3-3 0,-1-1 788,-1 1 0,-1 1 14,-1 4 0,0 2 11,-1-15 140,-3 15-95,4 28-39,0 1 302,1 18-325,1 25 1616,1-2-1636,0 3 1,-1 3-17,2-4 0,-1 1-409,2 11 0,0 2 392,4 3 0,3 1-126,3 3 1,4 1-628,8 1 0,5 0 784,-3-14 0,3 0 0,-2-5 0,-3-2 0,0-4 0,2-2 0,-1-1 0</inkml:trace>
  <inkml:trace contextRef="#ctx0" brushRef="#br0" timeOffset="51096">16532 9911 24407,'61'-14'80,"-1"-1"0,-17 6 0,1-1 0,1 2-1110,3 1 1,1 1 0,0 0 1036,0-1 1,1 1 0,-1-1 3,-2 0 0,-1 1 0,-1-1 164,17-1 1,-4 0-179,-11 2 0,-3 0 389,16-2-397,-29 3-689,-28 0-1602,-20 2 1915,-15-2 1,11 3 0,1 0 0</inkml:trace>
  <inkml:trace contextRef="#ctx0" brushRef="#br0" timeOffset="51820">17776 9676 15746,'-4'-57'1318,"1"0"1,-1 0-1,1 6 1,0 1-1,0 5-806,-2 7 1,0 5 327,-2-11-247,-2 19-422,4 22-160,0 6 73,-1 41-44,-1 11-553,1-7 1,0 3 514,0 3 1,0 1-14,-1 6 0,0 2-81,3-19 0,0 0 1,0-1-103,0 8 1,0 0-838,2 12 1,2 0-3886,6-4 1,2-2 4774,-3-6 0,2-3 0,0-5 1,0-8-1,1-12 0</inkml:trace>
  <inkml:trace contextRef="#ctx0" brushRef="#br0" timeOffset="52486">17753 9259 16124,'-4'-5'3220,"1"2"-2475,3 3-638,124-73-1856,-75 58 0,4 0 1757,-3-5 1,6-5-1,2 1 1,-2 5-6,2 6 1,-1 5 0,1 0-6,3-2 0,1 0 1,0-1 6,-12 2 1,1 0-1,0 0 1,-2 1-1,5-3 1,-2 2 0,5-2 0,-6 1 1,5-1 0,2 0 0,0 0-1,-4 1-549,0 0 0,-3 0 1,1 1-1,3-2 547,-5 2 1,3-1 0,2 0 0,1 0 0,-2 0-1,-1 0-3,3 0 0,-2 0 0,0 0 1,0 1-1,0-1-165,2 0 1,0 0 0,0 1 0,0-1 0,-3 1 165,1-1 1,-2 1 0,0 1 0,3-1-2,3 0 0,3 0 0,2 0 0,-1 0 0,0 2-237,-5 0 0,0 1 0,-1 1 0,1-1 0,-1 1 267,1-1 0,0 0 1,0 1-1,-1-1 1,0 2 81,10-1 0,1 0 0,-4 1 0,-6 2 19,8-1 0,-7 3-12,-11 0 0,-3 1 608,-9 1 1,-4 1-550,15 7 2017,-10 9-1949,-9 8-113,-7 0 303,2 32-151,-14-6 950,-4-11 0,-2 2-1150,-5-1 1,-4 1 0,-4 7 0,-2-1-59,2-8 0,-4 2-4,-3 4 0,-4 3 1,1-1-11,-3 5 0,-1 2-227,1-4 1,-2 3-1,1-2 213,4-8 0,1-3 0,0-1 0,-3 7 0,-1 0-193,1-5 1,-3 2 0,1-4 189,-5 2 0,0-3 6,-3 9 0,-7 0 23,-6-12 0,-5 0 0,3-6-489,10-8 1,-2-2 467,-1-1 1,-7 4 0,-2-2 0,4-3-258,1-4 0,2-4 1,-3 0 258,2 0 0,-2 1 0,-2-2 0,0 1-112,-3-1 1,0-1 0,-1 0 0,0-2 111,-3 1 0,1-2 0,-2 0 0,1 0-7,-2-1 0,0-1 0,0 0 0,0 0-10,-1-1 0,0-1 0,0-1 0,0 1-4,0-1 0,-1-1 0,1 1 0,0-1 8,-1 0 1,0-1-1,1 1 1,-1-1 0,0 0 1,0-1 0,-1 1 0,1-1-249,0 0 1,-1 0 0,1 0 0,-1 0 242,1-1 0,0 0 0,0 0 1,0 0-39,0-1 0,0 0 1,1 0-1,-1 0-70,2 0 1,0 0-1,-1-1 1,2 1-235,-1-1 1,2 1-1,-1-1 1,1 0-1139,1 0 0,0-1 0,2 1 1,1-1 1510,-8 0 0,3-1 1,4 0-1,-2 1 0,8 0 1,-4-2-1</inkml:trace>
  <inkml:trace contextRef="#ctx0" brushRef="#br0" timeOffset="53030">17313 9603 15676,'-5'-5'4604,"1"0"-3053,4 5-470,0 0-370,-34-61-274,25 43-353,-10-16 0,4 6-61,14 25-12,1 6 34,8 6-23,10 9-11,20 10 3,7 2 0,5 2-6,-10-5 1,1 1-258,-4-3 0,3 2 1,-4-1 262,-1 4 0,-6 0 14,-6-1 0,-6 1 61,-10 28-33,-34-3-1662,-7-23 0,-5-3 1567,10-8 0,-1-1-213,-16 6 0,-1-1-4664,14-6 1,3-2 2987,-15 8 1,8-2 0,35-22 0</inkml:trace>
  <inkml:trace contextRef="#ctx0" brushRef="#br0" timeOffset="55585">18282 9767 20005,'-9'-53'1557,"0"-1"0,0 7 0,1 5-1204,-2 1 118,0 13-432,7 22 0,0 14-22,3 8 28,1 29-3,2-11 0,-1 3-31,0 2 0,1 3-984,0 10 0,-1-1 984,0-17 1,-1 0-12,1 15 0,0 0-343,-1 10 351,1-19 1,-1-1 103,0 3 78,-4-17-78,1-14 45,-8-26 1773,4-13-1890,-3-25-26,6 21 0,2-2-9,3-6 0,1-1 3,1-5 1,2-2-791,3-5 1,0 1 784,-1 10 0,1-1 4,0 1 1,0-2-1,3 2-343,7-10 1,2 2 321,0-1 0,1 4 5,-1 10 1,2 9-20,21 14 33,-13 19 341,7 3-346,1 28-11,-17-3-12,6 19-5,-18-5 34,-14-1-23,-16-4 1511,-16-5-1522,0-12-31,3-11 1,-2-2 705,-14-1-933,16-4 1,0-1-1816,-5-2 2101,18-9 0,12 4 0,9-5 0</inkml:trace>
  <inkml:trace contextRef="#ctx0" brushRef="#br0" timeOffset="55839">19131 9056 21741,'0'-5'3338,"0"0"-2234,0 5-908,-4 69-137,4-33 0,-1 4-836,0 8 0,-1 6 0,1 0 786,-2-3 0,1 1 1,-1 1-10,-1 5 0,-1 2 0,1-3-15,-1-10 0,0-1 0,1 3-163,-1 4 0,1 4 0,0-1 1,1-6-202,0 3 1,2 1 378,4-2 0,1 9 0,1-2 0,-1-13 0,3 11 0,3-13 0,-1 0 0</inkml:trace>
  <inkml:trace contextRef="#ctx0" brushRef="#br0" timeOffset="56506">19480 9506 15625,'-3'-5'5937,"1"2"-5369,-5-26 1,3-8 126,8 5-575,-9-6 1,5-1 495,31-2-527,-14 25 29,23-14-23,-14 24-45,9 1-44,1 8 0,10 14-1,-15 0-5,-6 4 0,-2 4-39,3 19 22,-1 11 20,-27-19 0,-8-2 58,-15 6-22,1-15 1,-4-4 83,-20-5 95,-1-7 102,4-12 11,8-7-102,12-8-100,13-6-23,12-2-38,11 4-52,11 5 12,20 10-16,-10 7-12,19 14 5,-13 12-2,-14-7 0,0 3-12,3 9 1,-2 2-1258,6 13 1266,-5 8-112,-29-2 67,-16-11-22,4-11 0,-7-3-1157,-23-6 0,-4-7-955,-4 0-792,10-9 0,5-7 2971,14-15 0,12 7 0,1-1 0</inkml:trace>
  <inkml:trace contextRef="#ctx0" brushRef="#br0" timeOffset="56747">20263 8939 26463,'0'60'50,"0"0"1,0 0-1,-2-4 1,-2 5-1,-1-3 1,-1-8-708,-1 1 1,-2-1 476,-4 9 1,-1 6 0,1-8-457,3-17 1,0-3-923,-4 15 1,0-2-1738,-3 3 3295,3-11 0,9-28 0,1-3 0</inkml:trace>
  <inkml:trace contextRef="#ctx0" brushRef="#br0" timeOffset="57148">20617 9198 26222,'10'30'104,"-1"1"1,0 2 0,-3 1-86,-8 6 1,-2 0-23,2-8 1,-1 0 27,-6 12 0,0-2-14,-1-4 28,-9 21 253,9-39-136,2-5 91,3-15-141,9-18-22,11-32-61,0 7-703,5-5 1,2-1 702,1 3-7,0 3 1,2 1-27,12-1 60,9 0-22,-3 17 0,5 19-22,-16 9-1,12 20-38,-8 23-40,-8-4-843,-10 5 1,-4 5 789,-10-12 1,-2-1-1,2-2 1,0-3 0,-5 15-1</inkml:trace>
  <inkml:trace contextRef="#ctx0" brushRef="#br0" timeOffset="58138">21614 9331 18459,'-3'0'4128,"0"0"-2929,3 0-1009,68-36-1208,-31 24 1036,8-2 1,11-3 0,-6 4-520,-15 8 0,1 3 499,21-4 0,9 0 0,-3 0-422,-1 0 0,0 0 437,-4 0 0,3-1 0,-3 0-6,-11 1 1,-2-1 0,-3 1-8,6-2 0,-2-1 22,8-4 0,-6-2 46,-3-8 4,5-12 433,-50 5-348,-22-3-56,-7 7 162,-17-5 298,0 2-214,4 5 845,5 2-1091,22 14 1636,10 4-1726,5 3 23,8 1-6,9 5-17,14 6 0,13 9 0,-5 0-14,-6 1 1,1 4-206,-9-5 0,-1 2 214,11 10 0,-1 2-43,-9-3 1,-3 0-113,-3 0 1,-3 1-250,-4-1 0,-4 1-1321,-7 26-2313,-15-7 4032,-14-7 0,11-21 0,-1-7 0</inkml:trace>
  <inkml:trace contextRef="#ctx0" brushRef="#br0" timeOffset="58470">23609 8965 25707,'33'19'566,"-7"-4"-376,-29-11-67,0-1-27,-3-1-24,0-1-10,0-1-28,1 0-46,1 0-60,1-2-354,2 1-1501,0-1 1927,7-1 0,-5 2 0,4-2 0</inkml:trace>
  <inkml:trace contextRef="#ctx0" brushRef="#br0" timeOffset="59327">23466 9103 16096,'27'-11'5830,"-4"-8"-4149,-5-28-836,-9 6-486,-5 0 263,-6 10-135,0 12-190,-1 1-202,2 9-45,1 7-22,2 20-28,2 8 0,0 11 0,-1 2 17,2 9-9,-3-12 1,0-1 30,-2 12-28,0 0 23,-5 10-17,-1-11 56,-5-12 27,3-17 63,3-11-96,5-18 0,4-9-56,6-17 51,6-10-51,8-10-20,-5 18 1,1 0-272,9-15 269,-8 17 0,2 3-17,16-8 11,3 7 0,-2 12-39,10 21 34,-10 26-12,3 8-50,-15 20-266,-23-20 0,-2 2-1503,1 24 778,1-2-3758,15-7 4833,22-13 0,-15-10 0,6-8 0</inkml:trace>
  <inkml:trace contextRef="#ctx0" brushRef="#br0" timeOffset="59672">24453 9126 16812,'0'-5'5220,"0"1"-2615,0 4-2454,-9-34-100,6 33 44,-8-4-67,10 29 17,-2 26 11,7-7-6,5 0-33,3-5 33,11-11 51,4-14 51,11-3 89,13-24-101,-8-9 11,3-20-90,-20 7 79,-3-17-48,-14 21 1,-2 0-445,1-1 1,-2 1 441,5-30 22,-6 17-56,-3 21-73,-1 4-252,-1 11 112,0 13-448,1 12 194,5 10-4165,11 27 1383,-3-14 2345,8 15 0,-15-38 0,0-1 0</inkml:trace>
  <inkml:trace contextRef="#ctx0" brushRef="#br0" timeOffset="60220">24988 9327 25892,'33'-43'283,"1"1"1,-7 7 0,-1 1-164,2-4 1,-2 0-918,-6 4 0,0-1 850,9-19 1,-2-1-38,-9 16 1,-1-1 5,-2-2 1,0-2-1,-3 4 0,-2 8 1,-1 1 66,5-32 1,-2 2-22,-7 18-7,-4 9 1,-1 4-6,-3 10 515,-9 0-582,6 16 343,-21 20-332,11 0 19,-6 15 1,-1 4-20,0 4-426,3 4 1,1 3 425,9-11 0,2 0-20,1 23 0,3 1 12,1-19 0,5 0-4,9 5 1,5 4 0,2-7 5,-2-13 1,4-2-8,7 7 0,5 2 0,0-6-18,7-5 0,2-6 20,10 4 0,2-6-6,-4-8 0,1-9 11,1-15 1,-3-7 2,-15 6 0,-2-5-8,-3-11 0,0-7 0,-5 3 8,-7 8 0,-3-3 1,5-15 0,2-8 1,-3 3 17,-4 2 1,-2 0-4,0 3 0,0-3 0,-1 4-2,-1 1 1,-2 2 16,-1-10 0,-2 5 0,-1 3 403,-1 11 0,-1 2-415,-2 9-60,0 6 16,-1 11 33,-4 25 1,2-2-1,-3 16 1,0 3-6,-1 9-121,3-7 0,-1 8 1,1-2 5,1 4 0,2 1-195,-1 1 0,1 3 1,1-2-193,1 2 1,2 1-2776,1 3 0,1 4 0,-1-8 1831,0-14 1,0-2 0,1 19 0,-1-9 0,-2-29 0</inkml:trace>
  <inkml:trace contextRef="#ctx0" brushRef="#br0" timeOffset="62715">18535 10542 10793,'1'-9'2220,"1"-25"1,0-2 825,-3 16-2517,0-18 1,-4 5 642,-1 27-1088,-10 4 650,-4 26-628,-4 12-61,-3 10-1,10-13 1,-2 1 581,1 0 1,-1 1-619,-8 11 1,-3 5-11,3-8 0,-2 3 0,0-1-620,1-3 1,1-2 0,-1 0 621,1 0 0,-1 0 0,0-1 0,-1-1 0,0 0 0,0-3-386,-9 6 0,-4-2 397,0-2 1,-5 1-1,3-3-6,-3 0 1,-2-3 3,3-5 1,-4-1-1,0-4 2,3-6 0,-1-3 1,-4-1-4,-3-1 0,-5-1 1,0-1-1,2 0-326,0 1 1,2-1 0,-4-1 321,9-4 1,-4-1-1,-1-1 1,4-1-1,8 0-4,-5-1 0,2-2 2,-8 1 0,-7 0 0,1-3 3,0-3 1,0-2 0,3 0-436,14 3 0,3 0 0,-3-1 434,-11-2 0,-2-1 0,4-3-13,-7-9 1,6-3 257,8 2 1,2-3-254,3 3 0,0-4 0,4 2 4,4-2 0,5-1 11,-3-15 1,6 1-12,5-2 14,5-1 0,4 0 494,7 3-514,6-17 917,7 21-933,3 4 28,-3 9 33,3-2-39,-9 16 2708,4-4-2713,-6 12-1,-1 1 1061,0 1-1066,0 7 148,-3 6-137,-6 12 12,-7 10-7,-3-2-2,-2-5 0,-3 1 19,-18 11-22,18-16 0,-2 0 5,-4 0 1,2-3 22,-8 2-5,-4 4 111,15-16-106,16-8 34,-2-8-17,9-7-29,3-22 7,3 7 5,7-19 11,4 10 11,-3 6 1,1-1-647,11-24 652,-2 2 14,-5 24 0,3 3-165,16-7 154,-8 11 0,2 3-20,16 0 14,-9 11 1,0 5-43,12 9 0,-14 0 0,-2 4 0,10 22-128,-13-1-2067,-7 16 2184,-11-13 0,-3-5 0,-5-12 0</inkml:trace>
  <inkml:trace contextRef="#ctx0" brushRef="#br0" timeOffset="65459">20692 11367 24155,'18'46'87,"-4"-15"0,3 4-78,4 8 0,4 6 1,-1 0-1095,-5-3 0,0 1 0,-2 2 1070,2 11 0,-2 4 1,-2-5-20,-4 3 0,-3-2-86,-4-13 1,-2 2 0,-1 1-1238,-2 1 1,-2 0-1,0-2 1116,2 4 0,-2-1-176,-3 14 0,-4-11 749,-5-33-646,-12-11 292,2-17 156,0-11 1,-2-5 307,-17-18 302,12 11 0,-2-2-358,6 5 1,-1 1 11,1 2 0,1 2-17,-15-9 3718,-11 4-3797,22 17-145,-9 0-95,19 14-34,11 3-6,7 4 621,26 11-520,16-7-70,-5-4 1,5-1-392,7-3 0,0-2 357,-5-1 1,1-2 13,4-1 1,4-1 0,-5 0-17,-7-1 0,1-1 3,13-1 1,7-2-1,-9 0-17,-17 1 0,-3-1 8,26-7 0,-5-2-22,-20-2-202,2-9-44,-30 8-1099,-13-3 1356,-9 1 0,8 7 0,-3 0 0</inkml:trace>
  <inkml:trace contextRef="#ctx0" brushRef="#br0" timeOffset="65866">21012 13120 18908,'1'-47'1169,"0"0"0,0-1 0,1-6 0,-2 5 13,-9-12-930,0 44-202,-8 11-39,6 20 62,0 38-26,6-5 1,1 6-943,0 5 1,0 3 909,1-7 0,0 3 0,0-1-10,0-3 1,0-1-1,0 1-7,0 4 0,0 1 1,1 0-40,-1 1 0,0 0 0,1 0-629,1-1 1,0 0 0,0-3 512,0 9 1,0-1-498,1-16 1,1 0 0,-2-5-2224,-7 21 90,5-25 1,-5-8 2786,-11-18 0,7-10 0,2-10 0</inkml:trace>
  <inkml:trace contextRef="#ctx0" brushRef="#br0" timeOffset="66551">20771 13780 17350,'-12'-53'1038,"0"0"0,0 8 0,6 8-685,19 13-241,11 11-50,22-3-18,11 6-256,-23 6 1,1-1 214,2 1 0,2 0-37,19-4 1,2-1 41,-16 2 0,0-2-434,13-2 0,-3-3 437,-20 3 0,-3-1 23,23-17 378,-14-1-210,-17 0 28,-13 2-1,-20 6 285,-12 4-161,-14 8 775,-7 7-881,-4 14-174,9 3 16,12 5 1,2 5-34,-3 15-45,10-10 0,2 1-11,4 19-33,12-4 16,6-13 78,24 0 1,-3-21 33,17-6-11,-5-20-39,-8-4 123,9-26-56,-16 8 0,7-16 11,-12 10 28,-4 7-67,-5 12 96,-1 8-124,-7 12-12,0 10 29,-2 24-56,-3-3-6,-1 24 6,-1-12 5,2 9-10,1-5 16,7-11 16,6-11 35,11-13-18,10-19-16,10-14 17,5-16-218,-25 18 0,0-1 257,16-24-22,-13 12 273,-6-6 7,-13 23-79,-1-2-185,-9 16-73,-3 21 335,-3 8-374,0 20 23,4 5-40,3 3-100,8 1-364,5-5-993,11-9-4418,6-13 5061,-1-12 0,-10-10 0,-7-4 0</inkml:trace>
  <inkml:trace contextRef="#ctx0" brushRef="#br0" timeOffset="66732">21984 13070 19255,'-3'-5'4693,"0"2"-4687,3 3-387,-9-19-5892,27 34 6273,-12-19 0,16 26 0,-13-13 0</inkml:trace>
  <inkml:trace contextRef="#ctx0" brushRef="#br0" timeOffset="67056">22235 13613 24346,'38'-48'112,"-1"0"0,0 0 0,1-2 0,-2-1 0,-9 5-68,-11 6 1,-6 0-984,-1-6 1,0-4-1,-2 3 961,0-4 1,-2 0 10,-2 2 1,-2-4 0,-2 6 463,-2 4 1,-2 4-369,-1-6 0,-1 4 112,-12-13 630,-9 46-860,10 15 14,-1 24 0,3 8-2,2 7-15,0 4 0,2 5-144,5-12 0,2 3 104,0 1 0,2 3 0,2 1 13,2-7 1,3 0-1,2 1-702,5 6 1,3 2-1,4-5-1024,6 2 1,5-5 1744,14 3 0,-1-7 0,-4-9 0,2-3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14:47:48.8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4999 2198 17698,'5'-50'1110,"-1"1"0,0-1 0,1-11 1,0 7 548,7-2-783,-6 34-299,1-1 39,-3 23-55,3 54-552,-4-15-354,-4 1 0,-2 9 0,0-5 607,-1-10 0,0 0-128,-4 10 0,0 6 0,0-3-394,-1 4 0,1 0 324,1-10 0,0 2 0,1 0-227,-2 15 1,1-1 163,2-1 0,1-4 160,1-15 1,2-3-57,-1 20 221,2-34 1734,1-23-1926,1-5 1251,4-28-1271,6-10 9,0 6 1,1-1 106,6-18-69,1 13 0,0 3 227,-2 10 93,18-17 427,-14 36-841,14 4-67,-12 11 0,18 21-271,-21-5-86,2 7 0,1 2-451,-2-1 346,3 5 0,0-1-527,-2-3 440,6 2 0,0-2-79,-6-8 304,16 7 318,-17-22 550,4-17 692,-5 3-2356,-2-17 0,-2-4 1956,-5 5-534,1-3 0,-2-1 164,-7 4-337,-1 6-8,-2 2-526,-2 14-832,0 1 3452,0 3-3065,-4 14 438,3-4 141,-1 10 115,3-2-44,8 5-58,-1-3 198,25 6 199,-12-17 113,26 1-75,-9-13-23,21-14 66,-20 1-4,-10-10 1,-5-3 151,-9 4-53,5-22 53,-17 17-377,-11-7-267,3 6 111,-13-5-211,0 20 67,-3 2 159,2 7 165,-8 17 261,12 1 281,-22 31-4,21-15-373,-1 8 0,3 2 157,6-2-398,5 5 1,4 0-131,9-6-296,13 2 1,8-3-133,-2-17 1,4-3-557,17 5 0,3-3 851,-13-7 0,1-4-113,23-7 0,-1-4 570,0-2 41,-10-3 0,-2-4 505,-9-9 531,-2-17-474,-22 13-163,-8-11-204,-15 15-227,-7-6-460,-5 9 870,-2 7-985,-6 10 32,11 6 290,-14 8 284,6 18 152,4-4 199,-4 32-53,17-28-128,0 23-190,15-22-575,15 5-111,-1-14 38,15-7 303,-13-20 494,12-20 70,-13 1 92,7-25-57,-15 13 356,3-18-184,-8 22-153,-4-1-358,-6 26-587,0 3-120,-3 6 8,0 11 266,-1 9-71,3 13 7,4-3-486,23 21 270,-4-23-707,14 1 0,6-2 634,-10-11 1,4-3 457,3-1 1,4 0 0,-1-4 341,11-5 0,-3-5 91,-6 3 0,-4-6 416,-3-11 1,-6-5 378,-6-10-95,2-7 165,-10-2 156,-10 6-887,-1 7 153,-13 2 103,-13 24-763,-20 10 116,0 6 171,4 7 0,2 2 284,-1 4-263,4 1 0,4 2 83,13-1-109,7 8 90,24-19-422,7-8 37,22-12 183,-12-10 0,-1-4-1232,23-9 1330,-14-1 1,-3-5 58,-13-1 1,-4-3-405,0-3 1,-3-2 431,-2-9 0,-4-1 148,-8 7 1,-3 1-177,-2 11 1,-1 0 15,-4-6 0,-2 4-406,-1 6-5,-9-11-126,9 30 1373,-5 10-204,4 6 924,-10 32-1161,6 5-389,4 1 0,2 6-503,4 7 0,4 1-680,1-17 0,2 1 0,2 0-348,4 3 1,3-1 0,0-3-3200,4 0 1,1-4 3776,3-3 0,-1-7 1,-4-9-1,-7-8 1</inkml:trace>
  <inkml:trace contextRef="#ctx0" brushRef="#br0" timeOffset="276">8172 2191 32591,'45'-25'-128,"-1"0"0,0 8 0,2 1 0,-2 5-1052,0 6 1,0 3-2438,18-2 1,-3 3 3548,-22 3 0,-5 0 0,7 1 1,-23 2-1</inkml:trace>
  <inkml:trace contextRef="#ctx0" brushRef="#br0" timeOffset="440">8406 2347 25568,'-41'20'1799,"0"0"1,0 0 0,-6 4 0,7-4-1800,1-4 0,31-12 0,20-7 0,4-1 0,14-4 0,5-1 0,9-2-365,13-1 1,5 0 234,-19 6 1,-3 0-1,-1 0 1,-3 1-1,11 0 1</inkml:trace>
  <inkml:trace contextRef="#ctx0" brushRef="#br0" timeOffset="1307">9476 2247 29083,'-6'-51'349,"-1"0"1,1 2 0,0 14-1089,2 30 108,-1 4 1559,3 8-621,-3 28-238,0 4-49,1-6 0,-1 2-309,-1-1 0,0 1 446,-2 1 1,0-1 45,0-2 0,0-2 326,-5 18-621,5-18 507,5-17 72,3-15-753,3-18 177,0-3 174,6-9 1,1-1 12,4-7-54,5-7 0,4-2 144,8-6-42,-9 18 1,2 2 225,13-5-48,16 12-324,0 22 0,-3 7 0,-20 13 0,-3 4 0,-4 5 0,-3 2 0,-2 3 0,-1 19-1264,-5-6 1,0 0-1260,3 16 657,-4-18 0,1-3-2244,8 1-1754,9-3 283,6-18 6148,15-30 2142,-15-2 885,-8-10 0,-3-2-968,-6-1 759,8-27-1039,-15 16-501,2-9-466,-3 2-628,-4 9-749,-3 9-514,-1 14 264,-3 8-192,-3 24 1111,0-3-475,-3 27-177,4-2-198,1 9-3,10 0-239,22-1-179,-4-19 587,4-14 0,1-4-189,-4-7 180,24-10 424,-25-13 326,4-13-124,-7-10-38,-8-6-106,-7-11-417,-5 18-420,-3-6-1292,3 27 296,3 4-2390,18 10 3730,17 18 0,-15-7 0,5 7 0</inkml:trace>
  <inkml:trace contextRef="#ctx0" brushRef="#br0" timeOffset="1841">10839 2568 31174,'34'-48'-139,"0"0"0,-4 0 0,-6-1-116,-12-1 1,-6 0-597,-1 13 0,-1-2 734,-1-11 0,-2-6 0,0 4-245,0 3 0,-1 0 367,0 5 0,1-4 0,-1 6 271,0 4 0,0 3-303,-1 1 0,0 4 8,0 8 198,-2-3-176,1 21 480,0 12 29,-3 37-439,2-12 1,0 3 140,-1 4 1,0 3-145,0 13 0,1 2 0,0-8 0,4 1-105,9 6 1,6 5 0,0-5-911,0-4 1,3-3 962,3-6 1,5 1 0,0-9-237,0-14 0,3-5 30,7 0 1,5-2 0,-2-3 356,7 0 1,2-5 37,-1-6 0,4-5 1,-7-2 197,-7-3 0,-5-8-955,-3-13 1,0-8 0,-6 1 871,-7 7 0,-2-3-142,3-10 0,1-7 0,-2 2-175,-3-8 1,-2-2-35,-2 4 1,-1-4 0,-1 3-120,0 0 1,-2 1-20,-5 9 1,-1-2 0,-1 9 206,-5-2-701,-11-19 10,9 45 883,-5-2-363,6 22 4510,-10 32-3718,3-2-486,3 2 0,-2 8 0,3-3 145,1-5 0,1 1-276,-1 7 1,0 7 0,1 4 0,5-1-1279,7 0 1,5 1-1,2 0 1,-2-1 820,-5-7 0,-1-1 0,2 1 0,4 0 389,5 3 0,5 5 1,1-2-1,0-5 1,-3-10-1,-2-9 1,0-3-1,8 13 1,0 0-1</inkml:trace>
  <inkml:trace contextRef="#ctx0" brushRef="#br0" timeOffset="2675">5128 4318 14671,'3'-49'1239,"0"0"0,0 0 1,1 0-1,-1 1 1,0 2-1,0 1-568,-1-7 0,-1 1 1,0 6-3,0 12 0,-1 2-240,0-12 0,-1 5-241,-2 15-201,-1 26 285,1 36-368,2 6 77,4 10 0,2 5-330,0-9 0,1 4 63,-1-10 1,0 6 0,1 3 0,0 0 0,-1-4-937,0-1 1,0-2-1,0 0 1,0 1 447,0 6 0,1 3 1,-1-1-1,0-4 775,-1 1 0,-1-3 0,0-8 0,0 11 0,0-3 0</inkml:trace>
  <inkml:trace contextRef="#ctx0" brushRef="#br0" timeOffset="3351">4872 4709 20392,'-11'-41'719,"1"0"1,-1 0 0,-2-25 0,8 12-704,13 26-50,13 3 1,5 3-12,10 5-75,16 1 0,7 2-1205,-17 7 0,1 1 1242,-1 0 1,3 0 0,-3 1 20,1 0 1,-1 1-85,15-2 0,-2 0 107,7-2 310,-22 1 0,-3-1-203,-5-4 591,-12-8-368,-14 1 286,-7-8-101,-7 6 1248,-7 3-1523,2 10 443,-10 7-571,10 6 33,-15 13-11,8 18-106,5 6 0,6 12-12,20-10 18,2-11-18,26 0 63,-10-21 4,7 1 130,-1-29-56,-12-7 45,8-18 49,-9-2-4,-6 1 88,-4-2-21,-6 14-186,-2 9-61,-4 14-44,0 9 27,3 22-11,0-8-56,8 27 17,-1-21-107,17 22 68,-2-18-40,15 7 107,-17-20 56,4-12-29,-17-9 12,9-23 23,-9 2 106,5-25-85,-9 24 91,-3-8-90,-2 24 145,-1-5-168,0 12-38,0 0-46,0 28 28,1-6-33,3 29-330,9 6-203,-2-18 1,2 0-34,9 21-1770,12 1-380,-17-33 2755,6 3 0,-15-17 0,0-2 0</inkml:trace>
  <inkml:trace contextRef="#ctx0" brushRef="#br0" timeOffset="3500">6199 4025 21853,'-22'-52'549,"-1"1"0,4 5 0,3 12-1182,11 25-835,8 12-5874,8 12 7342,4 6 0,-4-5 0,-3-5 0</inkml:trace>
  <inkml:trace contextRef="#ctx0" brushRef="#br0" timeOffset="3851">6449 4500 23293,'-3'0'3120,"0"0"-2258,3 0-783,-4-64-4,11 30 1,2-3-62,-8-10 0,1-1-338,8 8 0,1 2 329,-8 6 1,-1-1-1545,0-19 1,-1-1 1543,-1 11 1,0-2-1068,-2-19 1,-2 2 1072,1 25 1,-2 3-25,-4-9 0,0 2 30,-4-6 5,-5 8 177,10 31-195,-4 13 291,6 7 2100,-2 14-2329,4 4 0,2 4-20,-1 2 1,2 2 804,2 22 1,3 3-972,0-22 1,2 0 0,3 0-144,1 2 0,3 0 1,4 1-642,13 8 0,6 0 1,0-4 89,-11-14 0,1-2 0,4-1 469,8 1 1,8 2 0,-1-4-1,-8-6 1,17 5 0,-14-10 0,1-1-1</inkml:trace>
  <inkml:trace contextRef="#ctx0" brushRef="#br0" timeOffset="4108">7858 3978 23832,'55'-22'-1204,"1"-1"1,-1 1 0,6 0 0,1 3 0,-7 6 1237,-10 10 1,-4 4 0,-4-1 0,-2 0 0,4 0 0</inkml:trace>
  <inkml:trace contextRef="#ctx0" brushRef="#br0" timeOffset="4275">8131 4176 21424,'-9'2'3755,"3"0"-2915,6-2-481,0 0-736,36-11-23,-3 2-4516,24-5 1,5-2 4125,-5 3 0,-13 3 0,-7 2 0,-22 4 0</inkml:trace>
  <inkml:trace contextRef="#ctx0" brushRef="#br0" timeOffset="5131">9735 3984 21220,'0'-8'3568,"0"2"-2960,-1-32 0,-1-6-362,0 17-56,0-22 1,-1 5-163,2 34-67,0 2 28,1 12 16,0 15-5,0 33 6,0-4 5,-3-4 0,-1 4-521,-5-2 0,-1 1 521,-1-2 0,0 1 11,-2 1 1,0-4-12,0 1 112,3-18 107,7-20-45,1-21-140,3-1-3,3-17 0,2-4-238,4-5 190,8-13 1,2 0-72,4 5 80,-1 5 0,4 0-9,-4 18 1,1 3-15,-1 1 1,3 3-23,14 2 0,0 6 8,3 7-59,-3 12 1,-1 5-81,-4 16 55,7 8-196,-14 11-380,-3 6 392,-3-10-234,-2-11 1,0-4 211,0-9-99,24 5 322,-26-22 1122,14-13-1010,-13-12 40,5-14 30,-9 9 0,-1-2 115,12-19 34,3-4-96,-12 28 17,-3 10 0,-10 15-33,-1 10-79,-5 4 12,-2 19-23,1 1 5,1 0 40,9 17 28,16-17-56,0 0 39,23-14 95,12-26-123,-12-2-301,-5-10 1,-4-5 317,-7-4 56,-3-10 0,-2-2-80,-10 2 77,-3-4 0,-3-1-70,-6 9 2,-3 0 1,-2 2-31,-2 9-162,-7-9-28,6 24-251,-5 10-387,7 7-9031,1 30 8162,3-19 1,0 9 0,1-24 0</inkml:trace>
  <inkml:trace contextRef="#ctx0" brushRef="#br0" timeOffset="5675">11072 4213 21304,'8'9'4482,"-2"-2"-3659,-6-7-106,0 0-549,19-68-62,-5 35-326,1-11 1,2-3 253,6 1-17,-3 5-3,-7 2 0,-2-4-6,-3 8 1,-2-1-21,2-18 1,0-3-285,-5 6 0,-1 1 315,0 1 1,-2 2-9,-1 7 1,-1 3-35,-4-16 6,-1 25-16,1 19 27,2 10 343,-7 27-337,2-5 6,-1 16 0,-1 7-55,4-9 1,1 1 45,-3 22 0,0 0 0,4-16 0,2 0 3,3 0 0,1 2 0,2-4 0,0-9 0,5-1-11,6 11 0,7 5 0,4-7-1,8-9 1,5-4 15,-2-2 0,3 0 0,0-5 1,4-2 1,2-8-4,14-7 1,-1-10 3,-22-7 0,-3-5-9,8 1 0,-3-7-11,-2-26 0,-7-7 14,-10 9 0,-2-2-521,1 0 0,-1-4 1,-1 1 527,-5 3 0,-2 1 1,-1 1 0,3-10 1,-4-1 4,-4 9 0,-2-3 0,-3 6 12,-4 8 0,-2 2-1288,-5-13 1,-2 7 1262,-6 13-39,-8 23 45,11 26 11,-9 21-23,11-6 0,1 4 85,-4 12 1,2 4-86,2-8 1,0 5-91,6-8 0,-1 5 0,1 2 0,2-2-16,2 1 0,2-1 0,2 3-89,1 1 1,1 4 0,3 1 0,3-3-426,8 6 1,5-1 0,4-2 625,1-12 0,3 0 0,2-2 0,-4-5 0,7 11 0,0-6 0,2-7 0,0 0 0</inkml:trace>
  <inkml:trace contextRef="#ctx0" brushRef="#br0" timeOffset="17429">4255 7210 25780,'17'-18'538,"12"-31"-510,-14 14 0,-1-6-984,-1-2 0,0-4 1,-2 1 980,1-17 0,-4 1-18,-2 21 1,-1-1 0,-1-2 20,-3-16 0,-3-4 0,-1 7-3,-1 8 0,-1 1-12,1 3 0,0-3 0,-1 7 888,-8-8-873,-3 18 447,4 17-469,-12 23 39,3 26-40,0 14-667,5 4 0,2 3 662,6-24 0,2 4-10,-2 11 0,1 10 0,0 2 1,3-4-5,3-2 1,3-3 0,0 1-497,-2 10 0,0 2 1,3-5 509,4 4 0,7-9-14,8-14 0,4-5 16,-4-10 1,4-3-3,28 0 0,3-8 6,0-13-4,-10-17 1,-4-9 14,-9-23-971,-14 15 0,-2-1 965,9-21 305,-12 14 1,-3 1-199,-3 4-51,4-12-6,-13 38 2192,0 10-2231,-5 14-27,-1 18-6,-1 12-1,3 0-4,5 1-337,14-1-22,-4-10 2993,13 0-8398,9-18 5780,-8-9 0,3 1 0,-17-7 0</inkml:trace>
  <inkml:trace contextRef="#ctx0" brushRef="#br0" timeOffset="17620">4896 6619 20078,'-5'-4'3825,"2"0"-2733,3 4-1349,-44-19-2168,47 45-5546,-28-15 7971,54 42 0,-12-25 0,-5-13 0</inkml:trace>
  <inkml:trace contextRef="#ctx0" brushRef="#br0" timeOffset="18037">5386 6670 26122,'-59'-8'112,"27"25"-101,42 18 0,12 5-3,-7-9 1,4-2-476,8 5 1,3-1 471,-5-6 1,0-1-15,-3-1 1,-1 0-9,14 21-5,-28-14 5,-12-18 94,-40 1-139,17-15-44,-8-9 0,-1-7-191,3-23 241,10 7 0,2-1 45,-1-19 44,12 20 1,1 2 16,-2-3 208,-11-20 383,9 31-568,-5-6-23,9 21 12,0 7-40,1 12 266,-3 14-282,5 17-18,2-2-52,4-4 0,1 2-1147,8 19-587,-2-16 0,2 1 1798,2-5 0,1-4 0,3 4 0,-2-6 0</inkml:trace>
  <inkml:trace contextRef="#ctx0" brushRef="#br0" timeOffset="18373">5869 7045 20033,'1'-5'4470,"0"0"-7049,3-25 1,1-6 2953,-1 5-60,0-12 1,2-13-1,-1 5-259,-4 6 0,0 0-26,2-4 0,-1-3 0,-1-1 134,-4 0 0,-2 0 0,0 4 160,2 2 0,-2 2-120,-7-16 1,-5 11-42,0 29-68,-7-2 2577,10 21-2650,0 21 12,0 42-34,9-26 0,0 3 316,-1 17 0,3 3-325,4-6 1,3-1-72,2 5 1,2 1 26,3 1 0,4-1-121,3-1 0,3 0-274,2-3 0,1-3-471,1-5 1,0-4 170,-5-12 1,-2-2-4955,10 12 5702,-19-26 0,-4-4 0,-5-7 0</inkml:trace>
  <inkml:trace contextRef="#ctx0" brushRef="#br0" timeOffset="18511">5748 6845 25376,'7'-44'34,"-1"1"0,6 0 0,4 10-96,14 23-1616,20 0 0,5 1 1678,-21 4 0,-1 1 0,12-1 0,-3 0 0,-10 2 0</inkml:trace>
  <inkml:trace contextRef="#ctx0" brushRef="#br0" timeOffset="18954">6584 6861 25674,'5'3'-1793,"-12"-9"1,26 22-1</inkml:trace>
  <inkml:trace contextRef="#ctx0" brushRef="#br0" timeOffset="20012">7303 6869 12371,'7'-2'5567,"-1"1"-3069,-6 1-151,21-69-1792,-16 39-110,4-18 0,-3-1 199,-16 6-271,-2 11 0,-1 1-166,-6-10 14,0 13 0,-1 4-131,1 10 83,-30 3-139,24 17 0,-23 20-43,26-1 1,2 2 2,-14 18 6,11 4 0,4 2 6,6-3-9,5 5 0,4 0-14,8-11 6,14 2 0,6-5 11,3-16-6,26 11 85,-7-41-51,-19-3 50,22-23-39,-30 7 20,-2-6 0,-1-5 16,-4 3 1,-2 0-180,1 0 1,-2 0 167,-1-2 0,-2 3 93,-2 2 6,-1-1-135,-1 16-62,-2 8 23,0 13-6,0 8 269,0 3-277,4 15 0,0 2-25,1 4-197,5 13 1,3 1-665,-1-8 244,3-1 0,3 1-439,-3-13 0,3-2-1894,13 9 1,2-2 2276,-10-11 1,1-4 86,11 0 1,1-9 1598,9-29 1389,-5-12 115,-21-9 1,-5-4-1594,-2-7 44,-7 3 1,-1 3-499,-2 14 230,1-18-208,-3 30-251,0 3 266,0 13-457,1 17 17,3 35-22,1 13-241,-1-29 1,0 2 253,0 6 1,1 0-18,0-7 1,0 0 5,1 10 0,0 2 11,2 3 1,-1-2 16,-3-13 1,1-2 24,2 21 129,-8-38-151,-1-20-5,-6-22 2,1-5 0,1-5-17,-1-7 1,0-1-635,0-3 0,0-3 640,1-11 0,1-1 5,1 6 1,1-1 19,2 3 0,-1-4 1,1 4-32,1-2 0,1 2-5,2-10 0,3 5 436,12-1-467,13 7 22,7 19-22,12 22 11,-16 20 0,-1 4 12,17 8 5,-8 15 0,-3 6-307,-8 6 288,-15-10 0,0 8 1,-6-6 1,-8 19-8,-10-17 1,-6 4 0,-1-7-730,-21 10 686,-2-8 1,-8-4-434,-4-18 0,-1-8-124,11-1 1,0-5-4292,-8-5 1,7-8 4425,14-10 0,16 1 1,9 12-1</inkml:trace>
  <inkml:trace contextRef="#ctx0" brushRef="#br0" timeOffset="20495">8607 6783 25144,'22'54'148,"-1"0"1,-6-12-1,-1 2 1,-4-8-110,-6 3 14,1 4 0,-1-1-30,-1-7 27,-1-1 1,-1-3 400,-1-7-199,-3 1-51,1-18-50,-12-25-84,4 3-36,-7-15 0,0-5-17,3 5 0,1-2-435,-6-17 0,1-3 429,5 2 1,3 2 2,3 8 0,2 2-11,1 4 0,4 0 22,6-9 1,4 0-23,6-11-9,-1 12 1,2 3-3,5 10 5,9 8-16,-2 13 5,11 5-11,5 16 17,-17 3 0,-1 4 0,15 26 13,-22-15 1,-4 1 8,-4 13-11,-23 9 12,-16-15-12,-4-13 0,-3-2 555,-16 6-603,11-15 1,-2-5-849,-21-12-1273,8-12-5123,11-16-2539,30 2 9209,14 0 0,1 19 0,0 4 0</inkml:trace>
  <inkml:trace contextRef="#ctx0" brushRef="#br0" timeOffset="21578">9232 6651 18588,'6'7'4554,"-2"-2"-3126,-4-5-67,0 0-1288,24-7 117,0-11-66,13-8-46,-14-11-50,-13-4 6,-8-5-6,-6 0-6,-2 12 40,-9 4-12,3 20-11,-6 4-16,2 19 10,0 11-10,0 18-18,1 11-5,7 8-280,5 2 277,8-31 0,3-2-3,17 26-8,-4-31 0,4-4-8,4-4 0,1-4 2,3-3 0,-1-4 9,29-10 17,-15-13-12,-15-15 40,-15-10 39,-10-5-34,-3 9 151,-5-17-123,2 32 62,-2-15 253,2 27-354,0 3-17,6 4-22,4 7 5,3 3-5,26 32 5,-20-15 9,1 3 0,-1 3-3,-8 7 0,-2 7 11,-6-5 23,-6-10 122,-1-12 169,-1-22-235,2-24-62,5-2 33,10-27-44,-1 32 0,7-10-11,-4 19-34,8 3 11,2 4 0,6 12-11,1 12 17,3 10-40,4 7-128,-4-5 0,5 1-272,5-3 0,1-1-90,-3 0 0,3-1 5,10-5 1,-2-6-25,3-4-47,-12-7 1,7-1-1,-6-2 515,-12 1 0,-2-3 187,15-6 0,5-4 0,-10-2 398,-6-17-185,-9 6 0,-5-3 426,-14-18 62,-4-1-57,-6 2-140,-6 9-224,-7 11-190,-10 13-107,-7 13-44,-6 17-40,-3 14 6,-2 16 8,24-18 1,2 2-12,2 1 1,3 1-1377,5 6 0,4-2 1368,5 10-62,24 5 6,10-34 0,22-10 56,-17-10 33,11-27 17,-28-12-14,-10 10 1,-3-3-75,-3-6 1,-3-4 89,-3 2 0,-1-3 0,-1 2-362,0-3 0,-1 0 362,-1 1 0,-1-2 0,0 5 48,0 5 1,0 4 1514,-1-6 1,0 2-1347,-3-12-118,3 23-90,2 17 190,1 16-240,1 19 8,2 9 1,0 4-9,1 23 378,0-16 1,0 4-402,2 12 1,-1 2-772,0-6 0,1 3 678,-2-4 0,2 4 1,2-1-498,3 2 1,4 0 0,-1-5-204,1 4 1,5-2 414,6-3 0,6 0 0,-4-11 0,3-3 0,-5-15 0,-1 1 0</inkml:trace>
  <inkml:trace contextRef="#ctx0" brushRef="#br0" timeOffset="22053">11674 6196 22240,'4'-51'1514,"1"0"0,-1 10 0,-1 7-1256,-7 14-241,2 17-6,-2 11 11,-1 19 3,-1 9 1,-1 5-24,1-11 1,1 3-463,-2 13 0,-1 6 1,1-5 464,3-11 1,0 0-12,0 10 0,-1 5 1,3-5 2,0-12 0,5 1-206,10 17 0,8 7 0,0-8-52,-4-14 1,7-2-1978,14 3 1,13 4-1,3-2 1,-5-10 1982,4-9 1,-1-6 0,-3 2 0,2 2-1,-8-7 1,6-8 0</inkml:trace>
  <inkml:trace contextRef="#ctx0" brushRef="#br0" timeOffset="22396">12679 6468 24021,'0'-58'1049,"0"0"0,0 11 1,0 7-927,-1 12-22,0 19-101,1 9-11,1 30-6,2-7-3,1 8 1,0 3-32,7 22-338,-3-19 0,2 2-219,1 1 1,1-1-3133,3 2 0,0-2 3740,-1-6 0,0-2 0,5 9 0,-8-21 0</inkml:trace>
  <inkml:trace contextRef="#ctx0" brushRef="#br0" timeOffset="22628">13120 5904 26754,'4'-39'193,"0"0"0,10-16-34,20 91-142,-5-2-8,-4 1 1,3 9-1,-2-4-866,-6-6 1,1 2 850,6 12 0,2 6 1,-2-2-393,-10-11 0,-2-1 0,-2 5 32,-3 5 1,-1 5 0,-3 2 0,-1-4-164,0-2 1,-3-2-1,-6 3 529,-7 8 0,-7 5 0,-2-2 0,3-13 0,2-13 0,0-4 0,-14 16 0,1 1 0</inkml:trace>
  <inkml:trace contextRef="#ctx0" brushRef="#br0" timeOffset="27754">8212 9578 11669,'-3'-50'1443,"0"-1"0,0 1 0,1 0 1,-1-4-1,0 1 0,-1 8-340,-2-16 494,-5 20-5188,4 20 3586,-3 2 991,3 50-924,4-2-6,-2 27-17,1-10-22,2 6 0,0 12 0,0-6-556,1-13 0,-1 2 394,1 3 1,0 10 0,0-2 0,1-9-192,1-11 0,2-1-708,1 7 0,2 4 1,1-5-271,1-6 0,2-3-2268,2 11 1,-1-3 3581,2-10 0,-8-18 0,-5-11 0</inkml:trace>
  <inkml:trace contextRef="#ctx0" brushRef="#br0" timeOffset="28446">8165 9339 13452,'-3'-55'1960,"0"1"1,-3-9-1,1 6-1103,-1 6-286,0-11-319,29 26-218,17 15-18,14 6-629,-12 10 0,5 3 626,-3 1 0,4 0 1,-1 0-980,11 0 1,3-1 970,-12 1 1,4 0 0,1-1-1,-2 1 4,2-1 1,-1-1-1,5 0-467,-6 0 1,5-1 0,3-1 0,-2 1 0,-3-1 464,-4 1 0,-3 1 0,0-2 0,6 0-2,3 0 1,6-2-1,4-1 1,-1 0 0,-4 1-1,-7 1-525,6-2 1,-8 2-1,7-2 524,-9 2 1,6-2 0,2 1 0,2-1-1,-2 0 1,-5 1-62,7-1 1,-5 1-1,1-1 1,4 0 74,-4 1 1,5-1 0,1 0-1,1 0 1,-3 0 0,-3 1-86,6-2 0,-4 2 0,-1-1 0,4 0 91,-10 2 0,5-1 1,1 0-1,-2 0 0,-3 1 1,-6 1 289,3-1 0,-7 2 0,7-1-238,-4 1 1,7-1-1,4 1 1,0-1 0,-3 1-1,-5 1-9,13-1 1,-6 1-1,4 0-45,-1 0 1,5-1-1,-1 1 1,-8 1 16,7 0 0,-4 2 39,-6 2 1,3 2-1,-6 0-6,-7-1 1,0 1-55,10 2 1,5 2 0,-8 2 691,-15 2 0,-4 3-699,6 4 0,-1 1 486,11 16-483,-20 3 0,-5 1-3,-5-1-6,-3 3 1,-3 4-3,-6-10 0,-2 0 5,0 4 0,1 3 6,2 18 0,0 4 124,0-21 0,0 0 0,0-1-136,1 12 1,2 0-1,-1-12 0,1 2 0,-1-2 151,1 10 1,0-3-160,-1-7 1,-2 0-4,-5 21 1,-5-6 8,-9-12 14,-6-6 0,-6-4 8,-9-14 1,-4-5-18,-5 1 1,-1-1-3,0-4 0,-4-2-13,3-4 1,-5-2 0,6-1 9,4-1 0,-2 0-578,-12 0 0,-8 0 0,6 0 572,10-2 1,-1 0 2,-3 1 0,-9 0 0,-1 0 0,3 0-313,-2 0 0,1 1 0,-6 0 309,13-1 1,-6 1-1,-3 0 1,-1 0-1,3 0 1,5 0-52,-2 1 1,4-1 0,1 0 0,-5 0 51,5 1 1,-3-1-1,-3 1 1,1 0-1,1 0 1,3 0 7,-8 0 1,4 0 0,0 1 0,-6 0-139,4-1 0,-6 1 1,-2 0-1,0-1 1,1 1-1,5 0 136,6-1 0,3-1 0,1 1 0,-1 0 0,-5 0 0,-3 0 1,-6 0 0,-3 1 0,0 0 0,2-1 0,4 0 0,7 0-4,2-1 0,7 0 0,1 0 0,-6 0-13,-3 0 0,-7 1 0,-2 0 0,-1 0 0,3 0 0,4-1 14,-2 0 1,5 0-1,1-1 1,-5 1 4,-4 0 0,-4-1 1,-1 1-1,1-1 1,5 1-2,7-2 1,3 1 0,1 0 0,-4-1-12,-1 0 0,-5 0 0,-1 0 0,3-1 0,6-1 113,-2-1 1,6-1 0,-1-1-989,-7 0 1,0 0 0,4-2 883,0-2 0,8-2 0,10-1 0,21 4 0</inkml:trace>
  <inkml:trace contextRef="#ctx0" brushRef="#br0" timeOffset="30241">8752 9643 22453,'-10'-44'830,"-1"1"1,2 1 0,0 10-736,5 26-56,1 8 6,7 20-45,0 5 25,2 6 1,0 4 18,4 21-259,-4-12 0,0 0 237,2 16 0,-4-16 1,-1-1-12,3 10 0,-3-18 1,0-2 67,1 3 139,-2-19-84,-2-10 29,-4-17-118,-1-1 55,-13-50-49,6 6-35,2 7 1,1-4-205,4 7 0,1-1 193,1-5 1,1 0-12,0 10 1,1-1 10,-1-18 1,2 2-6,3 21 0,2 0-60,1-11 0,2 2 93,11-1-33,28 9 6,-8 24-12,20 11-14,-26 17 1,-2 7-3,10 21 10,-18-10 1,-6 2 17,-16 25-1535,-18-24 1,-7-1 1528,-12 13-9,-3-17 1,-3-4-172,11-12 1,0-3-6,-5 2 0,-1-2-1159,-21 2-1877,21-11 3110,17-11 0,16 3 0,2-3 1</inkml:trace>
  <inkml:trace contextRef="#ctx0" brushRef="#br0" timeOffset="30674">9848 9523 15272,'6'-53'1580,"0"0"1,0 0 0,-1-2 0,-1 1-1,-1 9-980,-5-5 77,-3 10 1,-2 2-56,-2 5-152,-5-6-447,10 30 12,2 11-7,2 5 45,11 53-71,-7-29 1,0 2-298,2 11 1,1 3 291,-3 8 0,-3 1-1583,-3 0 0,-2 0 1575,2-1 0,-3 4-116,-2 2 0,-4 4 0,2-3-582,3-18 1,0-2 0,0 3 708,0 6 0,1 6 0,0-2 0,1-8 0,-1 0 0,2-5 0,4 1 0,-1-1 0</inkml:trace>
  <inkml:trace contextRef="#ctx0" brushRef="#br0" timeOffset="31625">10543 9507 22839,'2'-49'666,"-1"-1"1,1 1 0,0-10 0,0 9-438,-1 11 320,0 20-499,-2 10-50,0 4 23,-2 24-6,-1 17-9,0 0 0,-1 2 9,-1 19-213,1-13 0,1 1 207,1 11 0,1-13 1,0-1-24,1 11 18,1-3 196,0-36-18,1-16-122,3-13-34,5-19 11,4-20-20,-6 20 1,0 0-199,0-5 1,-1-1 189,-1 0 0,1 0 14,-2-3 0,-1 2-30,2-12 415,-2 4-443,-2 36 16,-1 5 17,0 10-17,0 13 28,2 13 8,-2 3 1,0 2-20,2 17-96,-2-1 0,0 0 91,0-4 5,0 0 0,0 0-11,0-11-40,0 20-716,0-32-28,1-5-2735,3-9 3530,5-18 0,-5 6 0,4-7 0</inkml:trace>
  <inkml:trace contextRef="#ctx0" brushRef="#br0" timeOffset="31933">11269 8794 25359,'16'38'202,"1"-1"0,-3 3 0,-3 1-146,-7 0 0,-4 3-1021,-5 18 1,-3 0 972,4-16 1,-1-1-4,-2-1 1,-2 4 0,2-2-31,0 15 0,2-2-253,-1 2 1,2 0-625,4-16 0,2 0 1,1-4-1603,1-2 0,2-3 2504,5 0 0,0-5 0,-1-8 0,1-2 0</inkml:trace>
  <inkml:trace contextRef="#ctx0" brushRef="#br0" timeOffset="32399">11713 9131 21517,'-1'-3'2409,"0"1"-723,1 2-1479,44 21-100,-24 12-85,5-12 0,-1 3 56,-14 16 1,-9 3-221,-1-10 1,-3-1 158,1 6 0,-1 1 41,-7 4 1,-1-4 25,-3 6 64,-3 8 54,9-28 229,4-18 23,2-12-331,1-16-62,2-7 35,5-25-52,1 14 1,3-2-290,2-2 0,1 0 262,3-9 0,2 1 0,-2 14 0,2 2 6,2 3 1,2 4-24,8-1-3115,1 8 3143,-13 23-157,27 27 140,-6 4-22,-12-10 0,-1 2-23,-2 4 0,-4 1-430,6 25-1189,-14-9 1,-3 3-3264,-8-9 1,-2-2 4050,-2 0 0,-2-4 1,-6 0-1,6-26 1</inkml:trace>
  <inkml:trace contextRef="#ctx0" brushRef="#br0" timeOffset="33248">9856 9109 10394,'0'-5'7158,"0"1"-5920,0-26 0,-1-8 1019,-1-2-1708,0-2 0,1 1 274,-2 7-252,0 19-330,3 7-208,-1 4 29,4 12-23,1 2 68,8 30-12,-2-2-16,2 22-46,-5-20 51,-3 12-28,-3-25 62,0 7 257,-1-22 376,0-6-667,2-29 5,5-16-55,-2-5-12,3-18-5,-5 18 11,0-7-11,-3 10-23,-1 13 12,0 14 44,-3 11-61,0 13-6,-3 10 34,1 13-34,0 8-123,3 8-980,8 3-504,2-9 1624,18 11 0,-15-34 0,9 6 0</inkml:trace>
  <inkml:trace contextRef="#ctx0" brushRef="#br0" timeOffset="33850">11223 8902 21135,'13'-51'1150,"0"1"0,-1-2 1,-4 7-866,-7 13 214,-2-9-112,-1 24-62,-1-2-123,0 9-143,1 4-59,1 5 14,-1 16 8,0 0 12,-1 25-23,-2 0 11,-1 22-22,2-19-16,-1 6 32,5-27 46,-1-2 156,1-9 12,2-11-68,5-23-139,-1 3 55,7-28 12,-6 7-29,1-12-33,-3 2 17,-3 9-17,-1 13-39,0 14-51,0 15 40,0 7-320,6 21-268,0-5-4306,5 8 1,2 0 4069,-1-2 1,8 12-1,-16-34 1</inkml:trace>
  <inkml:trace contextRef="#ctx0" brushRef="#br0" timeOffset="34499">13176 9378 19731,'-60'4'1422,"-1"0"1,-1-1 0,7-1-1155,11-1 225,-1-2-224,37-1-174,15-4-84,8 0 6,38-5 0,-5 4 0,6 1-734,6 0 0,4-1 726,-10 2 0,4-1 1,-1 0-1,-4 1 0,-1 0 1,-2 1-754,11-2 0,0 0 744,-13 1 0,1-1 0,-1 0-4,0-1 0,-1-1 0,0-1 6,1 0 0,-1-1 0,-1 0-6,-2 1 0,-2-1 1,-1-1-46,8-3 0,-5-2 133,10-10-23,-16 0-44,-25 5 1219,-41 3-1007,-29 2 57,-3 1 1305,-1 3-1311,21 4-50,23 7-34,2-2-174,11 2 74,4 1-57,7 2-6,16 11-38,-4-2 283,20 18-250,-5 0-12,-9-8 1,0 0-17,18 15-31,-7-5 1,-1 3-116,5 14-628,-15-8 1,-9 3-1076,-24 15-708,-10-26 0,-6-4 1913,-3-8 1,-1-4 0,-11 3-1,15-10 1</inkml:trace>
  <inkml:trace contextRef="#ctx0" brushRef="#br0" timeOffset="35367">14971 9396 20963,'-2'-36'2341,"0"1"1,0-14-1816,5-6 0,3-1-229,4 7-90,6-1-134,-7 36-62,-4 11 29,-1 9-29,-1 6 11,6 36-17,-5-14 1,-1 2-1696,2-1 0,-2 0 1690,-1 2 0,-2 0-8,-4-2 0,-3 0 24,-2 0 1,0-1-20,1 0 1,-2-1 69,-13 24 202,16-47-208,-2-10-49,10-28-12,7-19 11,1 2 1467,3 6 1,2-1-1468,10-16-6,-6 16 1,0 1 17,10-7-12,5 4-17,-12 23 84,31-1-89,-16 19-20,3 12 0,1 7-19,7 20-217,-16-7 1,-2 3 103,-10-6 1,-3 1-180,-1-1 1,1 1-651,3 5 1,1-2-180,8 8-2100,5-17 0,4-9 241,7-22 2274,18-5 697,-36-8 0,-4-3 384,4-9 1834,1-13 1,0-4-780,-13 21 1,-1-1-1598,6-12 1,-1 3 1180,-5 1 1791,-6 9-2631,-5 17 278,-3-3-363,-4 20 180,-14 34-180,9-14-20,-1 5 1,2 2 36,8 21-39,9-1 33,10 2-10,2-27 2212,19-5-2028,0-23-173,0-2 5,-3-14 61,-7-23-72,-9-1-17,3-10 6,-16-1 5,-10 6-6,-2 5-61,-3 6-134,5 22 0,1 8-1256,7 20-1264,3 7-4438,7 20 6272,0-4 0,-6-12 0,-3-11 0</inkml:trace>
  <inkml:trace contextRef="#ctx0" brushRef="#br0" timeOffset="35907">16407 9542 25270,'34'-43'123,"-1"0"0,1 0 0,7-6 1,-7-1-87,-18 7 0,-5-2 1,-3 1-982,-1-1 0,-2-2 953,0-4 0,1-4 1,-2 2 15,-2-7 0,0 2-3,-1 5 1,-1 2 312,-2 9 1,-2 4-219,-6-11 414,-8 29-520,6 19 184,-3 23-111,5 20-59,2 2 0,1 9-7,2-2 1,0 5 0,2-3-344,-2 10 1,3-1 329,4-5 1,1 3-1,5-8-2,6-8 0,6-3-877,4-2 0,5 2 0,0-4 874,1 1 0,4-4 7,1-6 1,5-1-1,-5-5 21,21-1-14,-5-15 0,0-8-11,-21-8 0,-2-7-160,12-8 0,-4-7 165,-13-6 0,-5-7-16,-5 2 1,-2-5 0,-1-2 18,0-6 0,-2-2 1,0-1 51,0-2 1,-1 0-1,0 0-45,-1 2 1,-1 1 0,0 4 17,0 4 1,-2 4 47,0-2 0,-2 4 2739,-1 4-2717,-1-3-64,-1 29-53,-3 18 541,1 6-524,-5 24 0,-1 7-6,-1 7 198,3-9 0,-1 7 1,1-1-250,1 8 1,1 2-688,1-6 1,1 2 0,2 2-156,2 4 1,1 0 0,3 2 605,0-9 0,3 1 1,0-2-1,0-4 0,0 12 1,2-5-1,3-4 0,-1 0 1</inkml:trace>
  <inkml:trace contextRef="#ctx0" brushRef="#br0" timeOffset="36662">7914 9835 17856,'-49'0'1036,"1"0"0,-1 0 1,1 1-1,-17 0 1,0 0-1,9 0-926,16 1 0,5-1 117,-5 2 0,6 0-338,15-1 86,5 3-14,10-1 461,15 5-447,9-4 3,25 1-88,-1-4-298,6-3 1,4-2 410,7-1-355,-15-1 0,7 0 1,-3-1 367,-6-1 1,0-1-12,-3 1 1,2 0 0,0-1-406,17-3 1,-3 0 279,-20 3 0,-2 0-172,3 0 1,-5 2-1602,-17 1 557,-10 4-2182,-8 1 3518,-2 1 0,1 0 0,-1 0 0</inkml:trace>
  <inkml:trace contextRef="#ctx0" brushRef="#br0" timeOffset="37107">7259 9751 20067,'0'-41'1206,"1"0"0,-1 0 0,0 8-624,1 15-78,0-1-436,0 10-35,0 6 29,-1 13 61,-14 24-67,2-2-20,-5-1 1,-4 3 5,-3 1 0,-2 0-17,-1 11 0,2 1-11,4-5 0,7-1-3360,11 22 3362,25-35-191,15-20 0,5-6-346,17-3-804,-2-1 1,2-1 888,-20 1 1,-4-2 0,20 0 0,-26 3 0</inkml:trace>
  <inkml:trace contextRef="#ctx0" brushRef="#br0" timeOffset="38075">4206 10589 23326,'-2'-44'414,"0"0"1,0 6 0,1 7-28,3 20-370,-1 8 57,2 10-35,0 15 34,2 34-34,-2-10-137,-2 1 0,0 1 98,-2-4 8,0-2 1,0 0 47,0 3 95,0 4 303,1-24-140,1-18-113,15-65-173,-6 22 6,3-9 0,2-4-18,-1 12 1,1 0-391,0 0 0,4-1 368,7-10 1,3 4-1,-6 17 1,2 4-1,5 0 1,2 4-6,23 6-3,-21 17 0,1 6-121,2 15 1,-2 4 47,-7-8 0,-2 3-417,5 22 0,-5-1-108,-8-10-29,-3-4 0,2-1-715,9-4-279,18-8 1304,-12-14 90,15-25 353,-17-11 230,4-14 671,-5-7-257,-5-2 208,-2 0 520,3 0-1075,-9 21 173,0 5-375,-12 24 242,-1 4-314,-1 14-45,1 10-34,1 13-11,5 14-34,-1-14-5,9 8 303,4-24-242,17 0-27,-8-10 60,13-14-38,-23-4-3219,22-36 3236,-26 17 2,-1-3 0,-3-3 37,-7-9 50,-1-11-23,-9 7-83,1 14 28,-5 2-107,2 13-95,2 4-146,4 11 2906,8 16-5466,14 22 1345,-1-5-2221,0-2 0,1 0 3694,6 8 0,-4-6 0,-9-13 0</inkml:trace>
  <inkml:trace contextRef="#ctx0" brushRef="#br0" timeOffset="38599">5879 10622 20470,'6'4'4861,"-2"-1"-4446,-4-3 515,0 0-560,-8-79-113,13 23-198,-6-1 0,0-4-614,6 10 1,1 3 557,-3 16 0,-1 0-2,0-10 1,-1-6 0,0 7 15,-1-22 5,-1 19 1,-1-5-1,0 6-16,-1-9 11,-1 9 0,-2 4 33,-1 13-39,-5 4 0,3 17 6,-5 16 6,1 13-12,-3 18 6,2 18-15,8-22 1,3 2 339,1 5 1,3 3-360,7 13 0,3-1-479,-3-17 1,3-2 506,10 13 1,7-4-7,-3-21 1,5-4-12,21 5 1,4-4-12,-17-9 0,1-4 22,19-5 1,-1-9 2,-25-7 1,-3-8 13,0-14 1,0-8-1,-5-1-36,-2-7 0,-5-2 10,-3 7 1,-1-3-1,-4-1 0,-8-3 1,-5-2-1,0 6 9,2 5 1,-1 0 7,-3-16 0,-2-6 0,0 7-7,3 20 0,-2 1 44,-7-26 0,-2 4-25,3 23 36,-12-6-16,11 38 0,-6 32-17,7-3-14,4 6 0,3 4-78,2-7 1,2 3 66,3 23 0,2 1-797,1-16 0,0-1 794,4 9 0,5 1-82,1-14 0,4 1 0,3 0-1625,5 6 0,3 1 1,0 0 1706,1 3 0,0 0 0,0-3 0,8 8 0,-5-9 0,-3-8 0</inkml:trace>
  <inkml:trace contextRef="#ctx0" brushRef="#br0" timeOffset="44300">10437 11228 17423,'9'-61'1665,"1"1"1,-2 11-1,-2 6-970,-3-4 688,-4 15-1265,-3 25-6,-4 20-34,-1 43-39,1 5-768,2 1 1,-1 2 708,3-16 0,0 0-21,1-2 0,0 3 0,1-1-479,1 10 0,2-3 304,1-12 0,2 0-907,6 13 0,2-5-1078,4 2 818,5 5-477,-13-41-7971,-13-50 9222,0 8 609,-1-11 0,0-5-245,3 7 0,1-1 718,-1-19 0,0-3 2269,1 10 1,-2 0 72,-4-10 0,-2 4-1566,-5-1-325,-11 7 359,-4 28 184,-19 7-1053,8 2-22,5 10 1,1 5-85,-7 10-177,10-2 1,1 2-31,-10 12-23,0 3 29,1 2-32,15-10 1,0 0 316,-11 8 744,5-4-906,39-41-1,16-19-78,0 5 0,5-6 1,0 2-1650,9-8 0,1 0 1527,-7 8 1,0-2 0,1 4 57,8-3 0,0 5 14,-3 8 0,1 4-73,-2 1 0,1 2-17,2 4 1,-2 4-12,5 8 5,-10 8 1,-2 5-90,10 17-365,-10-3 1,-2 1-543,4 19-3925,-12-4 1,-2 0 3324,-3-2 0,5 15 0,-17-47 0</inkml:trace>
  <inkml:trace contextRef="#ctx0" brushRef="#br0" timeOffset="45950">10208 13186 20134,'0'-56'827,"-1"0"1,0-1 0,1 8 0,0 2 0,0 3-433,0-2 0,0 5 98,1-10-325,-2 27-134,1 22 27,-2 24 34,2 26-42,0-10 1,0 1-35,1-3 1,-2 1-358,0 7 0,-1 3 0,-1-1 360,-3 7 0,0 0-18,-1-3 0,1 3 0,-2-2-4,-3 9 0,-1-3 14,3-6 0,-1-4-6,4-14 0,0-4 222,0 12-6,4-36-3177,1-32 2964,2-4 8,1-4 1,2-3-98,0 6 0,1-1 86,6-18 1,4-1 2,-1 3 0,10 5 4,15 12 0,11 5 0,-5 4-12,-11 3 0,1 5-313,12 11 0,6 8 1,-11 4 309,-5 19-338,2 13 1,-1 4 270,-5-1 842,-3 3 1,-2 1-1756,-5 1-502,-9-17 1,0-2 13,4 7-2743,3-6-2001,-5-26 4118,8-12 1708,-3-3 3536,16-28 972,-14 7 606,8-16-909,-15 9-2654,-8 11 1143,-7-4-1412,-8 17-286,-2-6-262,1 13-247,2 4-51,4 3-5,15 7-17,8-2-5,32 3-12,-16-6 0,25-7 39,-27-8 46,4-17-68,-18 7 33,-9-13-5,-16 13 11,-6-2-27,-10 8-1,-18 10-17,10 8 29,-20 12-12,16 7-11,-5 9-11,11 5-17,10 3-12,19 4 1,26 7-39,1-14-183,1-11 0,4-4 15,-3-6 0,2-2-540,13 2 0,5-2 411,3-2 0,4-3 182,-13-4 1,2-2 0,-4-1 139,3-1 0,-3-2 39,8-6 0,-6-4 109,-12-13 118,-2-12-107,-17 6 303,-5-18-51,-7 18 46,1-12 146,-7 18-326,-8 9 641,-3 9-703,-28 11-145,15 5-15,-12 13 1,0 5-31,8 1-1102,2 0 0,4 1 1074,10-1 39,1 31-22,14-20 28,8 15 22,14-35 6,9-17-6,4-16-3,-11-3 1,-1-4 1895,9-10-1907,-10 6 0,-2 0 98,0-5 73,1-5 6,-8 12-34,-7 10-112,-4 9-39,-4 12 294,1 3-316,-4 16 5,4 4-263,18 32-169,-1-32 1,3 0-58,-1 0 0,4-2-7,11-2 0,4-4-39,-1-8 0,1-4-59,15 4 1,4-2 259,5-3 1,1-3-91,0-4 1,0-2 442,-5-3 1,-3-4 179,-4-7 0,-5-2 64,7-10 359,-16-15-40,-35 11 298,-13-21-612,0 17-1441,-5 9 1,-3 3 1324,-1 8 371,-27-3-344,5 28-998,7 6 1,-2 3 840,-13 15 20,9 3 0,5 2-30,10-2-32,7 2 0,5 0 4,14-8 10,32 18 6,-3-35-11,15-9 0,3-6 11,2-9 1142,-10 1 1,1-4-1118,-2-9 0,-4-5 3,-2-9 0,-2-3-370,2 4 1,-2-4 349,-7-16 1,-6-3 24,-9 11 1,-3-1 9,-1 7 0,0-2 0,-1 1 10,0-9 0,-1 1 115,-3-4 0,0 2 104,-2 14 0,-1 4 1373,-1 2 0,0 3-1583,-4-10 27,1 33-77,5 14-18,-4 22 23,-2 17-17,3-7 0,-1 7 0,1-1-78,-3 13 1,2 2-254,0-4 1,1 4 0,1-2-878,4-12 0,0-2 0,2-2 1208,3 16 0,0-5 0,0-16 0,0-5 0,4 5 0</inkml:trace>
  <inkml:trace contextRef="#ctx0" brushRef="#br0" timeOffset="49032">13326 8043 20554,'47'-23'119,"0"1"1,-15 4-1,2 2-97,10 3 1,8 2-1,-2 1-1123,8-4 1,2-1 1171,-1 0 0,4-1 0,-3 0-367,-18 5 0,-2 1 1,1-2 352,10-3 1,2-1 0,-6 0 71,-10 2 0,-3-2 311,5-7 0,-4-1-48,3-17-202,-18 4 146,-29 5 1178,-21 2-1329,1 7 75,-3 6 0,-2 1 48,-8-1 28,-14-4-151,26 9 1626,7 2-1772,16 7 426,0-1-459,8 4 61,10 10-45,-2-3-16,19 17-17,0-1-3,1-1 0,2 0-569,14 11 454,-9-8 0,1 1-611,11 11-831,-20-7 0,-2 1-675,4 12 2246,-25-10 0,-5-2 0,-3-12 0,-10 8 0</inkml:trace>
  <inkml:trace contextRef="#ctx0" brushRef="#br0" timeOffset="50099">15205 7277 13984,'-9'0'7281,"2"1"-6827,-4-31 0,1-15-65,1 11 0,0-1-160,-6-16 1,1 0 297,1 3 0,1 8-259,2 10 504,-5-12-660,9 32 82,2 6-183,2 29 1,8 14-12,0 12 5,1-16 1,2-1 624,3 10-742,7 14 0,2 1-117,0-2-600,-5-13 1,3 6 0,-3-5-312,-4-13 0,-3 0-2010,5 18 1,-4-3 192,-13-7 2088,-6-7 740,-35-46 651,18 2 1001,-7-8 0,-1-2-161,5-1 424,-1-3 1,1-1-325,4-4 96,-2-12-1306,18 18 163,19-6-376,11 14-11,21-6-44,-2 11-24,1 3 1,4 1-365,-9 2 1,0 0 358,18-3 1,0-1 30,-19 5 0,0-2-14,11-6 0,-2-3-230,6-10 314,-16 6 0,-5-3-2963,-2-17 3002,-14 7 258,-17-12-17,-8 18 358,-5-5-251,-5 13 86,3 11-350,-7 5-134,6 5 3431,-12 31-3448,16-3-34,-7 13 34,16 5-11,12-18-6,1 7 24,13-11 65,-2-13 192,9-4-119,-3-15-22,1-12-27,-4-12 10,-2-3 34,-4 2 50,-4 4 23,-3 7-56,-3 7-112,-2 7-84,-2 3-1,1 8 35,1 0-23,1 6-17,20 33 6,-4-14 0,10 19-96,12-13-5,-19-21 62,13 4 39,-21-20 11,0-14 11,-7 2 34,7-26 11,-6 12 50,2-14 17,-4 12-5,-1 5-57,-3 7 29,0 6-118,-1 7 0,2 9 22,-1 2-16,6 17-12,13 14-156,5 4-155,-7-17 1,2 0-1286,17 14-1781,-3-8 3411,-7-8 0,-14-12 0,-6-6 0</inkml:trace>
  <inkml:trace contextRef="#ctx0" brushRef="#br0" timeOffset="50265">15979 6861 20022,'-3'-5'2851,"0"1"-4420,3 4-3824,10-17 5393,6 22 0,-2-20 0,0 24 0</inkml:trace>
  <inkml:trace contextRef="#ctx0" brushRef="#br0" timeOffset="50599">16317 7255 27085,'24'-47'100,"1"-1"1,-1 1 0,5-7 0,-5 1-62,-10 1 0,-5 1-448,-6 8 0,-3-2 448,-3-9 0,-3-6 0,-1 2-572,-1-5 1,-1 1 582,-1 10 1,-2-1-1,0 7 51,1 10 0,-2 6 499,-5-9-560,3 21-40,3 25 22,2 18-5,1 28-23,5-16 1,1 4-533,2 2 1,0 4-1,1-2 532,1 5 1,1 1-10,3 3 0,1 3 0,3-7-177,0-9 0,6-1-248,5-2 1,7 4-1,3 0 1,3-4 439,13 2 0,4-4 0,-2-1 0,-8 0 0,-3 1 0,1-5 0,16-3 0,-1 1 0</inkml:trace>
  <inkml:trace contextRef="#ctx0" brushRef="#br0" timeOffset="65990">3889 15550 25019,'12'-41'198,"1"1"1,-1 0-1,2-4 1,0 1-1,-1 3-120,-2 5 1,0-1-888,1-6 0,0-4 0,0 2 823,0-4 0,-1-3 1,-2 6 1,1-7-1,-2 1 1,0 7-11,-1-1 1,-1 1 10,0-8 1,1-6 0,-2 8 869,0-12-842,-5 15 1,-4 4 457,-9 8-519,-17-1 73,7 34-67,-17 37 0,19 18 483,7-6 1,1 2-479,6-9 0,1 3-354,3 6 0,1 6 1,1-6 359,-1-6 0,2-1-12,1 9 1,2 5 0,2-3 5,7 10 1,4-4-26,3-2 0,2-1 20,-2-4 0,6-7-162,10-13 0,3-10 156,17-9 28,-21-6 0,0-6-17,3-18 1,-2-8 13,-12 3 1,-1-3 2,5-3 0,-2-3 14,-3-6 1,-3 0 41,-2-5-34,3-8 107,-14 27 357,-5 16-480,-1 3 1183,-11 27-1195,4-10-5,-8 24 11,12-20 395,7 22-417,2-21-12,8 13-1002,13-4-1775,-6-11-7031,13 7 8498,-19-16 0,-5-5 0,-7-2 0</inkml:trace>
  <inkml:trace contextRef="#ctx0" brushRef="#br0" timeOffset="66175">4767 14721 21366,'-3'-3'3758,"0"1"-3388,3 2-1065,-28-14 124,23 16-9260,-1 10 7723,18 3 0,10 10 0,-18-21 1</inkml:trace>
  <inkml:trace contextRef="#ctx0" brushRef="#br0" timeOffset="66598">5119 14796 24962,'-42'-5'450,"0"0"0,2 0 0,12 2-366,24 5 101,6 11-124,3-2 1,4 12 112,14 17-146,0-3-23,-5-9 1,3 1 11,19 17-17,3-3-12,-9-12-156,4 7-100,-25-16-287,-7 7-1064,-35-14 1031,3-9-297,-24-15 264,16-15 385,0-5-39,15-4 1,5-3 711,3-19-28,5 16 0,2 1 621,8-16-560,-1 21 511,-1 4-628,-2 19-168,-4 7-163,-1 10 511,-13 31-612,3 0-145,5-9 0,2 3-1854,1 26 2078,17 4 0,-5-28 0,9-5 0</inkml:trace>
  <inkml:trace contextRef="#ctx0" brushRef="#br0" timeOffset="66924">5452 15152 21566,'3'-10'3137,"0"2"-1997,-3 8-401,39-89-442,-19 35-547,-4 12 1,2-7-1,-3 3 303,-5 2 0,-3 0 3,-2-6 0,0 0-17,-2 10 1,-1-1 125,-1-12 0,-2 1-20,-2 19 1,-1 3-67,-3-33 348,-6 29-349,5 26 63,-2 5-135,4 5-12,-2 20 12,3 17 8,2-7 0,1 3-101,0 7 1,1 3 75,3 4 0,2 2-40,1-1 1,3 2-1400,6-4 0,4 3 0,-1-5 1024,-1-2 1,3-2-2212,6 5 1,5 2 0,-3-8 2225,11 2 1,-15-17 0,-3-4-1,-5-10 1</inkml:trace>
  <inkml:trace contextRef="#ctx0" brushRef="#br0" timeOffset="67075">5594 14975 15005,'-3'-5'4611,"0"1"-1575,3 4-2845,-4-69-169,20 40-84,-7-12 1,6 1-802,38 20 455,-8 9 1,-1 2-1,1 1 1,12 0-1</inkml:trace>
  <inkml:trace contextRef="#ctx0" brushRef="#br0" timeOffset="67306">6257 14873 21309,'30'-22'0,"-1"-1"0,19-12 0</inkml:trace>
  <inkml:trace contextRef="#ctx0" brushRef="#br0" timeOffset="68324">7173 14922 22214,'15'-40'798,"0"0"0,0 0 0,6-17 1,-8 5-351,-17-5 28,-23 4-370,2 25 64,-16 8-19,-13 24-84,7 13-42,12-2 0,1 4 9,7 6 0,3 1-28,-13 19-1,15-7 1,4 2 0,4 14-6,6-16 0,8-1-3,19-5 0,9-6-19,24 5-152,-10-19 1,2-7 181,-8-11 1,-3-6 8,5-11 0,-2-2-1,9-15 9,-18 8 1,-6-1 60,-6 0 26,1-21 146,-9 7 44,-3 5-229,-2 10 39,-4 20 262,-1 14-346,-3 9 0,-1 12-34,-5 24 0,6 0-83,2 13 10,8-22-262,10 10-314,6-7-348,1-11 0,2-1 79,10 9-807,3-14 1,1-6 699,-2-8 487,4-10 1,0-5 694,-9-6 552,-1-10 1,-2-3 52,-9-1 470,-1-5 1,-2-2 11,-1-5-762,1-7 376,-2 10-180,-6 15-264,0 3-256,-3 11-24,-4 18 24,-4 17-63,-3 25-56,0-20 1,-1 3-443,0 4 1,-1 2 416,-3 15 1,1 0-23,2-7 0,0-2 14,1 0 0,1-4-17,0 16 56,6-15-28,1-25 17,1-6-28,0-28 14,2-23 0,-1-6-14,0-7-80,-2 3 1,0-9 0,-2 4 70,-1-1 1,-1 2-1495,1-12 1,-1 1 1505,-1 13 0,2 1 19,0-15 1,2 2-142,0-3 133,1 0 0,3 6-20,4 26 1,25-21-12,-9 33 14,10 3 0,3 3 9,-2 6-43,6 11 1,-1 4 25,-6 6 11,0 12 0,-4 9 0,-18-2 0,-5 2-9,-1 6 1,-6 0-901,-13 2 1,-7-4 908,1-14 0,-5-3-556,-22 7 0,-1-5 500,-5-1 45,-6-7 0,3-5-1008,20-10 1019,-6-25 0,40 12 0,11-13 0</inkml:trace>
  <inkml:trace contextRef="#ctx0" brushRef="#br0" timeOffset="68815">8234 14680 26071,'-9'56'274,"-1"-1"1,1-1-1,1 0-207,2-3 1,0-1-845,2-14 0,2 1 788,0 17 0,3 2 11,3-10 1,1 0-26,0-1 0,0 0 14,0 2 1,0-4 505,-1 5-472,-16-30 218,5-17-251,-18-51-1,14 11 0,-1-17 0,-1-7-630,5 18 1,1-2 618,0 2 0,0-3 0,1 3 6,0-1 0,2 1 74,1-12 1,2 3-76,3 3 3,2 8 1,2 1 2,13-4-8,4 13 0,2 2-3,8-5 5,-4 14 1,3 7-17,31 15-6,-17 4 557,-2 14 0,-3 6-551,-11 6 0,-4 2 0,-3 1 655,-10 1-639,-17 3 1,-9 0 0,-21 3-82,-14-5 1,-6-4 13,24-19 0,-1-3-309,-20 3 1,2-8-2352,4-24 2722,11-6 0,12 2 0,23 5 0</inkml:trace>
  <inkml:trace contextRef="#ctx0" brushRef="#br0" timeOffset="69933">8734 14794 26379,'33'-16'201,"1"-1"1,-2 2-180,2-15 1,-5-2-12,-16 6 23,0-22 44,-9 20 12,-5-6-51,-2 19 62,-12 7-79,5 7 46,-18 14-52,14-2 12,-22 28-22,21-16-3,-1 9 0,3 2 25,6-5-45,-3 32-6,12-36-161,13 28-24,10-17 99,-5-11 0,3-2-81,30 2 108,-18-20 1,3-7 58,-1-8 1,0-6-146,-1 0 1,-3-4 186,-4-5 1,-3-1 8,1-8 101,-5-13-73,-15 25 213,1-20-230,-6 31 12,-2-5 312,0 20-358,0 8 1,0 4 22,0 14-17,0 11-11,-1 1 0,0-1-11,-5 0 0,2-20 72,-1 4-49,3-19 10,2-15-5,3-2 44,10-24-94,3 6 50,15-18-12,-9 22 1,3 1-34,2 11 33,-2 7 1,12 0-34,-5 12 22,-6 1-66,12 19-91,-7-2 28,-6-5 1,2 0-104,0-1 0,1-1-188,5 1 1,1-2-130,24 9-44,-11-10 0,4-2 408,8-9 1,-1-2 207,-12 3 0,0-2 111,18-11 1,-9-7 162,-26-8 85,13-19 21,-24 4-190,-6 6 729,3-21-717,-13 31 234,-18-17-324,-2 33 106,-35 2-67,2 13-299,17-2 0,0 3 170,0 2 0,2 4-28,-2 6 1,4 1-18,-6 10 12,8 15 5,28-18-33,13 3 16,5-11 0,24-9 18,7-12-21,-9-9 1,2-5 10,-6-1 1,-2-5-113,5-9 0,-6-3 121,2-22-619,-21 12 0,-4-9 1,-1 5 646,-3 11 0,-1-2 61,0-17 1,1-9 0,-2 11-218,-2-4 293,-1 12 1,0 3 114,-1 9 24,0-1-133,0 17-182,2 17 2319,3 40-2319,-1-2 0,-1 17 0,0 4-491,-2-29 1,0 0 452,-1 11 1,-1 4-1,1-2-419,-1 2 1,-1 0-1421,0-1 1,1 4 0,-1-5-3040,0 1 1,0-4 4332,0 7 0,1-9 0,0-20 0,1-9 0</inkml:trace>
  <inkml:trace contextRef="#ctx0" brushRef="#br0" timeOffset="70399">11209 14713 21556,'9'-50'1538,"1"0"1,1-3 0,-2 7-654,-2 9-700,-1 4-73,-10 34 100,-21 46-139,2-3-862,-3 4 1,-3 5 810,5-9 1,1 2-22,5-8 1,-1 3 0,2 0-443,-4 19 0,6 1 175,7-4 0,13 0-899,15-15 0,9-2 0,1-3-2922,5 2 1,6-6 4086,5-5 0,6-2 0,-7-6 0,7-3 0,3-2 0</inkml:trace>
  <inkml:trace contextRef="#ctx0" brushRef="#br0" timeOffset="71291">12055 14681 18800,'-1'-9'4991,"1"1"-4016,0 8 213,0 0-1043,15-38 6,-8 33-50,9-26 67,-19 47-33,-20 7-40,-8-2-45,-4-5 40,-5-10-23,20-10 185,-12-27-218,23 10 50,7-40-68,11 37 1,17-16 0,-3 28-6,14 3-11,12 33 0,-15-4 8,-12 10 1,-6 6-15,-12 9 6,-7-11 0,-5 0 0,-13 11-164,-13-9 1,-10 1 166,3-7 1,-6 0 0,2-2-470,9-3 1,2-1 0,-4-1 480,-18 6 0,-4 0 0,10-8 13,4-6 31,11-14 0,6-5-26,20-6 135,25-23-106,3 19 5,12 1 0,6 2-16,17 4-333,-3 5 1,0 2 281,12 3-3,-26 2 1,-1 0 826,19 8-1081,3 0-413,-16-3 1,4-2-1429,-1-2 1,1-2-2695,-1-3 1,0-3 4209,-6-2 1,-4-2 0,2-5 0,-19 3 0</inkml:trace>
  <inkml:trace contextRef="#ctx0" brushRef="#br0" timeOffset="71482">12501 14660 18526,'4'-56'1752,"-1"0"0,0 0 0,0 4 0,0 0 0,-1 11-1483,-2 6-56,1 6 33,2 21-61,13 11-73,10 18-48,-4 0 1,2 6-576,3 11 0,0 3 519,-3-3 1,-1 1 2,0 2 0,-3 5-67,-8 4 0,-5 7 0,-3-3-249,-9 8 0,-6 1-633,3-14 1,-2 5 0,-2-1-1,-3-7-3978,-13 8 1,-4-6 4334,-2-4 1,3-7 0,8-10 0,8-12 0</inkml:trace>
  <inkml:trace contextRef="#ctx0" brushRef="#br0" timeOffset="86969">18311 11936 19097,'1'-55'934,"0"1"0,-1-1 1,-1 3-1,-1 1 0,-2 15-766,-2 21 506,-12 5-601,3 33 14,1 13 0,0 5-68,4-7 1,-1 3-515,2 6 1,-1 8 0,0 1 0,2-6 494,0 5 0,0 2-50,2-7 1,-1 9 0,1 3-1,-1-3 1,2-6-147,-1 13 0,1 0-586,0-6 1,0 7-1,1 1 1,0-3-1677,2-10 0,1-2 1,1-1-1,-1-2 1568,0 5 1,0-2-1,0-1 1,1-1-1,0 0 1,1-13-1,0-14 1</inkml:trace>
  <inkml:trace contextRef="#ctx0" brushRef="#br0" timeOffset="87636">17843 12831 10287,'-29'-41'1057,"-1"0"0,0 0 1,-2-4-1,3 4 690,5 9 1,8 6-1698,15 7-10,29-18-46,12 20-34,-2 4 1,9-1 0,0 1-140,-7 2 0,0 2 1,4-2 155,10-2 1,7-1-1,-1 0 1,-5 1-372,-6 2 0,-3 2 0,0-1 397,6-1 1,2-1 0,-6 2-1,-2 1 0,-4 1 770,-2 2 1,-3 0-477,18-2 112,-33 10-180,-35 6 309,-24 11-286,10-6 81,-7 4 0,-1 2-193,-2 4 524,-15 10-652,35-15 3148,16 10-3148,4-14 49,20 15-5,3-24-5,18-10-18,-12-6 40,11-19 850,-20 9-752,0-6 0,-2-2 154,-3-3 89,5-17-218,-19 30 224,-5 3-369,0 12 16,-3 2-50,-1 13-6,0 2 0,-2 20-22,2 18 17,1 4-4,4-21 1,2 0-20,7 15 17,7-10-16,2-15 38,4-12-5,20-33-6,-5-3-6,-8-2 1,0-2 45,11-14-29,-10 8 107,-11 7-62,-14 20-28,-2 0-50,-3 15 11,0-1 0,-3 24-101,3 12-352,2 1-667,8 4 100,0-26-7348,10-4 7520,-9-12 0,2-2 0,-7-4 0</inkml:trace>
  <inkml:trace contextRef="#ctx0" brushRef="#br0" timeOffset="87788">19214 12168 24256,'-5'-33'-3277,"-2"5"0,13 32 0</inkml:trace>
  <inkml:trace contextRef="#ctx0" brushRef="#br0" timeOffset="88145">19367 12601 26158,'30'-36'91,"0"0"1,0 0 0,-1 0 0,-1 0 0,-4 4-64,-3 6 0,-3-1-876,8-24 1,-4-5 872,-8 12 0,-2-2 5,-2 3 0,1-2 0,-4 1 48,-4-16 1,-4 5-40,0 18 0,-4 3 56,-4-3 0,-5 6 661,-9 11-605,-10 7 198,9 19-304,-1 18 1,11 19-12,3 0-40,6 4 1,1 4 368,3-12 1,3 4-540,6 10 1,5 7-1,1-5-1153,4 3 0,5-2-1483,0-8 0,3 1 1,-1-5 2210,4-4 0,-3-6 1,10 12-1,-17-24 0</inkml:trace>
  <inkml:trace contextRef="#ctx0" brushRef="#br0" timeOffset="88687">20170 12406 23640,'-3'0'2381,"0"0"-2006,3 0-409,-5-39-1685,9 27-745,-5-28 1616,11 38 0,-6 2 0,0 0 0</inkml:trace>
  <inkml:trace contextRef="#ctx0" brushRef="#br0" timeOffset="90020">20650 12120 23780,'-1'-3'1350,"0"1"-409,1 2-840,15 41-62,-9-19-8,3 11 0,-1 3 14,-5 8-12,-3-11 1,0 0-12,-3 9 57,-2 5 89,-1-32 140,0-7-258,3-12 6,2-21-34,8-11 23,2 3 0,2-1-11,7-14-6,-2 13 0,2 1 33,10-7-53,-7 15 1,0 1 2,8-5-22,6 6 11,-20 19-6,18 13-22,-7 9 40,14 17 16,-2 9-62,-14-13 0,0 1-345,10 11 275,-10-13 1,-1-1-245,7 2-34,12 2 348,-16-15 57,3-20-18,-20-9 35,5-20 38,-7 2-2994,1-10 2983,-4 15 74,-1 1-91,-3 19-61,0 0 5,0 4 1,3 8 61,9-1 3347,0 4-3392,18-4-5,3-7 5,13-7-22,1-9 33,-1-23 0,-18 10 40,-7-22-12,-17 27 163,-21-29-174,6 34-5,-15-14 16,6 28-27,4 3 16,-17 8-39,4 19 0,1-1 11,-1 26 0,19-20-36,2 4 0,4 1-233,12 13-506,6-7 0,4 0-579,16 4 15,-1-15 1,6-3-1958,1-11 0,0-4 1952,-7 0 0,1-2-779,13-4 0,-4-6 946,-7-7 2365,-4-8 0,-2-4 3477,3-15-1758,-8 4 1,-2-1-1732,-3-7 662,0-13 22,-13 21-1462,-2 6 117,-8 3-364,-1 17 29,-15 3-174,7 6 447,-19 17-436,9 3-56,-15 21 28,14-16-22,-8 9 206,10-18-201,-12-1 29,11-10 21,-3-17 34,19-22 34,8-5-34,5-1 85,12 4-24,-3 14-4,8-1-108,-8 10 12,7 13 6,-3 12-6,19 23-17,-11-8-8,-6-6 0,2 2-6,0-4 0,0 0-126,2-1 0,1-1 126,-1 1 1,1-4 7,24 2 12,-11-16 17,20-23-34,-22-1-359,-9-13 0,-4-6 364,-11 6 1,-4-3-1,7-19 1,-3-3-1,-6 16 1,-2-2-306,-2-3 0,-1-3 0,0 6 320,-1 8 0,0 0 47,1-26 0,0 0 78,0 26 1,-1 3 167,2-21-89,-1 11-78,-3 33-146,0 4 696,0 25-691,-3 15-16,1-2 0,-1 2 5,-2 26 225,2-28 0,-1 2-227,1 16 0,1 3-60,7 3 1,3 0-586,-5 2 0,4-2 277,11 3 1,5-6-367,-5-22 0,2-3-2753,7 5 0,1-3 3495,9 5 0,-9-14 0,-20-20 0</inkml:trace>
  <inkml:trace contextRef="#ctx0" brushRef="#br0" timeOffset="90195">22456 11968 27432,'37'-36'91,"0"0"1,-2 4-1,-2 8-158,4 22-862,2 1-5972,-15 6 6901,-2-1 0,-11 1 0,-7-1 0</inkml:trace>
  <inkml:trace contextRef="#ctx0" brushRef="#br0" timeOffset="97919">18862 15405 25786,'-19'48'14,"-1"1"0,0-1 0,0 0 0,-4 14 0,1-1 0,8-4-110,12-1 1,5-3-1422,-2 6 0,-1 1 282,0 4 1,-1-2 68,1-12 1,-1 0 860,1 15 1,0-6 0,0-15 0,1 14 0</inkml:trace>
  <inkml:trace contextRef="#ctx0" brushRef="#br0" timeOffset="98586">18792 15497 21271,'22'-47'84,"-1"1"0,-7 7 0,5 8-45,29 15 0,10 11-1253,-8-1 0,3 2 1327,-7 0 1,5 1-1,1 0 1,-4 1-972,2-1 1,-2 1 0,2 1 898,11-1 0,4 0 0,-1 1 13,-6-1 0,0 1 1,7-1-196,-11 0 0,6-2 0,3 1 0,1-1 0,-1 0 0,-4 0 148,-4 1 1,-4 0 0,-1 1 0,3-2 0,4 0-166,-4 0 1,3 0 0,4-1 0,1 0 0,0-1 0,-1 1 0,-2-1 0,-5 1 172,9-2 1,-5 0 0,-1 0 0,0-1 0,3 0-90,-7 1 0,1 0 0,2 0 0,0-1 0,1 0 0,0 1 0,0-1 96,0 0 0,0 0 1,0-1-1,1 1 1,-1 0-1,1-1 1,-1 1 14,1-1 1,-1 0-1,1 1 1,0-1 0,-1 0-1,1 0 1,-1 1-4,0-1 0,0 0 1,0 1-1,-1-1 1,1 0-1,-1 1 1,0-1-8,8 0 0,-1-1 0,0 1 0,0-1 0,0 1 0,-1 0-10,-3 0 1,0 1 0,0-1 0,-1 1 0,0 0 0,-1 0-4,7-2 1,0 2-1,-1-1 1,-1 0-1,0 1-1,-6 0 1,-1 0-1,0 1 1,-1-1 0,-2 1 60,7-1 1,-2-1 0,-1 1 0,-3 0-58,8-1 0,-2 1 0,-3-1 417,10 0 0,-5 0-412,-16 3 1,-5 2 1557,11 7-1496,-27 10 2337,-18 11-2309,-16 11-6,-11 14-66,-1-4-10,2 2 1,1 3-42,4-7 0,1 3 558,0-2 1,0 3 0,1 5-547,1-1 0,1 5 1,0 0-1,2-2-263,-2 5 0,1-3 1,1 4 258,0-3 0,-1 4 0,1 0 1,2-4 5,0-1 1,2-4 0,1 0-1,0 0 1,0-1 0,1-1-10,0-2 1,0 0-1,-1-1-226,1-3 0,-1 0 0,-3-1 230,-5 4 0,-3 0 0,0-4-1,-1 2 1,-6-1-8,-5-10 0,-9 2 0,-4-2 1,0-6 5,-13-2 0,-2-6 0,-2 0-521,13-1 0,-1 2 0,0-1 0,-4-4 519,-10-2 1,-4-3-1,0-3 1,2-1 14,8-3 1,3-2 0,-1 0 0,-3-1-277,0 1 1,-2-1 0,-2 0 0,-1 0 0,-2-1 262,8-1 1,-1-1 0,-2 0 0,-1 0 0,-1 0-1,1-1 1,-1 0 11,-3 0 1,1 0 0,-2 0 0,1-1 0,-2 0 0,0 0 0,-1 0-84,8 1 1,-2-1 0,-2 0 0,0-1 0,1 1-1,-1 0 1,2-1 0,1 1 0,3 0 71,-11 0 0,2-1 0,2 0 0,1 1 1,-1-1-1,-2 1-105,4 0 1,-1-1 0,-1 1 0,0 0 0,1 0 0,2 0 0,3 0 107,-2 0 0,3 0 0,2 1 0,-2-1 0,-4 0-53,2 1 1,-4-1 0,-3 0 0,-1 0 0,1 0 0,2 0 0,5 0-18,-4 0 1,3 0 0,3 1-1,-2-1 1,-3 0-168,7 0 1,-4 1-1,-2-1 1,1 0-1,1 0 1,5 0-1,5 0-303,-13 0 0,9 0 1,-5-1 543,5-1 1,-6 1 0,-1-2-1,4 1 1,9 1 0,-1 0 0,4 0-1,-15-3 1,-1 0 0</inkml:trace>
  <inkml:trace contextRef="#ctx0" brushRef="#br0" timeOffset="99528">19477 16264 18576,'14'-61'1217,"0"0"1,0 1 0,-2 8 0,-1 3 0,-2 9-596,-3 4-443,-5 24 6,-1 14-162,-1 8 5,-1 28-12,-1 10 4,0-4 0,1 3-299,1-14 1,-1 1 289,0 18 0,-1 1-14,0-9 1,-1-1 13,0 2 0,0-1 11,-1-6 1,0-4 33,0 2 106,-3-35-128,1-21 28,-1-37-32,5 22 1,2-2-344,0-2 1,2-1 348,1-11 1,2 2-32,-1 17 1,2-1 11,1-11 0,2-7 0,1 2-1,4-8 1,0 0-10,-3 13 1,0 0 0,1 2-6,4-7 1,0 6-210,6-3 219,-4 20 533,14 11-545,-12 11 11,34 18-22,-11 22 5,-17-11 0,-1 1 677,9 27-666,-21-16 1,-8 1-6,-13-6 0,-5-1-63,0 7 0,-6-3 29,-12-3 1,-5-7-175,1-7 1,0-3-336,-22 4-3247,22-13 1,2-4 3789,4-7 0,-2 5 0,28-3 0</inkml:trace>
  <inkml:trace contextRef="#ctx0" brushRef="#br0" timeOffset="100249">20686 15726 14833,'21'-45'1287,"-1"-1"0,0 0 0,-1 2 0,-2-1 0,-1 3-794,2-7 0,-3 3-202,-4 9 1,-4 6 1206,-7 11-1470,-2 17 92,-6 30 1,-3 19-77,4-11 1,-1 4-1093,-4 18 1,-2 8 0,1-5 1044,2-3 1,0 0-32,-1 2 0,-1 4 1,1-2-310,3-13 1,0-3 0,0 2-413,-2 12 1,-1 2 0,2 1-1877,2-2 0,0 1 1,2-3 2630,0-7 0,2-3 0,0-3 0,1 0 0,2-5 0,1 1 0</inkml:trace>
  <inkml:trace contextRef="#ctx0" brushRef="#br0" timeOffset="101169">21340 15920 24755,'17'-48'280,"-3"11"-191,-10 36 293,-3 1-164,-16 4-179,4-4 17,-23 4 23,8-8-7,-4-5 80,2-31-119,15-2-16,7-13 5,13 20 1,6 3-18,16-9 1,2-1-12,6 27 12,-12 25-17,9 16 8,-11 8 0,-3 7-6,-6-6 1,-4 2-264,3 16 1,-8 2 240,-12-10 0,-8 0 14,-4-4 1,-5 1-1,-2-2-873,1-4 0,-1-1 0,-1-1 888,-1 1 0,0-1 0,-1-3 16,-9 7 0,0-8-299,-13-2 290,11-10 57,11-28-34,24-8 101,16-35-118,1 27 11,23-22 12,-3 32-56,13 0 5,9 6-23,-22 7 1,1 2-109,3-1 0,4 2-826,15-2 0,0-1 403,-16 2 0,1-1-1451,18-3 0,0-2 2022,-14-1 0,-3-1 0,16-3 0,-7-1 0</inkml:trace>
  <inkml:trace contextRef="#ctx0" brushRef="#br0" timeOffset="101386">22141 15533 18100,'3'-51'1399,"0"1"0,1-1 0,-2-1 0,2 3-649,3 1 1,0 9-454,-1 15 123,6 1-330,-7 27 56,4 24-57,-4 3-16,-3 10 0,0 12 0,-2-5-59,-2-7 0,0 1-405,0 9 1,-1 7 0,-1-7 398,-3-10 1,-3 2-240,-3 4 0,-3 8 0,0 4 0,1-3-818,4-4 0,1-1 0,0 0 0,-1 2-381,-3 6 0,-1 1 1,1 0-1,3-4-234,3 3 1,3-3 0,5-8 1663,6-7 0,3-8 0,2 4 0,2-4 0</inkml:trace>
  <inkml:trace contextRef="#ctx0" brushRef="#br0" timeOffset="101794">22816 15733 21898,'1'-4'2879,"-1"0"-2269,0 4-480,15 41-63,-9 0-223,2 0 1,-1 3 188,-10 4 1,-6 0 2,-3 0 1,-2-1 5,-3-1 0,-4-4 33,-5-6 1,-1-7 25,-4-4 319,-10-20-331,29-16 40,-3-26-79,14 5 34,16-24 0,6-4-59,-10 29 1,3 0-905,7-11 0,5-6 0,-2 8 923,14-5 4,-7 14 0,1 2-40,11 2 26,-12 16 0,1 4-18,5 4-10,18 21 0,-15 12-29,-7 0 1,0 2-184,-10-10 0,0 2-716,11 22 1,-5 1-821,-9-2 1742,-4 3 0,-3-2 0,-9-19 0,0 14 0</inkml:trace>
  <inkml:trace contextRef="#ctx0" brushRef="#br0" timeOffset="102344">23944 16046 19673,'-5'0'2459,"2"0"-1960,3 0 61,70 0-462,-29-1 1,4 0 0,1 0-893,-3 0 1,0 0-1,3 0 799,1-1 1,4 0 0,-1-1-1,-6 1 9,0-1 0,-1-1 31,17-3 0,7 0 0,-6 0-23,-13 1 1,2-1 10,-3 0 1,8-2-1,0-1 1,-7 1-214,4-4 0,-3-2 223,-5 1 0,2-1 0,-6 0-4,-6 1 0,-7-3 114,-3-8 0,-9-2-52,-19-11-17,-7 5 0,-6 1 0,-14-5 92,2 10 1,2 3-25,8 6 167,-9-8-213,22 19-5,0 1-73,7 9 1714,2 2-1714,17 22 1300,-5-8-1339,20 29-9,-16-20 0,0 3-226,-1 2 0,0 2-12,0 8 1,-3 1-382,0 16-742,-14-20 0,-3-2-1985,-5 7 3366,0-12 0,-1-3 0,0-7 0,0-1 0</inkml:trace>
  <inkml:trace contextRef="#ctx0" brushRef="#br0" timeOffset="103088">25953 15795 25214,'-19'9'185,"4"-7"-160,10 28 1,4 10 35,-12 14-50,-2 1-142,-2-15 0,-2-1 176,-9 10-26,9-16 1,-1-3 168,-7 4-87,12-18 0,7-8-17,8-11 33,11-27-89,-3 9 8,7-16 1,5-4-153,-5 13 0,1-2 141,10-13 0,1-1-14,-8 15 0,2 1 20,11-5 0,1 4-110,11 3 87,-13 11 1,1 3 2,14 12-11,-11 7 17,13 25-34,-20-1-33,7 9-421,-8 14-369,-10-12 353,4 6-376,5-6 180,11-11 1092,1-8-353,4-10 178,-17-23 24,-8-11-90,-7-3 509,-1-22-3817,-4 21 3392,3-14 483,0 11-215,-2 9-424,-1-1-68,-2 13-34,-3 16 6,0 8 3381,-1 12-3420,0 8 16,-1 3-16,8-2 5,2-10-33,25 2 28,-2-17 73,27-5-12,-22-13 40,10-19-29,-27 5 48,-2-12 1,-3-2-43,-3 0-17,-2-3 1,-3 0-7,-5-2-27,-2-12-566,1 16-784,3 11-4072,13 26 599,-2 6 4834,9 13 0,-16-13 0,0 1 0</inkml:trace>
  <inkml:trace contextRef="#ctx0" brushRef="#br0" timeOffset="103661">26969 16191 25601,'20'-31'160,"0"0"1,2-5-1,0 1-70,8-15-1813,-4 3 0,0-3 1726,-6 15 0,0-1 12,-1-1 0,0-4 0,-1 3-86,1-3 1,-3 1 131,4-11 1,-1 0 180,-4 5 1,-3 2-145,-4 6 0,-2 2 59,-2-19-62,-15 17-84,1 20 1591,-14 11-1608,0 21 68,-18 27-51,12-3 388,8-3 0,2 3-391,8-7 0,3 1-5,-1 8 0,1 2 0,4 0 0,3 0-17,6-1 0,4-1-20,2-2 0,6-1-8,12 5 0,3-4 34,-8-12 0,1-2 2,12 6 0,3-6-5,9-7 0,7-8 33,-5-24 12,-3-20-23,-23 8 0,0-5-7,-1-9 0,1-5 0,-3 1-28,1 2 1,-1-3 31,-3 2 0,2-7 1,-2 0-1,-1 4-830,2-11 0,-1 2 836,1-3 0,-1 1 19,-5 11 1,-4 8 6,-5 13 44,-14-5-62,3 23 252,-18 5-296,2 19 27,1 7 1,0 3-17,-10 18 57,6-1 1,1 6-229,2 9 0,3 2-590,3-11 1,0 1 550,4-9 1,1 2 0,2 1-1408,4 1 0,3 2 0,0-4 1258,0 6 1,0-1 0,0 8 0,1-6 0,2-9-1</inkml:trace>
  <inkml:trace contextRef="#ctx0" brushRef="#br0" timeOffset="104236">18027 16234 23366,'16'10'733,"20"-3"-725,4-9 1,7-2-1224,16 0 0,1 1 904,-20 1 0,2 1-1892,2-1 0,5 0 0,-8 1 1583,18-1 1,-26 1 0,-4 0 0,-11-1 0</inkml:trace>
  <inkml:trace contextRef="#ctx0" brushRef="#br0" timeOffset="104579">17960 16017 20408,'0'-4'1675,"0"2"-863,0 2-565,44 20-124,-38 0 42,-5 23 0,-7 4-97,-27 1-319,7-16 1,-4 4 0,2-5 356,3-6 1,0-3 5,-4 4 0,1 0 56,-16 11 139,17-13-279,13-9 28,13-5 39,12-1-22,15 0-62,3-1-56,6-1 1,2-1-382,24 3-818,-10-2 1,0 0 1243,-11-3 0,-3 0 0,14 2 0,-21-4 0</inkml:trace>
  <inkml:trace contextRef="#ctx0" brushRef="#br0" timeOffset="105553">15238 16899 17238,'0'-5'4794,"0"1"-3085,0 4-1603,-15 38-44,3 4-59,-3 12 0,2 4-3,6-19 0,1-1 2,0 11 1,1-2 36,3 3 129,1-17 6,0-15 352,-1-18-442,0-6 73,-1-34-95,2 12 10,1-4 1,2-3 6,4-2 0,2 1-1413,5-24 1367,-2 24 1,3 1 44,6 5 1,3 5-68,6-6 17,8 6 0,1 5-16,-1 10-1479,6 8 0,1 3 1450,-3 6-142,3 8 0,1 7 120,-17 1 0,-3 5-247,9 17 0,-4 3-42,-10-9 0,-5-1 129,-4-1 1,-4-2-1023,2 12 566,-1-29 357,7-5 1143,-2-20-666,14-32-50,-12 11 151,4-7 1,0-2 183,6-6-30,-6 11 0,-1 1-142,2 1 3136,-3 5-3260,-14 20 296,-1 9-442,-2 10-5,-2 19-17,4 10 34,5 2-12,12-4-22,2-19 34,26-4-18,-21-13-10,27-6 5,-21-14 146,11-25 0,-12-6-281,-17 17 0,-3-2 287,-1-20-23,-6 6-61,-5 9-46,0 11-100,-1 10-236,0 7-1382,7 11-7299,8 16 8984,0 1 0,0 1 0,-9-11 0</inkml:trace>
  <inkml:trace contextRef="#ctx0" brushRef="#br0" timeOffset="106186">16666 17166 24104,'28'-49'444,"-1"-1"1,1-8 0,-7 3-249,-12 0-608,-4 21 1,0-1 495,-2-13 0,-1 2 412,0-3-141,-3-9 1,-3 1-160,-2 18 121,-5-22-312,3 50 100,2 10-94,-3 11 590,3 0-612,-10 16 11,9-12 22,-7 16-22,10-17 11,-1 15 0,4-18-11,0 8-16,1-13 32,0 0 63,0-4 5,0 0-6,0-7-61,0 0 5,2-7-27,0 6 5,0-1 5,-1 6-27,-1 0 28,1 9-1,-3 3 18,0 9-35,-1-2 18,-3 19-28,-1-4-1,-3 17 29,-1-3-6,-4 15-415,4-18 404,3-11 0,1-1 22,0 13-14,4-11 0,0-1 3,0 12 23,11 11-46,0-35 23,14 8 11,-5-20 1,15 0 21,9-10 1,-9 0-40,7-5 68,-27 5 347,-2-1-437,-7 2 11,-4 1-3243,-19 11-2407,10-6 5667,-15 6 0,20-9 0,1-1 0</inkml:trace>
  <inkml:trace contextRef="#ctx0" brushRef="#br0" timeOffset="106586">16860 17225 21590,'-4'3'3534,"2"0"-1478,2-3-1966,8-21-29,3 4 9,7-16 0,3-6-25,-4 5 0,1-1-1689,7-22 0,-1-3 1660,-8 17 1,-3-3 15,-2-4 0,-1-6 0,-1 7-18,-3 8 0,0 2 12,-1-8 0,0-4 0,-1 5 283,-2 4 1,-1 4-221,-2 3 1,0 3-17,0-16-73,-3 38 17,0 12 44,-11 41-61,4-13 1061,-2 9 0,-2 5-1055,2-9 0,1 1-198,-4 12 0,0 6 186,6-9 1,1 4-1,1-3-1384,-2 4 0,3 0 1320,0 7 0,8 1 70,14-7 0,8 0 0,-4-6 0,-3 9 0,12 2 0,0 0 0</inkml:trace>
  <inkml:trace contextRef="#ctx0" brushRef="#br0" timeOffset="113548">19179 15594 16051,'8'-5'1120,"-2"2"-678,-6 3 2908,0 0-2544,-6 25-83,5-18-124,-6 18-223,5-24-108,-8-4-212,1-1 51,-16-6-29,-3-5-33,-3-1-3,0 0 0,-3-2-260,7 3 0,-2-1 243,-15-8 1,-2-1-365,2 0 0,0 1 373,-6-3 0,-1 0-29,10 6 1,-2-2 7,-2 0 0,-5-3 0,0-1 3,2 1 1,-1-1 0,0 1-703,0-1 0,1 1 0,-2-2 690,6 3 0,-1-1 1,0-1-1,2 2 7,0 0 0,2 0 1,-3-2-584,-6-4 1,-6-3-1,0-1 1,4 2 571,2 2 0,3 1 0,-4-2 3,9 4 0,-4-2 1,-1-1-1,2 1 1,6 3-120,3 1 0,4 3 0,-5-4 117,-1-3 1,-7-4 0,-2-4 0,-1 0 0,2 2 0,7 4-325,-5-4 0,5 4 0,-5-5 325,5 3 1,-6-4 0,-2-2 0,0-1 0,2 1-1,4 4 9,1-1 0,4 2 1,1 1-1,-4-4-7,3 2 1,-3-3 0,-2-1 0,1 0-1,0 0 1,4 3-3,-5-4 1,3 3 0,0-1 0,-3-4-1,0 1 0,-3-5 0,-3-2 0,2 1 0,2 3 0,6 5-8,-2-2 0,4 5 1,-2-4 1,-2-1 1,-4-4 0,-1-3-1,0 2 1,4 3-7,5 6 0,2 3 0,1-1 1,-4-2-83,-4-4 1,-3-5 0,-1 0 0,1 1 0,3 4 92,3 3 1,3 2-1,-1 1 1,-1-2 2,-3-1 1,-3-4-1,0 0 1,2 3-1,5 5 320,2 3 0,4 4 1,-4-3-314,-1-2 0,-5-3 0,-2-3 1,0 2-1,4 3-2,-8-6 0,2 3 1,-3-3-185,4 4 1,-4-3 0,-1 0 0,1 0-1,4 5 182,-1-2 1,4 5 0,-2-2 3,1 2 0,-1-2 0,0 2 1,3 2 401,-8-7 1,0 1-403,2 2 0,-3-1 1,3 2-7,0 1 1,0 0 7,-2 1 0,-4-1 0,7 4-13,14 10 0,0 0 24,-13-6 0,-5-2 1,6 3 8,-14-4-1,18 10 0,-6-2 0,5 3 7,-10-3 840,4 4 1,0 1-836,-6 3-21,0 1-18,-1 6 23,10 8 645,3 7-667,12 7 0,2 4-1,-7 19 1291,11-9 0,1 2-1302,4-5 0,2 1 0,0 3 1,1 0 316,2 0 1,1 0-315,3-2 1,2 0 7,3 25 244,8-9-221,7-10 23,-4-17 173,-1-10 364,-7-11-420,-3-22 76,-1 4-225,-4-13 1,0-6 5,0-3 0,0-1-1257,-1 2 1,2-1 1236,-1-3 1,4-1 13,8 0 1,5 2-411,-1 5 0,2 1 394,7-14 0,5 1 0,5 8 0,4 4-12,1 4 1,2 3 13,1 3 1,1 4-169,-2 5 0,1 4 168,-6 6 1,0 2 2,10 3 1,2 2-7,-3 3 1,0 2-3,0-1 0,0 2-3,6 5 1,0 2 2,-6-1 0,1 2-10,-1 1 1,4 1 0,-4-1 718,2 2 1,-2 0-705,10 4 1,-5 0 11,-8 0 985,-5 0-940,-18-11 50,-18-5-45,-14-16 409,-5-3-448,-16-18-12,9 6 24,-19-5-24,16 15-115,1 7 1,-1 3 114,-9 0-16,2 4 0,-9 1 0,3 1 0,0 2 0,-2 2 4,-3 0 0,-3 0 0,4 2-2,8 2 1,2 3-12,-13 11 1,4 2-102,3 4 115,3 7 1,4 2-12,14-2-16,5-3 0,4 4-718,7 27-453,9-29 0,2 1-1653,0-1 1,3-1 2845,17 20 0,-12-32 0,0-2 0</inkml:trace>
  <inkml:trace contextRef="#ctx0" brushRef="#br0" timeOffset="126981">12711 9370 11514,'26'-22'1949,"0"-1"0,27-12-1523,-32 38 235,15 9-258,-1 4-185,17 12-575,-21-11 0,3 2 413,4 3 0,1 1 5,7 2 1,1 1 8,5 2 0,4 2 19,-10-9 1,5 1 0,1 1 0,-2-2-645,6 3 1,-1-1 0,3 1 614,-11-6 1,3 2-1,1 0 1,-2-1-1,-4-1-8,5 1 1,-5-1-1,5 2 68,2 2 0,5 4 0,3 1 0,-3-1 0,-7-3-728,-4-1 1,-5-2-1,5 2 679,4 4 0,7 3 1,2 2-1,-1 0 1,-8-3 19,2 3 1,-7-1 0,4 3-407,-8-5 1,3 3 0,0 2 0,0-2 0,-4-1 349,9 6 1,-3-1 0,2 2-6,-3-1 0,3 3 0,-1 1 0,-1-1-257,-5-3 0,-2 0 1,-1-1-1,0-1 255,4 5 1,-1-2 0,4 5 2,-8-6 1,4 3-1,1 3 1,1 1-1,-3-3 1,-4-4-22,8 9 0,-6-5 0,4 4-56,-5-4 1,3 3-1,2 2 1,-2-1-1,-3-3 73,-4-3 0,-2 0 1,-1-3-1,-2 1-12,3 2 1,-2-1 0,2 3 23,0 4 0,3 3 0,-1-1 0,-5-4 49,4 4 0,0 1-72,-5-9 1,3 5 0,3 3 0,-3-2-1,-3-7-20,6 8 0,0 0 15,-5-8 0,5 4 0,1 3 1,1-1-1,-4-4 8,5 4 1,-2-5-1,2 4-2,2 0 0,3 4 0,1 0 1,-1-3-6,-6-6 0,1-2 1,-1-1-1,0 0 12,2-1 0,-1 1 0,1-1 0,0-1-4,-1 0 1,1 0 0,0-1 0,2 1 6,6 6 1,3 1 0,-1 0 0,-3-3-16,-1-1 1,-3-2 0,3 2 7,1 0 1,4 4 0,-2-2 0,-5-4 1,2 1 0,0 0 7,1 1 1,5 4-1,0 0 22,1-2 1,0 0 0,1 1-29,-12-10 1,0 1-1,1 1 1,1-1-3,4 3 0,2 1 0,0 0 0,0 0 11,0-1 0,1 1 0,-1-1 0,-3-2-17,0-1 0,-4-2 0,3 2 8,-1 0 1,2 2 0,-1-1 0,-3-2 296,13 10 0,-3-1-298,-9-7 1,2 2 0,-3-2-12,6 4 0,-1 2 5,0 1 1,2 4 0,-6-5-6,-11-10 1,-1 1-12,6 5 0,7 6 0,0 0 0,-8-6 14,-8-7 0,0-1 1,15 11 0,6 5 0,-5-6 7,-7-10 0,-2-2 6,7 5 0,2-2 613,3-5 1,-1-5-552,15-4-43,-10-5 1,0-3-3,2-8 16,-14-3 1,-4-3 1106,-7-2-1095,13-13-62,-24 12 1261,10-17-1261,-15 17 3300,11-19-3305,-15 20 419,7-20-392,-8 16 29,1-17-40,-4 14 17,-5-24-33,-6 11 16,-7-16 12,-4 12-12,-2-2-10,8 14 4,2-7-4,9 22-1,3-8-6,2 12 1,0 0-45,0 4 16,-1 1 46,-5 6-6,-4 2-6,-12 10-11,4-5 11,-6 6-33,14-9 33,0 1 6,6-2 5,2-2 28,3-3-22,2 0-22,1-1 11,-2 0-12,-2 2 18,0 2-18,-2 2 1,-1 5 33,1 1-11,3 7-28,3-1 23,12 11-35,18 12 20,-13-12 1,1 0-117,-4-5 0,-2 2 113,-1 7 1,-7-2-23,-15 3-498,-21-7 0,-13 3 0,0-4-1090,2-4 0,-3-2 1130,-1-2 1,-6 3 0,1-2 0,7-4-1,-19 4 1,-2-2 0</inkml:trace>
  <inkml:trace contextRef="#ctx0" brushRef="#br0" timeOffset="133919">20623 17652 17819,'30'-47'1313,"1"1"1,-1-1 0,3-6 0,-4 7-877,3-7 33,-27 38-356,-12 29-30,-5 13 0,-10 29-65,8-19 1,0 2-534,3-6 0,1 1 497,-5 15 0,0 4-165,1 7 0,-2 3-804,2-10 0,0 2 1,-1-2 120,4-7 1,0-1 0,-1-1 864,-4 9 0,0 0 0,3-11 0,-1 0 0,-5 12 0</inkml:trace>
  <inkml:trace contextRef="#ctx0" brushRef="#br0" timeOffset="134603">20415 18029 11586,'-18'-52'2186,"0"0"0,1 3 0,1 11-1346,6 23-40,0 2-684,13 10-48,12 3-7,7 1 40,31 4-67,-11-3-256,3-2 1,10-1-1,-6 0 241,-11-1 1,1-1-562,10-3 0,10-1 0,-1-1 0,-10 1 564,-10-1 1,-4-2 14,10-1 1,5-3-1,-9 1 171,2-8 145,-5 1 908,-17 0-729,-23 11 466,-10 1-724,-14 10 2553,-5 10-2653,-1 13-79,1 13-78,12-9 0,2 3-30,2-4 0,2 0-15,-14 26 44,10-6-10,13-29 375,7 0-303,8-22 163,30-29-44,-1-5-130,-14 14 0,-1 1 67,15-14 337,5-8-359,-23 22 459,13-14-499,-30 31 52,-2 2-74,-7 9 6,-4 7-67,-6 10-23,-7 18-5,3 10 67,3 3-833,7-3 817,10-21-7,11 0-10,-5-20-18,18-5 34,14-35 12,-9 7-23,-2 0 0,0-1 61,5-4 862,7-5-879,-9 8 24,-10 8-24,-11 9-49,-6 7-12,-5 7 6,-6 17 11,-1 3-39,-4 16 33,3-12-285,4 17-1995,10-12 416,2 1-4720,8-10 6590,1-16 0,-8-5 0,1-2 0</inkml:trace>
  <inkml:trace contextRef="#ctx0" brushRef="#br0" timeOffset="134760">21643 17727 20045,'-10'-37'-370,"0"-1"0,-7-19-6620,15 71 6990,0-1 0,2 2 0,0-8 0</inkml:trace>
  <inkml:trace contextRef="#ctx0" brushRef="#br0" timeOffset="135127">21829 18051 26659,'27'-21'233,"0"-1"1,6-12-1,-3-2-205,3-17-682,-8 5 1,-2-4 697,-7 11 1,-2-1 58,7-17 1,-1 1-31,-6 19 0,-2 3 86,3-3 1,-8 8 551,-19 20-649,-8 13-29,-10 11-33,-2 12-28,9 1 0,0 1 23,-6 11-3,8-2 1,-1 9-1,5-3-126,7-5 1,5 1 68,-3 24 1,6 0-456,7-29 1,6-2-347,12 8 1,4-3-1515,14 6 2380,-8-11 0,-1-2 0,-5-7 0,-1-2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14:50:35.4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3999 2455 19328,'-15'-55'1039,"1"-1"0,-1 0 1,3 6-1,-1 2 1,1 15-945,-3 20-28,2 11-27,5 18 21,2 31-50,6-16 1,1 3-603,3 14 1,1 2 601,0-12 0,0 2 0,2 6 0,-1 6 1,0-6 10,-1-5 1,-2-1-16,1 1 1,0 3-1,-1 0 26,-2 2 1,-2 0 0,0-5-15,1-6 1,-2 0 139,-3 31 1,-4-7 154,-5-32-129,-3 2 140,1-32-101,4-17-68,3-38-94,11 18 0,3-3-714,1-3 1,3 0 673,1 5 0,2 4 18,9-15 763,8 3-786,-10 21 28,18-11-45,-17 30 169,40 11-174,-29 8-7,3 4 1,-1 4 0,-5 8-34,-6-1 0,-1 2-179,9 23-224,-9-3 0,0 0 117,2 10-263,-5-14 1,-1-4 179,-4-21 1589,7 5-1832,3-31 710,7-20 85,0 1 78,-10-1 0,-2-1 251,1-5 103,4-13 22,-12 19 203,-4 7 28,-4 11-323,-1 5-140,-2 5-108,0 0 185,11 5-287,4-1 154,15 2-170,5-5-159,5-8 147,-1-5 161,-5-30 81,-16 15-127,-15-29-45,-19 33-439,-10-6 116,-22 17 60,19 8-47,-19 17 109,30 7 15,-3 15-26,12 7 62,12 15 196,4-16-191,15 14-495,5-21-1723,-1-9 1,2-2 1483,14 6 244,-8-14 0,1-4-18,1-6 270,0-11 1,1-4 334,9-14 116,8-10 160,-29-2 1,-5-3 175,-5-3-232,-2 4 1,-4 1-110,-9 12-143,-7 7-252,-9 18 3459,-1 3-3367,-19 22 87,11 1 59,-7 16 13,18 11-248,15-16 29,5 3 119,29-19-235,-16-15-24,19-8-39,-18-15 130,-1-3 117,4-22 240,-10 9 23,3-15 6,-10 12-100,-2 10 126,-4 1-261,1 16-100,-1-1-30,0 13 48,-1 7-48,3 27-122,5-2-153,9 17-151,12-13 143,-2-9-256,20 3 287,-16-22 0,3-3-56,0 1 0,1-3 441,6-4 1,-1-4 92,15-11 246,-14-9 130,-15-7 51,-11-1-46,-8-6-65,-4-7-373,-4 14 696,-5-3-821,-1 23 8,-20 7-154,9 8 144,-13 14 0,-1 4-86,4 2 180,3-2 0,1 2 0,3 8 63,8 10-103,6 0 29,17-3 6,6-20 10,42-17 1,-26-10 33,11-17 0,0-10 20,-21-3 0,-3-4-560,7-1 1,-3-3 542,-6-15 0,-5 1-20,-6 26 1,-1 0 59,1-11 0,1-4 1,0 4 51,2-19 65,-1 7 0,-2 2 109,-4 18-224,-2-1-79,-2 24-16,-2 22 11,-2 11 28,-2 38-33,2-10 169,4-15 1,0 2-297,2 13 1,3 2-1693,1-3 1,2 0 1405,-2 10 1,3 3-2860,5-13 0,4 0 0,-2-5 2299,-4-11 1,1-3 0,6 14 0,-2-7 0,-8-23 0</inkml:trace>
  <inkml:trace contextRef="#ctx0" brushRef="#br0" timeOffset="392">6894 2562 24855,'-53'-15'-1080,"32"1"-315,75 6-361,-16 4 0,3 1-3160,2 0 1,-2 1 2871,21 0 1,-24 2-1,-29 0 1</inkml:trace>
  <inkml:trace contextRef="#ctx0" brushRef="#br0" timeOffset="535">6809 2898 25040,'46'-18'-374,"1"1"1,0 1 0,-4 0 0,-8 4-1,0 0 1</inkml:trace>
  <inkml:trace contextRef="#ctx0" brushRef="#br0" timeOffset="1250">7674 2413 26351,'-10'21'0,"2"11"6,12 13 16,-4-9 1,-1 0-18,-2 1 3,-2-4 1,-1-1 2,-2-5 124,-8 15-23,10-29 95,-3 2-62,8-30-16,1-15-67,8-20-23,3 10 0,5-1-416,0 4 1,2 2 381,1-1 1,2 2 22,0 7 0,0 4 0,1 1 11,10-5 27,-7 17-23,7 7 36,0 12-71,4 16-98,-3 10-13,-4-2-181,-9-4 1,0 0-473,11 14 77,-5-10 0,3-2-346,24 2 796,-4-13 234,-6-30 799,-23-9-589,-4-25 44,-10 8 212,-1-24 14,-4 21-253,-1 8-200,0 20-12,-6 27 8,2-2 91,-13 46-119,11-21 11,2 24 11,12-32-5,36 5-17,4-22-202,-10-4 1,3-4 218,-4-8 0,0-4 22,-1-3 0,-2-3 23,15-13 100,-9-15-67,-23 13 43,-8-3 0,-2-3 131,-4-22-216,-3 23 0,-2 0 26,-6-24-158,0 28-178,1 9-376,10 23 738,2 5-1052,11 22-665,2 4 390,2 2 659,-2 10 0,-2-2 1,-5-15-1,0 2 1,0 1-1</inkml:trace>
  <inkml:trace contextRef="#ctx0" brushRef="#br0" timeOffset="1759">8897 2811 27107,'20'-35'136,"-1"0"0,1 2 1,2-1-28,8-11 0,-1 2-1120,-10 14 1,0-1 1028,3-11 1,1-7 0,-4 3 17,-5 4 1,-2 0-1036,-1-3 1,-1-4 0,-1 5 1006,-2 5 1,-3 3 13,-3-6 1,-4 4 980,-7 6-933,-10 1-32,4 18 172,-3 19 1125,-5 37-1144,10-6 0,0 4-41,0 5 0,2 1 1394,2-3 0,3 1-1438,3 0 1,7 1-105,17 7 1,6-2-545,-11-14 0,3-2 505,9-2 0,6 0 1,-1-9-420,18-2 428,5-11 0,3-6 112,-19-9 0,-1-5 64,16-4 1,-2-7-174,-15-8 0,-5-4 241,-8 5 0,-2-4-80,-4-8 0,-2-5 1,-1-1-520,0-9 0,-2-2 385,-2 11 1,0-1-1,-1-2-50,0-10 1,-1-3 0,-2 5-83,-1 1 1,-3 2 50,0 6 1,0-2-1,-2 6 145,-6-19-272,-11 20 760,4 30-561,-6 7 867,3 25-159,-7 25-348,9-7 0,-1 3-118,2-4 0,0 3-151,-1 12 0,0 7 1,2-1-1132,4-10 1,1-1-1,0 1 1021,-2 9 1,-1 2 0,4 1-370,4 2 1,3 1-1,2-3-1073,3-9 1,3-3 0,2 3 1376,0-2 0,2 2 1,1-1-1,-1-5 1,3 11-1,1-7 1,0-6-1,1-1 1</inkml:trace>
  <inkml:trace contextRef="#ctx0" brushRef="#br0" timeOffset="2391">3750 4341 20556,'-5'-52'1469,"-1"-1"0,0-1 1,2 10-1324,2 24-53,0-1-109,1 25 32,6 31-8,-2 16 1,1 6-360,0-15 0,-1 4 177,-4 8 1,-3 10-1,0 0 1,0-9-995,-1-5 0,-1-1 347,-1-1 1,-1 8 0,-1 0-1,1-6 821,-2 16 0,0-7 0,3-15 0,0-2 0,2-6 0,0 0 0</inkml:trace>
  <inkml:trace contextRef="#ctx0" brushRef="#br0" timeOffset="2909">3447 5095 16656,'-13'-59'1897,"-1"-1"0,-1-1 0,2 11-1511,5 27-158,2-2-256,10 19 63,33 7-74,-6 1-29,24 2-50,-13-3 1,2 0-257,-5-3 1,2-1 306,3-1 0,4-2 0,-3 0 55,-6-1 1,-1-2 19,12-7 1,-3-3 64,3-10 328,-19 7 0,-4-1 378,-1-10-203,-14 3-324,-21 19-56,-4 7 79,-7 5 358,7 3-571,-14 16-51,17-4-3375,-4 41 3364,13-30-39,7 30-6,8-29 23,7 3 16,-4-12 153,11-12-80,-16-10 168,13-27-151,-16 10 67,5-27-84,-7 23 3521,11-24-3386,-7 19-12,6-5-89,-9 18-62,-3 9-33,-3 18 5,-2 12 0,0 7-11,-3 22 0,0-17-56,0 4 0,-1 0-50,2 3-230,3 1 0,4 0-1003,12-6-4610,14 6 5101,1-32 0,-9-9 0,-10-4 0</inkml:trace>
  <inkml:trace contextRef="#ctx0" brushRef="#br0" timeOffset="3108">4405 4347 21002,'-3'-2'3859,"0"0"-3013,3 2-991,-26-15-52,20 15-145,-18-10-5661,34 34 6003,-3-6 0,3 3 0,-7-12 0</inkml:trace>
  <inkml:trace contextRef="#ctx0" brushRef="#br0" timeOffset="3625">4485 4739 17927,'2'-4'5579,"0"0"-3305,-2 4-1938,20-60 521,-16 38-821,8-11 1,-4 4-99,-10 22 34,0 16 73,-3 10-56,1 5-113,0 6 1,0 3-672,0 27-701,1-15 0,0 0-479,3-12 1,0-1 1974,2 3 0,-1-4 0,1-7 0,1-1 0</inkml:trace>
  <inkml:trace contextRef="#ctx0" brushRef="#br0" timeOffset="4099">4901 5003 26710,'18'-44'98,"0"0"1,0-1-1,-1-2 1,0 0-1,-3 4-84,0 4 0,-3 0-522,-3-5 0,-3-5 1,-1 6 512,-2 9 1,-2 0 1,0-9 1,-2-5-1,0 5 500,-3-18-493,-3 7 0,0 4-9,1 13 212,-3-13-234,9 56 11,0 2 45,4 46-39,0 6 261,-1-22 0,1 3-265,-1 2 0,0 5 1,0-5-475,-1-7 0,0 2 356,1 16 1,1 7 0,0-7-92,-2-19 0,3 0-2825,9 16 1,4 8-1,0-10-6249,9 4 9287,1-6 0,-2-8 0,-11-27 0,-7-4 0</inkml:trace>
  <inkml:trace contextRef="#ctx0" brushRef="#br0" timeOffset="4476">5956 4552 22750,'8'-60'-426,"24"26"1,11 7-433,2 15 0,6 6 449,-5-1 0,2 0 0,-3 1 354,-1 0 1,-3 5-4862,-2 9 1,-7 3 3002,-11-1 1,-1 12 0,-20-17 0</inkml:trace>
  <inkml:trace contextRef="#ctx0" brushRef="#br0" timeOffset="4617">6151 4629 21567,'33'-3'-8871,"23"-10"5392,-19 2 1,0-2 2346,1 0 0,-4 1 0,-9 4 0,-11 3 0</inkml:trace>
  <inkml:trace contextRef="#ctx0" brushRef="#br0" timeOffset="5334">7203 4227 18924,'3'-5'4106,"-1"2"-1939,-2 3-2105,-10 20-74,7-3 24,-7 19 27,4 16-17,-4 7-290,0 0 331,-6-4-24,9-35 577,-5 3-331,8-16 124,1-9-291,7-7 78,12-38-3248,-3 16 3094,1-4 0,2-2 20,9-13-1149,-2 11 1,0 1 1108,7-6-44,-3 15 0,1 6 17,-6 12 5,35-2-34,-31 14 29,27 10-23,-19 9-286,12 22 2155,-19-9-2463,1 23 3427,-21-27-3920,-2 7 0,-1 1 678,-1-5 12,7 26 358,-4-47 319,46-26-96,-20-4-945,8-6 0,1-4 1063,-3-5-68,3-10 0,-2-2 74,-7 3 6,-3 0 0,-5 2-6,-13 14 960,-2-16-1094,-7 28-17,-5-5-124,0 19 29,-10 15-34,4-1 0,-17 40 0,14-20-9,0 8 1,2 2-9,4-4-565,8 3 1,4-1 586,4-9 331,7-3 0,4-4-302,4-10 28,13-6-46,-16-17 57,14-32-34,-17 12 17,3-7 0,-2-1-16,-3 3-1,-1-3 0,-1-1 11,-3-1 6,4-16-50,-11 28 3268,-3 7-3430,-1 14-987,-1 4-4100,11 35-4588,1-5 7945,4 16 1,-6-24 0,-7-15 0</inkml:trace>
  <inkml:trace contextRef="#ctx0" brushRef="#br0" timeOffset="5850">8437 4556 27695,'18'-35'76,"-1"1"1,3-3 0,1 0-2,3-5 1,-1 1-1217,-6 11 1,0-3 1141,1-4 1,0-5 0,-3 4 711,3-17-677,-5-3 1,-1 1 24,-4 5-747,-3 14 0,-2 4 714,-5 17-11,-9 10-29,5 7-4,-9 9 10,7 5 17,-7 22 0,0 5 1,-1 6-171,3-2 1,-2 9 0,2-7 155,5-12 0,2-1 1,-2 9 0,1 6 1,2-6-5,1 19 3,7-15 1,6-1-10,2-16 0,6-2 15,19 8 0,5-4-6,-12-11 0,4-5 10,10-5 1,7-4-1,-5-3-4,-12-4 0,1-5 4,18-10 1,8-8-1,-7-4 353,-13-6 0,-4-6-356,4-1 0,1-5 0,-4-4-3,-8-6 1,-5-5 0,-2 4-4,-6 14 0,-1 2 1,0-3 10,1-7 1,0-5 0,-1 1 0,-2 7 12,-3 6 1,-2 2 50,0-11 0,-1-5 0,-2 10-73,-7 1 1613,-2-14-1613,-4 54 0,2 11 0,-2 9 0,-4 14 0,-1 4 0,-7 16-612,5-8 0,-6 11 0,1 2 0,2-7 612,1 1 0,1 2-201,-1 2 1,-1 9-1,1 0 1,4-9-237,3-1 0,6 1 437,7 1 0,6 9 0,1-1 0,-2-10 0,-3-13 0,1-1 0,8 7 0,0 0 0,1 0 0</inkml:trace>
  <inkml:trace contextRef="#ctx0" brushRef="#br0" timeOffset="11158">2479 6723 9789,'1'3'7707,"-1"-1"-1955,0-2-5074,21 40 902,3-44-1379,9 31 17,-9-47 1,-2-11-96,0 1-207,-1-2 1,0-2 251,4-19-408,-7 7 0,-2-3 257,-5 15 0,-2-1 13,2-21 1,-4 1-8,-3-4-7,-5 14 1,-2-7 0,0 7 0,-5-18 2,-4-2 1,-3 6-118,0 29 103,-12-8-16,16 31-28,-10 13 33,5 21 6,-8 28-11,6 1-3,5 3 0,2 3-225,5-16 0,1 2 229,1 3 1,1 6 0,1-6-233,2-5 0,3-3 222,3 14 1,6-3 2,4-17 0,5-4-38,0 0 0,2-2 55,0-4 0,1-5 0,29-2 17,-8-21-1,13-13 1,-14-5 0,-9-8 0,-3-3-6,-3 1 6,1-4 0,-4 1-6,-12 12 735,5-10-723,-15 23 1235,-1 1-1275,-2 5 262,-1 2-245,0 1 0,0 11-12,0-2-3436,2 23 3409,0-16-1238,10 28 913,-4-24-1938,17 21 2302,5-26 0,-9 2 0,2-14 0</inkml:trace>
  <inkml:trace contextRef="#ctx0" brushRef="#br0" timeOffset="11325">3231 6267 18621,'-3'-3'4644,"1"0"-5383,2 3-12,-15-27-1321,16 25 2072,-7-17 0,12 27 0,1-1 0</inkml:trace>
  <inkml:trace contextRef="#ctx0" brushRef="#br0" timeOffset="11800">3627 6363 26026,'-18'-29'-6,"0"1"1,-8-1 5,28 43 0,10 33 0,3-11 11,4 7-11,9-2 0,6 1-42,-6-13 0,3 0-303,11 14 1,1-1 327,-9-13 0,-4-3-44,3 11 5,-23-4-146,-29-6-236,-22-6-178,-16-9-240,-6-19 133,15-7 367,21-5 1,4-6-4,-8-29 395,15 10 1,3-1 139,3 7 1,2 2 108,3-1 1,0 3 665,1 3-27,-4 9-404,3 14-256,0 1-220,2 6-5,2 3 233,-1 7-249,-1 28-51,0-8-126,1 2 0,0 2-1711,0 18-3832,0 3 5697,2 3 0,0-34 0,0-2 0</inkml:trace>
  <inkml:trace contextRef="#ctx0" brushRef="#br0" timeOffset="12158">4009 6759 25394,'17'-56'464,"-1"0"1,2-4 0,-2 4-392,-7 21 0,-1 3-547,0-2 0,-1-2 555,0-9 1,-4-3 21,-3 0 1,-2 1-76,0 9 0,0 0 73,-5-12 0,-1 5 333,-2 14-378,-2-3 118,7 24-224,2 9 33,2 4 28,-1 21-22,1 12 11,0-5 0,1 3 157,-1 24-166,2-16 1,0 1-17,2-6 0,1 1-143,5 20 0,1 1 44,-2-19 1,2-1-415,7 12 1,3 0-2505,4-14 1,2-2 2873,-3-4 0,0-2 0,19 18 0,-25-32 0</inkml:trace>
  <inkml:trace contextRef="#ctx0" brushRef="#br0" timeOffset="12317">4104 6579 24464,'17'-43'-1029,"0"-1"1,-7 7-1,5 6 1029,27 19 0,3 8 0,-16 0 0,18-1 0</inkml:trace>
  <inkml:trace contextRef="#ctx0" brushRef="#br0" timeOffset="12491">4635 6562 26026,'13'-54'0,"-3"11"0</inkml:trace>
  <inkml:trace contextRef="#ctx0" brushRef="#br0" timeOffset="13309">5444 6536 26065,'-33'-31'163,"-1"0"1,0 0-1,-5 1 1,-3 2-1,7 11-123,-1 13-12,1 5 0,-1 4-45,-3 11 6,-6 13 15,17-2-10,7 21 1,16-22-27,16 27 26,2-33-27,38 10 27,-9-24 48,-8-9 0,1-2-14,6-7 40,4-22-24,-27 12 203,9-32-146,-16 25 235,3-29-112,-11 33-62,-3-5-100,-2 18 44,-2 5-128,0 5-1,-2 8 12,1 2-51,-6 29-89,7 1-241,-1 24 95,11-16-400,6-11 0,5 0-491,25 9-306,2-13 0,5-5 1174,-18-12 1,2-4-129,19-3 0,0-7 229,-20-6 1,-1-4 15,12-6 1,-1-3 432,10-12 78,-22 7 1,-5-1 683,0-10 564,6-20-1102,-13 17 336,-3-13-465,-12 30 442,-15-16 62,3 23-700,-23-7-17,-6 20-106,6 2 547,-6 6-525,8 12-28,12-5 11,-13 24 0,20-19 140,-5 23-123,11-22 0,1 5 62,2-13 178,1-7-172,0-2 105,-2-3-145,0-2-39,1 1 5,-2-2-5,3 1-6,0 0 17,1-1-11,0-4-11,0-4 5,4-8 0,-1 5-56,5-6-123,-4 11-924,0 0-219,-1 6 522,-1 5-1485,1 8-2202,0 6 3628,-1 9 0,0-10 0,-2-1 0</inkml:trace>
  <inkml:trace contextRef="#ctx0" brushRef="#br0" timeOffset="13900">5715 6512 10898,'0'-6'9830,"0"1"-4291,0 5-5298,0-44 336,3 27-409,-1-31 257,4 33-122,0 3-236,-2-1 0,2 3 118,-3 1-157,-1 4 11,0-1-100,-1 6 61,-4 12-17,-7 27 11,-1 0 0,-1 0 1,-2 4-661,2-5 1,-2 4 665,0 4 0,0 6 0,0-3 0,-2 4 0,2 0 0,2-1 0,0 3 0,2-3-9,2 7 1,3-2-346,1-1 1,1 0 353,4-1 0,2-4 6,8 7 11,-1-25 117,-1-19-61,-3-26 1148,3-19-1204,4-24-12,0-1 242,-4 15 1,0-4-254,-1 3 1,0-3-645,-1-4 0,0-5 0,-1 4 655,1-5 1,-1 1-10,-2 11 1,0-1-1,-1 2 9,0-1 1,-1 0-462,3-14 1,1 0 458,-2 16 0,1 2-9,0-7 0,6 5-245,25 0 235,-13 20-12,12 7 0,2 4 28,-8 13-6,21 9-2121,-23 17 2110,-7-2 1194,3 29-1200,-23-12 1,-5 2 25,4-14 0,-4 0 143,-20 28 0,-5-6-146,-3-17-3,-2-4 0,0-3 192,3-9-377,-2-6 0,0-3-125,5-5 2202,-21-11-5546,37-19 3657,7-21 0,4 18 0,6-3 0</inkml:trace>
  <inkml:trace contextRef="#ctx0" brushRef="#br0" timeOffset="14375">6285 6391 26486,'-6'54'197,"1"1"1,-1-5 0,1 0-179,0-6 1,1 0 2,-1 3 1,-1 1-734,1 0 1,-1-1 724,1-1 0,-1-1 230,2-5 0,0-3-25,-5 7-90,6-31 429,-3-8-485,4-25-45,0-25-20,4 11 1,2-4-1184,2-9 1,2-1 1176,0 6 1,3-1 6,4 0 1,2-5-1,1 5-184,3-2 1,0 1 176,-1 4 0,1-3 0,-1 4 6,-1 6 1,-1 0-240,5-9 1,-2 4 230,-4 6-11,10-15 34,-17 38-91,19 4 57,-6 11-34,16 9 34,-16 5-22,8 29-7,-17-6 20,-6-10 1,-4 0 2,-12 10 916,-14-11 0,-8-3-913,1-9 0,-4-3 288,-16 10 1,-4-3-446,5-8 0,-1-3-1266,-3-2 1,3-4 944,15-4 0,3-2 1,-15 0-1,36-6 1</inkml:trace>
  <inkml:trace contextRef="#ctx0" brushRef="#br0" timeOffset="15474">6903 6550 27510,'40'-47'79,"-8"8"-40,-4 7 17,-3-7-39,-2-1 16,-5-5-16,-13 15 0,-5 8-11,-5 9-18,-5 7 12,-5 9 6,-7 7-17,-4 8 16,-14 26-16,13-7-910,-2 17 904,22-22-61,8 8-241,25 0 44,9-2 141,11-4-143,-2-24 0,1-5 232,-2-4 47,2-4 1,-2-3 14,-14-8 45,18-23 881,-27 14-808,13-30-23,-19 24 22,3-11-56,-9 21 118,-1 3-145,-3 11-29,-1 0-16,0 6-12,3 13 12,-2-2-23,7 29 6,-7-5-17,3 18-17,-3-5 45,1-3-6,1-12 124,1-5-45,-4-19 0,1-8-29,-3-17-10,1-3 78,8-25-101,3 9-5,9-11-1,1 16-10,1 10-1,1 10 6,-6 5-123,33 16 45,-25-3-62,4 4 0,0 2-45,-5 2-168,1 3 0,1 0-128,4 2-127,0-1 0,5-1-350,5-6 1,2-3 337,4 1 1,0-3 423,0 0 0,1-4 45,8-5 0,-2-5 56,-20 0 0,-1-2 431,12-3 0,-2-3 617,4-19-78,-17-9-119,-13-9-101,-9-6-353,-4 10 528,-11-13-606,-3 34 224,-43-7-387,22 31-5,-5 5 0,-1 6-5,-6 20-492,16-7 1,1 1 446,-10 18-385,14-2 0,5 0 379,5-3-14,6 2 0,6-4 14,9-16 11,22 6 12,3-29 27,15-15-33,-9-6 28,-8-7 0,-3-6-9,-9 6 0,-2-3 70,1-9 0,1-5 0,-3 2-78,-2 0 0,-3 0-1072,1-13 0,-3 2 1083,-5 25 0,-3 0-112,-2-23 1,-1 0 167,0 5-34,-3 6 1,-2 8-34,1 30-22,-1 5 5,3 8 722,-1 20-747,2 5 0,0 7-65,0 21 1,0 3 748,0-7 1,1 2-877,0-3 1,2 3 0,-1-3-633,0 8 1,0 1-1577,-1-10 0,1 4 0,-1-2 2414,-1-6 0,-1-1 0,1-4 0,-1 3 0,0-5 0,-3 5 0</inkml:trace>
  <inkml:trace contextRef="#ctx0" brushRef="#br0" timeOffset="15974">9498 5989 19496,'2'-43'1453,"1"0"0,0 0 1,1-12-1,-2 11-993,-4 24-337,0 15-112,-3 6 40,-13 36 44,-5 19-73,6-16 1,-1 6-1,0-2-1715,0 3 0,1 0 1696,2-7 1,-1 1 0,2-1-10,1 9 1,4 1-591,7-1 1,4 3 0,0-2 536,0 5 0,4-1-272,8-3 1,7 2 0,4-9-359,12-12 1,6-8-2589,0-5 0,4-1 0,-3-3 2503,0 1 0,-1-4 1,2-5-1,-9-4 0,-22-3 1</inkml:trace>
  <inkml:trace contextRef="#ctx0" brushRef="#br0" timeOffset="16175">10122 6132 22727,'-2'-7'3507,"1"2"-2953,1 5-397,0 0-118,7-12-45,-2 20-16,8 12-45,-5 32-283,-4-5 0,-2 3-1725,-1-5 1,-2 0-960,-1 1 1,0-2-1689,-2-10 1,0-3 4721,-3 3 0,4-15 0,1-9 0</inkml:trace>
  <inkml:trace contextRef="#ctx0" brushRef="#br0" timeOffset="16416">10462 5752 23360,'0'-10'1395,"9"-28"0,5-4-1020,1 19-345,-2-18 1,4 9 42,16 48-54,-12 13 1,-2 7-28,1-6 0,-1 3-190,2 13 0,-3 6 171,-6-4 1,-3 3 0,-1-3-411,0 1 0,-2 3 39,-3-3 0,-2 11 1,0 3-1,-3-3 0,0-8-2017,-6 9 0,-3-1 1227,3-9 1,-1 5-1,-3 0 1,-2-8 1187,-12 5 0,-1-10 0,-3 7 0,-3-3 0</inkml:trace>
  <inkml:trace contextRef="#ctx0" brushRef="#br0" timeOffset="22205">2407 8627 17944,'-8'-59'1581,"0"0"1,1 6-1,0 8-483,2 20-992,2 12-72,-1 17-12,6 11 1,0 18 5,4 15-17,-2 2 0,0 3-506,-1-15 0,0 0 503,1 25 1,-2-2 13,-1 0-152,-1-26 1,1-1 269,-1 4 96,0-13 245,0-25-212,-1-35-230,1 11 6,1-8 0,1-2 0,2-2 50,8-9 1,2-1-12,0 4-771,0 5 1,0 3 730,-1 14 292,10-3-347,2 12-6,0-1-11,3 20-11,-1 17 45,-4-1-34,-2 7 0,-1 2-28,-2 1-1395,4 6 1,2 1 1276,-1-6-387,7-1 0,2-2 269,-1-9-748,5-6 0,0-3 872,-6-9-797,26-11 976,-23-16 685,-4-6 1,-1-2-613,6-10 14,-9 6 0,-3 1 1704,-7 7-1399,8-18 1986,-14 25-2366,1-1 2296,-8 16-2280,-8 20 287,1-2-270,-9 35-40,9-14 12,2 18 0,22-8 6,7-13-6,6-6 95,17-18-78,-24-11 112,33-20-17,-31-6-73,4-7 0,-18 3 107,-15-13-123,-4 16 44,-12-4 0,-6 1 12,-13 7-74,6 6 1,0 2-23,-8 8 51,-18 11-62,32 2-168,-14 26-73,39-4 44,4 11-72,13-10-1327,36 6 723,-14-13-1984,12-7 0,15 0 1,-8-2 988,-17-5 0,0-2 1341,11 1 1,6 0 0,-2-4 139,-11-4 1,-2-3 0,-2-1 1097,10-3 0,1-2 407,-7 1 1,3-1-1,-6-1-505,-6 1 0,-5-1 3375,15-14-1570,-35 10-1701,-7 2 616,-30 1-1031,4 10-1192,-10 2 1,-2 2 1057,0 4 405,-5 4 0,-1 5-500,-2 11-59,13-3 0,3 1 770,-1 11-781,15-1 0,5 2 19,8 5-5,10 20 41,8-33-2,29-5-23,-20-14 0,4-10 1,0-6 17,2-17-12,-9 2 0,-2-4-17,-7-3 1,-3-1-1,6-26 6,-7-4-1051,-9 15 0,-1-1 1056,1-13-387,-1 13 1,0-7-1,-1 9 427,0-7 8,1 6 0,-1 5 54,-1 23 1594,0 6-1729,-1 12 2477,-1 23-2488,-1-2 2,1 15 1,0 4-54,1-6 1,0 0-353,1 7 1,0 1 315,0-7 0,2 2-739,3 7 1,3 3 0,-1-3 61,0-7 0,2 1-340,3 12 1,4 5-1,0-9-644,14 2-1498,6-14 0,2-5 1448,2-9 1820,3-14 1,-1-8 6431,-10-16-2421,12-18-303,-30 2-1316,-6 0-774,-3 5-475,-3 8-739,-1 8 279,-1 6-565,0 7-90,1 0-16,5 3 21,18 1-27,-3 0-11,28-3 5,3-12-5,-10 2 13,-14-9 1,-5-4-9,-12 2 28,1-29-28,-16 30 40,-17-21 10,0 24 79,-26-6 68,3 28-102,-1 8-56,9 14-38,18-3-7,4 28-33,10-21-235,15 13 0,7 1-191,5-7-552,11 0 0,6-3-702,9-9 1166,9-6 1,-1-2 0,-14-4-1,-9-5 1,1 0 0</inkml:trace>
  <inkml:trace contextRef="#ctx0" brushRef="#br0" timeOffset="22438">5613 8521 23147,'44'-8'-392,"0"0"0,4 3 0,-3 4-3545,4 11 3567,2 4-2522,-12 3 2892,-7 2 0,-2-3 0,-15-4 0</inkml:trace>
  <inkml:trace contextRef="#ctx0" brushRef="#br0" timeOffset="22605">5665 8842 24794,'-40'-4'1324,"1"-1"1,-23-5-1157,65-4-95,10 0-56,12 2-129,30 2-34,-12 6-1993,-5 2 1,1 2 1192,5 2 492,-2 1 0,-2 0 1,-11-1-1,14 2 1</inkml:trace>
  <inkml:trace contextRef="#ctx0" brushRef="#br0" timeOffset="23346">7385 8660 5691,'6'-42'1531,"-1"0"0,0 0 1,2-8-1,0-1 1,0 7-411,-3 10 0,0 3-844,2-7 1,-1 3 1694,-4 3-1882,-1 23 1127,-2 20-1027,-3 37-122,0 1-32,0-5 0,-1 5 740,-1 7 0,-1-1-787,2-10 0,0 3-42,-2-1 1,1 3 0,0-5-27,2-9 1,0-1-271,0 8 0,1 6 0,0-6-49,2-10 1,2-2-4300,7 28 1,3-6 4696,7-19 0,5 4 0,-13-31 0</inkml:trace>
  <inkml:trace contextRef="#ctx0" brushRef="#br0" timeOffset="24221">7458 8267 15893,'45'-22'48,"0"-1"1,-14 4 0,2 3 18,8 13 0,5 6 1,-4 1-18,-9-3 0,2-1 10,22 0 0,11-2 0,-7 1-38,-13-1 0,1-1 10,8-1 0,9 0 1,1 0-1,-8 0-21,1-1 1,1 0-1,-8 1 0,9 0 0,3 0 0,-3 0 1,-8 0-157,-5 1 1,-7 0-1,7 1 142,0-1 0,7 0 0,4 0 1,0 0-1,-3 0 0,-8 1-528,4-1 0,-7 1 0,6-1 538,1 1 1,6-1 0,2 1 0,0-1 0,-6 1-8,-5-1 0,-3 1 0,-1-1 0,3 1 92,9-1 1,1 0 0,3 0-1,0 0-69,-6-1 1,3 1 0,0-1-1,-1 0 1,-4 1-202,-5 0 0,-2 1 0,-1-1 0,3 0 199,1-1 0,3 1 1,1-1-1,-1 0 0,-2 1 42,4-1 0,-2 0 0,-1 1 0,-1-1-26,7 0 1,-2 0-1,3-1 42,-8 1 1,5 0 0,1 0-1,-4 0 1,-7 0-2,7 0 1,-2 0 25,9-1 1,5 0 0,-5 1 241,-8 1 0,-1-1-259,-3 2 1,2-1 0,-4 0-57,0 1 0,-1 0 69,18 1 1,-6-1-45,-15 3-11,-9 1 0,-1 1 2019,-8 6-1941,6 21 888,-15-3-921,-2 16 2425,-11-15-2420,-1 12-50,-1-13 39,-3 26-11,0-1-37,1 5 0,0 5-481,2-12 0,0 1 464,1 10 1,1-2-9,1-18 1,1-2 24,3 16 0,1-1-25,-4-19 1,1 1-9,5 21 1,1 9 0,-1-10 1,-4-19 1,1-2-6,4 27 0,1-1-3,-6-28 1,-2 0-217,-3 14 0,-4 0 224,0-8 1,-4-1 11,-9 9 0,-8-5 0,-23-7-12,5-18 1,-2-5-34,-14-1 25,12-7 0,-3-1-3,9-2 1,-1 0-627,-14 0 1,-3-1 634,14 0 1,-1 0 0,1 0-4,-11 0 0,-2 0-7,8 0 0,-5 0 0,-1 0 0,7 0 4,-8 0 1,-4 1 3,13-1 1,-8 1 0,-5 0 0,-2-1 0,3 1 0,6 0-4,0 1 1,5-1 0,1 1-1,-3-1-472,-4 1 1,-2-1 0,-2 1 0,3 0 0,3-1 471,-6 2 0,5-1 1,-5 1 1,5 0 0,-3 0 0,-3 0 0,1 0 0,3 0-274,-1 0 0,4 0 1,-1 0-1,-4 0 273,0 0 0,-5 0 0,0 0 0,1 1 0,6-2-70,-7 2 0,5-1 0,-2-1 73,2 0 1,-3 0 0,1 0 0,4 0-22,5 0 1,4-1 0,-7 1 18,4-1 0,-7 0 0,-3 0 0,-1 0 0,0 0 0,5 0 8,-10 0 0,4-1 1,-1 0-1,-3 0-6,9 0 1,-3-1 0,-2 0 0,0 0 0,1 0 0,2 0 88,-2 0 1,2 0 0,1-1 0,0 1 0,0-1-80,-3-1 0,0-1 1,0 0-1,1 0 0,5 1-5,-12-2 1,5 0 0,2 0 310,3 0 1,1 0 0,2-1-302,-11-1 0,7-1 547,-5-1-763,12-2 0,3-3-327,14 1-7674,-4-18 8200,49 12 0,-3 3 0,3 6 0</inkml:trace>
  <inkml:trace contextRef="#ctx0" brushRef="#br0" timeOffset="25403">8073 9064 14785,'10'-47'2086,"-1"1"1,0-1-1,3-15 1,-2 7-1135,-4-2-633,-2 24 101,-3 14-336,-1 15 123,0 25 34,-3 33-201,2 1-12,-1-19 0,1 3 13,-2 2 0,-1 4 0,0-2-666,-1 8 1,-1 1 625,0 2 1,0 4 0,0-6 1,1-6 0,0-5 16,1 2 1,0-4 3,3-4 369,-4 4-280,0-44-79,-5-16-22,1-36-5,5 20 0,1-4-501,1-8 0,1-1 492,1 8 1,1-2 13,2-16 0,1-2 14,2 7 0,0 0-19,0 2 0,2-3 12,1 4 1,2-2 0,-2 5-11,-1 13 0,1-1-8,5-11 0,3-7 0,-2 11 0,5-2 570,0 8 0,4 5-581,5 20 17,23 15 5,-3 16-20,-10 14 1,-2 6-3,1 8 8,-12-10 0,-6 2-14,-14-6 1,-7 0 2,-15 1 0,-5-1-1501,6 1 1,-4-2 1508,-11-4 1,-8-5-72,-1-7 1,-6-4 0,4-1 98,7-1 0,-1-1-344,-10 1 1,-6 1 0,8-5-4160,-5-12 4481,5-4 0,24 1 0,16 1 0</inkml:trace>
  <inkml:trace contextRef="#ctx0" brushRef="#br0" timeOffset="25837">9277 8724 6700,'7'-59'1920,"1"0"0,-1 0 0,-2 7 0,-1 0 1,-1 1-1043,2 0 1,-2 1 0,0 3-481,-3-3 0,-2 7 1521,0 5-1807,-1 20 855,1 18-911,5 19-28,1 6 2,4 15 1,1 7-17,-1-2 0,0 3-322,2 10 1,-2 1 315,-1-5 1,-3 4-14,-3-9 1,-3 6 0,0 2 0,0 0-544,1 5 0,-1 1 0,1 1 0,-1-1 427,0 0 1,-1 0-1,1 0 1,1 1-991,3-9 0,0 4 0,1-1 0,1-4 0,1-9 1111,5 3 0,0-5 0,2 10 0,0-6 0,1-18 0</inkml:trace>
  <inkml:trace contextRef="#ctx0" brushRef="#br0" timeOffset="26744">9973 8874 18739,'11'-54'1854,"0"0"0,-2 9 0,-2 6-857,-4 1-801,-3 23 79,0-1-214,0 26 57,-1 13-51,-2 7-11,-2 5 0,-1 1-28,-2 6-11,-2 7 0,0 2 22,0 5-31,4-13 1,0-2 2,2-1 123,3-3-10,1-29 223,3-13-297,1-5 12,12-38-17,0 0-31,-4 8 0,-1 0-14,3-19 25,-7 9 0,-2-1-14,-1-1-3,-2-2 1,0 2 36,-5 9-28,1-4 22,-2 30-62,-2 23 35,-1 12 4,-6 34-10,4-9-1160,4-5 0,0 0 1160,2 1-299,4 7 0,1 1 198,4-6-149,0 0 1,3-1-1303,6-6 1546,6 4 0,-9-18 0,-2-7 0</inkml:trace>
  <inkml:trace contextRef="#ctx0" brushRef="#br0" timeOffset="27171">10854 8667 16756,'10'-50'1211,"0"0"1,0 0 0,0 0 0,1-12 0,1 2 0,-4 8-955,-2 15 1,-3 4 305,0-4 0,-2 5-93,-1 4-358,-1-1-44,-2 25-24,1 18 24,-2 20-35,0 7 1,1 3-238,1-11 0,-1 4 225,-1 6 0,0 9 0,-1 1 0,1-8-622,-1 1 1,-1 1 583,0 1 0,-1 7 1,0 0-1,0-7-37,-1-3 1,1 0-498,0 5 1,1 7 0,0 1 0,1-8-346,0 0 0,2-2 896,2-1 0,1 6 0,0-1 0,1-13 0,2 2 0,6 10 0</inkml:trace>
  <inkml:trace contextRef="#ctx0" brushRef="#br0" timeOffset="27770">11308 8729 21691,'2'-42'1809,"-1"5"-1081,-3 28-515,0 0-11,-1-2 324,2-2-386,0 5 236,1-10-124,0 8 0,1-5-146,1 5 269,7-6-313,-4 9 33,4-4-61,-7 10 72,0 12-22,-2 22-33,-1 17-43,-3-7 0,-1 3-14,0-7 1,-1 0-215,-3 16 1,0-2 227,3-16 1,0-3-4,1 0 1,0-4 61,-3 10 96,5-23 89,-1-5-224,19-39-11,3-6-6,4-6 0,4-2-284,-5 10 1,1 0 291,10-12 1,1 1-6,-10 16 0,-1 2-2738,19-19 2719,-17 26-6,0 14-6,-1 13-11,17 22 5,-17-2-55,-2 3 0,-1 3-1946,7 14 1587,-12-20 1,2 1-3211,4 4 1,1-2 3646,12 14 0,-5-7 0,-11-17 0</inkml:trace>
  <inkml:trace contextRef="#ctx0" brushRef="#br0" timeOffset="28644">7555 9523 16163,'17'-44'3201,"-1"-1"0,-7-15-2826,-29 70-33,-16 15 10,3 5 1,-2 5-255,-2-1 0,0 1-862,-7 7 0,-4 2 773,3-4 0,-3 2 1,4-4-22,7-6 1,0 2-114,-5 6 1,-7 8-1,0 0 1,8-7-33,7-4 0,1-2-1266,-9 12 1,-3 6-1,7-9 722,0 2-1883,9-12 0,2-2-1819,5-9 3971,-6 4 0,22-23 0,1-2 0</inkml:trace>
  <inkml:trace contextRef="#ctx0" brushRef="#br0" timeOffset="28903">6403 10038 16857,'-16'-49'1992,"-1"-1"0,1 2 1,1 10-924,2 21-873,3 3-56,4 13 45,7 14 28,5 11 0,4 12-6,5 11 11,-2 9-131,-5-21 1,0 0-60,2 15-9,-2-18 1,0-1-9,0-5-45,15 20-190,-1-22-611,17 3 119,-5-18-833,5-11 0,2-4-389,10-2 1259,6-4 1,-2-1 0,-21 5-1,17-4 1</inkml:trace>
  <inkml:trace contextRef="#ctx0" brushRef="#br0" timeOffset="29793">5695 10765 21780,'1'-45'974,"-1"1"1,1 0 0,-1 10-840,1 24-1,2 3-100,0 12 100,6 32-112,-5-9 14,0 13 1,-1 5-6,-4-14 0,-3 1-1885,0 17 1,-3-1 1858,1-16 1,-1-1-809,-6 11 1,0-3 808,1-3-794,-7 17 900,15-43 163,4-20-247,5-6 5,9-30-16,-2 16 14,3-4 0,3-3-26,0 7 1,0 1 238,1-3 0,0 3-238,17-15 2214,-8 26-2203,2 7-90,18 13 34,-17 5-82,-5 11 1,-3 3-3,-5 5-200,-2 7 1,-4 2-3,-4 0-554,-1 3 0,1 0 44,0-7-1082,22 22-4238,17-44 4262,-1-1 571,9-18 1097,-24-6 1,-2-4 1761,-4-3 1,-2-1 352,3 1 0,-2-1 1678,4-33-600,-23 19-1859,-1 1 1188,-3-12-1328,-1 22-348,-2-5-346,1 19-191,-2 14-22,-1 15-34,-2 14-28,2 1 25,1 2 0,1 0-19,0-3 5,1 25-11,3-37 39,18 7-16,-7-14 133,38-11-111,-28-12 45,26-27-51,-28 12 53,-3-1 1,-1-5 69,4-22-139,-2 1 61,-9 1-45,-8 28-39,-1 2-437,0 9 73,2 9-1188,5 8 135,1 4 1417,17 28 0,-17-24 0,9 16 0</inkml:trace>
  <inkml:trace contextRef="#ctx0" brushRef="#br0" timeOffset="30335">6935 11175 25724,'22'-37'135,"0"-1"1,1 1 0,7-12 0,-5 4 21,-4-10-1487,-7 0 1352,-4 12 1,-1-1 438,0-18-383,-4 8 0,-2 1 96,0-4-1163,0 16 0,-2 3 1095,-1 6-1220,-4 8 1175,1 11 459,-8 1-508,6 16 4,-9 17-21,4 1-1020,-2 12 0,-1 3 1036,-4 8-14,2 0 1,0 6 376,5-5 0,2-1-380,-1-1 1,5 1 447,14 15 0,9-6-465,20-7 23,-9-20 0,2-7 0,20-19 5,-14-12 1,0-4-9,-7-1 1,-1-4 1153,19-17 0,-4-6-1143,-17 6 1,-6-3 7,0-11 1,-4 0-6,-11 14 1,-2 0 7,-1-13 1,-3 0 918,-3-8-860,-1 0 1,-2 1 5,-2 11 192,3 9 0,-3 11-242,-6 32-34,3 9 14,-4 27 0,1 8-31,2 2-1042,3-13 0,1 6 0,1-3 1028,4 0 0,2-1-168,2 13 1,4 2-473,3-11 0,4 1 0,3-2-317,2-6 1,2-1-1,4-1 750,11 6 0,5 0 1,-3-6-1,-7-8 1,0-5-1,3-5 0,0 1 1</inkml:trace>
  <inkml:trace contextRef="#ctx0" brushRef="#br0" timeOffset="31201">12338 9500 10036,'-8'0'7332,"1"0"-3951,7 0-2457,0 0 455,-9 6-1228,28 6 402,11 7-530,20-1 2,7-4 1,3 0 558,-25-7 1,0 1-587,12 2 0,6 2 1,-6-2 6,-9-1 1,0-1-3,18 7 1,8 2 0,-9-2 1,-16-4 1,-1 0-6,14 5 0,5 3 0,-13-3-5,-11-3 27,9 5 1,-45-19 72,-32-25-56,13 8 101,-14-19 0,-1-6 140,4-5-104,7 9 1,2 1 547,0-5-449,6 12-68,3 10 56,2 8-196,6 7 1,2 3-12,5 2 5,0 1-50,12 2-11,30 23-11,-8-6 19,-3 5 1,1 6-23,-10 1 0,-2 2 5,0 2 1,-2 0 13,0 0 1,-4 1-1598,-5 11 0,-4-2 1446,-3 5-736,-7 7 0,-5 0-1014,-1-25 0,-2-2 1896,-3 11 0,-1-4 0,-4-3 0,9-17 0</inkml:trace>
  <inkml:trace contextRef="#ctx0" brushRef="#br0" timeOffset="31726">13899 10093 24206,'8'-44'739,"1"1"1,-1-2-1,-2 10-633,-5 22 40,0 8-118,-3 39-34,1-1 23,-2 9 0,1 5 0,-1 0 0,0 1-17,1-8 0,-1 1 47,-1 14 1,0-8 30,1-23 90,-3 8-50,2-42-3437,1-25 3335,1 1-5,2 1 1,2 0-7,3-6 23,6-2 0,3-3 8,5 9 1,1 2-692,-2-3 0,2 3 666,0 6 0,2 5-56,33-4 45,-24 14 11,1 3 0,1 4-11,3 12-11,1 1 2695,-3 7-2810,-8 5 0,0 2-115,2 3-1989,5 9 0,0 0 1110,-9-6-2453,4 1 1,2 0 3572,1-5 0,3 3 0,-21-20 0</inkml:trace>
  <inkml:trace contextRef="#ctx0" brushRef="#br0" timeOffset="32061">14631 10156 12799,'-2'-5'7292,"1"1"-4613,1 4-1525,6-74-841,-4 53 93,1-21 0,0 7-48,-2 32 17,-6 9-347,-1 4 989,-16 28-1006,9-2 23,3 24 11,13-25-17,20 6-17,-2-26 6,13-4 0,3-4-17,1-6 39,10-5 0,0-9 53,-20-11 1,-4-5-68,2 8 0,-3-2-1044,-4-15 0,-7-1 1052,-9 4-700,-3 0 0,-1 0 689,-2 2 34,-6-21-56,5 40-1013,-1 2 878,7 15-111,1 8-717,9 9-1127,4 6 438,3 2-8179,6 10 9383,-12-19 0,0 1 0,-9-15 1</inkml:trace>
  <inkml:trace contextRef="#ctx0" brushRef="#br0" timeOffset="32676">15267 10211 16064,'4'4'5803,"-1"0"-2489,-3-4-2518,76-51-552,-51 31-17,22-19 0,-4-2-99,-32 15 4,3-16 0,-1-4-104,-4 3-1675,1-6 0,0 0 1686,-2 5-155,1-5 0,-1-2 295,-2-8-120,-2 15 0,-2-1 103,-6-5-72,-2 15-23,-3 7 78,-8-5 3000,8 16-3128,-11-13 715,10 24-732,-1 4 43,2 6-4,-5 24-11,2 7-14,3 5 0,0 4-295,2-5 0,1 1 275,-1 11 0,0 3-7,3-10 0,1 2 0,1-3 7,2 7 1,3-1-9,4 14 0,4-3 11,0-29 0,5-4 0,11 5 1,5-5 7,-1-7 1,3-4-3,9 1 0,2-2-1,-10-4 1,1-6 0,20-11 0,-2-9-9,-23-1 1,-2-2-1518,13-5 1,-3-4 1522,-17 4 0,-5-5-722,2-11 0,-1-7 1,-2 1 740,2-10 1,-1-2-12,-4 13 0,1-5 1,-1 0-1,-2 3-91,-2-2 1,-1 2-1,-2 0 96,-1 4 0,-1 0 1,-1-1-100,-1-3 1,-1-1 0,-1 5 88,0 4 0,-2 3 904,-1-10 1,-2 8-908,1 22 2746,-3 0-2746,-10 52 0,2 13 0,3-1 0,1 3-78,5-13 1,2 3 77,3 6 0,3 6 0,1-6-9,2-7 0,2 0-126,3 10 1,3 5 0,3-3-547,6 0 1,5-1-2597,0 0 0,2 2 0,-1-3 1776,0-2 1,-2-4 0,3 2-1,-6-10 1,-14-24 0</inkml:trace>
  <inkml:trace contextRef="#ctx0" brushRef="#br0" timeOffset="37342">10272 10182 23539,'-9'48'249,"0"1"0,0 0 1,-3 10-1,2-4-174,7-17 0,2 0-145,-2 17 0,0 2-51,1-16 1,0 0-2061,0 16 1,-1-4 1950,1 7-510,-2-5 308,-1-29-585,-11-4 788,6-36 83,-7-16 101,8-2 0,1-6 115,2-12 0,2-4-295,0 12 1,1-2 0,1 0 373,3-3 0,1-1 1,2 3 144,3-10 0,2 4 1230,-1 13 1,0 3-881,7-23 536,-13 32-1023,-3 8-17,-9 13-6,-4 13 112,-11 13 1,-4 4-152,-10 14-73,7-10 1,1 0-1,-3 9 29,-7 8 21,7-8-10,-1 0 1666,16-27-1565,18-26 165,8-17-183,13-15-22,0 14 1,6-1 16,3 0 0,3 1-195,0 2 0,2 1 91,-2 6 1,1 3-1662,-2 6 0,-2 3 1631,13-1-1118,-4 7 0,1 4 1090,-1 6-571,13 12 1,1 6-543,-25-2 1,-1 1-869,11 7 1,-3 2 1680,-2 23 1,-23-32 0,-1 0 0</inkml:trace>
  <inkml:trace contextRef="#ctx0" brushRef="#br0" timeOffset="37775">9706 12029 20806,'4'-51'970,"-1"1"0,1 0 1,0-11-1,-1 8 78,2 0-891,-5 36 39,2 2-162,0 21-1,4 23-22,0 0 9,0 24 0,0 9-37,-3-16 0,-1 2-1153,-1 4 0,1 5 0,-1-4 1100,-2-2 0,-2 0-332,-1 1 1,-1 4 0,1-6-34,0-10 1,0 0-801,-1 12 1,0 5 0,0-8-620,1 6-2914,-2-12 0,-2-6 1183,0-21 3142,-8-6 0,9-11 0,2-4 1</inkml:trace>
  <inkml:trace contextRef="#ctx0" brushRef="#br0" timeOffset="38324">9537 12455 14449,'-35'-49'2395,"-1"0"0,4 4 1,4 10-1556,6 19 992,-4-1-1698,13 9 73,0-1-89,24 11-73,12 0-12,16 3-30,-4-4 0,2 0-9,19 0-115,-12-4 0,1-1 98,16-6-943,-25 2 1,-1 0 954,16-5 33,-3-2 1,-30 10-12,0-2-6,-15 5 179,-7 1-178,-4 1 1995,1 0-1995,0 0 10,5 0 29,2 0-34,-1 4-22,0 0 0,-3 4 11,3-4 0,-2 0 0,3-3 0,-1 0 39,0 1-39,1-1-39,0 2 22,1 0-16,1 2-1,1-1 12,0-1 10,-1 0-38,1 0 11,-1 0 33,-1-1-358,0-2 163,0 0-768,10-4 750,-2 3-268,12-4 151,-8 2-1048,13 0-312,-7-2-2976,7 0-3209,-12 1 7033,-3 0 0,-7 3 0,-3 0 0</inkml:trace>
  <inkml:trace contextRef="#ctx0" brushRef="#br0" timeOffset="39066">10195 12321 10606,'7'3'6582,"-2"0"-3406,-5-3-1737,62-69-5906,-35 31 4716,8-3 0,-3-2 2325,-18-2-2104,-18 20-189,-10-4-163,-6 17 150,-24 11-184,17 7 20,-3 8 0,-1 3-48,5 7 2,-3 7 1,0 4-14,0 10-304,10-12 0,2-1 271,1 8 10,12 8 6,24-19 2671,9 0-2688,6-16 23,11-18-12,-7-9 12,12-13 2125,-12 2-2075,-11-2 0,-3-2 62,-2-4-56,7-14-1,-25 24 152,-6 7-185,-1 8 39,-4 0-72,0 13-7,1 1-10,0 11 11,3 7-12,1-4-5,7 7-5,7-10-6,2-3 11,4-4-6,23-13 6,-17-2 11,32-13-11,-34 3 28,20-21-17,-25 17 12,16-20-12,-23 25 101,4-11-78,-12 20 44,1-3-61,-4 11-6,-1 2-11,-1 9 17,-3 11-17,1-4-135,0 21-27,6-23-622,7 18 22,0-21 762,26 19 0,-24-24 0,16 9 0</inkml:trace>
  <inkml:trace contextRef="#ctx0" brushRef="#br0" timeOffset="39224">10811 11871 23164,'53'-15'-1664,"-19"-3"1,-20 29-1</inkml:trace>
  <inkml:trace contextRef="#ctx0" brushRef="#br0" timeOffset="39550">11146 12411 25489,'35'-36'190,"-1"0"0,1 1 1,-3-1-1,-1 0 1,-7 0-124,-9-5 0,-6-1-480,0-8 1,-2-2 446,-2-7 0,-2 0-1748,-2 8 0,-1 2 1745,-2 1 0,-1-2 81,-3 6 0,-1-1 0,1 3 242,0 3 0,-1 2-251,-3-20 1,2 6-20,3 27-67,3 16 316,2 19-260,3 16-45,0 6 39,3 25 0,1 8 861,-3-16 1,1 2-937,1 4 1,0 5-1,2-2-572,-2-10 1,2-1 0,1 0 185,3 2 0,2 0 0,3-1-1513,3 3 1,4-2 0,0-1 1906,1-5 0,0-2 0,-1-4 0,4 3 0,-3-6 0,8 4 0</inkml:trace>
  <inkml:trace contextRef="#ctx0" brushRef="#br0" timeOffset="41503">11376 7578 23187,'-20'-44'582,"0"0"0,10-10 1,11 4-519,15 22 1,8 2-2458,14-17 1,4 0 2406,-7 10 0,4 1-1,-2 3 0,4-1 0,2 1-31,5-1 1,2 0 0,2 0 25,-8 5 0,3 0 1,0-1-1,-2 2-3,7-4 1,-2 2 0,-1 0-228,0 3 1,-1 0 0,-8 4 227,8-5-30,-14 2 1,-5-3 84,-11-3 1636,-8-30-1657,-22 17-24,-7 0 1168,-1 6-1145,2 14 2466,4 4-2505,-2 7 326,6 8-326,3 3 162,-6 2-117,6 0 28,-4 0-57,5-2 1,1 0-11,3 0 11,0 4-23,0 1 12,2 21-1,0-10 18,9 32-18,5-18-8,1-2 1,2 1 2,6 7-31,-4-8 0,0 1-59,6 14-150,1 10-523,-10 0-1976,-12-4-7092,-13-5 7889,1-16 1,-2-11 0,7-14 0</inkml:trace>
  <inkml:trace contextRef="#ctx0" brushRef="#br0" timeOffset="43279">12920 6290 15931,'-1'-48'827,"1"-1"1,-1 1 0,-1 5 0,0 0 0,-2-1-582,-1-9 1,-2-1-1,1 4-134,-1 3 0,-1 0 142,2-1 0,1-4 1,0 9-26,2-7-67,3 12 1,2 4 1751,0 18-1797,7 7 623,-4 13-717,7 21 5,-4 0-1293,1 14 1,0 4 1280,0 11-1,-4-7 0,0 9 0,-2-6 190,0-11 1,-3 1-199,0 3 0,-1 9 0,0-1 0,0-6-2,-1-3 1,0 1-8,0 3 1,0 8 0,-1-1 0,1-8-2,1-9 0,-1-2-419,1 9 1,0 4 0,0-9 421,2-2 190,1 9-106,-1-32 2605,2-10-2655,1-27-12,3-22-5,1 0-1099,3 0 0,1-1 1093,3-6-15,-2 15 0,2-5 1,0 4 544,0 7 1,1 2-531,6-12 0,0 3-17,5 2 12,6 15-12,-17 16 1,15 8-6,-7 12-17,16 24-17,-7 3 22,0 5-27,-16-18 0,-1 0 5,8 7 3276,2 6-3309,2-14 55,-16-18 402,18-11-374,-14-14-5,4-8 0,-7 0 34,0-16-17,-5 19 50,2-20-28,-8 29 51,-1-3-96,-1 10-11,0 1 23,0 5-12,1 9 1,1-3-12,8 13 17,-3-11 5,24 5-5,-15-11-5,22-6 5,-22-4 28,18-35-11,-17 6-17,6-15 5,-17 16 12,-5-16-6,-3 24 34,-6-22-39,2 36 38,-19 3-44,8 18 0,-13 11 12,13 15-18,3-1-8,7 1 0,2 3-42,5-2 0,2 1 25,-3-1 0,4 0-53,6 1 0,7-5-168,19-3-78,20 2-130,-22-19 1,2-4 344,1-3 1,0-3 38,-2-4 0,-1-5 35,-1-6 1,-3-3 73,9-21 1,-10-2 67,-16-20-56,-8 29 11,1-20 162,-4 15-128,0 17 78,-2-1-140,-3 22 662,-7 15-650,-4 11 56,-6 21-96,7-14 0,5 3 0,8-16 23,17-1-12,0-7 0,9-4-5,-5-15-3365,8-16 3371,-9 4 38,2-12 0,-1-2 68,-6-3-56,5-13 22,-16 27 72,-7 10-128,1 5 6,-18 17-34,12-2 6,-9 13-1,15-10-122,9 20 21,0-14 2984,24 23-3089,-11-29-6,16 5-303,3-12-291,25-6 633,-10-2 28,5-13 0,-1-4-338,-15 0 497,-2-1 1,-4-1 25,-18 3 442,-1-18-122,-12 12-35,-8-12-173,-10 22 145,-14 7-167,8 4 167,-27 14-252,22-2 9,-4 10 0,2 4-48,9 6-11,-7 13 540,22-15-557,16 0-6,16-9-5,12-1 34,8-26 0,-16-6-6,-3-14 19,-8-12 1,-2-6-12,-5 7 1,-1-3-374,0-3 0,1-4 0,-2 1 407,-2-14 0,-4 3-6,-2 10 0,-2 2 82,0-5 0,-3 3-2842,-6-10 2864,-2 6 314,-20 10-398,14 31 6,-16 2-46,18 26-16,-2 4 17,4 9-26,8 9 1,5 4-70,6-5 0,5 1-671,0 5 1,3 3-1,1-3 357,7 1 0,5 0 392,-2-4 0,3 5 0,1-1 0,-6-8 0,-6-7 0,0-2 0,4 8 0,0 0 0,0 0 0</inkml:trace>
  <inkml:trace contextRef="#ctx0" brushRef="#br0" timeOffset="50769">2697 14919 24766,'8'-48'390,"0"0"0,2-3 1,1 1-324,2 2 0,2 0-1043,1-6 0,1-2 998,-5 15 0,0 1 1,-1-2-8,1-2 0,0 0 0,-1-1-2,-1-1 0,0 0 0,0 0-6,-2 0 1,-1 0-1,-1 1 18,1-19 1,-3 3 7,-4 8 1,-5 2-1522,-6 6 0,-4 5 1494,-7-7 914,-24 16-954,24 44 28,-12 24 6,16 12-3,3 9 1,1 5-235,5-13-1,1 2 234,1-1 1,0 2-1,2-1 2,3-7 0,2-1 1,0-3 1,2 10 0,2-3-6,1-5 0,5 0-42,13 12 1,5-3 1240,-6-18 1,2-1-1211,4 1 0,4 1 1,-2-7 10,17 0 23,14-18 0,-31-29 16,-8-4 1,-2-2-451,7-16 433,-10 6 1,-1 0 22,4-14 6,4-8-6,-4 11-16,-6 17 1634,-6 14-1629,-5 12 386,-2 11-414,0 11 11,-2 5 0,0 16-33,1-4-46,4 19 511,2-18-1121,10 7-2946,11-23 347,-3-5 3277,11-11 0,-23-5 0,0-4 0</inkml:trace>
  <inkml:trace contextRef="#ctx0" brushRef="#br0" timeOffset="50927">3422 14124 19277,'-3'-5'4201,"0"1"-4834,3 4-9198,15-31 8013,-5 26 1,6-24 0,-10 31 0</inkml:trace>
  <inkml:trace contextRef="#ctx0" brushRef="#br0" timeOffset="51360">3807 14122 22032,'0'-3'4140,"-1"0"-3703,1 3-426,-48-22 17,36 44-22,-33-29 10,65 68-16,4-21-190,-5-10 1,2 0 177,0-2 1,-1-2 101,12 18-138,-5-7 1,-3 1-99,-6-1-19,-3-6 0,-5-3-407,-23-8-134,-10-10 342,-1-6-409,-14-23 667,14-9 201,-8-26 17,15 6 260,7 5 1,1 0 281,0-3-91,1 1 0,0 3-271,3 14 324,-7-18-348,6 31-128,-2-2-117,6 12-12,-1 10-11,1 2-34,-5 29-16,3-10-482,-1 13 0,1 2-835,1 2 688,1 5 1,2-2 0,0-18-1,2 15 1</inkml:trace>
  <inkml:trace contextRef="#ctx0" brushRef="#br0" timeOffset="51752">4202 14549 23035,'4'-11'3501,"-1"2"-2947,-3 9-251,0 0 16,-5-75-235,4 49-28,-1-22 0,0 0 11,3 23-42,0-16 1,-1-5-21,0-2-11,0 6 1,-1-7-1,1 7 23,-1-13 0,0-2 0,-1 2-6,-4 6 6,-1-8 0,-5 26 50,-3 10-67,4 7-17,-1 2 17,9 12 0,1 11 6,2 2-6,1 46-6,2-19 0,2 14 1,2 5-504,-1-21 1,0 2 500,1 4 1,1 5 0,0-4-18,-1-5 0,0 0-115,4 18 0,0-3-174,0-4-955,2-4 0,1 0-248,0-5 1517,-1-6 0,-1-4 0,-5-17 0,1 2 0</inkml:trace>
  <inkml:trace contextRef="#ctx0" brushRef="#br0" timeOffset="51894">4121 14352 24603,'-9'-48'284,"0"-1"0,7-2 0,9 11-374,12 25-946,14 0 0,3 1-1933,5 3 1837,-3 2 0,-1 1 0,-12 4 0,0 0 0</inkml:trace>
  <inkml:trace contextRef="#ctx0" brushRef="#br0" timeOffset="52076">4737 14276 26082,'-2'-1'1960,"-1"0"-1528,3 1-500,-18-62-21,16 44-718,-4-17 1,5 6-1205,12 26 2011,9 1 0,-12 2 0,0 0 0</inkml:trace>
  <inkml:trace contextRef="#ctx0" brushRef="#br0" timeOffset="53311">5580 14265 16348,'13'-44'2303,"0"0"1,1-4 0,-4 3-1004,-8 2-998,-2 1-56,-6 11 270,-12 11-404,7 9 129,-27-2-179,17 13 41,-12 11 1,-3 5-37,-10 20-288,8-5 1,2 3 225,14-10 1,3 2-1578,-2 7 1,3 0 1565,0 4 0,9 0 1,8 0 67,29 0-51,0 7 6,15-37 0,3-10 22,1-6 11,-10-6 1,6-4-1,-7-1 9,-9-1 0,-4-2 2,15-14 1,-4-2 11,-10-7 47,-15 13 0,-4 0 110,0-7-90,-2-5 209,-3 21-91,-5 12 3156,3 6-3414,-5 3 0,4 8-28,-7 24 22,5-7-5,-1 17 0,3 5-157,7 13-1512,-2-17 1,2 0 1354,11 12-1977,3-15 1,2-2 1018,11 8-713,0-15 1,8 2 0,-1-7 1118,-3-11 1,0-5 767,15 5 0,-2-5 305,5-18 1543,-26-13 0,-5-6 445,4-16-1742,-7 14 1,-3-3 654,-7-9 1,-4 2 1241,2 2-1793,-1-10 1,-2 3-357,-2 18 3453,-1-22-3441,-1 39-135,-1-1 624,0 10-641,0 19-27,-1-2 10,-2 24 1,-2 9-23,1-11 0,0 1-235,-1 4 0,-2 5 1,1-2 231,-3 14 1,0-1-481,-1 4 1,-1 1 479,2-1 1,1-2-9,2-4 0,1-3 0,2-9 0,0-2 28,1 17 73,-1-26-62,1-17 12,0-15-7,0-30-21,1-10-26,6-7 0,2-5-329,0 2 1,1 0 345,3-4 0,0 1-14,-1 8 0,1-3 2,0-3 0,2-6 0,-1 3 0,0-3 1,0 0-1,1-3 0,0-4 0,-1 8 429,-4 14 1,0 3-430,3-6 1,1 3 3,7-3-617,5-5 600,5 23 22,9 15-22,4 7-1,0 9 1354,-11 13-1364,-14 10 0,-4 4 22,3 10 11,-13 17 0,-9 2 0,-7-27 0,-4-3-1174,-2 15 1,-4-4 1167,2-17 1,-4-4-1,-17 8 1,-2-4-56,14-8 0,1-1-101,-18 8 0,2-4-1333,8-11-443,18-11-3383,18-8 5310,15-8 0,-5 9 0,3-1 0</inkml:trace>
  <inkml:trace contextRef="#ctx0" brushRef="#br0" timeOffset="53801">6840 13984 21887,'3'-3'3977,"-1"0"-2762,-2 3-980,-28 82-117,21-19-1472,-2-19 0,-2 7 0,3-5 1365,7-5 1,2-1 4,-1 13 1,-1 2-98,-1-1 1,-1 0 111,-1-3 0,-2-1-32,-1 1 0,-4-6 158,-17 0-101,7-23 28,-5-21 2714,15-21-2775,1-39-18,6 10 9,5-12 0,2-2-14,-1 29 0,1 1 9,2-11 0,2-5 1,1 2-16,2-3 0,2 0 12,3-11 0,2 0 2,-1 6 0,4 3-262,3 1 1,3 5 253,-3 11 0,1 5 0,0 4 0,-1 5-5,16 1 16,20 25-11,-25 3-524,0 7 1,-2 4 518,-10 6 949,6 26-950,-16-19 23,-11 10 0,-4 1-6,-7 0-11,-12 7 0,-10 0-14,-2-21 0,-6-4-51,-14 7 1,-4-4-250,8-9 1,1-7-741,6-9 1,4-7 1053,2-23 0,19 8 0,16-3 0</inkml:trace>
  <inkml:trace contextRef="#ctx0" brushRef="#br0" timeOffset="54902">7530 14044 22195,'-1'8'2834,"1"-3"-761,0-5-1480,0 0-559,16-34-29,1 8 7,8-22 32,2-2-21,-14 11 10,1-14-5,-11 21 84,-19-1-89,6 22 16,-18-3-22,13 16 0,-20 15-23,8 9 34,-9 18-17,14-7-20,10-4 1,2 1 3,4 3-23,3 8 0,6 1-90,19 10-290,-10-22 1,5-1 298,9-5 0,7-6-76,3-9 0,2-3 84,23 8 56,-16-22 1,-4-7 55,-11-5 3,1-10 0,-3-4-20,-6-1 42,4-11 1,0-2 47,-1 0-51,-7 12 1,-1 2 39,0 4 174,-4 7-180,-6 9 34,1 0-85,-6 11 57,0 21-17,-3 8 23,-6 23 663,0-10-748,-2-8 1,-1-1 10,3 2-11,0 4 1,3-2 11,5-12 44,4 13 0,0-34 85,8-16-113,-5 0 17,16-37-33,-11 21 25,4-7 0,1-1-20,13-11 0,1 0-5,-4 13-6,-5 19 0,-8 8-12,21 3 12,-21 8 17,18 9-50,-13 3-169,24 16-313,5 1-576,-22-16 1,1 0 446,25 11-740,-9-10 1,1-1 915,-15-7 1,1 0-2,8 1 0,6 1 0,-3-3 154,1-2 0,1-4 457,-2-3 0,3-2 0,-4-1 62,-4 0 1,-2-4-333,6-7 0,-9-4 811,-20-7-1036,-3-6 0,-1-3 707,-2-4 401,5-17 0,0-1-514,-3 10-34,1 1 0,-2 2-39,-8 16 134,-28-3-229,3 21 61,-27 16 1,-5 9-85,3 2-32,17-1 1,-5 3 0,7-1 32,-5 10-35,8 3 1,2 2-17,7 2 8,6-3 1,6 2 1091,15 7-1128,28 12 28,-1-23-9,21-18 1,5-8 8,-4-9 883,-13-5 0,6-5 1,-7-2-876,-10-5 0,-4-2-271,7-4 1,-2-2 262,4-22 11,-16 8 1,-2-2-7,-5 15 1,-1-3 3,4-16 0,2-8 1,-3 7-2,-4 13 1,0 1 33,2-9 1,1-5 0,-2 8 19,0-3 45,2-16-107,-10 49 0,-1 12 0,-2 13-1382,0 18 0,0 4 1382,-2 13 0,-1-4 0,-1 9 0,0-5-14,1-10 0,-1 0-974,-2 6 1,-1 7 0,-1 2 0,1-8 786,-1 8 0,0-4 0,-3 9 0,2-5 0,2-9 0</inkml:trace>
  <inkml:trace contextRef="#ctx0" brushRef="#br0" timeOffset="61364">19004 8252 22363,'0'-43'1027,"0"0"0,0 1 0,1 17-881,0 26-51,1 7 6,1 9 184,1 37-218,-2-15-26,-2 4 0,-2 10 1,-1-3-1755,-3 1 0,-1 0 1705,1-4 1,1 3 0,-1-4-30,-3 3 1,0 0-1432,1-1 1,1 4 0,1-3 1467,2 6 0,0-2 0,-3 12 0,1-6 0,7-10 0</inkml:trace>
  <inkml:trace contextRef="#ctx0" brushRef="#br0" timeOffset="62297">19032 8036 15709,'-4'-3'2520,"0"1"746,4 2-3070,54-35-112,7 21-2188,-15-6 1,2 1 2131,-5 13 0,2 3 43,3-2 0,4 1 0,1-1-114,-4 1 0,1 0 0,6-1 64,-1 0 0,5-1 1,4 1-1,0-1 0,-4 0-10,-7 1 0,-2 0 1,0 1-1,1-1 0,1 0-320,0 0 0,2-1 0,1 1 0,1-1 1,-1 1-1,-1-1 309,7 0 0,0 1 0,-1-1 0,0 0 0,-2 1-200,3-2 0,-2 1 0,0 0 0,6 0 207,-13 1 0,5 0 0,2-1 1,1 1-1,-2 0 0,-2 0 0,-6 0-4,6 0 0,-7 0 0,0 0 0,7 0-1,-5 0 0,5 0 1,3 0-1,2-1 1,0 1-1,-1-1 0,-2 1 5,1 0 1,-1 0-1,-1 1 1,0-1 0,1 0-1,0 1-107,2-1 1,-1 0 0,1 0-1,1 0 1,0 1 0,1-1 100,-4 0 1,3 1-1,0-1 1,0 1 0,-1 0-1,-3 0 1,-3 0 83,0 0 0,-4 1 0,-2 0 0,1 0 0,4 0-83,4-1 1,5 1 0,1-1 0,0 0 0,-4 1 0,-6 0-61,9 0 1,-6 0-1,4 0 57,-10 0 0,5 0 0,1 0 0,-2 0 0,-3 1-1,8-1 0,-4 0 0,3 0 7,-3 1 1,2 1 0,1-1 0,-3 0-6,6 0 0,-2 0 0,-1 1-2,1-1 0,1 1 0,-10 1 13,11 0 1340,-40 1-1222,-6 2 1287,-22 1-1281,-1 0 2226,-22 9-2311,18-6 3454,-13 12-3369,17-2-74,0 3 119,-5 25-119,4-7-30,1-6 0,1 1 8,-2 16 6,3-5 0,2 2-20,1-8 0,1 2-301,1 6 1,1 5 0,1 1 288,3 1 0,1 1 0,1 0-781,0 3 0,2 0 0,1 1 771,2 3 1,1 0 0,0-5-4,2 2 0,0-1 17,-1-4 0,0 3 0,-2-1-753,-6-4 0,-2 0 0,0-2 745,2-4 0,0-1 1,-6 0 16,-10 8 0,-7 1 0,-2-12-429,-21 1 416,5-18 0,-8 0 0,3-4-16,10-9 0,0-2 11,-30 6 1,-3-4-18,19-7 1,0-2 0,-14 1 0,-2-2 13,18-1 1,0 0-1,-3-1-3,-16 0 0,-4 0 0,4 0-77,15 0 1,3 0 0,-5 0 85,-3 0 0,-8 0 0,-2 0 0,2 0 1,7 1 46,3 0 0,5-1 0,-6 1-62,-5 0 1,-7 0 0,-2 0-1,1 0 1,7 0 111,0 0 0,6 0 0,-5 0-116,3 0 0,-4 0 0,-3 0 1,-2 0-1,-1 0 14,8 0 0,-2 0 1,-1 0-1,-2 1 1,1-1-1,0 0 1,2 1-201,-5 0 1,1-1 0,0 1-1,0 0 1,0 0 0,-2 0 193,6-1 1,-1 1 0,-1 0 0,0-1 0,-1 1 0,2 0 0,-1 0-1,1 0 0,-1 1 0,-1-1 0,1 1 0,2 0 0,3-1 0,4 1-85,-5-1 1,7 1 0,-1-1-1,-8 1 85,6-1 1,-6 1 0,-4 0 0,-3-1-1,0 1 1,1 0 0,3 0 0,6 0-86,-5 0 1,4 0 0,3-1-1,-1 1 1,-4 0 85,3 0 1,-2 0-1,-3 0 1,1 0 0,0-1-1,2 1 1,5 0 118,-11 0 0,6 0 0,0 0 0,-2-1-125,2 1 1,-3-1 0,0 0-1,3 0 1,5-1-4,-4-1 1,6 0 0,-2-1 1,-14 0 0,-3-1 1,9-1 2,13-1 0,6-2 135,-17-21-524,40 11-100,2-24-2404,15 18 209,0-4 2687,-1 13 0,0 10 0,0 1 0</inkml:trace>
  <inkml:trace contextRef="#ctx0" brushRef="#br0" timeOffset="63214">19848 8847 20783,'-11'-52'1454,"0"-1"1,4 14 0,0 5-1046,-2 5-392,7 25 0,2 16-12,2 1 29,8 46-23,-4-21-2126,0 14 1,0 1 2125,-3-2-167,-5 7 1,-1 0 161,-2-12 30,-5-1 1,-2-3 108,-5-12 63,-10 3-108,8-26 119,-7-30-141,13-11-53,5 4 1,2-2 2789,1-21-2793,8 0 1,1-1-32,-1 23 1,0-1 266,4-18 0,2-8 0,0 4-247,1 2 0,1 2-7,-2 3 0,2-3 0,0 3 1,3-3 1,1 4-1527,0 7 0,-1 4 1515,10-11-39,5 14-22,-6 21 34,14 13 44,-7 16-11,4 20 5,-15 0-33,-6 1 0,-4 2 28,-1 4 356,-1-10 1,-4 2-346,-17 2 0,-7-3-11,2-10 0,-2-1 1268,-6 10-1,-7-2-1452,-21-9 1,-1-7-146,4-3-690,-1-3 0,4-4-3275,23-12 4295,-1-7 0,20 5 0,4-3 0</inkml:trace>
  <inkml:trace contextRef="#ctx0" brushRef="#br0" timeOffset="63614">21022 8333 14805,'6'-56'1544,"0"0"1,0-1 0,0-6 0,-1-1-1,0 14-1163,-3 6 62,2-19-348,-4 55 905,0 6-966,2 23 41,-2 12 1,1 5-43,0-7 1,-1 5-644,-1 17 0,-3 13 0,0 2 0,0-8 614,1-15 0,-1-6 0,0 6-3,-1 11 0,-1 7 1,-1 1-1,0-5-9,-2-1 1,0-3 0,-1 4-625,3-9 0,0 5 0,0 1 1,0 0-1,1-4 632,0 2 0,0-3 0,0-1 0,1 0 0,-1 4 0,-1 2 0,2-4 0,2-11 0,3 11 0</inkml:trace>
  <inkml:trace contextRef="#ctx0" brushRef="#br0" timeOffset="64538">21576 8550 16376,'0'-11'5023,"0"2"-4238,0 9 1192,0 0-1703,30-15-201,-21 11 168,21-10-118,-29 15 292,-17 4-297,-3-4-45,-10 2-1,3-4 102,-1-6 39,3-8 67,-2-20-196,13-4-84,22-20 5,3 25 51,30-5-50,-12 28 11,15 4-12,-16 13 29,8 16-34,-15-2-1710,0 9 0,-2 3 1704,-3 6-200,-10 18 0,-8 2 200,-12-5 17,-11 6 0,-6-3-8,10-29 0,-4-3 0,-14 14 1,-9 3 0,2-5 66,-3-7 0,0-3-46,12 0 1,-1 1-1,3-8 105,-23-16-79,51-17 62,23-45-39,11 22-48,-5 7 0,5 2-14,25 3 12,-11 13-23,-2 6-2156,14 19 2106,-18-2-152,-2 2 0,2 5-118,-9 2 1,-1 1 319,4 2 0,-2 0 0,10 12 0,-15-13 0</inkml:trace>
  <inkml:trace contextRef="#ctx0" brushRef="#br0" timeOffset="65199">9815 13676 20940,'0'-57'1239,"1"0"1,-1-5 0,0 9-764,0 24 174,-3-7-543,-1 45-7,-9 21-44,0 11-17,1-1 1,-1 2-18,-4 17-22,6-15 0,-2 7 0,2-5-564,3-7 1,2 0 479,-2 8 0,0 6 0,5-5-364,7-1 0,6-2-538,4 7 0,7-1-899,10-8 1,7-6 1884,13-7 0,2-6 0,-22-10 0,-2-3 0,33 1 0</inkml:trace>
  <inkml:trace contextRef="#ctx0" brushRef="#br0" timeOffset="65713">10409 13945 25331,'-4'-32'79,"-1"0"0,-1-17-40,9 58 17,0 3-22,1 4 33,-5 4 11,-8-3 73,-10 4 23,-3-8 33,-11-16-72,11-18-68,2-7 19,12-11 1,5-4 20,4-9-82,1 9 0,2 3-14,9 6 23,7 10-28,-8 18 22,20 7-17,-14 7-6,11 17 1,-1 5-12,-3 4-5,0 6 0,-3 4 5,-15-13 1,-4 1-4,-3 12 1,-4 1 5,-1-8 0,-4 1-7,-10 5 1,-5 3 0,1-5-128,3-7 0,-2-1 157,-11 12 1,-7 5 0,5-11 24,-12-1-9,13-12 1,3-10-21,12-24-21,19-34-1,9 15-3,14-9 1,6 1-8,8 3-14,-5 9 0,8-3 0,-1 4-651,4 3 0,1 1 589,-1 1 1,4-1 0,-3 2-49,2 1 0,0 2-362,11-1 1,0 1-1255,-1 1 0,-2 0 524,-9 2 0,-1-1-3684,11-3 1,-7-1 3737,-15 2 1,-4 0 0,-22 9 0</inkml:trace>
  <inkml:trace contextRef="#ctx0" brushRef="#br0" timeOffset="65880">11182 13563 16852,'-20'-53'2862,"0"-1"0,5 10 0,0 7-1680,-5 9-997,13 20-68,-2-1-16,8 11 39,18 32-123,-5-11-3,5 11 0,2 4-173,-3-6 1,-1 3 135,0 6 1,0 6 0,-1 0-782,-2-2 1,-2 0-1,-1 2 266,1 13 0,-1 3 1,-3-4-359,-2 4 0,-5 0 523,-4-7 0,-4 3 0,2-10 1,-3 8-1,0-17 0,-1 0 1</inkml:trace>
  <inkml:trace contextRef="#ctx0" brushRef="#br0" timeOffset="66664">22370 8243 18748,'5'-45'1026,"0"0"0,0-1 0,2-11 0,1-1 0,-1 9-712,2-6 52,-2 11 0,0 9-142,-4 25-24,-2 12-116,0 45-61,-1-6-1029,0 2 1,0 9 0,-1-5 1008,0-6 0,-2 3-6,0 8 0,-2 12 0,-1 0 1,1-7-10,-3 2 1,-1 2-197,1-10 1,-2 8 0,0 3 0,0-1 0,1-6-1852,-1 4 0,2-5 1,-1 3 2058,0-4 0,0 4 0,0-2 0,2-6 0,0 5 0,1-8 0,2 5 0</inkml:trace>
  <inkml:trace contextRef="#ctx0" brushRef="#br0" timeOffset="67146">23165 8400 24833,'3'42'249,"-6"-5"0,-2 0-204,-1 5 0,-9 17 0,-2-1-11,2-12-2848,0-2 1,0-4 2847,7-20 1750,-3 2-1633,7-17 977,3-18-1049,6-1-29,3-18 51,4 4 0,4-2 2,4-9 1,2-1-71,-2 2 1,2-2 50,12-13 0,3 3 3010,6 5-3060,-9 15 0,0 4-34,4 8 22,10 14 0,-23 11-1671,4 11 1,2 3 1631,3 8-153,-5 5 0,4 10 1,-5-4-536,-10-11 1,-2 2-411,6 13 0,1 6 1,-5-5 1114,-9-8 0,-2-3 0,5 25 0,-7-26 0</inkml:trace>
  <inkml:trace contextRef="#ctx0" brushRef="#br0" timeOffset="68702">23976 8068 21254,'-13'-35'1103,"27"-13"1,14-6-998,3 9 1,5-2-1005,-9 10 1,3-4 0,1-1 0,-1 2 940,6-8 0,0 1 0,-2 2-27,-5 6 1,0 2 0,-1 0 7,-2 1 1,0 1-1,-1-2 32,4-4 0,-2-1 0,0-1-707,-4 1 1,-1 0 0,0 0 661,1 0 0,0 1 1,-3-1 2,2-18 0,-8 3-132,-10 24 1,-3 2 117,-3-29-246,-8 23 1,-4 4 211,-1 8 646,-21-11-652,21 32 2072,-37 23-2060,23-4 1969,-24 19-1947,5 6 28,3-1 12,19-17 0,2-2-2024,-8 7 2074,17-15 695,8-10-706,4-6-12,6-5-44,11-6-17,2 2 11,5 2-2279,19 2 2256,-14 4 2241,33 4-2251,-15 19-12,9 7-45,-8 5 1,-1 4-9,-19-14 1,1 0-545,7 8 0,5 5 0,-6-3-1977,-8-4 1,-4 1 2153,8 8 0,-3-1 1,-7-1-1,-12-14 0</inkml:trace>
  <inkml:trace contextRef="#ctx0" brushRef="#br0" timeOffset="69660">23978 5833 20504,'6'-42'935,"-1"0"0,0 0 1,1-10-1,-1 10-845,2 20-90,-3 17 22,5 21 17,13 34-28,-4-9-3,-4-3 1,-1 1 14,-1 8-12,-7-13 0,0 0 45,-1 18 34,-6-4-1,-2-26 359,-7-8-308,4-12 96,-6-21-180,7 1 14,3-13 0,1-4-20,4-3 48,5-6 0,2 0-30,4 6 10,2 3 0,1 3-66,-1 11-24,16-7-4,-12 24 10,9 7 6,-8 3-39,13 17-12,-14-9-469,25 19-388,-19-15-403,11 5 595,-15-12-1066,4-6 1407,-13-7-112,8-7 308,-5-5 207,3-7 134,0-3 297,5-12-257,-6 10 582,9-18-448,-14 26 616,9-11-800,-15 22-52,5 2-77,-9 10 55,4 23-33,-4 4-23,2 21-16,-2-16-28,6 12 27,-1-27 74,11 14 324,-8-26 101,6-2-308,-7-12 213,5-18-292,-7 6 197,8-31-236,-9 23 141,7-27-174,-7 28 17,6-18-57,-6 25-94,4-5-46,-6 16-1153,9 2 117,-6 7 323,20 14 0,-18-10 0,10 7 0</inkml:trace>
  <inkml:trace contextRef="#ctx0" brushRef="#br0" timeOffset="70252">25003 5845 26021,'26'-32'197,"1"0"1,-3 0 0,-2-1-86,-2-19-61,-5 6 21,-7 2 1,-1-2-973,-4 9 1,-1 0 916,2-18 0,-1-1 277,-2 19 1,0 1-276,-2-11 1,0 2 8,-1-5-16,-3-10 300,1 36-351,0 11-1,2 10 7,-1 15 27,2 0-2438,-6 46 2439,2-20-233,-5 23 1,-1 3 237,3-8 0,0 3 0,1-1 0,5-16 2,6-5 1,3 0-8,3-2 13,6-3 1,4-4 2,-1-9 56,28 4-28,-25-24 45,29-24-56,-27 2 31,1-10 0,-2-5-3,-2-19 258,-7 11 0,-2-1-306,-6 14 1,-3-2 17,0-11 0,-1-5 0,-1 5-161,0 12 0,-1 1 135,1-10 0,-1-4 0,0 9 11,0 3 11,1-4-27,-1 27-85,1 5 2560,-1 10-2464,0 25-12,0-3-5,-1 15 0,-1 4-1,0 7-61,0-10 1,0 8-1,2-4-597,1 0 1,2 0-228,2-2 1,1 2 0,1-3-406,4 1 0,3-3 1302,6 1 0,1-5 0,-3-7 0,1-3 0</inkml:trace>
  <inkml:trace contextRef="#ctx0" brushRef="#br0" timeOffset="73793">20217 9376 22324,'-2'-16'2403,"0"3"-2308,2 17 39,2 13-5,0 6 92,1 15 1,0 5-121,0 11-38,-1-7 1,0 8-1,-1-5-46,0-12 0,-1 0-1,0 10 1,0 8 0,0-4-363,1 3 1,2 1 276,2 1 0,1 4 0,0-3-637,1 1 0,0 0 338,2-7 0,2 3 1,-2-5-849,-1-4 0,-2-2 1216,1 18 0,-2-3 0,1 1 0,-8-5 0</inkml:trace>
  <inkml:trace contextRef="#ctx0" brushRef="#br0" timeOffset="74128">19950 10439 25320,'-48'10'281,"9"31"-236,40-5-6,7 1 0,4-2-39,8-8 78,11-4 1,4-4-18,5-9-2804,13-8 0,2-5 2782,-1-8 580,5-7 1,0-7-539,-26 2 0,-4-1-62,5 0 1,-3 0 926,3-20-985,-26 6-51,-4 15-812,-5-16-28,-2 30-8732,-10 7 9662,5 13 0,-2 1 0,7-2 0</inkml:trace>
  <inkml:trace contextRef="#ctx0" brushRef="#br0" timeOffset="74876">20063 11590 25998,'20'24'51,"-6"-13"-2873,-14 29 0,-8 6 2833,1-9-44,-6-1 0,-1-3 94,1-11 937,-12 5-920,17-28 28,-1-16-72,13-17 39,8-18-34,-2 21 0,3-2-8,10-7 0,1 2 2546,11-14-2566,-1 18 0,0 6-39,-4 14 1962,18 1-1934,-21 25 516,-2 11-662,8 18 17,-11-11-339,1-5 1,1-2-71,1-6-428,7-4 0,2-2 462,-1-8 16,11-13 1,1-5 576,0-14-965,-13 7 0,-2 0 1112,-3-12-720,-10 2 1374,-7 2 370,-5-5-997,-8 16 68,-14 7-286,7 14 33,-12 13-61,16-1 22,-1 17-22,19-8 39,25 11-50,-5-12 5,6-8 0,1-3-11,-2-5 861,6-3 1,0-6-733,-8-12-62,12-5 1489,-32-18-1439,-10 1-38,-1-1-3197,-9-15 3196,2 28-219,-8-18 163,6 30-78,-1-3-6,4 13-498,6 14 28,3-1-1383,14 19-1995,5 0 3910,12 13 0,-16-18 0,-3-2 0</inkml:trace>
  <inkml:trace contextRef="#ctx0" brushRef="#br0" timeOffset="75394">21390 11713 26777,'18'-39'341,"-9"12"-193,25-15 1,5-5-104,-21 17 0,-1-1-31,10-13 0,-1-4 28,-11-8 0,-6-1-1510,-2 13 1,-3-1 1478,1-4 0,-1-5 1,-1 6-4,-1 5 0,-1 2 34,0-10 0,0 7 905,-1 14-824,-2-3-123,1 26 510,-6 19-505,-6 37-10,0 1 7,2 10 1,0 3 637,5-31 1,2 2-647,-3 23 1,0 11 0,4-7-577,4-13 0,2-2 582,-2-1 0,0 1 0,4-5 0,3-8 0,7-6-20,24 5 0,10-11 45,3-20 1,3-6-226,1 14 0,-1-8 202,-10-22 0,-2-13 0,-6-1-503,-10-3 1,-4-5 507,0 0 1,0-4-1,-3 2-10,-1-6 1,-4-1-278,-4 4 1,-1-4 0,-1 4 284,-1 3 1,0-2 15,-1 0 0,1-7 0,-1 0 0,0 9-1061,-1 3 0,0 2 1060,0-4 1,0-4-1,-2 11 87,-2 10 228,-8 27-324,1 6 0,-7 24 819,3 3-839,-2 12 1,-1 5 535,4-16 1,0 3-601,-2 14 0,-2 13 0,0 1 1,3-8 943,1-3 0,2 1-1749,3-7 1,1 10 0,1 2 0,1-3 0,3-8 405,9 10 1,2-6 0,-2 11 0,2-6-1,8-13 1</inkml:trace>
  <inkml:trace contextRef="#ctx0" brushRef="#br0" timeOffset="85046">23691 10049 13809,'-34'20'319,"-1"0"0,2 7 0,5 9-705,13 9 0,7 9 0,0-2 422,-4 5 1,1 3-1,0-4 1,-1 10-1,0-1 1,2-7 322,-1 2 0,0 3-346,3-10 1,-1 9-1,0 4 1,0-3-1,2-8-48,2-7 0,0-6 1,1 5 27,-1 0 0,1 6 0,-1 1 1,2 0-1,0-6-10,1 5 0,1-4 1,1 3-146,1 1 1,0 3-1,1 0 1,-1-5 164,1-4 1,-1-3 0,1 2 5,2 15 1,0 3-1,-1-10 1480,0 9-1473,-6-7 1,-4-3 6,-3-21-7,-12-6 1,-4-4 689,-6-12-709,-13-8 1,-3-4 1717,-1-7-1595,-8-8 1,1-3 3389,10-4-3326,3-5 1,4-2-78,15 1-9,8-5 1,3 0-49,8 3 79,8-27 33,3 32-100,2 2-23,-2 18 84,-3 29-95,0-1-1696,-1 10 0,0 3 1691,2 0-693,5 5 0,2 1 681,4-7-874,12 2 0,4-2 903,6-8-85,15-1 1,7-4 74,-17-12 1,0-3 14,21 3 0,-1-3-26,-20-4 1,-2-4 11,4-2 0,-4-4-31,9-14 179,-21 1 1,-4-3-5595,0-10 5733,-10-4 0,-14 26 0,0 8 0</inkml:trace>
  <inkml:trace contextRef="#ctx0" brushRef="#br0" timeOffset="86021">22185 13663 19916,'19'-50'935,"0"1"0,-1 2 1,-4 10-544,-8 26-342,-2 2 107,-16 32-79,2-2 76,-14 28 0,-3 10-112,9-17 0,0 1-1450,1-3 0,-1 1 1,2-2 1418,1 2 0,0 0-8,2-1 1,-1 4 0,1-4 218,-1 1 1,1 1-214,0-1 0,-1 3 1,2-7 203,-4 9-79,9-23 6,4-19 6,14-33-85,7-12-1108,-1 6 1,1-3 1057,-2 8 0,2 0-3,17-21 1,2 1-72,-17 24 1,3 0 71,17-12 0,8-5 1,-3 8-10,-8 12 0,0 4 309,16-13 1,-2 6-310,1 15 313,-15 14-290,-6 14-23,-11 10 0,-3 4 0,1 9-3,-9-1 0,-4-1-19,-4-9-40,1 27 51,3-30 2429,23 28-2513,-1-36 50,11 6 205,-8-20-194,0-8 2358,-1-3-2330,13-15 6,-16 7 24,0-8-13,-11 7-5,5-3-1,13-7-10,1 4-12,-5 6 11,-12 8 1,-13 12 55,-16 16-39,2-5-5,-8 11 0,-3 2-6,5-5 0,-1 6 0,4 0 0,12-3-6,4 5 23,10-12 5,24-5-33,16-11 22,-21-4 0,0-3 39,7-9 1,-3-4 67,6-17 27,-9-12-27,-31 6 16,-29-8-100,1 16 5,-3 7 0,0 4-11,3 4 28,-22-10-61,33 20-34,-8 0-309,8 29-559,3 3 28,1 12-359,7-4-2599,7 3 3837,8-5 0,1-1 0,-3 4 0,13 9 0</inkml:trace>
  <inkml:trace contextRef="#ctx0" brushRef="#br0" timeOffset="86780">23770 14211 10724,'5'-8'4727,"13"-29"1,0-8-3351,-9 2-1347,8-4 1,-2 1 452,-17 11 489,-6 8-121,-26 0-678,-4 9-49,-25 12 1,20 15-97,12 4 0,0 3-5,-7 7 10,-9 15 1,0 2-28,7 0-9,-1 7 0,7 3-8,23-6 5,3 7 247,20-23-196,28-11 28,18-18-265,-20-4 0,1-5 231,4-7 0,-1-8 14,2-13 1,-4-7-23,-12 10 1,-3-3 0,0-1-574,0-2 0,-1-1 0,-2-1 570,-1 0 0,-2-1 0,-1 2 59,2-9 0,-2 4-14,-5 13 0,-1 2 72,3-13 337,-9 18-426,-4 14-56,-2 1 22,-7 25-10,-12 29-1,-3 12-29,8-13-1,0 2 8,3-1 0,1 1-79,2 3 0,2-1 51,1-9 0,3 1-132,3 15 0,4-2-389,4-1 350,5-1 0,5-5 103,6-14 135,14 1 0,-17-32 392,5-21-414,-11 2 19,6-10 0,2-3 26,8-6 875,-6 7 1,0 2-866,1 2 163,-2 4-184,-17 17 602,-4 4-625,-25 27-23,8 0 17,-1 21 1,18-22 21,24 5 12,11-19-34,16-4-195,-7-9 245,10-15-27,-26 0 30,0-13 1,-3-4 13,-4-9-11,-6 8 0,-5 1 6,-14 1 140,-25-1-84,-6 22-96,-9-2 1,8 18 251,-8 34-273,11 1-10,8-4 1,2 4-1404,7-5 0,3 0 1373,-2 21-78,5-2-2064,20-11 1,7 0 377,5 4 1661,16 2 0,2-6 0,-15-21 0,18 4 0</inkml:trace>
  <inkml:trace contextRef="#ctx0" brushRef="#br0" timeOffset="88579">24872 14367 24895,'-18'-22'-6817,"1"10"6817,9 21 0,3-2 0,2-3 0</inkml:trace>
  <inkml:trace contextRef="#ctx0" brushRef="#br0" timeOffset="89105">25300 14145 25063,'-7'59'50,"0"-1"0,1-7 1,1 3-1,0-9-39,1 15 2,1-17 0,-1 6 1,1-7-918,-3 14 912,0-8 0,0-2 294,-4-1-229,-5 5 241,2-24-163,1-12-78,5-28-17,3-15-37,4-14 1,2-4-15,-1 15 1,1 0 65,1-17 1,1-3-61,1 12 0,0-3 30,4-4 0,0-5 0,1 3-308,-1-4 0,1 0 278,3-5 0,2-5 0,-1 9-3,-4 22 1,-1 3-6,3-8 0,0 3 19,1 6-39,-3 17 12,-3 6-34,20 17 44,-13-3 6,33 34-11,-18-5-8,-8-9 0,-2 4-32,-6-2 1,-5 1 5,-4 1 1,-6 0-77,-7-1 1,-6-2-155,-7-3 1,-6-3-261,-7-2 1,-3-4-611,-4-2 0,-1-4-2860,1-3 1,2-2 3993,-22 2 0,28-8 0,20-1 0</inkml:trace>
  <inkml:trace contextRef="#ctx0" brushRef="#br0" timeOffset="89530">25856 14032 24113,'-42'-37'358,"1"0"1,3 3-1,11 10-324,24 21 317,8 10-357,0 1 18,13 19-12,-5-6 2,5 5 1,3 3-3,12 17-1098,-8-11 0,-1-1 1098,8 11-278,-15-15 0,-3-3 278,-3-2 28,1 9-5,-11-27 231,-6-11-210,2-12-38,-2-15 16,6 2 1,16-29-23,8 14-469,-6 13 0,1 1 424,10-4 928,9 9-1740,-17 17 692,7 6-1897,-11 11-4273,7 12 1821,-8-6 4514,7 7 0,-15-16 0,-1 0 0</inkml:trace>
  <inkml:trace contextRef="#ctx0" brushRef="#br0" timeOffset="90154">26351 14150 25169,'-41'4'292,"10"-1"-320,74-8 39,-16 2 0,7-2 0,0-1-22,-2 0 47,-1-5 1,0-3 36,1-12-6,8-16-45,-26 11 113,-11-13-40,-7 23 129,-17-15-162,6 26 22,-14-2-51,3 15 6,0 6-22,2 4 0,-4 20-11,14-12-18,-11 36 24,19-29-52,0 29-178,18-18-340,5-8 1,2 0-115,14 10-773,2-11 0,4-5-1389,-4-15 0,0-5 1797,26 10 734,-19-22 1,-5-7 661,-11-4 862,-1-8 0,-2-3 5,-9 2 2258,5-33-2649,-15 37 918,-5-17-1389,-3 29 191,-9-2-410,3 13-94,-5 8-28,8 2 16,2 23-45,4-13 45,15 40-27,-4-36 21,22 25-10,-15-35 128,23 3-67,-19-13 207,33-28-179,-32 7 36,2-8 1,0-4 159,7-15-1393,-11 14 0,0 0 1180,10-18-448,-11 18 1,-1 3 436,-3 4-124,5-7 1,-17 26-868,-12 21-207,0 0 1114,-18 32 0,18-32 0,-5 9 0</inkml:trace>
  <inkml:trace contextRef="#ctx0" brushRef="#br0" timeOffset="92422">19625 8043 7330,'6'-1'3472,"-1"0"2337,-5 1-4891,16-33-543,-12 20 454,9-38-615,-17 36 424,-8-25 96,-3 5-488,1-1-33,-2 2 280,-2 0-337,5 12 192,-19-30-214,9 19-50,-15-15-6,-1 6-2911,-6 1 2833,7 7-370,-2 4 0,-1 1 370,-1 1-135,-5-2 1,-1 0 140,4 5 8,-6-1 0,-3 0-6,25 13 0,-1 0 9,-16-6 0,-8-3 0,7 4-12,12 6 1,-1 0 7,-19-5 0,-9-2 0,8 3-16,13 5 1,0 1-517,-5-1 1,-8-1 0,-1 0 0,8 2 518,0 1 0,-2 0-6,-3-1 1,-9 0-1,0 0 1,9 1 577,1 0 1,-1 2-569,-4-1 0,-9-1 0,0 1 1,8 1-5,3 0 0,-2 1 4,10 1 0,-8 0 1,-3-1-1,2 1 1,8 1-2,-11-1 0,-1 0-1,10 1 0,-8 0 0,-3 0 0,3 0 1,8 1-53,-12-1 1,-1 1 52,15 1 1,-8 0 0,-6 0 0,1 0-1,3 0 1,9 1-531,-1-1 1,6 2 0,-4-1 526,-10 0 0,-7 0 0,0 1 0,6 0 3,5 2 1,4 0 0,-3 1 134,2 0 0,-3 1 0,-1 0 1,-2 1-145,4-1 0,-3 2 1,0-1-1,0 1 1,2-1-280,-5 1 0,2 0 0,1 0 0,0 0 283,5 0 1,1 0 0,0 1-1,0 0 2,0 0 0,-1 1 0,1 0 0,4-1 0,3 0 1,4 0 0,-6 0-2,-6 2 0,-9 2 0,-3 0 0,4 0 0,7-2 1,9 0 0,5-2 0,-5 2-11,-9 2 1,-9 3 0,-2 0 0,3-1 0,8 0 6,7-3 1,6 0-1,-6 2 0,-7 2 1,-8 3 0,-3 1 0,3 0-1,9-3 4,8-2 0,6-1 0,-5 2 7,-6 2 1,-7 3 0,-3 2 0,4-2 0,7-2-5,-7 3 0,2 0-5,0 2 1,-8 4 0,0-1-1,10-2 5,5-3 0,2 2-7,0 0 0,-6 5 0,0 0 0,8-4 9,3 0 1,1-1 3,-12 10 0,-7 5 1,6-4 6,8-6 1,1 0 42,-2 1 1,-3 2-1,5-3-42,1-3 0,4-2-12,2-2 1,4-1-12,0 0 1323,14-8-1227,8-5 1618,2-3-1641,8-7 2705,6-15-2750,-2 5 51,8-25-56,-10 20 22,2-21-33,-6 24 27,-3-17-16,1 19 17,-4-15-12,4 15 23,-4-16-28,5 15 1178,-2-13-1150,2 11 16,-2-3-61,0 9 542,-3 0-609,1 9 33,-1 1 17,0 3 6,-4 14 6,2-4-1,-13 27 6,11-17-6,-11 24 1,7-11 10,-6 23 7,7-17 10,3-2 0,4 0 18,12 0-18,0 14 6,15-31-56,33-3-28,-13-11-1615,3-4 0,12-2 0,-5-2 1105,-8-3 1,-3 0 0,13 1-1,-9-1 1,-26 1 0</inkml:trace>
  <inkml:trace contextRef="#ctx0" brushRef="#br0" timeOffset="137916">11644 9690 21494,'4'-27'588,"-1"5"-797,-3 22 171,0 0 156,0 3-363,0 0 98,0 4 85,0 7-122,0 1 159,1 1 110,1 7-338,-1-10 106,3 21 128,-2-18 137,4 26-163,-4-23 65,6 26-92,-3-25 48,7 25 6,2-11-125,0-1 29,-1-4-41,-2-8-15,-2 1 87,6 14-9,-5-11-3335,8 19 3341,-9-23 57,9 18 10,-5-13 79,11 15-92,-6-13-34,13 12 25,-6-14 115,0-3 0,2 1 8,-1-4 1,-1 0 112,24 18-83,-21-19 0,-3-2 85,-1 0-61,9 5 1,1 1 128,-4-4-141,1 2 1,0 0 3412,-5-4-3453,3 0 0,1-1 22,1 0-18,8 3 1,1-1-210,-3-3 216,-1-1 1,1 1 105,14 3-1724,-10-4 0,1-1 1731,14 6-1207,-7-3 1,-2-1 1165,-6-2-664,6 3 0,1-2 590,-7-1-48,-1-2 1,0 1 56,13 0-46,-10-3 0,0 0 34,17 2 65,-7-2 0,-1-2-23,-5-2-18,8-1 0,0 0 57,-7-2-373,6-1 0,1 0 299,-22-1 1,-1 0-8,14 0 1,0 0 63,12 0-143,-17-1 0,-2 0 121,3-1 330,12-3 0,2 0-307,6-2-97,-12 1 1,2 0 1,-14 0 0,-2 1 52,24-3 895,-5-1-951,-17 2 1,1 0 3,-5 0 0,2 0 5,24-6 0,1 0 727,-15 2 0,-2 1-752,0 0 1,-3 0 2900,19-4-2852,-11 1 1,-2 1-2,8-1-650,-13 1 0,7-1 1,-8 2 605,10-3-1153,-3-1 1,1 1 1167,-1-1-26,-6 3 0,1-1 218,-9 2 1,3 0-358,6-2 1,4-3 0,-1 1-64,6-1 0,0-1-112,-7 2 1,1-1 0,-2 1 110,4-1 1,-5 2-10,-7 2 0,-2 1 2,-3 0 1,0 0-8,-1 1 0,0 0 675,1-1 1,1 0-472,8-4 0,0 1-8,-10 3 0,0 0 20,21-11 1,-1 1-5,-3 1-158,-5 2 1,6-2 0,-6 3-54,8-2 131,2-2 1,0 1-132,-10 5 88,1-2 1,1 1-92,0-1 103,14-3 0,0 1-123,-12 3-678,2 0 0,-3 0 867,-11 4 28,-1-1 0,-1-1 12,1-1-50,10-6 0,2-1-153,2-1 95,-8 4 0,-2 0-82,3 0-24,2-1 6,-18 9 2,28-15 1,-27 13 387,2-2 0,2-2-209,2-2 5,6-5 2199,-7 6-2190,-1 3 1,0 0 2,14-7-52,-9 4 1,-1 2 3504,-1-1-3281,-2-1 332,-9 4-286,4-9-97,-10 7 8,7-16-51,-12 16 88,19-24-250,-8 17 15,11-10-131,-11 14 37,3-3 2,-14 12 60,7-9-18,-11 10-4,2-5-33,-1 2-82,3-3 212,-2 2-32,16-9 51,-1 6 12,12-8 0,-3 6 10,-9 5 5,-1 0 64,-8 2-33,-3 0-73,-2-1-22,-6 3 12,1-9-31,-2 5 37,4-17-46,-4 16 81,3-13-55,-4 18 117,1-6-68,-3 12-10,-10-2-12,-5 4 18,-14 2-1,-7 4 22,-5 3-16,6 0 6,-14 7-40,19-4-6,-12 3 40,22-6-17,4-2-5,2-1-1,-2 0 17,0 0 23,-1-1-12,9-3 45,-4-4-61,6-1-6,0-10 11,6 5-28,3-8 12,3 11-18,10-3 1,4 6 50,19 0-28,2 7-50,11 5 10,-6 9 29,-17-1 0,1 3-3,1 7 0,-1 1 11,-5-3 0,0 1-28,4 10 1,-4 3-94,-10-9 1,-4 2-2300,1 22 1,-4 2 122,-5-16 1,-4 0 2299,-6 14 0,-3-5 0,-3-17 0,0-2 0</inkml:trace>
  <inkml:trace contextRef="#ctx0" brushRef="#br0" timeOffset="144383">15781 15784 15154,'28'-46'1509,"-1"0"1,1 0 0,7-14-1,-7 14-1066,-18 34-214,-7 16 304,-3 23-107,-3 20-281,0 3 1,0 7-1451,-2 0 0,-1 3 1277,0-7 0,0 3 0,1-3-17,-2 5 1,-1 2-274,1 1 0,-1 6 1,2-7-2,1-12 0,0 1-264,1 9 1,-1 7-1,1-9 248,3-17 1,0-2-1750,1 10 1,1 6-1,-1-8 119,0 15 616,0-15 1,-4-6 626,-2-24-1038,-27-27 1659,11 0 1620,-18-16-982,2-5 449,11 6 0,-1-3-219,2 1 0,-1-3 558,-6-11 0,3 0-135,1-6 297,12 14 0,4 3-843,6 9 1547,5-15-1843,16 25 921,25-3-1235,-6 8-12,1 4 1,0-1-29,10-2-25,13-4 1,4-2-402,-27 4 0,2 0 418,9-4 1,7-2 0,-3 0 27,4-3 0,-1-3 14,-2 0 0,3-2 0,-2-1-4,-11 4 1,-1-1-1,-1 0 9,15-8 1,-6 0 111,-14 4 1,-7 2 790,-2-4-696,-10 5 242,-36 16-143,-10 20 0,-3 6-199,-18 6-1556,4 8 0,5 2 1455,14-4-25,5-2 0,2 1-8,6 9-23,2 16 6,11-21 665,13 5-620,11-27 72,16-7-56,-7-11 113,22-29-79,-29 10 92,3-4 1,0-3 332,2-9-330,2 0 3387,-13 12-3112,-12 16-348,-2 5 35,-1 1-141,-1 5 5,2 8-17,2 12 7,1 1 5,4 17-11,-1-5-34,4 22 39,-2-18-11,2 4 17,5-23 34,7-17-23,1-3 51,16-39-28,-20 17 47,0-6 0,0 0 3,-4 5 308,11-19-229,-21 32 134,2-3-292,-9 16 12,-3 8-23,-1 2 40,-5 19-34,5-12-78,-1 27-1,5-23-671,7 32 144,-3-29-4557,10 26 496,-8-31 3819,5 9 0,-8-21 0,1-1 0</inkml:trace>
  <inkml:trace contextRef="#ctx0" brushRef="#br0" timeOffset="144558">16944 15955 22296,'-13'-28'-1572,"-1"1"0,20 35 0</inkml:trace>
  <inkml:trace contextRef="#ctx0" brushRef="#br0" timeOffset="144933">17168 16615 21241,'31'-37'142,"0"-1"1,-1 1 0,3-2 0,-2-3-74,-4-3 0,0-5 1,-4 0-18,-7 4 0,-3 1 1,-1 0-1061,2 0 0,0 0 0,-2 1 1019,-2 1 0,-2 0 1,-2 2 116,-2-12 1,-2 5 1487,-1-10-1415,-5 8 1,-3 4 861,-1 20-912,-13-3 540,13 29-601,-13 27-79,11-5-6,-11 35 7,6-2-43,1-2 0,1 3 1495,5-17 0,-1 3-1531,0 9 0,-1 6 0,2-6-6,3-15 0,2 0-239,0 13 1,1 7-1,4-7-389,7-10 1,2-2-140,0 8 0,5-3 840,14-10 0,1-8 0,-7-7 0,14 3 0</inkml:trace>
  <inkml:trace contextRef="#ctx0" brushRef="#br0" timeOffset="145099">17861 16340 23926,'0'-26'-1299,"3"5"1,-1 28 0,1-3 0</inkml:trace>
  <inkml:trace contextRef="#ctx0" brushRef="#br0" timeOffset="146183">18202 16114 25661,'-17'33'75,"-1"0"1,-6 13-76,10-3 0,2 2-6,-4 15 17,8-27 1,0-1 0,-2 10 105,7-28 12,3-11 6,8-20-1,10-20-44,8-15-40,-8 19 1,0 0-231,1 3 0,-1 0 247,2 1 1,0 1 16,19-22 11,-2 9-50,-9 15-17,1 4-11,-13 15 44,13 4-55,-14 12-12,6 10 12,-14 2-6,-3 14 0,-4-12-17,-4 27 39,3-15-50,-3 6 23,15-8 27,21-12-22,-3-4-6,10-12 1,2-6-1,-3-4 9,3-2 0,2-3 8,7-9-16,0-1 21,-1-10-2869,-18-10 2859,-6 5 44,-9-25-10,-13 1 16,-2-1 50,-5-1 0,-2 30-55,-3 14 78,-18 19 3279,12 5-3385,-22 17-23,19-7 16,-2 9 1,-1 2-17,3-1-1713,0 4 1,2 0 1712,6-5-112,0 36 73,11-34-325,20 30 196,-1-39-292,13-2 1,3-2-50,3-5-1099,4-2 0,0-3 1194,3-7 337,-1-6 1,0-4-439,10-16 487,-11 0 0,-3-4 89,2-8 87,-13 5 1,-3 0 8,-5 6-1652,13-22 1730,-22 31 757,10-20-679,-15 25 1954,5-8-2138,-12 21 129,-5 9-169,-2 2 124,-27 37-190,13-19-7,-9 10 1,-2 1-39,2-5-1,0 0 1,-2 1-20,8-11 0,1 0 11,-4 4 0,0-1 104,-16 12 34,17-24-63,14-16 40,9-24-44,5 4 80,7-10 0,2-2-58,3 1 67,4-4 0,3 2 11,-3 11 970,5-4-1071,-13 18 3300,1 10-3316,-5 4-12,11 16-5,-10-4 429,9 20-564,4 2-123,2 3-6,3-2-574,-3-16 0,2-3-92,6 0-3992,14-1 1,2-2-3586,-5-7 7822,-5-4 1,-5 0 0,-14-5 0,-8 0-1</inkml:trace>
  <inkml:trace contextRef="#ctx0" brushRef="#br0" timeOffset="146533">20081 16296 24917,'5'-48'170,"1"1"0,-2 8 0,0 4-86,7-10-45,-5 0-11,-2 0 0,0-2-20,-2 13 1,0-1-12,1-22 0,0-1 17,-2 19 0,1 0 31,-1-13 0,0 3 5,1-13 124,-8 11-146,2 43 714,-19 16-714,2 17 5,-15 21-25,19-17 1,1 2-883,-2 4 1,2 1 873,3-6 0,0 0-11,-1 10 0,1 0 246,6-9 1,1 0-455,4 14 1,4 0-110,5-10 1,6-2-1046,8 5 1,4-4-134,21 5 1506,-8-14 0,-2-4 0,-8-5 0,11 6 0</inkml:trace>
  <inkml:trace contextRef="#ctx0" brushRef="#br0" timeOffset="146702">19841 16032 21399,'27'-40'-1053,"-1"0"0,15-1 0,3 12 1053,8 19 0,5 1 0,-33 6 0</inkml:trace>
  <inkml:trace contextRef="#ctx0" brushRef="#br0" timeOffset="146941">20825 15896 19944,'-7'0'733,"2"0"-593,5 0-241,0 0 0,73-54-361,-36 43 1,1 0 150,15-19 0,1 3-1113,-4 19 0,-4 7-8407,7 0 9603,-6 2 0,-20-1 0,-21 2 0</inkml:trace>
  <inkml:trace contextRef="#ctx0" brushRef="#br0" timeOffset="147116">20951 16119 23237,'39'-17'-644,"0"-1"1,0 1-1,11-4 1,0 1-1,-9 5 1,-4 4 0,22-6-1</inkml:trace>
  <inkml:trace contextRef="#ctx0" brushRef="#br0" timeOffset="147983">21832 15993 18840,'0'-3'4145,"0"1"-3658,17-58-61,-9 37-79,3-14 0,0 0 96,-4 18-158,2 1-246,-5 9 46,2 9-63,-4 6 62,1 21-44,-2-6-24,-11 40-27,3-29-1688,-5 6 1,-2 0 1698,0-5 5,2-3 1,-2 0 27,-3-2 152,-2 1-84,7-15 129,3-16-191,8-8 45,4-31-67,2 13 13,5-9 1,2-1-3,3 1-1058,9-5 0,2 2 1030,1 7-46,0 6 1,2 2-28,11 7-1548,13 5 1615,-20 13 873,3 25-889,-26-5-183,1 37 189,-9-27-632,-3 6 0,1 1 632,1-3 49,7 3 0,3-1-73,5-6-338,10-2 1,3-4 310,2-8 433,7-4 1,3-4-609,14-10 197,-23 0 1,1-1 796,-1-6 1,-1-3-751,-3-4 1,-2-2 20,18-11 5,-20 6 0,-1-1 2059,7-15-1947,-3 4-56,-5 6 135,-12 17-197,-8 9 3344,-8 5-3343,-2 3-3202,-31 26 3190,20-11 6,-3 3 0,2 2-17,4 9 0,2 9-12,6-3-10,18 1 28,-1-17-18,17 1 40,-4-20 3426,12-10-3381,-9-13 33,0-17-67,-14 3 23,-6-1 0,-3 0-29,-1-6 28,-5-4 1,-2-2 101,-8-3-82,3 17 0,-3 2-25,-7 1-11,-5 13-45,4 15-118,-15 25-145,11 3-330,-1 22-354,20-7 392,12-8-33,8-2-1277,23-3-393,-2-14 1,5 0 2021,-3-2 0,-1-1 1,-1-2-1,-2-2 1,-2-2-1</inkml:trace>
  <inkml:trace contextRef="#ctx0" brushRef="#br0" timeOffset="148742">23305 16061 13082,'0'-6'7170,"0"1"-3227,0 5-2649,-96-69-986,40 53-508,18-6 0,-5-6 0,4 12 275,4 20 1,3 8-3,-21 13-40,18-2 1,0 3-40,9-3 1,3 2 7,2 4 1,4 1-3052,5 8 3027,13-3-6,6-13 22,16 5-39,11-15 1,2-4 55,9 3-8,0-14 0,-3-6 8,-13-13 0,-5-2 0,-1-2 0,2-12 21,-8-2 0,1-9 0,-2 1-432,-1-2 1,-2-3 432,1-3 1,1-5-1,-2 6 1,-3 5 0,-1 3 1317,2-18 0,-2 5-1143,-2 9-172,-2 15 0,-1 5 9,-4 18 0,-1 11-62,-2 5 23,-4 21-23,-2 12 1685,1 8-1741,3 5 1,3 5-71,8 2 0,3 0-144,-3-14 1,0 2 0,3-3 62,12 19 0,4-7-34,-3-21 1,2-4 38,11 9-5,-2-10 190,-15-20 57,4-11-6,-7-5 184,15-34-128,-15 20 36,3-6 1,0 1 13,-6 9 202,5-11 868,-16 23-991,-14 3-152,1 8 79,-23 15-129,20-5-45,-8 16 40,18-14 22,16 22-17,0-22-12,40 12 7,-21-23 13,6-9 1,1-4 2,2-14 19,-10-6 1,-2-3-36,-3-12 38,-4-15 18,-15 23 206,-4-26-38,-6 18-96,-2-8 146,-19 23-84,-9 20-152,1 3 18,-10 20-18,9 23-22,-1 10-11,6 5-62,18-9 1,5-1-62,3 7-448,14 11 0,10 1-909,3-24 0,4-1 1480,2 0 0,4 2 0,-3-5 0,-4-8 0,-1-4 0,22 16 0</inkml:trace>
  <inkml:trace contextRef="#ctx0" brushRef="#br0" timeOffset="163167">20466 5981 16672,'-6'-53'1183,"0"0"0,0 1 1,0-4-1,-1 5-248,-1 2 1,0 9-1708,2 18 851,-4-7 149,8 30-228,2 5 176,0 7-170,12 44-31,0-4 0,0 4-420,1-5 1,-1 4 323,-1-4 1,0 6 0,0 1-1,-2-7-19,0 1 0,-1 1-119,0 1 0,1 10 0,0-1 0,-2-10 15,-1-5 1,0-2-222,0 7 0,2 4 0,-2-6-639,1-12 1,-2-2-3813,-3 7 1,0-2 4118,-1 3 0,-6-15 0,2-26 1</inkml:trace>
  <inkml:trace contextRef="#ctx0" brushRef="#br0" timeOffset="163901">20267 6420 13760,'-6'-4'3125,"2"1"-1506,4 3-1608,55-33-17,-20 22-1410,6-3 1,10-5 0,-5 5 1421,-12 8 0,1 0 23,16-4 1,8-4 0,-8 1 414,-16 4 1,-2-2-378,11-7 1,3-2-1,-7 0 51,3-8 61,-8 0 0,-6-1 292,-14-6 262,-16-10 174,-33 13-352,-13 10-353,-2 12 78,1 10-213,24 3-22,-13 14-39,22-4 3367,-3 20-3373,14 0-11,15 20 5,-1-16-11,10-9 0,3-3 29,1-7 105,32 8-38,-33-21 245,17-8-234,-26-6 285,9-17 71,-9-7-3426,7-21 3285,-8 16-118,1-8 146,-10 34 4,1 0-96,-5 14-430,-1 14-4,0-4 99,-1 26 1,2-20 27,3 29-50,1-27-54,14 20-71,5-22 317,0 0-122,2-9 3265,-6-9-3118,1-8 655,5-6-532,-1-14 41,0-19-39,-8 13 68,1-22-164,-11 34 26,1-11-76,-5 20-133,-1 0-58,0 5-24,0 5 57,2 5 54,6 13-95,-1-1-83,17 32 45,-12-24 3,9 16-171,-7-13-786,5 4 295,-3-6-6078,5 1 6915,-11-19 1,0 1 0,-7-6 0</inkml:trace>
  <inkml:trace contextRef="#ctx0" brushRef="#br0" timeOffset="164058">21383 5878 24753,'-30'-38'-340,"0"-1"0,1 2 0,10 11-446,20 23-3935,28 20-3411,-12-7 8134,19 14 1,-27-17-1,-4-3 1</inkml:trace>
  <inkml:trace contextRef="#ctx0" brushRef="#br0" timeOffset="164408">21789 6201 26854,'13'-40'141,"1"0"0,-1-1 1,1-2-1,0 0 0,-3 6-1064,2-5 932,-4 0 1,0-4-16,-3 5 0,-1-5-10,-1-8 0,-2-7 1,-2 4-567,-2 12 0,-1 3 1,0-1 555,-1-6 1,0-1 0,-2 6 205,-5 8 1,-3 4-213,-7 3 1,-2 3-24,-11-7-40,-14-3 8,28 29 90,5 18 82,11 4-1453,0 17 1,2 3 1390,-1 12-25,7 2 0,3 10 1,1-6-1,0-14 0,2 0-18,6 14 1,4 8 0,1-9-35,-2-16 0,3-1-257,9 11 1,6 5 0,-3-6-147,-5-9 1,0 0 452,8 11 1,5 5 0,-7-11-1,-3-2 1,-10-12 0,0 1 0</inkml:trace>
  <inkml:trace contextRef="#ctx0" brushRef="#br0" timeOffset="166468">16399 17438 16387,'6'-47'2366,"0"0"0,-2 11-1926,3-14 0,-4 10-92,-8 36-276,0 5 91,-6 26-96,3 0-2140,0 12 1,-1 3 2072,1 10-31,0 1 0,1 5 78,2 2 1,1 2-220,1-20 0,1 1 0,0-1 32,0 1 0,-1-1 0,3 1-762,1 2 0,3 2 1,0-5-1219,3 2 0,2-1-1157,4 15 1,2-2 3015,-3-22 1,1-4 0,3 5-1,-7-20 1</inkml:trace>
  <inkml:trace contextRef="#ctx0" brushRef="#br0" timeOffset="167208">16245 18087 9318,'-1'-3'3686,"-1"1"-1429,2 2-1770,72-62-1824,-22 35 1410,-15 2 0,6-4 0,-3 4-1,0 9 1,-1 2 130,10-5 0,0-2-122,-3-2 1,0-1 21,-3 0 1,-3 1-12,-10 2 1,-5 2 192,2-8 2015,-13 0-1567,-12 12-223,-6-2-303,-7 14 1014,-14 15-1125,5 3-74,-2 7 0,7-1 223,2 15-217,9-10-34,-3 14-5,9-22-22,1-2-29,6-1-56,12 5 68,1-4 117,10-1-16,-12-12 223,8-17 56,-12-6 74,4-15 95,-11-1-230,-5 7 279,0-2-296,-2 14 202,2-3-51,-2 11-319,0 3-67,1 16 33,0 5-38,1 7-24,4 15-4,-1-17-68,14 33 39,-9-31-17,14 18 23,-12-28-51,18 1 107,-11-15 6,12-11-7,-16-6 24,2-19 4,-5 1 52,6-20-40,-7 19 190,0-8-151,-8 32 152,-1-3-152,-3 19-106,-1 7 0,1 14 33,-1-1-66,1 21-136,5-11-117,3 15 34,2-17-1804,11 5 728,-8-19 1339,14 4 0,-18-16 0,4-2 0</inkml:trace>
  <inkml:trace contextRef="#ctx0" brushRef="#br0" timeOffset="167367">17275 17498 11390,'-3'-6'8111,"0"2"-8016,3 4-2095,-22-57-1427,20 45 3427,-13-42 0,21 57 0,-1 1 0</inkml:trace>
  <inkml:trace contextRef="#ctx0" brushRef="#br0" timeOffset="167725">17583 17956 21192,'28'-50'568,"-1"1"1,-7 6 0,-1-1 0,-4 5-390,-4-12-21,-5 10 1,-1-7 0,-1 2-2813,-2 0 0,-1 0 2763,0-9 1,-1-1 114,-2 6 0,-1 3 1391,-5-15-1475,2 30 0,-2 1 39,-13-12-140,7 22 877,-5 11-894,9 18 17,-1 23-16,5-2-12,2 8 0,3 3-17,1 4-101,2 1 0,1 3 90,0-12 0,1 2-47,3 22 0,1 1 30,-2-18 0,0-1 1128,5 18 1,3-2-1776,-1-22 1,5-3 680,20 11 0,2-4 0,-2 2 0,-9-25 0,0-1 0</inkml:trace>
  <inkml:trace contextRef="#ctx0" brushRef="#br0" timeOffset="167983">18404 17308 22789,'40'-31'-393,"0"1"1,1 0 0,7 0 0,3 2 0,-8 10-1465,6 13-1661,-4 3 1,-3 3 2559,-6 6 0,-7-2 0,-16 0 0</inkml:trace>
  <inkml:trace contextRef="#ctx0" brushRef="#br0" timeOffset="168151">18518 17528 23937,'3'-8'-1854,"49"-17"487,-2 6 1367,-2 3 0,8-2 0,-9 4 0,-3 1 0,0 1 0,0 0 0</inkml:trace>
  <inkml:trace contextRef="#ctx0" brushRef="#br0" timeOffset="168545">19677 17474 10410,'5'-62'1357,"0"1"0,0 0 0,1-2 0,-2 4 54,-3-8 1,-4 7-577,-7 8-140,-7 2-583,5 26 1381,-4 30-1392,8 32-101,0 1-11,4 15 0,3 5-15,0-19 1,1 1 107,0 3 0,-1 5 0,1-5-147,0 1 1,0-4-43,0 0 0,0 0-302,0 0 1,0 1-715,0 0 0,0 3 1123,-2 17 0,-1-1 0,2 1 0,-5-2 0</inkml:trace>
  <inkml:trace contextRef="#ctx0" brushRef="#br0" timeOffset="169291">19400 17694 20655,'8'-42'-27,"-1"-1"1,-3 4 0,5 10-86,31 24-2917,-5 0 0,1-2 2822,13-1-186,-4 0 1,10-2 0,-7 1-281,-15 2 0,-1 0 572,25-5 1,0 0 1054,3-6-590,-5-6 337,-10 2 396,-18 1-772,-28 12 341,-15 3-313,0 5 3305,-32-1-3406,23 2 106,-26 2 3219,27 4-3538,1 2 12,3 9-18,6 4-44,1 8-6,5 14 29,11-13-1,8 5-17,11-23 40,6-7-12,-3-7 45,16-19-16,-20 5 111,17-20-50,-24 17 655,4-22-380,-12 21-230,1-7 84,-7 20-146,-2 5-67,0 2 6,-5 12-45,1 4 11,-5 20 22,6-10-39,0 23 12,8-22 5,1 6 0,5-14 11,15-4-22,-9-9-6,27-10 34,-16-12-1,13-14 46,-8-2-45,-8 5 22,-5 4 95,-2-4-44,-8 13-56,2-5-12,-8 15 0,-4 9-33,-1 1 6,-3 13 38,-1 3-27,1 0-62,3 9-336,6-2-634,5 1-2222,5-3 3248,1-16 0,-5-4 0,-2-7 0</inkml:trace>
  <inkml:trace contextRef="#ctx0" brushRef="#br0" timeOffset="169474">20426 17186 24581,'-17'-22'-476,"3"33"0,14 6 0,0 16 0</inkml:trace>
  <inkml:trace contextRef="#ctx0" brushRef="#br0" timeOffset="169816">20546 17620 12503,'5'9'4234,"0"-2"-866,-5-7-3010,0 0 668,64-80-696,-39 29-621,-1 12 1,4-8 0,-7 5 323,-12 10 1,-5-1-3,3-18 0,-2-1 413,-2 18 0,0-1-416,-1-14 0,0-6 0,-1 6 683,0 10 0,0 1-640,-3-9 0,-2-5 0,0 8 97,-6-6-84,-8-4 2168,5 51-2246,1 11 144,-3 24-172,1 7-6,-6 18-1491,10-13 0,0 1 1516,3-13 0,0 1-39,-1 30 0,2-1-695,1-5 173,8 5 1,3-1-271,8-13-799,4-7 1,8-3 1608,3-18 0,1-5 0,10 11 1,1-10-1</inkml:trace>
  <inkml:trace contextRef="#ctx0" brushRef="#br0" timeOffset="170051">21161 17376 23310,'15'-43'-5534,"-3"10"5534,-7 39 0,-4-3 0,0 0 0</inkml:trace>
  <inkml:trace contextRef="#ctx0" brushRef="#br0" timeOffset="171324">21416 17164 21831,'-1'-3'2638,"0"1"-1439,1 2-997,15 25-146,-12-6 5,3 15 1,-1 2-40,-8 0-5,-2 6 0,-1-1 0,-1-7-23,-1 0 0,-1-1 6,1-9 40,-4 10 38,6-25 51,1-11-45,3-24-56,7-14-1702,2 4 1,3-2 1695,5-10-629,3 7 1,1 3 618,-2 10-128,14-15 121,-21 35-15,10 7-1,-12 9 17,15 24 16,-10-13-28,9 14 2685,7-1-2746,4 0 50,0-2 1783,4-3-1839,-14-17 40,10 0 16,-9-8 17,15-13 11,-22 2-3110,21-18 3110,-23 14 21,14-16-26,-14 7 50,7-16-39,-9 10 28,2-13 22,-9 15 0,0-5 6,-4 8-23,-13 7-39,2 9 17,-26 6-22,16 3 16,-23 10-27,25-4 33,-15 16-34,22-11 3393,-6 15-3371,12-6-55,5 8 22,4-4-55,19 12-35,0-12-44,19 9-163,1-12 20,-11-14 0,0-2 154,13 0 67,-12-8 0,0-4 62,8-12-1666,-10-3 1,0-2 1710,9-10-62,-6-7 1,-3 1 111,-8 7-31,-3 3 1,-3 1 181,-4 5 28,-5 6-56,-2 1 3134,-8 9-3308,-5 7-27,-11 16-12,4-2 415,-11 21-414,9-5-3370,-12 18 3358,8-15-989,-16 15 1006,18-31-122,-15 6 155,20-22-38,-5-10 22,12-15 33,2-23-44,3 12 2939,11-20-2951,1 31 1453,6-5-1430,-6 18 189,4 5-189,-2 12-34,9 8 0,4 15 1,6 6 10,-5-4 9,-3-9 0,3-1-54,23 7 73,-13-14 1,0-4-23,11-1-6,-5-18 23,-16-26-28,-12 7 33,-1-5 1,-1-3 2,-5 2 0,0-1-214,3-10 1,1-2 196,-3 9 1,0 0 35,5-18 1,0 4 39,-5 8-45,-4 4 1,-4 4-35,-8 20 46,-33-3-1,12 19-39,-12 2-11,18 7 23,7 9-12,0 6-3295,-2 32 3301,6-13-34,6 3 0,2 2 258,5 1-339,7 8 0,4 1-47,8-4-94,0-18 0,6 5 0,-2-7-142,17 10-667,-12-18 1,6 1 0,-4-5-8784,15 0 8509,8 4 1,-35-23-1,-17-4 1</inkml:trace>
  <inkml:trace contextRef="#ctx0" brushRef="#br0" timeOffset="171568">22465 17057 18487,'0'-4'3893,"0"1"-2140,0 3-1450,88-45-62,-31 29-449,-16 0 1,7-3-1,-4 5 216,-3 9 1,-1 4-1,7-1 1,0 2-49,-12 2 1,-1 1-140,29 6-2576,-39 7 2083,-21 0 0,-6-5 0,-4-4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14:54:06.7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4364 2512 15137,'2'-56'895,"1"-1"0,-1 1 0,-1 5 1,1 1-1,3 6-120,7 7 1,3 4-167,8-17-198,-4 18 1,-1 3-69,2 7-21,-1 17 154,-13 15-142,0 45-514,-8-11 477,-2 8 1,-4 10-57,-3-4 1,-4 4 0,0-2-109,3-6 0,1-1 1,-1 2-482,0-2 0,-2 4 1,1-1-1,1-5 483,2-5 0,1-4 0,-1 0-41,-3 16 1,1-4 190,2-14 1,0-3 4,-7 23 87,-1-10-41,10-27 288,-3 6-190,12-39 148,7-16-439,6-22-73,1 7 0,1-1-21,-4 11 0,0 0 965,3-6 0,1-1-943,0 0 0,1 2-2,-1 3 0,2 0-35,-2-2 0,2 3 231,16-14-23,-18 36 108,23 12-439,-13 19-371,16 23 133,-28-15 1,-1 2-512,0 4 1,-2-1 442,7 23-1282,-8-22 0,1-2 1176,3 5 81,6 1 0,5-1-77,10-3 482,-11-10 0,1-4 281,18-12 303,3-29 547,1-11-224,-19 4 0,-3-3-416,-4 0 1,-2-1 451,8-19-385,-13 19 1,-2 1 360,2-17-228,-1 1 660,-5-6-1336,-5 11 0,-2 8 0,-3 2-132,-3 22-845,-4 3 313,-7 21 1236,4 0-389,-8 30-109,7-5-9,0 4-8,4 8 41,6-9 299,10 19-331,11-6-966,3-11-28,25-3 275,-19-29 491,10-3 1,1-4 60,2-5-1065,9-8 0,1-3 1516,-4-4-1381,1-6 1,-2-2 1949,-10 0-504,-8 0 1,-1 0 554,-7-1-822,-2-5 0,0 0-91,-3 2-133,-1-4 1,-1 1-236,-5 11-138,2-20-150,-6 26 1398,1-9-1446,-4 14 3588,1-2-3192,-2 2 406,-3 1-723,1 2 82,-7-3 116,4 4 38,-16 0 134,9 3 148,-15 9 83,1 18 157,-2 8 180,1 4-55,0 15-115,17-25-81,-4 20-127,15-23-144,15 3-254,-3-13 61,17-5 191,-8-15-3202,8-8 3523,-7-3 106,10-18-51,-13 5 75,6-15 154,-16 9-172,-3 8-187,-7 6-279,-1 14-174,-1-1 3295,0 4-3399,2 2-14,0 7 386,1 7-116,1 6-17,3 11-9,7 9 117,0-7-54,10 14-149,5-19 46,2-11 1,3-2-106,17 3-1532,6-15 0,1-6 2019,1-7-76,-15 0 1,5-3 0,-5 0 187,12-9 2,-13 5 0,-2-3 406,7-18 11,-14-8-272,-2 1-135,-20 13 0,-6 2-230,-3 5 137,-14-24-402,1 34 31,-27-5-77,16 17 278,-7 8 0,0 4 99,0 4 23,2 5 0,1 5 181,-4 16-166,13-5 1,0 0 162,-3 15-228,11-14 0,2 0 18,6 8 2972,17 10-3327,6-19-164,17-14 322,-8-21 545,19-35-43,-28 6 0,-1-3-1048,1 1 0,-1-2 910,-3-5 1,-3-2-7,-5-1 1,-1 0-167,1-5 0,0-3 125,0 4 0,1-4 0,-1 4-151,-1-2 1,1 2-93,0-7 0,-2 5-136,-3 13 49,-9 4-280,0 18 222,-8 16 428,1 18-1336,1 10 1,0 3 1377,-5 21-175,5 0 0,1 5 72,7-9 0,1 2-390,2-6 1,1 1 0,2 2-372,2 1 1,3 1-1,2 2 607,4-3 1,3 4 0,1-3 0,-2-5 0,1 6 0,0-4 0,9 9 0,-1 0 0</inkml:trace>
  <inkml:trace contextRef="#ctx0" brushRef="#br0" timeOffset="816">6988 2759 21691,'31'-22'27,"0"0"1,7-12-279,2 29 1,9 6-1,-6 1-232,10 1-200,-8 2 1,-6 4-691,-16 9-7510,-21 19 7709,-14-11 1422,-35 15-336,16-25 1,-1-2 283,-1 1 1,0-1 37,0-1 1,2-1 1254,-16 3 4178,24-7-2359,10-2-2086,48-19-363,13-3-664,-16 5 0,1-2 176,20-6-252,3 2-205,4 1-607,-10 6 0,1 1 1284,-16 3 1,1 0-652,25-1 0,-6 0 0,-20 3 0,18-2 0</inkml:trace>
  <inkml:trace contextRef="#ctx0" brushRef="#br0" timeOffset="1558">8113 2567 27781,'20'-31'-302,"0"0"0,13-16 225,-29 98-227,-1-20 139,-2 32 95,-8-15-2743,0-15 0,-1 0 2834,-5 21 353,3-16 1,0-4-384,3-11 1472,-5 9-1120,10-26 196,-1-5 153,3-6-175,7-36-145,-1 17-151,3-7 1,2 0 220,1 3 3219,13-19-3138,-1 14-96,14-6-397,-11 16 360,12 3 698,-8 15-1066,24 6-117,-16 9-277,7 12-333,-27 10-85,-8-3-439,-6 18 206,-3-16-1025,0 21 161,4-15 632,9-1 388,19-17 925,4-22 902,10-16 192,-15-4 128,-2-13-158,-10 1 142,8-20-193,-6 9 126,1-3-674,-10 22 259,-1 2-1099,-9 17-54,0-2 101,-5 23-68,0-2 95,-1 14 5,-2 6 16,2 19-107,3 4-8,4-2-15,8-8-136,4-14 194,5 1 118,6-11 244,1-21 214,-6-6 260,3-23-97,-9-4-284,-4 3 1,-1-1 243,5-26-7,-2 1-110,-7 19-339,-1-2-418,-3 22-520,2-9 313,-4 25-1023,5 15 159,-2-2 1470,6 38 0,-8-33 0,2 17 1</inkml:trace>
  <inkml:trace contextRef="#ctx0" brushRef="#br0" timeOffset="2124">9276 2933 18687,'6'8'3435,"-2"-2"-872,-4-6-263,0 0-1259,4-10-981,3 1 428,14-17-306,23-17-142,-20 18 1,1-3 163,7-8 0,0-4-997,-3-10 0,-4 0 737,-7 14 0,-2-1 2,-3-5 1,-1-5-1,-3 7-14,-2-16-31,-3 8 0,-2 1-148,-5 10-78,-5-14 80,-2 18-75,2 7 16,1 5-11,6 24 614,-1 4-57,-1 42-199,1-12 1069,0 5 1,0 5-1051,1-9 1,0 2-21,1 2 0,0 4 1,1-3 11,2 4 0,0-2 12,1 8 0,5-1-346,11-8 0,6-4 90,-2-10 1,4-2 165,10 11 1,4-7 84,1-16 0,0-8 267,14-4 79,3-15 51,-15-25-289,-21 5 0,1-9 0,-2 3-616,5-2 1,-2-3 585,1-9 1,1-8-1,-3 4-8,-4-2 0,-3 3-100,1 1 0,-2-2 39,-6 9 0,-1-1 0,-3 5-556,-3 5 1,-3 3 358,2-8 0,-5 3 376,-17-7-752,9 32 272,-8 1 538,11 32 233,-5 23-323,0 8 373,3-6 1,-1 6-519,2-6 0,1 4 0,-1 0-84,1 2 1,0 2 0,1 1 44,0-5 1,1 3 0,1-1-1,1-3-119,1-3 1,1-4-1,2 4-1166,4 3 1,1 4 0,2-1-1,0-5 921,3 13 1,2-4-1,2 10 0,-2-6 1,0-10-1</inkml:trace>
  <inkml:trace contextRef="#ctx0" brushRef="#br0" timeOffset="3649">4379 4168 21055,'-13'-60'1171,"0"0"1,3 8 0,0 11-914,2 26-437,4 12 140,-1 17 196,-2 23-31,2-3 0,-1 5-368,-3 11 1,-1 7 234,1-2 1,0 5-1,0-4-866,-1 7 0,1-2 850,2-12 0,0 2 0,1-2-243,3-3 1,1-2 0,1-1-455,1 17 1,1 0 619,0-17 0,-1 2 0,2-5 18,0 3 0,1-8-269,-1-10 16,-10-18 294,-1-12-158,-20-21 231,3-3-65,-4-8 754,-5-14-628,14 15 56,-6-15 30,12 12-230,7 4 55,9 2 43,6 13 1765,27-1-1575,-10 15-168,11 1 0,4 1 0,19 0-816,-12 0 1,0-1 798,-15 2 1,1-1-439,14-6 0,-2-1 512,-1-3-81,-11 4 1,0-4 106,11-19-6,-19 9 127,11-22 80,-25 15 2385,-3-5-2488,-7 13 934,-5 7-1342,-4 15 75,-5 14 408,-3 15 168,-2 16-50,3 9-442,10-20 0,2 0-19,6 19 9,3-6 57,9-15-125,-1-14-393,1-3-39,1-11 88,-4-7 719,13-25-55,-4-5 28,10-20-3,-7 4 59,-3 3 247,-3 4-318,-6 18 155,-4 5-48,-6 18 35,-4 16-121,1-2 39,-2 15-23,-2 16-138,4 11-167,2 0-689,11 8-291,9-26-587,21 6 629,-8-18-86,-1-16 1,0-4 116,-2-10 252,4-9 0,0-3 270,-6-7 451,0-8 0,-3-3 125,-6 3 313,-5-2 1,-2 0-33,-6 8 890,1-19-572,-9 28-190,0-2-367,-1 11-9,2 5-224,0 6 227,1 14-12,0-2-18,0 12-17,3 13-284,5 9-14,1 0-589,2-15 1,1-3-340,0-4 156,15 20 0,-19-34 1,3 4-1</inkml:trace>
  <inkml:trace contextRef="#ctx0" brushRef="#br0" timeOffset="3824">5335 4244 19787,'0'-31'-3277,"-2"4"0,4 32 0</inkml:trace>
  <inkml:trace contextRef="#ctx0" brushRef="#br0" timeOffset="4175">5638 4819 26592,'13'-52'121,"-1"1"1,1-4-1,0 3-323,-3 20 1,0-2 214,-1-9 0,-1-6 1,-2 3-573,-1 6 1,-2-1 567,1-10 1,0-7-1,-1 4 2,-2 2 1,-2 1 6,0 8 1,-1-1 0,0 3 168,0 1 1,-1 4-174,-2-1 0,-2 7-8,2 15-79,-3 3 45,6 16 253,-1 16-191,2 19-2,-1 6-55,0 9 1,0 7-860,1-18 0,1 1 0,-1 1 799,0-1 1,0-1 0,1 3-249,2 7 1,2 2 0,1-5-876,5-1 1,4-4-1884,8 10 0,3-2 3081,0-13 0,0-5 0,10 6 0,-13-23 0</inkml:trace>
  <inkml:trace contextRef="#ctx0" brushRef="#br0" timeOffset="4566">6417 4247 20739,'-3'-3'2067,"0"0"-1742,3 3-779,53-62-6176,7 41 6224,-17-12 0,4 1-925,3 26 1,0 8-1016,-13 1 1,-2 2 2345,3 0 0,-4 1 0,5 5 0,-22-3 0</inkml:trace>
  <inkml:trace contextRef="#ctx0" brushRef="#br0" timeOffset="4699">6625 4413 24385,'48'-24'-204,"9"1"1,1 3-1,-14 5 1,0 0 0,0 1-1</inkml:trace>
  <inkml:trace contextRef="#ctx0" brushRef="#br0" timeOffset="5242">8205 4135 23207,'-10'-42'173,"0"0"1,1 3 0,3 12 832,5 24-1045,1 18 67,3 7 0,-1 22-3540,1 10 3523,-3-6-5,-2-14 0,-1 0 929,-6 20-885,-1-14 1,0-2 190,-3 6 538,-3-7-634,12-35 79,1-22-168,4-8-39,1-10 3420,9-18-3392,7 1-244,2-1 202,-5 21 0,2 1-3,3 4 0,0 2-11,13-18-1,13 2-27,-11 31 28,-7 4-51,11 14-10,-13 14-29,8 14-129,-12-2 1,-1 2-536,-2 0 1,-1 0 495,0 1 0,0 1-608,-1 2 1,0 0-564,-2-8 1,3 1 931,19 13 0,1-1 0,-5 0 0,-7-21 0,0-1 0</inkml:trace>
  <inkml:trace contextRef="#ctx0" brushRef="#br0" timeOffset="5582">8949 4381 19004,'3'-62'1420,"0"0"1,1 7 0,-2 7-100,0 8-6385,0 10 5302,-1-3 1625,-1 14-1892,0 14 835,-2 6-841,-1 16 57,0 5-5,-4 33-23,3 3 12,-2 0 27,9 1-33,3-36 40,21 12 16,4-23-28,9 3 2,-6-20 1,0-6 53,16-13-31,-14 4 1,-1-6 32,-8-5 1,-4-2-40,-6 4 1,-3-1-291,-1-5 0,-5 1 276,-2-7 3135,-7 0-3157,-1 22-307,-5-9-298,4 19-532,2 8 140,7 10-2504,11 22 3490,1-3 0,-2-4 0,-6-8 0</inkml:trace>
  <inkml:trace contextRef="#ctx0" brushRef="#br0" timeOffset="6141">9615 4577 26665,'11'-56'134,"1"-1"0,-2 10 1,1-1-1,-2 7-106,2-8-1655,-3 8 0,1-7 1,0 4 1626,-4 11 0,1-1 16,2-16 1,1-7 0,-2 7-11,-1 16 0,-2 1 24,6-31 1,-2 4 1316,-4 21-1268,1-13 717,-9 40-796,-6 6-6,0 10 6,-18 31 0,13-6 1107,-1 6 1,1 4-1103,5-4 1,2 3 5,-2 24 0,1 1-8,3-19 0,3 0-5,3 2 0,3 3 0,2-5-4,3-9 1,3-2-636,5 14 0,4-3 652,11 1 5,-6-22 1,0-5 11,1-5-410,30-17 398,-32-12 9,6-16 1,1-5-4,-2-7-11,-8 6 0,3-8 1,-3 5-10,-7 10 1,-1-2 25,4-13 0,2-7 0,-4 7 17,2-13 11,-5 10 0,-3 1 39,-8 2 17,-10-12-22,-2 18 465,-4 9-516,7 16 1277,1 10-1316,5 6 592,-1 13-592,3 18-6,3 3 0,1 3-10,2 21-978,0-17 0,2 7 1,-1-5 970,-1-10 1,0 1-68,1 10 1,2 5-1,-1-2-723,0 4 1,1 2 812,1 6 0,2 5 0,-2-7 0,-2-11 0,-1-4 0,4 11 0,-1 0 0</inkml:trace>
  <inkml:trace contextRef="#ctx0" brushRef="#br0" timeOffset="29149">7741 7590 16404,'-34'-36'704,"0"0"1,0 0-1,-5 0 1,-1 1 0,5 9-324,-15 6-768,11 12 0,-6 0 0,2 4 521,-8 3 1,-2 4-654,1 1 1,-3 1-1,3 2 530,-2 2 1,-2 6 16,7 3 0,-7 6 0,1 1 0,7-1-538,-3 2 0,2 2 519,6-4 1,-5 3 0,0 0 0,8-1 12,2 3 1,2 4 23,1 5 0,-4 6 1,0 5-1,3-1-499,7-3 0,3 1 0,0 1 1,-2 1 456,-5 4 0,-2 2 0,1 0 1,5 0 3,7 0 0,4 0 1,3 0-1,3-3-100,3-2 1,4-3 0,0 1 92,-1-1 1,0 0 0,4 1 0,4 6 0,4 2 0,3-7 120,-1-6 0,10-4-89,16-3 1,13 1 0,8-3 0,1-7-6,-6-10 0,2-6 0,3-4 0,1 0 0,0 2-101,2 3 1,1 2 0,1 0-1,0-3 1,1-3 76,0-3 1,1-3-1,0-2 1,1-2-1,1-2 13,-4 1 1,2-3 0,0 0 0,1-2 0,1 0 0,0-1 8,-5 0 0,1 0 1,0-2-1,1 0 1,0-1-1,1 1 0,2-1-8,-9 1 0,2 1 0,1-1 0,1 0 0,0-1 0,-1 1 1,0-1-1,-2 0 0,-2 1-99,7-3 0,-3 0 0,0 1 0,-1-1 1,-1-1-1,-1 0 0,0-1 101,5-2 1,0 0-1,-2-1 1,0-1 0,0-1-1,-1 0-84,-1-1 0,-1-1 1,0 0-1,0-1 1,0-1-1,-1 1 90,2-1 0,-1 0 0,0 0 1,0 0-1,0-1 0,-2 1-13,-3 0 0,1 1 0,-2 0 0,0-1 0,-1 1 1,-2-2 29,2-1 1,0-2 0,-2 0-1,-2 1 1,-3 0 122,-1-1 1,-2 0 0,-2 0-1,0 0-131,12-8 1,-1-1 0,-3-5 31,-9 2 0,0-4 0,-4-1 1,-7-1-1,-8-6 0,-7-1 0,-4-2-55,0 9 1,-2-3 0,-3 0 0,-5 4-17,-5-7 0,-6 3 0,-7 3-6,-14 0 1,-9 4 0,-3 3 36,-1 7 1,-3 3-1,-5 1-37,14 7 0,-3 1 0,-2 0 0,-2 2 0,0 1-5,-5 0 0,-1 3 1,-1 0-1,-2 3 1,0 0-9,7 3 1,0 2-1,-2 1 1,1 0 0,-1 2-1,-1 0-7,-1 2 0,0 0 0,-1 1 1,0 1-1,-1 2 0,-2 1-29,7 2 1,-2 0 0,-2 2 0,0 0 0,1 2 0,0-1 0,2 0 0,3 0 14,-12 2 1,4-1-1,1 1 1,-1 1-1,-3 2-47,12-1 0,-3 0 0,-2 2 0,-1 1 0,1 0 0,1 0 0,2 0 0,3 0-359,-9 4 0,4 0 1,1 0-1,0 2 1,-5 1 449,8-1 0,-3 1 0,-3 3 0,-1-1 0,1 1 0,1-1 0,4-1 0,5-3 0,-12 5 0,6-3 0,2-1 0,-1 2 0,6 0 0,0 0 0,0 0 0,0 0 0,0 0 0</inkml:trace>
  <inkml:trace contextRef="#ctx0" brushRef="#br0" timeOffset="29599">7390 7773 17669,'-5'-3'2532,"0"1"-1384,-55-16-403,15 14-479,-12 1 1,-1 4-172,3 11-23,12 7 1,4 4-61,12-1-7,-10 25 1,32-5-6,11 1 5,5-4 35,20-12 66,3-15 247,26-11-174,-19-7 104,-8-12 0,-4-4-121,-9-7 45,-2-10 0,-4-3-89,-6-1-9,-4-7 0,-2-1-30,-4 7 47,-3 1 0,-3 2-64,-1 13 22,-14-9-84,3 30-34,-9 9-50,-4 15-157,0 17-297,7 16-278,17-20 1,6 3-1073,6 2 1,7 1 1230,13 5 0,1-5 0,-5 0 1,8-10-1</inkml:trace>
  <inkml:trace contextRef="#ctx0" brushRef="#br0" timeOffset="29958">8762 7660 21343,'-11'-45'1049,"1"0"1,-1 1-1,-2 10-629,-8 22-100,-21 7-259,13 8-5,-2 12 1,2 5-40,4 6-3,-1 10 0,4 4-65,9 12-726,5-21 0,3 0 765,20 21 41,33-14-7,-4-8 9,-3-16 0,7-7 64,8-16 0,-1-8 0,-10 4 1,-2-5 18,11-11 1,-7-4-3,-17-13-29,-21 8 1,-6-1 22,-4-1 6,-5-22 56,-11 21 344,-6 3-428,-18-6-90,11 20-95,-13 8 560,16 28-2896,-19 28-890,16-1 3327,9-7 0,3-1 0,7-9 0,0 0 0</inkml:trace>
  <inkml:trace contextRef="#ctx0" brushRef="#br0" timeOffset="30950">7744 8618 23875,'-21'-42'1227,"1"13"-1166,15 40-10,-3 10-6,2 10-1,4 6-27,6-7 101,26 8 0,10-22-73,12 3 5,2-15 17,-7-10 1,1-2-377,-16 3 0,0-2 339,7-2 0,5-4 0,-3 0 3,-4-3 1,-1-2 11,6-5 0,-1-2 5,-8-1 0,-3-3-15,-5-9 1,-5 0 87,2-14-61,-11-2 44,-18 31-28,-6 14-66,0 2 16,-7 10-23,8 5 654,-2 12-653,9-4 134,2 6-140,5-1 11,2 24-11,-1-4-6,1 7-5,-7-19 11,-8 9-5,2-14-1,-11 17 45,7-23 17,-4-3 11,-6-15-55,7-6 21,-15-12-16,-8 3-6,-7 1-17,8 9 1,-1 2-12,-9 4-1674,13 2 1,2 0 1702,5 3-298,-19 5 303,30-6-37,-17 1 43,22-7-7,-22-10-21,16 3 16,-18-12 3216,20 10-3205,-8-7 443,15 11-516,-1-1 136,10 7-80,0 0 1,3 3-12,11 6 12,-1-1-12,14 9-11,-2-6 6,10 3 6,7-4-261,-10-7 0,2-1-1343,-1 0 1,2-1 1608,12-3 0,-2 0 0,1 1 0,-5-4 0</inkml:trace>
  <inkml:trace contextRef="#ctx0" brushRef="#br0" timeOffset="31641">7073 9406 16583,'-14'-47'2087,"0"-1"0,2 6 1,-1 9-1528,-4 17-487,6 14 268,-7 35-195,7-1-944,0 8 1,-1 7 861,0-1 1,0 4-40,1-7 0,-1 5 0,-1 3 1,0-1-32,1-2 0,0 1 1,0 1-1,-1 2-633,1-2 0,-1 4 0,1 0 0,-1-1 0,2-3 624,-3 12 0,1-3 1,1 4-87,6-12 0,0 5 0,1 1 0,1-2 1,2-7 68,0-3 1,2-5 0,4 4-862,4 3 0,3 7 0,3 1 1,0-4-1,2-9-1797,8 4 1,5-6 2689,5 3 0,4 2 0,-5-10 0,5-8 0,1-5 0</inkml:trace>
  <inkml:trace contextRef="#ctx0" brushRef="#br0" timeOffset="31983">9511 8769 21296,'19'38'99,"0"1"1,0-1 0,-1 3 0,-1 1-1,-3 4-607,-5 1 1,-3 3 0,-1 2 0,0-4 505,0 2 0,0-2 0,-2 2-11,0-3 1,-1 1-1,-1 1 1,-2 2-28,-3 4 0,-2 1 0,-2 2 0,-1 0-1065,0-8 0,-1 1 1,-1 1-1,-1 0 1,1 0 1055,0 2 1,-1 2-1,1-1 1,-1-1 0,0-3-1,-5 15 1,0-4-1,2-10 1,5-19 0,-1 0-1</inkml:trace>
  <inkml:trace contextRef="#ctx0" brushRef="#br0" timeOffset="33274">7074 9240 18246,'-44'9'736,"0"0"0,-1 0 0,-2 5 0,1 2 0,4 7-540,7 11 0,4 6 1,2-1-2366,-11 8 1,-1 3 2193,10-10 0,-3 4 0,0 1 0,1-1-7,-1 2 1,1-2 0,-2 4-380,3-5 1,-2 5 0,-1 0-1,0 0 1,3-3 319,2-3 1,2-3-1,0 0 1,-1 3-101,-1 1 1,-2 4 0,0 1 0,2-3 0,3-3-898,0 2 1,4-4 0,0 0 1037,-1 3 0,1 0 0,2-5 0,2-1 0,3-6 0,4 0 0</inkml:trace>
  <inkml:trace contextRef="#ctx0" brushRef="#br0" timeOffset="33751">9443 8774 24469,'51'-5'131,"1"0"0,-1 0 0,1 0 1,1 2-1,1 1 0,-1 2 0,-4 4-1440,1 5 0,-4 4 0,2 2 1306,0 0 0,4 1 0,-2 1 0,-3-1-16,-7-2 1,-3 0-1,6 4-1272,-1 3 0,6 6 0,4 2 0,0 2 0,-3-1 0,-7-3 1291,8 7 0,-6-2 0,1 2 0,3 0 0,4 3 0,-3-2 0,-11-5 0,-15-7 0,0 1 0</inkml:trace>
  <inkml:trace contextRef="#ctx0" brushRef="#br0" timeOffset="35424">10255 6175 17598,'-44'25'722,"-1"0"1,1 1-1,-6 3 1,8-5-97,14-10-453,39-24 29,20-13-123,-3 1 0,4-3-407,12-9 1,5-2 368,1 1 0,3-2 0,-1 1-495,-14 9 1,-1 2-1,2-2 478,2-1 0,3-2 0,0 0 0,-5 2 24,-3 2 1,-4 2-1,1-4 2,12-12 1,2-3-1,-5 1-36,2 1 0,-4-2 27,-9 5 0,1-3 1,-6 3 152,-6 3 1,-3 1 79,1-9 1,-3 1-79,0-9 101,-22 7-101,-13 29 590,-25 4-674,4 9-89,1 4 1856,15 7-1863,16 6 20,5-1-53,21 14 6,-1-13 5,7 5 1,4 0 10,1-1 1,0 0-1702,-1 0 0,-1-1 1693,2 0 0,-1 0-1152,16 17 1150,-20-12-624,10 31 539,-27-29-1596,-15 34-218,-2-33 1873,-21 26 1,21-38-1,-5 6 1</inkml:trace>
  <inkml:trace contextRef="#ctx0" brushRef="#br0" timeOffset="37441">11769 4841 20783,'-11'-52'737,"0"0"0,0-1 0,0 4 1,0 1-1,2 16-485,2 19-252,0 4 0,5 18 34,1 17-23,5 25-14,1 1 0,0 3-576,0-14 0,1 2 571,0 4 1,0 4-1,1-1-3,2 6 0,1 1 3,0-2 1,1 3 0,-1-3 7,1 0 0,0-2 18,-2-7 1,0 2 0,-3-10 20,0 2 302,-6 13-217,-4-43 27,-6-10-78,-1-24-28,0-20-26,6 13 1,2-3-12,4-5 1,1 1 5,0 7 0,2-1 19,11-18 1,1 5 0,-2 10-37,0 2 0,2 7-2,-4 19-1,1 1 1153,7 14-1141,-1 7-17,11 12-23,12 16 34,-3-5-6,0-3-16,-2-10 11,-10-12 11,2-3 39,-2-29-45,-13 5 23,2-31 0,-11 20 5,3-20 1,0 9 10,2-8-33,-2 18-50,-2 6 5,-5 17 12,3 11 27,-1-2-5,7 13-23,1-4-16,8 3-34,5-2-3387,20-7 3448,-12-7-49,29-17 83,-30-7 28,11-17-11,-23 9 17,-7-14 28,-9 11 22,-12-16-5,-6 14-40,-11 2 3365,6 18-3415,-13 11-11,18 8 5,-14 14-5,19-2-40,-5 30 40,10-19-1702,1 7 1,2 1 1678,5-3-271,3 2 0,3 0 170,5-7-204,8 0 1,2-1 19,4-9-159,2-2 0,3-3-384,18-6 548,-12-10 0,0-4 190,-7-1 1,-2-5 148,7-14 1,-5-3 47,-1-12 5,-5-12 163,-16 8 264,-3-12-29,-2 3 67,-4 3-34,-3 27-335,-2 14 3152,-3 8-3253,-8 19-40,0 7-22,-6 18-11,9-8 561,4 9-578,6-13 169,6 2-152,1-11 90,26-14-12,-11-16-3430,11-5 3408,-15-6 235,2-23-146,-8 13-55,2-13 129,-10 18 5,-2 12-123,-1 1 28,0 7 3229,-1 5-3392,1 7 23,0 6-22,2 10-7,2 0-559,15 21 212,-5-22-929,23 19-135,-1-24 129,-3-6 1,2-3 368,14-1 320,-12-6 1,-1-5 144,7-13 477,6-12 314,-10-7-12,-14 5 532,-4-11 897,-8-6-544,-1-1-101,-4-8-128,-5 19 72,-12 3-778,2 16 151,-21 6-347,12 17 56,-30 20-56,15 10-34,-7 8-11,5 13-6,14-8-609,3 12 598,8-16 0,30 9 23,2-33 27,22 0-10,-13-24 33,5-21-9,-18 2 1,-3-3-312,12-19 328,-11 6 1,-4-3-252,-8 7 0,-2-1 266,1-14 0,-1-2-35,-2 9 1,-1-1 65,0 1 0,0-3 1,0 3 45,0 2 1,0 1 50,-1-19 0,-1 3 224,-2-1-352,0 22-57,-1 25-33,3 19 22,0 15 0,1 6 17,2 34-34,2-25 1,2 2-204,-1 0 0,2 3-75,5 9 0,4 6 0,1-2-556,0-10 1,1-1-1,2 2 840,3 6 0,3 5 0,1-1 0,-3-7 0,3 4 0,-2-6 0,4-2 0,-1 0 0</inkml:trace>
  <inkml:trace contextRef="#ctx0" brushRef="#br0" timeOffset="38598">3826 7166 18128,'-40'-31'857,"0"-1"0,3 0 0,12 15-879,25 19 123,24 26-45,1 4 0,2 3-51,-2-3 1,3 2-687,1 4 0,2 3 0,-2-3 675,-5-4 0,3 2-45,7 6 1,8 8 0,3 1 0,-3-6-98,-1-5 1,1-3-1,1 1-268,-2 1 1,2 4-1,1-1 1,1-6 41,9 0 1,1-5-1,0-2-928,-1-5 1,1-2 0,-1-1 1301,3 1 0,-1 0 0,-3-3 0,10 3 0,-7-3 0,4-1 0</inkml:trace>
  <inkml:trace contextRef="#ctx0" brushRef="#br0" timeOffset="38932">4876 7829 11014,'-25'-49'1627,"0"0"0,0 0 1,-5-8-1,3 9-843,-4 6 1074,10 25-727,1 4-1098,6 4 1,4 9 5,9 7 288,16 36-305,-1-16-3,6 5 1,7 1 2,1-11 1,4-2-23,14 6 0,6 1-867,-13-8 0,3 0 0,-2-2 869,12 4 1,1 0-1,-5 0 0,2 1 0,-7 0-8,-9 0 1,-4 2 5,6 10 0,-11 3-12,-29 11-114,-34-5 0,-15-1-578,15-15 0,-2-2 1,-1 0-592,1 2 0,0-1 1,-1-1 1294,-1-1 0,0-1 0,8-4 0,2-3 0,4-1 0</inkml:trace>
  <inkml:trace contextRef="#ctx0" brushRef="#br0" timeOffset="39482">1587 6688 17916,'-15'-41'1299,"-1"-1"1,0 0-1,-6-11 1,2 8-527,0 8-533,5 32-200,8 13 88,6 47-77,8 2-1590,0-10 0,1 2 1544,-1-12 1,1 0-1,5 16 1,1 2 45,-1-6 0,3 3-130,1 2 1,2 5 0,0-3-51,1 4 0,2 0-674,-1-4 1,2 3-1,0-5 52,1-2 1,0-3-12,3 9 1,0-1-276,-6-10 1,-3-3-829,-6-9 0,-5-3-1597,-5 9 3287,-16-8 1,5-22 0,-1-1 0</inkml:trace>
  <inkml:trace contextRef="#ctx0" brushRef="#br0" timeOffset="40132">1592 7668 13441,'-16'-42'584,"0"0"0,1 4 1,8 4 325,26 0-854,-1 9-8,14-6 0,3 0-31,6-2-6,-7 6 0,7-5 1,-5 4-7,-9 8 1,1-1 7,5-4 0,4-4 0,-4 1 51,-4 1 1,-3-2 69,6-16 1,-4-2 61,-10 9 0,-5 1 356,-1 2 0,-7 1 114,-14-11 108,-3 28 229,-30 0 479,9 15-1191,-14 7 294,19 9-546,12 11-27,9-2 18,9 11 1,3 1-14,1 1-14,1 3 0,3 1 8,5 1 6,5 2 55,2-11 24,-8-18 32,0-6 292,-1-29-341,1-5-34,4-13 44,-5 9 1,0 1-12,1-2 56,1 0 1,0 2-40,-5 8 101,6-10 0,-11 23-151,-2 2-34,-1 13 12,-1 0-40,2 18 39,4 12-22,0-6 0,8 16 28,2-20-28,11 2 17,-7-13 145,8-15-77,-17-8 66,8-19-112,-12 5 79,2-13 0,0-2-57,-1 1-2,0-1 0,0-1 114,-2 6-27,0-3-79,-3 14-95,-1 10-39,1 12 61,0 5-27,9 14-1,7 16-27,-3-6-214,11 17-386,-7-18 22,0-1-3427,8 0 4066,-11-19 0,0 2 0,-10-11 0</inkml:trace>
  <inkml:trace contextRef="#ctx0" brushRef="#br0" timeOffset="40291">2494 6489 18268,'-4'-4'4006,"1"1"-7804,3 3 3798,-10 1 0,8-1 0,-7 1 0</inkml:trace>
  <inkml:trace contextRef="#ctx0" brushRef="#br0" timeOffset="40616">2823 7010 24777,'-4'-55'206,"0"1"0,2 10 0,0-1 0,0 2-145,1-8 1,-1 1-683,0 7 1,-1-2 0,0 1 662,-4-16 0,-2 0-1517,-2-2 0,-1 3 1536,2 12 1,0 2 111,-2-1 1,-1 3 1150,-5-5-1066,-4 5-219,9 24-5,-1 17-18,9 31-21,-2-1 5,5 7 0,1 1 462,0 11-465,4-4 1,4 2 1180,1-6 0,4-1-1187,7 12 1,6 1-334,4-11 1,5 0 0,0-3-859,3 4 0,3-3 1200,9-1 0,5 1 0,-8-8 0,1-1 0,-12-10 0,0 1 0</inkml:trace>
  <inkml:trace contextRef="#ctx0" brushRef="#br0" timeOffset="51945">16353 6549 10787,'-38'-30'897,"1"-1"1,0 1 0,-1 0 0,-6 1 0,-2 0-1,0 3 1,0 6-1957,-3 6 1,2 6 0,-2 2 1133,0-2 0,0 3 0,-2 3 80,-6 5 0,-2 4 0,1 4 66,5 2 0,1 3 0,-4 4-112,7 0 1,-5 3 0,-1 2 0,2 1-1,3-2-179,3-1 0,3-1 0,1 1 0,-3 5 129,1 2 1,-3 5 0,-2 2 0,2 2 0,3-1-1,5-3-385,3 3 1,6-1 0,1 0 0,-1 1 360,-7 6 0,-2 1 0,2 1 0,5 1 28,8-2 0,3 1 0,3 1 0,4-2 121,1 6 0,5 0 0,3 3-179,3 5 1,3 4 0,3 2 0,0-6-105,1-2 0,2-3 0,7 2 80,5-7 0,7 4 0,3 1 0,0-5 0,0-7-5,-1-7 0,0-6 0,6 0 20,2 1 1,5 2 0,4 0 0,3-3 0,0-5 6,4-6 0,4-5 1,1-3-1,0-2 0,-2 2 4,4 3 1,-2-1 0,1-1 0,7-3 0,-13-4 0,6-2 1,2 0-1,3-2 1,0-1-1,0-1 1,-4-1-1,-3-1-1,9-2 1,-3-2 0,-3-2 0,1 0 0,3 0-123,-2 1 1,1 0 0,1 1-1,0-2 1,0-1 0,-1-1 127,-3-2 0,1-2 0,-1-1 0,-1 0 0,-2-1 0,-1 0-93,0-2 0,-2 1 1,-2-1-1,1-1 1,1-2 101,-2 2 1,2-1-1,-1-1 1,1-1-1,0-1 1,-1-3-42,1-2 1,0-3 0,0-1 0,-2-2-1,-1 1 1,-3 0 58,0-1 0,-2 1 1,-2-1-1,-2-1 1,-1-2 4,2-4 1,-1-2 0,-2-2 0,-3 2 0,-5 3-9,1-6 1,-5 3-1,-5-3 205,-3-6 0,-5-2 0,-6 2-201,-8 10 0,-6 3 0,-5-2-19,-5-4 1,-7-1-1,-4-1 1,-2 3 139,-1 5 1,-3 3-1,-4 1 1,-2 0-161,-1 3 0,-4 0 1,-1 1-1,-1 2 0,3 3 84,-1 2 0,3 3 0,-2 2 1,-2 0-96,1 2 0,-3 1 0,-2 0 0,1 1 0,2 2-28,-5 0 1,2 3-1,0 0 1,-3 1-6,3 0 1,-2 1 0,-1 0-1,0 1 1,0 2-28,1 1 1,1 1 0,0 1 0,-1 2-1,-1 2-133,-7 3 0,-3 3 1,0 2-1,1 0 1,5 1 21,3-2 1,5 0 0,-1 3 0,-3 3-738,2 3 0,-5 3 0,-2 3 1,2 1-1,3 0 0,8-3-905,-2 4 0,7-2 0,-3 4 1822,-7 4 0,-5 5 0,2-1 0,11-6 0,13-6 0,6-2 0,-23 21 0</inkml:trace>
  <inkml:trace contextRef="#ctx0" brushRef="#br0" timeOffset="52377">15275 7116 21556,'-38'32'97,"0"1"0,4-2 0,7-2-80,15 3-5487,21 6 5572,6-23 627,14-4 0,7-6-626,-5-7 1,2-5 22,18-2 0,2-5 241,0-8 0,-2-5-70,-12 4 0,-3-3-62,-2-3 0,-8-3 123,-10-18-218,-17 12 918,-20-2-946,-24 13-73,-9 6-39,-1 8-33,0 18-79,7 18-29,4 10-165,8 5 77,20-2 1698,12 12-4455,18-8-893,2-12 1,5-2 3878,29 3 0,-11-13 0,-13-10 0</inkml:trace>
  <inkml:trace contextRef="#ctx0" brushRef="#br0" timeOffset="52736">16693 6979 15832,'0'-3'5058,"0"1"-3933,0 2-429,-72-13-383,37 20-246,-11-7 1,3 6 44,11 40-73,15-11 45,10 27 33,21-29 91,16 12-85,4-24 45,4-11 0,4-4-45,6-5-171,-9-1 1,2-5 245,1-10 1,-2-7 84,-3-8 0,-1-1-558,2 2 1,-2-2 380,-10 0 0,-7-3 326,-8-28-253,-20 12-115,-1 15 1,-6 2-43,-8 9 0,-3 4-22,-21-8-247,8 15 0,-1 5 102,-9 4-29,16 5 1,3 4-141,1 7-2089,12 39-756,17 4 3159,3-5 0,2 0 0,2 1 0,2 1 0</inkml:trace>
  <inkml:trace contextRef="#ctx0" brushRef="#br0" timeOffset="53444">15742 7882 21377,'-36'-42'1012,"0"-1"0,3 5 0,8 8-950,15 20-68,4 6 23,6 13 5,6 10-11,5 13 29,20 16-18,-5-14 6,-2-11 0,2-3 50,20-3-11,-3-8 1,2-2-40,-13-3 0,1-3 7,10-4 1,4-3-1,-5 0-740,19-8 747,-4-2 0,-1-2 39,-25 5 1,-3-1 117,5-7 0,-2-2-54,2-7 1,-13-7 224,-20-8-124,-5 4 23,-1-17-62,-2 19-112,2 13-128,3 14 698,2 14-676,0 16 6,1 14-1,0 15 23,-3 8-12,-2-20 1,-2-1 11,-4 11-6,-2-14 0,-3-4 6,-18 3-3,2-12 0,-3-2-3,-17 3-220,8-11 0,-1-3 217,11-3 1,0-1-4,-9-2 1,-1-1 11,1-2 0,2-2-6,2-2 0,3-2-5,-17-9 16,22-1 1,4-2-6,-1-12 5,-4-15-5,24 5-17,8 17-6,6 0-5,2 18 28,1 2 395,2 9-446,1 11 29,2 12-23,3 13 11,3 9 17,-2-6 0,1-11 0,4-2-39,20 5-3,-7-11 0,3-3-387,2-8 0,3-4-339,5-1 1,1-4-3156,4-3 0,-1-3 3923,-6 0 0,-3 0 0,11-5 0,-26 3 0</inkml:trace>
  <inkml:trace contextRef="#ctx0" brushRef="#br0" timeOffset="53944">14849 8560 23527,'-50'22'236,"-1"0"1,13 2 0,1 4 0,4 4-165,7 4 1,4 5 0,-1 2-682,-1-2 1,0 2-1,-2 2 1,-1 2 628,-2 5 0,-2 4 0,0 2 0,0-1 0,2-4-560,1-2 1,2-2 0,0-1 0,-2 6 534,2-3 0,-3 5 1,-1 2-1,1 0 0,2-2 1,3-7-15,-3 9 0,3-6 1,0 7-165,4-9 0,-1 7 0,0 3 0,0 1 0,4-3 0,3-5-289,4-1 0,2-5 1,4 0-1,2 2-500,0 14 0,2 4 0,5-2 0,8-11 826,8-11 1,6-8-1,2-5 1,5-2-1,-1-7 1,17-5-1</inkml:trace>
  <inkml:trace contextRef="#ctx0" brushRef="#br0" timeOffset="54271">16964 8534 22666,'-26'-52'703,"0"1"1,4-2 0,12 6-379,35 7-79,11-4-72,7 14-56,1 18 156,4 51-150,-19 3-1421,-11 13 1,-5 9 1355,-8-20 1,-3 2 0,1 2-424,-1 0 1,1 3-1,-1 2 1,-1 3 364,-2 3 0,0 4 0,0 2 0,-1-1 0,0-1-377,0-3 0,0-2 0,0 0 0,0 0 1,-1 0 31,1 0 0,-1 0 0,0 0 0,-1-2 0,1-1 167,0 4 1,-1 0 0,1-4 0,0-8 0,1-4 0,0-5 0,-1 0 0,1-1 0</inkml:trace>
  <inkml:trace contextRef="#ctx0" brushRef="#br0" timeOffset="57262">14457 8599 14023,'52'-22'392,"0"0"0,-4 1 0,-3 4 12,4 5 21,-5 0 102,-5 1-236,-13 2 1081,-3-3-795,-15 7 247,-2-2-404,-26 5-3571,-28 8 3218,-2 1 11,2 3 1,0 2-285,17-4 1,0 1 375,-18 6 0,-8 3 0,6-2-75,7-2 0,-1 2-332,-4 1 0,-8 3 1,-2 2-1,6-2 330,7-2 1,4 0-1,-4 1-37,0 0 0,-4 2 1,-1 1-1,1-1 5,1 0 1,-1 1 0,2 0 0,3-2-580,1-1 0,3 0 0,-2 0 561,-12 6 0,-3 1 0,6-3-1,8-4 0,4-2 511,-4 3 0,3-2-559,-3 0 383,41-13-360,41-18-14,-5 2 0,5-1 319,11-6 1,4-2-342,-11 5 0,0-1 1,2 0 317,4-2 0,0 1 0,1-1-316,1 0 0,1 0 1,0 0 4,-2 0 1,0 0 0,0 0-53,-3 1 0,-1 0 1,-2 0 51,17-7 1,-4 0 2,-7 2 1,-4 0-47,-8 4 1,-3 1 138,13-10 758,-24 10-842,-48 8 0,-3 11-6,-14 4 1,-6 3 505,18-1 0,-3 2-493,-18 7 1,-10 4 0,3 0-237,11-4 1,2 0 0,-3 1 240,-3 2 1,-3 1 0,0 0-1,1 0-4,8-3 1,2 1-1,0-1 1,-2 2 5,-6 3 0,-3 2 0,2-1 0,3-1-521,2 0 0,3-2 0,-2 1 515,0 1 1,-3 2-1,2-1 1,5-3 5,1 0 0,0 0-245,-9 4 1,-6 2 0,4-3 252,4-2 1,1-1 45,7-2 0,-2 0 1,4-3-22,5-3 1,6-3 1312,5-5-1360,46-24 1903,15-4-1901,-7 4 1,3 1-6,-4 2 1,5-1-338,6 0 0,10-3 1,6-2-1,-1 1 0,-5 2 330,8-2 1,-4 1 0,7-1 5,-14 4 0,5-2 1,4-1-1,-1 1 0,-3 1 1,-6 2-146,12-2 1,-6 2 0,-2 1 148,-7 3 0,-2-1 0,-2 2 25,4-2 1,-6 1 2,2 0 0,-36 7-17,-32 8-17,-28 6 14,17-2 1,-4 1-372,-9 3 1,-2 2 365,14-4 1,-2 1 0,-3 1 11,-15 5 0,-3 1 0,3 0-8,16-5 1,2 1-1,-4 1 10,-11 4 0,-7 4 0,1 0 0,8-2 507,1 0 0,0 1-527,6-3 0,-6 4 1,-1 0-1,3-1 20,-6 2 0,2 0 0,1 0 3,0-1 1,0 1-1,2-1-2,3-2 1,1 0 0,4-2 68,-2 1 0,9-5 1007,7-3-1049,25-10-34,19-9 9,22-7 0,7-3-9,8-3-106,6-2 1,2 0 96,-28 11 1,1 1-11,7-4 1,6-1 0,-4 2 10,-4 0 0,-2 2 11,12-5 0,-4 2 1550,-5 3-1491,-27 6-51,-26 10-11,-23 7-5,-2 3-6,-2 2 0,-3 3-619,9-3 0,2 2-4297,-4 2 1,3 0 4237,-9 8 1,35-15 0,7-11-1</inkml:trace>
  <inkml:trace contextRef="#ctx0" brushRef="#br0" timeOffset="58561">10378 9038 19546,'-30'-28'528,"1"-1"0,0 1 1,8 10-378,17 18 56,1 0 39,10 0 118,8 1-251,1 1 290,24 5-251,-17 3-63,10 5 1,-14 0 72,1 9 12,7 4-18,4 4 1,4 1-104,-5-8 1,1 0-1725,7 6 0,-1-3 1702,-9-11 0,0-2 30,3 0 1,1-1-30,2-1 1,2 2 11,17 6 1,-1 0-144,-16-7 1,-2 0 115,10 7 0,-4-1-1,-9 1 5,13 25 63,-25-13 0,4 13 3231,-13-14-3158,-1-10 308,-3-9 56,-1-9 130,-3-13-393,-2-16-116,-3 2-58,-16-26-61,2 27 33,-25-20-28,4 18-23,8 7 1,-1 1-6,-21-6 0,5 4 11,8 4 0,10 1 1,-8-6 10,-13-7-16,15 7 27,-14-4-22,16 13-11,7 2-3431,1 4 3409,19 3 11,1 1-6,9 3 11,12 8 6,-1-1 6,23 13 27,15 4 3354,-8-4-3387,-7-5 0,8 2 0,-5-3-17,14 4-1612,-1 0 0,-1-1 1629,-6-7 0,-11-5 0,2 1-340,2 0 0,1 1 340,8 1 0,0 4-292,-3 6 1,-4 4-594,7 10 467,-31 1 0,-8 0 0,-9-13 0,-6 13 1</inkml:trace>
  <inkml:trace contextRef="#ctx0" brushRef="#br0" timeOffset="62137">1908 8008 17681,'48'-29'351,"0"1"0,1-1 0,-1 0 0,1 0 1,-1 1-1,2 0 0,-2 0 0,0 1 0,-4 1-1253,10-4 0,-3 1 1,1 1 998,-4 2 1,2 1 0,-1-1 0,-2 2-36,2 0 1,-4 1 0,4-2-148,-1 2 0,3-2 0,0 0 1,-5 3-19,8-4 1,-4 2-10,5-3 1,-16 10 1165,-34 15-1802,-51 29 556,6-4-628,-4 2 0,-9 5 1,4-2 828,8-5 0,-2 1-3,2 0 1,-7 2-1,-1 1 1,3-1-461,-2 2 1,1-1-1,-3 1 494,3 0 0,-2 1 1,-1 1-1,-1-1 20,0 2 0,-1 0 0,0 0 0,0 0 8,-1 1 1,1-1 0,-1 1 0,0 1 69,7-5 1,-2 1 0,1 0 0,1-1 0,2-1-77,1 0 0,2-1 0,1 0 0,1-1-126,-9 5 0,2-1 0,7-3 503,6-4 0,15-6-28,18-11-2394,55-34 1960,-1-1 169,-5 1 1,9-6 0,-6 3 514,-9 7 0,1-1-572,-4 1 0,7-2 0,0-2 0,-4 3 21,0 0 1,-3 2-1,2-1-12,8-6 1,2-2-1,1 0-110,-11 7 0,1-1 0,0 1 1,-3 1 315,3-2 0,-2 2 0,-1 0-322,14-8 1,-4 3-358,5 1 253,-42 25-246,-45 31 422,-5 2-62,1-3 1,-9 7-1,-3 1 1,6-4-751,-3 2 0,1-1 789,4-3 0,-4 4 0,0-1 0,5-3 69,-1-1 1,-1 1 488,-1 1 0,-8 5 0,0 0 1,7-5-422,0 1 1,1-2 78,-13 10 0,-5 3 1,20-13 463,30-18 51,29-20-666,15-11 26,8-6 1,8-7-38,-3 3 0,4-2 0,1-1-61,-11 7 0,1-1 1,0-1-1,2 0-106,-2 1 0,3-2 0,0 0 0,-1 0 0,-4 3 94,10-6 1,-3 2 0,0-1-17,-6 4 1,1 0 0,1 0-1,0 1-2454,0 3 0,1 0 1,-1 1-1,-3 1 2412,1-1 0,-4 2 0,1 0 0,4-1 0,1 2 1,-14 6-1,-18 10 0</inkml:trace>
  <inkml:trace contextRef="#ctx0" brushRef="#br0" timeOffset="67962">16907 8144 6800,'-10'-9'5489,"2"2"-4511,8 7 1150,0 0-1731,-2-25-235,1 19 6,-1-18 219,2 27 124,-2 3-226,-1 5-150,0 0 161,0 1-139,2-7 45,2-1 313,3-2 214,2 0-416,3 1-128,2 0-39,4 4-79,-3 0 73,13 9 45,19 17-129,-4-3-492,-10-6 1,6 4 0,-1-1 493,6 5 1,0 0-35,-8-6 1,1 0-1,2 1 32,3 2 0,2 1 0,-1-1-4,-4-4 0,0 0 1,3 1-7,4 1 0,5 3 0,1-1 1,-1-1-742,-4-3 0,0-2 1,0 0-1,-1-1 710,0 0 1,-1-1-1,1 0 1,1-1 41,10 2 0,4 0 1,-2-2-1,-5-2-445,6 2 1,1 0 425,-13-4 0,8 2 0,2 2 0,-2-2 1,-9-2 0,8 3 0,-1 1 25,-2 0 1,6 3 0,0 0-1,-10-3-28,-6-1 1,-3 0 15,9 7 0,3 4 1,-8-3-89,2 8 61,-10-3 1,-4 2-1356,-9 18-2047,-5 2 3377,-9-1 0,-5-28 0,-1-12 0</inkml:trace>
  <inkml:trace contextRef="#ctx0" brushRef="#br0" timeOffset="70479">8613 9989 18144,'-11'-47'1349,"1"0"0,2 4 1,-1 14-1200,5 27 210,-1 19 452,-1 20-380,-2 25-292,3-12 0,0 4-1777,1-3 0,0 0 1649,1 1 0,0-1-71,2 1 0,2-1-571,2-11 0,1-1 646,3 14 0,0-3 0,3 5 0,1-11 0</inkml:trace>
  <inkml:trace contextRef="#ctx0" brushRef="#br0" timeOffset="71411">15594 9508 22874,'-35'3'1095,"4"-2"-291,14-1-459,4-1 69,-6-9-487,8-17-116,-2 0 29,9-28 145,12 5 23,1-3-65,1 21 1,4 1 15,18-18 65,1 6 264,-2 13 86,3 27-152,-11 21-380,8 19-157,-14 4 250,-14 2 1,-5 5-257,-7-8 0,-5 3 278,-4 8 0,-5 5 0,0-3-684,-3-2 1,-1-2 693,3-9 0,-1 0 0,-1-1 92,0-2 1,-2-1 0,3-4 172,5-6 1,0-1 69,-14 17 0,5-7 236,16-25-375,20-26-453,10-8-72,25-19-72,-4 12 178,0 12 0,2 3-293,5 0 172,3 4 0,3 2-135,-11 5 0,2 1-1445,15-2 1,2 2 284,-10-1 0,-1 1 1672,8 0 0,-7 0 0,-8 0 0,-2 1 0</inkml:trace>
  <inkml:trace contextRef="#ctx0" brushRef="#br0" timeOffset="76081">12306 9173 12131,'-53'-13'266,"0"0"1,-1 0 0,6 3 0,1 1-1,-1 7 303,-4 14 1,0 8-1,2 1-1707,-8 4 0,3 1 1250,1-1 0,3 1 89,7 3 1,5 0-6,-5 8 90,1 6 0,0 3-473,21-21 1,2 1 270,-5 6 0,-2 5 0,2-2 344,1 3 0,2 1-283,1 1 1,0 3-1,2-2-459,-1 1 1,3-1 478,-3 15 1,8-1 69,13-16 0,6-3 260,4 0 1,2-2-443,2-3 0,5-4 606,8-5 0,5-6-559,13-3 1,1-4-278,-9 0 1,3-2 215,10-4 0,6-3 1,-3-3-173,1-6 0,-1-2 144,-11 4 0,2-1 0,-1-3 19,0-3 0,0-2 0,-1-4 31,1-3 1,-1-4 0,0 0-16,1-2 1,0-2 0,-1-1-8,5-7 0,0-2 0,-4-1-9,-8 5 0,-3-1 0,-2-1 3,-1 1 1,-1-1 0,-2 0-731,-3 2 1,-1-1-1,-2 2 733,1-6 1,-3 2-1,-3 7 1,-7-2-28,-20-12 1,-12 3 23,0 16 1,-3 1-12,-9-15 1,-4 3-4,4 22 1,-3 6 22,-1 0 0,-3 2-6,-13-1 1,-1 1-390,1 2 0,1 1 322,3-1 0,2 4-456,3 8 0,4 3-702,0 5 1189,8 1 0,3 1 0,13-2 0,1 0 0</inkml:trace>
  <inkml:trace contextRef="#ctx0" brushRef="#br0" timeOffset="80115">17067 5133 13058,'1'-53'1407,"-1"0"1,1 12 0,-1 1-229,2 0 0,-1 6-798,1 4 223,0-21 193,-2 40-813,1 2 181,-1 10-20,-3 18 75,-10 42-187,4-23 1,-1 3-1087,0 5 1,-2 4 0,1-2 1060,0-1 1,0-1 0,3-3 1,-1 2-1,2-4 96,2-1 0,2-3 169,0 0 1,1-3 134,0 11 5,3-29 157,4-39-2744,1-12 2212,3-13 31,-1 3 0,2-4-34,-1 12 1,0-1-229,5-19 0,2 2 192,-5 19 0,1 1-6,3-3 0,3 2-10,11-8-85,12-1 62,-15 24 2038,5 13-2038,-11 20 39,11 21 0,-9-5 581,9 24-604,-11-12 12,6 9 0,1-5-12,1-9 1,2-11 22,0-13 34,9-25-26,-11-9 0,-1-6 9,-2 2 0,-2-3-90,5-9 0,-2 1 146,3-12 3376,-8 9-3427,-12 18-151,-3 9 46,-6 13 10,0 4 45,0 14 285,0-1-274,0 20-11,7 10 28,0-14 0,14 14 22,3-31 23,12-3 33,6-13 29,3-16-57,-9-4 93,-12-10 0,-4-3-87,-3-1-14,-4-2 0,-4-2 64,-12-2-22,-9-7-10,-11 8-41,-9 9-27,-8 11-6,-1 9-62,2 9-50,8 8-12,8 9-88,10 11 27,6 0-386,10 13-2652,12-8 1,3-1 1447,8 13-1726,6-10 0,3-3 2934,8-9 0,-5-3 0,-16-11 0</inkml:trace>
  <inkml:trace contextRef="#ctx0" brushRef="#br0" timeOffset="80882">18485 4787 9822,'2'-7'7170,"0"1"-6145,3-29 0,-1-5 660,-5 9-1139,4-14 0,-5 4 26,-16 25-415,-1 8 112,-25 19-146,4 10-87,10-2 1,-1 4-1714,-1 10 1,2 2 1676,10-10 0,1 1 0,-2 11 0,4 1-164,9 10 181,16 13 168,21-17-45,0-13 16,9-20 248,6-35-175,-3-10-1201,-12 3 1,-2-3 1032,-8 8 1,-3-3 30,1-10 1,-4-3 833,-4 3 0,-2-2-906,2-14 0,-2-3 5,-2-3 0,-1-1 22,-1 0 1,-1 2 11,0 5 0,-1 4 33,-1 9 1,0 5 198,-5-16 110,-1 24-328,-2 15-252,2 8 5,2 14 3319,3 15-3162,0 25-84,4 1 0,1 3 17,-1-12 0,1 1-246,2 2 0,2 3 0,2-3-174,6-1 0,3-2-253,5 7 1,5-2-638,3-10 1,3-5-305,0-7 1,1-6-87,-2-5 1,0-6-559,23-9 1911,-14-16 1377,-13-15-195,-14 2 2363,-4-21 1048,-6 10-1887,-2 1-528,-2 9-360,-6 25-895,-3 2-273,-6 6-113,-3 6-89,3 3-17,1 11 11,10-6 45,8 5 56,11-11 34,11-7 11,7-15 27,3-15-105,-9-3 10,-11-1 1,-3-5-1719,-7 1 0,-3 0 1663,3 1 0,-1 0 58,-5-2 0,-4 4 132,-6 4 1,-5 3-63,-6 12-83,-9 13-79,10 5 0,-12 14-6,18 0-8,-2 12 0,3 3 3,3 1-209,1 4 1,5 1-90,18 8-1437,8-12 1,4-3 911,19 11-964,-2-17 0,5-6-3118,-13-11 1,-1-4 4165,-1 2 0,-2-1 1,12-3-1,-33-2 1</inkml:trace>
  <inkml:trace contextRef="#ctx0" brushRef="#br0" timeOffset="81049">19537 4373 26015,'-10'-48'-7836,"2"10"6420,8 39 1,0-2 0,0 0 0</inkml:trace>
  <inkml:trace contextRef="#ctx0" brushRef="#br0" timeOffset="81683">19820 4414 16852,'-4'2'5203,"2"0"-4548,-3-32 1,2-16 279,-1-2-777,0-6 1,0 1 307,2 3-206,2 18-210,0 15-23,3 17-16,10 29 1,-2-1 4,1 6 1,2 4-12,1 10 1,0 1-506,-2-9 1,0 2 501,0-1 0,0 3 0,1-3-5,-1-1 0,1-2-180,4 8 0,0-1 183,-3-8 0,-1-3 50,6 15 112,-10-21 6,-15-20-72,-19-35-57,-7-14-23,9 5 1,1-3-11,5 10 0,2-4 1,0-7 0,1-5 1,1 1-114,1-9 1,1-1 103,0 3 0,0-4 0,2 2 7,2 9 1,1 2 0,1 2-1,-1-7 1,1 2 70,1-2 0,0 3-76,2-1-28,5 4 0,4 4-22,5 6-23,15-8 45,-10 35-11,9 16 28,-2 11-1,7 16-21,-3 12 7,-17-15 1,-3 1 1224,-1 15-1225,-9-15 1,-7-2-3385,-27 16 3140,4-11-953,3-16 1,0-4-335,5-11 1557,-13-4 0,28-6 0,0-6 0</inkml:trace>
  <inkml:trace contextRef="#ctx0" brushRef="#br0" timeOffset="82059">20143 3729 15275,'4'-6'5562,"0"1"-4146,-4 5-397,0 0-685,33-22-317,-2 26-17,0-9 0,2 3-23,19 30 12,-6 7 11,-14-5-5,-13 0 158,-13 2-119,-9-1 524,-16 9-429,-2-15 33,-11-8-83,13-15 94,-2-24-139,13 6 16,2-47-44,15 14-258,-1 10 0,2 1 219,10-12-1706,3 16 0,2 3 1605,3 3-54,4 5 1,0 3-76,3 7-1241,12 5 0,0 4-2876,-3 7 3947,-7 0 1,-4 3 0,-18 2 0,-10 2 0</inkml:trace>
  <inkml:trace contextRef="#ctx0" brushRef="#br0" timeOffset="82441">20716 3587 9899,'-4'0'7988,"1"0"-3583,3 0-4388,-8 0 250,7 4-149,-1-1 251,22 0-195,4-8 11,11-8-62,-11-2 392,-1-14-420,-16 11 29,1-22-29,-17 2 90,-15-21-1,-7 14-66,-4 6 156,-4 20-223,21 13 10,-17 7-61,18 17 0,0-1-5,7 21-1,7-4 1,10 14-1,11 2 0,4-11-2,8-12 0,4-2-9,20 5-28,-14-11 0,0-1-115,-8-8 1,-2-2-586,24 0-733,-4-13-1648,-2-11 2447,-20-2 1,-1-2 0,1-1 0,0-7-1</inkml:trace>
  <inkml:trace contextRef="#ctx0" brushRef="#br0" timeOffset="82706">21162 3442 11166,'-7'-5'8778,"2"2"-8051,5 3 113,0 0-750,5 12-62,3-3 45,20 22 5,-5-12-16,6 2 277,-11-9 961,-10-9-610,1-10-226,-4-12-85,0-15-122,-1-13-167,-2 6 2,-1 5 0,0-1-86,2-15 5,0-9-97,3 4-61,-2 34-1770,16-16 64,-8 30 1874,13-1 0,-16 10 0,-1 0 0</inkml:trace>
  <inkml:trace contextRef="#ctx0" brushRef="#br0" timeOffset="83106">21918 3044 18464,'-3'-1'3922,"1"0"-3082,2 1-739,-17-62-241,26 35-73,-5-13 0,5 2-224,28 17-1089,7 4 0,5 1-2219,-11 6 0,0 1 3066,13-3 1,-3 1 0,2 2 0,-25 5-1</inkml:trace>
  <inkml:trace contextRef="#ctx0" brushRef="#br0" timeOffset="83283">21911 3204 23595,'43'-14'-328,"-1"1"1,0-1-1,4 1 1,-1-2-2116,-5-6 1,0-3 0,-4 3-7389,17-11 9725,-18 12 1,-5 2-1,-9 5 1,-9 6 0</inkml:trace>
  <inkml:trace contextRef="#ctx0" brushRef="#br0" timeOffset="84640">22763 2384 18722,'-8'-57'1484,"0"1"1,1 5-1,1 11-1052,1 27-96,0 6-404,4 10 141,1 31-56,4-3-17,3 26 5,3-13 1,1 3-498,-1-4 1,1 2 425,-1-1 1,1 3 0,0 1-148,1 3 0,0 0 1,-1-2 24,1 3 1,0-1-122,-1-7 1,1 2 0,-1-5-2083,0-3 0,-1-4 1691,6 21-3488,-10-11 3219,-11-38-1809,-15-13 426,-4-15 1892,-9-17 1088,-2-11-49,19 23 1,-1-2 814,-1-4 1,-1-1 1145,-12-18-1544,2 7 2987,4 14-2729,9 14 2805,3 2-3952,6 7-153,12 4 52,4 2-12,23-5-50,18-5-50,-1-2 0,5-2-1481,-4 1 0,1-2 1594,-10 3 1,2-2 0,-5 1 17,0-1 0,-3 0 11,-1-4 1,-4-2 165,1-13 95,-4-9 185,-18 1-331,-10 17 163,-11 3-62,-3 16-124,-4 2-83,-1 7 3019,-3 15-3059,8 0 99,-7 31-98,14-21-17,-2 25 0,19-5 39,-2-14-12,9 2 220,0-27 200,0-9-346,-1-4-3331,0-17 3320,-6 3 117,4-30-79,-6 12-50,0-7 80,-4 11 144,-3 13-280,0 6-67,0 6-95,0 13 3520,2 5-3369,0 4 0,2 4-16,8 4 16,4 3-6,9 6 6,12-2 11,-10-11 28,5-6 85,-17-14-35,1-11-16,-4-9 89,-1-22-128,-3 11 50,0-19 56,-2 16-50,-2 2-12,0 7-44,-3 17-62,-1 6-96,0 5 40,3 12 68,0-1 4,6 19-77,2 0-158,9 12 23,-1-7-700,11 5-2605,9-6 3529,5-5 0,-11-9 0,-13-14 0</inkml:trace>
  <inkml:trace contextRef="#ctx0" brushRef="#br0" timeOffset="84782">23525 2078 16558,'0'0'0</inkml:trace>
  <inkml:trace contextRef="#ctx0" brushRef="#br0" timeOffset="85165">23831 2575 27464,'9'-53'72,"1"0"1,-3 10-1,0 1-43,1-4 0,-2 0-2876,-2 7 0,-3 0 2828,2-9 0,-3-3 1,-3 6 0,-3-4 0,-1 3 296,-3-5 0,-1 0-304,1 4 0,-2-3 1,-1 4-55,-4-5 0,-1 5 52,1 9 0,-1 3-53,-15-12 961,8 19-1009,8 15 5,6 9 173,2 17 3132,-2 20-3065,-3 27-113,7-16 0,2 4-158,1 8 1,3 2 202,4-15 1,2 0 0,2-2-21,0 9 0,7 0-68,11-6 1,7 0 0,-1-5-38,-4-9 0,4-2-75,3-2 1,6 4 0,3-2 0,-4-5-628,9 0 0,1-3 779,-1-2 0,3 1 0,-7-3 0,-11-6 1,-4-2-1,19 2 0</inkml:trace>
  <inkml:trace contextRef="#ctx0" brushRef="#br0" timeOffset="122353">9142 8884 13040,'-1'6'1140,"2"3"-6197,8 3 5124,0-2 2122,19 7-1648,-2-5-67,18 7-266,-9-6 153,18 6-57,-3 0 316,-6-3 1,2 1-412,-3-3 1,0 0-444,11 3 1,-1-2 353,-16-5 1,0-2 38,8 1 0,-2-1 2427,7 1-2477,3 3 0,1 1-38,3 6-24,-14-3 0,-1 1-2606,-1 11 2628,-12-4 404,5 4 60,6 0-306,-11-13 1,1-1-132,21 8 6,-15-13 1,-2-3 856,4-3-845,-5-2 1,2 0 10,-3-3 1,0-1-40,1 2 1,-2 0 348,24-4-247,-4 18-69,-25 7-111,8 8 3131,-14 9-3160,-8-13 74,7 4 1,2 0-100,0-3 39,5 0 0,0-4-54,-3-8 104,24 3 19,-22-10-17,7 1-52,-19-7 12,-3 2-21,-7-2 344,2 5-277,-2 1-29,0 0 12,-1 1 28,-1-5-23,0 1 896,-1-2-896,-6-7-22,2 2 28,-12-10-40,8 8-16,-16-4 11,12 8 0,-17 0-17,-8 4 12,-6-1 27,7 0 1,0-1-18,-10 1 3,8-3 1,0-2-448,-21-8 441,21 0 1,-1-2-3,8 2 0,1-3-6,-15-13 1,3-4 5,15 8 0,1-1-20,-11-11 1,1-1 16,11 7 0,1 0 20,-1 0 0,1 2-6,-13-15 6,6 11 0,-2 2-23,-15-10-259,13 13 0,-1 0 268,7 9 0,0 3-20,-29-8-301,2 11 279,1 6 39,13 5 404,-18 3-399,18-1 23,-17 1-16,14-1-18,12-1-11,-7-1 0,18 0 554,-7-2-526,12 0 327,3-2-333,0-1 10,1-1-15,3 2 0,-7 0-45,5 4 28,-6-1-5,5 2-45,5 0 102,4 0-12,2 1 185,7 3-198,4 4 4,2 1 12,23 6 19,0-3-1757,2-3 0,2 0 1679,15 0 20,-10-4 1,2 0-161,-11-1 1,0-1 219,9 2 1,3 0-5,11 4 1,-1 0-13,-17-2 1,-1 1-267,18 5 1,-1 2 234,-18-3 1,0 0-17,9 4 0,3 2-2,0 0 0,-1 0-302,-10-4 1,0 1 313,10 2 1,2 0-1,1-1 0,0-1 5,3 0 0,0-1-19,8 0 0,-3-1-13,-21-7 1,-3 0 0,6-2 0,-1 0-5,-1-1 0,-2 0-23,18 1 5,2 2 2846,-32 1-2769,-4 3 22,1 0 291,-3 5-289,-9-1 644,3 2-705,-4 0 1050,-2-6-1074,-3-3 125,-1-4 110,-2-2-228,-10-11 20,-2-1 21,-6-5 0,-16-4-59,2 7 55,-18-5-21,-2 6 10,-8 1 6,27 5 0,-1 0-205,-3-1 1,0-1 215,-3-2 0,0-1-8,0-1 0,-1-1-296,0 0 1,0-1 292,2 1 0,-1 1-14,3 1 0,-2 2-1517,-4 1 1,2 1 1525,-16-2 2,20 5 0,0 0-317,-12-4 336,-13-3 32,29 4 1,1-2-49,-2-2 0,1 0-9,-1-3 1,1-1 5,0-1 1,1 0-15,2 0 0,2 1 17,-19-10 416,10 7-411,11 6 3127,4 3-3076,4 0 512,-4 0-530,-2-2 300,-2 2-280,5 2-56,-5 3 6,13 3 22,-2 2-15,10 3 119,8 3-149,7 4-19,11 4 8,12 1 73,14 2-274,-17-9 1,1-1 217,6 0 0,2 0-52,5 1 1,1-1-36,5 2 0,1-1-517,3 3 1,0 0 640,1 0 0,0 2-41,-1 2 0,0 0-14,-3 1 1,-2 1-136,-5 0 0,-2 1 140,-7-2 1,-2 1 65,16 13-4,-16-5 4,-12-6 292,-9-5-289,-3-5 1129,-5-5-1163,1-1 394,-4-3-364,3-1-24,0 0-49,3 0-592,1 2-2454,6 1 2247,1 1 0,-6-1 0,-2-1 0</inkml:trace>
  <inkml:trace contextRef="#ctx0" brushRef="#br0" timeOffset="124003">12556 9106 8511,'1'-5'5803,"0"1"-420,-1 4-5125,-5-60 145,-6 40-255,2-14 1,-4 3 58,-17 23-56,-7 4 0,-7 2 23,-7 6-101,8-1 19,9 3 0,-1 1 4,-16 5-32,7-1 0,-1 1-423,-7 3 395,14-2 1,-1 0 19,-17 9-31,19-7 0,-1 1 14,-1 1 1,1 2 2,-1-1 0,1 2-3,1-1 1,1 1 21,-5 5 1,1 0-15,6-5 1,1 2 30,-10 7 1,2 1-40,11-9 0,2 1-5,-5 4 0,1 0 10,-7 8 18,9-6 0,2-2-12,-2 3 12,-15 14 72,18-13 47,3-1-64,-4 13-49,10-7-24,6-2 29,5 0 11,4-4-22,-1 11-40,2 2 45,3 13-55,1-19 301,2 16-302,0-29 34,7 23 11,6-5-23,6 8 6,7-3-16,-7-18 27,13 3 12,2-9-23,1-2 20,6-6 0,4-3-569,-14-5 1,-1-2 529,14 2 0,0 0 16,-5-4 0,-1-3-275,-7-1 1,2-2 269,21-3 0,1-1-6,-8-2 0,0-2-861,9-2 0,-3-2 842,-20 5 0,-3-2 8,7-3 0,-1-1-153,-9 1 0,-1 0 156,9-4 0,0-2-6,-2 0 0,0-2 14,8-6 1,-3 0-18,-13 9 0,0 0 0,10-10 1,-1 1 14,9-9-4,-14 8 1,0 0-843,-6 5 0,-2 2 825,-2 1 1,-1-1 45,1-2 1,-2 1-38,0-1 14,0-5 1,-2-2 13,-2-9 1235,2-10-1246,-13 20-1,-2 0 7,-3-14-23,-3-9-5,-12 4 33,-21-2-20,16 27 1,-3 0 26,-7-3 0,-2 2-49,-1 7 0,1 3 3,-22-9 3,17 13 0,-2 1 11,7 4 0,-1 2-6,-8-3 1,-2 2-4,2 1 1,0 2-20,-7 1 0,2 1 14,-16 0 3,21 3 0,-1 3 5,4 3 1,2 2-4,-25 6-13,7 2 0,-1 2 10,18-6 1,2-1 1305,-7 4 1,-2 0-1306,0 0 0,1 1-6,5 0 0,-1 1-3,-1 1 1,-3 3-1,2-1-777,-1 2 0,1 1 783,3-2 0,-1 3 0,3 0 2,-3 6 1,2 0 5,7-6 1,-1 2-6,-9 13 0,3 0 8,2 2-237,12-11 0,1-1 221,-2 6 346,-5 19-347,10-12 12,-2 8 5,5 4-14,10-19 0,1 1 14,-3 17-17,5-12 1,2-2 5,4-9 1887,8 20-1887,15-5 0,6-1 0,5-5 0,1-20 0,2-3 18,3-2-13,4-2 1,4-2-98,-17-8 1,-1-2 96,0 1 1,3-2-23,21-4 0,3-4 25,-15-1 1,-1 0-9,8-3 0,3-1-6,-11 0 1,1-1-1,-3-1 9,3-1 0,-1-1-3,-2 1 0,1-1 0,-3 1 2,-4 1 1,-1-1 5,6-5 1,-2-2-532,12-10 529,-23 13 0,0 0-1396,-2-1 0,0-2 1404,2-6 0,1-3-11,2-1 0,1-2-354,6-9 1,-1-2 352,-6 6 1,-2 1 323,-5 8 1,-2-1-305,6-11 1,-3 2 5,-3 1 198,-6 5 1,-2-1-132,-6-12-56,-3-1 6,-10-4-28,0 20 2982,-9-9-2943,-9-3-11,-3 2 6,-8 0 1240,2 18-1302,-2 10 0,-3 7-40,-2 10-329,-3 6-1609,-1 5 1989,2 3 0,19-8 0,5-1 0</inkml:trace>
  <inkml:trace contextRef="#ctx0" brushRef="#br0" timeOffset="131915">18282 5803 19955,'-15'-41'824,"1"0"1,0 0 0,-5-13 0,5 7-226,11 10-291,3 15-286,0 12-22,3 11 12,1 8 32,13 37-27,-3 10-444,-3-10 0,-2 4 401,-3 1 1,-2 2-95,0-5 1,-1 2 0,-1-3-13,1 4 1,0 0-161,1-5 1,1 3 0,1-7-314,6 16-521,3-10 0,3-1-504,5 5 549,-7-19 1,-2-2-467,-1 0-4272,-14-7 3276,-14-16 2129,-10-3 1103,-9-14 582,-3-8 1314,-2-5-350,1-2-986,10 6 2325,-3-8-1928,19 10-766,-1-8-678,10 12 27,10-6-195,7 5-29,15-9-10,12 0-1,10-4-11,-21 11 1,0 0-10,3-3 1,-1 0-3,21-13 22,-7 1 1,-3 0-192,-4 1 281,-2 1 0,-4-1 291,-12 5 174,-4-4-286,-9 10 443,-14-1-275,-2 9-77,-8-1-69,-3 6-229,3 9-34,2 2 254,-1 17-271,4 6-3402,1 25 3397,3-16-5,12 16-1,5-25 73,13 6-5,-7-16 190,8-6 39,-10-17-56,3-10-28,0-13 3284,-4 1-3032,3-26-3580,-8 25 3250,2-12 83,-8 21-21,-1 10-152,0 2-56,-1 4 6,0 3 0,4 13 3408,2 6-3397,5 16-16,3 3-18,4 3-61,2-1-90,4-5-207,-1-9-286,0-7 23,-1-11 437,-4-7-62,10-23 257,-6-8 91,9-21 94,-8-1 107,-9 1 140,-8 7 61,-8 11-246,-1 13 353,-10 7-432,4 9-117,-3 3-16,4 9-12,3 13-6,2-3-22,8 14-73,8-7-218,12 6-667,8 0-1439,4-2 2425,-1-1 0,-15-14 0,-6-3 0</inkml:trace>
  <inkml:trace contextRef="#ctx0" brushRef="#br0" timeOffset="132214">19008 5584 18296,'-3'0'3238,"0"0"-3137,3 0-1451,-21 1 1350,23 16 0,-21-12 0,26 11 0</inkml:trace>
  <inkml:trace contextRef="#ctx0" brushRef="#br0" timeOffset="132598">19355 6259 25476,'22'-58'102,"-1"0"0,-6 10 0,-1-3 0,-5 3-49,-5-8 1,-4 3-758,1-1 1,-1 0 721,-2 10 1,-2-1 0,-1 4 1,-3 0 0,-1 1 13,-3-9 1,-2 0 16,0 8 1,-1 2 5,-9-15 703,-6 5-641,15 28 151,-1 0-325,12 19 116,4 15-54,7 15-17,5 21 8,-3-17 0,1 3 141,1 4 0,0 3-191,2 3 0,0 2-601,4 1 1,1 0 101,2 0 0,3-1-834,3-1 0,2-2 1386,5-1 0,-1-4 0,5 5 0,-4-10 0</inkml:trace>
  <inkml:trace contextRef="#ctx0" brushRef="#br0" timeOffset="132831">19778 5851 21500,'-3'-1'1709,"0"0"-835,3 1-9293,21-43 7356,-10 35 0,11-35 1,-16 46-1</inkml:trace>
  <inkml:trace contextRef="#ctx0" brushRef="#br0" timeOffset="134139">20091 5592 25522,'13'33'33,"1"0"1,-2 0 0,-1 0-2856,-4 3 1,0-1 2854,2 13-16,0 3 1420,-4-20-1398,-2-5 955,0 1-630,-3-12 185,0-11-409,-2-14-39,-2-15-73,-1-1-9,-1-24 9,5 16 0,0-1-23,1-23 17,5 8 1,1 3-17,2 9-4,3 4 1,0 2-3,-1 12-22,12-9 3407,-7 22-3408,8-1 45,-5 8-33,9 7 11,-10 0-6,37 25 1,-27-15-12,9 5 0,0 0 11,-7-7-30,3 2 0,0-3 24,-5-5 35,21 5-12,-30-17 6,4-9-6,-12-15 0,-5-2-16,-3-32 16,-1 15-401,-1 13 0,1 0 396,-1-4 38,0 0-27,-2 22 22,-4-6-39,1 17-33,-10-1 27,4 12 775,-6 5-775,4 2-16,-1 12-23,7 6 62,2 3-68,17-4 1,3-2 11,4 0-40,9-6 1,1-5-40,3-9-179,11-5 1,2-4 167,-4-3 56,2-4 0,-2-4 29,-7-14 66,1-13 0,-12-10-22,-10 5 36,-7 3 1,-1-2-330,2-16 363,-3 19 0,1 0 110,0-7-80,-2 18 147,-3 8-202,0 15-96,0-1 23,3 23 23,2 4-7,4 20-4,-1 2-29,-2 5-17,-9 2 62,-9-4 11,-3-14 495,-22-7-394,4-17 34,-14-10-1,11-16-38,9-13-74,11 1 29,9-13-51,10 17-5,4-6-18,6 18 1,4 8 6,-2 7 5,21 14 0,-13-2-20,8 4 0,3 1-24,13 5-396,-10-6 0,0-2 440,13 2-229,-12-9 1,1-4 245,16-6-12,-14-3 1,1-3 2,-5-4 1,-2-2 19,21-13 17,-20 1 0,-4-3-17,-4-5 8,-7-13 1,-4-3-15,-10 1 0,-3 1 1,-5-3 13,-7 8 1,-4 2-23,0-1 0,-3 1-3,-6-5 0,-3 3 20,4 12 0,0 3 2,-11-11 85,4 2-45,15 22-57,2-2-32,6 12 756,3 8-734,1 10 517,4 14-546,4 15 12,8 14-297,1-5 283,5-7 0,3-2-3323,6 5 3176,-5-15 0,5 5 1,-2-4-177,0-5 1,1-2-199,13 11 1,2-2-245,-8-11 0,-1-5-2341,7-2 0,-2-5 3131,17 1 0,-11-7 0,-33-6 0</inkml:trace>
  <inkml:trace contextRef="#ctx0" brushRef="#br0" timeOffset="134315">21634 4917 15964,'-8'-1'4414,"2"-1"-2099,6 2-1217,0 0-569,-4-44-439,27 20-62,-10-6 0,3-1-42,11 14 0,5 4-275,0-2 1,1 0-1192,1-1 1,0 1 1479,-3 2 0,-3 1 0,9-3 0,-18 7 0</inkml:trace>
  <inkml:trace contextRef="#ctx0" brushRef="#br0" timeOffset="134697">22541 4519 20608,'25'-36'-256,"-1"1"0,1 0 0,13-14 0,4 8-3312,6 19 0,1 8 3438,-11 2 1,-2 2 0,-1 2 0,-5 1 0,-7 4 0</inkml:trace>
  <inkml:trace contextRef="#ctx0" brushRef="#br0" timeOffset="134864">22728 4629 23175,'48'-26'-330,"-1"0"0,1 0 0,2-1 1,0 1-1,-8 3 0,13-5 1,-3 3-1</inkml:trace>
  <inkml:trace contextRef="#ctx0" brushRef="#br0" timeOffset="135800">23346 4135 22509,'1'-48'907,"1"0"0,-1 2 1,0 8-409,0 20-337,0 2-263,-1 10 51,0 7 22,5 9 33,4 10-10,11 27-1,-1 3 6,-1 4 8,-10-18 1,-2 0 2,-2 13-11,1 9 34,-9-19 139,1-23 135,-3-3-33,0-13-107,-1-15-73,1-13-33,1-18-43,7 10 1,1-2-9,3 3 0,1 1-11,0 0 0,4 1-20,5 0 1,2 4 8,1 3-51,15-13 6,-14 28-22,12 3 55,-11 7-83,19 16-12,-19-2-307,19 18-500,-7-6-396,14 7 615,-20-16 0,3-2-902,10-2 1,2-2-282,-5-2 1,0-3 1210,-1-1 0,-1-3-851,21-11 1793,-17-16 144,-9 1 802,-4-23 1574,-20-3-1787,0 9 700,-3-10-375,-2 29-398,0 3-509,-9 12 483,-5 15-831,-5 4 40,-8 16-63,4 2-16,-2 17-28,10-6 0,6 3 0,10-18 157,28 2-84,-12-19 117,31 1-89,-27-15 84,15-14 50,-11-7-117,0-5 100,-5-15 23,-12 6 124,-6-17-158,-11 13-73,-11 5-95,-1 21-11,-8 6-50,7 8-135,-8 5-112,11 5 22,4 3-839,10 8-4801,14 10 5039,1-1 0,1-3 0,-4-12 0</inkml:trace>
  <inkml:trace contextRef="#ctx0" brushRef="#br0" timeOffset="136632">24810 3661 18627,'-2'-4'4336,"0"1"-3524,2 3-566,-64-38 51,28 28-278,-5-8 1,-1 6 8,4 29-17,5 15 6,-2 10-17,9-5-6,1 10-5,16-12-56,8 13 56,15-14 201,24-7-78,-8-21-5,9-9 212,-2-30-101,-8-5-61,-9-1 0,-3-5-25,-7-7 0,-5-3-447,-1-4 0,-2-2 369,-3 7 0,-1-2 1,0 5-490,0 2 1,-1 3 552,0-16 0,0 3 139,-2 4-27,-2 0-62,-1 19-163,3 20-100,1 7 622,3 11-561,-1 2 1033,2 41-1016,3 2 14,-1-15 1,1 1-235,4 3 0,3-2 122,1-4 1,3-2 16,-1 0 0,3 1-365,14 8 1,4-3-417,15 3 649,-19-15 1,1-4-1065,28-3 975,-31-14-113,28-23 449,-27-8 42,-9 4 0,-1-2 8,2-13 227,4-19 227,-14 29 84,3-7-247,-10 25-285,-5 8-62,-4 10 465,-4 6-464,-3 9 16,4 3-34,3 2 45,11-2 51,8-3 112,8-7 83,6-8-10,1-14-29,-1-12-44,-3-13-79,-6-13-50,-7-9 0,-6-7-262,-6 1 380,-7 9-102,0 19 96,-19 6-179,13 19-23,-19 2-11,11 16 11,-7 9 17,0 13 0,-1 22 0,13-1-254,3 2 164,24 1-56,15-11-109,-3-17 1,5-1-643,5-2 1,3-3-3263,6-2 0,3-4 3559,-4-4 1,-3-2-1,15 0 1,-23-7 0</inkml:trace>
  <inkml:trace contextRef="#ctx0" brushRef="#br0" timeOffset="150187">19318 7134 22453,'-32'8'515,"11"49"-487,23-20 0,5 5-962,-1-2 0,-1 3 0,1 0 945,4 17 1,0 0-49,1 3 1,-2-2 88,-1-12 1,0 0-360,-1-5 1,1 2 0,-1-4-828,2-4 0,0-2-1168,3 12 0,2-5 2302,5-7 0,-7-21 0,-5-12 0</inkml:trace>
  <inkml:trace contextRef="#ctx0" brushRef="#br0" timeOffset="150911">19027 7626 21080,'6'-39'101,"-5"9"-101,32 17 0,10 4-17,-12-2 0,1-2-11,17-11 0,1-2-537,-16 8 1,-2-2 550,13-11 0,-4-2 31,-17 11 0,-2 0 58,2-6 1,0 1 53,5-11 709,-11-3-546,-17 22 110,-5-4-273,-9 13-45,-5 6-45,-2 10 561,0 9-605,-1 16 10,3 13 1,6 9-6,5 2 11,8-5-11,7-8 34,5-11 100,1-13 538,3-16-538,-7-9-38,3-10 66,-4-13-22,1-5 22,3-10 57,-5 5 10,0 8-111,-6 12 128,1 7-229,-3 9-73,0 1-17,0 10 62,1 9 28,0 14-23,1 11 18,1 4-24,6-2 24,8-3 4,-3-17 7,9-6 44,-8-17 17,5-11 22,0-12 23,-1-16-73,-9 9 1,-1 0-29,3-13 61,1-15 12,-8 30 28,1 0-11,-3 12-90,-2 9-135,0 5 107,2 12-11,4 5 17,6 15-23,5 3-67,4 5-157,2-1-465,2-3-946,-2-5-1832,-1-10 3484,0-9 0,-11-7 0,-1-3 0</inkml:trace>
  <inkml:trace contextRef="#ctx0" brushRef="#br0" timeOffset="151069">20005 7069 22772,'-21'-31'-1104,"0"-1"1,-10-13 1103,41 57 0,-5-4 0,4 1 0</inkml:trace>
  <inkml:trace contextRef="#ctx0" brushRef="#br0" timeOffset="151502">20213 7323 25017,'33'-50'129,"0"-1"0,0-5 0,-7 1-87,-17 17 0,-3 1-667,1 0 1,-1-4 661,-2-13 0,-1-7 1,-2 5-967,-3 0 0,-1 0 940,1 6 0,1-4 1,-2 5 27,-6-4 0,-3 7 420,-11-11-406,9 26 0,-2 3 16,-15-9-58,2 18 503,10 12-525,-1 27 1932,14 0-1949,-6 38 14,9-13 0,2 0-156,-1-7 1,1 1 169,4 23 0,4 1-17,2-20 0,4-1-56,3-3 0,4 3 1,1-4 4,-1 2 1,5-1-521,10-1 0,8 1 0,-2-7-4328,2-10 1,-1-3 4041,7 8 0,-4-3 0,7-12 1,-44-12-1</inkml:trace>
  <inkml:trace contextRef="#ctx0" brushRef="#br0" timeOffset="151760">20805 6622 20369,'21'-54'-312,"0"-1"0,1 5 1,5 7-2720,1 22 1,3 6 1615,25-12 0,-19 12 0,-16 8 0</inkml:trace>
  <inkml:trace contextRef="#ctx0" brushRef="#br0" timeOffset="151945">20835 6865 23455,'40'-37'-377,"1"1"0,-1-1 1,-5 4-1,0 2 1,-6 7-1,7 6 0,-16 8 1</inkml:trace>
  <inkml:trace contextRef="#ctx0" brushRef="#br0" timeOffset="152711">21580 6323 11823,'-4'-57'1440,"-1"0"1,0 0-1,0 6 1,0 2-1,-1 6-863,-1 9 1,0 6 167,-7-12-717,7 22 1136,2 11-1147,5 28 447,3 13-456,-1-3 1,1 4-7,1 7 1,1 2-674,1 8 1,1 1 608,0 6 1,0 1-59,-2-18 1,1 1 0,-1 1-1172,3 10 0,0 4 1,0-5 886,1 3 1,1 1-1052,2-1 1,2 3 0,2-7-1052,1-13 1,0-3 737,2 5 1,-1-5-433,5-7 2200,-17-32 0,-5 1 0,-1-4 0</inkml:trace>
  <inkml:trace contextRef="#ctx0" brushRef="#br0" timeOffset="153428">21470 6676 10494,'-6'-1'5943,"0"0"-4896,6 1-89,0 0-824,-6-30-100,21 15-1,10-15 1,7-3 5,2 12 1,4 2-331,14-13 1,1-2 374,-11 4 0,-4-2 36,-4 1 1,-3-1 58,-4 1 0,-3 1 134,-6 2 1,-2 2 582,2-18-134,-12 13-313,-12 9-158,-5 9-78,-6 7-73,0 5 598,3 5-665,-4 11-6,-3 24-28,1 10-28,9-16 0,0 1 17,0 28-11,4-6 0,7-8 45,6-13 167,3-14 191,3-12-241,-2-11 101,10-23-145,-5-6-6,8-18 11,-6 5 33,-4 6 1,-2 9-34,-5 11-89,-2 10-62,-2 9 22,-2 9 11,0 9-16,0 10-1,0 7-5,1 3 0,3-3-22,4-3 5,4-5-23,5-7-133,11-9 89,-8-12-6,7-7-223,15-36 273,-19 17 18,1-5 0,-1-1 44,-1-6 51,2-9 39,-4 7 67,-6 5 6,-4 7-28,-6 7-39,-1 8-79,-3 6-61,1 5-1,-1 9 23,0 7 11,0 12-11,2 7-5,3 4-29,6 0-151,6-4-364,6-7-1131,6-10-2785,0-7 4465,-2-7 0,-12-3 0,-6 0 0</inkml:trace>
  <inkml:trace contextRef="#ctx0" brushRef="#br0" timeOffset="153635">22348 5797 24385,'-34'-25'-5410,"12"20"5410,29 23 0,-1 3 0,0-12 0</inkml:trace>
  <inkml:trace contextRef="#ctx0" brushRef="#br0" timeOffset="154359">22690 6338 14846,'3'9'4140,"-1"-2"-1710,-2-7-273,0 0-1474,15-60-212,-11 19-273,4-17 1,-3-2-506,-8 2 374,-4-3 1,-2-3-793,1 21 0,-1 2 747,-1-9 1,-1-2-1277,-3-2 0,1 5 1372,0 3 57,0 7 1,0 4-53,2 15 67,-1-1-229,5 17 1034,4 5-1040,-2 12 17,-1 33 22,2 17 1118,4-15 1,1 0-1119,2-11 1,2 0-43,7 12 1,4-2-68,3-9 0,5-2-194,2-1 1,4 0 0,3-1-605,1-3 0,4-2 0,-2-2-311,11 7 1,0-4 1223,1-5 0,-7-7 0,-18-9 0,-2-2 0</inkml:trace>
  <inkml:trace contextRef="#ctx0" brushRef="#br0" timeOffset="154601">23236 5894 22615,'-2'8'885,"0"-2"-202,2-6-1047,0 0-3343,-17-36 3707,13 27 0,-12-26 0,16 35 0</inkml:trace>
  <inkml:trace contextRef="#ctx0" brushRef="#br0" timeOffset="155835">23452 5601 23035,'10'53'134,"0"0"1,-1-3 0,-2-5-46,-3 7 57,-3-8 67,-3-9 179,-2-11-101,-1-10 852,-4-15-964,4-7 90,-3-19-90,5-10-61,1-16-40,7-9-210,0 30 1,1 0 187,10-26-45,0 17 0,6 2-17,-8 22-10,8 0 4,-8 12-10,13 10 0,-3 5 335,12 7-313,-10-2 23,12 8-23,-12-9 22,13 3-5,-15-11 28,13-11 0,-12-8 22,8-13 0,-11-8-11,-8-8-22,-6-7-12,-5 0 12,-6 3 5,-2 10-11,-3 11-17,1 9-61,2 9 5,1 3-45,0 8 62,3 1-5,-3 19 10,3 2 6,5 17-50,8-1-157,10 3-2060,-2-16 0,2-2 1735,11 10-205,-6-13 0,3-4-675,22-6 751,-18-9 1,2-4 134,1-7 0,0-4 352,-1-2 1,-3-4 237,-2-4 1,-4-3 64,-3-2 0,-3-2 84,-4-1 0,-3-3 84,-2-1 0,-2 0 131,-2-1 1,-1 1 664,1-27-96,-2 11-229,-6 12-191,-4 13-308,-3 10 3064,-4 7-3327,-2 14 0,-12 22 11,7-2-3,3 0 0,1 1-8,-5 18-6,-3 11-22,3-6 33,6-17 318,0-6-88,2-20-61,-2-10 11,-3-15-6,0-12-22,2-10-18,6-2-4,3-1-80,10 7-60,6 8 10,1 12-11,10 7 12,-3 10-1,2 2 17,18 15-5,-7 0-12,18 10 34,7-2-11,-8-11-39,-1-5 33,-7-14 11,-10-10 17,6-14 12,-5-13-32,-17 8 1,-3-2 8,2-16-326,-7 10 0,-3-1 343,-2-22-17,-1 23 0,0-2-6,-2 2 1,0 0 13,-1 2 0,-2 1-191,-5-25 245,-4 11-1,1 14-27,2 11-56,2 13-85,3 7 638,2 5-609,-4 15 259,-1 8-232,-3 18 29,5 6-23,9 4-5,17 2-4,-2-27 1,5-2-648,7 2 1,5-4 593,7-1 1,3-2-152,5-2 1,1-4-727,2-2 1,-1-4-331,-5-1 0,-1-3 1286,-6-5 0,-4-1 0,2 2 0,-16-6 0</inkml:trace>
  <inkml:trace contextRef="#ctx0" brushRef="#br0" timeOffset="156043">24794 4872 24855,'41'-28'177,"0"0"0,-1 0 0,-3 2 1,-1 0-1,-3 5-1,-2 6 1,-3 1-175,15-14-242,-13 6-495,-16 6 735,-12 8 0,-1 5 1,-2 0-1</inkml:trace>
  <inkml:trace contextRef="#ctx0" brushRef="#br0" timeOffset="157956">16312 10692 22526,'-47'19'243,"25"5"1,6 8-246,12 8 0,7 8 0,0 1-1096,-3 6 1,-2 1-1,1 1 990,0 4 0,0 0 0,1 0-677,-2 1 0,1 0 0,1 1 122,1-2 1,2 0-1,0-1-1119,1-2 1,1-1 0,1 0-1123,0-3 1,2-1-1,-1-1 2904,3 12 0,-1-6 0,-3-19 0,-1-6 0,1 2 0</inkml:trace>
  <inkml:trace contextRef="#ctx0" brushRef="#br0" timeOffset="158705">15940 11816 12673,'-6'-8'4313,"1"2"-6387,-7-29 0,1-5 2303,9 15 607,-6-20 1,7 1-719,30 20-57,20-8-47,-15 14 0,2 0 33,8-2 0,2-2-58,5-2 0,1-1 2,2-3 1,0 0 8,-2-2 0,-3-2 11,-4 2 0,-3-2 14,-7 2 1,-3-2-179,-7-1 0,-3 0 231,-5-1 0,-2-1 1540,-4 2 1,-1 0-953,1-22 29,-7 17-264,-10 20 855,-9 18-1062,-12 18 18,-7 16-2,-5 16-136,21-21 0,0 1-51,2 2 0,3 1-39,2-2 0,3 1-14,-1 28-6,14-10 636,5-14-563,6-15 107,2-13 5,-2-15-39,-1-11 0,-2-14 39,-1-4 45,-3-2-11,-3 3-39,-2 2-6,0 5-51,0 6-55,0 7-40,-2 9-22,1 5 23,1 11-6,2 12-6,1 16-11,2 13-11,1 8-1683,0-24 1,1-2 1693,7 11-5,14 1 16,-6-34 17,8-11-11,0-21 11,2-21-203,-19 14 1,-1-1 199,-1-4 0,-2 0 14,-2 1 1,-1 1 1611,-3-2 1,0 1-1546,0-6 18,-2 5 251,-4 21-235,-1 6-95,1 0 534,-1 23-562,0 5 110,1 20-110,2 1-23,3 5-94,5 0-337,3-2-779,4-5-1254,1-9-3730,0-13 6200,-5-9 0,-5-8 0,-5-2 0</inkml:trace>
  <inkml:trace contextRef="#ctx0" brushRef="#br0" timeOffset="158864">17130 10780 20089,'-4'-27'-1195,"-3"2"0,14 31 0</inkml:trace>
  <inkml:trace contextRef="#ctx0" brushRef="#br0" timeOffset="159248">17384 11329 25144,'28'-43'137,"0"0"1,0 0 0,4-12 0,-1-2 0,-7 7-690,-12 18 1,-2-1 588,2-19 0,1-8 1,-4 7-22,-4 14 1,-2-1 9,-1-15 0,-2-7 1,-2 8-11,-1 19 1,-2 1 42,-5-24 0,-4 1 148,-11 1 124,6 23 0,-1 1-107,-9-8-151,3 13 326,13 20-393,9 11 106,0 6-107,1 21 1,3 9-1,-1-2 1,0 2 231,1 11 1,2 5-237,2-4 1,2 3 0,1-6-495,0-7 1,1 1 484,3 7 1,1 5-1,4-3-37,12 2 1,6-5-1414,-4-13 1,4-1-1,0-3 716,9 8 0,1-6-300,4-11 0,-2-7 553,11-5 1,-26-6 0,-3-2-1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14:56:52.2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6326 3038 18324,'4'-56'1309,"0"0"0,-1 6 0,0 4-256,2-16-526,-4 21-443,-1 16-174,0 14-218,2 16 319,5 45 6,-2-3-696,-1 11 1,-2 4 689,-1-22 0,-2 1-21,-1 8 1,-2 5 0,-1 2-116,0-9 1,-1 1-1,0 0 1,-1 1-691,0 1 1,0 0 0,1 1 0,-1 0-82,-2 8 0,1 2 0,0-1 0,1-4 573,1 0 1,0-4 0,1-4 0,0 3 0,1-7-1,2 5 1</inkml:trace>
  <inkml:trace contextRef="#ctx0" brushRef="#br0" timeOffset="833">6124 2652 17423,'-3'-2'-963,"1"1"1814,2 1-498,79 16-225,-41-11 1,4-1-1083,10 2 0,6 2 0,0-3 989,-3-1 1,-1-3 0,5 0 7,-11-1 1,4-1 0,1 0-1,-1 0 1,-2-1-20,13 0 0,-3 0 1,4-1-9,-8 0 1,5-1 0,2-1 0,-1 0 0,-3 0-455,-1-1 0,-3 0 1,0 0-1,3 0 447,0 0 0,1-1 0,2 1 0,1-1 0,-1 1-4,0-1 1,1 0 0,0 1-1,-1-1 1,1 1-1,1 0 1,-1 0 0,0 0-1,0 1 1,0-1-354,0 1 1,1 1-1,-1-1 1,-1 1-1,-2 0 353,1 0 1,-3 1 0,0 0 0,4 0 8,-7 1 0,4 1 0,1-1 0,0 1 0,-1 1 0,-4 0-295,8 0 0,-5 1 0,0 1 0,5-1 285,-8 1 1,3-1 0,2 0-1,0 1 1,-2 0 0,-1 0 0,-1 1 1,-1 0-1,-2 1 1,0-1 0,0 1 13,12 1 1,-1-1-1,-1 1 1,0 0-51,-3 0 0,-1 0 0,-1 0 0,0 0 87,-4-1 1,0 1-1,-2 0 1,0-1 120,11 2 0,-2-1 0,-2 1-69,-6-1 1,-2 0 0,-1 1 440,13 0 0,-4 1-392,-11 0 0,-3 0 753,-10-1 0,-2 2-630,17 7-151,-18-2 2205,8 10-2162,-16-6 2136,7 10-2152,-14-6 1214,-7 3-1063,-10 3-11,-9 6-177,-11 9-27,-10 11-81,13-21 1,0 2-406,-2 6 0,2 2 438,0 7 1,2 3-36,1 6 1,2 2-6,7-18 0,0 1 0,2 0-12,1 1 1,1 0 0,1 0-9,3-1 1,1 0 0,1 0-12,4 19 0,2-1 10,2-4 1,-1-2-9,0-3 1,-2-2-7,-2-6 1,-4-1-71,-5-7 0,-5-1 162,-21 18-22,5-33 1,-5-3-15,-9-4 0,-4-4-611,-10-2 0,-3-3 584,10-2 0,-2-1 0,-2-2-467,-6 0 0,-3-2 1,-2 0 468,10 0 0,-1 0 0,-1 0 0,0 0-313,-6-1 0,0-1 0,-1 1 0,0-1 310,-4 1 0,-1-1 0,0 1 1,0-1-342,10 2 1,-1 0 0,0-1 0,0 1 0,0 0 337,-3 0 1,1 0-1,-1 0 1,0 0-1,0 1 8,-2-1 0,-1 1 1,1-1-1,-1 1 0,0 0-169,-2 0 0,0 0 0,-1-1 0,1 2 0,-1-1 168,9 0 1,0 1 0,0 0 0,0 0 0,0 0 0,0 0-87,-1 0 0,0 0 0,-1 1 0,1-1 0,-1 1 0,1-1 85,-1 1 1,1 0 0,-1-1 0,0 1 0,0 0 0,1 0-41,0 0 1,0 0-1,1-1 1,-1 1-1,1 0 1,0 0 40,-10 0 0,0-1 0,1 1 0,1 0 0,3-1 111,-1 1 0,3-1 0,0 1 1,-3-1-128,0 1 0,-4-1 1,-1 1-1,3 0 1,4-1-7,6 1 0,5-1 1,0 1-1,-3-1-95,-2 1 1,-2-1 0,-2 1 0,2-1 0,4 0-853,-11-1 1,3 0 0,4 0 967,-11-2 0,7 0 0,21 1 0,7 0 0,0-1 0</inkml:trace>
  <inkml:trace contextRef="#ctx0" brushRef="#br0" timeOffset="1708">8212 3191 24307,'-14'-40'302,"1"0"0,0-1 1,5 18-298,9 37 23,4 14-2157,-1 6 1,0 3 2123,4 21 16,-5-9 0,0 3 267,-3-15 0,-1 0-270,-1 8 1,0 1 13,-2-5 1,1-1 10,-5 20 338,0-20 88,5-22-263,0-16 11,3-21 3191,0-17-3325,2 0 0,-1-3-48,2-2 0,-1-1-14,1 0 1,1-2 27,2-16 0,1 2-345,0-2 350,0 7 0,-1 1-354,0 5 404,-1 7-51,-3 19-68,-3 22 75,-3 28-13,1 13 10,-1 10-126,3-16 1,1 0 54,1 10 24,2-7 1,1 1-14,0-8 1,2 0-56,2 7 1,1 0-219,-1-3 0,2 0-4627,0 2 1,1-2 4906,2 13 1,-2-10 0,-8-28 0</inkml:trace>
  <inkml:trace contextRef="#ctx0" brushRef="#br0" timeOffset="2191">7736 3482 11670,'3'-52'1404,"0"0"0,0 0 0,0 0 1,-1-2-1,1-1 0,-2 2 1,0 9-1363,-3 6 0,0 2 480,-2-7 1,-2-4 0,1 4-151,0 5 1,0 2-138,-2-13 0,0 5-106,3 5 212,3 19-341,1 25 150,6 21-138,-1 10 13,4 16 1,0 5-511,-4-22 0,-1 2 487,0 8 1,0 10 0,0 2 0,-2-8-1039,-1 5 1,-1 2 988,-1-4 1,-1 7 0,0 2 0,-2-1-563,0-3 0,-2 0 0,0 1 0,1 0 609,-1 5 0,1 1 0,0 0 0,0-4 0,-2 6 0,0-4 0,2-5 0,1-1 0,1-1 0</inkml:trace>
  <inkml:trace contextRef="#ctx0" brushRef="#br0" timeOffset="2608">9147 3061 20313,'-7'-62'1564,"1"1"1,0 7 0,1 5-1067,1 13 1,0 4-275,-1-4-213,-1 13-106,4 29 84,2 7 28,0 31-6,0-4-521,0 15 0,-1 8 500,-2-14 1,-2 1 0,0 0-487,2-1 0,0 0 0,-2 3 277,-1-2 1,-2 4-1,0-1 1,0-2-895,-1 2 0,1-2 1,0 1 1112,-1 6 0,-1 0 0,2-4 0,-1 3 0,1-8 0,0 8 0</inkml:trace>
  <inkml:trace contextRef="#ctx0" brushRef="#br0" timeOffset="3335">7074 3422 20666,'-1'-9'2722,"0"2"-1938,1 7-487,0 0-280,-12-33 5,10 54 12,-10-9-20,10 24 0,2 10-505,-3-1 1,-1 1 501,-1 1 0,-2-2-6,-2-3 1,0-3 22,-5 17 275,-7-6 55,7-33-71,-7-1-136,4-28-62,0-15-33,0-21-34,10 14 1,1-2 29,1-10 1,2-2-42,0-8 1,1-3-12,3 9 0,1-2 0,1 3-6,-1-4 0,1 1 10,2 9 0,0-2 0,2 5-2,5 3 1,1 3-8,8-23-21,1 27 1,3 5 3,-1 9-177,31-1 171,-12 18 134,13 14-24,-2 17-48,-32-7 0,-3 4-279,-4 5 0,-6 4 281,-7 3 0,-6 1 19,-7 2 0,-7-1 13,-7 0 1,-5-4-10,-6-1 0,-4-5-620,-1-2 0,-2-4 172,1-5 0,0-4-1173,6-5 0,2-3 1104,-14 0 0,24-8 1,15-4-1</inkml:trace>
  <inkml:trace contextRef="#ctx0" brushRef="#br0" timeOffset="3908">9442 3372 23148,'13'-40'483,"0"1"1,0 1-1,-4 9-124,-8 24-443,0 1 159,2 25-64,-2-2 6,2 31 0,-2 1-6,1 0 3,-3-10 0,1 0 3,-1 8 80,0-16 1,1-2 93,-1-5 512,1-12-305,0-22-241,2-11-6,7-29-106,3-8-729,5-4 689,-6 28 1,2 1-11,17-14-9,-11 21 0,5 1 5,8 5 1,2 4 8,14-1 3,-12 12 0,0 6 2,13 13-365,-20-1 0,1 3 307,0 6 0,-2 4-395,-2 4 0,-1 6 81,-7 0 0,-1 3 0,-1-3 0,-2-9 0,-2 0 0,-1 9 0,0 0 0</inkml:trace>
  <inkml:trace contextRef="#ctx0" brushRef="#br0" timeOffset="4882">5090 3357 18330,'-60'-13'967,"1"1"0,2 0 1,15 2-828,31 6 92,6 1-125,21 6-1,22 3-64,-4-2 1,2 1-1179,-2-1 1,3 0 1149,19 0 0,7 1-13,-5 0 1,3 0 0,-2 0-4,-16-1 0,-2 0 1,1 0-9,14 1 1,2 0 0,-6 1 249,-4 1 1,-6 1-247,18 4 80,2 1 229,-41-7-146,-22-7-123,-4-3 27,-19-13-27,-5-1-34,-6-5 95,-19-5-39,26 14 1891,-23-12-1801,11 8 78,-1-2 123,-6-2 28,12 2-61,3 0-40,7 0-162,8 5 23,6 2-118,7 8-68,6 2 246,12 11-81,15 7-7,4 4-91,6 1 1,1 1 18,7 4-316,2 1 1,3 2 281,-10-1 1,-2 0 1,-6-6 0,-1 3-119,9 11 0,-7 2-481,-15 2 303,2 8-1102,-31-8 1402,-12-7 1,6-10 0,-3-4 0</inkml:trace>
  <inkml:trace contextRef="#ctx0" brushRef="#br0" timeOffset="6168">3781 4262 20729,'-26'-52'1001,"0"-1"0,-1 0 0,6 10-811,12 27-169,-1-1-66,7 22 68,6 17-40,4 20 17,-2-10 0,0 2-249,0 8 0,0 0 251,-1-7 1,-2 2 5,0 22 1,-3 0-1,-1-20 1,-2-1 7,-1 15 1,-2-2 95,-8 7 312,1-24 35,4-19-229,1-20-113,1-14-54,-1-18-35,5-14-23,3 19 1,3-1-15,3-2 1,3-1-118,1 2 1,4 1 85,19-20-28,4 18 1,-2 18 549,-3 13-488,0 15-5,-1 9 0,0 13-39,2 6-102,0 4-94,0 1-140,1-6-23,-2-9 90,0-13 275,-2-15-113,-2-17 140,1-16 51,-2-15-12,-7 5 56,-5 12 1,-1 1 94,2-3 46,4-7-102,-11 22-167,-4 9-12,0 9 79,0 10-6,4 10-16,2 11 5,4 7 0,1 2 5,5-2 1,4-6 123,8-11-34,-11-13 107,6-16-57,-12-15-16,7-15 28,-9 4 0,0-2-85,2-8-21,2-15 10,-13 27-44,0 5-62,0-2-139,0 11-421,7 11 286,-2 8-701,11 14-789,-3 11-561,7 11-1774,2 9-4129,3 3 7983,-3-8 0,-8-17 0,-9-12 0</inkml:trace>
  <inkml:trace contextRef="#ctx0" brushRef="#br0" timeOffset="6700">4823 4521 24223,'0'5'453,"1"-2"265,4-4-287,4-6-174,17-18-117,2-8-366,3-8 293,-14 15 0,-1-3-1633,-2-10 0,-1-2 1577,-2 8 0,0-2 13,-3-7 1,0-5-1,-2 5-282,-1-16 294,-1 8 1,-2 1 30,-9 7 23,-5 1 11,-6 19 115,1 13-233,3 9 3266,4 13-3255,1 14 23,4 21-12,2-17 1,1 4-511,2 15 0,0 1 502,1-13 0,0-2-14,1 7 1,1 0-409,4-3 1,3-2 430,1-7 0,1-1-87,6 11 0,6-3 97,8-13 1,5-8-14,-5-8 0,2-4 0,0-3 0,-1-6 11,-2-11 0,-3-6-3,-6-1 0,-1-3 3,8-21 0,-2-4-204,-8 16 0,-2-3 206,-4-11 1,-1-6 0,-3 6-14,-4 11 0,-2 0 4,0-8 1,-1-4-1,-2 4 27,-4 4 0,-2 2 621,-1-5 1,-2 2-609,-1 10 1,-2 4 8,-8-8 861,7 18-951,6 13 161,4 15-104,6 31-18,6 18-992,-2-20 1,3 5 0,-1-2 913,2 2 0,0 1-92,5 13 0,3 2-1199,1-6 1,4 0-555,-3-15 1,2 1 0,1-1 1917,3 5 0,1 1 0,-1-5 0,3 3 0,-2-6 0,10 5 0</inkml:trace>
  <inkml:trace contextRef="#ctx0" brushRef="#br0" timeOffset="7351">10764 3706 20319,'-5'0'2285,"2"0"-1271,3 0-975,119-27-2253,-66 16 0,2 0 2215,2-1 1,5-1 0,2 0-8,-9 3 1,3 0-1,-1 0 1,0 0-15,-5 1 1,-2 1-1,1-1 1,0 0 13,0 0 0,1 0 1,-1 0-1,0 0-4,0-1 0,2 0 1,-4 0-1,-7 1 1,-2-1 1,-2 0 11,17-6 0,-2-2 659,-20 6 0,-3-1-491,0-2 0,-4-1-76,-2-2 291,-67-5-218,9 14 287,0 2 1,-3 0-162,3 0 1,2 0-167,-7-1 102,4 0 0,2-1-12,12 3 2378,-2-1-2584,19 5-35,5 1 29,21 7-12,15 10 6,4 1-6,-14-2 1,0 5-4,-5 5 1,-2 2-25,14 17-1764,-13-6 0,-3 0 1551,-3 2-1060,-6 2 1,-4 1-4542,-9 15 5847,1-20 0,-2-3 0,-5-2 0,2-16 0</inkml:trace>
  <inkml:trace contextRef="#ctx0" brushRef="#br0" timeOffset="8210">12677 3539 22929,'11'-56'799,"1"0"0,-1 7 0,2 8-715,13 16-67,-5 13 11,11 15-5,-11 17-7,4 5 6,-15 7 1,-6 5 0,-6 26-499,-3-13 1,-3-1 486,0-14 0,-2-2 0,-4 7 1,-2-1-94,3-8 0,0-2 133,-9 21 184,5-14-6,12-31-206,7-10-6,6-19-17,20-26 16,-9 21 1,2-3-106,8-11 0,1 0 89,-6 12 0,0 0 17,14-10 0,1 2-55,-15 18 0,1 1 24,7-6 0,0 4-42,4 6 5,-11 16-16,-5 18-78,-4 16-2345,0 18 2134,-8-21 0,-1 2-280,1 2 1,1 1-124,1 0 1,1-1-301,3-2 1,2-2-370,3-4 0,1-4 157,16 9-292,24-18 1753,-18-24 577,14-15 651,-21-18 642,-8-8 13,-7-4-499,-5 3-314,-4 7-330,-6 13 2897,-2 11-3676,-3 12-151,-1 9 11,-1 13 287,-1 14-275,1 14-12,1 7-5,2-8-23,11 18 22,-4-34 12,17 15 28,-3-32 28,11-9-22,6-14 16,3-14-3431,-9 1 3397,-10 1 1,-1-3-3,-8 2 0,0 0-26,0 0 1,0 0-235,-3-4 0,-3 3 128,-3 10-745,2-8-1265,-4 22-4252,2 12 6363,1 6 0,-1 1 0,-1-4 0</inkml:trace>
  <inkml:trace contextRef="#ctx0" brushRef="#br0" timeOffset="8726">14254 3908 19675,'2'5'4564,"0"-1"-3208,-2-4-1009,49-61-67,-21 24-482,2-1 0,1-4 297,-10 3 0,-3 0-599,-5 3 1,0-1 531,5-20 0,-1-3-14,-5 2 0,-2 0-365,-2-2 0,-2 1 376,-2 2 1,-2 3 10,-2 7 1,-1 4 33,-2 9 0,-2 5-252,-11-7 193,3 20-5,-7 20 11,4 19-6,-6 24-34,9-10 1,1 3 11,-1 12 0,1 3-390,4-12 1,1 1-1,1 2 410,1 2 1,2 2-1,3-1 4,4 1 0,2 0 0,3-3-5,1 9 1,10-2 2,11-8 0,11-1 1,1-6-11,-8-13 1,0-4 0,4-1 177,14 8 1,5 0 0,-1-7-151,-2-11 1,0-7 0,-4-2-25,2 0 1,-3-8 16,-5-13 1,1-8 0,-9-1-71,-13 4 1,-5-4 58,6-9 0,0-8 1,-3 1 7,-2-12 1,-2-3-11,-3 7 0,0-3 1,0-1-438,-1-1 0,0 0 0,-2-1 443,-1 3 0,-1 0 0,-2 1 2,-1 8 0,-1 0 0,-2 4 586,-3-10 1,-4 6-588,-10-14 361,-8 28-377,-1 23 814,-2 25-798,5 13 1,3 7 562,2-8 0,2 3-589,-1 9 1,-1 5 0,3 2-47,2-4 0,2 0 0,0 3-808,0 0 1,-1 2 0,1 1 0,1 2-221,0 3 0,1 2 1,0 0-1,1-1 845,1-3 0,-1-1 0,1-2 1,1-3-1,-1 21 0,2-9 1,1-24-1,0 0 0</inkml:trace>
  <inkml:trace contextRef="#ctx0" brushRef="#br0" timeOffset="13592">6840 6943 16241,'-7'-48'1126,"-1"-1"0,1 7 0,1 2 1462,-4-20-1547,3 22-570,-1-8-393,6 31-61,0 8 28,3 31-23,-1-1-3,1 10 1,-1 7-6,-4 21 0,-3 3-1110,2-11 1,-2 3 1082,0-12 1,-2 5-1,0 2 1,-2-1-64,-2 2 1,-2 1-1,0 0 1,1-2-28,-2 7 0,1-2 1,-1 5-333,2-4 0,-3 5 0,1 2 1,0-2-1,4-8-519,3-2 0,2-5 0,1 0 127,-3 12 0,-1 2 0,6-8 293,7-7 0,4-10 1,1-12-1,2-6 1</inkml:trace>
  <inkml:trace contextRef="#ctx0" brushRef="#br0" timeOffset="14392">6714 6610 17574,'46'-11'197,"0"-1"0,-1 1 0,14 0 0,1 2 1,-4 4-78,-5 4 0,-2 3-1032,12-1 1,4-2 1018,-18-2 1,4-2 0,1 0 0,-2-1-1077,9-2 1,0-1 0,2 0 983,-9 1 1,2 0-1,1 0 1,4-1 17,-7 0 1,3 0 0,2-1-1,1 0 1,-2 0 0,-3 1-205,0 0 1,-3 0 0,0 1 0,0 0 0,5-2 199,-4 2 1,4-2-1,2 1 1,1-1 0,-1 0-1,-2 1 1,-4 1-350,15-3 1,-5 1-1,-1 0 1,3 0 348,-5 0 0,2 1 0,0-1 0,1 0 1,-2 1-136,0 0 0,-1 0 1,0 1-1,1-1 1,-1 1 117,1 0 0,-1-1 1,1 1-1,0 1 1,1-1 55,3 0 0,1 0 1,1 0-1,-3 1 0,-2 1-56,-1 1 1,-3 0 0,-2 1 0,0 0-5,-5 1 0,-1 1 1,-1 0-1,0 0-8,7 1 0,0 0 0,-3 1 6,14 3 0,-5 2 464,-10 1 0,-3 2-465,-10 2 1,-3 2 1610,18 15-1599,-19-5 61,2 18 0,-15-8 6,9 20-16,-8-1-43,-11-21 0,-1 1 14,1 5 0,0-1 45,5 25 22,-5-20 1,0 2 579,0 3 0,0 0-610,1 3 0,-1 1 967,1 9 1,-1-1-1022,-2-10 1,0 0 2,-1 0 0,-1 0 3,1 3 0,-2-2-14,0-11 0,-2 2 11,0 22 1,-1 2-15,-1-16 0,-2 1-17,-2 7 1,-1 4-1,-1-4-385,0-4 0,-1-2 397,-3 7 0,-4-1 10,-8-4 1,-5-4-305,2-9 1,-4-1 324,1-4 0,-2 2 1,-3-4 18,-13 3 0,-3-5-37,-7-3 1,-2-4-164,11-5 1,-4-1 144,-9-4 1,-5 0 0,4-3-290,8-1 0,-2-2 285,7-1 1,-8 0 0,-3-1 0,0 1 0,6-2-325,-12 0 0,5-1 0,-3-1 328,8 1 1,-1 0-1,-2-1 1,-2 0 0,3 0 0,-4-1 0,0 0 1,1 1-1,3-1 0,0 0 1,4 0 0,0 0 0,-5 0-3,7-1 0,-4 1 0,-1 0 0,-1 0 0,2 0 0,1-1-2,-2 1 1,1 0 0,1-1 0,0 1 0,0-1 2,-1 1 0,-1-1 0,0 1 1,1-1-1,2 1 3,-2-1 0,3 0 0,0 1 1,-3-1-7,5 1 1,-2 0 0,-1 0 0,0 0 0,0 0-241,-2 2 0,0 0 1,0 0-1,-1 0 0,0 0 245,0 0 1,-1 0-1,1 0 1,-2 1-1,0-1-7,-5 2 1,-2 0 0,0 0 0,1 0-1,3 0-92,0 0 0,2 1 0,2-1 0,1 0 83,3 1 1,1-1-1,1 1 1,3-1-5,-1 0 0,3 0 0,-1-1-140,-4 1 1,0 0-1,6-1-1373,10-3 1,3 0 1529,-8-1 0,6-1 0,14-2 0,15 0 0</inkml:trace>
  <inkml:trace contextRef="#ctx0" brushRef="#br0" timeOffset="16639">8404 7269 22307,'10'-31'1356,"-3"6"-1172,-5 25-128,0 1 101,1 2-28,-1 0 39,0 2 78,-2-2 34,-1 0 56,-2-1-38,-3-2-63,-3-6-33,1-6-57,2-12-27,2-8-34,7-15-79,2 15 7,8-8-35,2 25 12,5 2-28,3 15-17,11 23 39,-10-4-17,12 26-10,-16-9-12,-1 17-12,-12 6-774,-18-13 0,-6 1 833,5-14 1,-4 0-5,-5 3 0,-6 2 0,0-2-562,-5 2 1,-3-2 616,-6 7 0,-3-2-114,6-11 0,1-5 336,-19-3 27,24-32-56,23-22-95,26-13-45,22-2 516,-11 23 1,4 3-584,11 3 0,1 3 374,-13 4 0,0 3-402,11 4 0,-1 6-39,12 12-43,-22-3 1,1 4-188,-3 1 1,0 4-839,1 6 1,-3 2-1115,-7-4 1,-2 0 2333,12 28 1,-21-28 0,-8-12 0</inkml:trace>
  <inkml:trace contextRef="#ctx0" brushRef="#br0" timeOffset="16895">7943 6583 24251,'-2'52'35,"0"0"1,0 0-1,0-3 1,1 1-1,0 0 1,-1-1-29,2 7 1,-1 0-1,-1 4-1093,-1-6 1,-1 6 0,-1 2 0,0-1 0,1-4 1010,-1-3 1,1-4 0,0 1 0,-1 4-637,0-1 1,0 5 0,-1 3-1,0-1 1,2-4 0,0-7 584,1 5 0,1-6 0,0 0 1,-1 10-1,0 2 0,2-11 0,2 6 1</inkml:trace>
  <inkml:trace contextRef="#ctx0" brushRef="#br0" timeOffset="17339">9507 6955 18023,'11'-49'971,"1"-1"0,-1 0 1,0-10-1,-1-2 0,-3 7-462,-4 13 1,-3 4-118,2-11 1,-1 3 409,-1-17-4678,0 41 3882,0 1 863,0 29-835,0 43-29,0-3-529,-1 1 0,0 9 0,0-4 524,0-7 0,-1 2-4,-1-2 1,-2 8 0,1 4 0,-2-2 0,2-7-3,-1-3 0,-1-6 1,0 7-67,0 0 0,-2 8 0,0 4 0,0 0 0,1-3 1,0-8-79,0 3 0,1-6 1,0 5-640,1 6 0,-1 7 1,1 3-1,2-2 1,2-9 598,6-4 1,3-5-1,-1-1 1,-4 5-1,-2 0 1,4-8-1,7-13 1,-1 0 0</inkml:trace>
  <inkml:trace contextRef="#ctx0" brushRef="#br0" timeOffset="17737">10186 7072 25247,'-1'61'41,"0"0"0,-1-2 1,0-3-31,-1-12 1,-1-2-369,-1-3 0,0-2 419,-4 14 424,-1-9-4,5-27 257,0-14-566,4-21 7,8-22-63,7-17-81,-3 26 1,3-3 44,14-13 0,3 1-50,-8 14 0,1 2-12,9-7 1,2 6 375,9 8-389,0 14-17,1 16-12,-8 6-117,-8 9 0,-1 7-616,7 23-397,-11-11 1,-3 4-1433,-9-1 1,-4 0 2584,-3-3 0,-2-2 0,-1 11 0,-4-21 0</inkml:trace>
  <inkml:trace contextRef="#ctx0" brushRef="#br0" timeOffset="18429">6829 7666 19316,'14'-45'1137,"0"0"0,0 0 0,5-14 0,-1 6-471,5 5-209,-8 21-356,-5 16 79,0 20-79,3 15 33,1 23-86,-7-14 0,0 2-274,-2-4 1,-1 2 253,0 13 0,-1 4-474,-2 3 1,-1 1 462,0-1 0,-1 0 5,0 2 1,-2-4-69,-5 7 242,-3-23 0,-4-19-40,-2-20 396,-1-19-530,0-22 6,10 13 0,2-3 199,0-8-1,3-3-215,0-6 1,1-2-576,2-4 1,1-2 579,1 1 1,1-2 3,0 16 1,0 0 0,1 2-18,0 0 0,1 1 5,1-9 0,2 5-2,1 12-12,10-10-22,6 21 17,7 7 17,1 9-17,19 23 11,-14 9 11,-12-3 0,-2 4-22,0 31 285,-20-24 0,-7 2-308,-16 8 1,-6-1 538,6-12 1,-2-2-562,-10 4 0,-3-3-869,0-7 1,1-4 102,-24 3 1,3 4 0,26-21 0</inkml:trace>
  <inkml:trace contextRef="#ctx0" brushRef="#br0" timeOffset="21186">7368 6776 15664,'-19'-18'2341,"3"3"-1966,13 13-246,0 0 34,-1 0 207,1-1-6,0-2-17,1-5-39,0-4 157,4-13-303,1 6 180,6-17 72,2 2-50,6-14-1808,-3 2 1,1-2 1479,-6 17 1,1-1-12,4-14 0,0-4-1087,-1-6 1,-1 2 1083,-4 18 1,0-1-416,4-20 0,2-8 0,-3 8 398,-3 19 1,0-1-122,2-6 1,1-9 0,1-1 0,-1 7 129,3-8 0,-1 1-9,-1 7 1,0-4 0,0 2 9,0 9 0,-1 1 0,0 4-4,0 2 0,0 1-3,7-21 1,2-3 346,-4 18 0,0-1 1,0 2-331,4-12 0,0 2-14,2-4 1,-2 4 27,-1 5 90,-4 3-57,-9 19 1491,3-16-1540,-9 27 975,-2-6-1032,0 13 658,-2-2-613,2 7 3494,2-1-3406,-2-2-32,1-3 68,0-3-31,0 0 33,1-1 22,0 0-45,0 2 79,1-2 97,-1 4-13,1-1-4,0-1-44,-1-7-2,1 3-29,-1-3-68,0 9-147,-1 4-262,-9 7 845,-8 9 433,-4 2-487,-3 4 1,-3 2 535,-18 12-739,11-9 1,-1-1 719,-11 6-537,14-13 1,0-1 132,-9 2-625,-8 3 0,-1-4 0,16-5-32,-14 4-240,19-6 37,10-3 72,10-4 138,10-3-232,9-8 469,3-1 143,37-31-1688,-24 19 1,1-2 1480,6-3 1,2-3 35,11-12 1,0 1-458,-12 11 1,-2 1 396,6-5 0,0 1 179,0 4 0,-5 4-292,-1 5-61,22-5-136,-28 24-340,11 9-199,-13 5-117,18 29-252,-10-1 240,-7-10 1,1 2 239,-5-2 0,-1 1 60,-1-2 1,0 1 1475,-2-2 0,-1-1-1441,7 23 308,-10-13 1349,-9 10-836,-9-21 350,-2 7 31,0-20 715,3-8-563,3-5-125,2-11-627,0-2 81,0-11-124,-1-1-187,0 3-4,-3-6-276,-6-2-213,-4-3-70,-1 0 465,-5-8-45,1-5 74,0 3 29,-3-13 54,5 17 28,-7-7-3309,-6-1 3311,10 17-14,-9 0 208,9 19 268,-8 0 132,-4 10 333,-6 9 355,-6 10 243,-5 11-576,24-13 0,-1 2-1133,0 3 1,0 0 1020,0 3 0,-1 0-216,0 3 0,-1 0 151,-1 0 0,1 0-669,0 0 0,1-1 0,3-3 0,1-1 0,-8 18 0,19-8-308,34-13 1,-12-9-1,16-8 1</inkml:trace>
  <inkml:trace contextRef="#ctx0" brushRef="#br0" timeOffset="26088">9440 1790 29173,'23'-48'494,"0"1"0,-1-1 0,3 1 1,1 0-1,2 4-120,-1 10 0,2 2 1,1 1-375,3-1 0,2 0 0,0 1 0,2 0 0,0 1 0,1 1 0,0 2 0,1 1 0,0 0 0,-1 2 0,1 0 0,-1 1 0,16-7 0,-1 2 0,-5 3 0,-3 1 0,-7 6 0,-4 0 0,12-10 0,-26 5 0,-21 7 0,-45-9 0,-11 9 0,12 5 0,-2 2 0,5 4 0,0 1 0,4 2 0,2 0 0,-18 1-506,22 0-718,19 0 1563,10-3-770,10-2 547,8-6 101,15-2-807,14-1 153,13 2 165,-25 7 0,3 4-120,15 12 1,-1 4-148,-17-6 1,-2 2-1252,16 18 0,-4 4 668,-12 4 685,-8-2 1,-2 3-168,-7-5 0,-2 1 3,1 7 0,-2 1-290,-2-4 1,-1 0-507,-1-6 1,1-1 848,12 17 1,-9-22 0,2-10 0</inkml:trace>
  <inkml:trace contextRef="#ctx0" brushRef="#br0" timeOffset="27630">11125 688 17295,'-3'-7'1966,"1"2"-509,-4-25 0,1-5-560,1 11-880,-1-13 0,-1 7 573,5 27-777,5 21 42,4 21-67,-1-10 0,1 4-37,1 6 0,0 3 175,2 3 1,0 2-23,1 1 0,0 1-947,4 8 1,-1-1 991,-4-19 0,-1 0 59,3 8 0,0-3 45,-3-5 152,-2-1 355,-5-17 171,-6-15 88,-1-8-700,-5-16 3377,0-9-3412,2-17-91,9-12-3,4 27 1,3 0-116,8-3 0,2 1 102,11-9-49,8 6 12,2 23 33,-4 10 4,-5 8 0,0 3 7,4 8-29,12 23-62,-19-4-106,9 12-179,3 0-84,-10-23 0,1-3-599,26 6 392,0-8-628,-8-18 706,-20-11 560,0-8 219,-13-12-2865,-12-15 2982,-5 13 479,-9-8-58,0 20-17,-4 2-152,3 6-213,3 6-341,4 4 3426,7 1-3393,8 2-16,4-1-6,15 1 11,3-3-11,0-1 17,7-7-1,-11-3 29,-1-8 50,-12-21-27,-18 8-3421,-5-7 3392,-10 18 39,-6 5-5,-4 4 0,-10 3-11,-7 11-51,10 10-6,4 6 1,13 11 0,11 4-1,4 21-16,6-14 1656,5-4 1,5 0-1820,5-8 1,4-2-34,6 5 0,2-2-243,-3-6 1,4-3 4,19-6 0,4-7 170,-12-8 1,-1-2 179,11 2 0,-1-4-32,-1-9 1,-5-3 59,5-6 55,-15 3 1,-1-3 56,3-15 84,-3-12 208,-20-7-63,-17 13-123,-4 6 129,-15 13 0,0 11-50,-7 3 573,-5 15-753,8 15-27,4 6 16,8 19 11,6 0-16,1 16-23,5-17 0,0-1-22,3 7 39,7 14 28,0-47 79,9-4-29,-2-20-33,16-25-23,-4-9-305,-10 13 0,-2 0 311,5-12 180,1-14 4,-12 27-88,0-3 4,-7 21-128,-4 13-5,-4 10-29,1 4 544,-4 26-773,14 2 112,1 0-174,26 6 28,-4-27-216,2-5 1,4 0-440,0-6 1,1-1-15,12 1 0,3-2-1216,9-5 1,1-4 580,-12-5 0,-1-3 1178,3-5 0,-5-5 457,-15-2 0,-6-5 357,-2-8 1,-5-3 277,-7 4 1,-3-1 69,-3-7 0,-4 1 6,-7-12 650,-11-7-163,-3 17-241,-8-2-626,4 17 346,-20 15-431,11 24-140,-18 15-1335,28-3 0,3 2 1251,-13 21-37,11-5 1,3 1 324,3 14-372,5-23 0,4-1 378,26 24-378,-3-36 11,25 7 17,-9-32-5,11-14 2,-15-8 0,-1-5 8,-4-2 1,-1-2 1372,1-2 1,-2-1-1362,-3-8 0,-3-3-607,-1-11 0,-1-1 615,0-2 0,0 0 10,-4 14 1,-1 0-1,-2 2-90,1-5 1,-3 3 236,-3 7 0,-1 4-2,-4-12 145,-8 13-185,1 22-174,1 4 79,-3 27-39,5 18-23,-1 11-6,6 4 1,3 2-225,5 10 140,0-21 1,3 6 0,4-1-495,8 0 0,4-1 0,2 1-618,2 2 0,2 0 0,3 2 1191,0-4 0,3 3 0,0-2 0,-4-6 0,4 3 0,-2-6 0,-2-2 0,1 0 0</inkml:trace>
  <inkml:trace contextRef="#ctx0" brushRef="#br0" timeOffset="28870">14954 790 30454,'0'-51'200,"0"0"1,-1 0 0,0 6 0,0 1 0,-2 5-1264,-5-16 3435,-2 21-3088,3 19-465,3 20 2449,2 25-1424,0 31-703,1-14 0,1 1 218,-1-6 0,1 4 438,2 5 1,2 4 0,1-2-812,4 3 1,2 1 782,1-5 1,2 4 0,1-5 71,3-4 0,4-3-1330,1-8 1,4 0 0,-2-4-26,-1-5 0,0-2-364,8 8 0,-3-4-111,-5-7-1113,-24-23 1610,-19-17 1503,-17-14 979,-13-9 328,21 19 1,0 0-156,-2-2 0,0 0-2,-1 0 1,1 0-253,1-1 0,2 0-166,1 1 0,3-1-157,5-3 1,3 2-560,0-9 756,24-2-855,21 22 41,22 0-24,-2 7 13,-2 4 1,3 0-42,-2 1 1,-1 0-173,1 0 1,-1-1 225,4 0 1,-5-1 62,1-6 22,4-7 607,-19-3-373,-14 0 192,-11 2 90,-10 5 442,-5 6-672,-8 3-85,-3 10-38,-4 8-79,0 13-101,5 9-17,7 5 1,14 1-6,11-2 5,11-6 17,8-10 6,1-11 17,0-15 78,4-25-90,-14 3 62,6-23 11,-15 14 73,0-5 67,-5 5 57,-6 8-57,-2 7-151,-3 8-151,0 6-34,0 7 57,3 10 27,5 11-6,5 13 7,5 6-3399,8 13 3382,-8-19 5,7 7-6,-13-26 40,0-4-1,-4-13-22,1-26 17,3-15 3381,-1 2-3370,4-7-11,-7 28 45,5-8-6,-3 12-39,-2 0-39,-1 8-45,0 11 51,3 8-18,5 12-128,6 11-269,4 8-706,5 5-1405,7 0 2531,-12-24 0,-1-3 0,3 3 0,1-7 0</inkml:trace>
  <inkml:trace contextRef="#ctx0" brushRef="#br0" timeOffset="29054">16005 508 17512,'4'13'0,"0"-3"0</inkml:trace>
  <inkml:trace contextRef="#ctx0" brushRef="#br0" timeOffset="29396">16524 1057 20879,'-8'5'3629,"2"0"-3293,6-5 129,-4-61-196,11 18-437,-5-4 1,2-5 279,3 4 0,1 2-90,-3 12 1,-1 0 30,1-20 0,-4 0-297,-3 15 1,-1 1 271,0-8 0,-2 0 33,-3 4 1,0 3 11,-1 6 0,0 2-33,-14-16 22,8 22-40,0 9 23,9 16 358,-2 12-359,-4 35-38,4-5 250,2 3 0,2 4-301,5-7 1,4 2-678,5 15 0,7 3 481,-1-18 0,4 0 1,5 1-1308,6-2 1,6 0 0,2 0-1,-3-4-1570,-2-1 0,-1-4 0,1 1 2635,12 5 0,2 0 1,-9-9-1,-4-5 1,-15-12-1</inkml:trace>
  <inkml:trace contextRef="#ctx0" brushRef="#br0" timeOffset="36151">9960 4585 9335,'3'-57'1357,"1"0"1,0-5-1,-1 5-848,0 23 1,-1 1-65,1-6 1,1-1 103,1 5 0,0 0 576,7-22-234,0 13-82,-3 13-212,-3 13-408,-4 9-266,-2 6 280,-3 17 68,-7 21-75,-6 20-362,-2 4 197,4-17 1,0 2-426,0-2 1,0 5 417,0 2 0,0 4 0,0 0-619,2-5 1,2-1 0,0-1 620,0 1 1,0-1 0,2 0 4,1-1 0,1-1 0,1 0 5,-2 12 1,1 1 6,0-9 1,-1 2 0,1 0 8,-2 0 0,0 0 0,0 1-375,-2-2 1,0 1 0,-1-1 341,-1 1 0,0-1 0,-1 0-30,-1-1 1,1-1-1,-2 1-17,1-2 1,0-1 0,0 0 1,0-3 0,1 0 0,0-2-22,-5 15 1,2-2-28,2-8 0,1-3 59,2-6 0,1-3 620,-5 17-408,2-16 1800,3-13-1503,-2-10 1138,4-7-1441,-10-3 255,10-2-411,-10-1-45,8 1 44,-6-1-27,4 2 39,-14-2 5,3-2-5,-14-5-3375,-5-6 3358,7 0 39,-11-10-2179,4-11 2168,9 7 56,0-16 263,22-4-324,4 20 27,3-16-50,4 37 6,0-4-23,0 6 2196,0 1-2342,1 3 3544,4 8-3386,4 8-7,1 3 18,7 18-23,0 1 0,-3-7 1,3-1-12,15 18 22,12 0-11,-13-24 28,13-7 51,-5-10-15,-4-9 1,2-5-32,-2-3 1,-1-1-249,1-3 1,1-3 242,3-6 0,-1-3-8,-5 4 0,2 0-1,13-12 1,0 2-20,-15 11 1,-2 1 24,7-5 1,-5 3 19,-12 10 34,1-1-16,-17 12-69,-6 4-5,-1 2 11,-2 4 452,-3 0-474,-2 6 11,0-2 0,-15 14 5,8-7-2,-10 5 0,-2 2-14,-3 1 11,-8 4 0,-4 1 8,16-14 0,-1-1 9,-13 7 0,0-2-177,7-9 0,2-3 194,-30 2 27,8-11 23,7-9-61,16-2 5,-3-15 5,9-4-25,8 3 1,1-2-3,-6-23-4,12 18 1,2 1 14,2-6-45,5 6 0,1 22-11,-1 8 11,0 7 393,-1 16-377,1 7-21,2 25 35,2-19-2,3 5-11,14-3 11,3-8 6,15 9-12,-9-18 30,26-6 1,-23-8 0,5-7 1,2-6-312,9-13 283,-10 3 0,-2-3-37,14-13-1044,-3 2 1,0 1-2940,-4 2 4023,-1 3 1,-4 3 0,-21 14 0,-3 2 0</inkml:trace>
  <inkml:trace contextRef="#ctx0" brushRef="#br0" timeOffset="40532">12736 7644 15501,'-47'-1'1001,"0"0"1,0 0-1,-14 0 1,11-3-498,22-2 0,19-2-336,20 1-34,22-3-92,-3 4 0,4 1-581,14-2 1,4 1 545,-10 0 1,1 0-1,2 0-13,6-1 1,2-1-1,0 0-4,2-1 1,2-1 0,-1-1-577,0 0 1,1 0 0,-2-1 601,-2 0 1,-1-1 0,-2 0-4,-4 1 0,-3-1 0,-2 0-5,5-1 1,-4-2 64,-2-7 0,-9-2 39,-14-11 0,-15-17 39,-41 7 81,10 23 1,-4 1-135,-6-1 0,-2 1 103,-4-1 0,1 2-59,7 4 1,1 1 235,-13-5 1,3 1 185,-3 1 1626,-9-4-2143,39 15-28,13 6 85,35 18-131,8 5 14,-1-1 0,3 3-425,1 1 0,2 0 428,5 4 0,1 0-20,1 2 0,-1 0-33,-2 2 1,-3 0-32,-6 1 0,-4-1 245,-9-6 0,-6 1-529,-6 14 0,-9 1-238,-10-12 1,-6 1-1574,-6 14 1,-5-1 2215,-2-12 1,0-4 0,-10 9 0,14-19 0</inkml:trace>
  <inkml:trace contextRef="#ctx0" brushRef="#br0" timeOffset="40899">14351 6849 17891,'0'-8'2300,"5"-33"0,2-6-1844,-1 12-524,2-25 1,1-2 721,-3 21-408,0-6 737,-3 21-995,-2 19 49,2 11-116,2 22 57,0 9 0,0 4-45,4 24-619,-2-6 1,0 3 634,-1-11 0,0 1-11,-1-9 1,1 3 0,0-1-65,1 1 0,0 0 0,0 0-103,1-1 0,0-1 0,0 1-445,2 3 0,0 1 0,0-4-34,-1 2 0,0-2-1656,1 9 0,-4-5 1820,-11-1 0,4-12 1,-7-13-1</inkml:trace>
  <inkml:trace contextRef="#ctx0" brushRef="#br0" timeOffset="41593">14460 7338 17780,'-19'-42'1052,"0"0"1,3 4 0,3 8-1147,8 16 13,12 4 327,14 0-18,24-1-205,-11 4 1,4-1-957,9-1 1,3-2 873,8-1 1,3-2 97,-13 2 1,1-1 0,-3 1 78,3-1 1,-3-1 56,8-3 1,-8-2 132,-18-1-133,-11-4 293,-38 0-494,-1 10 340,-9 6 1,-1 3 62,1 3 172,-25 4-111,25 8-18,-8 10 40,3 12-341,3 10 309,7 4-281,10 0-207,16-6-145,15-9-237,15-9 65,23-14 116,-13-9 156,8-10 305,0-23 184,-12-1-17,-10 2 1,-3 0 1973,-2-5-1300,-6-8-459,-13 30-458,-3 1-333,-2 8-280,0 5-63,2 7 288,1 14-85,0 0 57,1 18 196,4-6-5,5 7 28,5-4 25,23 4-3331,-17-20 3289,14-1 267,-14-34 168,-2-8-74,4-7 83,1-13-8,-5 7 58,2-8 16,-3 4-134,-8 19-199,-3 6 3373,-5 16-2654,3 20-958,-1-1 55,3 18-17,6 18-164,-2-7-133,-1-12 1,0-1-44,4 7-815,6 4-1491,-2-14-1940,5-1 4668,-4-12 1,-8-10 0,-6-7-1</inkml:trace>
  <inkml:trace contextRef="#ctx0" brushRef="#br0" timeOffset="41741">15492 6735 19156,'-4'-9'3510,"1"2"-3470,-10-23 0,-1-4 57,6 12-381,-8-15 0,5 7-648,12 28-3019,16 25 3932,-1 0 0,3 3 0,-8-12 0</inkml:trace>
  <inkml:trace contextRef="#ctx0" brushRef="#br0" timeOffset="42126">15807 7164 21828,'-5'5'3384,"0"-1"-1898,5-4-806,0 0-514,15-63-209,-6 37-78,3-17 1,3-4 167,3-2-300,-6 15 1,-1-4 227,0-17 0,-3-4 10,-4 17 1,-2-2-1,0 2-417,0-14 1,-2 2 388,-3 5 0,-3 4 26,-12-14-221,3 28 1,-2-1 215,1 3 1,0 1 151,-21-19-153,15 26 574,9 11-367,-1 18 1560,4 15-1211,-3 6-288,6 4 0,4 3 130,5 26-242,1-23 0,2 0-73,2-7 1,6 1-548,8 6 1,7 4 0,-1-3 267,5 6 0,2 0-445,1 4 1,3 3 0,-2-3-4253,3 2 1,-4-5 4383,-9-11 1,-4-3-1,7 11 1,-21-32-1</inkml:trace>
  <inkml:trace contextRef="#ctx0" brushRef="#br0" timeOffset="45792">6548 10927 17385,'-14'-51'1070,"-1"0"1,2 5-1,2 5-430,4 3-87,3 9-187,1 10-108,2 10-136,0 5 125,6 13-143,6 13 100,8 27-90,-8-13 0,0 5-1008,-1 11 1,-1 4 988,-4-12 0,-1 2 0,-1 1-82,0 4 1,-1 1 0,-2 0-63,0 1 0,-2 1 0,0 0-42,0-2 1,0 0 0,0 0-1,0 3 1,1 1 0,0-5-27,1 1 1,1-2-199,4 6 1,4-6-1014,8-12-3759,3-7 4368,-5-17 0,-7-11 0,-5-3 0</inkml:trace>
  <inkml:trace contextRef="#ctx0" brushRef="#br0" timeOffset="46600">6613 10714 14576,'42'-28'509,"-1"0"0,1-1 1,-1 2-1,2 1 1,-1 6-259,12 7 0,2 4-333,-15 1 0,1-1 0,0-1 120,4 0 0,0 0 0,1-1-644,4-1 1,-1-1 0,2 1 628,3-2 0,1 1 0,-1 0-6,-11 2 1,-1 1 0,4 0 92,3 0 0,5 0 1,0 0-1,-1 1-136,-4 1 1,-2 0-1,0 1 1,1 0 9,-1 0 1,1 0 0,0-1-1,1 1 18,4 0 0,1 0 1,0 1-1,-4 0-7,-2 0 0,-2 2 1,1-1-65,13-1 1,2 0 0,1 0 13,-16 2 0,-1 0 0,1 0 0,0 0 1,1 1 1,0-1 0,0 0 0,0 1-268,1-1 0,1 1 1,-1-1-1,1 0 268,0 1 1,0-2-1,1 1 1,-1 0 65,0 0 1,1-1 0,-1 1 0,0 0 72,-2-1 1,1 1-1,-1-1 1,0 1 36,13-2 1,-1 0 0,-1 0 57,-4 1 1,-1 0 0,-2 1-149,-6-1 1,0 1-1,-3 1 250,13-2 1,-4 0-29,-10 2 1,-4 0 20,21 0 1069,-14 1-1581,-8 5 2068,-5 4-1596,-6 14-471,-12-1 1221,-6 21-930,-17-1 85,-3 16-126,3-23 1,-1 1-55,-1 3 1,2 1 34,1 2 1,1 2 7,1 3 0,3 0 84,2 4 1,4 1-342,2 3 0,4 2 307,3 3 0,4 1-547,-4-18 1,2 1 0,0 0 459,2 1 0,0 1 1,1-1-2,0 0 0,0 1 0,0-1 0,-1-2 1,0 1-1,-2-1 6,5 16 1,-3 0-267,-5-5 0,-6-1 357,-6-6 1,-6-2 6,-6-5 1,-5-2 39,-8-4 0,-6-4-20,-6-2 1,-4-3-27,-6-1 1,-3-4-25,-7 0 1,0-2-214,10-5 1,-2 0 188,-5-2 0,-6 0 0,3-1-180,13-2 1,1-2 0,-3 1 164,-3 0 0,-3 1 0,-1-1 0,1 0-6,-10 0 1,0-1 0,0 1-2,12-2 1,-1 0-1,0 0 1,0 0 0,-4 0 0,1 1 1,-2-1-1,0 0 2,-2 1 1,0-1-1,-2 0 1,1 1-1,-2-1 0,-1 1 0,0 0 0,0 0-292,11 0 1,0 0 0,-1 0 0,1 0 0,-1 0 290,0 1 0,0 0 0,-1 0 1,0 0-1,0 0 3,-1 1 0,1 0 0,-1 0 0,0 0 0,-1 0 1,1 1 0,-2-1 1,1 0-1,0 0 1,0 0 0,0 1 1,-1-1 0,1 0-1,-1 0 1,1 0 30,0-1 1,0 1-1,-1-1 1,1 0-1,1-1-3,0 1 1,1-1 0,0 0 0,0 0 0,1 0 0,-10 0 1,1 0 0,1-1 0,-1 1-293,-3-2 1,0 0-1,0 0 1,6-1 266,4 1 1,4-2 0,0 0-228,-8-1 1,-1-2-1,9-1 239,13-5 1,5-1-1,-20-2 1,23-2 0</inkml:trace>
  <inkml:trace contextRef="#ctx0" brushRef="#br0" timeOffset="47515">7406 11467 23803,'-24'-57'573,"-1"1"0,3 6 0,1 9-1008,-2 16 4,10 15 413,5 15 1352,9 8-1313,5 27-43,-1-8 0,1 4-191,0 3 0,1 1 165,-1 1 1,1 2 178,-1 11 1,0-3 147,-1 3-206,-1-6 0,0-1-883,-3 2 999,-4 11 124,-1-27 465,-9-7 28,1-36-861,-3-12-291,2-25 94,6-14-419,4 6 542,3 14 0,1 0-189,1-13 135,0 7 1,1-5-52,1-4 1,1-1 33,-1 1 1,0-2 471,1-6 1,0 3-50,-1 17 1,1 4-101,1 5 1,0 3 278,6-10 10,11 8 289,5 18-1733,6 9 1,2 3 1328,9 3-249,-6 8 1,-3 4 603,-10 8-1058,7 23-277,-27 21 550,-10-28 0,-3 1-36,-1 0 0,-7 0 113,-10-2 1,-7 0-1,0-5 61,2-3 1,-2-2 187,-18 14 0,0-4 416,0-13-310,6-15-1174,23-20-5931,5-16 6751,16-10 1,3 12 0,4 9 0</inkml:trace>
  <inkml:trace contextRef="#ctx0" brushRef="#br0" timeOffset="47793">7853 10494 31142,'33'32'-825,"-1"1"0,-7 5 0,-2 5 1,-6 0 23,-7 11 1,-5 4 846,2 0 1,1 5-1,-3-3-426,-2-15 1,-1-3 0,1 4 389,0 5 0,0 4 0,0 0 0,2-3-706,0-2 1,2-3-1,-1 2 643,1 8 0,0 1 0,2-1-358,2-8 0,2-2 1,3-3-1130,10 13 0,3-5-118,-7-8 1,2-1 1548,7-1 1,-2-7 0,-11-19 0,-1-3 0</inkml:trace>
  <inkml:trace contextRef="#ctx0" brushRef="#br0" timeOffset="48341">8736 11057 23816,'-8'-54'166,"-1"0"0,2 1 0,8 7-3,22 10 886,-1 7-489,23-5 97,-14 25-428,14-2-119,-5 17-342,4 9 309,2 13-328,-3 10-916,-11 10 183,-13-7-98,-17 13 877,-13-25 1,-5 0 229,-4 5 0,-4-1 180,2-5 0,-1-3 247,-6-2 1,0-5 804,-5-8-252,3-2 219,4-17-412,22-21-919,11-6 107,17-11 281,10 12 200,3 9 56,-3 13-32,-9 6-71,16 17-119,-5 6-26,19 15-456,-27-12 1,-1 1-415,1 1 1,-1 3-51,-2 0 1,-1 2-905,11 26 84,-15 2 357,-18-4 781,-20-5 545,-6-14 23,-7-12 1,-5-3-271,-20 1-1619,15-6 1,0-3 1030,-11-2 1,21-6-1,17 0 1</inkml:trace>
  <inkml:trace contextRef="#ctx0" brushRef="#br0" timeOffset="48675">9579 10429 25275,'-3'-5'-1569,"0"2"3891,3 3-181,6-14-489,0 24-2246,12 37 543,-11-11 1,-2 4-401,2 21 1,0 3 297,-3-1 0,-2 1 401,0-19 1,-1 1-1,1 1-67,0 1 1,1 0 0,0 1-529,2-2 1,0 0-1,0 1-177,2 7 1,2 0-1,-2-4 10,2 2 0,-1-2 85,0-7 1,-1 1-1,0-4-785,-1-5 1,0-1-2357,4 5 1,0-1 3432,9 16 1,-5-25-1,-6-18 1</inkml:trace>
  <inkml:trace contextRef="#ctx0" brushRef="#br0" timeOffset="49092">10119 10958 26962,'3'-38'-66,"0"0"1,4-17-22,2 74-579,3 19-1508,-6-3 0,0 3 2097,3 17 126,-5-10 1,0 0 546,2 15-709,-3-22 0,-1 1 139,1-5 1,-2 0 9,-2 19 469,-4-17 74,-3-18 31,-1-14 3377,2-15-4145,2-14 762,6-17-484,7-15-34,0 24 1,2 0 87,10-21-72,0 18 0,2 2 54,9-1-216,14-8 868,-13 28-140,-1 14-337,0 13-177,3 12-187,5 14-224,-17-14 0,-1 2-867,0 3 0,-1 3-963,-1 1 0,-2 2 1956,0 5 0,-3-1 0,1 5 0,-3-5 0</inkml:trace>
  <inkml:trace contextRef="#ctx0" brushRef="#br0" timeOffset="53067">7324 10816 7638,'-4'-2'3388,"1"0"1726,3 2-3372,-5-19-1260,2 14 353,-3-17 72,3 16-661,0 2 157,-1-4 85,-1-2-253,2-4-146,-1-2 68,4-7 185,12-24-196,-2-1-73,8-8 61,-1-2-271,-7 20 196,2-4 0,1-4-422,-4 11 0,0-1 377,5-17 0,1-3-454,-1 4 0,-1 1 445,3-4 1,-1 1-6,-2 10 0,1-1 1,0 0 1,3-5 0,-2 3-2,2-4 0,0-1-458,-1 3 1,2-3-1,-2 2 461,3-10 0,-1 3-12,-2 1 1,0 2-41,-5 14 1,-1 0 25,3-15 1,-2 2 11,-1-1 8,-1 7 1,1-2-18,-1 14 0,2 2 17,1 1 1,1 0-7,2-1 1,1 2-14,12-4 22,-7 13 535,1 5-563,-13 12 825,2-1-770,-9 6 1756,-2 0-1797,-5-3 299,0 3-310,-4-2 128,-14 14 180,5 0 47,-9 6 18,-5 2-19,13-9-21,-11 5 9,-1-4-53,-7 2-150,-16 4-135,18-4 1,0 1-354,2 0 0,2 1 357,-6 5 1,1 3 24,6-1 1,3 0 41,-16 17-35,14-9 1,2 0-305,-4 8 321,-8 10-7,24-27 24,9-12-42,5-7 228,5-15-199,11-17 101,0-1 23,20-22 38,-12 22-88,0 5 0,2-2 257,5-1 1,0 1 128,3-2 1,1 1-102,-2 2 0,0 0 76,6-2 1,0 1 392,16-8-442,-22 15 1,0 0-50,-2 3 1,0 1 369,28-12-494,-1 5-461,2 4-71,-20 18-261,-5 13-297,-6 11-244,-4 9 467,-5 5-377,-4-1 346,-5-3-107,-3-9 109,-3-2 341,-2-14 434,-1 1 236,0-9 177,-3-5-637,-3-4-116,-8-4-12,2 3 61,-22 0 245,1 6 112,-22 7 98,14 2-112,7 3 0,-2 3 761,-14 4-626,13-4 0,1 1 627,-9 1-459,6-1 1,0-1 429,1 2-526,-2 0 1,0 2 531,-6 8-726,18-9 1,-1 1-194,-20 16 0,12-4 0,13-5 0,13-7 0,6-6 0,5-5-714,3-1-707,1-3 1063,4-5 325,4-4 49,1-8-138,3-6 123,3-7 137,6-6 380,10-9 186,-12 20 1,2 1-471,4-3 1,1 2-187,-5 4 1,2 0-49,14-6 0,1 2 0,0 1 0,0 4 0,-1 3 0,-4 8 0,8 6 0,-22 17 0,-6 14 0,-5 14-637,-2 9-762,0 3-904,-2-22 0,1-1 819,5 11 419,13 10-2689,-1-22 3650,4 1 0,-10-13 1,-7-8-1</inkml:trace>
  <inkml:trace contextRef="#ctx0" brushRef="#br0" timeOffset="55444">10635 7744 15517,'-1'-8'414,"0"1"-22,1 7 3439,0 0-2878,-5-42-426,3 30-770,-4-30 6,6 40-75,0 4 570,0 6-35,0 7-295,-5 25-3417,1-12 4075,-5 18 186,-7 0 458,-6 13-684,6-18 1,-1 3-82,-1 4 1,0 2-208,-1 4 0,1 1-220,0 3 0,2 1 146,1 2 1,1 0-325,5-19 0,1 0 0,1 0 197,-3 19 0,1 2-56,2-14 1,0 0-1,0 0 402,-2 13 0,1-2-490,0-4 1,0-1 216,-1-4 0,-1-2-82,0-9 1,-1-1 95,-3 10 1,-2 1-71,-1-3 0,-1 0-56,-4 7 0,0-2-60,4-9 1,0-2-40,2-3 0,1-1-42,-4 18 483,10-20-615,0 10-165,3-19 743,2-1-753,2-17 2104,-1 1-2051,1-5 639,-6 4-632,-2 3-43,-4 5 3,2-4 385,-1 5 2,4-5-23,0 7-5,4-9-2,2 1-7,3-7 60,0-1 28,-2 1 5,-2 1 7,-10 7-7,-2 0-33,-3 1 0,0 0-5,6-5 55,-3 0-5,6-4 56,-2-7-73,4-6-17,0-3 11,-2-6 1,-8-6-29,0 4 17,-3 0 0,1 11-11,8 4 0,-6-3-5,5-4 5,4 1 17,3-10-12,11-3-5,0 6-11,7-4 11,-2 17-6,-2 1 6,0 10 0,-3 10 12,1 3-1,-1 0 28,9 3 0,2-5-5,12 8-12,4 0 40,14 9-12,-3-3 23,10 3-17,-18-14 34,7-3 22,-11-8 50,4-2-72,-11-6 89,8-18-162,-14 3-3,7-9 0,1-2 25,11-12-28,8-6 23,-3 3 11,-23 22 0,3-1 28,-18 14-62,-3 4-11,-8 5 39,3-2-33,-7 4-12,4-3 23,-11 6-12,-3-1 1,-16 8 0,7-3-12,-27 11-16,14-7 22,12-5 0,-1-2 5,-18 1-5,13-5 11,-3-11 34,4-11-17,-2-4-22,-6-9-1,16 9 7,-14-9-40,13 8 28,-10-9 22,14 6-16,6 2 5,8 1-6,5 3-10,3 7-12,3 2-28,8 6 28,1 8 23,11 17 0,-7-1-1,1 11 1,-5-2-1,1 4 1,0-1-17,15 19-12,-5-26 23,8 10 12,1-22 21,10-10-22,-6-3 12,21-11-6,2-17-15,-26 12 1,2-2-216,6-4 0,-1-2 204,-5 4 1,-1 0 2,-1-1 1,-1 2 27,22-15-5,-14 7 5,-14 9 40,-12 5 11,-11 5-57,-9 0 24,-9 2 392,-5 3-673,0 1-768,8 1-542,7 2 1551,17 0 0,-7 0 0,9 0 0</inkml:trace>
  <inkml:trace contextRef="#ctx0" brushRef="#br0" timeOffset="58126">11695 10928 13229,'-43'9'1084,"1"0"0,-1 0 0,-13 2 0,11-2-367,22-5 385,21-7-833,23-8 28,26-7-197,-11 6 1,5 0-491,10-2 1,5 0 409,-14 4 1,2 0 0,1-1-418,4 0 1,2 0-1,0 0 397,3-1 0,0 0 0,1 0 0,-1 0 0,1-1 0,-1 1 5,-1 0 1,0 0 0,-2-1-5,-5 2 1,0-1 0,-3 1-85,14-5 0,-4 1 108,-14 3 1,-3 1 58,6-6-34,-25 7 715,-22 2-754,-10 1 1785,-11 0-1773,-12 0-7,10 2 723,-14-1-723,10 2 24,-16-2 2,12 2 0,0 0 8,-16-2 25,13 2 1,-1 0 143,-10 1-1694,18 2 1,0-1 1619,-7 0-952,6 0 835,27 1-11,2 0 28,12 0 11,8-1-28,14-1 45,26-1-62,-13 1-6,-7 3 1,2 0 2385,20 7-2391,-20-1 0,1 1 3,-9-1 0,2 3-20,18 10 0,-2 1 6,-6 2-3,-4 1 0,-7 3 1495,-21 8-1669,-17-4 1,-7 0-586,-10 12-107,-7-10 1,-2-2-1927,-1-4 2042,-13 8 1,31-22 0,1-2-1</inkml:trace>
  <inkml:trace contextRef="#ctx0" brushRef="#br0" timeOffset="59266">14344 10356 17209,'-9'-45'927,"0"1"0,0 0 0,-4-14 0,0 5-2523,2 18 1,1 5 1942,-6-7 1633,-2 13-1929,11 17 862,0 15-936,7 36 40,2-2-984,4 16 0,0 3 961,-2-30 1,1 3-37,1 9 0,2 10 0,-1 1 0,0-6-41,2 10 1,0-1-10,-1-4 1,0 3-1,0-5-169,0-5 0,0-2-496,4 8 1,1-3 90,3 11-272,-1-6 0,-1-4 524,-5-20-438,-15 7 605,-7-35 2121,-26-14-2036,2-17 111,7 2 1,0-4 156,-10-13 95,14 12 1,1 0 1075,-12-11-784,8 10 694,-10-7-896,26 27-11,-5-10-230,23 4-72,15-2-28,9 0-29,0 8 1,3 0 10,2 1 1,1 0 1319,11-4 1,3 0-1295,-10 3 1,3 0 0,-3 0-590,11-5 1,-3 2 630,-2 0 0,-3 0 30,-10 2 1,-4 0 109,1-4 84,-2-5 163,-16-1-84,-13 5 619,-4 0-709,-2 9 1874,-1 5-1903,0 6 180,-10 21-162,-2 9-96,-6 21-72,9-12-12,1 11-22,12-13 23,13 11-12,2-18 95,27-7-50,-16-22 124,32-23-108,-28 1 37,3-10 1,-2-3-26,-4-1 98,-4-6 0,-3-2 138,-6-5-18,0-13-173,-8 30 184,-5 8-201,0 15-78,-3 2-12,1 15-16,2 3-6,0 20-17,7 14 0,1-7 9,4-6 0,2 0-15,10 2-50,12 13-5,-2-16 28,-1-9 16,-4-11 34,-4-11 17,-4-15-17,-3-13 0,-3-2 28,-1-15 17,-2-6-6,-1 1 34,0-3-23,-4 23-33,-1 12-28,0 8-1,0 12-16,6 30 12,-2-9-1,6 21-6,-3-22-229,16 21 96,-7-15-354,6 2 0,4 0-1461,10 4 1971,-8-11 0,0-1 0,-1-3 0,-3-6 0</inkml:trace>
  <inkml:trace contextRef="#ctx0" brushRef="#br0" timeOffset="59458">15222 10109 23097,'-6'-2'-477,"-7"-12"1,28 39 0</inkml:trace>
  <inkml:trace contextRef="#ctx0" brushRef="#br0" timeOffset="59808">15694 10765 25343,'15'-57'117,"0"0"1,-1 0 0,1 2-76,-1 12 0,-2 0-827,-2-7 1,-2-2 806,-2-7 1,-4-1-446,-4 17 0,-2-1 0,-2 1 445,0 0 1,-2-1 0,-2 2 35,-8-18 1,-4 2 79,-1 8 1,-1 5-16,1 8 0,1 5 28,-15-10-78,14 22 614,13 19-670,6 20 16,8 19 12,10 21 350,-1-21 1,3 1-399,-2-6 0,3 2-292,4 5 0,5 3 1,-2-1 184,5 6 1,2 1-156,-2-2 0,4 4 0,-1-1-1011,-3-6 1,1-2 0,-1-1 1275,-3-3 0,1-2 0,-2-2 0,2 2 0,-3-6 0,4 6 0</inkml:trace>
  <inkml:trace contextRef="#ctx0" brushRef="#br0" timeOffset="61811">6588 14137 20392,'-16'-26'901,"-2"39"-798,11 22 1,2 10-576,-2 11 1,-2 5 486,2-14 1,0 4-1,0 0 1,1-4-1458,-3 15 1,1-1 1424,1-6 1,-1 3-1,2-6-129,2-3 1,1-2-56,0-1 0,2 0-622,2 8 0,2-1-4093,6-6 1,2-5 4160,5 8 1,3-18-1,-16-28 1</inkml:trace>
  <inkml:trace contextRef="#ctx0" brushRef="#br0" timeOffset="62797">6526 14075 16648,'54'-17'76,"1"1"0,-1 0 0,-4-1 1,0 0-1,0 1-65,4 2 0,2 2 1,-2-3-1136,-1-1 0,-1-2 0,-2 0 1129,-7 3 1,-1-1-1,1 0 19,12-5 1,3-2-1,-2 1 45,-6 3 1,-1 1-1,4-1-55,-7 3 1,4 0 0,2-2-1,-1 2 1,-1 0-292,5-2 1,-1 2-1,1 0 1,0-1 280,-4 3 0,2-1 1,0 1-1,-2 0 1,-3 1-2,8-1 1,-3 1 0,0 0 3,-5 2 0,1 0 0,0-1 0,1 1-394,1-1 1,2 0-1,-1 0 1,-2 1 389,7-2 1,-1 0 0,4-1 8,-6 2 0,6-2 1,1 0-1,-1 0 0,-5 1 21,8-1 0,-5 1 0,2-1-26,-8 2 0,3-1 0,-1 1 0,0 0 8,-1 0 1,0 1-1,-1 1 1,-1-1 27,5 0 0,-1 1 0,3-1 19,-10 3 1,4-1 0,1 1 0,0-1 0,-2 2 1,1-1 1,-1 1-1,0 0 1,2 1 7,8 0 1,4 0 0,-1 1 0,-6 1-32,-6 2 0,-3 1 0,-1 1-4,1 1 1,1 2-1,-6 0-4,-6 1 1,-3 1 50,2 3 0,-2 0 213,19 2-129,0-2 567,-19-5 1,1-1-548,-3-2 0,0 0 899,0-1 0,2 0-833,26 0 1,-1-1-176,-4 0 16,2 0 1,-4 1-68,-25 2 1760,11 3-1614,-31 4 910,-2-1-966,-12 2 622,-4 0-707,-3-2 400,-5 6-371,0 3 61,-15 18-45,0 5-38,-2 3 30,7 0 0,1 4-48,10-14 0,2 1-569,-9 12 1,3 1 562,3 15-5,12-28 1,2 1-344,3 14 0,2 3 349,3 2 0,3 0-9,-1-2 1,4-1 10,5-3 1,1-1-6,-2-10 0,0-1-9,3 10 1,-3 2 8,-4 8 0,-7 0-14,-6-8 0,-6 0 5,-7 5 1,-6-3 5,-5-10 1,-3-6-7,-2-4 1,-1-4 2,1-5 1,-1-4-342,-27 2 344,13-10-11,9-7 0,0-2-5,-5 1 7,-14 0 1,-1 1-3,-4 1-529,9 3 0,-9 1 0,2 1 529,13-1 0,1 1 0,-3 1-325,-4 0 0,-5 2 0,0-1 0,3 0 326,0 1 1,3-1 0,-4 1-6,6-1 1,-4 0 0,-2 1 0,1 0-1,3-1 5,2 0 1,3-1-1,0 1 1,-4 0-4,-4 0 1,-3 2 0,-3 0 0,3-1 0,3 0-3,-7 1 1,4 0-1,-5 1 6,11-3 0,-4 2 1,-2-1-1,1 1 0,4-1 1,2 0 0,3-1 0,-1 1 0,-2 0-2,-5 1 0,-3 1 0,-2 0 0,1 0 0,2 0-3,-5 1 1,3-1 0,0 1 0,-1 0 3,-1 0 1,-1 0 0,0 0 0,4-1 2,10-1 1,2-2-1,0 1 1,-3 1-13,-5 0 0,-4 2 1,0 0-1,0-1 1,4 0-1,4-2 0,3 0 0,1 0 0,-4 0 9,-3 0 0,-3 2 0,-2-1 0,2 1 1,2-2-204,1-1 0,1 0 0,2 0 1,0-1 201,-13 1 1,1 0 0,2 0-207,5-1 0,0-1 0,3-1 205,4 0 0,2-2 0,1 1 5,-13 0 1,4-1-4,15-1 1,3-2 610,-24-8-2249,49-7-234,6-4 1870,31-8 0,-11 16 0,1-2 0</inkml:trace>
  <inkml:trace contextRef="#ctx0" brushRef="#br0" timeOffset="64012">7353 14705 14040,'-5'-54'2001,"-1"-1"1,0 6-1,2 7-1396,2 5 789,-2 5-917,3 20-326,-3 1 6,2 24 39,-2 19-22,-3 27-124,3-19 1,0 2-514,-1 5 0,1 2 480,0 2 0,0 0-3,1-1 0,1 0-1539,1 6 1,1-3 1518,0-17 1,1-1 13,1 7 1,0-3 159,1-4 218,0-4 6,-3-17-235,-6-18 537,0-6-624,-4-20 0,0-5 2904,1-5-2966,0-8 1,2-5-4,5 14 1,2-1-587,-1-13 1,1-3 582,1-3 1,1 0-11,2-1 0,0 1 5,0 14 0,1 0 8,4-12 1,2 4-126,8-4 120,-7 21 0,2 4 11,10 4-11,1 17-5,3 19 377,2 15-377,1 19-6,-3 12 261,-16-23 1,-2 1-249,-3 2 1,-3 0-111,-5 0 0,-6-1 119,-4 1 1,-5-1-7,-7 0 1,-6-2-361,-4-1 1,-4-1 326,-3-3 0,-2-2-118,1-5 0,0-3-453,6-6 0,3-6 599,-8-19 0,21 7 0,16-14 0</inkml:trace>
  <inkml:trace contextRef="#ctx0" brushRef="#br0" timeOffset="64348">7980 13966 12457,'-2'-62'950,"-1"0"1,3 3-1,2 5 439,0 21 1,4 2-1074,4-7 1,1 5 1232,0 5-1403,9-8 865,-10 46-860,-1 21-11,-4 15 0,-3 6-95,0-13 1,-1 2 630,0 7 1,0 4-1,-1-1-645,0 11 0,0-1-23,0 0 0,0 4-11,0-15 0,0 4 1,1 1-1,0-4-25,1 1 0,1-3 0,1 3-482,-1 0 0,1 4 0,1 0 1,1-5 318,3 2 1,1-3 0,3-2 190,3-2 0,2-1 0,-1-5 0,-3-6 0,0-4 0,17 19 0</inkml:trace>
  <inkml:trace contextRef="#ctx0" brushRef="#br0" timeOffset="64880">9037 13841 15020,'-2'-3'4968,"1"1"-4245,1 2 419,15-64-139,-6 41-606,-1-13 1,2 4 62,-5 26-236,-9 17-112,-3 2 72,-14 27-55,-2 10-90,7-16 1,0 4-10,-4 21 1,1 1-336,7-23 1,2-1 312,-3 21 1,5-6-4,9-16 1,5 7 84,20-14 27,1-16 12,24-18-73,-10-24-34,-2-12-284,-18 13 0,-1-1 324,13-23 5,-14 20 0,1 0 440,-3 2 1,-1 3-217,4-8-196,-7 13 6,-15 32-79,-2 3 62,-11 40-61,4-2-271,4-20 0,0 2 248,2 4 0,2 0-61,5 27-9,3-23 0,6 2-367,10 5 0,8-3-406,0-8 0,4-4-1994,10 1 0,1-5 2837,-10-13 0,-2-5 0,9 1 0,-20-8 0</inkml:trace>
  <inkml:trace contextRef="#ctx0" brushRef="#br0" timeOffset="65130">9943 13534 22839,'-7'-57'933,"0"-1"1,0 2 0,4 23-816,6 38-57,0 6 62,7 28-67,-4-2 0,0 4-45,0 8 1,-2 4-840,0-5 1,-1 3 0,-1 1 819,-1 1 1,-1 0 0,-1 1-51,0 6 0,0 2 0,0-3-2,0-9 0,1-2 1,-1 2-214,0 10 0,0 2 1,3-1-1032,4-5 1,3 0 0,0-3 276,-3-8 0,-1-1 1,3 0 1026,5 3 0,2-1 0,-1-10 0,0-7 0,1-6 0</inkml:trace>
  <inkml:trace contextRef="#ctx0" brushRef="#br0" timeOffset="65686">10695 13891 21483,'0'-44'1079,"1"0"0,0 4 1,-2 9-626,-2 20-270,1 6-138,2 8 15,0 11 18,2 17-12,0 19-36,-1-18 0,0 2-196,-2 3 0,0 0 193,-1 1 0,-1 0-11,-2 18 28,-7 6-18,-2-18 124,0-8-3216,0-13 3127,7-23 39,6-28-34,10-7-39,1-10 11,4 8 0,2-1-80,12-18 74,-8 17 1,1 1 67,13-12 18,-3 19-85,-4 16 3204,1 22-3238,-4 5 11,19 31-50,-10-6-40,7 11-871,-19-17 1,-3 1 949,5 22 0,0-7 0,-15-15 0</inkml:trace>
  <inkml:trace contextRef="#ctx0" brushRef="#br0" timeOffset="71044">7428 14259 20481,'-1'-42'1709,"0"9"-1144,-3 33-89,2-4-380,1-2 111,0-13-34,1-8-5,2-14-28,0-12-90,0 21 1,-1-3-258,1-7 0,-1-1 227,1-6 0,0-2-347,0-4 1,0-1 340,0-2 0,1-1-658,0-1 1,-1 0 657,1-2 0,-1 0-3,-1 20 0,1 0 0,-1-1-7,0 0 0,0 0 0,0 0-1,0 0 1,0 0 0,0 1 4,1-20 1,0 3-158,1 5 1,1 4 151,0 7 0,0 4 2,2-15 335,-2 24-368,-4 17 622,-3 14-578,-1 6 1396,-12 19-1434,1-2 416,-6 12-405,9-14 11,0 5 28,2-6-22,-10 19-1,1-5-7,-4 1 0,-5 9 1,1-5-603,5-7 1,-2 0 603,-10 15 0,-5 6 0,3-5 0,2-9 0,2-2-3,-5 5 1,1-1-1,8-11 0,4-3 59,-8 7 51,17-19-40,9-13-28,5-13-28,0-10 1201,3-19-1206,4-14-15,-1 19 1,1-2-112,2-4 1,1-1 116,2-2 1,1-1-319,1-1 0,1 0 335,3 2 0,1 0-9,2 2 1,1 2 2,2 3 1,2 3-4,-1 4 1,2 2-6,-1 4 0,2 1-101,24-14 90,3 6 17,4 6-173,-27 15 1,1 1 166,0 3 0,1 0-6,-1 2 1,0 2 111,29 6-95,-9 9-17,-9 10-10,-10 5 613,-7 1-625,-6-6 133,-4-7-32,-6-7 379,-4-6-396,-5-8 115,-6-5-126,-4-6-45,-9-2-23,-8 2 18,-9 5-6,-10 5 22,-6 8 6,-8 4-6,0 3-11,2 2-23,3 1 12,6 3 6,3 3-7,3 8 1,-1 8-6,-2 8-285,23-20 0,0 1 308,-18 24-1,7-6-5,9-6 0,10-14 86,6-8-18,7-11-1,1-6-36,0-6 594,0-7-588,1-9-4,3-7-1,4-6-60,7-6 9,12-4 24,-2 18 0,2 1-383,15-12 395,-7 12 1,3 1 3,-10 9 0,1 2-2,8-5 0,2 0-4,0 3 0,0 1 2,-2 3 0,1 1-51,1 4 0,-2 1-61,10 0-562,4 9-1578,-26 12 1412,5 14 0,-14-11 0,-4 4 1</inkml:trace>
  <inkml:trace contextRef="#ctx0" brushRef="#br0" timeOffset="72854">10360 11974 19659,'5'-49'1010,"0"1"1,0 3-1,-2 8-877,-3 20 1076,-1-2-581,0 8-186,1-3-67,0 5-53,0 1-186,0 2 215,0 2-74,0 2-190,0 2 9,-1 4 158,-1 2 325,-9 24-168,-1 6-219,1-6 0,1 2-47,1 2 0,1 0-393,-4 24 351,5-20 1,3 4-131,1 16 1,1 1-80,1-17 0,0 1-428,1 2 1,2 4 0,0-3 282,2-4 1,1-1 1,1 13 0,1 0 17,-2-12 1,1 0 31,2 15 1,-1-1 25,-4-21 1,-1-2 171,1 13 0,-4-2 124,-11 9 166,-10-15 213,-9-12 251,-7-13 305,-2-9-596,-4-10-190,-1-6 1097,-1-6-1488,4-2-297,3-1-192,3 0-264,3 1 100,3-1 166,3 1 154,7-1 33,8 2 202,6-1 249,9 2 164,6 3 104,7 4 149,4 4-90,2 7-109,1 10-84,5 16-101,-8-4-125,7 16-181,-8-11-134,0 1-98,20 7 145,-1-16 107,-7-7 0,3-3 280,2-5 1,1-5 86,6-2 1,2-4 36,4-3 0,0-2 25,-10 2 0,0-2 32,15-9 1,-3-2-98,-21 9 0,-1-2-22,10-4 1,-4-1 60,-1-5-83,-16 8-156,-12 8-105,-9 6-232,-2 2 95,-10 7 290,3 2 357,-6 5-327,3 1-29,-1 2 37,-5 2 24,-6 0 185,2-2-93,-32 9-117,6-7-295,12-5 1,-1-1 244,5-3 0,1-2 10,2 0 1,1-2-22,-23 1-43,11-4-8,10-6-25,6-3-16,0-5-6,-2-3 523,-2-3-504,-3-2 6,1-1-3,9 6 22,-3-2 16,15 9 61,-2 0 22,11 5-76,3 4 197,6 5-88,5 5-42,7 10-14,3 9-26,3 4-60,2 2-17,1-3 38,3-6-126,6-8 91,8-9 57,11-15 55,-22-2 1,2-3-526,5-5 0,0-2 472,5-3 0,0-1-93,2 0 1,-2 0-340,-2 1 1,-2 2-2869,-6 3 1,-4 2 3352,13-5 0,-23 10 0,-12 5 0</inkml:trace>
  <inkml:trace contextRef="#ctx0" brushRef="#br0" timeOffset="76892">12289 13905 16499,'-62'-12'2616,"20"2"-2258,50 10 236,23-3-213,29-6-323,-23 2 1,1-1-292,2 0 0,3-2 240,-2 0 1,3-3 0,-1 1-683,9-3 1,-1 0 668,-10 3 1,2 0 0,0-1-7,0 1 1,1 0 0,1-1-4,1 0 0,0 0 0,-1 1 12,11-4 1,1 0 16,-6 1 1,2-2 0,-7 2-41,7-7 57,-21 9 0,-5 0 75,-14-4 18,-38 1-1,-10 0-62,-12 1 146,1 3 1,-1-1 105,-13-5-488,17 5 1,1 0 399,-2-3 1114,3 0-1188,18 8 209,-7-2-332,24 9 106,3-1-55,17 2 1068,9 2-1097,31 4-16,-1 6-1448,-18-2 0,-1 2 1414,12 8-247,-16-4 1,-1 2 218,19 18-5,-12-5 0,-1 3-9,-8-4 0,-3 1 0,0-1 0,-5 2-171,-10 7 0,-9 0-1373,-16 16 1043,7-23 0,-3 1 543,-16 0 0,0-5 0,9-8 0,-16 9 0</inkml:trace>
  <inkml:trace contextRef="#ctx0" brushRef="#br0" timeOffset="77332">14389 13212 19385,'-10'-44'1103,"0"0"1,1-1-1,-4-5 1,1 5-836,2 9 1,0 6 5,-2 7-190,1 20-45,4 23 11,3 22-28,2-8 1,2 2-15,-1-4 1,1 2-7,-1 14 1,2 5-964,2 7 0,2 1 925,-3-11 0,3 2-117,2 5-1,4 5 1,0-6-163,1-6 0,2-1 2,-1-3 0,0 1 1,1-2-407,3 4 0,-1-5-194,-3-6 1,-3-3-6257,-3 17 7170,-11-26 0,-4-11 0,2-15 0</inkml:trace>
  <inkml:trace contextRef="#ctx0" brushRef="#br0" timeOffset="77842">14155 13784 20526,'-18'-41'121,"0"-1"0,16 1 1,12 9-128,49 20-1153,-10 3 0,1 0 1148,-12 3 0,1-1-38,4-1 1,3 0-1,-2-1 7,2-2 0,0-1 42,-4 2 0,2-2 0,-2-2 31,5-8 0,-6-2 706,10-9-592,-13-14-38,-32 25 693,-14-16-414,-11 18 79,-14-4-50,-1 16 1038,3 7-1335,7 10-29,6 10 12,3 12-50,5-1 77,-5 25-60,7-13-40,-2 7 22,7-3 34,8-24 84,6 2-22,12-23-40,11-18-16,11-16-12,-20 10 0,0-1-162,0-1 1,-1-2 436,15-22 39,-12 8-33,-12 12-124,-9 13-117,-5 9-107,-2 8 17,-3 11-17,1 1 431,-4 26-420,5-4-22,-1 8-67,5 15 11,1-28-225,4 4 1,3 0-1069,10 1-6039,15 13 7388,-4-23 0,-10-10 0,-9-9 0</inkml:trace>
  <inkml:trace contextRef="#ctx0" brushRef="#br0" timeOffset="78158">15255 13184 24384,'11'56'-178,"1"0"1,-2-3 0,-1-5-960,-4 8-2291,-1-4 3428,-2-6 0,-2-22 0,0-8 0</inkml:trace>
  <inkml:trace contextRef="#ctx0" brushRef="#br0" timeOffset="78332">15330 12853 22240,'-35'-14'0,"7"3"0</inkml:trace>
  <inkml:trace contextRef="#ctx0" brushRef="#br0" timeOffset="78732">15726 13374 22502,'27'-42'142,"0"0"0,0 1 1,-2 0-1,-2-1 1,-5 0-62,-6-20 0,-6 1-395,-1 17 1,-2-1 365,-1 2 0,-1-4 0,-1 5 38,1 2 0,-2 2 22,1-7 0,-1 0 33,0 8 1,0 1 347,-8-26-252,-1 24 353,-1 11-488,-1 18 174,1 7-246,-4 10 241,-8 24-250,10-3 1,0 4-21,1 5 1,0 2-92,2 8 0,3 2 86,4-4 0,5 1-118,8 14 0,6-1-5,-6-19 0,5 0-790,10 1 0,7 3 0,-2-8-728,-5-11 0,2-3 1641,21 18 0,-3-4 0,-14-16 0,-2-1 0</inkml:trace>
  <inkml:trace contextRef="#ctx0" brushRef="#br0" timeOffset="299466">7132 15860 24575,'50'0'0,"-6"1"0,10-1 0,5-1 0,-3-1 0,4-1 0,4-1 0,2 0 0,0-1-1639,-5 1 1,0-2-1,1 1 1,2-1 0,1-1-1,1 0 1452,-7 0 1,2 0 0,2-1 0,1 0 0,-1 0-1,0-1 1,-1 1 0,-3-1-9,0 0 0,-3-1 0,-1 1 0,0-1 0,1 0 0,1 0 0,2 0 195,-1-1 0,2 1 0,1-1 0,2-1 0,0 1 0,0 0 0,-2 0 0,-1 1 0,-3 0-166,2 0 1,-1 1-1,-3 0 1,0 0 0,0 1-1,0-1 1,2 0 165,4 0 0,3-2 0,0 1 0,0-1 0,-1 2 0,-3 0 0,-4 1-303,1 1 1,-3 1-1,-2 1 1,-2 0 0,-1 1 302,7 0 0,-2 0 0,-1 2 0,-1-1 0,7 2 0,-2 0 0,1 1 0,3-1 0,1 1 0,-4-1 882,5 1 1,-6 0-883,-5 0 0,-6 0 2620,0 0-2620,-20 0 4710,-10 0-4710,-8 5 4197,-11 12-4197,-23 15 0,-6-5 0,-10 6 0,0-2-871,3-3 1,0-1 0,-4 1 870,4-2 0,-3 1 0,-2 2 0,-1-1 0,-1-2 0,-2 0 0,-1-1 0,-1-1 0,-2 0 0,-2 1-873,1-2 0,-2 0 1,-2 1-1,-1-1 1,-2-1-1,-1 0 873,9-4 0,-2-1 0,-2 0 0,0 0 0,-1-1 0,0 0 0,-1 0 0,0-1-389,3-1 0,-1 0 0,-1 0 0,-1 0 0,1-1 0,-1-1 0,2 1 0,0-1 0,1-1 389,-7 1 0,1 0 0,2-1 0,-1-1 0,0 0 0,-1 0 0,-2-2-261,7 0 1,-2-1 0,0-1 0,-1 0 0,-1 0 0,0-1 0,0 0 0,0 0 0,0-1 260,0 0 0,-1-1 0,1-1 0,-1 1 0,0-2 0,0 1 0,0 0 0,-1-1 0,0 1-64,3 0 1,-1-1 0,0 1 0,0-1 0,-1 0 0,0 0 0,0 1 0,-1-1 0,1 0 0,-2 1 63,3-1 0,-1 0 0,-1 1 0,-1-1 0,0 1 0,0-1 0,1 0 0,1 1 0,0-1 0,3 1 0,2 0 0,-7 0 0,2 0 0,1 0 0,1 0 0,2 0 0,1 1 0,0-1 0,2 1 0,-8 0 0,1 0 0,2 1 0,2-1 0,1 1 0,2 0 254,-11 1 1,2 1 0,5 0 0,6-1-255,-3 0 0,5 0 1193,-2 1 0,8-2-1193,13-1 3716,19-3-3716,72-11 0,-23 3 0,5-1 459,1 1 0,7-2 0,5 0 1,4-1-460,-11 3 0,5-2 0,2 0 0,3 0 0,2 0 0,-1-1 0,-1 1 0,-2 0-372,3-1 1,-2 0-1,-1 0 1,1 1-1,1-1 1,2-1-1,4 1 372,-10 1 0,3 0 0,1-1 0,2 0 0,2 1 0,0-1 0,0 0 0,-1-1 0,0 2 0,-1-1 0,-3 0-370,5-1 1,-2 1-1,-1-1 1,0 1 0,-1-1-1,0 1 1,1-1-1,1 0 1,2 0 369,-5 1 0,1-1 0,0 1 0,2-1 0,-1 0 0,1 0 0,0 0 0,0 0 0,0 1 0,0-1 0,-1 0-215,-2 1 0,1 0 1,-1 0-1,1 0 1,-1-1-1,0 1 0,0 0 1,0 0-1,-1 0 1,1 0-1,0 0 215,3-1 0,2 0 0,0 0 0,0-1 0,0 1 0,-2 0 0,0 0 0,-2 1 0,-1 0 0,-3 0 62,5 0 1,-3 0 0,-2 1 0,-1-1 0,0 1-1,-1 1 1,0-1-63,8-2 0,2 0 0,0 1 0,-3-1 0,-4 2 0,-6 1 0,3-1 0,-6 2 0,2 0 0,12-3 0,3 0 0,-5 1 1001,-2 2 0,-7 1-1001,9-1 3570,-15 10-3570,-61 21 0,-21 1 0,-16 3 0,-7 2 0,17-11 0,-4 2 0,-2-1 0,-3 1 0,-1-1 0,0 0 0,2 0 0,-3 0 0,0 0 0,-1-1 0,-1 1 0,-1-1 0,1 0-110,4-2 1,-2 0 0,0 0 0,0 0 0,0-1-1,0 0 1,2-1 0,0-2 109,-6 1 0,1-1 0,1-1 0,1-1 0,0 0 0,0-1 0,3 1 0,1-1 0,1 0 0,-1 0 0,0-1 0,-3 0 0,0 0 0,-3 0 0,-1-1 0,0 0 0,0 0 0,3 0 0,2 0-443,-2 0 1,2-1 0,2 1 0,0-1-1,-3 1 443,0 0 0,-4 1 0,-1 0 0,1 0 0,4-1 0,8 0 0,-4 0 0,6-2 0,1 1-36,-3 0 0,-1 1 0,3-1 36,-9 1 0,3 0 0,7-1 0,4-1 0,-19 4 3757,26-2-3757,27-11 0,37-19 0,7 1 0,10-3-67,-2 1 0,6-1 0,4 0 67,-12 5 0,1 1 0,3-1 0,4 0 0,6 0-78,-9 4 0,5 0 0,4 0 0,3 0 0,1-1 0,2 1 0,0 0 0,-1 1 0,-1-1 0,-4 2 78,0 0 0,-3 0 0,0 1 0,-1 0 0,0 0 0,1 1 0,0-1 0,3 1 0,2-1-278,-3 1 0,3 0 0,1 0 1,1 0-1,2-1 0,0 1 0,1 1 1,-1-1-1,-1 1 0,-1 1 1,-1 0-1,-3 1 278,7 0 0,-1 0 0,-2 2 0,0 0 0,-1 0 0,-1 1 0,0 0 0,-1 1 0,0-1-215,2 0 0,-1 1 1,0 0-1,-1 1 1,-1-1-1,1 1 1,0 0-1,1 0 215,3-1 0,2 1 0,0-1 0,0 1 0,0 0 0,-2 0 0,-2 0 0,-3 1 0,0 0 0,-2 0 0,-2 1 0,-1-1 0,0 1 0,0 0 0,13-1 0,1 0 0,-1 0 0,-4 1 0,-7 0 375,-4 0 1,-7 1 0,-2 0-376,21 0 0,-26 2 0,-64 1 0,-22 2 0,12 2 0,-4 2 0,-4 1 0,-7 1 0,-6 1 0,-2 0 0,0 2 278,10 0 1,1 0 0,-2 1-1,0 1 1,-2 1-279,0 0 0,-1 1 0,-1 0 0,-1 1 0,0 0 0,0 0-44,0 0 0,1-1 0,-1 1 0,-1 1 0,-1 0 0,-4 2 44,9-4 0,-3 3 0,-3 0 0,-2 1 0,1-1 0,0 1 0,3-1 0,2-1 0,4-1-389,-11 3 1,6-2-1,2 0 1,-1-1-1,-3 3 389,7-3 0,-4 1 0,-1 2 0,-1-1 0,4-1 0,3-1 0,7-2 0,-6 2 0,6-2 0,1-1 0,-3 2 0,0 0 0,1-1 0,-13 7 0,5-2 1392,16-6 1,6-2-1393,-7 6 0,22-10 0,8-5 0</inkml:trace>
  <inkml:trace contextRef="#ctx0" brushRef="#br0" timeOffset="301591">10965 14312 24575,'10'0'0,"45"19"0,-5 3-1150,-6-3 1,2 1 1149,-12-3 0,-2-2 0,4 2 0,0 0 0,-2 0 0,0-1 0,1 0 0,2 1-76,8 6 1,-2-1 75,-11-9 0,-2-1 0,9 6 0,-2-1 0,16 5 0,-12-5 0,1 0 0,-13-3 0,0 0 263,17 6 1,-1-1-264,-5 1 0,4 0 0,-22-9 0,-11-6 1138,-4 2-1138,-7-3 722,-5 1-722,-19 5 63,-5-3-63,-22 5-6784,-3-3 6784,-5-2-2269,27-3 1,0-1 2268,0 0 0,-1-1-166,-2 1 0,0-1 166,-2 0 0,-1 1 0,2-2 0,1 0 0,-8 1 0,2-2 0,-14 0-140,-7 0 140,27 0 4303,2 0-4303,4 0 6434,8 0-6434,6 0 730,10 0-730,35 0 0,2 2 0,1-1 0,4 2 0,-3 0 0,4 1 0,9 1 0,6 1 0,-3 0-898,1 1 1,2 0 897,-3 0 0,4 0 0,-5-1 0,-8 1 0,-3-1 0,-1-1 0,0-1 0,5 0 0,-2-2 0,9 1 0,3-2 0,-34-1 0,-3 0 0,-2-2 2121,2-11-2121,0-1 0,7-13 0,1 1 0,1 3 0,2-1 0,12-8 0,-9 9 0,-1 1 0,7 1 0,-3 2 0,-1 3 0,-14 5 0,-1 3 0,-10 6 0,-2 1 0,-2 1 0</inkml:trace>
  <inkml:trace contextRef="#ctx0" brushRef="#br0" timeOffset="303156">12581 15455 24575,'-2'5'0,"4"8"0,8 13 0,0 7 0,1-8 0,5 0 0,8-4 0,4 1 0,19 14 0,-11-7 0,2 1 0,1-2 0,-2-1 0,14 9 0,-19-14 0,-2-2 0,-3-2 0,-3-2 0,-12-7 0,0-2 0,-8-6 0,-7-4 0,-6-3 0,-23-17 0,4 2 0,-18-13 0,15 11 0,3 0 0,8 5 0,5 4 0,3 0 0,-5-6 0,3 0 0,-6-16 0,11 16 0,0-7 0,7 15 0,1 1 0,1 3 0,0 0 0,0-2 0,0-7 0,1 4 0,5-6 0,4 7 0,8-2 0,3 0 0,13-3 0,-9 5 0,7 0 0,0 2 0,-7 4 0,11-1 0,-8 5 0,5 0 0,-2 2 0,0 0 0,12 5 0,-18 0 0,20 11 0,-24-1 0,1-1 0,-4 1 0,11 8 0,-3-4 0,18 14 0,-19-14 0,2-1 0,-12-8 0,-3 0 0,-4-3 0,-3-2 0,-5-3 0</inkml:trace>
  <inkml:trace contextRef="#ctx0" brushRef="#br0" timeOffset="304597">13221 16380 24575,'14'-40'0,"-1"1"0,-3 7 0,2 2 0,7-4 0,2 3 0,10-17-9831,-3 1 8341,-6 9 1464,-6 7 26,-7 11 2043,-4 10-2043,-8 23 0,-17 34 0,6-15 0,-2 3 0,-2 0 0,-3 3 0,-2 3-1012,-7 10 1,-4 3-1,1-1 1012,5-6 0,-1-2 0,-1 1 0,-4 7 0,-2 1 0,2-5 1747,2-2 1,2-4-1748,3-4 0,1-2 0,5-6 0,0-2 1311,-1 2 1,2-1-1312,-3 2 0,2-2 0,16-26 5315,3-11-5315,11-31-5878,8-10 5878,-1 10 0,1-2 0,2 6 0,2-1-428,3-5 0,1 1 428,-4 6 0,2 1 0,8-15 0,0 1 0,-9 15 0,0 1-118,5-9 0,-1 3 118,7-8 0,-10 12 0,-3 7 6244,-11 12-6244,-2 8 1256,-9 10-1256,-2 4 376,-7 6-376,1-5 0,2 0 0,2-8 0,5-5 0,13-26 0,13-18 0,-1-4 0,4-6 0,-14 21 0,-1 2 0,-3 9 0,-3 6 0,-1 8 0,-2 4 0,-1 3 0,-1 2 0</inkml:trace>
  <inkml:trace contextRef="#ctx0" brushRef="#br0" timeOffset="334761">14205 14696 24575,'-5'3'0,"24"-1"0,26-6 0,-2-4 0,7-4-1228,-5 0 1,6-2-1,3-2 1,0 0 1227,-6 0 0,0 0 0,2-1 0,0-1 0,0 1-966,4-1 0,0 0 0,2 0 1,-1 0-1,-1 0 966,1 0 0,0 0 0,0 0 0,-2 0 0,-3 2 0,11-4 0,-4 3 0,-1-1 0,0 1 0,0 0 0,-2 0 0,-6 2 0,-1 1 0,-1 0 460,-2 0 0,-1 0 1,1 0-461,10-2 0,1 0 0,-3 0 0,-1-1 0,-2 1 0,6-1 0,-3 2 0,-4 3 1781,-16 1-1781,-4 6 1441,-28 0 1,1 3-1,-5-2 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15:17:49.6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7658 3765 20492,'21'-5'521,"22"-1"-474,-1 2 1,7 0-1319,-8 0 0,3 0 0,-1 0 1279,15-2 1,3 0-9,-9 0 0,6-1 0,1 1 0,-3-1-4,5 1 1,-3-1-1,5 0 2,-11 2 1,4-2 0,1 1 0,0 0 0,-1 0-424,-4 0 1,0 1-1,-1 0 1,-1 0 0,-1 0 404,3 0 0,-3 0 1,1 0-1,5 1-12,-4-1 0,6 1 1,2-1-1,-1 1 1,-3 0-1,-5 1-11,11-2 1,-7 2-1,8-1 17,-12 1 0,7-1 1,4 1-1,2 0 1,-1-1-1,-3 1 1,-5 1-350,10-2 0,-5 1 1,-1 0-1,4 0 373,-7 0 0,3 0 0,2 0 0,1 0 1,-2-1-1,-3 1 5,2-1 0,-2 1 1,-2-1-1,0 1 1,0-1-50,-1 0 1,-1-1-1,0 1 1,0-1-1,-1 0 65,9-1 1,1-1 0,-2 0 0,-1 0-1,-4 0 1,-1-1-1,-1 0 1,-1-1 11,9-1 1,-2-1 0,-1 0 352,-10 0 1,-1 1-1,-3-1-275,9-3 1,-5 1 530,-14 2 0,-4 0-298,5-7 2118,-21 3-2393,-9 2 2685,-4 0-2662,1 4 687,-1 1-746,2 5-45,-2 1 36,-1 9-22,-2 5 11,-1 9 0,0 5 1,2 7 10,0 6-75,6 12-22,1-5 80,4-1 1,2 4-608,-2-9 0,0 1 604,1-1 0,-1 4 0,1-2 0,1 16 1,-1 0 14,-4-8 0,0 1 0,-2-3-17,1 4 0,-2-1 0,-1-4 0,-1 3 0,0-4 2,0 0 1,-1-1 2,0 10 1,1 0-14,-1-5 0,0-1-26,-2-6 0,0 0-720,-2 1 1,-2-3 76,-3 12-6678,-9 7 7355,6-37 0,1-3 0,5-12 0</inkml:trace>
  <inkml:trace contextRef="#ctx0" brushRef="#br0" timeOffset="834">7470 3778 20235,'24'-23'520,"-1"26"-396,-13 53-105,-5-3 1,-1 6-1486,0-2 0,-2 0 1469,-2 1 0,0 2-1,-2 1 1,0 0-123,-1-10 0,-1-1 120,0 12 0,0 1 19,-1-3 1,1-2-12,0-5 1,0 1 7,-1-10 1,1 1 0,0-4-23,0-2 1,0-3 5,-2 10 0,2-4-11,1-5 0,2-5 5,10 5 23,6-15-6,5-6 2031,23-6-2053,2-5 8,-9-2 0,4 0 254,2 0 0,0-1-248,-5 0 0,2 0 0,7 1 1,5 0 0,-4 0-427,-5 0 1,0-1 422,12 2 0,7 0 0,-3 1-615,-14-2 0,-3 0 0,3 1 611,11 0 0,4 1 0,2-1 7,-6 1 0,3-1 0,0 0 0,-1 0-1,-5-1 1,-2 0 0,1-1 0,3 1 2,4-1 1,4 0-1,1 0 1,-2 0 0,-5-1-6,8 0 0,-6 0 0,2 0-393,-8-1 1,3-1 0,-1 1 0,-2-1 388,8-1 0,-2 0 1,1-1-2,-13 0 1,0 1 0,2-1 0,3-1-1,7 0 1,4-1-1,3 0 1,-2 0 0,-4 0-6,-5 0 0,-4 1 0,0 0 0,3-2-7,2 1 0,3-1 1,1-1-1,0 0 0,-4 0-376,3-1 1,-2-1 0,-1-1-1,0 1 386,1-1 0,1-1 0,-1 1 0,-1-1 1,-2 1 1,-2 0-1,0-1 1,-2 0-117,8-3 1,-2-1 0,-3 0 31,6-1 0,-1 0-486,-9 2 0,2-1 0,-4 1-4340,3-1 1,-5 1 4459,-7 3 0,-6 0 0,-11 4 0,-17 5 1</inkml:trace>
  <inkml:trace contextRef="#ctx0" brushRef="#br0" timeOffset="1828">8511 4377 15691,'6'-52'1305,"0"0"0,-1-2 0,-1 7-604,-1 20 718,-2-2-1391,-1 20 292,0 7-275,9 30-34,-1 9-3,0-3 1,1 4-367,-3 1 0,-1 0 358,0-6 0,-1 1 3,-1 15 0,-1-1 543,-1 7-515,-2-19 0,0-3 204,-2-3 146,0-16-101,-3-13-151,-1-15 946,-2-16-1013,-3-24-31,5 16 0,2 0-15,0 4 1,0-2 22,-1-22 1,1 0-7,-1 0 26,1 4 0,0 2 52,-1 13-78,-1-5-66,3 30-135,3 11 173,2 16 12,6 16-17,4 21-317,-3-16 0,1 1 311,0 5 1,0 1 7,-1 2 1,-2-1-127,-1-1 1,-1-1 139,-1-6 1,-2-2 56,-2 15 101,-3-20 89,-3-16-39,-2-14 556,-2-15-679,-3-19-1637,8 1 0,0-2 1548,-1-18-752,6 7 0,2 2 740,2 10-11,4-15-95,1 27-114,-2 12-116,4 2-610,6 31 392,-5-1 967,12 32-10244,-9-2 9154,0-3 0,-7-12 0,-4-24 0</inkml:trace>
  <inkml:trace contextRef="#ctx0" brushRef="#br0" timeOffset="2377">9960 4185 13466,'-2'-59'1250,"0"-1"0,1 1 0,-1 5 1,0 2-1,0 5-704,-2 3 1,0 5 265,-4-24 507,0 18-1010,1 17 94,4 14-354,1 11 122,4 17 19,4 18-122,5 27-415,-3-17 1,-1 3 407,1 11 1,0 3-517,-4-15 0,0 2 0,-1 1 442,-1 3 1,1 1 0,-2 0-10,0 0 1,-1 1 0,0-1 6,0-2 0,-2-1 1,1-1-125,0-3 0,-1-2 1,1 0-571,-2 13 0,0-1-650,1-8 0,0-1 1344,0-4 1,1-4-1,-1 4 1,2-11-1</inkml:trace>
  <inkml:trace contextRef="#ctx0" brushRef="#br0" timeOffset="2817">10478 4175 19994,'-3'-5'3109,"1"1"-1945,2 4-1113,3-28-40,9 43 0,14 11-11,-4 26-365,-5-7 0,-3 2 379,-8-14 0,-2 0 2,0 16 1,-1 0 6,-5 15 5,-2-26 0,-2-3 78,-4-6 34,0-3 566,2-13-443,6-20-139,3-14-63,6-10 1,2-4-34,6-21-173,3 6 0,3-1 153,-2 13 0,1 2 0,6-7 1,1 1-170,0 6 1,0 4 168,-3 7 0,0 4 15,19-8-110,-3 16 87,4 12 0,9 15-3,-23-1 1,1 4-1488,10 11 1,-2 4 1450,-11-10 0,-2 3-185,10 14 0,-4 1 255,-9 3-31,-5 10 0,-4-1 0,-6-17 0,-3-2 0,0 0 0</inkml:trace>
  <inkml:trace contextRef="#ctx0" brushRef="#br0" timeOffset="9840">11055 4986 21024,'1'-34'137,"0"0"1,3-20 254,21 89-303,-10-9-5,3 23 0,-2 7-65,-8-13 1,-2 1-600,-1 0 1,0 3-1,-2-1 591,-1 17 1,-3-3-7,-1-11 1,-2-1 5,-3 10 0,-1-2-87,-2-11 0,-1 0 93,0-2 0,-1 3 0,0-1 22,-5 11 1,-1-2-589,4-12 1,-1-1-1,1-2 588,0-1 1,-1-3 30,-4 8 0,-3-2 47,-2-1 1,-2-1-29,0 0 1,-3 0-9,-5 3 0,-2-2-288,5-10 1,-1-3 265,-3-1 0,0-3-31,7-5 0,-1-1 344,-16 2 0,-2-4-322,15-7 0,-1-1-11,-15 2 1,0-2-4,9-5 1,0-1 13,0 0 0,0-1-926,-2-2 1,0-1 925,-22-2 31,15-5 1,1-3 470,14 1 0,1-2-513,-16-7 0,2-2-22,16 6 0,3-1 8,-7-6 0,1-4 17,2-3 0,2 0-25,4 5 0,0-1-6,-11-22 0,5 1 6,6 4-3,1-6 0,1-1 14,2-7-23,5 10 1,1 2 0,1-5 2,5 19 1,2 1 503,-1-2-518,-1 0 315,-1-3-298,4 20 3238,-4-10-3216,2 13 478,0 2-488,2 4-5,3 6-35,1 1-34,-2 2 40,-1 7 6,-2 2-12,-9 24 56,-2-4-39,-7 17-11,0-7 11,7-11 0,-6 9 17,10-17 11,-3 5 11,9-16 140,2-5-95,2-11-11,0-4-23,-2-10-33,2-8-17,1-9-6,3-8 18,4 5-7,3 6 1,4 0-6,12-14 8,-5 12 1,2 2-4,0 7 1,1 2 28,22-19-23,-10 13 12,10-2-18,-18 17-16,8-1-11,-14 10 10,-3 11 7,-2 7 16,-1 10-11,-3-1-6,4 16 12,-6-13 0,5 10-6,-4-13 11,-3-6 17,-3-7 173,-2-3-44,-6-5-73,-7-2-45,-10-6-5,-9-5-45,-3-2-6,-2 1 0,5 2-11,1 5 0,4 3-22,-2 4-6,0 9 22,-3 8 17,-5 14 23,-3 8-17,-1 7 5,11-10-11,-2 14 12,19-22-6,-1 11 11,11-17-6,2-4 6,1-8 45,3-5 39,-2-4-11,3-8-40,1-5-5,1-14-22,2-12 5,2-14-225,-3 22 0,0-2 219,1-1 1,2 0 5,1 0 0,0 2 0,14-22 1,0 12-7,-6 15-22,9 0 17,5 13 12,-3 0-1,14 7-6,-11 12-16,10 4 6,-1 11-29,-3 5-61,-5 7-241,-3 5-1020,-5 5-688,-7-8 2044,0 4 0,-13-24 0,0 0 0</inkml:trace>
  <inkml:trace contextRef="#ctx0" brushRef="#br0" timeOffset="79242">9561 2304 21237,'-13'-42'868,"-1"1"0,0-1 0,0-6 1,1 8-765,-3 10-124,12 27 78,2 7 568,11 27-619,-2-2-97,4 5 0,1 4-630,-2-3 0,-1 2 27,3 14 1,-1 2-1929,-1 8 1,-3 0 2658,-1-5 1,-1-4 0,-3-15-1,-1-4 1,0 6 0</inkml:trace>
  <inkml:trace contextRef="#ctx0" brushRef="#br0" timeOffset="80275">9385 2696 25187,'16'-31'100,"1"0"1,5 3 0,4 7-43,12 17 1,4 6-937,1-5 1,-1-2 725,-1-1 1,-3-2 89,-3-2 0,-3-2 197,17-17-186,-15-6 519,-14-3 158,-10 0-229,-6 4 160,-9 6-219,-3 9 393,-7 7-668,1 6-152,1 4-264,4 7 420,4 6-41,2 10-50,6 0-28,13 15-38,2-12-117,12 8-44,-2-15 63,-1-8-128,-2-13 267,-6-10 339,-5-11 29,-6-6-3218,-10-11 3194,-3 14-78,-7-2-9,-9 12-273,2 8-72,-9-1-210,5 17 347,10 0 476,0 15 185,11 2-787,14 18 33,-1-11 3109,25 12-3990,13-12 565,-8-7-88,-9-11 0,1-3-825,8-7 235,8-8 1137,-15-4 674,8-31-98,-26 19 342,9-24-95,-22 23-145,0-5-145,-5 7-281,0 6-315,-4 7-421,4 5-44,0 4 1279,1 8-646,5 10-110,8 22-64,1-8 55,6 9-143,6 0 86,-5-11 6,7 10-1000,-15-24 665,-5-13 217,-8-17 172,-1-13 39,-1-12 82,0 4 138,4-21-31,6 19 6,1-7-2,7 14-57,2 12 339,7 1 475,16 8-251,-11 8-183,16 8-208,-17 9-326,4 8-94,-8 6-289,-8 0-369,-8-7-296,-4 0 262,-4-16 315,0 2 479,-3-25 25,1-5 176,-1-19 58,6-4 23,1 8-54,8-5 134,1 16 43,2 0-232,-2 11 243,2 10-149,-6 7-330,7 12-481,0 8-714,17 24 45,-6-11-1720,5-2 1,2-1-3044,3-5 5781,-4-3 0,-1-4 0,-11-10 0,0 0 0</inkml:trace>
  <inkml:trace contextRef="#ctx0" brushRef="#br0" timeOffset="80674">11395 2321 26965,'-11'-41'547,"0"0"1,2 5 0,1 8-769,-1 18-275,5 6 66,2 4 756,14 23-617,3 11 82,6 11-84,-9-16 0,-2 3 233,-3 1 0,-1 0 18,4 22 32,-6-20 1,-3-3 141,-10 2-278,-4-9-2915,-4-10 3519,-7-25-377,-4-27-145,-2-17 5,13 12 1,1-4-384,2-3 1,1-1 417,3 9 1,1-4-550,-3-10 1,0-8 0,1 10 536,5 17 0,0 1 540,-3-8 1,1-4-1,2 8-426,5 0 332,9 8 215,2 3 230,33 6 719,-12 16-1017,2 4 1,4 4 324,22 16-635,-14 4 0,1 5-89,-12-1 0,-2 3-320,-1 7 1,-7 2-590,-12 12 790,-29-12 0,-12-2 11,-7-9 1,-2-3 0,7 1-1,1-3 1,-26 6 0</inkml:trace>
  <inkml:trace contextRef="#ctx0" brushRef="#br0" timeOffset="85488">14940 3613 17944,'-6'-56'1185,"-1"0"1,0 3-1,2 16-1168,3 34-28,-2 12 117,-1 18 1,-3 31-540,1-16 1,0 4 379,0 9 0,0 4-471,2-16 0,0 2 0,1 0 89,1 0 0,1 2 1,0-1-401,2-1 0,0 0 1,2-1-1973,2 16 1,3-3-498,-2-16 0,1-3 3304,7 14 0,-8-37 0,-3-8 0</inkml:trace>
  <inkml:trace contextRef="#ctx0" brushRef="#br0" timeOffset="86079">14853 3702 9455,'3'-61'1861,"1"0"0,-1 6 1,0 5-14,1 0-1909,8 4 363,16-1-739,-4 24 0,5 2 392,10 0 0,5 2 31,11 0 0,3 3-582,-14 6 0,2 1 0,2 1 570,4 0 0,2 1 0,0 0-14,3-1 1,1 1 0,1 1 54,1-1 0,1 1 0,0-1 6,1-1 0,0 1 1,0-1 29,1-1 1,0 1 0,0-1 4,-15 2 0,0 0 0,1-1 0,-1 1 7,2-1 1,0 0 0,0 0 0,1 0 80,1-1 0,1 0 0,0 0 0,0 0 74,1 0 0,1 0 0,0 0 0,2-1-77,-3 1 1,3-1 0,1 1 0,-2-1 0,-3 2-79,-4 0 0,-3 0 0,0 1 0,2-1 6,2 1 1,3-1-1,1 0 1,-2 0 0,-5 1 86,5 0 1,-5 0 0,2 1 12,9-1 0,1 0 0,-2 1 8,-8 1 0,-1 1 0,-3 0-37,12 0 1,-6 2 111,-12 3 1,-5 3-240,8 6 186,-20 11-318,-13 8 416,-4 9-458,0 12 62,-2-18 0,1 1-41,-1 8 0,1 3 437,0 6 1,1 4-418,0 7 1,1 3-481,-2-19 1,0 1-1,0 0 587,0 2 1,-1 0 0,1 0-3,-1-1 0,-1 0 0,0-1-19,0-1 0,-2-1 1,0-1 20,-1 5 0,-3 0-179,-2 5 0,-6 0 258,-8-4 1,-4-3 35,-2 1 0,-4-2-355,-9 2 0,-4-4 392,-1-13 0,-1-5-6,9-6 1,-3-2-22,-4-4 0,-5-2 0,2-1-19,-9-2 0,-2-3-346,1 1 0,-5-1 1,1-1 284,4-2 1,0-2 0,-1 0-17,-4-1 1,-1 0 0,-1-1-6,12 0 0,0 0 0,-1 0 1,0 0-22,-2-1 1,-1 0 0,0 0-1,-1 0-213,-2 0 0,-1 0 0,0 0 0,-1 0 201,-2 0 0,0 0 0,-1 1 0,0 0-262,12 0 0,-1 1 0,0-1 1,0 1-1,0 0 227,0 0 0,-1 0 1,1 0-1,0 0 1,0 0-208,-12 0 0,0 1 0,1-1 0,4 0-310,-5 0 1,3-1 0,0 0 572,9 0 1,-3 0 0,3-1-1,9 1 1,8 0 0,3 0-1,-12-2 1,1 1 0</inkml:trace>
  <inkml:trace contextRef="#ctx0" brushRef="#br0" timeOffset="86797">15592 3729 12953,'11'-5'3803,"-3"0"-2436,-8 5 890,0 0-2156,39-19 161,-29 15 500,28-11-71,-44 23 2,-5 4 66,-8 2 116,-5-2 210,-10-4-451,11-6-206,-4-5-3,4-15-539,7-9-128,-2-28 15,14 9 52,7 1 77,10 18 322,5 14 338,18 3-203,5 13-3402,16 11 3484,-14 6-407,-15-3 1,-1 3-453,12 19 206,-18-13 1,-3 4-126,-5 3 0,-7 1-8,-8 4 1,-8 2 236,-18 15 1,-7-1 195,8-16 0,-2-2-129,-3-2 1,-5 0 0,2-5 424,2-7 1,-1-3 152,-10 1 0,2-4 372,-8-2 100,7-20-610,34-13 2122,4-9-2993,15-2 157,19-3-144,-3 13 19,27-2-313,-4 15 337,-14 4 1,1 0 235,4 2 0,-1 2-39,3 1 0,1 1-260,-2 1 0,2 0-1355,7 1 0,-1 0 368,-17-1 0,0-1 1446,13-2 1,-5 0 0,-18-1 0,6-2 0</inkml:trace>
  <inkml:trace contextRef="#ctx0" brushRef="#br0" timeOffset="87029">16282 3737 11847,'15'-46'882,"0"0"1,-1 0 0,0-2-1,-2 2 832,0 0 0,-5 5 288,-8-4-1042,-1-4-37,-2 11-75,1 13 251,-1 11-331,0 7-1053,0 6 902,1 5 299,12 39-802,-3-10 0,0 4-500,2 5 0,0 6 380,-3 10 0,-1 7 0,-2-6-594,-2-6 0,-1 0 503,0-5 1,-2 7 0,0 0-1,1-4-369,-1-7 1,0-2 0,1 0 416,0 11 0,1 1 0,1-6 0,-1-4 1,2-5-1,5 21 0</inkml:trace>
  <inkml:trace contextRef="#ctx0" brushRef="#br0" timeOffset="87488">16883 3535 17356,'0'-4'1439,"0"1"1951,0 3-2791,-1-3-206,0 21-322,1-8 34,7 43-65,2-8-11,-2-11 0,0 3-6,0-3 0,-1-1-59,0 1 0,-2-1 26,-1 1 1,0-2 92,-2 7 342,-1-7 476,0-26-251,1-9-509,0-6 117,8-33-167,0 11-1,10-9 0,4-2-38,-4 16 0,1 1-121,5-5 0,0 1 201,23-12-47,-17 21-42,9 6 12,-16 12-31,11 21-52,-13 4 0,0 4-94,3 3 1,0 4-1036,7 11 0,0 4 1146,0 6 1,-4-3 0,-11-21-1,-2-2 1,-1 0 0,0 1-1</inkml:trace>
  <inkml:trace contextRef="#ctx0" brushRef="#br0" timeOffset="97517">11898 2238 32767,'-36'-33'-5543,"8"8"2245,28 24-3239,5 6 6394,2 0 1,0 1 0,-2-2 0</inkml:trace>
  <inkml:trace contextRef="#ctx0" brushRef="#br0" timeOffset="98892">12169 2052 26045,'0'-3'-224,"0"0"662,0 3 1208,9-1-23,0 20-3563,7 6 475,-6 23 833,-2-1-633,-5-3 1333,-2-1-20,-1-17-658,-1-2-87,1-19 2232,-1-8-1087,0-13 117,4-30-115,0 7-228,2 5 0,1-1 245,8-17-164,-4 19 1,1 0 0,0 2 1,1 1 156,19-25 1094,-8 23-344,11 8 169,-7 20-1380,10 10 0,4 9 0,-14 3 0,-1 3 0,10 8-426,-12-5 1,-2 1-1593,2 9-705,1 5-1030,-4-6-589,1-9 2166,-8-11 223,10-11 2271,-5-13 1915,8-9 360,0-9 689,0-7-149,-10 7-684,-5 5 220,-9 8-1530,-3 8-1139,-3-1-1534,1 4-1186,-1 3 992,1 2 2335,3 4-1899,4 3-127,7 1 1140,17-2 1091,1-5 895,2-6 761,-1-14-67,-11-7-2847,-1-13 1817,-15-16-1319,-14 5-52,-14-4-933,0 22-777,-9 4 166,7 16-52,-11 5 1072,9 14 1179,1 11 1084,15 4-333,2 17-127,9 2-1001,6-6 1,2 3-500,2-6 1,2 0-533,7 7 0,2-3-1245,12 7 570,-9-21 0,4-3-1618,23 2 1183,-6-11 0,2-4 1360,-15-3 0,1-4-144,23-10 0,-2-6 1788,-23 0 0,-3-2 281,7-2 1,-1-3 135,-8-3 1,-4-3-152,-3-3 1,-3 0-486,-1 0 1,0-1-304,-2-2 0,-2 3 104,-2-8-995,-4 18 144,-4 8-1216,-5 12-402,1 1 1138,-3 11 1149,-1 12-581,0 4 36,-6 21 167,-7 12 181,2-9 54,-1-11 0,-1-3 994,-6-6-175,-8 4-650,6-28 234,8-18-801,0-15-511,8-29-502,9 4 100,7 1 4,8 14 50,6 16 587,1 5 196,5 13 1502,-1 20-824,4 12-448,-3 3-319,-1-4 0,1 0-304,15 11 119,-9-13 0,2-1-902,24 2 119,3-13 442,-13-12 1439,-15-10 1,-1-7 1654,9-17-1387,-12 6 0,-2-4-509,-6 0 0,-4-2-507,-1-5 0,-3 0 0,-2 6 0,-2-2 0,1-23 0,-3-3 0,-1 18 0,0-1 0,0-19 0,0 1-920,-2 24 0,-1 2 276,-5-5 0,-2 4-507,-6 1 82,-10-4-254,8 27 908,2 13 1554,5 14-322,2 4-173,2 28-297,5 8-242,8-3 1,2 1 43,-3-16 1,3 1-183,7 4 0,6 3 0,1-6-433,2-6 0,2-2-703,14 12 0,1-3 332,-15-17 0,0-4-1011,12 1 0,-2-5 1943,6-3 1,1 1 0,-27-13 0</inkml:trace>
  <inkml:trace contextRef="#ctx0" brushRef="#br0" timeOffset="99076">13927 1429 32767,'-2'-29'-4568,"43"-4"4552,-11 24 0,4 3-514,19-5 1,-1 2-1,-1 2 1,-5 1-1</inkml:trace>
  <inkml:trace contextRef="#ctx0" brushRef="#br0" timeOffset="99293">14736 1169 18778,'-5'2'3202,"2"0"-1892,3-2-788,-70 34 272,34-16 939,-9 4 1,0-1 1753,9-9-3736,14-10-248,15-12-1673,30-9 655,29-5 1044,-12 10 0,3 3-688,7-1 0,1 2-1550,4 3 1,0 1 2277,-8 2 1,-3 1 0,12 0 0,-28 3 0</inkml:trace>
  <inkml:trace contextRef="#ctx0" brushRef="#br0" timeOffset="99459">14933 1345 17096,'-37'28'1289,"1"-1"0,0 0 0,-12 9 0,12-6 1091,28-12-2995,18-15 235,20-19 81,6-5-2095,14-8 2380,-2 1 1,-33 19 0,-2 2-1</inkml:trace>
  <inkml:trace contextRef="#ctx0" brushRef="#br0" timeOffset="102310">15760 968 13065,'-4'-58'2108,"-1"-1"0,1 7 0,1 13-1940,1 29-235,2 8 185,0 12 61,6 14-101,-1 7-36,2-1 0,0 3-37,1 13 1,-1 4-612,0 0 0,-2 3 613,-1-11 1,-1 1 0,-2-1 14,-3 8 0,-1-3-2,0-11 0,-1-1 52,-2 1 1,-1-2 274,-4 5 348,-1-3 185,1-24-606,5-32-207,2-1-11,6-19 34,5-3-51,7-5-22,-2 12 0,2-1-12,11-18 1179,0 6-1256,-3 20-24,-6 14-38,6 3-45,8 12 117,-9 6-129,18 23 135,-21-10 0,3 6 0,-2 1 45,-2-3-40,15 27-72,-15-27-73,6 7 135,-9-18 44,1-6-11,4-19 11,4-8 23,14-25 16,-13 14 12,4-6 139,-9 14 90,-8 8-11,1 0-116,-9 11-193,-3 4-257,0 0 208,0 7 89,4 2 17,5 7 28,8 0 56,8-1-3381,7-6 3342,-5-4 208,12-10-113,-18-6-79,4-10-38,-15 1 33,-7-24-17,-12 10-17,0-7 46,-18 1-35,8 23-44,-8-2 3386,7 18-3380,-1 12-1,4 3-16,-12 25-29,12-4 29,-6 16-29,14-7-5,6-11-241,19 11 157,-2-21-185,30 16 11,-10-26 1,5-4-402,2 1 1,1-2 602,3-1 0,2-3-149,8-9 1,-3-4 215,0-2 78,-9-3 1,-2-4-99,3-21 205,-4-3-45,-11-2 305,-10-7-87,-12 21 119,-2-10 44,-12 21 643,-5 8-1046,0 5 458,-9 8-543,3 9 1,-9 10 6,7 3-1,-12 31 0,20-27 45,-7 20-83,17-19 44,7-10 67,4 3 78,7-14 29,2-8-17,3-10-12,-1-8-89,-5-2-5,-2-2 195,1-19-78,-5 14-84,1-10 101,-7 21-202,-3 11-184,1 2-12,-1 4 146,2 9 22,2 10-56,4 12 11,-1-3-134,6 8-229,13 0 82,10-2 206,-8-15 0,4-4 25,3-6 0,3-4-536,7-1 0,1-4 617,4-3 1,-1-5 69,0-1 0,-1-4 53,-5-4 1,-3-3 33,-6-3 0,-4-2 5,-5-4 1,-5-2-229,-3-2 0,-5-1 197,-2 1 1,-3-1 101,-1-27 16,-14 11 152,-12 13-146,-18 12-162,2 13 55,2 10 1,0 4-51,-12 11-45,13-3 1,1 4 5,-10 22-17,11 7 0,12-8-89,11 18 50,20-21 1036,4 5-1109,37-16 135,-6-24 41,-12-2 1,1-5 100,-5-6 1,-3-4-79,1-5 0,-3-4-389,-2-4 0,-3-2 386,-3-5 0,-2-3 11,-2-4 1,-3-1 5,-2-1 0,-1 1 28,-2 3 0,-1 1 50,-1 6 1,-1 4 262,-1-17 12,-6 17-235,-1 16-258,-1 9 240,0 16-190,0 17-33,-1 28-43,3-13 1,1 5-383,2 11 0,2 5-1110,2-15 1,2 2-1,1 0 1136,1-2 0,1-1 1,-1-4-1,3 5 1,-1-6-1,5 8 0</inkml:trace>
  <inkml:trace contextRef="#ctx0" brushRef="#br0" timeOffset="106143">15150 1280 32767,'37'-24'0,"0"-1"0,-7 3 0,0 5 0,22 8 0,-30 6 0,-1 0 0</inkml:trace>
  <inkml:trace contextRef="#ctx0" brushRef="#br0" timeOffset="106310">15261 1402 24527,'46'-30'-1120,"-21"10"0,-2 11 1</inkml:trace>
  <inkml:trace contextRef="#ctx0" brushRef="#br0" timeOffset="114518">10999 4770 7069,'13'-19'87,"-2"5"0</inkml:trace>
  <inkml:trace contextRef="#ctx0" brushRef="#br0" timeOffset="156030">9035 7606 18207,'11'-52'1434,"1"1"0,-3 5 0,-2 9-1036,-4 14-410,-4 15 12,-3 23 40,1 21-35,1 7-44,1-2 0,0 6-1026,1 14 1,-1 3 783,2-19 1,-1 0 0,0 2-344,1 7 1,-1 1-1,1-2-1082,0 10 1,0-3-650,0-6 0,0-3 325,-1-7 0,0-5 663,-4 13 623,-17-17 1298,-9-37-33,0-1 1069,-11-31 528,12-5-976,10 13 1,0-1-73,-10-16 918,-6-8-89,11 15-95,-5-8-1519,13 18 2131,3 5-1492,9 14-450,2-3-463,4 4-324,27-7-477,21 6 560,-20 2 1,3 1-597,15 0 1,3 2-100,5-1 1,0 0 714,-11 1 0,0-2 199,16-3 0,-7-1 324,-21-1 1177,6-18-420,-34 8-308,-6-8-258,-3 9 134,-3 6-190,1 6 223,-1 4-228,-2 9 123,-3 5-471,2 2-100,-1 10 10,7-11-33,14 20 23,9-15 10,6 5 6,17-7 40,-15-11 10,6-1 91,-5-20-91,-16 3 163,7-34-11,-15 10-90,1-9 280,-10-7-78,0 24-174,-5-5 247,-7 17-308,5 13 28,-24 13-107,6 15-11,-7 8-9,16 1 1,4 2-87,3 19-1,5-16 1,6 0-712,21 18 595,5-17-399,28-3-92,-13-24 1,3-4 136,3 1 0,3-4-223,9-4 0,0-6 763,-10-4 1,-2-5 126,-6-4 0,-3-4-331,-4-1 1,-4-3-393,12-23 560,-16 3 566,-11 13 672,-19-5-565,0 18 417,-6-6-731,6 14 475,3 5-884,0 11 680,2 14-557,-1 4-1727,0 12 1,1 2 1710,0 2-1,0 1 0,1 2-187,1 5 188,0 9 10,0-15 147,-1-5 94,1-24-67,-2-9-67,4-22 3310,4-17-3338,5-10-1623,0 14 0,2 0 1573,5-11 33,10-12-28,-10 30-33,4 0 0,-7 11-57,11 8-5,-4 9 17,11 9 3397,-3 10-3386,-1 9 12,-6 5 10,-6 3 40,-9-5 78,-10-7 78,-7-10 0,-6-8-33,-2-12-6,3-10-27,5-13-52,5-9 1,9-5 73,8-2-73,1 9 39,14-7-106,-12 22-1,27-11-16,-8 23-56,22 4-57,1 18-359,-25-3 0,0 3 214,0 5 0,0 2-294,-2 1 0,-3 2-701,-4 2 0,-3 1-1026,8 29 2290,-12 4 0,-11-28 0,-2-5 0</inkml:trace>
  <inkml:trace contextRef="#ctx0" brushRef="#br0" timeOffset="156471">10847 8064 22885,'39'-41'356,"-1"0"1,-1 8 0,-7 15-108,-17 30-176,3 31-17,-2 11-387,0-1 0,1 3 331,-5-15 0,1 1-393,0 2 1,2 4 0,-3-3 378,-2 4 0,-1 0-3,1 10 0,-3 1-293,-5-9 1,-2-3 320,-4-10 0,-3-5 17,-9 4 56,-26-31-50,12-26-29,6 0 1,2-5 38,3-8 0,3-5-42,0-9 1,3-4 169,1-9 0,3-2-159,5 17 0,1-1 0,2 0-129,1-2 1,1 1 0,1 0 143,1 1 0,0 1 0,1 0 14,1-18 0,0 2-17,0 4 0,1 2-6,1 5 1,1 2-190,1 7 1,3 2 160,3 7 1,2 2 339,24-13-342,8 17-17,5 14 0,-18 15 0,-1 5 11,14 5-3,-14 6 1,-3 6-15,5 23 268,-18-13 1,-6 3-235,-9 1 0,-9 2 31,-20 7 0,-9-4-23,9-12 0,-4-4 112,-4-5 1,-4-1 0,1-5-186,-2-4 1,0-4-379,-8 2 1,-1-4-2322,7-5 0,4-5 2135,-18-7 0,27-1 0,19 2 0</inkml:trace>
  <inkml:trace contextRef="#ctx0" brushRef="#br0" timeOffset="156713">11824 8077 23187,'-4'0'1540,"1"0"-705,3 0-2678,-26-34 1843,28 25 0,-27-25 0,34 34 0</inkml:trace>
  <inkml:trace contextRef="#ctx0" brushRef="#br0" timeOffset="158121">11914 8073 18560,'-2'-7'1739,"-8"-27"0,-3-5-6324,-1 9 4778,2-8 1,-2 3 1926,-1 16-2098,11 14 57,-4 2-68,9 8-11,2 5 39,13 27-22,-1 5-15,-3-10 1,-1 3-702,-2 6 1,-3-1 715,2 16-759,-7-17 0,-1-2 849,-5-2 1678,-1-1-1454,-2-19-113,2-20-100,2-18 34,9-40-108,3 28 1,1-1 863,1-2 0,1 0-900,2 7 1,2 1 24,7-5 1,3 1 3148,14-14-3179,-7 15 0,1 5 8,10 6-3171,5 14 3155,-18 14-23,8 15 22,-11 11-5,-9-2 0,0 4 5,-2 4 1,-2 3-7,1-1 1,0-1 5,0 0 1,3-3 16,3-10 0,1-5 1,9 6 479,21-19-468,-20-26 10,5-5-16,3-25 0,-21 14 0,-1-1-15,-3 6 1,-1-2 28,5-26 0,-5 0-3,-10 23 0,-1 2-26,2-7 1,-4 1 42,-11-17 3386,-8 25-3386,-17 3-45,9 14 17,-20 21-11,26 2-6,-10 13-34,7 31-997,13-4 1008,2-16 1,2 1-110,13 6 1,5-3-4,2 0-163,12 1 0,8-3 121,-1-19 1,2-4 134,-1 4 0,1-4-609,11-6 1,1-6-106,-11-4 0,0-2 341,10-2 0,0-2 446,-2-4 0,-3-2 33,-9 3 1,-3-3 69,13-19-598,-23-1 0,-1-9 0,-3 5 761,4-10-109,-4 9 1,0-6 0,-6 11 882,-11 10-746,-5 1-37,-4 10-244,-1 7 338,-2 15-382,1 1 3342,-15 36-3376,2 0 9,4-10 0,-1 1 11,0-2 0,-2-2 16,-1-2 1,0-2-3,-14 12 34,1-14 89,17-26-61,6-5 106,5-37-84,15-1-48,1 10 1,2 0-14,18-24-7,9 10-4,-4 17 4,20 12 7,-14 19-23,20 14 0,-8 17-11,-10 2 5,-8-2 0,1 0-459,11 12 442,-12-14 1,2-2 39,20 4-112,-1-15 84,-4-17-12,-4-14 12,-7-17 45,-8-15-201,-16 15 0,-2-2 178,-1-7 0,-2-3-303,2-7 0,-1-3 286,1-4 0,0-1 40,-1-2 0,0 1 24,-1 4 1,-3 0-1327,-4 1 0,-3 3 1327,0 18 0,-2 3 39,-5-5 0,-3 5 31,-6 6 147,-1 3-304,7 12 744,3 15-727,5 14 3397,1 18-3374,4 20-29,2-20 0,4 2-1794,7 19 0,3 1 1705,-3-16 0,2-1-117,4-2 1,3 3 0,1-5-897,8-1 1,2-4 832,-1 0 1,2-1-3773,15 1 0,-2-5 4058,0-5 0,5 1 0,-39-20 0</inkml:trace>
  <inkml:trace contextRef="#ctx0" brushRef="#br0" timeOffset="158287">13543 7452 22953,'53'-28'-757,"0"0"1,1 1 0,-4 1 0,-1 2 0,-3 5 756,3 9 0,-6 5 0,6-2 0,-6 0 0</inkml:trace>
  <inkml:trace contextRef="#ctx0" brushRef="#br0" timeOffset="158604">14576 7280 19596,'-8'3'1803,"1"-1"-1254,7-2 494,0 0-1318,8-21-650,42 6 281,-15 1 1,5 0-914,14 5 1,2 3-2205,-3 2 0,-3 1 3761,-11 1 0,-3 1 0,4 0 0,-24 1 0</inkml:trace>
  <inkml:trace contextRef="#ctx0" brushRef="#br0" timeOffset="158764">14557 7527 23892,'41'-9'-762,"1"-1"0,2-2 1,1-2 761,6-6 0,-3 0 0,8-3 0,-3 1 0</inkml:trace>
  <inkml:trace contextRef="#ctx0" brushRef="#br0" timeOffset="160154">15541 7369 13771,'-1'-60'2955,"0"-1"1,-1 7 0,-1 6-2010,-4 2-470,-2 15-330,3 12-236,3 9 62,2 6 11,4 3 45,1 1 103,3 0 33,-1 0-95,-1 0 0,-3 0-6,-1 0-6,-4 3 15,0 1-9,-1 2-67,0-2 25,2-1-16,0-1 526,2-2-387,-1 0 128,-1-1-192,-2-3-24,0-1-91,1-1-23,0 2 20,2 2-160,1-2 173,0 1-59,0-5 303,0-4-105,1 3 171,0-4 25,-1 8-115,0 2-110,0 2-49,0 9-13,0 12-7,0 11 1,0 4-26,0 11-307,-1-1 0,0 0 301,-1-5 12,0-5 0,0 0 36,-1 18-10,1-18 1,0 0 55,-2 12 65,0-8-1,2-25 501,1-8-605,1-8 599,9-30-726,2-4-23,5-17 2,0 8-29,4-7-1607,-6 17 1,1 0 1615,9-22 64,-7 18 0,1 3 59,-2 8-19,2-3-55,-4 19-12,3 8 377,5 8-90,1 1-57,16 22-70,-9-1-132,-7-6 1,1 2-298,21 22 92,-7-9-60,-5-10 0,0-2-185,0-2 227,2-5 1,-1-3-56,-8-7 3429,20-12-3107,-18-12 281,6-17-234,-15 7 1,-2-1 40,8-21-24,-4 1 68,-9 13-5,-9 16-46,-3 2-49,-10 11 16,-9 15 11,-16 18-39,9-2 5,-7 22-16,20-10-6,6 23 1,15-11-3388,6-3 3376,17-13 17,2-15 28,14 0-12,-13-14 1,3-3 5,-5-4 1,0-3-134,6-5 0,-3-2 156,6-14 5,-12-18 11,-19-16-19,-7 29 0,-3-1 1468,-3-7 0,-4 2-1426,-15-19-56,-2 18 16,-18 9-71,-3 19 44,-13 3-37,24 14 0,1 3-98,-13 13 289,8 15-1823,30 15 145,11-14 1518,10-7 0,3-3 0,-4-10 0,10 6 0</inkml:trace>
  <inkml:trace contextRef="#ctx0" brushRef="#br0" timeOffset="160938">17305 7105 18263,'-3'-4'3663,"1"0"-2890,-30-11 0,-12 1-336,-3 8-946,-8-6 1,-1 5 578,24 13 0,3 6 388,-17 10-439,16 0 1,3 3-42,-2 14 5,11-11 0,4 1-5,13 15 199,20-8-199,18-10 33,13-12 68,5-17 5,0-15-415,-3-18 381,-29 13 1,-3-4-15,-1-5 1,-3-2-9,-2-6 0,-3-2-6,-2-5 1,-2-2 5,-1-3 0,-1 2-3,-2 9 0,0 1 109,-2-9 1,0 3-17,-1 6 823,-2-20-908,0 45-61,-1 1-5,3 22 22,0 16 11,0 21-17,-1-14 0,0 2-28,0 6 0,-1 1-93,1 3 1,-1 0-88,2 1 0,1-1-279,3-2 0,3-2-272,4-4 0,3-3-1548,27 15 543,-1-21-1762,-7-19 1,2-6 971,13-14 2270,-14 0 1,0-2 866,6-16 875,-14 2 1,-3-4 2075,4-12-1872,-11 14 1,-3 0 538,-3-6-716,-12 14-600,-6 12 366,-6 7-1015,-1 7 409,0 7-583,5 10-6,5 9-22,12 7-1,11 0-38,17-2 25,-4-20 0,2-2 19,13 2-1690,-10-10 0,-1-3 1730,-5-6 151,19-25-95,-28-8-71,-8 7 1,-3-2-3,-8 0 0,-4-1 44,-1 0 1,-4-1 33,-1 3 1,-2 2 150,-16-20-10,-7 15-152,5 16 179,-20 11-218,16 16-68,-13 11-5,13 19-207,8 16 167,15-20 1,3 2-56,1 3 0,4 2-275,12 8 1,4-1 1501,-5-14 1,5-2-4469,18 10 1,5-5 2721,-10-18 1,0-3-1,20 12 1,-18-14 0</inkml:trace>
  <inkml:trace contextRef="#ctx0" brushRef="#br0" timeOffset="163158">10991 5527 18565,'-31'40'403,"0"0"1,-1 1 0,-3 2 0,2 2-116,10-3 0,2 4 0,1-1-1526,-4 9 0,1 0 1266,4-7 1,-1 1 0,0 1-162,1-2 0,-1 1 0,1-1 15,2-2 0,0 0 0,1-1-159,-6 15 0,1-3 38,4-7 1,0-4-323,3-7 1,1-4-1586,-7 8 1627,-6-9 0,16-24 1,-4 1-1</inkml:trace>
  <inkml:trace contextRef="#ctx0" brushRef="#br0" timeOffset="163410">9925 6127 16460,'-1'-5'2952,"0"2"-2013,1 3-265,102 15-1925,-59-3 1,5 3 1298,-5-4 1,9 1 0,3 1 0,-1 1 0,-6-2-25,5 4 0,-5 0 0,2 0-13,-2-2 0,2 1 1,2 0-1,0-1 45,7 0 0,2 0 0,0-1 1,-1 0 42,-7-2 1,-1 0 0,1-1-1,5 2-119,-2-1 1,5 0 0,3 2 0,0-1 0,-3-1 0,-6 0-609,-2-2 1,-5 0-1,-1 0 1,3-1 279,8 3 1,3 0-1,-2 0 1,-9-1-4569,-2-1 1,-6-1 4477,-1 1 0,-4-2 0,-3 1 1,-26-6-1</inkml:trace>
  <inkml:trace contextRef="#ctx0" brushRef="#br0" timeOffset="164884">11688 4411 25988,'-14'-14'-3404,"7"2"1978,19 9 2967,9-2-729,0 2-248,29-7-101,2-1-685,-9 2 0,4-2 284,7-1 1,0 0-67,-7 1 1,4-1 276,-7 3 1,6-2 0,1 0 0,-2 1-903,4-1 1,-1 0 0,3-1 631,2 0 0,5-1 0,1 0 0,-2 1-540,-6 1 0,-2 0 0,0 1 0,-3-1 545,6 0 1,-3 0 0,4 0 1,0-1 1,6-2 0,-2 1 0,-7 2-117,5-3 1,1 1 108,-12 2 1,6-2-1,3 0 1,-1 0-1,-5 1-4,4-1 1,-5 2 0,4-2-192,1-1 0,5 0 1,1-1-1,-4 1 189,-7 3 1,-2-1 0,0 1-1,-1-1 0,1 1 0,-1-1 1,0 0-1,0 1-144,13-4 0,1 0 1,-4 1 166,-13 3 1,-2 0 0,0-1-5,7-1 0,0-2 0,-6 2 692,-10 3 0,-4 1-758,11-3 1,-11 0 755,-26 5-680,-31 3-181,-27 1 70,21 1 1,-1 0 682,-4 0 0,-1-1-729,-1 0 1,0 0 1578,9 0 0,-1 0-1507,-17-1 0,0 1-662,-3-1 687,2 2 1,-5 0 92,4 2 1,0-1 2,-3 1 0,-2 0-677,12 0 0,0 0 0,3 0 700,1 0 0,2 0 39,0 0 1,4 0 284,2-1-262,7 0 520,17-3-788,9-5 261,5-8-132,0 1 81,25-16 509,-11 18 2562,29-13-2338,-10 18-736,0 6 1,9 0-1,-4 2 225,-5-1 0,2 2-696,13 2 0,7 1 0,-4 1 387,-3 4 0,-1 2-92,-10-1 1,3 0-1,-2 2-334,16 6 0,-4 2-145,-14-5 1,-5 4 37,0 11 0,-7 4-610,-9 18 821,-12-13 0,-4 1 165,-11-4 1,-4-1 104,-12 19 177,2-12 1,1-2 187,-1 2-289,5-5 0,1 2-2975,2 15 2817,2-9 0,4-9 1,5-24-1</inkml:trace>
  <inkml:trace contextRef="#ctx0" brushRef="#br0" timeOffset="167226">9765 9960 10360,'-7'-7'3579,"-18"-26"0,-3-5-1930,8 3-1101,-8-7 1,3 0 40,17 11-319,7 12-61,9 13 124,7 20-153,9 20-108,-12-6 0,-1 4-40,-1 9 0,-3 2-314,-1 8 1,-2 1 304,-5 2 0,-2 1-4,-1-2 1,-2-2 22,-2-7 0,0-3 17,-7 18 401,3-26 165,6-18-250,3-19-358,3-16 60,2-21 0,6-19-40,0 23 1,1-2-17,3-3 0,1-1 118,3-1 1,0 2-6,2 2 1,0 3 0,0 3 1,2 3-95,18-16 50,2 17-15,-1 16-71,3 16-249,1 14-99,3 16 135,-24-11 0,0 3-14,0 2 1,-1 2-25,0 0 1,0 0 139,-1-1 0,1-3-94,19 14 119,5-18 47,-15-15 790,10-23-701,-10-13 139,-2-4-92,-8 3 1,-1-3 116,1-16-168,-7 15 0,0 1 223,0-12 300,-5 14-458,-6 18-159,-4 12-146,-4 18-9,-1 13 31,1 13 4,2 6-7,11-2 26,10-7 266,18-8-255,15-14 133,-5-8 19,-4-14 1,0-6-444,12-12 443,-16 2 1,-3-3 104,2-21-175,-22-3 197,-24 3-1,-23 3-100,7 23 0,-5 3-1560,-16 2 0,-2 4 1534,14 3 1,0 2-3,-19 3 0,1 3-240,-6 6 94,0 4 183,30 5-289,33 4-328,29 5-21,-4-11 0,3-1-49,7-1 1,2 0 1369,7-3 1,1-1-1181,4-2 0,3-1 443,-11-4 0,3 0 0,-6-1 0,-4 1 0,-3-1 0,2-1 0,0 1 0</inkml:trace>
  <inkml:trace contextRef="#ctx0" brushRef="#br0" timeOffset="167959">11547 9664 12455,'0'-5'7298,"0"2"-5920,0 3-522,-71-48-312,30 38-272,-15-8 0,0 7-155,13 27-61,14 4 0,2 5-17,-2 17-39,13-6 0,2 2-17,5-6 1,4 1 4,5 4 1,4-1-17,9 6 0,25-4 17,4-19 39,14-5 3,-24-20 0,-1-5 30,16-22-11,-23 4 1,-4-3-1028,1-19 1002,-13 14 0,-1-4 20,-3-12 0,0-2-28,-1 11 0,1-2 42,-1-7 1,0-7 0,0 7 80,-1 7 0,0 3-56,2-11 0,-2 3 78,-2 16 1,-3 5 150,-3-2-61,-3 5-252,1 18 0,4 11 11,4 20-39,5 14-56,5 23 239,-1-24 1,1 2-288,1 3 1,1 0-183,6 10 1,0-3 75,-4-13 0,0-2-527,10 10 0,3-3-741,20 2 1046,-18-20 1,3-3 95,28-3 516,-22-23-29,-11-11 291,-17-19 645,-5-6-611,-2 7 891,-6-13-617,-3 32 297,-4-2-851,0 14 28,-2 6-106,2 6-62,1 4-22,8 9 5,13-2 6,5-2-62,35-7 28,-18-10 3,8-5 0,0-5 14,4-14-265,9-6 305,-28-10 16,-19 5 89,-14-20-10,-11 12-51,-6 5 173,-15 13-50,11 16-111,-5 0 286,12 10-242,3 9-106,4 15-34,0 0-6,11 34-128,12-15-71,-1-10 1,3 1-771,21 20 331,-13-28 0,3-2-3039,4 1 1,1-3 3682,25 13 0,-17-14 0,-14-9 0</inkml:trace>
  <inkml:trace contextRef="#ctx0" brushRef="#br0" timeOffset="168110">12472 9507 14953,'0'-3'6995,"0"1"-4491,0 2-2521,-42-59-397,35 42-118,-13-16 0,8 7-3181,30 27 3713,3 4 0,-6 0 0,-6-1 0</inkml:trace>
  <inkml:trace contextRef="#ctx0" brushRef="#br0" timeOffset="169268">12901 9287 19697,'-8'-8'3932,"2"2"-3316,6 6-420,0 0-129,-6 52-28,7-14-25,-3 3 0,-1 0 20,4 11 11,-5-9 39,-3-13 5,1-15 163,1-12-201,4-16-1,3-14-27,2-3 10,5-20 12,-1 19 0,2 0-11,0 0 0,0 0-12,2-3 0,1 1 18,9-5-24,-1 11-16,2 12-16,4 8 4,-2 4-44,24 14 40,-8 5 10,-9-2 0,2 2-117,-2 0 0,0 1 123,3 0 0,0-1 0,22 10 14,-17-14 0,-1-2-2,2-3-12,12-9 5,-31-15 12,-11-15-6,-7-10 6,-8-5 22,-2 0 17,-6 5 257,0 8-212,-1 11 11,0 9-45,-2 7-22,-2 8 6,-4 9-35,0 9-10,4 3-28,-1 26-46,13-10-66,9 20-73,20-15-130,22-7 46,-15-22 0,2-4-57,5-2 1,2-3-199,2-5 1,2-2 349,0-3 0,1-4 0,-1-3 0,0-3 145,-4-3 1,-1-3 78,-5-2 0,-4-1-96,-5-1 1,-3-1 375,7-23 63,-15 8 88,-10 8-67,-9 12-117,-4 10 440,-1 6-608,-9 12 230,7 8-321,-4 12 45,7-1-39,2 20 29,2-13-46,-6 14-5,-5-12 0,-6-7 45,-7-11 6,0-12-12,3-17-6,7-11-16,9-13 11,12-2 17,10 0-17,9 8-11,3 10-12,3 9 7,-1 9 4,4 11-21,3 8 22,7 7-6,7 4-16,8-3-4,-26-13 0,2-2-209,0-3 0,0-1 218,26 1 16,-6-13 7,-7-12-6,-12-5-9,-11-1 1,-4-5 2,-2-21 3,-5 9 0,-3-1-9,-6 11 1,-3-2 39,-1-23 0,-2-1 25,1 17 0,-1-1 19,-2-15 1,-1 1 13,-1 17 1,-1 4 126,-15-18-12,0 19-111,2 14-79,8 11 17,6 12-40,5 4-10,3 35-29,6 7 20,0-10 0,3 3-69,3 1 0,4 0 10,4 1 0,2 0-487,5-1 0,2-1 364,3-2 0,2-2-113,3-3 1,1-2-563,0-3 1,2-3-1640,-2-6 1,0-2 2509,20 4 0,-24-14 0,-19-7 0</inkml:trace>
  <inkml:trace contextRef="#ctx0" brushRef="#br0" timeOffset="169451">14384 8863 20348,'52'-32'-279,"1"-1"0,-1 0 0,-1 3 0,-1 1 0,-2 7-1239,6 8 0,-4 6 1518,-5-1 0,-4 2 0,12-1 0,-27 5 0</inkml:trace>
  <inkml:trace contextRef="#ctx0" brushRef="#br0" timeOffset="169635">15230 8608 23203,'49'-19'-661,"0"0"0,0 0 0,-6 2 0,-2 1 0,-5 5 0,17 12 0,-25 0 1</inkml:trace>
  <inkml:trace contextRef="#ctx0" brushRef="#br0" timeOffset="169818">15375 8891 20235,'-4'0'3176,"1"0"-2112,3 0-1501,48-43-745,-10 27-686,2-9 0,1 2 1868,8 15 0,-18 4 0,-15 2 0</inkml:trace>
  <inkml:trace contextRef="#ctx0" brushRef="#br0" timeOffset="187141">16366 8521 18005,'-17'-42'719,"0"1"0,1 4 0,5 10-663,11 21 196,8 17 95,5 15 6,6 20-233,-9-15 1,-2 2-37,-1 6 0,-2 1-355,-1 4 0,-1 2 327,-3 0 0,-1 0 11,-1 0 0,-1 0 15,-1-5 0,0 0-86,0-6 0,-1-1 194,-3 18 107,4-18 336,1-16-17,2-13-358,1-16 568,2-13-708,1-17-29,5-13-160,-2 24 0,2-2 93,1 0 1,2-1-4,2 1 1,0 1 14,16-23-12,0 12-27,-1 15-18,1 14 46,10 21-34,-2 12-1,1 8 7,6 14-18,-4-4-11,-14-13 0,1 0 3,1 0 0,0-1-22,5 3 0,-1-1 36,12 7-55,-16-14 1,-2-3 9,1-7 17,3-5-28,-2-19 1,8-23 72,-11 4 11,-5 7 0,-1-2 34,2-11 5,3-11 51,-10 4 17,-7 5 66,-11 2-66,-5 13-79,-4 5 467,-4 12-456,-1 7 64,3 4-86,-4 10-5,7 10-18,-2 13 18,2 7 5,5 2-11,3-3-17,14-1-6,-2-17 6,16 0-22,-1-17 33,7 1-11,1-11 17,-2-3 22,-5-7-22,-7 2 16,-7 0-10,-6 3-7,-7 3-10,0 2-12,-7 0 6,7 3 6,-3 1-17,5 1-56,1 0 39,4 0-6,-2 0 12,4 0-40,-1 0-16,-2 1-219,2 0-28,-1-1-1069,4 0-8437,8-3 8743,-5 0 0,1 0 0,-10 2 0</inkml:trace>
  <inkml:trace contextRef="#ctx0" brushRef="#br0" timeOffset="188084">17843 8615 22179,'-19'-43'425,"0"-1"1,3 4-1,0 11-206,1 25-18,-11 5-161,3 2 44,-16 14-62,10 8 6,-5 11 22,4 5-33,10 1 22,13 6-22,8-17-11,16 7-1,9-19 1,23 1 22,-3-10-3347,9-13 3380,-25-8 79,-2-22-16,-13-5 10,0-14 28,-7 0 34,-5 6 147,-3 7-259,0 18 56,-1 7-101,0 12-17,-2 11 12,2 0 3358,-1 19-3420,2 1-17,5 11-207,9 15 95,-1-17-252,6-7 0,5-1-504,17 2 447,-16-12 1,3-2-308,7-4 0,2-4-182,-2-4 0,0-3-223,9 0 0,2-4 629,-2-3 0,-1-5 356,-4-3 0,-1-5 380,0-8 1,-3-5 187,-9 3 0,-4-2 81,0-7 1,-4 0 36,-2-13 555,-8-10 503,-12 3-1086,-1 12 370,-15-5-202,-5 32-185,-13 3-28,-21 23-33,17 2-312,6 10 1,3 4-53,7 1 7,4 0 1,1 2-19,6 8 552,3 7-648,25 1 22,1-18-16,29-4 11,9-30 61,3-13 23,-23 3 0,-2-6-206,-8-4 1,-4-3 233,-3-5 0,-2-2 11,-5-7 0,-2 0-12,-2 8 1,-2-1-422,0-11 1,-1 1 496,0 12 1,0 0 123,0-9 0,-1 0 103,1-12-67,-4 14-224,0 29-28,-1 11 412,3 15-440,0 18 465,4 4 0,1 6-538,3 2 1,0 2-450,1 2 0,1 2 295,5 8 0,0 3-248,-4-14 1,-1 3 0,1 0-594,0 2 0,0 0 0,1 2-2209,-1 7 0,1 1 0,-1-6 1692,-1-2 0,-2-7 0,3 15 0,-7-45 0</inkml:trace>
  <inkml:trace contextRef="#ctx0" brushRef="#br0" timeOffset="191088">17342 4296 14885,'0'-4'2969,"-1"1"-2756,1 3 280,-9-12 129,6 20-353,-9-2-140,5 29-34,-4 10-118,-1 15-309,5-25 0,2 2 335,-2 6 0,1 1 0,-2 6 0,-1 0-6,-4 5 0,-3 0-702,-5 3 0,-3 0 712,5-18 0,-2 0 1,-1-1-3,-2 1 1,-2-1 0,0 0 1,-1 0 1,-2 0-1,1-2-2,-5 7 1,-2-1 5,8-9 0,-2 0 1,-1 0 16,-1-1 0,-1 1 0,0-1-8,-1 1 1,-1 0 0,-1 1-5,-5 3 1,-1 0 0,1-1-545,5-6 1,1-2 0,1-1 535,-6 4 1,-2 1 7,0-2 1,-2 2 0,0-3-480,-4 2 0,-1 0 494,1-3 1,-2 2 0,-1-3-3,7-6 1,0-1 0,0-2-8,-2 0 1,0-2 0,-1-1-9,-1 0 1,0-2 0,0 0-4,-2-1 0,1-1 1,-1 0-9,0-1 1,-1-1 0,0 0-211,0-1 0,-1 0 0,0-1 222,-1 0 0,0 0 0,0-2-6,-1 0 0,1-1 1,-1 0-14,-1 0 0,1-2 1,2 1 3,-9-1 0,-1-1 29,4-1 1,-3 0 0,1-2-359,7-1 1,0-1-1,1 0 336,-1 1 1,1 0 0,-1-1 5,-5-2 0,-1-1 0,4-1 384,0-1 1,1-1-367,9 0 1,-3 0 0,3 0 241,-6-3 1,1 0-193,-7-5 0,2-2-5,6-3 0,1-3-46,1 0 1,0-3 5,-2-6 1,3-2-15,13 5 1,2-2-18,2 0 1,2-1-1,1 0 1,1-1 5,2-1 0,-1 0-11,0-2 0,1 0-11,-1 0 0,0 0 11,1 2 0,0 0 461,2 4 1,1 2-456,-8-12 61,1 2 2961,12 22-3016,-1-5 347,9 14-325,2 1 643,1 2-683,1 1 197,-1 2-399,1 2-21,-1 2 201,-1 7 39,-4 7-33,-5 12 10,-6 9 12,-3 4 28,-1 0 17,1-5 22,0-6 29,-1-4-29,-3-6-45,3-4 68,-22-1-85,7-8 29,-17 0 33,12-8-11,7-7-28,9-8-45,10-12-39,8-6 6,15-7 50,13-3-6,14-2-629,6 3 629,-7 11 6,9-4-28,-16 16-28,13-9 17,-2 10 39,11-1-22,13 2-210,-25 10 1,0 1 220,24-2 17,-16 6 0,0 2-89,9 3-238,-17 2 1,-2 2-4770,2 13 5092,-13 2 0,-13-5 1,-5-6-1</inkml:trace>
  <inkml:trace contextRef="#ctx0" brushRef="#br0" timeOffset="197153">6712 12254 15740,'-9'-43'768,"1"0"0,0 0 0,-3-6 0,3 9-105,7 10-441,0 39-1,-3 19 128,-3 31-248,2-15 1,1 3-2210,0 10 1,0 3 2048,2-16 0,0 1 1,1 1-125,1 1 0,0 1 1,1-1-465,0 1 0,2-1 0,-1-1 338,1 7 0,1 0-1367,5 8 0,3-3-2886,4 0 4529,-4-23 0,0-4 1,-1-9-1,-4-13 1</inkml:trace>
  <inkml:trace contextRef="#ctx0" brushRef="#br0" timeOffset="197904">6763 12155 9399,'-28'-46'806,"0"0"1,3 8-1,9 5 828,21 16-1405,16 4-90,19-1-95,19-8-9,-19 8 0,4 0-937,9-4 1,5 0 906,-14 5 0,3 0 1,1 0 6,6-1 1,2 0 0,2 1-8,-11 2 0,1 0 0,1 1 1,0-1-4,4 0 1,1-1-1,0 1 1,-2 0-2,7-2 0,-3 2 1,5-2-8,-10 3 0,5-1 1,1-1-1,-1 1 0,-3 1-4,-3 1 0,-3 1 0,1 0 0,2-1 10,4 0 0,4 0 0,1-1 0,-2 1 0,-5 1 3,8 0 1,-4 1-1,2-1 11,1 2 1,3-1-1,0 0 1,-4 1 19,-3 0 0,-4 0 0,4 0 11,1 0 0,3-1 0,1 0 0,-3 0 97,4 0 1,-3-2-1,0 1 32,-1 0 0,1-1 0,-1-1-61,-1 1 0,0-1 1,1 0-18,-1 0 1,0-1 0,0 1 27,1-1 1,0 1 0,0 0-22,1 0 0,-1-1 1,0 2-43,-1-1 1,-1 0 0,0 1 40,-2 0 0,-2 1 0,0-1 81,-3 1 1,-2 0 0,0 0-54,16-2 0,-3 0 58,-15 2 0,-2 1 179,8 0 0,-3 2 31,4 1-172,-18 1 1,-2 1 173,0 5 1653,-10 2-1781,-9 7 1124,-4 6-1441,-5 9 125,-6 9 114,-4 11 31,-5 8-20,5-23 0,0 0 190,-5 22-399,3-4 1,0 3-311,0-10 0,0 1 346,0 0 1,-2 2-1,1-1-63,-1 2 1,-2 0-47,-3 2 0,-2 3 0,0-5-26,3-9 0,-2 1 10,-9 13 1,-5 6-1,0-6-108,-1-9 0,-1-2 113,1-3 1,-3 2 0,0-3-34,-12 4 1,-1-3 49,14-14 1,-2-1 0,0-1-3,-4 0 1,0-2-1,-2-1-3,-3 1 0,-1-2 0,-1-1-8,-4-1 0,0 0 1,-1-1-16,-3-1 0,-1 0 0,0-1 70,-2 0 0,-1-2 0,-3 1 33,4-2 0,-3 0 0,0 0 0,3-1-810,1 0 1,3-1 0,-1 0 805,7-1 0,-2 0 0,0 0 0,0 1 5,-3-1 0,-1 1 0,0-1 0,1 1-4,5-1 0,0 0 1,0 0-1,-4 0 0,-3 1 0,-4 0 0,-1 0 1,0 0-1,2 0 1,-5 0 1,1 0 0,1 0 0,-1-1-3,0 0 0,0 0 0,-1-1 0,1 1 0,1-1 0,0 0 0,-1-1 0,2 1-6,0-1 1,-1 0-1,2 0 1,3 0-5,-4 1 1,2-1 0,-2 0-101,3 0 0,-4 1 0,1 0 0,5-1-551,6-1 1,4 0-1,-2 0-1294,-14 1 0,-4 0 1,7-1 1954,6-1 0,7-2 0,-5 0 0,28-2 0</inkml:trace>
  <inkml:trace contextRef="#ctx0" brushRef="#br0" timeOffset="198589">7946 11998 20042,'-5'-42'816,"0"-1"0,1 5 0,0 8-675,-2 18 73,4-1 216,1-4-185,1-11-4,-1-10-5,2-7-171,3 3 142,1 8 34,2 14-55,-4 10-127,-2 6-24,-1 5-39,0 12 18,0 3-5,0 6-23,0 0 5,0-5-39,0-1 21,0 21-21,0-16 93,1 36 20,0-5-517,0-14 1,0 3 491,1 6 1,1 2-9,1-4 1,2 2 0,-1 0-21,2-3 0,0-1 1,0 0-16,0 0 0,0 0 0,1 1 14,4 12 1,0 3 0,-1-7-587,-1-8 1,-1 0 565,2 8 1,0 6 0,0-4-133,1 3 1,-1-5-30,-1-7 1,-1-2-675,0 3 0,-1-7-1895,-5-16 2740,0-2 1,-3-17 0,0-2 0</inkml:trace>
  <inkml:trace contextRef="#ctx0" brushRef="#br0" timeOffset="199189">7364 12570 18167,'-14'-51'1103,"0"0"0,1 5 0,3 12-1027,8 24-27,7 11-15,-1 5 109,10 14 74,1 18-162,-2-3-5,-4 0 0,-2 3-3436,4 11 3386,1 11-10,6-5-36,-6-6-182,-1-1-1075,-5-6 1303,-5-18 0,-1-13 1,0-4-1</inkml:trace>
  <inkml:trace contextRef="#ctx0" brushRef="#br0" timeOffset="199771">8892 12172 20331,'9'-56'1120,"0"-1"0,-1 6 1,-1 9-661,-3 21 51,-1 5-255,-2 12-83,0 2-186,0 7-61,4 23 74,3 13-93,-1-6 1,-1 3-273,-1 4 1,0 1 278,-2 4 1,0-2-8,-1-8 1,-2 0 2,-3 9 1,0-2-136,-1-5 465,-7 22 139,7-48-185,-1-7-253,4-17 85,6-41-63,6-4 1,-2 12 1,2-3 6,2 3 1,3 0 53,0 0 1,1 1 0,2 5 0,0 2-13,-2 6 1,0 4 2,15-9 314,-3 17-13,0 11-72,3 14-98,-6 1-57,20 26-166,-10 0-106,-10-8 1,1 4-651,-5-2 1,-2 1-2667,0 2 0,-1 0 3425,11 21 1,-13-20 0,-7-16 0</inkml:trace>
  <inkml:trace contextRef="#ctx0" brushRef="#br0" timeOffset="200455">10563 11958 15078,'-53'13'1183,"-1"-1"1,8-1-1,8-1-990,13-1 54,16-2 116,17 0-483,12-2 277,17-2 50,19-8-30,-19 0 0,2-2-515,-5-1 0,2-1 465,9-3 0,5-3 1,-4 1-106,-7 2 0,3-1-1,2-2 1,8-1-1,1-2 1,-5 3-281,-6 1 1,-4 1 0,3 0 482,15-7 0,3 0 1,-2 0-144,-12 5 0,-3 0 1,0 0-150,16-6 1,-1 1-245,-7 3 1,-3 1 354,-8 2 1,-5 2 295,11-8-5,-28 3 543,-26-3-990,-20-1 102,-21-3 630,19 12 1,-3 1-441,-1 0 0,0 1 55,2 1 1,1 0 1161,-17-4-855,20 5-227,19 5 163,19 1 255,13 4-184,13 4-90,11 5-247,10 8-281,-23-7 1,0 2-61,4 2 0,-1 1-31,1 3 1,0 2-306,-1 2 0,-2 2 64,-3 1 1,-4 0-264,10 19 116,-25-11 1,-8 2-353,-20 14 906,-2-9 0,-2-3 0,-8-3 0,-1-4 0</inkml:trace>
  <inkml:trace contextRef="#ctx0" brushRef="#br0" timeOffset="201225">12387 11560 15872,'-15'-54'1986,"1"0"1,2 10 0,3 9-1488,2 17-392,8 21 35,8 13-201,8 18-24,10 22-479,-12-20 1,-1 2 414,1 6 0,-1 2-169,0 4 0,-3 0-270,-1 3 1,-1 0-275,-1-1 1,-1 0-267,-2-5 0,0 0 409,-1-6 1,1-4 384,1 6-371,-1-17 0,-4-24 0,0-2 0</inkml:trace>
  <inkml:trace contextRef="#ctx0" brushRef="#br0" timeOffset="201807">12424 11371 16221,'-11'-52'706,"-1"0"1,4 4 0,10 6-661,32 2-392,-4 20 0,5 0 539,11-2 1,5 1-127,-10 5 1,3 0-1,1 2-643,6-2 1,1 0 0,2 2 602,5-2 0,0 1 0,2 1-14,-13 3 1,-1 0-1,2 0 1,1 0 17,-1 1 1,2-1 0,1-1 0,-1 1 0,-4 1 29,12-3 0,-4 2 1,4-2-77,1 0 1,4-2 0,0 1 0,-4 1-14,-4 0 0,-4 1 0,3-1 19,-6 1 0,2 0 0,1 0 0,1 0-445,4-2 1,1 0-1,0 1 1,-2-1 408,6-1 0,-2 1 1,1-1 19,-13 3 0,1 0 1,-1-1-1,-5 2-309,12-3 0,-4 1 317,2-2 0,-2 0 295,-13 5 1,-3 0 331,22-5 2467,-14 3-2460,-39 11 2617,-4-1-2963,-7 4 1146,1 1-1068,-1 7 442,3 16-1062,0 5-65,2 5 25,1 12-16,2 2 4,2-16 1,2 4 141,1 16 0,1 4-1320,-1-2 1,0 1 1404,0 1 0,-1 1 85,-4-16 1,-1 1-1,-1 0-456,-2 14 1,-1 0 443,1-9 0,-1 1 0,-2 2-701,-3 6 0,-4 2 0,0-3 718,-1-9 0,-1-2 1,-3-1 25,-4 5 1,-3-1 0,-1-6-57,-4-2 0,-2-6-8,0-5 1,-6-2 64,-8-4 0,-7-2 0,0-1 174,11-5 0,0-2 0,-3 1-171,-7 2 0,-5 0 1,0 1-1,2-4-384,-7 0 1,3-4 0,2 0 332,9-2 1,2-1-1,-3 0 3,-4 0 1,-5-1 0,0-1 0,4 0 206,0 0 0,4-1 1,-4-1-210,-2 1 1,-3 0 0,-1 0 0,4-1-52,-7 0 0,2-1 1,3 0 18,11 0 0,1-1 0,0 0-159,-8 0 1,0 0-1,2-1-1064,-7-1 1,0-1 1280,10-2 0,0 0 0,4-1 0,5 2 0,4 0 0,-20-9 0</inkml:trace>
  <inkml:trace contextRef="#ctx0" brushRef="#br0" timeOffset="202449">13045 11476 18828,'38'1'115,"1"-1"1,21 7 80,-57 15 95,-13 1-106,-3-5 431,-23-1-208,7-12-223,-6-2 157,4-14 83,10-20-268,7-9-73,14-15-33,16 6 5,13 5-23,-4 15 41,14 6-18,-12 16-23,15 9-27,-4 16-17,2 15-17,-5 11-3375,-13 13 3397,-15-7-5,-11-14 0,-7 3-278,-11 4 0,-4 1 303,-2 1 0,-3-1 25,-9 6 1,-3-5 32,7-13 1,1-6 75,2-6 1,1-3 439,-17-1-143,20-21-188,18-11-164,22-9 3239,12 1-3077,12 4-6,11 6-146,8 5-68,-21 6 0,1 0-335,5 0 0,0-1 110,-7 1 1,1 0-1071,24-5 0,-1-2 338,-5-1 823,2-4 1,-5 0-1,-27 6 1,8-6-1</inkml:trace>
  <inkml:trace contextRef="#ctx0" brushRef="#br0" timeOffset="202676">13819 10992 23889,'-2'60'53,"1"1"0,0 2 0,3-1-78,7-4 1,2-1-1191,-3 4 0,0-1 1191,-2 1 0,0-3-14,-3-13 1,-1 0-207,0 14 0,1-1-480,-1-23 1,1-1 705,3 14 0,0-4 0,1-7 0,1-13 0</inkml:trace>
  <inkml:trace contextRef="#ctx0" brushRef="#br0" timeOffset="203075">14211 11236 25571,'35'30'-127,"-1"1"0,1-1 0,11 14 0,-11 1-112,-25-9 0,-8 1 124,-4-1 1,-3-1 82,-3-1 0,-3-2 91,-18 21 168,1-16 156,6-18-418,9-22 120,7-20 118,15-40-158,1 13-292,5 7 1,3-1 319,-2 14 0,2 2 14,4-7 0,2 0-9,-1 5 1,0 2-23,12-10-23,12 4-22,-12 22-11,18 0-28,3 22-59,-23 1 0,0 4-69,22 15-469,-16 4 0,-3 4-740,-17-10 0,-3 4 1365,6 17 0,-4-2 0,-8-2 0,-8-3 0</inkml:trace>
  <inkml:trace contextRef="#ctx0" brushRef="#br0" timeOffset="204409">14858 12013 15552,'-1'-8'6273,"0"2"-11630,1 6 5570,-26-61 1341,15 44-1579,-3-19 0,0 10 879,9 38-849,3 11-5,0 9-11,-2 14 0,0 4 0,-1 3-155,0-3 0,0 1 143,-2-1 12,0-11 0,-1 6 0,0-4 1294,1-5 1,-1 1-1283,-2 11 1,-2 6 0,-1-4-525,-1-6 1,-2-2 524,-5 11 1,-3 1 3,-2-2 0,-2-1-18,-3-2 1,-3 0-6,3-12 0,-2 0 1,0-2 16,-2 1 0,-1 0 3,-1-5 1,-3 1 0,1-2-15,-7 1 0,-1-2-4,6-4 0,-3 1 0,-1-1-6,-1 1 1,-1-1-1,-3 0 12,3-3 1,-4 1 0,0 0 0,4-3-600,0 1 1,3-1 0,-3 0 598,-3-1 1,-3 2 0,-1-1 0,3-2 6,1-1 0,2-1 0,-3-1-4,5-1 1,-3 1-1,-1-1 1,1 0 5,0-1 0,-1 0 0,0-1 0,1 0 5,-1-1 1,0 0-1,0-1 1,0 0-4,0-1 1,0 0 0,0 0 0,1-2 2,-1 1 1,0-2 0,0 0 0,0 0-4,1-1 1,1-1 0,-1 1 0,-1-1 0,-8-1 0,-2 0 0,1 0 0,3-1-3,3 1 0,3-2 0,-3 1-2,1-1 1,-3 1-1,0-2 1,3 0-1,-8-3 0,2-2 0,2 0-2,9 3 0,0-1 1,-2-2 5,-3-4 1,-5-3 0,1-2 0,9 1 3,5 0 0,1-4 1,-13-7 1,-6-4-1,7 0-226,10 2 1,4-1 223,1 2 1,-2-3 0,4 3-1,4 0 1,2 1 5,-4-6 1,3 0 34,8 7 0,0 0-35,-2-5 0,0-1-14,5 3 1,2 0 7,-7-21 768,12 7-790,8 7 1919,10 9-1952,3 10 1141,5 8-1074,3 20 573,-4 1-573,0 27-28,-7 16 0,-7 4 5,-2 1 0,-6-27 1,-2-2-640,-10 10 651,-5 8 16,-5-13 46,-5-11-52,7-6 35,-19-4-23,23-21-17,-4-2 0,7-15 6,9-6 5,-1-23-10,8-1 186,5 18 1,2-1-159,2-11 7,3 8 1,2 0 8,10-15-28,-3 14 0,3 0-148,3 9 1,3 2 138,3 2 1,2 2-9,22-9-11,-9 14 0,2 4-6,-11 6 1,-1 2 2,6-2 0,2 1-71,5 5 1,-1 2-533,16 6-130,-14-1 1,-1 0-1598,12 6 2333,0 1 1,-34-9 0,-1 1 0</inkml:trace>
  <inkml:trace contextRef="#ctx0" brushRef="#br0" timeOffset="206259">7962 13425 20179,'5'36'354,"0"-1"1,1 4 0,-1 0-330,1 4 0,-1 2-56,1 2 0,1 2-159,5 13 0,-1 0-642,-3-19 1,1-1 612,4 18 1,1-1 58,-8-23 1,0-2 128,0 5 0,-1 0 562,-9 19-491,-14-21 134,-16-20-286,-14-15 84,-7-15 53,25 0 0,1-3 48,1-4 0,1-2-1456,0-6 1,1 0 1488,-6-10 594,1-9-498,20 23 27,-1-3 23,2 5 79,1 6-62,2 5 3195,-1 6-3464,3 6 45,-2 9 6,3 19-1,2 3 24,13 9-2,13-9 24,17-3-12,10-5-6,5-2 12,-2-5 22,-4-6 78,-7-4 34,-8-10-56,-4-10-78,-4-10 5,-1-8 28,-4-5-39,-3 0 0,-5 3-39,-3 3-56,-4 13-34,1 3-185,0 11-414,5 0-1020,6 8-4699,1 5 5515,-2 6 0,-8-6 0,-6-2 0</inkml:trace>
  <inkml:trace contextRef="#ctx0" brushRef="#br0" timeOffset="206740">7616 15446 12169,'-18'-60'2158,"-1"1"0,3 5 1,1 9-1089,2 18-415,2 4-207,0-2 28,3 4 11,2 1 35,-1-2 4,1-5-218,0 1-151,3 3-34,2 8-89,1 9 117,4 22-73,1 15-38,4 28-423,-4-23 1,0 3 393,1 5 1,0 1 2,1 5 0,1 1-3,1 1 0,1 1 0,0 1 0,2 1-56,-2-13 1,1 1-1,0-2-70,4 11 0,0-2-199,3 5 1,-1-3-550,-3-14 1,-2-2-1289,6 15 2151,-6-2 0,-9-34 0,0 4 0</inkml:trace>
  <inkml:trace contextRef="#ctx0" brushRef="#br0" timeOffset="207401">7429 15729 21276,'35'-49'13,"0"0"0,-5 5 0,3 4-1804,10 11 0,1 4 1779,-15 7 1,-2-1-6,3-3 1,-2 0 1051,8-14-889,-1-15-96,-18 19 709,-16-5-541,-13 25-123,-2 0-11,-2 9 1856,9 3-1895,0 0-39,5 4 44,1 3-27,1 1 50,1 7 28,5 6-23,8 7-50,0-5 28,9-1-22,-10-15 145,15 0-33,-11-10-18,9-7-10,-4-8 0,1-5-34,-4 3 291,5-5-218,-14 14 223,3-4-273,-11 13 38,-2 0-55,-6 4-51,-1-1 107,-18 2-68,2-2-22,-11-4-5,8-1-1,4-2-39,9 1-5,4 3-23,5 3 17,1 7 0,0 7 6,1 11-6,2-3-6,0 23-5,2-22-101,14 29-39,4-26-118,17 9-706,19-11-122,1-12 220,2-7-213,-26-10 1,-1-4-2815,9-6 3904,-11 1 0,-2 0 0,-5 1 0,-2 1 0</inkml:trace>
  <inkml:trace contextRef="#ctx0" brushRef="#br0" timeOffset="207968">8437 15307 20169,'-28'-48'808,"0"0"1,5 7-1,4 7-567,8 8 298,8 14-527,3 6 159,6 10-154,0 2 115,13 22-115,-3 0 259,6 18-282,-8-2 0,-4-8-3363,-3 13 3380,-5-26 39,1 16-38,-3-27 100,1 1 106,0-12-140,0-27-10,-1-2-1,0-28 22,-1 4 3399,0-2-3427,-1 7-5,2 9-5,-1 9-46,4 9-10,7 4 10,10 4-5,1 5-5,27 5 5,-11 13 5,18 10-27,-14 13-17,-10 6 27,-11-5 57,-11 14 6,-12-20 139,-7 8-112,0-22 41,-1-14-47,7-19 1,1-17-17,2-15-28,4-11 11,3 0 6,4 6-6,0 11-27,-1 15-24,-1 13-10,2 8-28,4 7-85,8 7-84,7 10-122,7 13-219,7 12-713,-19-16 0,0 0 254,17 18-3359,-10-10 1,0 0 3642,2 3 0,5 4 0,-26-25 0</inkml:trace>
  <inkml:trace contextRef="#ctx0" brushRef="#br0" timeOffset="208425">9208 15195 22907,'-16'-46'582,"0"0"0,0 4 1,7 10-510,12 23-40,5 8-16,10 14 5,9 14-44,6 18-3,-14-16 0,-2 2-90,0 4 1,-1 1 125,0 2 0,0 1-290,-2 0 1,1-1 280,-1-1 1,0-2 8,0 0 1,-1-3 21,2 6 91,-5-8-12,-8-26-51,-8-14-44,-5-15 243,-11-22-243,8 17 0,-1-3-3,-2-7 0,0-1-52,-2-6 0,0-1 60,-1-3 0,0 0-2,1-1 0,0 1 14,0 2 0,1 2-1,2 5 1,1 1-4,4 6 1,1 3-8,-3-19-18,11 16 18,11 11-29,9 8-11,12 8-5,10 5 0,6 12 10,3 12-10,-1 13 0,-7 8-12,-12 4 34,-18 2 17,-26-1-73,-24-2-48,10-23 0,-3-2-302,-4-2 0,-1-2-412,-1-4 0,0-2 335,0-3 1,2-2-1,-4-1 1,10-4-1</inkml:trace>
  <inkml:trace contextRef="#ctx0" brushRef="#br0" timeOffset="220725">18365 2725 9221,'-62'7'950,"0"1"0,0-1 1,5 0-1,2-1 1,6 0-580,8-2 0,4 0 1637,-1 0 0,6-1-313,8-2-744,3-1-460,39-10 457,27-10-429,-7 3 0,6-1-894,13-4 0,4 0 613,-13 5 1,2 0-1,1 0-650,5-1 0,0 1 0,1 0 484,2-1 0,1 1 0,-1 0-64,0 1 0,0 0 0,-1 0 101,-2 2 1,-2 0-1,0 2-215,-8 1 1,-2 1 0,-2 0-25,6 1 0,-7 1 55,-2 1 41,-39 10 149,-33 9 0,-20 2-53,1 1 0,-4 1-124,-2 0 0,-4 2 0,-1 0 83,15-5 0,0-1 0,0 1 0,-1 0 3,-3 0 0,0 1 1,-2 0-1,-1 0-186,3-1 1,-2 0 0,-1 1-1,1-1 1,4-1 207,-12 3 1,4-1-1,-2 1 9,2-1 1,-2 1 0,1-1 0,6-2-321,-8 1 0,5-2 744,-8 2 1,4-2-47,16-1 0,12-7 119,25-10-1383,26-3 1375,26-6 0,7-1 194,-16 6 1,3-1-526,4-1 1,8-2-1,3 0 1,-1 0-76,2 2 1,0-1 0,1 1-1,1-1-122,-3 1 0,1 0 1,2-1-1,-2 1 1,-1 0 214,5-1 0,-1 1 1,-2 1-1,0 0-170,-3 0 1,0 1 0,-2 0 0,-4 1 411,0 0 0,-3 1 0,-1 0-346,3 0 0,0-1 0,-4 2-302,5-2 0,-21 5-107,-28 6 179,-23 5 1,-13 4 49,-1 0 1,-4 1-1,-2 0-100,-9 4 1,-2 1-1,-2 0 133,9-2 1,-1-1-1,0 2 1,-2-1-131,-2 1 1,0 1-1,-2 0 1,1 0 203,-1 0 0,-1 1 0,0-1 0,0 1 9,1-1 0,1 1 0,0-1 0,0 1-1,3-2 1,1 0-1,1-1 1,0 0 60,-9 2 1,1-1-1,2-1-94,10-4 1,2-1-1,3-1 786,-5 0 0,8-4-687,3-11-622,57-14 921,9 2 1,9-1-201,-3 3 1,3 0 0,3 1-60,7-3 0,2 0 1,2 0-169,5-1 0,2 1 0,0 0 0,-12 5 0,0 0 0,1 0 0,0 0 0,1 0 0,0 1 0,1-1 0,-1 1 0,0 0 0,-1 0 0,0 1 0,0 0 0,12-3 0,-1 0 0,-4 1 0,-13 3 0,-3 1 0,0 0 0,18-4 0,-12 1 0,-25 4 0,-35 6 0,-27 9 0,-13 4 0,5-1 0,-3 2 0,-3-1 0,7 0 0,-2 1 0,-1-1 0,0 2 0,-5 0 0,-1 0 0,0 1 0,-1 0 0,0 0 0,0 0 0,0 0 0,-2 1 0,6-1 0,-2 0 0,0 0 0,1 1 0,2-1 0,-3 0 0,3 1 0,0-1 0,1 1 0,3-2 0,1 1 0,1-1 0,2 1 0,-1 1 0,2 0 0,5-1 0,4 1 0,3-1 0,-25 13 0,41-12 0,46-14 0,4-6 0,5-3 0,-1-1 0,3 0 0,2-1 0,10-3 0,3-2 0,1 1 0,-9 2 0,1 0 0,1-1 0,1 0 0,2 0 0,1 0 0,1-1 0,1-1 0,-4 2 0,3 0 0,0-1 0,-1 1 0,-2 0 0,3-1 0,-1 0 0,-2 1 0,1-1 0,3 0 0,1 0 0,-3 0 0,-6 2 0,9-3 0,-7 2 0,-8 2 0,-13 0 0,-25 3 0,-34 3 0,-13 9 0,-5 4 0,1-2 0,-6 3-48,2 0 1,-7 3 0,-1 1 0,5-2 110,9-1 0,3-1 0,-4 1-63,-3 1 0,-5 1 0,-3 1 0,-1 0 0,3-1 0,-7 2 0,1 0 0,0 0 0,0 0-293,1 0 0,-1 0 1,0 0-1,2-1 585,2 0 1,0 0 0,2 0 0,3-1-293,-2 0 0,4-1 0,5-1 0,7 0 0,4-2 0,-17 6 0,57-12 0,53-14 0,-25 4 0,3 0 0,4-2 0,4-2 0,0 0 0,-1 1 0,0 0 0,4-2 0,7-1 0,6-2 0,0 0 0,-4 1 0,-2 1 0,-3 1 0,5-1 0,-7 2 0,5-2 0,2-1 0,-3 2 0,-6 1 0,-1 1 0,-5 2 0,1-1 0,9-2 0,2-1 0,-5 2 0,1-1 0,-8 3 0,-9 3 0,-17 1 0,-77 19 0,15-4 0,-4 1 0,-8 2 0,-5 2 0,11-2 0,-4 0 0,-2 2 0,8-2 0,-1 1 0,-1 0 0,-1 0 0,0 1 0,-1 0 0,-1 0 0,0 1 0,-6 1 0,-2 1 0,1 0 0,3-1 0,9-1 0,1 0 0,1-1 0,4 0 0,-1 1 0,3 0 0,2-1 0,-8 2 0,10 0 0,13 0 0,63-18 0,-7-4 0,4-1 0,5-1 0,5-2 0,0-2 0,5-2 0,0 0 0,-3 1 0,2 0 0,3-2 0,-7 3 0,3-1 0,2-1 0,0 1 0,-2 0 0,3-1 0,-2 1 0,0-1 0,1 1 0,2 0 0,2-1 0,-3 1 0,-4 2 0,13-3 0,-8 2 0,-18 5 0,-6 1 0,-5 1 0,-71 19 0,-8 1 0,-6 3 0,5-1 0,-4 1 0,12-4 0,-5 3 0,0-1 0,6-1 0,-10 2 0,-2 0 0,13-3 0,-7 2 0,-3 1 0,1-1 0,4-1 0,-11 3 0,4-1 0,-4 0 0,14-3 0,-4 0 0,0 1 0,1-1 0,4-1 0,-8 1 0,4-2 0,3-1 0,-5 1 0,7-3 0,-4 0 0,50-21 0,19-1 0,25-13 0,10-4 0,-3 7 0,3-1 0,-11 5 0,1-2 0,2 2 0,6-1 0,2 1 0,-1 1 0,-7 4 0,-2 0 0,3-1 0,-1 0 0,3 0 0,0-1 0,-2 2 0,1-1 0,-3 0 0,-1 1 0,19-6 0,-9 3 0,-12 1 0,-37 5 0,-16 6 0,-30-4 0,7 7 0,-3 0 0,-1 0 0,0 1 0,-7 0 0,1 1 0,-12 0-1468,21 2-620,17 1 2054,20 7 0,-1-6 0,6 3 0</inkml:trace>
  <inkml:trace contextRef="#ctx0" brushRef="#br0" timeOffset="228528">17635 10743 12163,'-27'-51'2481,"1"-1"1,2 6 0,3 3-1172,0-3-616,8 15-526,6 14-101,4 17 68,5 20-51,0 25-70,0-11 0,-1 4-1169,-2 3 0,-2 4 0,1-3 1107,-1 6 1,-1 1-71,-2 2 1,-1 4-1,0-3-598,1 6 0,0-2 221,2-10 0,1 1 1,2-1-719,3 17 1,6-4-3493,8-7 0,4-6 4195,8 7 1,3-21 0,-25-28 0</inkml:trace>
  <inkml:trace contextRef="#ctx0" brushRef="#br0" timeOffset="229120">17469 10573 12062,'3'-61'941,"-1"1"0,5 4 0,7 8-714,11 22 0,7 5-1603,10-1 0,4 2 1400,-7 6 0,2 0 1,1 1-22,8-1 1,1 1 0,4-2-638,0 2 1,5-1-1,1-1 1,-2 1 635,-3 1 1,-1-1 0,0 1 0,3-2-161,-2 2 0,2-1 1,2-1-1,-3 1 1,-3 0 169,-3 1 1,-4 1 0,0 0-1,3-1-255,0 0 1,1 0 0,2 0-1,0-1 1,-2 2 242,6-3 0,-2 2 0,1-1 0,2 0 10,-1 0 0,1 0 0,2-1 0,0 0 0,-1 1-1,0-1 0,0 1 0,0-1 0,1 0 0,1 0 3,-2 1 0,3-1 0,1 0 1,-1 0-1,-2 0 0,-3 2-3,6-3 1,-3 2 0,-1 1 0,4-1 4,-10 2 0,4 0 0,2 0 0,-1 0 0,-2 1 0,-5 2 19,3 0 1,-4 2 0,-1 1 0,2-1 13,8 0 1,2-1-1,1 1 1,-2 0 71,1 2 0,-1 1 0,0 0 0,-5 1-11,2 2 0,-4 0 1,-2 2 66,-5-1 0,-2 1 0,-6 3-52,-3 4 1,-8 5 1724,-5 15-1535,-6 12 2180,-21 10-2350,-3-14 0,-3 0-70,-8 17 1296,3-12 1,0 2-1306,5-7 0,0 0-212,0 0 1,1 3 238,2 6 1,1 6 0,3 0-718,1 2 1,3 0 0,1 3 629,-1-7 0,1 2 0,1 0 0,0-2-4,2 9 0,0-1 0,2-2-4,1 1 1,2-1-1,-2-3-2,-2-9 1,0-2-1,-2 3 2,-2 15 1,-2 5-1,-4-4 22,-4-11 1,-2-3 0,-2-2 1,0-1 1,-1-2 0,-7-4 49,-24 7 0,-8-9-3,-3-9 0,-6-5-30,4-3 1,-4-2-1,1-1-20,9-3 0,1-3 0,-7 0 1,4-3 1,-7 0 0,-4-2-1,-1 0 1,4 0 0,7 0-751,-9-1 0,8 0 1,-9 0 736,15-1 1,-6 0-1,-4 0 1,-1 0 0,0 0-1,3-1 1,6 1 2,-8-2 1,5 1-1,1-1 1,-3 0-17,3 0 0,-3 0 0,0-1 0,0 1 0,1-1-18,2 1 0,1-1 1,1 1-1,-2-1 1,0 0-85,-5 0 0,-1-1 0,-1 0 1,1 1-1,1-1-496,-4 0 0,1 0 1,1 0-1,1 0 334,3 0 1,0 1-1,1-1 1,0-1 271,-2 0 0,0 0 0,3-1 0,9 1 0,7 1 0,3 0 0,-17-2 0,-1-1 0</inkml:trace>
  <inkml:trace contextRef="#ctx0" brushRef="#br0" timeOffset="229754">18542 10669 10522,'-4'-2'2303,"0"1"1068,4 1-2710,-28-77-5940,34 38 5343,-16-7 0,5 1 165,40 8 1311,10 10-1354,1 4-22,6 6-49,-16 18-31,-9 6 15,8 27-121,-12 1 869,2 9-933,-8 3 17,-13 4 15,-4-8 47,-16 16 103,-9-21 99,-14 7 450,-11-8 9,7-18 2988,5-9-3182,13-20 336,8-15-631,5 3 143,8-17-271,14 18-20,8-6-37,1 15-7,22 5 17,-2 13 10,9 3-7,-10 8 0,0 3-14,-10-2 0,-1 1-5,6 2 0,-1 3-91,-5 8 0,-7 1-53,-4 2-23,-15 8 0,-10 1 99,-6-16 0,-5-3-79,-2 7 1,-4 0 52,-6-5 1,-3-3-2121,-2-4 1,0-3 1665,7-3 0,-1-1 619,-12-1 1,4-4 0,17-6 0,-7-2 0</inkml:trace>
  <inkml:trace contextRef="#ctx0" brushRef="#br0" timeOffset="230021">19145 9935 22122,'29'45'-194,"0"0"1,0 0 0,-1 1 0,0 1 0,-4-2 42,-6-5 0,-3-1 0,0 2-1661,2 12 0,-1 3 0,-1-3 1671,1 4 0,-3 0-108,-4-6 1,-1 4-1,-3-5-216,-3-1 0,-4-1-2649,-1 10 0,-2 0 3070,0-12 1,-1-4-1,-4 10 1,4-27 0</inkml:trace>
  <inkml:trace contextRef="#ctx0" brushRef="#br0" timeOffset="230445">19978 10240 16691,'0'-4'3280,"0"1"-1686,0 3-980,47 91-1881,-35-62 0,0 1 1272,7 12 0,3 5 0,-6-3 53,-6-6 1,-5-2 456,-2-3 0,-3 0-155,-14 21-126,-2-17 746,-26-5-772,13-21 218,-9-9-264,20-13-38,17-42-159,20-2 249,-2 11 0,3-1-217,6 4 1,3 1 2,2 2 1,1 2-16,-1 4 1,0 4-89,-2 6 0,0 3 317,25-6 16,-1 14-36,1 15-59,3 12-74,-29-2 0,-1 4-35,4 11 1,-2 3-17,9 15-420,-14-9 0,-3 3-209,-9-11 0,-1 1-1329,2 10 1,-2 1 1446,-3-4 1,-2-3-1,1 11 1,-6-20-1</inkml:trace>
  <inkml:trace contextRef="#ctx0" brushRef="#br0" timeOffset="237824">13257 10131 14856,'-3'-6'4397,"1"2"-4464,2 4-103,-7-43 210,10 47-16,-2-17 1,13 69-38,-6-20 1,0 3-220,-1 4 0,1 1-13,1 1 0,1 1-649,1-3 0,2-1-39,0-3 0,3-3-577,1-5 1,1-3-3148,17 17 4657,-7-16 1,-11-14 0,-10-8 0</inkml:trace>
  <inkml:trace contextRef="#ctx0" brushRef="#br0" timeOffset="238909">13227 10516 9395,'-4'-6'4091,"1"2"-3823,3 4 641,0 0-740,35-48-110,12 25-14,-11-6 1,3-1-29,-1 16 0,-1 4-26,14-8 84,-21 5 1,0-1 159,17-15-93,-10 5 204,-8-9 85,-31 20-445,-4-1 233,-15 10 394,0 4-169,0 2 761,-5 11-843,17-1-38,-1 8-143,19-5 46,6-3 51,11-4-84,2-6-147,-4-4 281,10-13-98,-17 3 112,13-20-33,-13 4 148,0-21-160,-7 15-98,-6-10-123,-11 23-267,-6-1-142,-21 10 123,6 8 167,-19 12 180,7 13 97,4 7-15,5 1 39,16 5-2,12 4-73,9 2-347,12 6-191,17-14-48,-2-9-207,19-3 76,-17-14 0,1-2 48,15 3 75,-13-7 1,-2-4-223,-3-9 668,-2-3 162,-1-10 222,-13-12-162,-3 6 256,-4-27-356,-8 33 290,2-20-40,-2 23 150,0-1-592,-1 10-208,0 6 131,-1 9 70,2 15 5,0 6 13,4 15-34,1-9 18,6 19-63,-1-16 0,6 12-16,-7-19 59,-2-9 344,-4-8 33,-4-10-48,0-8-145,-4-12-48,1 0 73,-2-11 14,2-3 17,2 0 61,5 0 21,2 17-281,1 9 215,4 6 141,3 4-151,-2 3-11,13 8-122,-10 4-135,7 8-57,-6 0-128,-5-4-84,1 5-107,-6-10 357,1 1 219,-6-9-136,0-5 303,-2-12-121,0-4-30,0-14 40,0-1-30,3 0-43,4 4 35,2 8 41,13 2-102,-3 10 1,12 1 23,-2 9-147,0 3-14,-6 2-846,13 9-411,-13-6-1344,13 5-1278,-9-7-1521,2-3 2881,-7-3 2582,-1-2 1,-14-1-1,-3 0 1</inkml:trace>
  <inkml:trace contextRef="#ctx0" brushRef="#br0" timeOffset="239315">14757 9982 20078,'28'-27'481,"1"15"-363,-7 48-40,4 6-5,-1 5-11,0 1 22,-3-1 5,-5-5 18,-6-7 134,-6-12 212,-2-12-77,-4-6-247,-3-14-51,-3-7-22,-6-15-33,-3-10 16,-2-9-505,-3-9 488,10 25 0,0 0 9,-1-3 0,1-1 11,0-1 0,1 0 14,3 2 0,1 0 35,2 4 0,2 1 121,9-18-6,3 14-7,8 14 46,-4 11 58,14 9-102,-4 11 418,14 9-645,-7 12-85,-4 10-98,-11 7-198,-18 6-674,-23 3-1844,1-26 0,-5-2 2938,-1-3 0,0-2 0,-14 7 0,16-14 1</inkml:trace>
  <inkml:trace contextRef="#ctx0" brushRef="#br0" timeOffset="245910">4582 11892 18564,'43'21'63,"-1"1"0,1 0 0,-1-1 0,5 4 1,-2-1-1,1-4-3,-2-8 1,0-4-1,0 0-1405,18 4 0,1-1 1357,-10-2 0,3 0 0,-1 0-70,0 0 1,-1 0 0,0 1 6,-4-2 1,0 1-1,-2 0-13,16 2 0,-5 1-196,-12-3 1,-5 1 1415,12 5-919,-32-3 190,-40 0 98,-2-6-242,-13-3 1,-1-2 2,-2-1 15,-23 0 547,-1-3 50,0-6-620,25 3 1,1-1 2146,-22-11-2563,19-1-105,10 4 284,-2-3 100,2 4-365,6 3 153,-3-1-132,18 8 63,-1-1-82,6 3 250,1 0 350,0-1 70,0-1-250,-1 2 83,1-2-95,0 1 110,0-2 175,3-4 207,5-10-364,-1 4 89,3-9 93,-7 10-119,1-5-86,-4 7-249,-1 3-150,-1 5-484,0 3-83,-1 0 549,-1 1-57,1-1 36,1 0-32,1 0 30,1-2 428,0 0 215,0 1-28,0 1-449,0 7 81,0-1 80,4 6-263,1-6-301,10 2 91,19-4 266,-4 1-22,33 2 47,-7 3-519,-7 0 1,2 3 381,-7-1 0,0 3 133,7 4 0,-3 1 310,8 9-1945,-25-2 1,-4 1 1006,-5 1 306,-5 3 0,-3 0-96,-8-7 283,-7 26 119,-4-31 195,-12 14-73,-6-13-246,0-4-463,1-3 818,8-19 1,10 4-1,0-6 1</inkml:trace>
  <inkml:trace contextRef="#ctx0" brushRef="#br0" timeOffset="246650">5217 10986 15421,'-7'-9'2390,"-10"-29"0,-1-6-1115,10 14-969,-8-11 0,1 2 305,12 22-446,2 12-103,2 7-126,12 16-126,13 16 179,-6-7 1,1 2-9,4 7 0,1 1-977,1 6 1,1 1 984,-1 2 1,0 1-31,-3 0 1,-1 0-234,-2-3 0,-3-1 312,-5-11 1,-2 0 77,-1 4 0,-2-3 510,-3 5 199,-1-2-386,-6-21 88,-5-22-469,-5-11-34,-7-17-19,3-1 31,3-2 1,1-1 23,-2-19 813,5 17 1,1-1-681,0-15 542,4 12-332,1 14-103,2 10-21,3 12 144,8 7-57,8 11-479,15 6-7,-3 3 35,0-2 1,1 1-123,16 10-1489,-4-4 1,0 0 1406,7 3 50,-15-8 1,-3-2-206,-3-1 85,21 12-11,-26-15-1753,23 7-2466,-23-18-5242,8-6 9525,-17-3 1,-7 0-1,-6 5 1</inkml:trace>
  <inkml:trace contextRef="#ctx0" brushRef="#br0" timeOffset="247291">5750 11122 10578,'-4'-8'5224,"1"2"-4257,-9-21 1,-4-6 1060,-5-10-2276,3 4 1,1 1 614,-2-1 971,3 2-722,5 11-422,-5-8-117,9 20 740,2 6-503,3 6 356,1 0-635,18 23-3443,4 3 3373,10 13-350,7 12 334,-6 3 13,-12-17 1,0 2-41,-3 1 1,0 1-106,-2 0 1,0 1-245,-1-2 1,-1-1-381,0-3 1,1-2-2676,16 17 3481,4-18 1,-14-18 0,-2-9 0</inkml:trace>
  <inkml:trace contextRef="#ctx0" brushRef="#br0" timeOffset="247775">6089 11050 22473,'26'-7'325,"-1"-4"-225,2-2 80,3-15 0,-17 10-13,9-22 34,-18-5-179,-2 8 116,-13-17 84,-11 22-253,3 6 4,-13 6-122,9 17 69,-6 8 35,1 9 100,9 5-12,7 12 1,3 3 12,1-2-8,2 4 0,2 2 52,11-2-49,0 1-92,18 6-117,5-10-89,15 3-1673,-10-22 1,1-2 1693,16 1-118,-11-11 1,1-7-1111,-6-9 0,-2-4 570,-5 5 1,1-3-4033,14-19 1,-5-1 4065,-11 6 1,9-10 0,-31 33 0</inkml:trace>
  <inkml:trace contextRef="#ctx0" brushRef="#br0" timeOffset="248626">6778 10669 21692,'-49'-18'291,"0"0"1,6 3 0,6 10-242,10 26 58,4 15-68,8 3 16,-1 14-28,5 3 10,5 6 29,8-17-20,3-8 65,14-19 78,16-14-117,-7-3 57,15-14 10,-18-8 17,1-12-73,-7-7 16,-9-3 74,-6-7-34,-5 13-50,-1 7 66,-4 15-60,2 10-113,-1 2 6,3 7 39,1 6-28,2 9-28,5 6-146,12 13-179,7-4-240,13 4 117,7-14 145,15-8 169,-7-10-194,-3-12 0,0-4-1021,4-4 436,-3-3 0,1-3 649,-16 2 1,-4-1 437,21-13 64,-28 10 1,-5-2 433,-13-23-157,-8-7-196,-5-1 420,-8 12 0,-2 2-72,-7-3-507,7 12 0,-1 3 80,-6 10 68,-4 14-134,-6 10-73,-17 24-68,16-3-8,7 15 1,5 4 2,8-6-377,3 4 1,2-1 370,7-11-346,9 22 341,2-32 17,30 8 10,-14-28 57,34-23-39,-33 1 13,-2-12 1,-4-4-9,-7-4 17,-4-12 0,-2-3-28,-6-2-11,-3 1 0,-1-2 5,0 18 1,-2 1 100,-3-15 0,-1 1 191,4 19 1,-1 3-97,-4-6 1,1 6-51,1 14-117,-1 0 754,5 15-715,1 9-62,1 18-23,3 0-5,9 32-50,11 2-427,-6-17 1,2 3 45,4 6 0,1 0 109,-4-10 0,2 2-1366,4-3 0,4 3 0,-1-4-3228,6 1 1,0-3 3768,5 8 0,-1-4 0,4-4 0,-29-26 0</inkml:trace>
  <inkml:trace contextRef="#ctx0" brushRef="#br0" timeOffset="254516">15247 10095 16902,'6'-50'1294,"-3"11"-1160,-10 38 23,-5 5 33,-5 5-27,-3 6-67,0 2-46,5 0 17,7-4 135,5-5 123,8-4-45,4-3-73,8-7-11,3-4 45,-1-3 145,-4 1 17,-7 3-123,-5 3-179,-3 3-84,-3 2-12,-1 2-22,-4 3 6,1 2 11,3 8-17,2-4 17,4 6 40,3-6 10,2 1 23,1-3 123,-3-3 129,-2-3-129,-2-5-128,1-4 4,-2-7-21,0-2-18,-1 0-10,-3 3-51,-1 5-107,-1 3-145,2 4-208,0 6-1186,2 8-987,4 2 23,1 1 2638,8-4 0,-5-7 0,2-1 0</inkml:trace>
  <inkml:trace contextRef="#ctx0" brushRef="#br0" timeOffset="255885">15489 9822 13737,'-2'-2'3865,"0"0"-2380,2 2-1312,-18 11 35,14 10-24,-10 16 1,23 7-17,5 3 6,3-4 22,-1-4-28,-3-7 33,-4-8 174,-5-8 213,-3-8-161,0-8-209,-5-28-184,3 8 27,-3-29-33,4 25 40,4-20-12,6 9 11,7-8 6,7 8-34,4 6-22,4 9 11,-1 7-28,4 6 0,-14 8 0,5 7-6,-10 9-5,3 10 5,-1 5 1,0 4 5,3-1-6,3-2 6,4-7 22,5-7 34,-1-9 6,-1-10 28,-3-11-18,-2-11-27,-4-12-6,-2-10-5,-4-4 5,-2-4-11,-2 2 0,-2 5 28,-4 7 11,-3 6 17,-7 9-39,-4 5-17,-8 7 0,-8 5-28,-8 14 11,9-1-22,-6 20-11,21-12-1,-2 17-16,10-7-11,8 6-34,8 1-112,22 2 112,-9-12-191,27 1-167,-9-15 72,-16-3 0,3-3-395,7-4 1,1-3-123,-6-1 0,-1-2 719,-2 0 0,-1-3-197,18-17 298,-19 0 128,-1-9 158,-10-1 157,-8 2 122,-5 4 62,-4 4-11,-4 6 162,-4 3 464,0 8-1130,0 3 11,0 12-5,3 3 49,-3 18-38,1 5-45,-3 24 11,1-7 40,-3 6-29,2-22 62,-8-1 28,-4-10 27,-10-2 113,-8-9-106,8-13-107,4-4-12,13-12-16,8-3-5,7-17-18,6 4 1,9-3 0,-3 19 10,6 2-10,-4 10 22,6 1-17,-5 9 0,1 7 1,-6 10-12,-4 0-6,5 9-16,0-3 22,14 10-6,-7-12 17,27 7 0,-22-21 12,27 5 10,-15-11 46,16-13-40,-12-5 17,-3-15-34,-19 4 18,-5-12-18,-7 0-11,-5 5 0,1-2 45,-2-28-595,-2 24 0,-1 2 556,-2-11 62,-6-9 89,-7 7-96,3 7 186,-11-9-84,12 31-68,-3-2-84,8 14-33,3 6-17,2 8 1151,0 17-1129,6 9 1,6 21-6,2-12-29,13 14-27,2-9-37,-6-11 1,2 0-48,-3-6 0,-1-1-387,1 1 0,-1-1 258,3 2-571,-6-3-3098,-5-13 146,-3-2 3803,0-6 0,-5-5 0,-1 0 0</inkml:trace>
  <inkml:trace contextRef="#ctx0" brushRef="#br0" timeOffset="256073">16887 9536 21002,'17'-48'73,"11"5"-213,0 31 0,5 3-966,1-1 0,-1 0-48,21-7 459,-8 6 1,-3 0 0,-14 4 0,24-4 0</inkml:trace>
  <inkml:trace contextRef="#ctx0" brushRef="#br0" timeOffset="256298">17528 9344 12612,'-3'0'6132,"0"0"-4322,3 0-2140,13-31-622,14 21-1726,22-23 2678,-14 29 0,0 5 0,5-2 0,-1 1 0</inkml:trace>
  <inkml:trace contextRef="#ctx0" brushRef="#br0" timeOffset="256485">17555 9676 21741,'18'-27'-114,"0"-1"0,2 3 0,3 4-1179,37 2-970,-10 6 2263,2 2 0,-32 8 0,-1 0 0</inkml:trace>
  <inkml:trace contextRef="#ctx0" brushRef="#br0" timeOffset="258742">13859 13060 17479,'13'-3'1966,"5"23"-1795,-4 16 0,-2 10-850,-1 6 0,-5 2 729,-6-12 1,-2 2-1,-1-2-28,-2 11 1,-4 3-35,-5 2 1,-5 6 0,0-5-607,5-16 1,0-3 0,-1 3 523,-6 16 1,-1 3 0,2-6-3,0-5 1,1-2-418,-1 7 1,2-6 647,3-7-1760,4-8 1,0-5-4117,2-17 5741,-2-3 0,6-11 0,1-2 0</inkml:trace>
  <inkml:trace contextRef="#ctx0" brushRef="#br0" timeOffset="258982">13164 13494 17927,'20'-40'610,"-1"0"1,7 4 0,5 10-547,1 23 1,5 9-974,7-1 1,5 2-1,-1 2 912,10 3 0,2 2-490,0-1 1,4 1-1,-4-1 483,-17-3 1,-2 0-1,3-1-19,3 0 1,5 1 0,0-2 0,-3 0-31,-1-1 1,-3-2 0,4 0-331,0 1 0,5 0 1,-1-1-1,-4 0 321,15-1 1,-2 0-619,-4-3 0,3-1 1,-4-1 504,3-5 1,-4 0-1,1 3 1,-4 0 0,4-8-1</inkml:trace>
  <inkml:trace contextRef="#ctx0" brushRef="#br0" timeOffset="260670">14894 11366 7956,'-4'2'6180,"1"-1"-4840,3-1-652,-1 1 133,6-1-206,-1 0-108,8-1-108,1 0-50,3-1-67,7-3-190,9-5 62,15-9-162,-15 5 1,3 0-378,8-4 0,3-1 381,10-2 0,4-1-640,-15 6 0,3 1 0,0-1 611,5-1 0,2 1 0,0 0-7,3 0 0,1 1 0,1-1 50,0 0 0,0 1 0,3 0 6,-8 2 0,3-1 0,-2 1 0,-2 1-15,-3 0 0,-2 1 0,2 0-14,-1-1 0,4 0 0,-1 0 0,-7 1-24,0 0 0,0 0-8,11-4 1,7-2 0,-4 0-5,-1 1 0,0-1 15,-5 1 0,3 0 0,-3 0-243,5-1 0,-4 2 271,-8 1 1,-4 2 42,-10 3 0,-5 1 103,5-2-151,-20 5 545,-13 3-539,-2 0 1922,-2-1-1940,1-2 667,3-4-610,0-3 10,0-2 8,1-1 9,-1 2-10,0 2-95,1 1 67,3 1 16,2 2 0,0 1-39,0 1 112,-1 0 56,-3 2-11,1-2 0,-3 1 102,0 0-116,1 0-18,0-2-102,4 1 21,3-1 19,4-2 15,3 1 73,-2 1 43,-5 3 61,-3 2-194,-8 1 1,-6 0 47,-18 2-86,3 0-12,-12 2 104,-13 1-39,7 0 15,-16 3 8,13-1-51,16-1 363,-5 2 12,7-2-10,-14 1-8,-8 0-152,15-3 0,-1-1 213,-20 1 49,-1-1-124,32-3-289,12 0-134,9-3-303,10-1 240,15-4-23,-1 2 1,19-1 1,-8 4 1,11 0 12,4 2 139,4 3 243,2 5-357,3 6-473,3 6 508,-27-7 0,0 1-6,3 1 1,0 2-6,8 5 0,-2 0 9,-12-5 0,-2 0-111,8 6 1,-5 2-29,-7 9 276,-6 9 87,-36 8-237,-1-15 101,-10-7 1,-3-2-105,0-4 37,3-2 1,-1-1-17,-4 2-307,-1 1-6990,14-3 7337,14-9 0,5-2 0,5-8 0</inkml:trace>
  <inkml:trace contextRef="#ctx0" brushRef="#br0" timeOffset="268636">20701 11099 16913,'-22'-35'885,"8"10"-599,21 30 94,3 6-4,-3 0-163,-2 2 386,-8 7-442,0-8 62,-10 18-85,-5-4-67,-9 13-50,9-12 0,0 1 5,-14 24-11,3-1 1,9-1-12,5-7 5,0 13 1,-1 5-6,9-30 0,-2 2 5,-4 9 1,-2-1-305,-6 18 299,1-16 0,-2 0 6,5-12 0,-3 0 2,-13 20 0,-3 1-580,4-7 1,-1-1 569,6-9 0,-1 2 0,2-4 5,-1 0 0,0-2 5,-6 7 0,-1 1-5,6-9 0,-2 3-973,-4 4 1,-5 5-1,3-3 976,2-2 0,0-1-6,3-4 0,0 1 0,1-2-233,-3-1 0,1-2 235,-3 3 1,-5 1-552,-1-1 0,-4 2 1,1-2 553,-1 1 1,-2 0-3,1-4 1,-4 2 0,-1-2-301,3-3 1,-1-2-1,2 0 297,6-4 0,2 0 0,-3 1 215,0 0 0,-3 1 1,-1 0-1,1-1-213,-7 3 0,2-1 0,0-1 1,9-3 1,0 0 0,-3 0-3,-7 3 1,-4 1-1,0-1 1,7-3 3,2 0 1,1-2-3,-10 4 1,-7 2 0,4-2 1,0-1 1,-1 0-162,10-3 1,-3 1 0,0 0 155,-1 0 0,0 0 0,-1-1 2,0 1 0,-1-1 0,-2 1 192,6-2 1,-3 1 0,0-1 0,1-1-193,6-1 1,0-1 0,1 0 0,0 0-1,-13 3 0,1 0 0,-2-1 2,8-2 0,-1 0 0,-1-1 1,5-1-5,-1 1 0,3-2 0,-3 1 161,0 0 1,-5 1-1,1 0 1,2-2-155,-5 2 1,3-1-1,0 0-4,1-1 1,-1-1 0,1 1-369,0-1 0,1 0 0,1-1 367,-8 1 1,-2 0 8,2-1 1,-3 0-1,3-1 14,-4 0 0,1 0-20,2-1 1,-3 0 0,2-1-235,9-1 0,3-1 0,1-1 221,-10 1 0,1 0 8,11-2 0,-1 1 0,-2-1-159,-10-2 0,-2 0 0,2 0 157,15 1 0,3 0 0,-4-1 170,-3 0 1,-4-1 0,1 0 0,5 0-164,-10-1 1,5 0 0,-2 1 0,-2-1-6,13 1 0,-2-1 0,0 1 5,-3 0 1,0 1-1,2-1-5,-12 0 0,-3-1-2,15 1 1,-5 1 0,0-1 0,5 0 3,-13-1 1,1 1-5,4-1 0,-5 0 1,3 0 1,8 0 0,3 1 0,1-1-6,-10 0 1,2 0 5,-10-1 0,2-1 5,12 2 1,-1 1-10,1-1 0,-4 0 1,1 0 3,6 1 0,1 0 0,1 0 0,-20-1 0,0 0-3,1 1 0,-1 0 5,17 1 0,-1 1 0,1-1-5,-10 0 0,-2 0 3,-3-1 0,-5 0 0,5 0 3,6-1 0,2 0-2,2 0 1,-2 0 0,2-1 6,-10-3 1,3 0-6,3-1 0,0 0 195,3 0 0,2-1-198,2 1 0,1-1-6,1 0 1,2 2 8,10 0 0,0 1-1,-7-1 1,1 1 848,7 1 1,-1 1-841,-17-4 1,-2-2-4,9 3 0,1-2 1089,-5-2 1,1-2-1095,11 1 0,3-1 8,-16-9 6,-2-8 1271,13 2-1274,11 8 0,-1 0 9,-17-15-1,-3-2 0,11 11 1,0 2 851,1 2-858,1-1 121,3 1-126,3 0-11,8 6 552,0-6-552,11 12 11,-5-14 0,8 11 1,-1-3 16,1 3-28,-1 0 0,0 2-12,0 0-111,3 6 39,2 4 95,1 9 1,0 8-12,1 2 0,-2 23 11,0-7-11,-4 19 5,-2-7 1,0-10-6,-6 6 11,-5-1-5,3-8 11,-12 11-1,12-24-4,-4 5-7,9-12 40,1-4 78,7-5-100,-1-4-12,3-10 6,0-8-12,2-2 12,12-34-17,-3 25 8,2-3 1,3-1 13,8-3-16,9-7 179,3 7 26,2 7-10,5 6-9,4 3-14,6 5-27,7 2-85,-27 8 1,1 0-167,1 1 1,1 0 82,0 0 0,1 0-22,-1 0 0,-1 1-4,-1 0 0,-1 1-2,24-4 15,-13 1 52,-17 2 182,-11 0-126,-18 1-179,-10-2 46,-13 1 38,-10 0-6,-7 2 0,-6 8 21,11 0 11,-3 11 0,0 4 27,4-1 218,1 0 1,1 1-124,-3 5-25,-4 2-253,15-10 0,0 1 191,-1 0 0,2 0-9,0 1 1,1 0 17,-20 22-15,8 2-21,8 1-21,9 3-30,7 2-12,4-2-21,6 0 143,1-8-11,4-6-45,1-8-12,3-7 368,-1-6-323,0-6 55,-3-5-74,0-3 215,-2-7-210,0-6 1,0-11 12,-1-9 32,0-9 49,1 4 66,6-23 91,9 9-413,0-2 175,11 1 107,-4 21 61,12-6 23,8 0 38,9 3-371,-22 17 0,1 2 155,2 0 0,0 1-29,1 1 0,-1 1-7,0 2 0,-1 2-60,25-6-67,-10 7-44,-11 4-49,-10 3 16,-9 0 39,-8 2 13,-3 0 93,-4 0 432,0 0-115,-1-3-672,-1 0-40,1-1 1,-1 2 0</inkml:trace>
  <inkml:trace contextRef="#ctx0" brushRef="#br0" timeOffset="322417">14711 5313 15094,'-44'5'379,"0"1"1,3-2-1,17 1 2600,32-1-2852,34-7 711,-1-4 0,7-3-1333,-5 1 0,3-2 0,3-1 694,-3 1 0,3-2 0,1 1 0,-1-1-504,9-1 0,-1-1 1,6 0 396,-11 3 0,6 0 0,3-1 0,0 0 1,0 0-1,-3 2-444,-1 0 1,-3 1 0,0 1 0,2-1-1,3 0 310,-3 1 1,4-2 0,1 1 0,2 0 0,0-1 0,-1 2 0,-3 0 136,2 0 0,0 1 1,-2 0-1,0 1 1,-2-1-1,-1 1-320,0 1 0,-3-1 0,0 1 0,0 0 0,3 0 145,1 0 0,3-1 0,1 1 0,0 0 0,-3 0 0,-5 1-40,2 0 1,-6 0 0,0 0 0,3 0 29,0 0 0,3-1 0,1 1 0,-2 0 0,-6 0-26,4 0 0,-5 0 0,-4 1 458,1-1 1,-6 0-167,7-2 916,-53 4-1858,-24 1 580,-3 2 0,-6 2 669,-13 1 1,-5 1-566,8 1 0,-2 1 1,0 0 76,5 0 1,2-1 0,-6 2-37,-1 0 1,-6 1-1,-2 1 1,-1 0-1,4 0-433,-3 0 1,4 0 0,-2 0-1,-4 1 458,6-1 1,-4 1 0,-1 0 0,-2 0-1,2 0 1,1 0-167,7-1 0,1 0 0,1 0 1,0 0-1,0 0 0,0-1 215,-11 3 1,0 0-1,-1-1 1,3 1 0,2-1-35,-1 0 1,3 0-1,1 0 1,-4 0 23,3-1 0,-4 1 0,-1 0 0,3 0 1,5-2 30,-5 2 0,6-2 0,-4 1 25,3 0 1,-5 0 0,2 0 0,5-2 25,7 0 0,3-1 1,2 0 56,-8 1 1,5-1 44,-11 0-267,21-2-84,29-3 2380,18 0-2193,12-4 49,18-5 0,8-2 728,-1-2 1,4-1-748,2 0 0,6-2 1,1-1-158,-13 4 0,0-1 0,1 0 0,1-1 135,7 0 0,1-2 1,1 1-1,1-1-412,-9 3 1,1 0 0,1-1 0,-1 1 0,2 0 378,1-1 0,1 1 1,1-1-1,0 1 1,0 0-204,0 0 1,1 0 0,0 1 0,0 0 0,0 0 172,0 1 1,-1 0 0,0 1 0,0 0 0,0 0-82,-3 1 0,-1 1 1,1-1-1,-2 1 1,0 1 50,8-2 0,-1 2 0,-2-1 1,-1 1 48,-7 1 1,-2 0 0,-1 1 0,-3 0-178,20-2 0,-6 1 749,-7 0 0,-9 1-399,-16 2 1753,-36 0-2517,-52 9 609,2 0 0,-7 2 164,12 0 1,-4 1 0,-2 1-213,5 0 1,-3 0 0,0 1 0,1 0-251,5-1 1,3-1 0,-2 1 0,-3 0 231,-3 2 1,-4 0-1,-1 0 1,0 1-1,1-1-247,6 0 0,1-1 0,0 0 0,-2 1 0,-3 0 301,7-1 1,-3 1-1,-1 0 1,-3 1-1,1-1 1,-1 1 0,2-1-1,1 0-72,0 0 0,1 0 0,1-1 0,1 1 0,-1-1 0,0 1 0,-1 0 93,-4 0 0,-2 1 0,0 0 0,0 0 0,1 0 0,2-1 0,3 0-39,-4 0 1,1-1-1,3 0 1,2-1-1,3-1 228,-14 3 0,5-1 0,2-2 333,5-1 0,2-1 1,11-2-280,6-3 1538,33-10-1474,32-4 0,18 0-250,-7 0 1,4-1 0,2 0-16,-4 0 1,2 0 0,2-1 0,1 1-8,-4 0 0,1 0 1,2 0-1,0 0 1,1-1-37,6 0 0,0-1 0,2-1 0,1 1 0,0 0-1,-7 1 1,2 0 0,0 1 0,0-1 0,1 0-1,0 1-6,3-1 1,0 0 0,0 0 0,0 1-1,1 0 1,-1 0-9,0 0 0,0 1 0,0 0 1,0 0-1,-1 1 0,0 0-119,-2 1 1,-1 0 0,1 1 0,-2 0-1,0 0 1,-1 1-169,6-1 0,-1 1 1,-1 0-1,-2 1 1,0 0 184,4 0 1,-1 0 0,-2 1 0,-2 0-122,3 0 1,-2 0 0,-6 0 203,3 1 0,-9 0 2108,2-3-2269,-57 6-382,-34 2 974,2 6 1,-8 2-444,6 0 1,-3 2 0,-3 2-99,2 0 1,-1 1-1,-3 1 1,-1 1 130,3-1 0,-2 1 0,-1 0 0,-1 1 0,-1 0-205,3-2 0,0 2 1,-1-1-1,-1 1 0,0-1 1,0 1 223,-3 0 0,0 1 0,-1-1 0,0 1 0,0-1 1,1-1-213,1 0 1,0-1 0,1 1-1,-1-1 1,2-1 0,1-1 341,-4 1 0,1-1 0,1 0 0,1-1 0,4-2-8,-1-1 0,2 0 1,3-2-1,4-2-143,-14 0 1,11-7 845,16-12-1703,79-25 1144,2 7 224,-14 12 0,5-1 0,1 0-401,-4 3 1,-1 1-1,4 0 231,12-5 0,4-2 0,2 2-288,-10 5 1,2 0 0,-1 2 0,-1 0 29,7-2 0,-3 2 0,6 0-30,-8 4 1,5 0-1,1 1 1,0 0-1,-2 1 111,4 0 0,-1 2 0,-1 0 1,0 0-289,2-1 1,0 0 0,-1 0 0,1 1-17,3 0 0,2 0 0,-4 1 1,-9 2-97,-9 0 1,-3 0 15,23-3 1,-5 2 771,-20 1-1044,-9 2-439,-27 2-4808,-22 3 5721,-8 2 1,6 0 0,8-1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15:30:06.2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6568 3241 18812,'-2'-7'2772,"0"1"-1377,2 6-112,0 0-1227,-14-40-51,10 36 40,-5-13-28,16 63-23,-2-12 1,0 4-1206,-2 23 0,-1 5 362,-3-3 1,-1-1-553,1-18 1,-1-1 0,-1-1 1148,-3 16 1,-1-8 0,2-9 0,0-2-1</inkml:trace>
  <inkml:trace contextRef="#ctx0" brushRef="#br0" timeOffset="1001">6446 3093 13648,'-7'0'1344,"2"0"-1120,5 0 779,0 0-124,29-2-263,21 0-501,-18 0 0,2-1-584,18-1 1,4 0 529,-6-1 1,4 0 65,3-2 0,6 0 0,0 0-769,-5 1 0,0-1 0,3 0 703,-4 1 1,1-1 0,2 0 0,-1 0 2,0 0 0,0 1 1,0 0-1,-2 0-513,-6 0 0,-3 1 0,1-1 0,3 1 480,1-1 0,1 1 1,3-1-1,0 1 1,1-1-10,-5 1 0,2 0 1,1-1-1,-1 1 1,0 0-1,-2 0-319,2 0 0,-2 1 0,-1-1 0,3 0 1,4 0 312,-5 0 0,4 0 0,3 0 0,2 0 0,0-1 0,-2 1 0,-3 0 0,-4 1-159,6-1 1,-4 1 0,-3 0 0,1 0 0,2-1 154,-2 1 0,0 0 0,2 0 0,0-1 0,0 1 0,0 0 19,2-1 1,1 1 0,0-1 0,0 1 0,-4 0 0,-2 0-20,2 0 1,-5 1 0,0-1 0,3 1 25,1-1 0,3 0 0,1-1 0,-3 1 1,-4 1 273,7-1 0,-5 1 0,-4 0-267,8-1 0,-6 1 1432,8 1-1354,-27 1 2785,-25 1-2409,-2 0 2813,-5 0-3223,-7-3 434,3 2-528,-9-1-6,6 5 11,-12 21 0,4 12 8,2-5 0,1 3-618,-6 23 610,7-12 0,0 2-6,3-4 1,2 4-527,1 4 0,0 5 1,2-1 531,1-6 0,1 0 0,2 2-6,0 7 1,2 2-1,0-2-11,1-11 0,0-1 1,-1-2-24,3 19 1,-3-3 25,-7-5 0,-3-4-301,2-13 0,-6-2 331,-22 7 1,-9-6 2,2-13 1,-3-5-9,-7 7 1,-5-4 14,0-9 0,-7-4 0,2-2-11,13-3 0,1-1 0,-4 0-410,-2-1 1,-3 1-1,-2-1 1,2-1 416,-9-2 0,1-2 1,0 0-1,16-1 0,-1 1 1,0-1-1,0 0 0,1-1 1,0-1-1,-1 0 1,1 0-19,-2 0 0,1-1 0,0 0 1,-1 1-423,-2-1 1,0 0 0,0 0 0,-2 0 429,-3 1 1,-1-1 0,0 1 0,2 1-134,-7-2 0,2 1 0,-6 0 126,17 3 1,-5 1-1,-3 0 1,0 0 0,3 0-1,5 1 0,-10-1 1,5 0 0,-9 2-1,13 0 1,-7 1 0,-5 0-1,-1 1 1,0-1 0,4 1-1,5-1-255,-9 2 0,6-1 0,1 1 0,-5 0 258,9-1 1,-3 1-1,-2 0 1,0 0-1,3 0 1,2-1-1,-6 1 0,3-1 1,2 0-1,2 0 68,-7 0 0,2-1 0,4-2-216,-7-1 0,8-4 249,15 1 1,10-6-9941,18-30 9799,13 14 0,15-3 1,-13 23-1</inkml:trace>
  <inkml:trace contextRef="#ctx0" brushRef="#br0" timeOffset="1401">7707 3511 18930,'-13'-52'1359,"1"-1"0,0 6 0,2 4-625,0-1-163,0 13-571,2 15-129,3 8 6,4 17 106,1 3-33,9 47-17,-2-16-749,-1-4 0,1 7 0,-1-2-3105,-2 6 0,0 1 3485,0-8 1,-1 3 0,0-5 0,-1-4 0,-2-5 0,0 7-1</inkml:trace>
  <inkml:trace contextRef="#ctx0" brushRef="#br0" timeOffset="1649">8386 3082 21243,'0'-4'2229,"0"0"-1921,0 4-269,-57 68-1700,49-34 1,0 3 1662,-21 16 1,1 7-33,23-7 0,7 4 1,0-2-366,0 6 0,1 2-658,0-6 0,1 5 0,3-3 1053,2-11 0,1-2 0,0-4 0,-2-4 0,0-4 0,13 22 0</inkml:trace>
  <inkml:trace contextRef="#ctx0" brushRef="#br0" timeOffset="2034">9062 3401 20884,'0'-4'2605,"0"1"-2179,0 3-393,6 44 6,0 3-477,-1-3 1,-2 3 493,-1-8 0,-1 0 0,-4-4 0,-1-1 290,-6 19-116,-1-18 414,3-18 56,5-12-436,2-20-136,3-18-4,9-22-71,-2 21 0,4-2 153,3-1 1,3 0-165,3 2 0,1 2-11,0 5 0,1 2-9,24-15-19,-20 25 0,0 3-14,12-1-6,18 9-5,-16 19-57,11 13-137,-26-6 1,-3 4-656,0 4 0,-2 3-3431,0 5 1,-2 0 4301,-4-2 0,-1-2 0,4 11 0,-9-20 0</inkml:trace>
  <inkml:trace contextRef="#ctx0" brushRef="#br0" timeOffset="2791">13077 3329 14745,'3'-47'2019,"1"0"1,0 1-1,-2-8 1,-2 6-1522,-5-12-112,-7 39-38,2 13-326,3 7-11,0 17 0,2 13 1,3 7-24,-1 7 1,0 2-497,1 6 1,-1 2 385,2-8 1,0 2 0,0 0-737,0-5 0,-1 0 0,1 3-1489,0 3 0,-1 4 0,1 0 0,0-4 2347,0 3 0,-1-3 0,1-2 0,0 17 0,0-9 0,1-15 0</inkml:trace>
  <inkml:trace contextRef="#ctx0" brushRef="#br0" timeOffset="3558">13034 3119 16414,'31'-37'218,"-1"-1"1,1 1-1,12-12 1,4 9-219,7 21 0,1 8-3,-13 3 0,0 2 0,0 2 1,5 0 9,3 3 0,6 0 1,-3 0-2231,8-1 1,1 0 2260,-13 0 0,3 1 0,1 0 0,-6 0 1,7-2 0,0 0 86,0-2 0,5 0 0,-6 1-75,-7-1 1,0-1 67,12-1 0,7-2 0,-2-1 31,-15 2 0,-1-1 1,4 0-214,-4 0 0,4 0 0,2-1 1,1 0-1,-2 1 169,8-1 0,0-1 0,0 1 0,2-1-18,-2 2 0,2-1 1,1 0-1,-2 1 1,-4 0-42,-3 1 0,-4 1 0,-1 0 0,3 0 20,-3 1 0,1 0 0,2 0 1,0-1-1,-1 2-158,2-1 0,-1 1 0,1-1 0,0 1 1,1 0 157,-1 0 0,0 0 0,0 0 0,1 1 1,0-1 13,4 1 0,1 0 0,0 0 0,-1 0 0,-4 1-2,-1 1 1,-2 0-1,-3 0 1,-3 1-31,2 0 1,-3 0-1,1 1-43,2 1 0,1 1 1,-6 0 72,-7 1 0,-2 1 660,9 1 1,-4 2-694,-1 3 1265,-16-2-1270,-10-2 2239,-5-1-2122,-4-3 2479,1 1-2468,0-2-101,1 1 23,1 0-79,-1-1-6,1 2 35,-1 2-18,0 0-16,0 1 22,1 7-12,-3 2-4,1 5 16,-9 34-23,-6 7-617,2-9 1,-2 3 614,-3 6 0,1-1-3,1-7 0,0 1 3,2-7 1,0 2 0,0 1-1,-3 3 1,0 0 0,1-1 1,1-9 1,2-1 0,-4 3-402,-1 2 0,-3 3 0,-2 0 0,1-7 418,-6 4 1,-3-3-10,2-3 0,-3 1 0,1-4-8,0-6 1,-4-4 5,-4-6 0,-4-2 1,-1-3 10,-10-3 1,-4-4-533,1 0 0,-4-1 0,-1-2 517,2-3 1,-1-2 0,0-2-5,-6 0 1,0-2 0,2-1-8,10 2 0,2 0 1,-2-1 5,5-1 1,-1 0 0,-1 0 0,-1 1 11,-5 0 0,-1 0 0,-1 1 0,-1-1-10,-3 1 0,-1-1 0,-1 1 1,-2 0-387,3 0 0,-2 1 0,-1 0 0,2 0 1,3 0 385,4 0 0,4 0 0,0 1 0,-3-1-5,3 1 0,-2 0 0,-1 0 0,-1-1 0,1 1-187,-1-1 1,0 0 0,-1 0 0,1 0 0,-1-1 195,0 1 0,-1-1 0,1 0 0,-1-1 0,0 1-4,-5-1 1,-1-1-1,1 1 1,0-1-1,5 0-80,0-1 1,3 0-1,2-1 1,1 1 9,-10-2 1,2 0 0,5 0 244,-5 0 0,4-1-1538,0 0 1,6 0-1307,12 1 2665,-10-4 0,40 7 0,2 0 0</inkml:trace>
  <inkml:trace contextRef="#ctx0" brushRef="#br0" timeOffset="4166">14232 3356 16801,'-4'-3'2863,"0"2"-382,4 1-2442,-18-16 101,12 17 79,-18-9 10,14 22-27,-10 0 33,-7-2-5,-6-6-107,6-4 286,-9-18-197,14-8-27,-5-21-28,15-6-112,7 9 0,20-11-51,2 26-22,28-5 22,-13 21 1,25 14-18,-5 17 7,0 3 4,-14 6 1,-4 6-414,-18-8 1,-4 3 424,0 16 0,-10 2 3,-19 0 0,-12-2-7,3-11 0,-4 0 1,-4-1 8,-11 6 1,-5 0 0,1-3-662,8-7 1,1-3 0,1-1 670,1-2 0,1-1 0,2-5 43,1-4 1,5-8 59,0-13-29,5-13-33,17-16-33,19-8-1,14 3-27,14 5-12,10 11 17,8 11 0,-25 12 0,-1 2 666,21 4-750,-13 5 0,1 4-162,-11-3 0,0 2 312,14 5 0,2 1-1271,-6-3 1,-1 0-1356,2-2 1,-1 0 2559,-4-3 0,-3-2 0,9 2 0,-18-7 0</inkml:trace>
  <inkml:trace contextRef="#ctx0" brushRef="#br0" timeOffset="4377">14950 3117 15771,'-1'-48'1301,"0"-1"0,0 2 1,0 9 852,-1 27-2103,1 3 5,10 52-62,5 12-205,-2-5 0,0 4 188,0 1 1,-3 2-339,-3-14 1,-1 1-1,-2 1 84,-1 2 1,-1 1 0,-1-1-531,-2 0 1,-1 0-1,0 0 588,-1-2 0,0 0 0,1-5 0,-2-4 0,1-4 0,0 19 0</inkml:trace>
  <inkml:trace contextRef="#ctx0" brushRef="#br0" timeOffset="4791">15557 3098 18880,'0'-4'4525,"0"0"-3237,0 4-1182,7 42-61,3 8-34,-2-4 1,-1 4-738,0-2 0,-2 1 762,-2 1 0,-2 0 26,-3-2 0,-3-1 8,0-7 0,-2-2 64,-11 23 438,3-24-23,6-17-40,4-17-352,8-19-84,7-18-23,10-25-230,-6 22 1,3-1 195,3-3 1,2 0 3,0 1 0,2 1 2,-2 6 0,0 3 6,16-16 1046,-5 16-1069,-5 15-5,4 10-5,4 16 5,7 13-40,-15 1 1,0 4-269,-4 0 0,0 1-402,-1 0 1,-2 3 709,-2 6 0,-5-3 0,-3-9 0,1 14 0</inkml:trace>
  <inkml:trace contextRef="#ctx0" brushRef="#br0" timeOffset="5783">18965 3263 14958,'-12'-47'1483,"1"0"0,-1 0 0,-3-17 0,1 13-587,5 30-442,4 7-443,-2 3-44,5 11 66,1 19 1,1 22-29,0-7 1,0 2-324,0-4 0,1 3 297,0 6 0,1 4 1,0-2-137,0 6 0,1 2-368,0-5 0,1 4 1,0-3 11,1 7 1,1-4-256,0-7 1,1-3-5198,7 20-1120,-4-31 7085,-3-12 0,-6-16 0,-1-1 0</inkml:trace>
  <inkml:trace contextRef="#ctx0" brushRef="#br0" timeOffset="6450">19022 3152 13558,'15'-59'1700,"0"0"1,1 5 0,4 7-1519,3 21 1,2 6-968,21-11 821,6 11 1,9 4-1291,-15 8 1,2 2-1,1 0 1257,12-1 1,2 0 0,0 1-4,-7 2 0,-1 1 0,0 1-204,4 0 0,1 2 0,-2 0 202,-8 0 0,-1 0 0,2 0-4,-4 0 1,2-1-1,1 1 1,0 0 2,-2-1 0,1 0 0,0 0 0,1-1-417,10-2 1,2 0 0,0 0 0,-4-1 411,-1 0 1,-4 1-1,3-2-1,0 0 1,4-2 0,0 1 0,-4-1-289,-2 0 1,-4 0-1,3 0 294,-5 0 0,3 0 1,0 0-1,-1 0 105,0 0 0,0 0 1,0 0-1,-1 1-104,0-1 1,-1 0 0,0 1-1,-1 0 17,14-2 0,0 0 0,-2 1 15,-2 1 0,-1 0 0,-1 0 3,-2 1 1,-1 1-1,-1 0 6,-3 1 1,-1-1-1,0 1 286,-4 1 1,0 0 0,-1 0-205,2 1 1,0 0-1,-2 0 8,8 1 0,-2 0 672,-6 2 1,-3 1-628,20 8-12,-23 6 2207,2 13-2083,-9 23-101,-11 7 562,-12-28 0,-2 1-666,-2 7 0,-3 2 31,-6 12 0,-4 0-627,5-9 0,-3 2 560,-3 0 0,-3 4 0,-2 0 11,-2-1 0,-1-1 0,1-1-51,2-6 1,1-2 0,-1 2-6,-8 16 0,-2 3 0,1-4 19,-3-1 1,0-3 4,3-9 1,-2 1-1,-1-1 4,-1-3 0,-2-1 0,-2-3 13,-2-2 0,-1-1 0,-2-3 9,-2-2 1,-3-3 0,0-2 8,-3-2 1,0-3 0,-2-3 5,-1-1 0,-2-2 1,-1-2 9,4-3 1,-1-2 0,-1 0-1,1-1-12,-10 0 1,2-1 0,0-1-33,2 0 1,1-1 0,-2-2 19,6-1 1,-2-2 0,1 0 0,6 0-27,-8-2 0,0 0-336,5 0 0,-7-1 0,-1-1 0,4 0 329,2 1 1,1-1 0,-3-1 2,5 2 0,-5-1 0,-1 0 1,0 0-1,1 0-12,-8-1 1,1 0 0,0 1 0,-2-1-7,6 2 0,-2-1 1,-2 0-1,0 0 1,-1 1 10,2 1 0,-2 0 0,-1 1 0,1-1 0,2 2 0,4-1-423,-2 0 1,5 1 0,0 0 0,-4 1 404,-6-1 1,-4 0 0,-2 1 0,4 0-1,7 1 6,5 1 0,6 2 0,-2-1-7,0 1 1,-4 1 0,2-1 0,3 1-16,-15-1 1,2 1-22,13 1 0,-1 0 0,3 1-481,-3 0 1,3-1 115,6 0 0,1-1-1742,-8 1 0,3 0 2148,5-2 0,7-1 0,16 0 0</inkml:trace>
  <inkml:trace contextRef="#ctx0" brushRef="#br0" timeOffset="7066">19767 3423 15479,'-4'-6'3008,"1"2"-1529,3 4-902,-16-68 571,13 30-1008,-2-5 0,2 1-68,12 11-4,15 8-40,15 7 0,5 4-11,11 3-11,-10 14-17,-11 2-23,11 20 34,-25-9-6,17 30 12,-27-16 28,1 16-3354,-17-11 3371,-2-11-172,-24 6 406,4-17 57,-14 2-163,14-12 185,-2-10-11,9-4 45,0-11-320,10 6 3227,4-3-3294,17 6 533,6 2-549,7 2 5,32 11 0,-1 9-3,-11-2 0,2 2-321,-3 2 0,-1 3 313,0 1 0,-2 2 2,-6 1 1,-5 1-3,9 25 11,-31-1 5,-31-3-8,-9-20 1,-5-4-4,10-5 1,-1-3-9,-10 3 0,-2-4-112,11-6 0,-1-2-1227,-5-1 0,0-1-2954,-21-1 4307,2-6 0,44 2 0,2-1 0</inkml:trace>
  <inkml:trace contextRef="#ctx0" brushRef="#br0" timeOffset="7307">20759 2929 22473,'31'31'95,"-1"0"0,0-1 1,9 6-1,-9 4-45,-21 4 1,-8 7-1,-4-3-1351,-2 10 0,-4 2 1211,1-4 1,-1 5-1,-2-3-899,-2-8 0,-1-2 0,0-3 350,-4 9 1,1-1 638,5-6 0,-1 2 0,3-8 0,-2 4 0,6-9 0,0 0 0</inkml:trace>
  <inkml:trace contextRef="#ctx0" brushRef="#br0" timeOffset="7700">21380 3398 21175,'-2'-6'3031,"0"2"-3048,2 4 34,15-10 0,4 34-12,13 6 12,-16 3 0,-4 6 13,-1 6 1,-4 0-304,1 16 304,-9-24 0,-4-3 120,-8-5 246,-6-1 153,0-14-276,3-11 337,0-29-410,10-12-139,5 5 0,4-1-216,6-4 1,4 1 175,6-1 0,3 1 3,4 1 1,4 4-12,0 5 0,3 3-6,-1 4 1,1 4-21,0 5 1,1 3 14,0 3 0,0 3 5,1 5 1,0 3-21,22 8-30,-16 7 0,-2 7-115,-14-5 1,-2 4-695,8 11 0,-4 3-2109,-12-3 0,-6 1 2960,-3-5 0,-3-2 0,-3 9 0,-2-19 0</inkml:trace>
  <inkml:trace contextRef="#ctx0" brushRef="#br0" timeOffset="8973">24384 3168 21657,'1'23'151,"-3"19"-263,-4 14 0,-3 8-1676,0-8 0,-1-1 918,0-11 0,0 2 0,0-4-278,0-1 0,0-1-2661,0 4 0,1-2 3133,0 5 0,2-7 0,4-22 1</inkml:trace>
  <inkml:trace contextRef="#ctx0" brushRef="#br0" timeOffset="9583">24442 3122 17641,'16'-48'347,"-1"-1"0,-4 7 1,6 9-306,12 21 0,7 8-1459,18 0 1,6 1 1423,-15 1 1,1 0-1,3 0-1,-2 2 0,2 0 0,2 1 0,-2 0-1,-1 0 1,0 0-1,0 0 1,0 0-2,3 0 0,1 1 0,-1-1 1,-1 0-9,4 1 0,-1-1 1,3-1-12,3-1 1,4-1 0,1-1 0,-4-1-16,0 0 0,-4-1 0,3-1-260,-8 2 1,1-1-1,1-1 1,-1 0 256,-1-1 1,0-1 0,-3-1 0,-3 2 1,11-3 0,2-1 4,-10 2 0,9-2 0,2 0 1,-1-1-1,-5 2 2,3 0 1,-4 0 0,3-1 19,0 1 1,3-2 0,0 2 0,-5 0 22,-2 0 1,-4 2 0,-1 1 39,-2 0 0,-1 1 0,-1 0-25,10-1 1,1 1 18,-9 1 1,2 1-1,-7 1 831,14 2-796,-3 5 0,0 4 19,-5 11-140,-11-1 1,-4 4 134,-14 13 86,-13 1 1,-4 2-59,-5 8-43,-3-1 1,-3 6-3,-5 2 0,-1 0 146,4-8 0,-1 1-210,0 0 1,-1 4 0,3 2 40,2 7 1,3 2 0,1-3-53,0-15 0,0-2 1,1 2-102,2 5 1,0 5 0,0-2 0,2-8 102,0-7 0,0-3 36,-4 20 1,-4 0-5,-3-15 0,-8-2 48,-5-3 1,-6 0-1,0-2-250,-3 0 0,-6-4 234,-2-9 1,-9-1 0,-1-3-1,6-3-259,-5-2 0,-4-5 218,5-1 1,-8-1 0,-4-1 0,-1-1 0,6-1-8,4-1 1,3-3-1,-1 1 1,-5-2-9,6 1 0,-4 0 0,-4 0 1,-1-1-1,0 0 0,4 0 0,4 0-485,-12-1 1,5-1 0,2 1 0,-3 0 472,5-1 1,-1 1 0,-1-1 0,1 1 0,3 0 10,0 1 0,2-1 1,1 2-1,-3-1-210,1 0 0,-2 1 1,-2-1-1,0 1 1,0 0 195,0 0 1,-1 0-1,0 1 1,0-1-1,2 1-71,2 0 0,0 0 0,1 0 0,0 1 0,1 0 74,-7 0 0,1 1 0,1 0 0,0 0-14,4 1 1,1 0-1,0 0 1,1 1-60,-14-1 1,1 0-1,2 1-141,1 0 1,1 0 0,9 1 206,11-1 0,7 0 0,1 2 0,24-2 0</inkml:trace>
  <inkml:trace contextRef="#ctx0" brushRef="#br0" timeOffset="10058">25211 3206 19316,'-2'-3'2386,"0"2"-1221,2 1-1193,-7-9 56,5 24-11,-6 5-17,8 17 0,-1-3 0,-1 2 34,-2 15-29,-1 10 46,-2-2 5,4-30 185,-1 6 403,4-25-51,2-11-436,3-5 50,19-19-151,4 1-28,20-11-28,2 10-11,0 9-23,-6 8-27,-12 11 10,-13 11 51,-10 12 73,-5 13-34,-8 9-83,-4 8-742,-4 5-563,4 0-1609,9-3 40,7-17 2918,11-6 0,-9-24 0,1 0 0</inkml:trace>
  <inkml:trace contextRef="#ctx0" brushRef="#br0" timeOffset="10299">26077 3265 23853,'8'-50'612,"-1"0"1,-1 6-1,0 8-505,1 23-158,-2 8-33,1 13 56,0 19 17,-1 28 22,-1 1-330,-7-16 0,-3 6 0,0-2 173,-2 7 0,-1 2-733,0-3 0,-1 3 0,0-1 160,3-9 1,0-1-1,2-1-1872,-1 19 1,4-4 2590,3-8 0,2-5 0,2 10 0,3-27 0</inkml:trace>
  <inkml:trace contextRef="#ctx0" brushRef="#br0" timeOffset="10675">26625 3446 24738,'13'23'50,"-3"16"-33,-6-1 0,-2 4-9,-2-3 1,-2 0 5,-1-5 0,-2-1 58,-8 18 96,-2-16 231,2-18 60,4-12-157,4-17-95,4-15-39,9-17-56,12-10-81,-3 24 0,4 2-217,5 0 0,2 1 186,2 3 0,1 3 8,-1 3 1,1 4 2,27-4-33,-3 11 5,-13 9-36,-8 8 0,-2 7-502,12 20-733,-13-8 0,-4 4 1288,-11 4 0,-5-1 0,2 4 0,-11-1 0</inkml:trace>
  <inkml:trace contextRef="#ctx0" brushRef="#br0" timeOffset="12540">10054 3933 14165,'-43'-4'287,"0"-1"1,5 1 0,10 1 655,23 3-18,20-1-79,26-4-587,-3-1 1,6-1-1403,-4 1 1,4-1 0,3-1 1282,11-1 1,3-2 0,2 1 17,-8 2 1,2-1 0,1 1 0,1-1-115,-8 2 0,0-1 1,1 1-1,2 0 1,2 0 54,2-1 1,3 1-1,1 0 1,1 0-1,-2 0 1,-4 0-224,-5 1 1,-2 0-1,-2 1 1,1-1 0,4 1 181,5-1 0,4 0 1,1 0-1,1 0 1,-3 0-1,-5 1-301,6 1 0,-5 0 0,-1 0 1,2 0 239,-3 0 1,1 0 0,2 0 0,-2-1-1,0 1-56,7 0 0,-1-1 1,-1 1-1,-2-1-38,-8 1 0,-1-1 0,-1 0 0,-2-1 337,10-3 1,-2 0 0,-6-1-321,-2 1 0,-6-1 630,-2-3 0,-9-1-408,-16-4 1535,-14-9-1795,-38-10-24,11 20 1,-3 0 872,-3 0 0,-2 1-835,-9 1 1,-4 2 108,-9 1 1,-1 2-63,10 0 1,-1 1 170,-3 2 1,-4 0-1,8 1-27,-14-2 227,9 2 0,3 0 1375,8-1-1276,4 0-58,16 2-294,17 4-4,9 4-114,15 10 817,5 1-725,27 18-7,-22-16 1,3 2-440,10 6 1,3 2 332,-7-3 0,2 1 0,-2 0-46,11 9 0,-3 2-12,2 6 0,-5 0 70,-20-14 0,-5 1-209,-6 6 1,-7 3-4642,-16 1 1,-4-1 4699,-3 19 1,-12-3 0,22-43 0</inkml:trace>
  <inkml:trace contextRef="#ctx0" brushRef="#br0" timeOffset="13474">16613 3304 13358,'-46'13'817,"0"0"0,1-2 0,19-2 216,29-6 35,25-2-712,6-1-86,24-4 1,10-1-1210,-26 2 0,0 0 0,3-1 967,6 0 1,4-1 0,1 0 0,-3 0-27,1 0 0,-2 1 0,4-1-11,-5 0 1,4 0 0,3 0 0,-2 0 0,-3 0-9,-3 1 1,-3 0 0,1-1-1,3 1 16,3-1 0,3 0 0,2 0 0,0 0 0,-4 1-510,2-1 1,-2 1 0,-2 0-1,-2 0 486,4 0 0,-3 1 1,1 0-19,6-1 1,0 2 0,-2-1-465,-3 1 0,-1 1 1,-2-1 623,-8 1 1,-2-1-1,2 1-61,8-1 0,2 1 0,-5-1 69,2 0 0,-3-1 12,-1 1 1,-1-1 26,-1 0 0,-3-1 220,8-4-185,-18 1 1709,1-9-1180,-17-4-597,0 1 2405,-18-8-2686,-8 12 142,-38-16 146,-7 13 561,11 4 1,-1 2-730,12 5 1,1 2 216,-14-1 1,3 1 618,-7-1-419,18 2 1,2 0 497,-4-2-108,10 2-158,5 1 1583,5 2-1662,4 4 622,5 5-1388,7 8-340,22 16 14,-2-6 420,5-3 1,2-1-397,23 15 336,-16-13 1,1 1-380,1 1 0,0 0 131,-1 2 1,-3 1-181,-4 0 1,-4 2-2973,-8 2 0,-5 1 3579,-7 24 1,-7-21 0,-7-16-1</inkml:trace>
  <inkml:trace contextRef="#ctx0" brushRef="#br0" timeOffset="14550">22510 3413 13000,'-55'2'1165,"0"1"0,0 0 0,5-1 0,3 0 0,6 0-471,-13-2-370,25 0-77,35 0-46,33-5-139,-2 1 0,6 0-1035,13-1 1,5 0 1000,-13 2 0,1 0 0,2 0 3,2 0 1,1 1 0,0 0-2,0 0 0,-1 0 0,2 0 7,5-1 0,2 0 1,-4 0-22,1 0 1,-1-1-6,-9 1 0,2-1 1,-5 0-81,-3 0 1,-3 0 93,8-2 0,-2 0 56,-7 1 1,-2-1 144,15-6 222,-21 0-207,-17-2-179,-17-4 1411,-11-3-1456,-6 3-1267,-9 2 1,-2 2 1266,-4 0-652,-12 0 1,-2 2 690,8 4-11,2 2 0,1 0 224,2 0 61,0-1-184,18 3 2799,10-1-2861,7 4 2111,4-2-2206,6 2 123,11 0 59,14 4 329,17 3-262,-20-2 1,2 1 5,3 0 1,0 1-34,0-1 0,-1-1 260,28 1 20,-15-3 7,-14-3-127,-10-3-353,-5-2 408,1-1-19,8-1 104,11 1 33,15 1-471,-21 4 1,1 1 106,3 0 1,2 1-38,-2 1 0,-1 1 60,19-1-380,1 6 11,-31-5-48,1 2-36,-19-3 116,-6-1 51,-1 1-569,3 1 285,2 2 181,6 3 159,4 0-164,4 0 74,3-2 1,-4-1 189,-5-1 410,-6 0-634,-5-3-2248,-9 1 2403,-7-1 1,5 0 0,-3 0 0</inkml:trace>
  <inkml:trace contextRef="#ctx0" brushRef="#br0" timeOffset="15450">22775 3405 13418,'-38'-1'986,"-1"0"0,-21 0 653,64 1-1208,11-2 134,19 1-456,1-1 1,4 1-12,2 0 0,0 0-178,3-1 0,0 1 152,6-2 1,-1 0-3,-6-2 0,0 1-14,13-2 0,3 0-26,-12 0 0,0-1 0,0 0 6,13-1 1,-2-1-15,-3 1 1,-2 0 47,-9 0 0,-4 0-2349,20-6 2531,-13 3 358,-9-1 79,-28 4-537,-3 1 106,-4-1 258,-2 3-297,0-1 3526,0 0-3482,0 1 56,0-2-162,-1 3 39,-4-3-112,-6-3-45,-12-3 17,-20-6 22,1 3-22,0 2 79,13 3 33,16 5 226,2-4-189,7 2-99,2-2-56,2 2 63,0-2 28,1 1-3,-1-3-63,-7-4-241,0 5 106,-14-4 181,9 10 79,-6-2-20,12 6-11,1-2 151,3 3 11,1-1-336,4 2 440,19 12-156,-4-4-34,30 17-27,-4-2-5,2 1-198,-4-2 1,1 2-32,-11-6 1,0 1 28,15 10 0,0 2-95,-3 1 0,-5 0 33,-13-10 1,-2 0-39,4 7 0,-6 0-251,-11 3-36,-9 7-30,-20-5 135,-15-2 73,-13-3-3290,-8-3 3333,7-7-2326,9-4 0,1-1 2525,-4 4 0,-6 1 0,31-12 0</inkml:trace>
  <inkml:trace contextRef="#ctx0" brushRef="#br0" timeOffset="17199">26952 4224 13418,'-2'-8'2674,"-4"-25"1,-3-4-1118,-2 5-989,0-8 1,-1 2 496,-3 11-869,6 13-34,1 5-195,8 8 16,-2 3 45,2 8-23,-2 13-5,0 5 0,0 6 0,-2 3-350,1-6 0,-1 1 350,-3 16 0,-2 1-6,0-6 1,-2-2 5,-1-1 0,-3-1-1564,-7 7 1,-1-3 1571,7-14 1,-2 0 2,-10 11 1,-2-1-344,5-11 0,-1-2 340,1 1 1,-2 1-231,-19 13 1,-4 1 224,16-14 1,1 0 0,-1-1-4,1 0 0,0 1 0,-2 0-327,-6 6 1,-2 2-1,1-2 321,-6 4 1,-2 0 10,6-7 1,-2 2 0,-2-1 445,-2-1 1,-1-1 0,-6 1-458,7-5 1,-5 0-1,-1 1 1,0-1-1,5-3-464,-9 4 1,5-2 0,-3 0 464,11-5 1,-2 2-1,-1-1 1,1 0 0,3-2 4,-12 4 0,3-1 0,-1-1-102,10-3 1,0-1 0,-2 1 0,-4 1 101,2-1 0,-4 1 0,-2 0 0,-1 1 0,2-1 0,3-2-113,-7 3 1,5-1 0,-1-1 0,-5 1 109,7-3 0,-5 2 0,-1 0 1,0-1-1,1 0 0,3-2 4,-8 2 1,5-3-1,-1 1 1,-3 0-134,12-3 1,-2 0 0,-2 1-1,0 0 1,0 0 0,1-1 131,-1 1 1,0-1 0,0 0 0,0 0 0,0-1 0,0 1-6,-2 0 0,1 0 1,0 0-1,-1 0 1,1 0-1,-1-1 3,0 1 0,1-1 0,0 0 1,-2 1-1,0-1 0,-2 0-52,0 0 0,-4 0 0,-1 1 1,0-1-1,1 0 0,2-1 1,3 0 53,-5 0 0,3 0 0,2 0 0,0-1 0,-3 1 0,5-2 0,-1 1 0,-1-1 0,-1 1 0,0-1 0,0 0 3,-1-1 1,0 0 0,-1 0 0,1-1-1,0 1 1,1-1 0,5-1 1,1 1 0,1-1 0,-1 0-1,0 1 1,-2-1-5,3 0 0,-1 1 0,-1-1 0,0 0 0,-2 1 0,-1-1 0,-1 0 1,1-1 1,-4 1 0,-2-1 0,0 0 0,-1 0 0,1 0 0,3-1 0,4 0 0,4 0 4,-5 0 1,8 0 0,1-1 0,-1 1-1,-8-1-1,5 0 0,-6 1 0,-3 0 0,-3-1 0,-1 1 0,0-1 0,3 1 0,2-1 0,6-1 2,-12 1 1,5-1 0,3-1 0,-1 0 0,-4 1-23,10 0 1,-2-1 0,0 1-1,-2-1 1,0 1 0,-2-1-1,0 1 19,1-1 1,-3 0 0,0 0 0,-1 0 0,-1 1 0,2-1 0,0 0 0,1-1-2,-2 1 0,2 0 0,-1 0 1,2 0-1,0-1 0,0 1 1,-1 0-6,3-1 0,0 1 1,0 0-1,0 0 1,1-1-1,0 1 1,0-1 22,-6-1 1,-1 1 0,1-1 0,1 0 0,1 0-1,2 0-16,-2 0 1,4-1 0,0 0 0,-1 0-1,-2 0-5,1-1 0,-2 1 0,0-1 0,-1 0 0,0 0 0,1 0-1,3-1 0,1 1 0,0-1 0,1 0 1,-2 0-1,0-1 4,2 1 0,-1-1 0,-1-1 0,0 1 1,1-1-1,2 1 0,3 0 2,-3-1 1,4 1 0,1 0-1,-1 0 1,-2-1-4,-3 0 1,-2-1 0,-2 0 0,1 0 0,2 0 0,3 1-8,-4-1 1,5 1 0,0-1 0,-3 1 3,2-1 0,-1 0 0,-1 0 0,-1 0 0,2 0 41,0 1 1,2-1 0,-1 1-1,0-1 1,-2 1-38,4-1 1,-2 0 0,0 1 0,-1-1 0,1 0-1,2 1 7,-3-1 0,1 0 0,1 0 0,0 1 1,1-1-7,-11-1 0,1-1 0,1 1 1,0 0 2,6 0 0,1 1 0,0-1 0,3 0-4,-4 0 1,3-1 0,-4 0 0,-2-1 0,-4-1 0,0 0 1,2 1-11,8 0 0,3 1 1,0 0-1,1 0 6,-14-3 0,1 1 0,2-1 7,6 0 1,2 0 0,2 1-14,-11-4 0,1 0 2,11 3 1,-2-1-1,1-1 6,1 2 0,1-1 0,1 0 295,1 1 1,2-1 0,-1-1-280,-4-3 1,-1-1 0,5 1-19,-3-1 0,3 0 8,-13-10 0,2-1 0,22 9 1,0 0-1,-15-12 1,-2 0-9,8 4 0,1 1 0,-7-4 0,3 1 0,14 11 0,2 2-9,-6-4 1,-1 1 675,6 5 1,0 0-665,-9-4 0,-1-1 0,-1 0 0,0 0-1,-1-1 1,-1 0 2,-8-7 1,1 0-6,15 9 0,1 0 6,-14-10 0,2-1 2,16 10 0,0-1 6,-15-10 0,0-1-11,8 5 0,1 1 5,-5-3 1,4 0-9,-7-6 2,16 10 1,1 1 3,-8-11 2,11 10 1,1-1 19,-8-17-6,6 3-11,7 10 1378,2 1-1395,6 12 2945,-1-2-2939,3 2 813,4 6-808,1 1 558,2 7-569,-1 2-123,-1 1 73,-2 9 45,-4 10 6,-1 5 5,-13 25 0,-2 1-12,3-10 1,-1 3-1119,-1-2 0,1 0 1136,3-8 0,1 0-1,0-1 1,1-4 11,2-6 106,-13 10-11,10-20-23,-8-1-5,5-19-16,1-15-46,4-3 11,6-7 1,3-2-28,1-7-15,6-10 1,5-3 690,4 20 0,2 1-685,6-17 0,3 1 0,-4 19 1,2 1-4,17-18 1,1 3 5,-2 6-158,0 0 0,2 2 204,-2 10 0,0 2-32,12 8 324,-22 13-94,8 5 0,0 2 181,1 5-257,11 4 1,4 3-56,-15-4 0,1 1 87,16 6 0,-1 0-215,-15-6 1,-2 1-4902,13 8 1,-5 1 4358,-5-3 0,9 7 0,-37-20 0</inkml:trace>
  <inkml:trace contextRef="#ctx0" brushRef="#br0" timeOffset="21000">7570 1688 24078,'-4'-57'643,"-1"0"0,1 0 0,0 5 0,0 2 0,0 10-787,0 1 205,-1 9-206,1 1-258,1 16-184,2 10 209,3 18-671,5 23 1042,-2-5 1,-1 4 39,1 14 0,0 4 17,-3-11 1,0 1 0,-1 1 42,1 4 1,-2 0 0,1 0-9,-1-2 1,1 0-1,-1 0 119,1 16 0,0-4 54,1-10 0,-1-3-138,1-12 1,0-2 213,1 10 364,-1-22-7,-1-14-618,0-23 119,-1-17-69,3-24-25,-1 22 0,2-2 70,1-4 1,2 0 123,6-9 0,2 3 88,-4 14 1,1 2 118,6-7 1,3 4 724,6 5-1224,8 3 0,-2 13 0,1 15 0,3 14 0,5 15 0,-20-10 0,1 3 0,-1 3 0,0 1-157,0 2 1,-1-1-1427,-1 0 0,-1-1-2083,19 20 130,-1-13 886,-1-15 1225,-1-15 1752,-3-17 1895,-2-11 808,-5-11-575,-9 3 747,-5-16-1055,-12 16-774,-5-9-1373,-6 17-337,-1 5-1647,1 6-205,6 5 238,2 3 283,5 3 2638,8 3-355,10 2 230,13 3 606,8 0 49,1-2-136,-3-3 20,-7-8-1384,-6-5 0,-6-10 0,-7-6 0,-8-5 0,-6 6 0,-12-12 0,-8 12 0,0 0-1755,-7 12 88,8 11 1066,-8 9 1235,1 10 1067,2 13-202,8 11-1310,8 8-189,7-7 0,10-9 0,7 1-32,12 0 0,3-2-936,-6-2 1,1-3-240,9 2 1,1-7-2083,19-11 1089,7-8 1798,-21-6 1,0-2 1186,22-9 171,-25-2 1,-2-6 898,-1-13 0,-3-2-693,-6 12 1,-2-1-178,5-18 1,-5 1-986,-12 0 0,-1-9 0,-14 13 0,-31 9-166,11 20-1179,-31 16 1213,23 20 781,-2 13-46,9 18-232,15-4-351,10-4-20,13-6 0,8-13-1027,9 1-682,3-11 31,5-16 1221,-13-8 1246,5-22 556,-13-6-333,2-14 539,-1-13-1377,-6 10-174,-2-1 0,-5 25 0,-2 8 0,-2 13-349,0 0-610,0 22 181,0 7 185,0 10-190,7 12-738,14 4 75,0-9 206,5-13 0,5-4 107,16-8 1201,12 2-12,-27-18 0,0-5 1014,24-11-187,-22 2 0,2-4 415,4-8 0,-2-3 177,-7 2 0,-2 0-735,-2 0 0,-3-1-740,8-25 0,-15 2 0,-4 10 0,-19-10 0,-4 36 0,-35-1-669,16 20 1338,-19 6-669,15 10 0,3 5 0,-6 13 0,7-8 0,4 3 0,12 11 0,15-4 0,5-12 0,21-6 0,25-18-292,-7-6 287,2-13 1,-2-6 305,-3-7-301,-4-2 0,-1-5-87,-17 8 0,-3-3 174,6-20 0,-3-1-87,-7 15 0,-3-2 0,-4-7 0,-2-5 0,-2 6 0,-2 12 0,-2-1 0,-3-11 0,-1-7 0,-1 8-1145,-6-12 34,3 16 1,-3 0 2252,-12-11-2568,10 25-52,-6-9 593,14 30 285,4 16 3039,0 5-2545,4 19 0,3 7-13,1 0 1,2 2 32,0 7 0,3 5-147,1-3 0,2 4 1,-1-2-1169,-3-13 1,-1-2-1,0 3-1876,3 16 0,1 5 0,-2-6 2075,-2-3 1,-2-6 0,-2-10 0,-2-9 0,-2-11 0</inkml:trace>
  <inkml:trace contextRef="#ctx0" brushRef="#br0" timeOffset="23888">7697 5434 16553,'-1'-47'904,"-1"1"1,0-1 0,1 2 0,-1 0 0,1 7 580,3-10-6897,1 11 5420,1 14-1000,10 41 871,-4 5 419,2 13 0,0 8-317,-5 7 1,-2 6 19,-1-7 1,-2 5 0,0 3 0,-1-1-339,-1-2 1,-1-1-1,0 1 1,-1 3 279,1-3 0,-2 3 1,1 1-1,-1-2 0,1-4-27,-2 12 0,-1-5 1,1 2-68,1-9 0,-1 3 0,0 0 0,1-4 203,-1 1 0,1-2 0,0 1-175,0 6 0,0 1 0,0-2 531,1-11 0,0-2 0,0-3-309,-3 5 0,-2-7 800,-10-2-829,-5-27-23,-1-28 1,-1-11 19,4 1 0,-1-2-133,-11-17 0,0-2 107,10 13 1,1-1 94,-1 0 0,0-2 0,1 5 883,-12-19-821,-4 2 1,-2 4 50,-5 11-157,13 13 0,0 4-48,-11 4 387,10 14-453,13 8 5,7 19 23,9 12-6,11-3 0,5 0 3,3-3 0,3-2 1324,2 1 0,5-2-1311,10-5 1,3-4 11,-3-7 0,3-2 15,2-3 0,3 0 0,-2-2-18,2 0 1,1-4 30,0-4 0,4-4 0,-5-1 16,-9-3 1,-2-1-20,13-6 0,-2-2-26,3-7 250,-2-8-473,-26 18-537,0-2-517,-14 14-2486,-13 15 3736,-1 4 0,-1 0 0,3-5 0</inkml:trace>
  <inkml:trace contextRef="#ctx0" brushRef="#br0" timeOffset="24287">7440 8202 16520,'-9'-53'1140,"0"-1"1,1 1 0,-1 0 0,-1-10 0,-1 2 0,1 12-447,-5 0-341,4 25-365,4 20 80,7 27-57,4 8 0,4 20 1,2 6-593,-5-22 1,1 3 581,1 5 0,0 9 1,1 2-1,-2-4-584,-1-3 0,0-2 1,-1 2 475,0 2 1,1 4 0,0 1-1,-1-3-209,0 7 1,-1-3 0,0 0-389,0-2 0,-1-1 0,0-2-1048,0-5 0,-1-1 0,0-2 1752,0 14 0,-1-7 0,-1 5 0,0-20 0</inkml:trace>
  <inkml:trace contextRef="#ctx0" brushRef="#br0" timeOffset="25761">7264 8697 16874,'-28'-51'1514,"-1"1"0,3 4 0,5 6-1167,10 7-279,10 8-52,8 9-16,39 1-72,7 10-330,-9 1 0,3 2 329,1 1 1,0 1-444,4-1 1,0-1 394,1-1 1,-2-2-31,-1-1 0,-2-2 78,-13 1 0,-1-3 3,7-5 0,-3-3 199,2-11 123,5-12 45,-30 7 61,-20 5 451,-13 6-455,-13 9 1192,-5 6-1093,-2 13-178,4 7-147,6 12-66,9 8-34,9 6-11,15 2 5,5-10 1,34 5-29,0-20 6,10 1 22,-20-16 1,-1-6 44,6-11 11,10-14 57,-26-8-29,-12 8 152,-17-13-96,-11 18 1,-18-6-7,-10 17 40,-5 9-28,-1 11-84,5 9-67,12 5-22,0 29 5,20-5-23,5-10 1,5 2-113,14 25-475,0-30 1,4-2 424,17 15-263,4-18 0,4-4-127,-7-10 0,2-3 233,15 4 1,1-5 69,-9-9 0,-1-5 137,-1-3 1,-3-5 117,-2-4 1,-3-3 55,-3-3 0,-3-1 61,-5-2 1,-2 0 56,4-16 264,-10-5 307,-9 8-230,-4 3-33,-2 7 799,-2 18-1180,2 7 400,2 8-473,1 4 57,8 23-57,-1 5-22,7 21 5,-3-2 17,-1 1-5,-2-4-6,-2-10 28,-2-13 84,-2-13 11,-1-15-67,0-14 28,-1-14 22,0-15-38,-1-7-29,1 7 34,-1-16-40,4 25-27,2-8-12,3 24-27,10 8-1,1 9 12,14 8 5,3 11-22,8 23 11,-14-8 5,5 19 18,-21-18-1,1 6 17,-8-10 51,-3-12-29,-3-14 12,-1-16 40,0-15-1,2-18 5,3-11-5,4-2-33,3 6-34,1 11-12,0 14-16,0 13-23,1 10 6,6 13 23,-1 2-102,20 31-61,-8-2 22,5 12-647,-14-3 1,-3 0 87,-2 1-1,0 1 0,-1 0-420,0-7 90,5-4 324,4-21 567,5-29 346,3-21 248,2-20-82,-18 23 0,-1-3-1347,0-6 1,-2 1 1511,6-13-876,-9 17 0,-2 4 803,-5 10 241,2-8-375,-5 22-241,0 1-6,2 15 2297,5 15-2302,7 22-54,-6-15 1,0 1 1470,2 7 0,-2 3-1490,0 5 0,-1 3-476,-1 4 0,-2 1 453,-1-1 1,-1-1 16,-2 1 1,0-5 11,0 12 11,-1-14-6,0-40 17,0-12-23,-8-35 23,-3-21-259,0 11 0,-1-3 239,2 10 1,1-1-291,-6-18 0,0-2 316,2 10 0,1 1-3,2 9 1,0-1 0,1 0 4,-3-13 1,1 1-236,3 7 0,2 2 227,3 7 0,2 3-156,13-25 117,13 14 5,18 14 6,13 15 8,-24 16 1,2 5-12,4 5 0,-2 3-19,23 13-1,-17 3 1,-2 4-17,-18-7 0,-3 1-3,7 11 0,-7 3-90,-19-5 0,-10-1-876,-22 9 0,-8-3-981,8-12 1,-2-2 1611,-21 6 1,2-5-1,17-13 1,0-1-1</inkml:trace>
  <inkml:trace contextRef="#ctx0" brushRef="#br0" timeOffset="33153">6107 12982 17742,'-1'-10'1828,"-2"-25"1,-1-2-1027,3 17-718,-3-15 0,1 5-22,3 25-96,6 8 157,23 20-92,-2 1 0,2 4-31,-2-3 0,-1 2-479,11 17 1,-5 2 444,-7 5-53,-11 8 0,-8 6-17,-10-16 1,-6 0-284,2-3 0,-3 1 0,-2-2 446,-11 7 1,-3-7 94,2-11 0,-1-6 14,-11 3 134,3-37 73,18-42-255,9 16 1,4-3-386,7-13 1,4-2 298,7 2 0,4 2-32,-3 10 1,4 1-28,18-12 0,3 4-59,3 3-140,-1 5 0,4 2-874,-5 14 0,-2 3 300,-7 2 0,1 1 798,25 0 0,-6 5 0,-22 4 0,20 3 0</inkml:trace>
  <inkml:trace contextRef="#ctx0" brushRef="#br0" timeOffset="33727">6852 13096 15827,'0'4'5634,"0"-1"-4194,0-3-1384,51-63-34,-27 36 28,16-21 1,1 0-6,-17 21 22,-4-3 0,-3 1-16,-8 5 83,-10-22-67,-15 27 17,-13-1-16,1 13 122,-8 9 51,0 12-196,8-1 33,-6 25-56,24-3 6,-1 23-16,8-13-1,11 16 0,8-14-11,14 9 14,-3-32 0,4-3-489,27 4 486,-28-15 1,1-4 24,9-10 0,-3-4-8,2-3 36,2-11 1,-3-6 53,-1-17-46,-12 9 1,-3 0 0,-2-14 70,-12 12 0,-4 0 160,-5-11-138,-2 15 0,-2 2-19,-5-5 240,-11-1-167,9 18-74,-4-3-94,9 13-40,3 6-17,4 10 526,8 10-509,5 17-5,11 15-1,-8-19 1,0 0 5,11 20-36,-2-11 0,1 1 22,-8-11 0,1 0-676,8 12 1,-1 0 678,5 9-77,-18-17 0,-4 0-7,-8 11-65,-6-11 1,-4-1-720,-24 18-846,-14-8-3434,-6-15 5148,6-15 0,19-9 0,13-4 0</inkml:trace>
  <inkml:trace contextRef="#ctx0" brushRef="#br0" timeOffset="34122">8053 12726 19496,'-5'0'4038,"1"0"-3237,4 0-1025,48-36-247,-5 24-275,-1-7 0,2 2-30,-10 16 0,-2 5-1005,26 7-103,-17 13 736,-18 1-1244,-36 33 2224,-24-10 164,8-11 0,-4-1 1003,0-6 1,-1-2 283,2-1 0,1-2-208,4-2 0,2-3-268,-8 8 694,8-8-857,20-14 105,15-9-677,39-23-161,-5 1-618,-1 2 0,2-2-1783,-11 8 1,0 0 2025,3-1 0,-1 1 0,9-4 0,-22 11 0</inkml:trace>
  <inkml:trace contextRef="#ctx0" brushRef="#br0" timeOffset="34736">9525 12334 16157,'0'-7'5595,"0"2"-4608,0 5-394,0 0-593,-18-14-123,21 29-359,-8-3-974,33 33-1659,11 0-1920,7-8 369,3-13 2986,-5-14 2246,-8-20 1400,-9-11 1322,-11-12 465,-9-3-813,-10 1-1114,-7 2-571,-5 4-325,-1 6-337,3 7-335,3 7-213,4 5-34,4 11-151,10 21-129,0-3-1966,15 27 2235,4-7 0,-9-13 0,0-4 0</inkml:trace>
  <inkml:trace contextRef="#ctx0" brushRef="#br0" timeOffset="36396">10928 12269 21299,'-10'-12'-784,"0"11"-840,6 36-343,2-6 1967,1 9 0,1-25 0,0 6 0</inkml:trace>
  <inkml:trace contextRef="#ctx0" brushRef="#br0" timeOffset="36554">11239 12191 19815,'-29'38'-650,"0"1"0,2-4 0,7-4 1,13-1-1,4-12 0</inkml:trace>
  <inkml:trace contextRef="#ctx0" brushRef="#br0" timeOffset="67108">12067 12418 9951,'9'-63'2905,"0"1"0,0 5 0,-3 6-1325,-4-5-511,-4 16-542,-1 16-421,-3 16-83,1 23-1,1 22-56,1 26-851,2-24 0,2 2 675,2 5 0,2 1-235,2 1 0,1-1-428,4 0 1,0-1-595,0-3 0,0-3-953,-1-5 0,-1-2 2420,3 21 0,-6-27 0,-6-9 0</inkml:trace>
  <inkml:trace contextRef="#ctx0" brushRef="#br0" timeOffset="67276">11927 12615 11197,'-29'-41'229,"0"-1"1,9 2 0,13 8 2246,26 19-2779,36-1-680,-13 8 0,2 1-1426,6-1 1,1 1 2192,7-1 1,-3 1 0,5 0-1,-26 2 1</inkml:trace>
  <inkml:trace contextRef="#ctx0" brushRef="#br0" timeOffset="67526">13092 11995 23035,'-43'-22'370,"7"21"-303,29 61-64,4-23 0,1 1-1438,7 13 1,2-1 1327,-3-14 1,1-1-132,5 4 0,3 1-3470,5-3 0,0-2 3708,9 14 0,4 6 0,-19-36 0</inkml:trace>
  <inkml:trace contextRef="#ctx0" brushRef="#br0" timeOffset="68499">13842 12256 7436,'-8'0'4344,"-23"3"0,-3 1-3325,12-1-569,-11 2 1,1-1 928,19-1-517,6-1-280,7-1-150,18-5-197,20-4-134,23-5-286,-1 0 213,-4 3 0,2-1-424,-17 3 0,0-1 396,18-3 0,0 0 6,-17 1 0,-3 1 5,17-5 28,-7 1 370,-26 5-263,-5 2-34,-11 0 17,-35-10 39,-4 1-51,2 2 1,0-1 28,-14-4 229,-8-5 297,10 2-297,5 0 89,9 1-318,19 10 713,6 5-853,12 3-1,0 2-21,32 14 4,0 4 6,-7 1 1,1 2-364,-1 1 0,0 2 355,1 5 0,-1 0-3,-7-5 1,-2 2-26,1 4 0,-3 4-446,-8-2 1,-3 2-168,-1 1 0,-4 0-1830,-6 5 1,-5-1 2484,-11 12 0,1-19 0,4-15 0</inkml:trace>
  <inkml:trace contextRef="#ctx0" brushRef="#br0" timeOffset="69998">13041 12236 12948,'1'-56'2154,"0"1"1,0 5 0,0 7-873,-4 15 17,-3-2-934,0 5 122,-2 2-330,5 15-157,1 3 28,6 12 17,8 13-17,10 18-12,-6-10 1,0 2 2,2 5 1,-2 2-557,0 4 0,-2 0 545,-4 1 1,-2 0 5,-3-1 0,-4-1-19,-3-3 1,-2-2 26,-7 27 12,-5-14 27,2-15 298,5-15 274,4-10-269,3-15 828,2-13-1130,0-18-17,1-14-23,0-12-276,1 29 0,-1 0 262,1-2 1,-1 1 8,1 0 0,-1 1 16,0-27 1,-1 13-6,-2 14-6,0 14-55,0 11-6,0 8 27,4 15 556,3 14-544,3 20-5,2 14 10,-3-21 1,0 0 5,-1-5 0,-2-2-11,6 28 12,-5-16-24,-3-18 35,-1-1 50,-1-12 117,-1-8-72,-2-15-101,-7-11 11,-4-17 11,-5-14-16,1-9-137,10 28 0,1 0 131,-4-29 0,5-1-17,2 23 0,1 9-22,2 22 10,0 9 18,1 14 5,3 17-22,2 21 0,-2-21 0,1 3-6,2 10 0,-1 1-170,-1-7 1,0-1 200,1 3 0,0-2-20,1 6 247,-1-7-241,-3-22 151,0 0 34,0-17-124,-2-13-22,1-22-16,-1-20-23,0 20 0,0-2 11,-1-4 0,-1-3-8,-1 3 1,0-3 0,-1 4-556,0 3 1,0 1 556,-2-11 1,-2 5 34,-4 13-1,0 9-39,0 4-23,2 16 18,5 9-12,3 23 11,1 15-2,3-13 0,1 3 460,1 3 0,1 2-447,2-1 1,1 1-6,3 5 0,0-2-3,-3-10 0,1-1-3,-1 2 1,0-4 50,-1-1 185,-4-15-146,-5-25-73,-1-7 22,-3-24-5,0-8-17,4 7 1,2-3-12,4-1 0,1 2-107,-2 6 0,1 3 101,11-18-33,-9 38-56,-3 10-319,-5 19-2958,-7 22 2590,-4 10 0,2-12 1,4-13-1</inkml:trace>
  <inkml:trace contextRef="#ctx0" brushRef="#br0" timeOffset="72361">12576 11840 9415,'1'-10'6682,"0"3"-4373,-1 7 395,0 0-6366,-3-37 3675,0 29 880,-6-21-878,-1 46-50,-3 11-15,3 9-107,4 5-142,12 2 3361,5-3-3594,12-7-426,3-9-353,2-12-173,4-13 1154,-6-13 313,-4-5 140,-4-12 168,-8 4 202,-1-7-190,-5 9 1288,-5-7-1166,-3 20 219,-3-9-375,-1 16-224,0 3-79,3 9-134,2 8-2274,8 12 2442,2 1 0,1-9 0,-2-8 0</inkml:trace>
  <inkml:trace contextRef="#ctx0" brushRef="#br0" timeOffset="72888">14891 11629 14141,'-1'-4'4525,"0"0"-1534,1 4-3002,0-42 44,6 37-44,5-27-202,7 52-22,-1-1-2403,1 22-7193,-12-9 8780,1 5 0,-7-18 1,0-14-1</inkml:trace>
  <inkml:trace contextRef="#ctx0" brushRef="#br0" timeOffset="73028">14976 11681 13525,'3'-7'6038,"-2"2"-4678,-1 5-979,33-62 56,-20 42-373,6-16 1,1 8-71,-9 29-386,-4 15-968,-2 6 512,-5 12 0,1-25 0,-1-1 0</inkml:trace>
  <inkml:trace contextRef="#ctx0" brushRef="#br0" timeOffset="78078">14305 4811 18096,'25'56'-201,"-1"0"1,-3-1-1,-6 2-316,-10-7 0,-5 2 0,-1 0-49,-1-1 1,0 0-1,-1-5 1,2-2-1,-1-5 1,-2-3-1,1-1 1</inkml:trace>
  <inkml:trace contextRef="#ctx0" brushRef="#br0" timeOffset="79569">14194 5479 9632,'-3'-6'3753,"1"1"-2628,2 5-783,-9-62 319,21 32-446,-7-7 0,6 2 19,38 17-127,-18 13 0,3 3-43,5 0 1,1 2-11,-7 0 1,1 0-249,15 3 1,-1 1-880,11-1 236,-20 0 0,-1 0-147,-2-3-966,-3-10 2039,-21-2 433,1-6 235,-13 4 416,-8 2 600,-3 4-342,-3 3-837,3 2 879,-4 7-948,6 1-187,-1 6 3,6 1 104,14-1-62,11-1-104,19-5-78,13-8-5,5-8-19,-3-11 63,-9-6 76,-14-4-15,-15-2-67,-19 0-217,-21 4-43,-19 7 170,-18 8-54,7 9 23,20 6 1,1 4 46,-18 12-97,7 6 69,13 15 8,25 3-50,16 8-157,13 7-410,-5-26 0,4-1 363,3 0 0,3-2-43,3-2 0,1-2-43,0-4 0,1-2-57,-3-3 1,-1-2-418,22 0-16,-9-13 199,-6-13 384,-3-13 115,-6-12 7,-7 3 63,-9 6 0,-1-1 135,1-7 240,3-12 73,-9 25 519,-3 13-897,-3 7 99,0 25 61,0 4-31,1 25-29,1 0-49,2 1-109,2-2-106,0-5-7,-1-14-58,2-2 231,-4-17 14,2-2-247,0-20-3293,4-22 3352,-3 3 134,6-25-22,-2 14 4,5-9-23,5 9-1,2 10-24,3 15-12,2 9 3415,-1 12-3432,1 11-27,-1 12-6,-1 10-10,-3 6-33,-4-2-3,-5-6 16,-4-11 77,-4-9 4,-2-9 176,5-24-168,-3 5 222,8-30 164,-1 7-5,2-8 16,0 8 7,-1 12 66,3 12 186,-1 10-12,3 13-571,1 10-381,-2 4-305,8 28-447,-8-9-17,-5-11 0,0 1-3531,-1 0 1,-2-1 1329,4 9-3537,4 3 4852,-4-32 1755,6-7 74,4-19 423,4-13 1645,-5 0 4443,10-24-3533,-12 12-2039,-5 10 0,-1 0 419,6-14 3113,-4 7-3718,-2 11-418,-6 11-158,-3 12-11,1 16-40,1 14-16,2 20-17,-4-11 0,0 2 0,1 17 0,-3-12 0,-1 0-11,-3 17 16,0-26 1,-2 2 27,0-3 1,-1-1 129,-3 6 117,1-11 291,4-22-369,2-16-169,0-26-10,2 2-4,0-1 1,2-3-198,1 6 0,1-2 197,2-11 1,0-3-511,2-2 0,-1 0 541,-1 0 1,0 1 55,-1 3 0,-2 2 68,-1 6 0,-1 1-1416,0 4 0,0 2 1331,0-4 12,3 4-51,1 23 200,4 1-244,4 10 712,8 10-746,15 22-6,-12-6-22,-6-4 0,-4 3-235,-14 23 134,-4-8-146,-15-13 1,-9-2-2204,-18-5 0,-6-4 2779,5-1 1,0-1 0,0-1-1,4-4 1,3-4 0</inkml:trace>
  <inkml:trace contextRef="#ctx0" brushRef="#br0" timeOffset="91753">16084 11908 8220,'3'-5'3030,"-2"2"2308,-1 3-4929,3 0 17,-3 1 3248,3 0-3316,-3-6-229,0 4 62,0-5-102,0 5 556,0 0-645,-1 5 17,1-1-12,-1 4 7,1-2 4,0 0 1,0-2 1462,0-2-1177,-3-4-173,-8-11-79,1 1 29,-8-15-29,8 4 34,2-12-56,3 11 6,9-6-29,0 20-10,9-3-18,4 11-10,9 4-7,6 11-55,15 20 67,-15-4-14,-9-2 0,-4 3-433,-4 21 402,-10-15 1,-3 3-581,-9 4 1,-5 1 593,-8 5 0,-7 0 40,-2-7 0,-6 0 1,1-2 21,-3 2 0,-2-2 34,1-6 0,-3 0 1,4-6 68,4-10 0,3-3-36,0 2 0,1-7 283,-16-35-302,40-15-12,3-18-17,17 23 1,6 1 5,0 7 0,3 2 5,11-8 1,4 2-29,-7 10 1,0 5-290,5 1 0,-2 6 262,7 9 593,8 16-823,-11 12-986,-10-2 1,-1 3-3679,-7-2 1,-3 0 2934,15 23 1,-21-23 0,-9-19-1</inkml:trace>
  <inkml:trace contextRef="#ctx0" brushRef="#br0" timeOffset="94461">16989 12114 19837,'49'6'347,"7"1"-316,-22-4 0,1 0-497,2 0 1,1-2 484,1-1 1,-1-2 5,0-1 1,0-2-4,-4-1 1,0-2 205,24-12-71,-13-3 101,-13-2 247,-14-3-219,-12 1-34,-14 0-40,-12 1 494,-12 4-421,-9 5 57,-3 3-2976,-3 2 2880,19 5-5,4 1 184,19 4-363,3 1-68,3 0 1,9 1 5,12 3 33,16 6-44,-1 1-28,-3 6 0,1 2 2914,13 15-2926,-13-8 1,-1 2-40,-9-1 1,-4 0-92,-3 1 1,-3 2-492,3 28-488,-11-2-1293,-15-4-6279,-9-5 7924,-4-11 0,7-15 0,6-10 1</inkml:trace>
  <inkml:trace contextRef="#ctx0" brushRef="#br0" timeOffset="95920">15299 12124 7722,'0'-6'9830,"0"2"-6487,0 4-3359,14-51 122,-11 52-67,10-38-67,-16 89-241,2-6-78,1-11 0,1 0-812,5 22-499,5-5-891,0-6-1881,-2-7 4430,-4-7 0,-3-15 0,-2-7 0</inkml:trace>
  <inkml:trace contextRef="#ctx0" brushRef="#br0" timeOffset="96166">15162 12353 20761,'-8'-54'146,"13"12"-62,40 42-34,1 0 0,-4 0-27,-12 0 22,1-1-45,-15-1-12,5-1-83,-8-2-353,1-1-924,3-3-622,-2 0 1994,5-1 0,-13 6 0,2 0 0</inkml:trace>
  <inkml:trace contextRef="#ctx0" brushRef="#br0" timeOffset="96590">15687 11402 16913,'-4'-3'2784,"1"1"-1787,3 2-1059,-32-6-150,24 21-376,-23 4-320,39 24-95,7 4-218,6-2-39,3-7 577,-4-10 1231,-5-11 579,-7-9-170,-5-13 107,-4-6 589,-5-10-1149,1 6 369,-4-2-239,4 9-404,1 3-595,1 2-162,2 3 107,4 8-963,9 10-8448,8 11 9321,-1-6 1,-4-4 0,-10-15-1</inkml:trace>
  <inkml:trace contextRef="#ctx0" brushRef="#br0" timeOffset="97090">18481 11476 21892,'-14'-40'424,"1"0"0,-1 1 0,6 15-620,8 23-134,13 24-388,-2 2-575,10 21-1385,-6-5-4508,-2 2 7186,-3-9 0,-4-13 0,-3-10 0</inkml:trace>
  <inkml:trace contextRef="#ctx0" brushRef="#br0" timeOffset="97217">18582 11500 10506,'1'-9'7740,"-1"2"-5701,0 7 168,0 0-2179,10-48-347,0 56-1468,5-30 1787,-7 63 0,-4-16 0,-4-9 0</inkml:trace>
  <inkml:trace contextRef="#ctx0" brushRef="#br0" timeOffset="103832">20074 4804 21209,'-7'-38'-28,"4"30"5,4 36 1,2 21-54,0-1 1,-1 3-1445,0 5 0,0 1 1077,-1 2 1,0 0-105,0-3 1,0-1-286,0-7 0,0-2 288,0-9 1,0-2-867,-1 15-4433,-7-17 5177,0-16 0,0-9 1,2-6-1</inkml:trace>
  <inkml:trace contextRef="#ctx0" brushRef="#br0" timeOffset="104881">19922 5362 13317,'-33'-48'2080,"0"0"0,4 4 0,4 8-1458,11 14-359,7 8-263,5 7-50,22 3 38,-3 6-16,33 4-227,4 3 235,-16-3 0,2-1-14,3-1 1,0-1-421,1-1 1,-1-2 425,-2-4 0,-1-1 39,-3-2 0,-1-3 25,-5-2 1,-2-3 103,-2-4 0,-3-1 6,5-8 195,-9-9 1,-20 15 180,-6-2-96,-10 2-308,2 11 5,-2 1 697,10 9-870,1 3 16,3 6 6,2 8 5,7 7 23,5 4 18,10-2-13,7-4 23,1-8 118,4-10-85,-12-9 63,4-12 49,-14-5 12,-1-7-73,-6-3-34,-8 2 51,-13 0-78,0 13 16,-15 0-50,7 16-34,-9 7 11,1 10-106,1 25 51,12-10-54,11 3 0,5 2-165,13 9-12,-1-10 1,3-1-343,5-5 1,2-2-34,4-2 1,0-2-135,17 10-1669,11-10-1294,-8-17 728,10-11 2173,-4-15 2112,-4-22-397,-18 10 1187,-4-19 1025,-14 10-1295,0 3-990,-3 5 543,-1 15-488,-4 10-873,1 2 242,0 8-197,1 10 16,8 21 17,1 8-27,4 15-18,-5-16 6,-1 7-3358,-3-7 3386,-3-8 649,-1-2-352,-3-24 95,-1-9-240,-4-12-2213,-2-27 2106,2 9 837,4 3 1,2-1-748,7-3-107,2-5 39,5 14-56,-1 12-50,2 3 3023,6 7-3062,-1 9 1044,5 7-1011,-7 5-39,3 12 34,-4 5 28,-1 0 5,-2 1 22,-8-15 29,-4-8 184,-2-7-50,0-9-106,-1-14-62,0-8-22,3-15-6,1 9-12,10-8 24,13 6-1,1 5-22,8 6 11,-4 19-12,-8 11-38,2 9-118,-7 11 11,-4-1-492,0 12-657,-5-3-1107,1 11 446,-3-11-4642,1 3 5761,-2-18 0,0-3 0,-3-10 0</inkml:trace>
  <inkml:trace contextRef="#ctx0" brushRef="#br0" timeOffset="105298">21634 5164 22179,'59'-12'268,"-6"18"-223,-32 46-28,-4-5-6,-9-13 0,-2 1-3,-3 0 1,0 0 13,-1 1 1,-1-1 44,-2 1 0,-3-2 163,-8 7-68,-2-15 376,-15-10-269,8-21-90,-11-13-129,13-9-28,7-6 1,3-6-20,6-11 0,2-1-1080,-1 3 1,1-2 1085,4 5 1,2-2-1,0 2 33,3-3 0,0 3-22,0 0 0,-1-1 52,1 2 1,1-2 0,-1 6-11,3-13-77,-2 8 1,2 4 82,4 12-46,11 2-39,7 6 6,20 11-6,-9 21-11,0 6 1518,-8 21-1540,-20-11 30,-11 7 0,-6 3-13,-26 19-46,1-15 1,-6 0-281,-9-6 1,-5-5-2177,-7 0 1,-1-3 2018,3-4 1,3-4 0,15-6 0,3-3 0,-5 1 0</inkml:trace>
  <inkml:trace contextRef="#ctx0" brushRef="#br0" timeOffset="113408">19349 11796 12018,'-1'-47'2655,"0"0"0,0 8 0,1 6-1099,0 0-614,-1 18-640,1 1-374,0 10 60,0 13 57,3 16-106,2 21-65,-1-15 0,1 2-141,1 5 1,1 1-297,0 2 0,1 0-704,0 1 1,1-1 157,1-2 0,0-2-331,0-5 1,1-2-3792,6 15 2526,-6-22 1901,-8-11 0,-3-10 0,-2-1 1</inkml:trace>
  <inkml:trace contextRef="#ctx0" brushRef="#br0" timeOffset="113559">19271 12005 21282,'-24'-41'179,"0"0"0,5 1 0,14 10-218,43 22-230,24-3-903,-22 6 1,2 1-790,7-2 1,1 1 1283,-3 1 1,-3 0-1,15-2 1,-27 4 0</inkml:trace>
  <inkml:trace contextRef="#ctx0" brushRef="#br0" timeOffset="114167">20722 11456 5739,'0'0'0</inkml:trace>
  <inkml:trace contextRef="#ctx0" brushRef="#br0" timeOffset="114591">20821 11438 7895,'2'-7'7360,"0"2"-4369,-2 5 1395,0 0-4285,4-47-107,-6 38 23,-4-24-22,-6 53-68,-3 23-50,11-4 16,7 1-314,24 1 270,-8-22-291,28 13 83,-19-25 51,10-2 202,-17-10 39,0-11 112,-6-7 257,1-16-145,-7 10 420,-2-15-376,-6 27 203,-1-10-79,-1 15-107,-2 0-274,1 5 0,0 10 34,2 12-129,2 13-28,0 0-1267,8 27-4446,1-10 5044,5 11 0,-7-26 0,-3-14 0</inkml:trace>
  <inkml:trace contextRef="#ctx0" brushRef="#br0" timeOffset="115299">21514 11722 18392,'1'-47'873,"1"1"1,1 3 0,6 7-779,26 13-56,12 6-27,-6 9-18,-7 6 0,0 3-599,11 11 594,7 1 157,-14 16-242,-15 13 35,-7 6 132,-11 0-74,-16-17 1,-6-3 58,-16 8-17,-8 7 185,-11-13 67,20-20 96,-10-1-40,18-17-201,10-2 427,7-10-265,12 0-224,5 2-56,8 3-22,5 9-1,6 11-5,-3 0-23,2 6 1,3 3-34,23 7-380,-14-4 1,2 1 331,-7-4 1,-2 1-138,22 12 146,-21-6-68,-25 8 17,-29-9-44,-24 6 30,12-16 0,-3-3-427,-3 0 0,0-2 145,-23 1-1812,26-4 1,3-2 2253,4-3 0,-2 1 0,24-1 0</inkml:trace>
  <inkml:trace contextRef="#ctx0" brushRef="#br0" timeOffset="115797">22387 11766 22531,'47'-10'-46,"0"1"0,1-1 1,-1 0-1,3 0 1,-2-1-1,-5 1-643,4-1 0,-3 0 696,0 0 1,2-1-1,-10 0 55,-7-6 466,-4-6-444,-13-1 206,-19-2-234,-13-1-23,-4 6 107,-24-7-16,12 12 27,-12-5 11,16 12 762,11 4-756,10 3-106,6 2-23,4 1 28,6 1-22,1 3 17,21 9-34,3 3-11,17 12-29,0 5-4,0 7-10,-25-17 1,-2 1-37,-1 3 1,-3 0-230,6 32-1069,-14 2-1161,-19 0 2521,-3-28 0,-1-2 0,-4 2 0,-4-4 0</inkml:trace>
  <inkml:trace contextRef="#ctx0" brushRef="#br0" timeOffset="116258">23400 11122 16560,'0'-5'3776,"0"0"-1351,0 5-2419,18-33-118,-8 43-292,14-15-565,-13 56-1541,-2 8-7321,-3-2 9482,-2-16 1,-3-16 0,-1-18 0</inkml:trace>
  <inkml:trace contextRef="#ctx0" brushRef="#br0" timeOffset="116392">23458 11249 10763,'3'-6'7169,"-1"2"-4693,-2 4-2464,64-49-96,-44 42-420,17-11 0,-5 8 504,-28 52 0,1-15 0,-6 5 0</inkml:trace>
  <inkml:trace contextRef="#ctx0" brushRef="#br0" timeOffset="119328">25505 1766 17253,'3'-49'1166,"-1"0"1,2 6 0,-4 11-1081,-4 26-196,0 19 602,1 18-413,2 24-173,2-17 1,3 4-418,1 5 0,3 3 153,3 4 1,3 2-949,4 0 0,2 1 43,1-2 1,2-1-839,-2-4 0,-2-2 1894,-3-5 0,-4-4 1,3 5-1,-12-16 0</inkml:trace>
  <inkml:trace contextRef="#ctx0" brushRef="#br0" timeOffset="120362">25387 2234 18027,'-2'-7'1928,"1"2"-1683,-4-57 271,5 40-476,-1-13 1,3 3-17,11 21 915,15 6-17,1 3-955,9 3 0,4 1-23,-6 0 0,2 0 605,19 0 0,1 0-47,-7 0 0,-1-2 282,5-5 0,-3-1 195,-17 2 1,-2-1 195,27-13 313,-35-4-542,-13 5-233,-9-10-1061,-8 12-512,-8-1 3,6 8-536,0 2-220,4 3 145,5 10-494,3 1 2073,8 11-268,4-1 1048,3 3-495,-1-4-116,-5-5 581,-5-6-398,-3-6-1863,1-9 2906,-1-9-731,1-7-388,-1-7-220,-3-5-483,-5 12-307,-4-3-688,-8 18 40,-5 1 1194,-14 12 1563,4 8 162,-5 13-192,15-2-444,5 10-331,12-3-398,12 7-1789,17-1 82,17-2-692,11-6 870,-25-16 1,0-2-1451,29 3 628,-5-9 1818,-4-17 2715,-16-6 235,-9-6-700,-16-6-913,-6 6-590,-2-7-504,-1 5-553,0 6-752,0 8-1243,0 6 511,2 10 1168,3 11-3,4 12 421,7 23 16,1-1 101,0 2-6,-3-3-63,-7-13 73,-2 8-152,-2-15 1066,-3-8 562,0-13-435,-1-11-403,0-8-5,0-13 152,0-9-10,10-13 187,-2 15-50,7-3 121,5 15 581,-1 7 595,0 0 29,4 13 376,-9 9-1196,3 2-395,0 8-632,-1 7-692,-3 0-805,-2 0-470,-7-4 8,-4-7 102,-1-3 1607,-1-5 553,-2-14-753,4-9 301,0-10 334,9-7 555,7-1 289,10 3 118,4 6-60,7 8-230,-12 10 1474,8 7-630,-14 13-1755,2 9 0,-5 21-335,-7-10-2336,-2 19-1051,-1-17-2999,5 6 6059,1-10 1,-3-12-1,-3-10 1</inkml:trace>
  <inkml:trace contextRef="#ctx0" brushRef="#br0" timeOffset="120803">27233 2046 27935,'0'-3'-2707,"0"0"2655,0 3 3112,5-11-3569,0 16-89,13 18 78,-4 17-1,-4-10 1,0 2-1968,1 20 6211,-6-4-3936,-4-13-2060,-6-3 1986,-5-11 888,0-6-3,-2-8 943,5-17-1082,0-13-289,0-15-241,-2-13-135,1-11-461,4 27 1,-1-2 211,1-1 0,0-1 11,1-3 0,1 2-262,0 7 1,1 1 586,1-6 0,1 0 365,5-17 246,5-7 151,14 9 308,4 21 383,2 10 279,13 24 204,-15 16-777,12 26-579,-24-7-559,-8-6 0,-6 2-2802,-24 26 2701,4-11-110,-8-15 1,-4-4-80,-5-3-1115,3-7 1,0-2 1834,-10 3 1,7-4-1,17-9 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FEA2F-F12F-BE74-7829-197721C62C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EAAE47-6ABD-3862-53D4-39F44F1C1C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105D5-FD2F-2E82-5716-2EF6D6D30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A91F0-CD57-5C4A-9B9A-71DD3B014CC1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E1B70-297C-5897-D482-693995A25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E7B82-F050-B633-3A6F-D6D367B9C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D8A91-A17D-EA41-8CCD-0699DE994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860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948C9-CACA-F68B-DCAE-A56ACBA2D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117D3-0FB2-C9FB-3D69-C7052D1AEB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1C069-3FA0-5133-3C3D-0747F99EC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A91F0-CD57-5C4A-9B9A-71DD3B014CC1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AEDA3-BD46-51A8-6ACA-3786C053B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52B85F-57EB-0EB2-CFB6-388C02997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D8A91-A17D-EA41-8CCD-0699DE994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51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11526-BC09-20E4-0A12-8AA50FBDE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6B27CD-57C9-8EB6-34CD-E096024C27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63B973-AC4D-D800-9C7F-E78F9067B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A91F0-CD57-5C4A-9B9A-71DD3B014CC1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FB7E5-0704-8E20-BC92-D1C8BD463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F6852-7691-DB73-BDA3-415881924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D8A91-A17D-EA41-8CCD-0699DE994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418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5E9DD-F276-94BE-FCDE-1BFFB5A14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FC858-042C-E438-5467-1297A85599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543DA2-F12B-E63E-5B5C-647BBECBFA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D22556-8217-7DAA-EB55-951267043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A91F0-CD57-5C4A-9B9A-71DD3B014CC1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1D99F9-A2CD-3E3D-FC93-ADCC7C4FF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DF4360-0317-6F91-F78F-02510FE1F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D8A91-A17D-EA41-8CCD-0699DE994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289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D75D0-484F-9E12-8FB8-A02A50305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712B74-FE3A-142F-F1EE-D73ECBE30E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B4A168-6D92-8144-CFB5-E5A75F6EAB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242774-5138-597F-398A-4857A0FF9B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18B2EB-5209-8F91-7271-683C033BE5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34FAD0-DDA9-53D6-4F75-5B89835DE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A91F0-CD57-5C4A-9B9A-71DD3B014CC1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19ABD5-CFE1-3789-F9E2-EC0D8EB9A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15F6A2-8F1A-58EC-30F1-58CE204E7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D8A91-A17D-EA41-8CCD-0699DE994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322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3B5E1-A147-7FFF-A550-AD97FE400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99EBE4-E20D-A5F7-7FE6-0059B5F19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A91F0-CD57-5C4A-9B9A-71DD3B014CC1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C262E1-FBCA-7656-F833-E488F79A9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204F13-8283-8624-09CE-B2FAB99C4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D8A91-A17D-EA41-8CCD-0699DE994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73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C7D156-C238-C7CC-1837-D1C01DE6E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A91F0-CD57-5C4A-9B9A-71DD3B014CC1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26F1A1-E09E-58A8-9394-3119A5915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A463C9-D14F-F705-C9EE-195AD0986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D8A91-A17D-EA41-8CCD-0699DE994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28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DAFC2-F4AF-67C8-BA94-3E113D969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39604-22EF-D245-5F13-A4FD836A1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48C69E-0707-6036-7885-7E6C279E01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89AD7E-1BF8-7D6F-5B7A-818E2BA44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A91F0-CD57-5C4A-9B9A-71DD3B014CC1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9F92C2-4163-E549-6898-7E153A5EB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2C6112-09E9-8705-9C3E-5720E9613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D8A91-A17D-EA41-8CCD-0699DE994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040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D5A35-4BC7-87AD-FB28-E13444EBC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A1C638-0F34-428F-B2B9-B12877A86F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535E1E-6DF3-0D8C-776A-C7BB47C98F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693BE1-A56F-E35F-9179-BC3C2F049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A91F0-CD57-5C4A-9B9A-71DD3B014CC1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998FF5-574E-A6C5-B67C-7B485D426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30F632-2FCF-D23C-3C14-D77E39A57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D8A91-A17D-EA41-8CCD-0699DE994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519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832E4-EDE9-4108-83DA-0C7CBCF14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1660AC-76A8-18B5-0490-4DCCB7013A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6687E-8A32-9A51-9DF3-0D32EDE28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A91F0-CD57-5C4A-9B9A-71DD3B014CC1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05AA2-85CF-0220-5CC1-FF7679243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9A7EE9-00BE-F14C-2C3C-673BE9305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D8A91-A17D-EA41-8CCD-0699DE994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89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861051-8109-56D7-5216-5370B65F6E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958FF6-76C5-64B9-D203-62A25A0540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EB594-1D24-8E19-1947-D1C820B93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A91F0-CD57-5C4A-9B9A-71DD3B014CC1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FDF76-8650-25B4-FD9D-B90D7E04D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C7780-E9BC-A480-8091-C0F1D914C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D8A91-A17D-EA41-8CCD-0699DE994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199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E410DB-F74E-3098-683C-2934DCF98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5EFFCF-BF34-7183-7950-8D0D4ADD00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46FEB-CE5A-35EF-0C83-2E626FDAC2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1A91F0-CD57-5C4A-9B9A-71DD3B014CC1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9ACA0-BBBD-4EC9-2918-7E80B818E6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76B21-DC5A-E57D-2177-FB6FD492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AD8A91-A17D-EA41-8CCD-0699DE994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434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blue and white background with black text&#10;&#10;AI-generated content may be incorrect.">
            <a:extLst>
              <a:ext uri="{FF2B5EF4-FFF2-40B4-BE49-F238E27FC236}">
                <a16:creationId xmlns:a16="http://schemas.microsoft.com/office/drawing/2014/main" id="{34CD816C-3B70-512D-ABA7-A534930E40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102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EC77DCB5-1909-F5E4-2BFE-8B2DD8A31A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AD13577-019D-DE6F-3945-9FBA9AC61D1C}"/>
                  </a:ext>
                </a:extLst>
              </p14:cNvPr>
              <p14:cNvContentPartPr/>
              <p14:nvPr/>
            </p14:nvContentPartPr>
            <p14:xfrm>
              <a:off x="792360" y="713880"/>
              <a:ext cx="6769800" cy="25574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AD13577-019D-DE6F-3945-9FBA9AC61D1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3000" y="704520"/>
                <a:ext cx="6788520" cy="2576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64635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6D8547-25AB-E46C-006D-3471066B0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23321BF-25C5-7A09-F091-8524D1202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BE320D02-200E-78D0-F63F-A67ED48C81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F685579-046C-AAA8-2A7E-C0367A989A7A}"/>
                  </a:ext>
                </a:extLst>
              </p14:cNvPr>
              <p14:cNvContentPartPr/>
              <p14:nvPr/>
            </p14:nvContentPartPr>
            <p14:xfrm>
              <a:off x="653400" y="124920"/>
              <a:ext cx="8472240" cy="52689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F685579-046C-AAA8-2A7E-C0367A989A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4040" y="115560"/>
                <a:ext cx="8490960" cy="5287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53332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F7E15B-F5B7-FA04-44D6-E5D3A3732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B39FC5F-FA0D-04AF-49F6-DCA51CCDBD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0F68E082-1610-EC9D-9BAC-461213B81E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9E2501B-37E2-A098-B52D-251A4DCD9AE3}"/>
                  </a:ext>
                </a:extLst>
              </p14:cNvPr>
              <p14:cNvContentPartPr/>
              <p14:nvPr/>
            </p14:nvContentPartPr>
            <p14:xfrm>
              <a:off x="1009800" y="4320"/>
              <a:ext cx="8022600" cy="49190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9E2501B-37E2-A098-B52D-251A4DCD9AE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0440" y="-5040"/>
                <a:ext cx="8041320" cy="4937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75326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3A7B21-FA91-D85C-1008-EA3DA0869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639FF4E-C6F8-6ECC-CF1A-49636582F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2BCFB284-C537-314D-8FD8-D46015C8B3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972F2F9-2AD2-6018-65FC-F97AB5F387B6}"/>
                  </a:ext>
                </a:extLst>
              </p14:cNvPr>
              <p14:cNvContentPartPr/>
              <p14:nvPr/>
            </p14:nvContentPartPr>
            <p14:xfrm>
              <a:off x="376920" y="122040"/>
              <a:ext cx="9450360" cy="46569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972F2F9-2AD2-6018-65FC-F97AB5F387B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7560" y="112680"/>
                <a:ext cx="9469080" cy="4675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3981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ADCEB1-0B48-3E46-5A01-86C7094E5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61C82D-79F6-862D-AC99-B09150630C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C6820753-6823-B20F-4C52-570796FF84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89254EE-0D6C-B222-51C8-03EEA632FE73}"/>
                  </a:ext>
                </a:extLst>
              </p14:cNvPr>
              <p14:cNvContentPartPr/>
              <p14:nvPr/>
            </p14:nvContentPartPr>
            <p14:xfrm>
              <a:off x="727920" y="51480"/>
              <a:ext cx="8276400" cy="50529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89254EE-0D6C-B222-51C8-03EEA632FE7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8560" y="42120"/>
                <a:ext cx="8295120" cy="5071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27798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FAB0C1-282B-0930-D959-C62524B74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DCAD49E-272C-1BE8-8B25-4C2F68A71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B29B162F-7C85-9538-AE1D-5C9DF0A141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5C857B8-19DF-1199-6CF9-CEFAA5CA01BE}"/>
                  </a:ext>
                </a:extLst>
              </p14:cNvPr>
              <p14:cNvContentPartPr/>
              <p14:nvPr/>
            </p14:nvContentPartPr>
            <p14:xfrm>
              <a:off x="334440" y="596880"/>
              <a:ext cx="9045360" cy="4562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5C857B8-19DF-1199-6CF9-CEFAA5CA01B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5080" y="587520"/>
                <a:ext cx="9064080" cy="4581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3308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D89D21-AD1F-753D-5C2D-DA1EE3424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FF97130-7278-BE1C-90AC-D78A6EB698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0DA87437-4DBF-1561-33B3-349E0B7842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A091D75-4CDE-5AF3-3582-A2F5F3D7B5EB}"/>
                  </a:ext>
                </a:extLst>
              </p14:cNvPr>
              <p14:cNvContentPartPr/>
              <p14:nvPr/>
            </p14:nvContentPartPr>
            <p14:xfrm>
              <a:off x="1400040" y="559440"/>
              <a:ext cx="8633880" cy="60469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A091D75-4CDE-5AF3-3582-A2F5F3D7B5E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90680" y="550080"/>
                <a:ext cx="8652600" cy="6065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27326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E14CDE-8FCE-DEA2-8F17-087126B7E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6E45C2D-49E2-E6B3-C8F7-27AE558DC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130C075B-5598-5D8D-94A0-3161C2DD5C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A70E60A-BB5D-45B8-0624-5018368E6DED}"/>
                  </a:ext>
                </a:extLst>
              </p14:cNvPr>
              <p14:cNvContentPartPr/>
              <p14:nvPr/>
            </p14:nvContentPartPr>
            <p14:xfrm>
              <a:off x="851400" y="583200"/>
              <a:ext cx="8951760" cy="6019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A70E60A-BB5D-45B8-0624-5018368E6DE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2040" y="573840"/>
                <a:ext cx="8970480" cy="6037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98158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A6A5A2-B056-DDA4-61D3-D03345133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4F95780-FBF2-820D-9B70-78D33ADEA9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3D1B5586-7C96-B3EF-359D-3B6DB81AA1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FB4706F-2442-6736-446E-79EE6F72C4BF}"/>
                  </a:ext>
                </a:extLst>
              </p14:cNvPr>
              <p14:cNvContentPartPr/>
              <p14:nvPr/>
            </p14:nvContentPartPr>
            <p14:xfrm>
              <a:off x="519480" y="530640"/>
              <a:ext cx="8670600" cy="38559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FB4706F-2442-6736-446E-79EE6F72C4B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0120" y="521280"/>
                <a:ext cx="8689320" cy="3874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23705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16BB21-99FF-B0A2-DAD3-10401EFE1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FE52F02-FC4F-54AA-F424-6D9DD83C0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36EEB66A-59DE-CA25-A4F0-24CBE94EC8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B8F89E4-EC50-11EA-9DED-B036D9F37300}"/>
                  </a:ext>
                </a:extLst>
              </p14:cNvPr>
              <p14:cNvContentPartPr/>
              <p14:nvPr/>
            </p14:nvContentPartPr>
            <p14:xfrm>
              <a:off x="1298880" y="12960"/>
              <a:ext cx="4796640" cy="6116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B8F89E4-EC50-11EA-9DED-B036D9F3730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89520" y="3600"/>
                <a:ext cx="4815360" cy="6135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812804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EA2D45-6B4F-5F4D-B7E1-214FD7D37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A5FE901-D906-E3FA-1A28-5FC6CEF0D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74043183-3578-4ADF-A56A-79A3E19D18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0AB9657-9E0C-FD94-103F-D64EF4B94ECD}"/>
                  </a:ext>
                </a:extLst>
              </p14:cNvPr>
              <p14:cNvContentPartPr/>
              <p14:nvPr/>
            </p14:nvContentPartPr>
            <p14:xfrm>
              <a:off x="1649520" y="123480"/>
              <a:ext cx="6251400" cy="56804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0AB9657-9E0C-FD94-103F-D64EF4B94EC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40160" y="114120"/>
                <a:ext cx="6270120" cy="5699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1262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8B5E84-289D-84DD-009F-7EBBB2C7A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DC65B53-032E-6F5C-7E0C-D6C5E85EA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D877BAD3-833A-4401-31C5-C488C90414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1FD6D71-EC6E-47EE-F30F-4B08CACA66B4}"/>
                  </a:ext>
                </a:extLst>
              </p14:cNvPr>
              <p14:cNvContentPartPr/>
              <p14:nvPr/>
            </p14:nvContentPartPr>
            <p14:xfrm>
              <a:off x="2192760" y="284760"/>
              <a:ext cx="7874280" cy="4622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1FD6D71-EC6E-47EE-F30F-4B08CACA66B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83400" y="275400"/>
                <a:ext cx="7893000" cy="4641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44095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0</Words>
  <Application>Microsoft Macintosh PowerPoint</Application>
  <PresentationFormat>Widescreen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2025-10-31T13:30:08Z</dcterms:created>
  <dcterms:modified xsi:type="dcterms:W3CDTF">2025-10-31T15:33:33Z</dcterms:modified>
</cp:coreProperties>
</file>