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67"/>
  </p:normalViewPr>
  <p:slideViewPr>
    <p:cSldViewPr snapToGrid="0">
      <p:cViewPr varScale="1">
        <p:scale>
          <a:sx n="122" d="100"/>
          <a:sy n="122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13:34:53.9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1865 2437 15261,'-15'-33'2180,"0"0"1,-1 0 0,-4 9-1643,-38 27-342,23 4 0,-3 6-58,-3 4 0,-3 4 0,1 5-50,2 8 0,2 4 0,3 2-98,4-4 1,2 1 0,6 2 12,5 3 1,4 2 0,15-4-72,29 0 1,16-8-443,4-5 1,8-9-2768,1-12 0,7-6 0,-5-3 3047,0-1 0,-5-2 1,-6-2-1,-10 1 1,-27 4-1</inkml:trace>
  <inkml:trace contextRef="#ctx0" brushRef="#br0" timeOffset="683">2111 2685 15720,'-1'-4'7170,"1"1"-7226,0 3-17,0-10 101,20 28-39,6-10-54,4 7 1,3 0 215,20-6 101,1-18 543,-25-35 253,-18-3-34,-9-5-572,-4 24-537,-1 20 123,4 47-31,0 4 0,-1 7-972,-3 0 1,-2 3 0,0 1 489,2 0 0,0 1 1,-1-4-1,-5 9 1,0-7-1,1 3 1</inkml:trace>
  <inkml:trace contextRef="#ctx0" brushRef="#br0" timeOffset="1701">3003 2549 15283,'0'-3'7282,"0"1"-7013,-26-19 0,-12 3 5,-18 31-187,-1-12 0,1 8-65,15 29 0,10 12-28,4 1 1,13 2-85,16-3 1,15-4-214,21-9 1,13-9 66,-10-13 1,4-5 0,0-4 194,2-4 0,0-4 0,-3-2 164,10-5 1,-7-4 402,3-22-5,-42 7-241,-29 17 6,-19 27-219,5 15-17,16 10 101,43-13-59,6-21 1,8-8-26,13-9 1,2-9-5,-13 2 0,0-4 1,-1-6 48,0-10 0,-3-7 0,-4-1-51,-8 3 1,-4 0 0,-3-4-111,-3-12 1,-4-4 0,-5 3 210,-6 12 1,-4 2 0,0 2 103,-3-19 0,-2 7-157,1 20 0,-1 7-221,-5 10 146,3 58-37,6 1 0,3 6-51,1-1 0,1 3 0,1 3-528,3 8 1,2 2-1,2-1-882,3 2 1,2-2-1,3-2 1049,2-8 1,2-3 0,-1-4 0,-1 1 0,0-9 0,14-2 0</inkml:trace>
  <inkml:trace contextRef="#ctx0" brushRef="#br0" timeOffset="2067">3841 2828 13659,'0'-7'4915,"-4"-30"0,-2-4-3073,-1 19-1853,0-21 0,3 12-45,4 34 67,11 4 11,18 1 1,8-2-12,-5-8 0,1-3 51,15-2 0,-4-7 103,-16-12 1,-10-6 97,-13-23-62,-20 22 1,-8 5-71,-6 11 1,-3 9-59,-6 6 0,-1 9-51,2 12 1,5 9-32,2 13 1,9 7-275,7 7 0,13 2 283,25 1 0,7-5 0,-18-17 0,2-5 0,16-11 0,0 0 0</inkml:trace>
  <inkml:trace contextRef="#ctx0" brushRef="#br0" timeOffset="3134">5449 2784 15648,'-10'-53'2111,"0"0"1,0 0-1,-2-13 1,3 6-1779,4 18 0,2 7-366,2 10 83,6 64-36,2 0 0,1 6-48,2 17 1,0 4-141,-2-20 0,0 2 1,-2-3-93,1 17 0,-1-6 347,-1-14 0,-5-10 48,-10-15 45,-13-66-57,3-1 1,0-8-14,4 10 1,-1-2 0,2-1 10,1-2 1,0 0 0,2 1-53,2 4 1,1 1-1,4 3-52,4-9 1,10 7-24,10 11 1,8 8 0,13 9 0,8 12-9,9 13 1,4 10-24,-16 2 0,1 4 0,-2 5-81,-1 4 1,-2 4 0,-4 2-43,-6 2 0,-4 1 0,-8 1 118,-10 18 1,-19-4 44,-23-8 0,-15-9-31,8-17 1,-6-6-1,0-6-551,0-6 1,-1-7 0,4-4 584,-5-12 0,7-5 0,-7-13 0,38 3 0</inkml:trace>
  <inkml:trace contextRef="#ctx0" brushRef="#br0" timeOffset="3801">6104 2705 24032,'53'-24'300,"0"0"1,-8-5 0,-7-3-178,-13-3 0,-9-2 101,-10 2 1,-8 1 38,-27-18-117,-23 29-96,-9 40-47,30 4 0,4 9-6,7 13 0,8 5-8,8-5 0,9 0 8,21 7 0,14-7-25,1-22 0,7-8 0,1-2 20,-4-2 1,1-4 0,0-4 21,9-6 1,0-6 0,-8-8 21,1-25 1,-12-10 16,-7-3 1,-8-6-97,-9 6 0,-6-4 0,-4 1 168,-5 6 0,-4 2 0,0 1-38,0 6 1,1 2 0,-3 2 49,-7-8 1,-3 12-172,-3 23 84,6 40-42,13 16 1,6 11-41,4-5 1,4 4-1,2 3-372,0-4 1,1 2 0,2 1 0,1-1-443,2 4 0,2 0 1,1 0-1,1-2 846,-3-7 0,2-1 0,-2-2 0,-1-4 0,7 17 0,-4-8 0,4-1 0</inkml:trace>
  <inkml:trace contextRef="#ctx0" brushRef="#br0" timeOffset="4401">6696 2634 24883,'-11'-43'-13,"0"0"0,7 5 0,12 9-97,27 20 0,18 12 0,-2 1 3,9-5 1,0-1 109,3 0 0,-3-3 159,-21-3 0,-8-5 309,-11-11-56,-23-2 106,-31 10-426,-9 29-67,-2 15-20,27 5 1,10 4-26,23 24 14,2-27 0,8-6 22,15-8 1,6-11 36,-10-11 0,0-6 11,0-2 1,-5-7 44,-13-16 0,-10-4 33,-19-26-78,0 31 1,-5 3 7,-15 10 1,-5 10-54,0 13 1,-1 9-7,-10 9 1,3 8-20,3 10 1,10 6-138,12 6 0,16 1-1361,26-1 0,15-4 935,7-7 1,4-7 0,-4-10-1,-2-7 1,12-3 0</inkml:trace>
  <inkml:trace contextRef="#ctx0" brushRef="#br0" timeOffset="5584">7950 2683 16280,'1'-54'2686,"-1"1"1,-2 4 0,-8 8-2048,-33-1-541,11 33 0,-2 9-26,-9 12 1,1 11-73,-6 13 0,4 10-8,17-10 1,3 4 0,6 1-5,0 20 1,17-1-101,25-7 0,18-8-179,1-21 0,8-8 0,3-5-82,-6-6 1,3-5 0,0-4-1,0-2 334,0-4 0,0-3 0,-1-4 0,-4-4 93,9-13 0,-5-6 0,-7-6 101,-6-6 0,-7-5 0,-6-1 132,-5-2 1,-7-1-1,-3 0 77,-4 5 0,-4 2 1,-1 2 27,-4-7 0,-3 8-123,-10-3-353,0 59 92,11 23 1,4 12-9,-1 20 0,2 9-313,4-10 0,1 4 1,2 1 58,1-13 1,2 1-1,0 0 1,2-1-492,1-3 0,1 1 0,2-2 0,-1-3-1588,5 6 0,1-2 0,0-8-969,4 1 0,-6-20 2849,-16-41 1601,-18-18 0,-10-9 960,3 7 0,-3-1 0,-1 0-486,-2 3 1,-1 0-1,0 3-505,-8-9 1,3 7 573,-7-3-1848,25 26 101,50 21-45,7-2 1,7-1 30,-4-1 1,3 1 0,1-2 69,3-2 0,0-3 0,-1-2 101,17-5 0,-7-7 218,-20-2 0,-8-6 606,-3-28-96,-34 4-381,-14 11-420,-4 19-62,-2 36-33,10 38-79,10-11 1,4 4-676,8 9 0,7-1-4095,6-2 1,4-5 4868,-2-13 0,0-6 1,13 7-1,-24-30 0</inkml:trace>
  <inkml:trace contextRef="#ctx0" brushRef="#br0" timeOffset="5800">9123 2250 25259,'-57'-27'-9831,"37"31"7993,43 52 0,9-9 1,-20-33-1</inkml:trace>
  <inkml:trace contextRef="#ctx0" brushRef="#br0" timeOffset="6217">9539 2504 21500,'1'-8'2140,"-25"-18"0,-13 2-2011,-12 20-96,-2-6 1,-1 10-57,18 23 1,7 11 2,6 7 1,8 3-9,14 0 0,11-3 5,16-6 1,10-7 61,7-9 1,5-11 128,3-18 0,-4-11 0,-14 0 0,-8-8-37,-9-18 1,-13-6-43,-18 1 1,-9 1-73,2 8 0,-4 4-29,-6 0 1,-4 14-291,-19 38-258,15 28-451,23 3 0,11 7-3905,22 10 1,9-2 4178,-8-13 0,2-4 0,8-1 0,-2-9 0,-8-18 0</inkml:trace>
  <inkml:trace contextRef="#ctx0" brushRef="#br0" timeOffset="6600">9931 2716 16051,'12'-33'3230,"1"0"0,-7-4 0,0-2-2836,6-7 1,-2 1-241,-8 7 0,-2 10-322,-2 21 174,-1 35 2,1 7 1,1 6-12,0 17 0,0 3-6,0-6 1,0-1 25,0 2 0,0-7 330,0-10-173,3-50-73,8-38-59,4-5 0,5-3-42,2 13 0,4 2-20,3-3 0,5 9-56,8 23 1,3 13-158,-4 15 1,-3 8-575,5 7 1,-5 7 127,-7 16 1,-8-1 0,0 1-1,-15 3 1</inkml:trace>
  <inkml:trace contextRef="#ctx0" brushRef="#br0" timeOffset="7300">962 3854 7867,'-5'-2'1841,"35"-9"0,34-5 0,0 2-1121,-17 7 1,1 1 0,7-1-1007,-1-1 0,6-1 1,6-1-1,2 0 0,2 1 1,-1 1 472,-11 3 1,1 1 0,1 0-1,1 2 1,1-1 0,0 0 0,-1 1-1,1-1-373,1 0 1,-1 1 0,0-1-1,0 0 1,1 1 0,2-1-1,3 1 1,3 0 244,-17 0 0,2 1 0,3-1 0,1 1 1,1-1-1,1 1 0,1 0 0,0 0 1,1 0-1,-1 0 0,0 0 0,-1 0 1,0 0-1,-2 0-59,6 0 0,-1 0 1,0 1-1,-1-1 1,0 1-1,0-1 1,0 1-1,1-1 1,0 1-1,0 0 1,1 0-1,1-1 36,-5 1 0,1 0 1,0 0-1,1 0 1,0 0-1,0 0 1,1 0-1,0 0 1,0 0-1,1 1 1,0-1-1,0 0 0,1 0 1,0 1-59,-7-1 0,1 0 0,1 1 1,0-1-1,1 1 0,0-1 0,0 1 1,1-1-1,-1 1 0,0-1 1,1 1-1,-2 0 0,1-1 0,-1 1 1,-1-1-1,0 1 0,-1-1 50,6 1 1,-1 0 0,-1-1 0,0 1 0,-1-1 0,-1 1-1,1-1 1,-1 1 0,1 0 0,-1-1 0,1 1 0,0-1 0,1 1-1,0-1-44,-2 1 0,0-1 0,1 1 0,1 0 0,-1-1 0,1 1 1,-1 0-1,1-1 0,-1 1 0,1-1 0,-2 1 0,1-1 1,-1 1-1,0-1 0,-1 0 0,4 1 0,-1-1 0,1 0 0,0 0 0,-1 0 0,-1 0 0,1 0 0,-2 0 0,1 0 0,-2 0 0,0 0 1,-1-1-1,0 1-968,7-1 1,0 0 0,0 0 0,-1-1 0,-1 1 0,-1 0 0,-1-1 0,-2 1 0,-1 0 0,-3-1 628,8 1 1,-3 1 0,-1-1 0,-2 0 0,-2 0 0,-1 0 0,-3 0 0,10-1 0,2-1 0,-5 0 0,-10 1 0,-16 0 0,-14 0 0</inkml:trace>
  <inkml:trace contextRef="#ctx0" brushRef="#br0" timeOffset="7967">11542 2298 20627,'-51'-35'801,"0"1"0,5 8 0,4 15-762,-1 44 17,15 23-17,15 5 320,27-10 279,22-23-22,13-28-78,-4-23-151,-14-12-203,-23-1-430,-21 13-1177,-18 25-3696,-8 39 5119,20-8 0,1 2 0,-4 16 0,12-7 0</inkml:trace>
  <inkml:trace contextRef="#ctx0" brushRef="#br0" timeOffset="8267">11554 2851 23685,'-33'11'36,"0"0"1,-10 16 108,61 17 617,15-15 207,3-28-487,-8-31-560,-15-21 78,-22 2 0,3 16 0,-9 21 0</inkml:trace>
  <inkml:trace contextRef="#ctx0" brushRef="#br0" timeOffset="30270">11256 2690 24575,'0'0'0</inkml:trace>
  <inkml:trace contextRef="#ctx0" brushRef="#br0" timeOffset="60435">9238 5477 16936,'0'-39'3727,"0"0"1,-1 6-3700,1-9 0,-1 15 123,-5 54-129,-2 7 1,0 8-113,-1-1 0,-1 4 1,0 2-1237,0 7 0,0 2 1,2-1 1325,1-3 0,2-1 0,0-4 0,0 2 0,2-6 0,10 6 0</inkml:trace>
  <inkml:trace contextRef="#ctx0" brushRef="#br0" timeOffset="60870">9391 5004 18828,'-39'-31'1008,"0"-1"0,0 0 1,-5 10-1,-1 6 1,-1 12-897,-4 18 0,-1 14 0,2 6-564,7 0 0,1 5 1,1 4-1,3 3 472,5-4 0,2 4 0,1 2 1,3 2-1,3 1-35,3 2 1,1 2-1,4 2 1,4 0-1,5-2-65,5-1 1,4 0-1,4-1 1,4-2 0,4-2-53,10 7 0,7-3 1,5-4-1,5-6-1,7-7 0,6-6 0,3-6 0,2-5 134,2-7 1,2-6-1,1-5 1,-1-6 86,-2-5 0,-1-5 0,-1-5 1,-3-5 31,-5-4 0,-2-5 1,-3-4-1,-5-4-69,-4-6 1,-4-6 0,-5-3 0,-3 0-2,-5-1 1,-3-2-1,-5-1 1,-6 2 2,-6 1 0,-4-1 0,-6 2 1,-7 4-262,-7 6 1,-5 2 0,-6 4 0,-4 6 207,-6 6 0,-5 6 0,-2 5 0,3 1 0,1 1 0,1 4 0,2 3 0,-12 7 0,0 0 0</inkml:trace>
  <inkml:trace contextRef="#ctx0" brushRef="#br0" timeOffset="62235">10339 5719 13567,'-60'0'1133,"-1"0"1,1 0 0,-1 0 0,1 0 0,-10 0 0,4 0 0,9 0-1113,-2-1 1,27 2 129,73 6-37,14-4 1,13-2-589,-14 1 0,5-1 1,5-1-1,1 0 450,-12 0 1,2 0 0,1-1 0,2 0-1,0 0 1,0-1-16,2 0 1,2 0 0,0-1 0,0 0 0,-1-1-1,-2 1 11,5-1 0,0 0 0,-1 0 0,-3 0 0,-4-2 157,-1 1 0,-4 0 0,-3-2 0,-5 0 440,14-2 0,-20-6-182,-33-13-194,-28 12 0,-12 2 129,-10-4 0,-3 2 16,-1 0 1,2 2-143,11 4 0,4 1 1244,2-3-1575,38 9 74,28 5-1,25 16 48,-13 0 0,2 4-31,6 9 1,-1 5-144,-4 3 0,-6 4-660,-11 1 0,-12 1 848,-18-2 0,-7-3 0,-8 6 0,-16-13 0</inkml:trace>
  <inkml:trace contextRef="#ctx0" brushRef="#br0" timeOffset="63251">12142 5640 20436,'21'-39'487,"1"-1"1,-1 1-1,18-14 1,3 13-455,-7 28 1,2 10-26,6 8 1,-5 11 35,-14 19 1,-10 8-6,-7-1 1,-8 2 6,-9-4 1,-7 3 0,-4-2-8,-17 11 0,-5-4-22,6-6 0,2-2 2,3-3 1,13-3 98,36 5-152,29-16-207,10-20 0,12-10-240,-22 0 1,2-2 0,2-3 0,0 1-380,-2-1 0,0 0 0,1-1 0,2-2-1277,8-1 1,3-3-1,-1 0 1,-6-2 1008,0-3 0,-5-2 0,-4-1 1643,11-8 1,-10-6 668,-17-7 1,-17-5 627,-24-3 0,-14 1-905,2 15 1,-4 0-1,-3 2-508,-7-2 1,-5 2 0,-4 3 98,2 10 1,-4 3 0,-2 2-1,-2 3-215,-6 2 0,-3 3 0,0 2 0,1 3-152,3 0 1,0 2-1,1 2 1,-2 6 13,6 3 1,-2 3 0,1 3-1,1 3 1,6 3 65,-9 13 0,7 6 0,3 5-115,10-8 1,0 4 0,4 2 0,9 3-64,8 9 1,7 5 0,8 1-1,7-4-57,7-5 0,8-3 1,6-1-1,3 0-238,5 4 0,4-1 0,5-3 0,9-5 133,-8-17 0,5-2 0,5-3 0,3-2 0,0-3 0,-2 0 0,-4-2-52,5 0 1,-3-3-1,0-1 1,0-3-1,3 0 196,0-1 1,4 0 0,1-1 0,-1-3 0,-3-3 0,-6-4 86,3-5 1,-6-5-1,-3-5 1,-4-5-108,-4-6 1,-4-7 0,-4-3 0,-3 0 136,6-10 1,-5-2-1,-10-4 22,-14 2 0,-7-4 0,-8 0 0,-7 6-139,-6 11 1,-7 4-1,-5 3 1,-2 0-142,-5-3 0,-3 1 0,-3 3 0,-4 4 126,2 8 0,-4 4 0,-1 2 0,1 2 0,7 1 0,0-1 0,5 2 0,0 2 0,-20-1 0,1 1 0</inkml:trace>
  <inkml:trace contextRef="#ctx0" brushRef="#br0" timeOffset="64168">13886 5842 15603,'-48'1'1600,"1"-1"0,-1 0 1,-13 0-1,26 1-1112,64 1-407,26-1 1,15-2-59,-20 0 1,3-2 0,3 1 0,3-1-628,-7 0 0,3 0 1,2 0-1,0-1 1,0 0-1,-1 0 579,4 0 1,-1 0-1,0-1 1,1 0-1,1 0-7,-2 0 0,2-1 1,1 1-1,-1-1 0,-3 1 1,-5-1 294,14 0 0,-7 0 0,-1-3-153,1-1 0,-1-2 0,-15-5 47,-15-17-115,-44 5 0,-16 1 109,-21 1 0,-9 4-6,16 6 1,-2 1 0,1 2 11,-13-1 0,5 2-107,-10-1 2872,62 12-2888,59 9-26,-8 2 1,6 5-13,-7-1 0,3 3 0,0 2-202,1 4 1,1 2-1,-4 3 45,-8-1 1,-4 2 0,-7 4-583,-3 14 1,-16 2 742,-26 0 0,-12-4 0,-11 7 0,-12-10 0</inkml:trace>
  <inkml:trace contextRef="#ctx0" brushRef="#br0" timeOffset="64785">16055 5700 18800,'-6'-4'1658,"-9"-25"1,6-7-1485,37 3-177,-16-6 0,6 3 25,20 20 1,8 10-15,-1 2 1,1 6-26,-2 6 0,-1 7-31,1 8 1,-4 6-52,-4 6 1,-7 5 101,-7 3 0,-11 2 154,-14-4 0,-11-2 193,-13-8 0,-7-6 131,-5-7 1,-1-7 207,-24-12-459,30-16-208,45-11-44,29 6 19,-8 15 0,5 6-53,6 7 0,1 8-81,3 7 0,-4 5-118,-5 4 0,-11 5-199,-15 2 1,-15 1-659,-24-4 0,-15-5-1014,-16-4 1,-5-6 1559,4-5 1,3-4 0,14-6-1,7-3 1,8-1 0</inkml:trace>
  <inkml:trace contextRef="#ctx0" brushRef="#br0" timeOffset="65251">16334 5159 15104,'-48'-15'2132,"0"0"0,-1 5 0,-5 4-1874,-1 1 0,-5 1 0,2 9-553,2 9 1,1 9 0,3 6 371,13-1 0,2 5 0,3 4 0,2 3-42,2 7 0,3 4 0,4 3 0,5 2-215,4 3 0,5 4 0,7 0 0,7 0 81,7-8 1,8 2-1,4 0 1,4-2-1,1-4-157,-1-6 0,2-1 0,2-3 0,3-1 0,4-2 171,2-2 0,4-1 0,2-1 0,3-2 0,0-4 0,0-4 105,7-4 0,2-4 0,0-5 1,0-2-1,-2-1 52,8 1 1,-2-3 0,-1-4 0,0-6 70,3-8 0,0-6 0,-4-7 0,-7-8-1,-12-7 1,-6-10 0,-5-2 0,-3 0-15,-2 5 1,-2 1 0,-5-3 0,-4-2 36,-4-10 0,-6-6 1,-6 1-1,-11 5-107,-11 8 1,-10 3 0,-6 2 0,0 3-105,0 4 0,-2 2 0,-4 2 0,-3 2-308,-1 6 0,-5 0 0,-3 3 0,1 2 0,4 4 354,-11 1 0,4 5 0,2 2 0,9 1 0,3 1 0,6 4 0,-17 4 0</inkml:trace>
  <inkml:trace contextRef="#ctx0" brushRef="#br0" timeOffset="65851">16156 7216 10825,'6'-60'1926,"1"-1"1,0 0 0,-2 12 0,0 1 0,1 0-934,1-5 0,1-1 1,-2 6-440,-1 10 0,-1 4-486,2-18 32,-15 78-8,1 15 1,1 10-82,0-8 0,0 4 1,1 6-478,1 1 1,0 7 0,1 3 0,0 0-1,0-4 348,1-1 1,1-3-1,-1 1 1,1 2-371,0 0 1,0 5 0,0 0-1,1-3 1,-1-5 108,1 5 1,-1-6-1,1-4 1,-1 0 0,1-7-1,-3 9 1</inkml:trace>
  <inkml:trace contextRef="#ctx0" brushRef="#br0" timeOffset="66918">15505 8653 10237,'12'-54'3276,"0"-1"1,-5 18 0,-1-2-2441,4-12 1,2-5-1,-3 6-327,-3 11 1,-1 5-45,3-19-431,-6 54 61,-8 40-42,-5 17 0,-1 9-51,4-21 0,0 1 0,0 0 5,0 6 1,-1 0-1,4-2 24,4 13 0,8-8 227,25-3-144,1-40 1,7-11 2,4-15 1,1-9 45,5-7 0,-3-4-40,-7 5 0,-5 1-78,5-9 0,-25 41 100,-24 49-131,-1-12 0,-1 6-76,-2 14 1,2 3-87,4-21 1,2 0-1,3-2-219,8 18 1,11-6-192,10-11 1,11-13 95,14-17 0,5-18 376,-13-10 0,1-9 1,-2-6-173,-9-1 0,0-6 1,-3-3-1,-2-2 293,1-5 0,-2-5 0,-3-1 0,-4-1 23,-3-3 1,-3-1 0,-4-2 0,-4 1 35,-5 2 0,-2-1 0,-5 1 0,-5 2 43,-4 4 0,-3 1 0,-5 3 0,-4 3-29,-6 3 0,-4 3 0,-4 3 0,-4 5-48,-4 3 0,-4 4 0,-3 5 0,-1 5-18,-6 4 0,-1 6 0,-2 5 0,1 7-326,10 2 0,0 5 1,-1 4-1,3 4 0,1 4 297,-2 7 1,2 4-1,1 5 1,3 4-1,4 2-12,8-4 0,2 2 0,2 4 0,3 1 0,2 1 0,3 0-22,3 1 1,2 2-1,2 1 1,4 0-1,3 0 1,6-2-8,3 8 0,6 1 0,4-2 0,6-2 0,6-4-7,5-6 0,6-2 1,5-4-1,4-3 0,2-5 41,5-5 1,5-3 0,2-5 0,3-5 0,-1-4 22,1-5 0,3-5 0,0-5 0,0-4 0,-2-4 14,-1-4 1,-1-4 0,0-5 0,-2-4 0,-4-4-23,-1-6 0,-2-5 1,-3-4-1,-2-2 0,-3-3 12,-2-2 1,-3-3 0,-3-2 0,-2-2-1,-3 0 18,-4 2 1,-3-1 0,-2-1-1,-4 0 1,-5 1-159,-4-9 0,-5 0 1,-6 3-1,-9 4 44,-5 9 0,-8 3 0,-4 4 0,-6 5-443,-7 5 1,-7 5 0,-3 5-1,1 3 262,3 4 1,0 3 0,0 4 0,2 1 0,-1 2 0,1 2 0,7 3 0,7 3 0,0 0 0</inkml:trace>
  <inkml:trace contextRef="#ctx0" brushRef="#br0" timeOffset="67518">15872 8008 9089,'-15'-58'3276,"0"1"1,4 20 0,0 0-1341,-2-9 0,-1-5 0,1 8-1645,-4-6-482,12 34 287,18 44-68,2-2 0,6 1 33,17 13 1,7-2 7,-6-13 0,4-2 0,2-4 32,2-2 0,1-3 0,0-5 16,-2-6 1,0-5 0,-3-4-6,10-9 0,-6-7-14,-15-1 0,-6-4-406,5-14-3641,-19 21 3949,-14 26 0,1 0 0,-2 7 0</inkml:trace>
  <inkml:trace contextRef="#ctx0" brushRef="#br0" timeOffset="70551">12763 6467 18852,'4'-65'4284,"-1"14"-4138,-3 48-387,0 3 129,5 8 286,15 19-29,21 21-109,-8-14 1,3 4-6,8 5 0,3 2-168,-12-11 1,0 1 0,1 1 160,0 3 0,1 1 0,0 1-6,-1 2 1,0 2 0,0 0 27,0 0 1,0 0 0,1 0-4,0 2 0,2 0 0,1 0-6,1-2 1,3 0-1,0 0-234,1 0 0,2 0 1,-1-1 212,-1-2 1,0-2 0,-3 0 16,-4-4 1,-2 0 0,-2-1 19,8 12 0,-5-2 11,-9-6 1,-1-2 16,-3-1 1,0-2-12,3-3 0,2-1 188,3-2 0,1-1-216,2-2 0,0-2 300,-3-1 1,-1-1-321,-2-1 0,-2 0 23,22 19-6,-4 0-39,1 3 0,1 0 23,-10-9-12,-2-2 6,-16-9 5,-3-4-22,-2 4 23,-2-5 10,1-1 12,0-2-17,4-3-6,-1-1-33,8 4 50,0 5-33,-4-2-6,-3 2 0,-8-9 28,-2-1-22,3 0-18,5 3 7,2-2-1345,-1-1 1350,-7-8 0,-5-1 0,-4-2 0</inkml:trace>
  <inkml:trace contextRef="#ctx0" brushRef="#br0" timeOffset="71501">12666 6813 12673,'11'-54'3276,"0"0"1,-2 12 0,-2 5-1961,3 5-1131,-8 27 6,-15 46 83,-8 1 56,-5 11 326,0-26-275,4-57-286,11-14-28,9 1 1,6-4-4,10 2 0,5 2-53,0 6 1,3 3 24,10 5 1,4 8-15,7 18 0,2 8-14,-1 3 1,1 4-9,-4 2 0,1 3 0,-1 0 5,9 8 1,-3 0-6,-9-5 0,-3-2 79,12 8 425,-38-20-426,-7-10-1035,-5-3 957,-2-2 0,1 2 0,0 4 0</inkml:trace>
  <inkml:trace contextRef="#ctx0" brushRef="#br0" timeOffset="73117">17491 5752 15883,'-63'5'1669,"0"0"0,9-1 0,13 3-930,26 6 555,55-2-1087,9-8 1,11-2-165,-2-2 0,6-2 0,2-1-206,-9 0 0,2-1 0,2-1 0,-1 1 178,1-1 1,1 0-1,0 0 1,-3-1 7,-6 1 1,-1 0 0,-2-1 0,-2 1 50,2 0 1,-2 0 0,-5 0 424,-1-1 1,-7 0-198,-6-2-464,-37 2-2067,-11 2 2229,-3-1 0,6 5 0,9 1 0</inkml:trace>
  <inkml:trace contextRef="#ctx0" brushRef="#br0" timeOffset="74067">19490 5540 13345,'0'-3'8446,"0"0"-7767,-13-44-466,-11 36-124,-1-9 1,-5 3 5,-5 21 0,-4 7 101,-4-1 0,0 0 56,0-3 0,1 0 275,-20 0-309,25-6-285,21-1 168,13 23-23,1 23-17,1-11 1,0 3-23,-1 3 1,2 1-26,1-7 0,2-1 70,3 14 392,3-23 23,12-27-438,15-25-42,-9 7 1,3 0-26,11-4 1,4 3 16,6 3 1,2 6-60,1 7 0,-1 9 42,-1 9 1,-5 10-46,-8 10 1,-12 6-87,-15 8 0,-14 3-96,-19 2 1,-14-3-153,3-18 0,-6-4 1,-3-3-1192,-3-4 1,-3-4-1,2-4 1576,-11-4 0,6-5 0,-11-5 0,39-11 0</inkml:trace>
  <inkml:trace contextRef="#ctx0" brushRef="#br0" timeOffset="74534">19462 5108 20100,'-55'-20'521,"0"0"0,1 0 0,-1 0 0,2 8 0,-1 1 0,1 6 0,3 11-468,5 10 0,2 10 0,2 6 0,3 3-452,0 6 0,3 4 1,3 5-1,5 2 371,7-5 0,3 2 0,3 3 0,4 0 0,5 1-296,3 2 0,6 2 0,3 0 0,5 0 1,3-2 193,6 1 0,4 0 0,4-2 0,4-2 0,3-4 37,5-2 0,4-2 0,4-3 0,1-4 0,2-4 79,2-3 1,2-3 0,2-4-1,1-5 1,0-4 78,-2-5 0,1-5 0,0-4 0,-1-5 0,-1-3 34,-4-3 1,-1-4 0,-1-4-1,-2-4 1,-3-3-94,-3-4 1,-2-5 0,-2-3-1,-4-2 1,-2-1 33,3-13 1,-4-4 0,-5-1 0,-6-1-18,-6-1 1,-4-1 0,-7 0 0,-7 2 8,-7 2 0,-7 0 0,-7 3 1,-6 3-75,-8 4 0,-8 4 0,-4 4 0,-4 4-225,4 8 0,-4 4 1,-2 2-1,-1 3 1,0 3-929,-2 1 1,-1 3 0,0 3 0,0 2 0,1 3 1194,-7 4 0,-1 3 0,4 3 0,5 0 0,5-2 0,5 0 0,6 3 0,4 9 0,1-1 0</inkml:trace>
  <inkml:trace contextRef="#ctx0" brushRef="#br0" timeOffset="75052">18351 5338 17210,'-48'-35'2165,"0"1"1,7 3 0,8 9-2300,19 19 173,17 14 45,36 34-70,2-10 0,4 2-6,1 2 1,1 1-13,-8-7 0,1 0 1,-5 0 3,-2 5 0,-8 0 19,-10 3 1,-11 0 19,-20 0 0,-13-2-28,-17 4 1,-7-4-133,9-6 1,0-2-1849,2 1 1,9-1 1968,18-3 0,17-7 0,5-15 0</inkml:trace>
  <inkml:trace contextRef="#ctx0" brushRef="#br0" timeOffset="84718">14914 3783 12085,'-2'-54'1116,"-1"0"1,1-1 0,-1 1 0,1 0-1,0-4 1,1 1 0,1 4 0,2 6-854,3-9 0,6 14 28,15 18 52,-6 60-256,-14 4 1,-4 12 0,-4 2-57,-2 6 1,-5 2 0,-3 4-358,3-15 1,-2 3 0,-2 2-1,-1-1 1,-1-1 328,-1-4 0,-1 1 1,-1-2-1,-1 0 1,-1-1 7,-3 6 0,-2-1 0,-1-2 1,0-4 83,-4 3 1,0-5 0,-2-8 21,-10-5 1,0-16-15,5-22 1,2-13-45,-2-17 0,5-9 16,5-7 1,4-3 64,3 3 0,3 3 25,7 12 1,1 5-183,-2 4 1306,-2 56-1250,5 34 120,13-19 1,8 1-112,16 2 0,11-7-9,-1-17 0,6-4 0,3-5-221,9-3 0,3-5 0,1-4 215,2-5 1,0-4 0,-1-4-6,-3-2 0,0-4 0,-4-2-28,-7 0 1,-2-2 0,-4-1-4,8-7 0,-8-2-1535,-15 7 1,-8-1 1537,-9-5 0,-13 13 0,-5 10 0</inkml:trace>
  <inkml:trace contextRef="#ctx0" brushRef="#br0" timeOffset="956099">1070 9766 14813,'-2'-4'7562,"1"0"-7008,1 4-324,-36-54-219,23 43 22,-11-16 1,2 7 0,11 26 5,1 2 106,6-5 242,4-3-264,0 2-56,0 9 45,-3 26-62,2-5 1,0 4-23,-1 12 0,0 2-9,1 3 1,-1 0-3,1-3 0,-1-3 8,0-11 0,0-5 524,-1 8 292,1-38-489,-4-49-271,2 2 1,-1-5-32,0-12 1,1-2 2,3 0 0,3 3-64,2 14 0,5 6-79,24-1 45,16 48 31,-15 13 0,0 7-53,11 11 0,-2 7-113,-2 6 1,-7 5 106,-10 2 1,-15 1-43,-22 1 0,-16-5-210,-1-20 0,-7-4 0,-1-4 325,-22 4 0,0-7 0,17-7 0,6-4 0,-2-12 0</inkml:trace>
  <inkml:trace contextRef="#ctx0" brushRef="#br0" timeOffset="956999">1487 9901 22021,'-5'-3'3910,"1"0"-3949,-9-35 39,49 44-118,12-10-47,-6 29 0,0 14 61,-11-1 0,-9 3 121,-17-2 0,-9-2 263,-33 12-11,-14-41-11,18-37-163,20-22-291,30-2-62,34 15-258,-7 26 1,6 4-636,10 1 1,3 3 155,-1-1 1,-2 0 1047,-9-1 1,-6-3 1525,5-15 533,-39-4-695,-22-1-751,-4 10-660,2 11 0,10 28-57,21 16 34,-1-8 1,5-1 10,10-1 0,3-5 34,1-5 0,-1-8 79,25-24 279,-25-36-67,-23 15 1,-5-2 4,-3 4 1,-1 1-62,3-11-229,-7 54-31,-2 31 0,-2 14-12,3 4 1,-1 7-678,1-15 1,1 5 0,-1 3-1,0-3 686,0-4 0,-1 0 0,1-1 0,1-3 0,0 1 0,1-3 0,-1-2 0,-3 5 0,1 1 0</inkml:trace>
  <inkml:trace contextRef="#ctx0" brushRef="#br0" timeOffset="958166">3398 9855 21355,'0'-5'4610,"0"1"-4649,-16-35 50,26 80-11,-20-12 11,15 18 0,2 8 17,-10-3 0,-3-5 347,-5 3-106,-6-29-50,2-82-141,10 12 0,3-5-65,1 11 0,2-3 1,3-1-3,6-10 0,5-2 0,3 5 6,12-3 0,5 5-20,2-2 0,6 13-34,10 33 1,-1 17 19,-19 7 1,-5 8-12,10 14 0,-13 8-20,-29 15 1,-18 3 47,-5-8 0,-7-2 28,7-16 0,-3-1 0,-2-5 61,-15 1 1,2-12-29,-4-18-49,16-16-63,46-15 29,41 14-15,-20 11 1,3 4-26,18 4 1,2 4-82,-6-1 0,-1 0-112,5 0 1,-1-3 175,-10-5 1,-5-4 246,13-14 185,-30-11 33,-25 2-268,-6 9-264,-1 17 124,4 18-68,22 27-16,16-4 78,-5-18 0,4-5 100,34-13 15,-34-16 0,-2-8 36,-7-6 0,-4-6 20,-6-2 0,-5-2 14,-6-24-168,-8 22-684,-1 27-1685,14 33-7451,16 13 7373,-5-4 0,6-6 1,-20-22-1</inkml:trace>
  <inkml:trace contextRef="#ctx0" brushRef="#br0" timeOffset="958550">4530 9853 21500,'0'-3'5445,"0"0"-5367,0 3-263,-8-17 236,13 43-23,-5 1-20,4 7 1,3 3-32,2 21 309,-2-24 83,5-40-21,5-36-211,-4 11 0,2-2-90,3-5 1,2 2-29,3 5 1,3 5-87,28-6-73,1 31-241,-2 31-747,-32-6 0,-2 4 1128,-4 2 0,-3 0 0,1 7 0,-11-12 0</inkml:trace>
  <inkml:trace contextRef="#ctx0" brushRef="#br0" timeOffset="959014">5465 9614 21517,'1'-7'5635,"-1"1"-5573,-39 6-99,37 35 1,3 4 120,-12-26 39,47 36 246,-18-74 1,-5-16-179,-16-15-516,-26 8-2599,-7 88 2245,22-10 1,4 3 0,3 32-1,8-28 1</inkml:trace>
  <inkml:trace contextRef="#ctx0" brushRef="#br0" timeOffset="959327">5570 9968 24239,'16'25'540,"-18"0"1,-24-53 0,0 20 0</inkml:trace>
  <inkml:trace contextRef="#ctx0" brushRef="#br0" timeOffset="959749">1185 11044 10516,'-60'11'1404,"0"-1"0,-1 0 0,1 0 1,-1 1-1,1-1 0,0 0 1,-1 1-2151,84-15 1,32-6-1,14 0 730,-28 5 0,8-1 1,7-1-1,6 0 1,4-1-1,4 0 1,2 0-1,1 0 1,0 0-1,0 0 0,-3 1 1,-3 0-1,-5 2 1,-5-1-33,8 1 0,-6 1 1,-4 0-1,-2 1 1,1 0-1,3-1 1,6 1-1,8-1-35,-23 1 0,3 0 1,4-1-1,4 1 0,1-1 1,4 0-1,1 0 1,2 0-1,2 0 0,0 0 1,1 0-1,1 0 0,-1 0 1,0 0-1,-1 0 1,-1 0-1,-2 1 0,-2-1 1,-2 1-1,-2 0 0,-3 0 1,-4 0-1,-3 1 86,21-2 0,-7 2 0,-4-1 0,-3 1 0,-2 0 1,0 0-1,3 0 0,2 1 0,6-2-113,-8 1 0,4 0 1,5 0-1,2 0 1,3-1-1,1 1 0,0-1 1,0 1-1,-3 0 1,-2 0-1,-4 0 1,-4 1-1,-6 0 0,-6 0 1,-9 1 109,20 2 0,-14 0 0,0 0 0,11 0 0,1 0 0,-17 1 0,-19 4 0</inkml:trace>
  <inkml:trace contextRef="#ctx0" brushRef="#br0" timeOffset="966101">6914 11163 12993,'2'-51'4915,"1"0"0,-2 2-3591,1-8 1,0 4-1079,-2 30-106,0 35-81,1 22 0,0 9-42,-2 0 0,-2 4 3,0 0 1,-1 3-1,-1-3 5,-3 2 1,0-4 198,0-1 0,0-18 151,0-33-213,25-54-137,-6 16 1,3-3 2,7-9 0,7 2-12,3 12 1,4 4-40,-4 8 1,3 7 0,5 11 0,-1 14-1,-3 24 1,-6 12-4,-3 9 1,-6 5-39,-1 8 0,-4 2-43,-2 0 1,3-6 66,1-23 1,6-7 22,6-9 1,4-10 21,9-20 1,0-12 50,-1-12 0,-3-4 3,-6 6 0,-4 0 64,-5 0 0,-9 5-84,-11 12-56,-13 30-67,3 23 17,15 16-22,18-9 16,13-24 0,6-8 64,-11-8 1,1-6 33,13-3 1,-3-9 94,-15-12 0,-8-7-11,-10-1 1,-6-2-32,-8-5 1,-8 2 21,-12 3 1,-9 7-48,-3 13 1,-3 8-66,-27 13-220,31 27 0,11 12-628,16 0 0,14 3-4056,16 8 1,10-4 4705,-3-15 0,4-7 0,2-7 0,-2-8 1,-8-6-1</inkml:trace>
  <inkml:trace contextRef="#ctx0" brushRef="#br0" timeOffset="966945">8637 11007 18756,'0'-4'7030,"0"0"-6577,-27-16 1,-14 4-292,7 24 1,-4 6-130,-25-9 1,0 6-34,14 27 0,11 11-76,10-5 1,13 0-54,19-7 0,13-7 42,14-12 0,8-11 121,9-14 0,0-13 58,1-15 0,-5-11-18,-19 7 1,-4-5 0,-3-2-1,-1-7 1,-4-2 0,-1 1 20,0 1 0,-1 1 1,-1 1 131,-1-12 0,-1 6-143,1 20 0,-2 9-62,-6 18 17,-13 59-62,3-4 1,2 7-142,1-6 0,2 4 0,3 1-388,3 2 1,4 1-1,6-3-234,5-8 0,4-2 0,5-7 75,17 3 0,7-16 940,2-23 1,-1-14 388,-5-12 1,-4-7 84,-10-3 1,-4-2-83,-8 10 1,-5 3-79,-8 2-168,-30 49-42,-4 22-378,4 15-11,34-11-22,33-21 69,-12-25 1,2-7 27,1-10 1,-1-8 106,-5-14 0,-5-7-70,-5 1 0,-7-2 101,-6-12 0,-10 3-12,-8 18 1,-7 5-115,-8 6 1,-5 11-32,-7 17 0,-1 13 0,-2 14 0,7 10 0,6 10 0,12 6-413,18 3 1,16-3-4504,17-6 1,7-7 3276,-7-13 1,2-7-1,0-9 1,-6-7 0,-21-6-1</inkml:trace>
  <inkml:trace contextRef="#ctx0" brushRef="#br0" timeOffset="967234">10036 10816 23769,'10'-34'-633,"37"24"0,11 3-311,-22-10 1,0 1 0,23 9 0,-5 6-1,-23 3 1</inkml:trace>
  <inkml:trace contextRef="#ctx0" brushRef="#br0" timeOffset="967417">10109 11054 23685,'56'-15'435,"-1"0"0,1 0 0,-1 0 0,0 0 1,6-3-1,-4 2 0,6 0 0,0 0 1,0 0-1</inkml:trace>
  <inkml:trace contextRef="#ctx0" brushRef="#br0" timeOffset="967748">10957 10615 28671,'-31'46'0,"5"-2"0,18 10 0,7 15 0,1-11 0,1-22 0,-2-5 0,-5 2 0,1 0 0</inkml:trace>
  <inkml:trace contextRef="#ctx0" brushRef="#br0" timeOffset="968653">3823 12587 17932,'-28'-26'2406,"0"-1"1,-2 36 0,-4 6-2657,-15-17 1,1 6 277,2 37 0,12 16 6,19-11 1,7 4 0,6-4-273,5-3 0,12-5-1874,22-5 1,13-3-1,-2-10 2112,-4-14 0,1-8 0,19-1 0,-9-2 0,-32-1 0</inkml:trace>
  <inkml:trace contextRef="#ctx0" brushRef="#br0" timeOffset="969387">4026 12574 20940,'-37'-31'1331,"0"0"0,-4 3 1,-2 10-940,6 22 0,-1 8-232,2-3 0,0 5 2,-13 15 0,3 9-92,10 14 0,6 4-64,-1-13 0,14 2-62,25 0 0,13 2 0,6-10-87,1-18 0,9-8-1202,20 0 1,11-4 0,-7-6 778,-12-8 1,-5-4 0,3-1-1,-10 1 1,-23 6 0</inkml:trace>
  <inkml:trace contextRef="#ctx0" brushRef="#br0" timeOffset="969871">4803 12498 14729,'0'-3'9830,"0"1"-8987,-15-24 0,-11-1-266,-26 20-367,-1-6 0,-3 6-54,0 31 1,2 15-107,18-10 1,1 3-1,4 2-58,-7 18 0,12 1-65,20-4 0,16-5-1014,27-9 1,13-10 1086,5-7 0,1-7 0,-7-6 0,-4-3 0,10-4 0</inkml:trace>
  <inkml:trace contextRef="#ctx0" brushRef="#br0" timeOffset="971904">5629 12369 17384,'-19'-42'3629,"1"0"1,-21-5-3266,13 65 0,-1 17-288,5 0 1,2 5 0,1 3-317,-2 11 1,2 3 0,5 1 177,5 1 1,4 1-1,10-3-211,10-6 1,7-2-1,9-7-797,9-8 0,8-9 1,3-6 591,4-9 1,4-7 0,-5-2 0,4 0 0,-6-4 0,-16-8 0,0 0 0</inkml:trace>
  <inkml:trace contextRef="#ctx0" brushRef="#br0" timeOffset="972136">6346 12438 20044,'-3'-4'5971,"2"0"-5808,-9-3-74,4 40-251,-5 15-362,11-8 0,5 3-327,4 10 1,2-4 0,1-1 0,6-2-1</inkml:trace>
  <inkml:trace contextRef="#ctx0" brushRef="#br0" timeOffset="972436">6672 12227 26592,'-12'-40'515,"0"0"0,26 0-479,8 56 1,4 17-37,5 4 0,2 6 0,-4 3-122,-3 8 1,-5 4 0,-5 3-1166,-7-10 0,-4 2 1,-3 1-1,-4-2 1287,-6 10 0,-4-3 0,-4-4 0,-7 2 0,-3-10 0,-16 2 0</inkml:trace>
  <inkml:trace contextRef="#ctx0" brushRef="#br0" timeOffset="990351">18341 1219 24568,'-25'-42'-1509,"23"41"1269,13 27 0,9 18 118,-2 10 1,-4 4 118,-6-1 0,-8-1 220,-8-7 1,-7-7 995,-26 4-498,3-50-838,17-35 72,22 6 1,9-2-283,11-4 0,9 1-339,16 1 0,8 7-733,-14 12 1,2 3 0,0 4 838,17 3 1,-3 4 0,-19 2 0,-5 3-1,-1 8 1</inkml:trace>
  <inkml:trace contextRef="#ctx0" brushRef="#br0" timeOffset="990735">18802 1501 9918,'2'7'9830,"0"-1"-7523,12-7-2122,29-16-56,2-2 148,-12-1 0,-2-4 491,-2-16-427,-18-6-44,-34 10-107,-19 14-145,-12 24-67,5 30-12,27-3 1,7 6-222,7 6 0,10 2-498,12 3 0,12-3-2930,18-3 0,7-7 3117,-6-8 1,-2-5 0,-6-7-1,-7-5 1,-17-5 0</inkml:trace>
  <inkml:trace contextRef="#ctx0" brushRef="#br0" timeOffset="990996">19651 1321 15485,'-7'-1'3375,"-33"-1"0,-11 7-2953,18 12 1,-1 5-384,-26-2 1,3 6-113,20 15 0,14 8-372,20-3 0,10 0 77,8-5 1,10-4-826,23 2 1,12-11-1865,-11-18 1,3-6 0,-1-3 2490,9 2 1,-3-4 0,-3-4-1,-10-2 1,-22-2 0</inkml:trace>
  <inkml:trace contextRef="#ctx0" brushRef="#br0" timeOffset="992128">20294 1206 22195,'-42'-21'141,"-1"0"1,1 1 0,25 64 0,14 30 0,0-9-123,-7-31 0,4 2-10,17 21 0,12 16 0,-4-6 0,-22-27-718,-48-44 0,-8-18 0,21 15 0,-8-6 0,0 0 1</inkml:trace>
  <inkml:trace contextRef="#ctx0" brushRef="#br0" timeOffset="992764">20712 1209 14390,'3'-61'9002,"0"46"-9063,1-41 277,-1 59 1214,-3-3-1457,0 2 66,-4 28 0,-1 19-432,7 6 1,3 9 0,0-2-127,-4-13 1,-1-2 0,4 4 518,6 11 0,4 8 0,2-5 0,-2-15 0,6-1 0,-1-9 0,-1 0 0</inkml:trace>
  <inkml:trace contextRef="#ctx0" brushRef="#br0" timeOffset="993348">20543 1623 17518,'60'-11'1123,"-1"1"1,1-1 0,-1 1-1,-43-27 1,-1 0-1115,29 16 1,19 6 0,3 6 0,-13 7 15,-12 11 1,-10 0 791,-8-12 516,26 10 1,-4-9-1435,-38-47-17,-18-7-182,12 103 1,5 26-469,2-39 1,2 1 767,3 17 0,2 8 0,1-12 0,9-9 0,6-3 0</inkml:trace>
  <inkml:trace contextRef="#ctx0" brushRef="#br0" timeOffset="993627">21985 1449 23584,'-59'14'-136,"0"0"1,1 1 0,-1-1 0,25 33-1,15 10 1,17-8-674,26-16 0,13-2 1,6 14-1,6 4 1,-6-18-1,9-30 1</inkml:trace>
  <inkml:trace contextRef="#ctx0" brushRef="#br0" timeOffset="995828">21498 1475 7794,'7'0'5355,"-2"-1"-3210,-5 1-823,0 0-190,-1-17-936,-2 12 50,-3-13-95,-2 15 40,-7 0 666,-4-1-50,-2 2-315,2-1-173,2 1-100,-2 1 234,-10 4-374,8 0 134,-17 10-141,14 0-32,-2 2 140,0 4 133,-1 7-89,-4 4-213,-4 4-22,12-9 118,3 2 100,3 13-179,6-15-23,0 12-89,9-17-5,5 3 218,9 14 47,12-15 0,4-2-97,8 4-35,-6-10 1,1-5 196,7-13 39,-2-13-129,10-15-3,-24 8 1,-1-3 64,11-21 0,-5-11 286,-18 12-342,-9-12-79,-5 2 28,-2 14 152,1 9-96,5 21-106,1 6-268,-2 4-29,-1 3 118,-4 20 167,-6 21-41,7-10 0,1 4-17,-1 6 0,1 1 5,2 2 1,6 0-48,13 7 0,6-4-23,-8-17 1,4-3-869,21 3 1,7-9 946,-9-19 0,-2-6 0,19 4 0,-12-7 0</inkml:trace>
  <inkml:trace contextRef="#ctx0" brushRef="#br0" timeOffset="997886">22315 1468 13400,'0'-63'3276,"0"0"1,-1 1 0,-2 10-1826,-5 20-1677,-1 6-156,4 34 398,0 35 0,1 9-31,-1 2-27,2-1 1,0 10 0,1-8-380,1-19 1,0-2-2401,1 27 1,1-2 2820,3 1 0,-1-19 0,1-26 0</inkml:trace>
  <inkml:trace contextRef="#ctx0" brushRef="#br0" timeOffset="998234">22646 1364 19120,'-43'15'439,"-1"1"1,0 0 0,-14 6 0,4 7-2974,11 13 1,8 3 2709,13-18 1,4 1 886,-2 13 0,11-2-587,31-6 630,27 9-1039,-11-30 0,7-5-1499,5-3 0,7-4 0,-3-1-1845,-9 0 0,-2-1 0,0 0 2330,4-1 1,1-1 0,-7 0 0,15-4-1,-47 7 1</inkml:trace>
  <inkml:trace contextRef="#ctx0" brushRef="#br0" timeOffset="1.00041E6">23219 1630 22302,'60'-17'-863,"0"1"0,0 0 1,0-1-1,-2 2 1,1 0-1,-4 2 1,-10 5-1,19 6 0,-11 2 1</inkml:trace>
  <inkml:trace contextRef="#ctx0" brushRef="#br0" timeOffset="1.00061E6">23397 1856 14062,'-7'3'6559,"2"-1"-6811,35 2-768,13-13 1,10-5-2221,-3 4 1,3 0 0,0-1 2631,-3-2 1,0-1 0,-3 1-1,14-4 1,-10 3 0,-19 5 0</inkml:trace>
  <inkml:trace contextRef="#ctx0" brushRef="#br0" timeOffset="1.00136E6">24949 1088 22341,'-43'-11'913,"-9"4"-871,0 5 0,-2 2-25,-11 1 41,13 1 1,7-1-64,22 0-68,-17 1-11,39 3 196,5 15 11,-1 21-67,-1-10 0,-2 7 54,-6 10 0,-2 7 0,1 0-37,2-1 0,1 1 0,5 1-90,7 5 0,4 1 0,0-6-1746,-6 3 0,11-14 1763,25-28 0,14-13 0,-11-3 0,-14-5 0,12-5 0,1 0 0</inkml:trace>
  <inkml:trace contextRef="#ctx0" brushRef="#br0" timeOffset="1.00255E6">30132 877 23809,'63'-9'-4,"0"1"1,1-1 0,-1 1 0,0-1 0,-3-2 0,-5 0-1,2 2-52,13 2 0,2 2 0,-22 7 160,-28 7 108,-20 53-250,-1-30 1,-1 5 38,-2 8 1,-2 8 0,0 1-1,0-8-54,3-3 0,-5-1-1055,-9 3 0,-6 8 0,-3-3 1,1-15 256,-21-9 1,7 3 0,2-5-1,13-21 1</inkml:trace>
  <inkml:trace contextRef="#ctx0" brushRef="#br0" timeOffset="1.00424E6">18341 2319 13172,'2'-6'7908,"-1"1"-7678,-3 20 263,0 43-2426,4-6 1,1 4 1988,0-5 0,2 1 329,4-5 1,3 3 0,1-8 162,15 15 539,11-6-712,-7-59-171,-8-21 1,-2-10-79,-2 1 0,-2-1-889,4-8 1,-2 0-319,6-12 925,2 28-9159,17 32 8645,-9 8 1,-3 7-1,-23-8 1</inkml:trace>
  <inkml:trace contextRef="#ctx0" brushRef="#br0" timeOffset="1.00446E6">18985 2619 12612,'8'-8'9830,"-2"0"-8357,-6 8-986,-31-50-549,23 49-5,-20-23-930,33 53 0,8 14-3075,3 20 3393,-3-24 1,-1-3 0,-2-7-1,-4-14 1</inkml:trace>
  <inkml:trace contextRef="#ctx0" brushRef="#br0" timeOffset="1.00465E6">19096 2407 15978,'-5'-3'4912,"0"2"-5539,5 1-3210,-13 3 3837,30 10 0,-25-7 0,28 6 0</inkml:trace>
  <inkml:trace contextRef="#ctx0" brushRef="#br0" timeOffset="1.00497E6">19438 2575 17126,'-4'-3'5030,"1"0"-4996,3 3 134,-4 18-107,15 15-105,2 23-1796,0-21 1,0-1 1520,5 21-9512,-47 3 9787,8-37 1,-24 0 0,33-21 0</inkml:trace>
  <inkml:trace contextRef="#ctx0" brushRef="#br0" timeOffset="1.00518E6">19323 2646 11357,'0'-4'9830,"0"1"-7646,-9-30-1909,1 51-79,-16 16-216,13 3 1,2 9 19,3 6 0,2 7 0,-1-9 0,-6 13 0,12-18 0,-1-1 0</inkml:trace>
  <inkml:trace contextRef="#ctx0" brushRef="#br0" timeOffset="1.00547E6">19669 2694 17826,'0'-5'7253,"0"2"-7118,-6-33-113,11 67-145,-5-21-429,5 31 1,3 11-1796,-1-10 0,-1-3 2347,0-3 0,0-4 0,2 5 0,-4-23 0</inkml:trace>
  <inkml:trace contextRef="#ctx0" brushRef="#br0" timeOffset="1.00567E6">19801 2484 18044,'-2'-5'4885,"0"2"-5227,2 3-386,-10-36 728,31 51 0,-25-45 0,27 54 0</inkml:trace>
  <inkml:trace contextRef="#ctx0" brushRef="#br0" timeOffset="1.00591E6">20071 2434 20722,'0'-61'5366,"4"44"-5475,1 53 0,0 31-2349,1-13 0,1 9 1,0 0-1,-1-7 1395,0-8 0,0-4 0,-1 1 0,2 20 1,0 3-1,0-22 0,-1-29 0</inkml:trace>
  <inkml:trace contextRef="#ctx0" brushRef="#br0" timeOffset="1.00698E6">20039 2852 15457,'9'-38'2195,"-1"0"1,5 3-1,9 5-3032,35 8 0,6 8 644,-25 4 0,-1-1 614,7-7 1,2-3 0,-10 3 559,-12 1 705,4-13-1462,-58 50-292,37 17 1,11 2 84,2-7 792,12-59 1,-4-17-715,-24 7-14,-19-30 1,-13 17-4,-23 88-75,22-12 0,7 6-720,21 16 0,13 10 0,4-7-376,4-10 1,10-4-1366,11-3 0,13 2 1,3-5-1,-5-10 1341,-7-13 1,-3-9 0,4-3 3573,11-3 1,6-3-1,-1-4 1,-12-1-97,-8-4 1,-7-3-1315,6-11 0,-20 5-638,-69 19-381,5 32 0,-1 10-98,4-8 0,18-1-241,53 2 0,15-14 625,-2-50-27,-11 0 0,7-14 0,-2-4 0,-12 4 129,-17 5 1,-10 2-1,0-1-420,2-15 0,-2 0 1,2 34-2455,-1 52 0,2 37 1,-1 10-1,0-13 2349,-1-12 1,1 2 0,1 1 0,1 12 0,0 2 0,0-9 0,-1-20 0,-2-19 0</inkml:trace>
  <inkml:trace contextRef="#ctx0" brushRef="#br0" timeOffset="1.0077E6">22462 2615 18941,'-5'0'752,"34"-9"0,32-7 1,-4 3-1310,-13 7 0,3 2-10,-1 0 1,11 0 0,3-1 0,-4 2 0,-11 2 0,-4 2 0,-4 3 0,13 6 0,0 0 0</inkml:trace>
  <inkml:trace contextRef="#ctx0" brushRef="#br0" timeOffset="1.00787E6">22845 2783 16812,'-42'44'4755,"37"-19"-4755,46-24 0,30-15 0,-6 1 0,-16 3 0,-5 1 0,-4 2 0,0-1 0</inkml:trace>
  <inkml:trace contextRef="#ctx0" brushRef="#br0" timeOffset="1.00862E6">24419 2419 18464,'-61'-9'907,"1"1"1,-1-1-1,7-2 1,2 4-636,-12 7 0,13 9-104,31 13 8,8 9 1,1 6-18,-2 6 1,0 5-882,2-3 0,-1 5 0,1 2 0,1-6 738,-4 12 1,4-1-15,2 5 0,4 6 0,18-16-286,25-27 1,15-12-1,-8 2 1,-18 13-1,0-3 1,36-17-1,0 1 1</inkml:trace>
  <inkml:trace contextRef="#ctx0" brushRef="#br0" timeOffset="1.01207E6">30615 2597 13889,'-6'-6'6838,"2"1"-6387,-28-9 0,-6-1-216,18 7 152,-26-20 5,103 32-272,-9 0 1,3 1 10,6-1 1,1 1-54,-5-1 1,-3 1-34,-14-2 0,-3 3 44,12 11 51,-17 21 56,-10 23-45,-11-14 1,-3 3-88,-2-2 1,-2 1-17,-2-7 1,0 3-1,-1-1-3,-1 20 0,-1 1-170,2-16 0,0 1 0,-1 0 72,2-2 1,-1 0 0,-3-2-500,-12 18 1,-7-7-1340,-1-16 1,-7-8 1281,-11-8 1,-2-8 0,-8-8 0,13-8 0</inkml:trace>
  <inkml:trace contextRef="#ctx0" brushRef="#br0" timeOffset="1.06457E6">25415 1312 18997,'1'-54'1019,"0"0"0,0 7 1,0 9-1004,0 19-105,1 20 246,-2 35-123,-1-5 0,0 5-6,-1 13 0,-1 2-14,1-1 0,-1 0-3,0-8 0,1-4 538,0 6 1103,2-27-1599,-2-43 0,0-19-11,2 5 0,-1-3-14,-1-15 0,1 0 3,3 10 0,0 7 8,2 5-179,0 16 140,1 37-56,-1 28-2005,-1 3 0,-1 4 2061,0-5 0,-1-1 0,0-5 0,-1-4 0,-1-1 0</inkml:trace>
  <inkml:trace contextRef="#ctx0" brushRef="#br0" timeOffset="1.06579E6">24881 2666 10506,'0'-6'9566,"0"1"-9532,0 5 224,4-36 296,6 85-358,-4-46-103,-2 29 0,-4 21 1,-2-6-27,-2 13 36,-1-7 1,-1-4 782,1-19-13,1 1-33,0-56-806,0-3 16,2-18 1,-1-5 22,0-8-40,2 20 1,0 5-191,1 17 163,4 26-4,1 21 1,0 9-3,4-3 0,1 2 3,2 13 0,0-2 2,4 8 729,-4-26-661,-15-47-45,-1-7-12,-2-8 1,1-4-5,-2-25 2,4 19 0,0 1-9,5-11-111,-1 28 106,1 18 5,0 65-173,-2-24 0,1 4 168,3 10 0,0 0 0,-3-14 0,0-5 0,6 8 0</inkml:trace>
  <inkml:trace contextRef="#ctx0" brushRef="#br0" timeOffset="1.0759E6">1016 4510 7324,'2'-10'8822,"-1"2"-7304,-1-9-813,0 13 97,-1-13-427,-12 24-229,-27 10-74,7-6 1,-2 0 67,-7 1 0,1-1 67,-19 3-22,21-12-118,32-4-179,5-1 191,5 14 38,2 29-72,-1 16 19,-4-2 1,-1 3-7,-1-8 1,0-1-42,-1 4 0,0-1-9,3-12 1,5-3 103,16 8-11,12-17-146,32-23-932,-21-15 0,2-6 977,5-1 0,-3 0 0,-11 2 0,-4 0 0,12-4 0</inkml:trace>
  <inkml:trace contextRef="#ctx0" brushRef="#br0" timeOffset="1.07618E6">1481 4607 22492,'-27'-25'415,"6"43"-544,21 42-734,3-8 0,3 0-1372,-1-17 1,2-2 2234,3 3 0,0-3 0,2-5 0,-4-14 0</inkml:trace>
  <inkml:trace contextRef="#ctx0" brushRef="#br0" timeOffset="1.0767E6">1840 4422 20867,'17'-39'142,"1"0"0,-6 5 0,4 9-80,27 26-1,-5 11-22,3 8 51,6 11 84,-14 5 78,-3 17-67,-14 5-154,-8-20 0,0 0-23,1-6 1,1 1-18,8 10 1,2-1 13,-7-10 1,0-1 5,2 1 0,-5 0 12,-22 24-57,-31-10-196,8-22 0,-3-3-449,-2-3 1,1-3 0,-11 2 0,20-9-1</inkml:trace>
  <inkml:trace contextRef="#ctx0" brushRef="#br0" timeOffset="1.07742E6">2855 4573 21259,'-35'2'375,"0"1"1,-20 0-354,55-2 40,0 1 101,12 3-68,28-7 0,7-3-83,-1 3-27,7-4 0,13-4 0,-7 0-55,-16 2 0,-2-1 114,8-2 1,4-2 0,-7 2 17,14-5 324,-45-19 152,-67 19 122,-2-3 1,-1 0-541,21 8 1,4 4-182,-10 11 27,72 20-81,9 5 0,2 7-994,-8 5 1,-8 5 542,-15 7 1,-6-1 0,3-16-1,-6-3 1,-37 20 0</inkml:trace>
  <inkml:trace contextRef="#ctx0" brushRef="#br0" timeOffset="1.07933E6">4332 4299 16180,'-51'-17'434,"-1"-1"1,12 2 0,1 6-278,0 15 0,2 5 151,-16 3-336,14-3 106,13 1 275,25 3 298,-11 33-469,4-8 0,1 4-54,-4 13 1,2 1-59,2 4 0,6-1 5,9-5 1,7-5-317,4-15 1,7-6-1847,11-8 0,6-9 2087,4-12 0,-1-6 0,10-1 0,-8-8 0</inkml:trace>
  <inkml:trace contextRef="#ctx0" brushRef="#br0" timeOffset="1.07979E6">4699 4580 9374,'-4'-5'9830,"1"1"-9130,-9-31 0,0-7-627,11 16-124,-2-24 1,8 8-90,26 38 62,17 16 84,-15 43 8,-23-21 0,-5 4-3,-10 20 0,-8 2 11,-5-1 1,-2-3-46,1-6 1,3-4 81,5-8 0,12-9-250,43-26 1,12-12-211,-23 4 1,2-2-1231,12-3 1,7-4 0,-6 1 1630,-10 1 0,-6 1 0,19-5 0,-17 4 0</inkml:trace>
  <inkml:trace contextRef="#ctx0" brushRef="#br0" timeOffset="1.0803E6">5558 4301 18330,'-44'-32'720,"-1"1"1,10 4 0,17 2-676,65-4 11,-11 15 0,2 2-45,-6 2 0,-1 0 253,30-8-175,-51 16 6,7 1-5,-11 12 28,8 19-68,13 24-17,1-1 1,4 3-20,-9-15 0,3 2-11,2 3 1,4 5 0,-5-4-1,-6-7 0,-3 2-22,-3 4 1,-2 4-1,-6-3-233,-9-2 0,-9-3-3025,-10 1 0,-9 0 0,2-6 1957,4-13 1,-1-4 0,-13 6 0,7-8-1,22-14 1</inkml:trace>
  <inkml:trace contextRef="#ctx0" brushRef="#br0" timeOffset="1.08184E6">1015 5825 8534,'0'-3'9023,"1"-25"-8978,2 22 1826,-1-9-633,-11 25-706,3 2 426,-19-22-779,16-5 96,-8-48-275,14 37-34,5-10 0,8 1-106,37 11 84,-13 10 0,1 8 8,2 16 1,-4 11 10,-12 8 1,-12 8-84,-21 17 1,-17 10-1,-1-4 84,11-21 1,-1-3 0,-5 3 120,-8 8 0,-8 4 1,0-1-1,8-11 11,7-10 0,1-7 130,-16 1 1,7-14-193,27-38-34,15-20-37,21 23 1,9 8-68,2 11 1,3 7-209,8 2 1,-1 9-2209,0 15 0,-5 5 2520,-13-8 0,-4-1 0,16 14 0,-24-22 0</inkml:trace>
  <inkml:trace contextRef="#ctx0" brushRef="#br0" timeOffset="1.08271E6">564 5643 7223,'-3'-5'6397,"1"2"-5731,-50 21 1816,3-1-2348,17-6 0,1 0 953,-7 1-1009,38-14-50,4 1 28,9 0 17,-2 4 521,1 24-190,-11 9-147,-8 12 1,-5 4-186,2-13 1,-2 0-4,-3 2 0,-1 4 1,1-4-23,3-1 1,3-2 13,0 2 1,7-1 16,15-2 1,5-3-63,10 6-41,5 3 0,-1-3-120,-11-12-2309,5 7 1,0-3 2453,-10-18 0,5 6 0,-13-16 0</inkml:trace>
  <inkml:trace contextRef="#ctx0" brushRef="#br0" timeOffset="1.08335E6">1663 5641 19552,'-26'-38'246,"17"4"-100,57 17-68,-13 7-5,0 4-56,-24 8 83,6 18 96,6 21-112,-2-1 67,-5-1 1,-2 3-99,-5-4 0,-1-1-45,-1-6 1,0 2 69,2 20 1,-2-2-35,-1 1-5,0-5 1,-1 1 105,0 13-19,-11-22 0,-4-1-282,-10 11-757,-2-17 0,-5-3 913,-18 5 0,14-9 0,8-12 0</inkml:trace>
  <inkml:trace contextRef="#ctx0" brushRef="#br0" timeOffset="1.08397E6">2760 5998 15233,'-44'2'1772,"-1"-1"1,9 1-1773,-12 0 0,15 0 303,74-7-303,-9 0-95,23-5 0,2-1 44,-10-1 3,11-4 0,0-1 110,-12 0 126,-8 3 0,-5-3 658,-18-9-51,-27 5 583,-27-1-902,4 12 291,-5-1-627,30 8-190,15 6-1,41 28 23,-17-13 0,2 2-140,11 8 0,0 3-1101,-5 1 1,-5 4 1268,-9 4 0,-5-1 0,11 11 0,-28-7 0</inkml:trace>
  <inkml:trace contextRef="#ctx0" brushRef="#br0" timeOffset="1.08505E6">4389 5685 7621,'6'-8'9830,"-2"2"-8626,-4 6-918,-67-25-213,16 29-73,-3-10 0,-4 2 73,16 14 0,2 3 89,6-5 0,3 0 46,-14 2-147,26-8-173,17-2 140,8 4 219,6 24-12,0 13-137,-5-7 0,-2 5-9,-2 16 1,-1 1-79,0-15 0,1 0 0,3 20 1,7-3-21,4-23 1,5-4-62,-1 0 0,5-4-630,11-5 0,4-9 700,6-16 0,-2-5 0,11 4 0,2-17 0</inkml:trace>
  <inkml:trace contextRef="#ctx0" brushRef="#br0" timeOffset="1.08566E6">4825 5753 18733,'-3'-47'618,"0"-1"0,-1 5 1,8 10-653,33 18-78,4 34 0,0 7 95,7-6 2,-15 12 0,-1 13 0,-13-3 135,-25-7 1,-6 0 100,8 11 0,-4-2 48,-14-14 0,-4-9 274,-9-12-279,15-18-213,10-5-74,19-3-38,46 12 5,-8 5-12,8 8 0,0 8-55,-23 8 0,-7 5 117,-1 0 1,-12 3-74,-26 14 1,-15-3-213,3-17 0,-4-5-1180,-13 3 1,1-7 1470,8-13 0,11-3 0,13-3 0</inkml:trace>
  <inkml:trace contextRef="#ctx0" brushRef="#br0" timeOffset="1.08625E6">5436 5857 15137,'-5'-15'1423,"0"3"-1826,5 12 319,0 0 146,3 0 11,0 0 212,1 0 1087,0 0-739,-2 0-167,0 0 116,3 20-324,-1 8-298,6 34-1388,-1-8 229,-1-9 1199,2-15 0,-7-25 0,1 3 0</inkml:trace>
  <inkml:trace contextRef="#ctx0" brushRef="#br0" timeOffset="1.08727E6">5128 5551 7761,'-3'-2'8346,"0"0"-8161,-7-3 341,2 7 1132,-6-4-1356,9 6 780,22-7-634,1-2-280,10-2-1,-5 4 186,7 2-274,-7 1 38,31 9 169,-20 19 106,3 25-235,-17 7-87,-14-22 0,0 1-8,6 1 0,1 1-1,1 2 1,0 0 33,0 1 0,0-1-62,-3-2 1,-1-3 11,3 17 14,-4-21 0,-1-3 109,1 7 168,-20 19-207,-12-27-381,-6-9 0,-1-4-9315,-3-3 9199,-5-2 1,31-12 0,5 0 0</inkml:trace>
  <inkml:trace contextRef="#ctx0" brushRef="#br0" timeOffset="1.08917E6">712 7207 6938,'-1'-3'8726,"0"1"-7023,3-53-891,-10 33-639,-9-39-178,-36 56 16,-2 8 0,21 0 0,1 2 51,-18 3-28,21-4-163,3 0 67,17-2-55,1 8 89,6 17 145,1 9 12,1-4 0,1 4-79,2 4 1,1 3-37,3 10 0,0 0-9,-1-12 1,1-2-40,4 4 1,1-5-466,5-6-3993,24 7 4492,7-23 0,-10-2 0,-8-13 0</inkml:trace>
  <inkml:trace contextRef="#ctx0" brushRef="#br0" timeOffset="1.08981E6">1104 7301 7946,'-4'-3'6738,"1"0"-5797,3 3-616,-2-58-107,27 26-92,-16-4 0,3 0 210,30 9-308,-21 15 17,-5 10 17,-5 20 11,1 19 72,-1 22 37,-8-24 0,-3 1 140,-4 2 0,-3 0 179,-2-4 1,-2-3 977,-10 13-488,7-22-890,11-24-101,29-13-23,-3 2-10,37 0-7,-18 19 1,0 6 28,16 3-9,-19 8 1,-10 4 2,-25 5-132,-23 6 1,-11 0-602,-21 3-2331,10-13 1,0-5 3080,4-13 0,15-9 0,20-5 0</inkml:trace>
  <inkml:trace contextRef="#ctx0" brushRef="#br0" timeOffset="1.0903E6">1566 7099 10970,'-3'0'7315,"0"-1"-6942,24-29 0,12-8-300,-13 18 61,20-21 0,2 5-44,-14 31 61,18 6 6,-21 23 0,-3 9-79,12 22-22,-16-12 0,0 6 0,-4-3-42,-3-7 0,-2-2-11,3 9 0,-3 1 11,-4-3 0,-4 0-14,-4-6 0,-3 1 42,-5 16 0,-3 0-42,0-18 0,-3-4-191,-25 12-1523,8-32 1714,5-12 0,12-1 0,7-4 0</inkml:trace>
  <inkml:trace contextRef="#ctx0" brushRef="#br0" timeOffset="1.09079E6">2441 7301 17899,'44'-18'-137,"-1"-1"1,14-3 0,-1 1 83,-14 7 0,-3 0 355,-2 2 0,-4-2 6,7-8 309,-68 17 621,-35 3-636,27 0 0,0 0 109,-21-3-173,21-5-521,33 3-23,23 1-10,30 22 4,-9-1-181,-4 22 0,-3 10-3767,-19-11 0,-3 2 3960,5 6 0,-2-3 0,-6 9 0,-9-40 0</inkml:trace>
  <inkml:trace contextRef="#ctx0" brushRef="#br0" timeOffset="1.09202E6">3943 6855 19070,'-58'-21'1366,"-3"13"-1349,25 21 56,2 3 123,28-14 246,0-1-414,2-1-50,3 0 27,8 12 74,0 14 19,-2 5 0,0 5-45,-4 2 0,0 2-39,-2 21 0,2 0-17,1-18 1,4-2 10,6 10 0,9-6-305,9-20 1,3-7-393,25 12-3167,-13-31 0,-2-7 3856,-5-6 0,4-7 0,-30 13 0</inkml:trace>
  <inkml:trace contextRef="#ctx0" brushRef="#br0" timeOffset="1.09247E6">4402 6950 21668,'-18'-31'600,"-3"39"-594,13 54-29,8 1 46,11-12 117,22-37 157,16-32-157,-6-2 350,-7-15 0,-2-3-199,-7 6-190,11-14-62,-27 39 0,2 24-22,0 44-84,-1-8-477,-6-2 1,1 4-2650,-1-14 1,2-1 2513,1 1 1,0-3 0,4 16-1,-2-34 1</inkml:trace>
  <inkml:trace contextRef="#ctx0" brushRef="#br0" timeOffset="1.09266E6">5148 7186 22324,'-20'8'-82,"17"13"1,4 4 0,12 1 0</inkml:trace>
  <inkml:trace contextRef="#ctx0" brushRef="#br0" timeOffset="1.0933E6">5831 6785 20666,'-51'5'144,"-1"-1"1,1 0-1,1 1 1,1 0-1,6 3-21,-15 16-33,25-5 0,1 0-34,-12 11 72,14 26-100,27-26-11,7 15 78,11-1-61,-2-9 22,2 21 90,-10-13-73,-3-15 1103,3-10-616,25-50-481,-12 15 47,7-9 0,3-1-9,11-1-123,-9 12 1,2 4-32,3 6 1,-3 11-311,-11 33 0,-9 10-135,3 4-4434,-39 6 1,-12-7 4730,0-32 1,-15 2-1,44-21 1</inkml:trace>
  <inkml:trace contextRef="#ctx0" brushRef="#br0" timeOffset="1.09378E6">6124 6769 15457,'-6'-7'5298,"2"1"-4598,4 6-296,71-58 156,-29 34-426,3-14 1,-3 15 16,-20 69 1,-9 15-152,1-21-8,-8 4 1,-1 11-1,-1 1-106,2 4 0,-1 2 1,-5-5-235,-12 0 0,-4 1-1281,6 5 0,0 4 0,-10-13 1629,-18-23 0,-3-11 0,-6-1 0,13-10 0</inkml:trace>
  <inkml:trace contextRef="#ctx0" brushRef="#br0" timeOffset="1.09525E6">611 8401 17955,'-7'-38'364,"0"0"0,-1-23-448,19 58 101,5 4 72,5 0 18,19-13-28,-20 7 145,11-9 509,-30 11-688,-7 5 50,-34 18-83,20-11 38,-32 17 112,14-14-78,-1 0 73,-10 0 17,24-7-555,9-2 325,12-2 67,4 5 107,3 21-29,-2 31-91,2-13 0,2 6 1,-1-3-5,-1-7 1,1 1-5,3 5 1,3 3 0,3-11-210,12-13-2313,26 3 2532,-18-32 0,-1-4 0,6 2 0,3-14 0</inkml:trace>
  <inkml:trace contextRef="#ctx0" brushRef="#br0" timeOffset="1.09572E6">1124 8335 20106,'-44'-9'414,"8"16"-380,31 30 0,7 9-23,-2 17 14,3-26 0,4-3 205,8-5 257,30-36-246,-4-21-23,-11-4 0,-2-4 24,3-14 100,-7 2-320,-18 34 6,3 32-263,8 45-119,-2-9-58,-4-17 1,2-1-4730,16 3 5141,0-17 0,-4-2 0,-10-16 0</inkml:trace>
  <inkml:trace contextRef="#ctx0" brushRef="#br0" timeOffset="1.09615E6">1666 8315 9050,'-3'-3'9830,"0"1"-8503,3 2-1243,0-58-17,21 36-36,-8-12 0,4 1 86,42 17 152,6 21-191,-23-3 57,-6 28 33,-26 13-124,3 18-58,-1-12 0,2 3 3,0 1 0,0 3 11,-2-15 0,-1 2 0,-4 1-43,-4 6 0,-3 1 0,-1-5 6,1-2 1,-4-2-96,-9 9 1,-8-8-2910,-25-11 3041,4-9 0,3-2 0,22-17 0</inkml:trace>
  <inkml:trace contextRef="#ctx0" brushRef="#br0" timeOffset="1.0967E6">2760 8387 19955,'52'-22'-96,"0"1"1,-1 0 0,-5-2 0,-1 2 165,20 0 0,-7 4 378,-28 0-67,-21-3 414,-39 7 1,-11 4-348,-2-3-244,0 4 1,3 3 444,21 5-621,10-1-3420,35 12 3392,-10-4-22,34 15-85,3 12-4809,-17 13 1,-1 4 4767,-9-21 1,-1 0 0,1 15 0,-9-6-1,-17-26 1</inkml:trace>
  <inkml:trace contextRef="#ctx0" brushRef="#br0" timeOffset="1.0975E6">4521 7828 19344,'-46'-25'182,"-4"24"0,2 8-165,12 6 28,-18 9 0,5-2-51,33-14-27,-20 9 374,43 15-257,-5-16 162,10 23 1,1 8-68,-7-7 0,0 2-161,3 5 1,3 4 0,-2-4-11,-6-2 1,6-3-144,28 16 1,7-13-73,-6-31-2251,3-10 0,15-5 1,2-3-1,-13 1 1611,14-8 1,-13 1-1,5-3 1,-16 5 0,-26 6-1</inkml:trace>
  <inkml:trace contextRef="#ctx0" brushRef="#br0" timeOffset="1.09794E6">5019 8061 20739,'-5'-51'134,"0"1"0,4-1 1,11 10 5,38 19-126,-8 44 0,-1 10 19,7-9 26,-20 27 0,-17 10 179,-37-8 0,-11-4-154,21-16 0,-1 1 0,-25 20 1,19-12 122,64-35-297,-8-4-612,13-13 0,11-8 0,-7 2-2796,13-7 2828,-6 3 1,3-3 246,-14 3 1,-6 3 0,-7 4 0,1-2 0,0 0-1</inkml:trace>
  <inkml:trace contextRef="#ctx0" brushRef="#br0" timeOffset="1.09842E6">5826 7820 21371,'-40'-32'1205,"8"6"-1065,34 23-84,13-6-17,12-4 57,13-1-96,-14 4 61,-6 5 186,-20 43-219,0-20 16,5 33 1,2 8-56,0-28 0,0 2 26,4 15 0,3 7 0,-2-5-10,-3-11 1,0-2-37,5 19 0,-4-1-17,-9-15 1,-3-3-3,-4 22-1334,-17-12 1,-10-5 1383,2-24 0,-2-4 0,2 6 0,1-2 0,-13-9 0</inkml:trace>
  <inkml:trace contextRef="#ctx0" brushRef="#br0" timeOffset="1.0997E6">943 9233 10237,'0'-5'7331,"0"2"-6519,-26-14-251,8 13-443,-25-12-107,10 24 6,-4 3 78,-1 9-67,9-3-95,11-6 257,16 1-50,7-1 297,5 27-280,-4-9 84,-2 31-213,-1-18 0,7 3-146,10-18-1142,17-19 1260,23-23 0,-26 6 0,5-7 0</inkml:trace>
  <inkml:trace contextRef="#ctx0" brushRef="#br0" timeOffset="1.10032E6">1453 9161 9918,'0'-8'8978,"1"1"-8037,-15-33-431,0 30-331,-10-29 28,-12 51-151,4 2-22,-4 7 22,11 3-34,15-10 140,5 16-16,3-13 89,-2 24-117,-1 0-51,1 1 168,8-6-117,0-21 846,14-18-880,-12-3 134,18-27-123,2 2-89,11-11 0,-1 13-29,23 24 1,-32 13 16,21 30-5,-35 11-28,-9 3-247,-16 2 286,-23-19 0,17-15 0,-8-7 0</inkml:trace>
  <inkml:trace contextRef="#ctx0" brushRef="#br0" timeOffset="1.10091E6">2119 9124 12130,'-9'3'7522,"1"-1"-7074,8-2 756,-10-28-1019,9 19 22,3-29-140,41 17-61,-15 5 56,31 16-29,-43 14-44,15 30 16,-10-9 1,-2 1 5,12 18 6,-3-3 0,-11 3-9,-31-13 1,-6-1-166,12 23-3613,-30-29 1,-3-10 2921,19-21 0,-12 0 0,28-3 0</inkml:trace>
  <inkml:trace contextRef="#ctx0" brushRef="#br0" timeOffset="1.10142E6">2803 9206 15743,'-4'0'3949,"0"0"-3815,4 0-644,64-35 281,-28 20-63,7-5 1,11-4-1,-9 3 365,2 2 381,2-1 0,-18 2 862,-56 8-62,-13 1 377,-25 6-1542,24 2-189,93 7-685,-17 3 1,3 3 218,14 12 1,-1 1 0,-18-12-1,-7 3 1,-10 20 0</inkml:trace>
  <inkml:trace contextRef="#ctx0" brushRef="#br0" timeOffset="1.10199E6">4250 8819 12466,'-31'-36'7394,"11"24"-7375,-13-4 1,-6 4 52,-1 16 1,1 4 0,-24 1-48,26-2 1,6 1-43,18-5 207,11 8-89,6-2 11,5 12 70,-7 13 0,-1 5-76,1 5-3,-2 15 1,0 0-76,3-14 98,6-3 0,3-3-53,5-14-966,15-9 0,6-6 893,25-17 0,-4 3 0,-17-7 0</inkml:trace>
  <inkml:trace contextRef="#ctx0" brushRef="#br0" timeOffset="1.10249E6">5132 8759 18442,'-53'-14'2409,"11"2"-1995,48 7 73,28-11-448,-9 6 6,30-8-11,-9 14 78,6 28-6,-17-4 46,-14 32-51,-24-14-98,10 9 0,2 2-93,4 10 11,3-12 0,-3 2-600,-11-11 1,-2-4 0,6-3 0,-17 15-1</inkml:trace>
  <inkml:trace contextRef="#ctx0" brushRef="#br0" timeOffset="1.14938E6">23780 6863 14673,'0'-5'7214,"0"2"-7021,-36-18 1,-16 7 58,17 27 0,-2 8-174,-12-10 0,-5-2 1,6 10-68,12 14 0,6 9 1,6 1-55,2-1 0,6 2 0,8-2-344,17 14 1,16-6-1119,7-22 0,10-5 0,1-4 897,1-3 1,3-4 0,-3-3-1,11-2 1,-5-3 0,5-4 0</inkml:trace>
  <inkml:trace contextRef="#ctx0" brushRef="#br0" timeOffset="1.14967E6">24513 6897 21556,'-64'6'410,"0"1"0,0-1 0,6 4 0,3 3 1,9 8-423,9 19 1,14 7-90,10 2 1,14 0-530,20-4 0,13-7-2194,18-6 1,6-9 2823,-7-6 0,-2-5 0,-5-7 0,-6-3 0,-15-2 0</inkml:trace>
  <inkml:trace contextRef="#ctx0" brushRef="#br0" timeOffset="1.1502E6">25283 6720 21747,'2'-44'1350,"0"0"0,-14 3-1308,-7 68 0,-4 23-22,5-8 1,-1 4-1,2 2-196,0 7 0,3 3 1,6-1-87,6-1 1,6 0 0,10-5 261,12-7 0,10-4 0,-3-5 0,-1-1 0,2-7 0,7-14 0,0 1 0</inkml:trace>
  <inkml:trace contextRef="#ctx0" brushRef="#br0" timeOffset="1.15043E6">26051 6920 21864,'-2'-4'4218,"0"1"-4201,-22-9 6,12 57-77,-1-16 1,1 4-1381,12 29 0,6 5 725,-1-10 1,1-3-1,1-15 1,0-6-1,0-1 1</inkml:trace>
  <inkml:trace contextRef="#ctx0" brushRef="#br0" timeOffset="1.15072E6">26527 6667 26525,'33'17'-12,"1"0"1,-2 9 0,0 9-43,-4 8 1,2 11 0,-3 4 0,-4-1-1299,-8-7 0,-3 0 0,-3 1 0,-2-2 1352,-2 13 0,-3-2 0,-4-5 0,-4 3 0,-5-11 0,-21-3 0</inkml:trace>
  <inkml:trace contextRef="#ctx0" brushRef="#br0" timeOffset="1.15135E6">24806 8221 18683,'-3'-5'5439,"0"2"-5445,-12-14 57,18 57-9,-6-4 0,-1 8 4,5 12 1,2 7 0,-1 1-36,-2-3 0,0 1 0,-1-1-15,-2-2 0,0-1 1,-2-5-860,-3 3 1,-2-7 862,-4 3 0,4-23 0,4-20 0</inkml:trace>
  <inkml:trace contextRef="#ctx0" brushRef="#br0" timeOffset="1.15208E6">23123 9011 18817,'54'5'175,"0"0"0,1 0 1,-1 0-1,0 0 1,2-1-1,1 0 0,1-1 1,2 0-1,1 0 1,2-1-212,-4-1 0,1 0 0,2-1 1,1 1-1,1-2 0,1 1 1,-1 0-1,0 0-582,-5-1 1,-1 1 0,0 0-1,1-1 1,0 1 0,1-1 0,1 1-1,2-1 1,1 0 421,-5 0 0,2 0 1,2 0-1,1 0 1,2-1-1,-1 1 1,1-1-1,0 1 1,-1-1-1,-1 1 1,-2-1-1,-1 0-181,3 0 1,-1 0-1,-1 0 1,0-1 0,-2 1-1,1 0 1,-1-1 0,0 0-1,1 1 1,0-1 253,0 0 0,2 0 1,0 0-1,0 0 1,0 0-1,-1 0 0,0 0 1,-2-1-1,-2 0 1,-1 0 9,10-2 0,-2 0 0,0 0 0,-3-1 1,-2 0-1,-4 0 0,-3 0 56,9-2 1,-5-1 0,-4 1 0,-3-1 0,2 0 0,-4 0 0,-7 0-1,11-7 1</inkml:trace>
  <inkml:trace contextRef="#ctx0" brushRef="#br0" timeOffset="1.15307E6">22189 9837 10494,'5'0'9830,"-1"0"-9032,-30-20 0,-17-2-175,-16 33-396,18-9 1,-7 0 0,3 8-96,6 17 1,3 10-1,2 3-235,-1 2 0,3 4 0,7 1 86,8-1 0,5 2 0,11-3-112,13-3 0,10-2 1,7-6-655,13-4 1,10-7 0,2-6 380,5-6 0,2-5 1,-4-3-1,5 1 0,-6-5 1,-19-8-1,0 0 0</inkml:trace>
  <inkml:trace contextRef="#ctx0" brushRef="#br0" timeOffset="1.15345E6">22845 9902 17888,'0'-4'5747,"1"1"-5395,-6-27 1,-7-4-185,-15 17-132,0-9 1,-4 8 36,-6 33 0,0 16-9,-8 9 0,3 6-50,4 6 0,7 3-42,9-1 0,14-1-87,20-8 1,14-6-732,18-7 1,10-11 845,-8-12 0,4-6 0,-3 0 0,-1 1 0,-4-3 0,-5-6 0,0-1 0</inkml:trace>
  <inkml:trace contextRef="#ctx0" brushRef="#br0" timeOffset="1.15397E6">23381 9697 24424,'-61'10'142,"0"1"0,9 10 0,8 12-163,23 3 1,7 8-1,7 2-369,6 3 1,8 2 0,10-4-1449,17 1 1,13-5 0,2-3 1395,1-4 0,3-3 0,-1-3 0,-4-6 0,0-3 0,-4-5 1,-3-7-1,0 0 0</inkml:trace>
  <inkml:trace contextRef="#ctx0" brushRef="#br0" timeOffset="1.15441E6">23785 10014 23668,'0'-52'252,"0"1"0,5 4 0,10 11-313,47 33 44,-30 10 0,-1 7-28,6 14 0,-8 11 9,-20 14 0,-15 5 39,-8-16 1,-6 1 0,-3-1 25,-3-1 1,-3 0 0,0-4 48,-21 6 1,23-11-166,56-21 1,13-8-82,6-3-256,2-8 0,17-6 0,-1-2 0,-16 5 0,-2-1 0,11-1 0,0 0 0</inkml:trace>
  <inkml:trace contextRef="#ctx0" brushRef="#br0" timeOffset="1.15471E6">24484 9806 19591,'18'-25'3329,"12"48"1,2 23-3556,-4 5 0,-2 10 1,-12 4-342,-17-7 1,-10 4 0,-4 0 0,4-8 0,8 10 0,-9-8 0,-25-25 0,-1 1 0,1 0 0</inkml:trace>
  <inkml:trace contextRef="#ctx0" brushRef="#br0" timeOffset="1.15587E6">22963 9161 15367,'10'41'2946,"-1"0"0,-7 13 1,-2 4-2510,4-5 0,0 3 0,-3-5-43,-4 6 1,-5-25-633,-6-63 0,-1-12 322,5 28-44,-9-38-57,19 95 857,2-33-840,9-34 0,0-14 0,-5 4 0,16-25 0</inkml:trace>
  <inkml:trace contextRef="#ctx0" brushRef="#br0" timeOffset="1.15651E6">22968 9146 20050,'-32'-55'3473,"6"10"-3193,25 42-202,13-7-2698,23 0 1,16 0-1,-4 1 2620,-14 0 0,1 1 0,12-1 0,5-1 0,-13 3 0,-14 5 0</inkml:trace>
  <inkml:trace contextRef="#ctx0" brushRef="#br0" timeOffset="1.1876E6">25924 1583 21489,'12'-55'874,"-4"23"-1378,-10 71-2352,-3 9 1793,-1 13 0,0-29 0,4-13 0</inkml:trace>
  <inkml:trace contextRef="#ctx0" brushRef="#br0" timeOffset="1.18807E6">26347 1240 11850,'0'-3'7814,"0"1"-7210,-1-31 1,4-11 5,18-7-397,-8-2 0,4 1-5,25 9-135,-1 24-73,-6 34-11,-8 33-1,-18-7 1,-8 6 19,-12 10 1,-7 3 4,1-19 0,-2 1 0,-2-1 15,-12 15 0,1-4-28,6-9 0,7-4 45,21 12-292,50-26-966,-6-17 1,5-5 1212,11-3 0,-2-2 0,-18 1 0,-3 0 0,19-2 0</inkml:trace>
  <inkml:trace contextRef="#ctx0" brushRef="#br0" timeOffset="1.18873E6">25738 3084 21304,'-13'58'-209,"6"-20"1,1-1 0,0 11 0,1-1 0</inkml:trace>
  <inkml:trace contextRef="#ctx0" brushRef="#br0" timeOffset="1.1892E6">26129 2869 17736,'11'-47'1123,"-1"-1"0,1 1 1,4-14-1,5 10-1078,27 8-101,2 31-68,-3 37 110,-29 4 0,-8 8 8,-10 14 1,-11 2 1,-1-11 0,-5-1 0,-2 0 0,-3-1 1,-2-2-1,-1-1 23,-8 10 1,2-4 17,10-10 0,8-2 103,16 10-95,40-18-614,3-18 0,6-5 569,14-5 0,-2-1 0,-17 1 0,-4-1 0,-6 0 0,0 0 0</inkml:trace>
  <inkml:trace contextRef="#ctx0" brushRef="#br0" timeOffset="1.19555E6">22793 11026 18000,'-12'-49'1790,"-1"0"1,2 7-1,3 8-1431,8 15-494,0 12 68,-1 25 241,-2 42-149,2-11 0,0 6-35,0-8 1,-1 3 0,1 0-355,1 2 1,0 1-1,-1-1 364,1 1 0,0 1 0,0-7 0,0-3 0,-1-5 0,1 24 0</inkml:trace>
  <inkml:trace contextRef="#ctx0" brushRef="#br0" timeOffset="1.19647E6">20595 11731 11172,'-7'0'2425,"1"0"-1235,49-7 1,29-2-908,-15 5 0,8 0-751,-16 1 1,7-2 0,4 1 0,2 0 0,0 0 521,-3 3 0,3-1 0,1 2 0,0 0 0,1 0 0,-1 0-322,0 0 1,0 0 0,-1 1-1,2-1 1,1 1 0,2 0 226,-6 0 0,2-1 1,1 1-1,2 0 1,0 1-1,0-1 0,-1 0 1,-1 0-45,-4 0 0,1 0 1,-1 1-1,0-1 0,0 0 1,-1 0-1,0 0 0,-1-1 41,4 1 0,-2-1 0,0 0 0,-1-1 0,1 1 0,0-1 0,2 0-18,-3-1 0,3 1 1,0-2-1,1 1 1,-1 0-1,-1-1 0,-3 0 1,-3 0 49,12-1 1,-5-1 0,-1 0 0,-2 0 0,2 0 11,3 0 0,1-1 0,0 0 0,-4 0 0,-4 0 72,8 0 1,-6 0 0,-6 0-73,3-2 0,-11 1 0,-11 0 0,-20 1 0</inkml:trace>
  <inkml:trace contextRef="#ctx0" brushRef="#br0" timeOffset="1.19734E6">20701 11780 17832,'0'-5'2573,"-8"-26"1,0-4-2271,4 16-449,-12-44-296,14 63 503,0 16-16,-3 6-34,2 14-22,-2 18 8,2-18 1,-1 3 16,0 13 0,0 4 33,0 3 1,1 1 10,4-5 1,1-2-14,0-12 0,1-5-34,6 4-3243,-4-24 3232,-4-14 0,0-3 0,-1-1 0</inkml:trace>
  <inkml:trace contextRef="#ctx0" brushRef="#br0" timeOffset="1.19796E6">20465 13032 15272,'-3'-51'2558,"0"1"0,-26 5 0,-10 18-2511,-4 45 1,-5 18-43,2-14 1,-2 2 0,17 10-1139,28 13 0,17 13 0,9 0 0,-4-8-2292,0 3 0,8-6 2817,11-8 1,12 3 0,2-6-1,-9-13 1,20-17 0,-28-5-1</inkml:trace>
  <inkml:trace contextRef="#ctx0" brushRef="#br0" timeOffset="1.19825E6">21365 12984 18913,'-57'7'810,"-1"-1"1,0 1-1,0 0 1,1 0-1,-5 0 1,6 1 0,10 14-1177,6 25 0,11 14 0,24-7-263,42-14 0,25-7 0,-4-5 0,-14-6 0,0-6 0,5-8 0,-1-1 0,1 1 1</inkml:trace>
  <inkml:trace contextRef="#ctx0" brushRef="#br0" timeOffset="1.19869E6">21879 12663 23646,'-64'6'305,"0"-1"0,22 9 0,3 5 1,3 8-282,0 13 0,6 8 0,11 6-70,15-5 0,8 5 0,8-1 0,4-8-345,6-7 1,7-7 0,6 0 390,9 0 0,8 0 0,2-3 0,-7-7 0,5-7 0,-3-6 0,0-6 0,1 1 0</inkml:trace>
  <inkml:trace contextRef="#ctx0" brushRef="#br0" timeOffset="1.19961E6">22438 12839 9262,'18'-31'4915,"0"1"0,1 10-3980,21-13 1,4 7-948,-15 26-106,-4 31 1,1 19 0,-11-4 245,-18 11 249,0-8 0,-1 8 1,-11-18 2030,-49-33-2256,6 7-74,92-50-78,-2 38 0,7 9-17,6-4 0,6 2 1,-7 8-54,2 21 0,-8 6 56,-5-12 0,-13 1-118,-33 14 0,-21-6-3145,-7-28 0,-9-10 0,3 3 1638,1 10 1,0-1-1,-21-12 1,20-7 0,44 3-1</inkml:trace>
  <inkml:trace contextRef="#ctx0" brushRef="#br0" timeOffset="1.19999E6">23104 12626 25152,'6'-33'81,"44"50"1,15 22-82,-21-7 0,1 4-143,-6-6 0,5 3 1,-1 3-1,-6-1 107,-5 1 1,-6 1 0,-12 3-852,-22 14 0,-18 5 1,3-3-2041,7 8 0,-6-4 2277,-18-9 1,-10-3 0,6-11 0,-6-7 0,22-16 0</inkml:trace>
  <inkml:trace contextRef="#ctx0" brushRef="#br0" timeOffset="1.20549E6">27260 1293 8634,'-1'5'8408,"-1"-2"-4918,2-3-2970,-2-10-761,-5 16 141,-13 20-970,9 3 0,2 7-3846,-2 11 1,1 0 4314,3-12 1,2-3 0,2 18 0,3-43 0</inkml:trace>
  <inkml:trace contextRef="#ctx0" brushRef="#br0" timeOffset="1.2061E6">27748 1126 13541,'8'-52'1527,"0"0"0,2 5 1,7 7-1489,33 2-59,-18 25 1,2 4-110,3 6 0,-1 7-28,0 9 1,-5 7 108,-6 10 0,-7 6 124,-8 7 0,-9 3 103,-10 3 0,-9-1 190,-8-4 1,-6-5 336,-1-7 0,-1-5 705,-18 4-626,22-26-673,28-17-213,26-3 40,21 5 24,-12 14 1,2 4-10,2 4 1,-2 6-8,-5 5 0,-7 4-70,-3 30-112,-52-3-813,-2-31 1,-7-5 1047,-7-3 0,-1-4 0,15-4 0,4-2 0,-14-3 0</inkml:trace>
  <inkml:trace contextRef="#ctx0" brushRef="#br0" timeOffset="1.20678E6">27281 3082 11250,'0'-4'7988,"-1"0"-8206,-42 46-69,28-19-654,-13 16 1,0 5-476,14 19 1,0-15 0,7-7 0</inkml:trace>
  <inkml:trace contextRef="#ctx0" brushRef="#br0" timeOffset="1.20737E6">27763 2852 15592,'11'-38'1305,"-1"-1"0,10 9 0,6 4-1303,28-16 1,-3 25 40,-33 47 0,-10 22 0,-2-2 996,1-4 0,-6 2-924,-10 12 1,-6 4 0,-3-22 226,-7-32-331,61 3 1,22 0-24,-20-15 1,-5 8 37,-7 33 0,-8 18 1,-20-10-27,-48-22 0,-13-3 0,25 33 0,-1-5 0,-19-49 0,-1 1 0</inkml:trace>
  <inkml:trace contextRef="#ctx0" brushRef="#br0" timeOffset="1.21133E6">21071 13904 14449,'0'-4'6530,"0"1"-6339,-1-34 229,1 51-28,-1-5-255,0 24 1,0 8-12,-2 2 0,0 0-104,-1-4 1,0-2-1525,-3 20-8329,3-23 9442,3-18 0,1-13 0,0-3 1</inkml:trace>
  <inkml:trace contextRef="#ctx0" brushRef="#br0" timeOffset="1.21189E6">19386 14533 17288,'46'-13'276,"1"-1"1,0 0-1,-2 4 1,3 1-1,2 0 1,3 1-257,4 1 0,3 2 0,2 0 0,2 1 1,1-1-643,-3 1 1,1 1-1,2-1 1,0 1 0,1 0-1,1 0 617,-7 1 0,1-1 0,1 1 1,0 0-1,0 0 0,0 0 1,1 0-159,1-1 0,1 1 0,1 0 0,-1-1 0,0 0 0,0 0 0,-1 0 153,-2 0 0,0 0 1,-1-1-1,0 1 1,0-1-1,-1 0 0,-1 0 6,4-1 0,-1 0 1,-1-1-1,0 0 1,-2 0-1,-1 0 65,3-2 0,-1 0 1,-2-1-1,-1 1 1,-2-1-96,3-1 0,-2 0 1,-1 0-1,-3 0-222,8-2 0,-4 0 1,-1 1-1375,-10 1 0,-2 2 0,-3 0 1630,5 0 0,-6 2 0,10-1 0,-31 6 0</inkml:trace>
  <inkml:trace contextRef="#ctx0" brushRef="#br0" timeOffset="1.21289E6">19402 14626 22279,'-5'-3'510,"-1"29"-463,4 10 1,1 5-43,0-3 1,0-1-96,0 3 1,0-3-5120,1 11 5209,0-17 0,0-14 0,0-15 0</inkml:trace>
  <inkml:trace contextRef="#ctx0" brushRef="#br0" timeOffset="1.21344E6">19105 15242 21903,'-33'-26'321,"0"-1"1,-4 12-1,0 12-293,0 23 0,2 13-48,-1 8 1,5 5-102,4 5 1,13 3-320,24 0 0,15-4-481,8-10 0,10-9 921,8-10 0,8-5 0,-6-4 0,-11-5 0,-3-2 0,7-4 0,-1 1 0</inkml:trace>
  <inkml:trace contextRef="#ctx0" brushRef="#br0" timeOffset="1.21389E6">19918 15149 18548,'-64'-4'1630,"-1"-1"0,27-7 1,2 8-3425,-9 35 1,-2 20-1,12-3 1789,10 11-103,50-32 0,23 2 0,5-3 1,-11-6-1,12 7 0,3-26 0,-1 0 1,1 0-1,-1 0 0</inkml:trace>
  <inkml:trace contextRef="#ctx0" brushRef="#br0" timeOffset="1.21424E6">20341 14967 15950,'0'-5'4310,"-34"16"0,-10 10-4288,15 4-32,-7 9 1,-6 11 0,19 1-218,43 8 1,14 2-290,-20 8 1,7-5-2670,20-20 0,10-7 0,-4-7 3185,-11-11 0,-3-4 0,2 0 0,-6-3 0,-14-6 0</inkml:trace>
  <inkml:trace contextRef="#ctx0" brushRef="#br0" timeOffset="1.21479E6">20829 15053 15575,'5'-46'9784,"10"109"-9761,-17-16 0,-2 4-18,2 1 1,2 2 0,11-23 800,41-58 0,4-16-817,-27 34-20,15 13 1,-3 13-276,-30 24 1,-9 13-1592,3 1 0,1 5 0,3-8 1897,5-9 0,1-8 0,8 8 0,-12-34 0</inkml:trace>
  <inkml:trace contextRef="#ctx0" brushRef="#br0" timeOffset="1.21521E6">21534 14987 11474,'-7'-8'4915,"-18"-28"0,0-3-81,14 21-4865,-14-17 1,6 11 55,33 56 0,14 22-11,-1-11 0,2 7-16,-1-4 1,4 8 0,-5 3 0,-13 0 1,-23 3 0,-16 3 0,-3-1 0,12-5 0,21-2 0,6-5 0,-13-1 0,-31-11 0,-1 0 0,0 0 0,1 0 0</inkml:trace>
  <inkml:trace contextRef="#ctx0" brushRef="#br0" timeOffset="1.2276E6">28525 1495 16465,'-15'-1'2874,"-12"14"-2729,-5 19-621,-12 12-6699,-1 2 7175,17-16 0,12-14 0,13-12 0</inkml:trace>
  <inkml:trace contextRef="#ctx0" brushRef="#br0" timeOffset="1.22818E6">28955 870 19053,'11'-44'912,"-1"0"1,0 1 0,-4 17-638,-9 43 34,-15 31-178,3-7 1,0 5-96,-3 7 1,1 2-35,2 1 1,6-1-40,6-7 1,8-4 61,9-8 1,6-6 32,7-8 1,5-8 14,5-8 0,1-9 109,2-10 0,-2-5 5,-9 0 1,-4-2 283,14-24-186,-28 23-352,-7 10 78,-7 29-11,-12 42-219,7-24 1,-1 2-3398,-4 23 1,0 0 3049,5-22 1,2-3 0,0-1 0,2-5 0,2-10-1</inkml:trace>
  <inkml:trace contextRef="#ctx0" brushRef="#br0" timeOffset="1.229E6">28507 3230 14297,'4'2'4027,"0"0"-3825,-27 39-1305,-12-3 1103,9-2 0,0-1 0,-7-1 0,11-12 0</inkml:trace>
  <inkml:trace contextRef="#ctx0" brushRef="#br0" timeOffset="1.22956E6">28834 2806 17249,'1'-6'6167,"-1"2"-5864,8-49 66,-29 112-305,11-25 1,-1 3-65,-6 15 0,5 4 54,12-3 0,6 2 0,11-23 237,15-40 0,11-21 1,0 6 178,6 20 1,-1-2-462,-7-24 1,1-8-1,-13 25-209,-18 50 1,-15 28-1,-2-7-145,3-27 1,-2 1-141,-3 21 0,-1 15 1,0-3-1,2-20 1,3-18-1,-5 21 1</inkml:trace>
  <inkml:trace contextRef="#ctx0" brushRef="#br0" timeOffset="1.2348E6">19442 16027 17098,'2'-26'2459,"-1"7"-1395,-5 60-832,-4-8 1,-2 5-144,1 9 1,-1 5-4,2-10 0,-1 3 0,2-3 104,-1 5 0,2-3 46,0 2 0,1-4 32,0 1 29,-1-21-823,3-18-9305,4-22 8120,0 9 0,1-10 0,-1 16 0</inkml:trace>
  <inkml:trace contextRef="#ctx0" brushRef="#br0" timeOffset="1.23609E6">18065 17241 17417,'-1'-48'1445,"1"1"0,-6 5 0,-8 11-1215,-17 24 0,-7 11-65,-9 8 1,-1 8-127,-6 8 0,4 8-48,3 9 1,8 5-48,13 2 0,12 1-107,16 1 1,14-4-348,12-5 0,12-7-1442,13-5 1,5-7 1385,-5-8 1,-3-6 0,-11-4-1,-5-3 1,1-5 0</inkml:trace>
  <inkml:trace contextRef="#ctx0" brushRef="#br0" timeOffset="1.23645E6">18831 17085 15592,'-3'-2'3467,"-25"-6"0,-8 1-2986,-4 13-361,-8-2 1,-1 7-62,14 16 0,5 8-62,-1 7 0,7 6-120,16-5 0,7 3 0,0-3 64,-4-4 0,7-3-263,19 12 0,12-9-1835,-1-28 1,4-7 2156,4-1 0,-1-2 0,25 2 0,-24-13 0</inkml:trace>
  <inkml:trace contextRef="#ctx0" brushRef="#br0" timeOffset="1.23686E6">19331 17111 22951,'-53'34'546,"1"-1"0,11-38-580,11 41 1,-4 28-1,9 8 1,23-15-2721,42-17 0,25-10 1,-11 3 173,-27 19 1,2-5 1971,14-24 1,13-5 0,-2-6-1,-15-7 1,-14-10 0,0-1-1</inkml:trace>
  <inkml:trace contextRef="#ctx0" brushRef="#br0" timeOffset="1.2392E6">19720 17299 8528,'0'-5'9830,"0"2"-7757,-9-25-713,4 11-944,-3-23-131,19 9-106,13 5-61,5 0-90,3 12-45,-2 13-22,1 14-67,-1 11-90,-8 24 190,-23 15 25,-11-25 1,-6 0-1,-4 1 1,-3-2-14,0-5 0,1-2 10,-10 11 52,27-19 4,22-13-167,36-18-284,-20 1 1,2-3-2899,7-4 0,6-1 0,-5 0 2963,-2-1 0,-2 0 0,6-1 0,-6 2 0,-18 9 1</inkml:trace>
  <inkml:trace contextRef="#ctx0" brushRef="#br0" timeOffset="1.23955E6">20268 16910 24928,'-27'-59'392,"28"42"-401,26 39 1,13 22 2,-6-5 1,1 5 0,-3 1-130,-8-4 1,-3 1-1,-4 2-813,-2 6 1,-4 3 0,-9-3-3509,-19 13 0,-12-7 3818,-5-11 1,-2-7-1,-11 0 1,35-29 0</inkml:trace>
  <inkml:trace contextRef="#ctx0" brushRef="#br0" timeOffset="1.25442E6">26285 2031 14617,'26'-13'224,"26"-6"-401,-6 7 1,4-1 52,5 1 1,0-1 59,-4 2 0,-4 2-65,14-1 493,-52 12-118,-60 14 39,2-2 1,-4 1 582,-10 1 1,0 1-379,4 1 0,4-2-454,19-7 1,5 0 170,-2 3 527,46-9-302,23-6-393,-4-2 0,7-2-21,9-2 1,7-2 0,-4 1-28,0-2 1,-2 1-7,-3 1 0,1 0 0,-6 3-624,11-1 639,-18 4 0,-7 1 0,-19 1 0</inkml:trace>
  <inkml:trace contextRef="#ctx0" brushRef="#br0" timeOffset="1.29493E6">16653 16556 17552,'0'-4'3982,"0"0"-3887,0 1 272,-8 36 0,-3 26-341,-2-9 0,-1 5 1,-1 4-407,3-9 0,0 3 0,-1 2 0,1 2 0,1-2 203,-1 0 0,1 0 0,0 0 0,2-1 0,2-1-368,0 3 1,3 0-1,2-3 1,2-4-3579,6 17 0,7-10 4123,16-2 0,-9-37 0,-17-17 0</inkml:trace>
  <inkml:trace contextRef="#ctx0" brushRef="#br0" timeOffset="1.29533E6">16577 16787 14169,'-3'-8'6749,"0"2"-6590,-29-12 1,-10 6 30,-1 42-131,-13-19 0,-3 5-12,17 28 1,5 6 215,-2-9 1,0-6 92,6-9 0,5-16-155,4-52-78,36-4 1,14-5-29,-3 10 0,5-1 0,4 2-111,5 1 0,5 2 0,2 6 60,0 7 1,3 4 0,0 5-34,2 7 0,0 4 1,1 3-55,3 5 0,1 3 0,1 2-204,3 2 1,2 2 0,-1 1-2402,0 2 0,-1 0 1,-3-1 2099,8 2 1,-7-2-1,-16-2 1,-8-3-1,-16-6 1</inkml:trace>
  <inkml:trace contextRef="#ctx0" brushRef="#br0" timeOffset="1.29618E6">16310 15870 20946,'-17'-1'1395,"52"-10"-1384,20-5 0,12-2-56,-14 2 0,3 1 1,0-2-351,1 0 1,0 0 0,-3 0 179,-8 3 0,-1-1 1,-5 2 75,2 0 1,-11 0-238,-25 2 833,-39 11 456,-11 0-11,12 1-359,19-1-21,10 4 99,-4 28-377,-1-3 0,0 6-152,-2 14 0,0 5-142,0 6 0,3 1-1312,5-4 1,5-3 702,1-14 1,3-4-1,8 6 1,-5-29 0</inkml:trace>
  <inkml:trace contextRef="#ctx0" brushRef="#br0" timeOffset="1.29789E6">16770 15655 6843,'-8'2'7981,"2"0"-6732,2-1 2622,6-1-3580,52-9-193,-9-2 0,11-5 0,3-1 0,-7 3 72,8 0 1,0-1 366,-8 1 1,8-3 0,-7 2 0,-18 5-874,-22 6 145,-38 18 1,-29 14 0,1-3 204,8-8 0,-3 1 26,3 0 0,-9 3 1,-3 1-1,2-2 1,9-5 37,-9-1 1,6-4-1583,-9 3 0,20-9 1504,41-12 0,17-1 0,-4 4 0</inkml:trace>
  <inkml:trace contextRef="#ctx0" brushRef="#br0" timeOffset="1.30104E6">17370 13358 19496,'53'-32'7,"0"0"1,0 0 0,0 1 0,0 2 0,1 3-666,-3 7 1,0 2 0,-4 2-3942,9-3 1,-7 3 3182,10-3 1,-44 14 0,-15 4 0</inkml:trace>
  <inkml:trace contextRef="#ctx0" brushRef="#br0" timeOffset="1.30127E6">17759 13115 10125,'-4'1'7931,"1"0"-5338,3-1-1063,4 70-1040,-7-27 0,-3 5-296,1 6 0,0 6 0,-3 0-306,-1-3 1,-3-1-1,1-1 129,0-1 0,0-1 0,1-2-880,-2 9 1,4-5 862,6-19 0,2-4 0,1-2 0,5-22 0</inkml:trace>
  <inkml:trace contextRef="#ctx0" brushRef="#br0" timeOffset="1.30694E6">17690 10394 15978,'49'-21'261,"1"0"1,0-1 0,-1 1-1,-1 1 1,0-1 0,-2 2-1,-5 2-412,3 0 0,-4 2-1320,7-3 1,-1 1-1636,-3 2 0,-4 1 3106,10-2 0,-36 12 0,-13 4 0</inkml:trace>
  <inkml:trace contextRef="#ctx0" brushRef="#br0" timeOffset="1.30718E6">18198 10182 8942,'-11'7'8878,"3"-2"-6922,11 39-1139,-8-10 1,-3 4-491,0 15 1,-1 5-119,-2-8 0,-3 3 1,2-2-291,-1 13 0,2-2 89,0 0 1,5-1-358,10-11 0,5-6-9077,15 2 9426,3-11 0,-8-27 0,-11-8 0</inkml:trace>
  <inkml:trace contextRef="#ctx0" brushRef="#br0" timeOffset="1.30902E6">18850 7790 14841,'50'-18'341,"1"0"1,-1 1-1,1-1 1,-4 1 0,1 1-1,-2-1 1,0 2-411,8-3 0,-1 1 0,-2 0-852,-6 2 1,-2 0 0,-1 1 920,6-3 0,-6 2 0,8-3 0,-28 11 0</inkml:trace>
  <inkml:trace contextRef="#ctx0" brushRef="#br0" timeOffset="1.31042E6">19384 7892 13709,'3'-35'4142,"-1"1"0,-1 3-3699,1-7 0,-1 6-488,-2 27 398,-6 37-241,-1 7 0,-1 10 0,-1-1-45,-1 12 0,0 2-21,2-16 0,0 4 0,-1 1 1,2-5-33,-2 21 0,1-7-387,3-17 1,1-4-47,1-2 0,1-8 0,2-18 0,1-4 0</inkml:trace>
  <inkml:trace contextRef="#ctx0" brushRef="#br0" timeOffset="1.31415E6">20221 7581 5907,'-1'3'1283,"0"-1"-662,1-2-100,-2 2 359,-1 4-365,-2 0-72,0 0 520,2-3-784,2-2-5752,1-1 5573,2 3 0,-2-2 0,2 2 0</inkml:trace>
  <inkml:trace contextRef="#ctx0" brushRef="#br0" timeOffset="1.31648E6">17928 7667 5105,'3'-9'2431,"-1"2"-343,-2 7-1427,-17 45-291,-2 2-225,2-1 1,0 3 139,2-6 1,1-1-109,1-1 0,0 1 56,-1 10 0,0 1-225,3-4 1,1-1-9,-2 6 0,0 2-41,4-11 0,1 3 0,0-4 43,1 4 1,1-1 0,0-2 1,-1 3 0,1-2 32,-1 5 1,-3 1-35,-2-2 0,-3 3 0,0-2 27,-1-4 1,-1-2 0,-1 1-66,-3 5 1,-1 0 0,0-1 76,2-8 0,0-1 0,-1 1 50,-2 1 1,0 0-1,-3 5 41,0-3 0,-4 5 0,-1 2 1,1-1-1,1-3-88,0-1 1,3-2 0,-2-1 0,-2 5-11,0 0 1,-4 4-1,-1 3 1,0-1 0,2-3-1,2-4-6,-6 10 0,3-6 0,-2 2-3,2-1 0,-1 2 1,-1 2-1,1 1-19,5-5 1,0 2 0,0 1 0,1-2 0,3-5-406,-3 4 1,2-5 0,0 5 394,4-6 1,-2 6 0,0 0-1,2-3 1,3-6-11,-1 6 0,2-2-148,-3 7 1,0 7-1,0-2 152,3-9 1,1-1 0,0 5 19,3-7 0,0 6 0,0 0 1,1-1-1,1-6 8,0 3 1,2-5 0,-1 3-10,-2 13 0,0 4 1,0-6 6,-1-1 1,0-1-12,-1 4 1,-1 5 0,0-3 3,4-16 1,1-2-1,0 1-4,-2 8 1,0 2 0,2-3 36,1 5 0,1 0-682,0-4 0,-1 4 0,1-3 647,2-12 1,0-2 0,0 4 4,-2 3 1,-1 4 0,0 1-1,1-3-416,-1 4 1,0-3 0,1-2 422,-2 8 1,0 1 101,1-3 1,0 4 0,-1-1 29,-1 0 1,0 0 0,0-5-130,2-3 0,-2 4 10,-1-5 1,-4 10-1,0 3 1,0-3 0,3-12-355,1-2 1,-1-2 326,-3 10 1,-3 7 0,2 1 64,4-2 1,2 0 0,1-5-43,1-6 0,-1 2 343,2-5 0,-2 7 0,-1 4 0,0-1 1,0-4-339,-4 14 1,-1-4 0,2-1-29,0-3 1,1-1-1,0 0 942,-2 2 1,-1 1-1,3-2-938,4-4 1,1 0-1,1-4 8,-2 5 0,-1 4-16,0-1 0,-1 10 1,-1 0-1,0-4-11,-1-5 1,0-3 0,0 0-8,-1 2 0,1 1 1,-1 0-18,-1 6 1,-2 0-1,1-3-4,4-14 1,0-3 0,0-1 17,-4 16 1,-1-1 21,0-9 0,-2 1 0,1-10 31,-3 0 250,-16-6 0,-9-8-79,1-24 1,-2-7-113,3 8 0,-1-4 328,-16-17 0,7-6-224,17 1 875,1-9 0,4-2-719,14 8 55,-8-12-155,44 47-34,7 18 0,7 14 1,-2-4-191,-5-10 0,1 2 15,15 17 0,6 8 0,-6-13 46,3-11 42,13-7 1,4-8-92,0-18 19,-14-7 1,7-4 0,-7-1-10,-12 1 1,-4-1 187,16-9 0,-6 3-36,-16 9-101,-15 8-2907,-14 14 2806,4-7 0,-3 7 0,4-9 0</inkml:trace>
  <inkml:trace contextRef="#ctx0" brushRef="#br0" timeOffset="1.31855E6">26153 6036 12657,'-62'-3'75,"1"-1"1,-1 1 0,0-1 0,0 0 0,2 5 0,1 1 0,0 1 0,-3 3 0,-4 1-33,13-1 1,-2 2-1,-4 1 1,-1 1-1,-1 0 1,1 2 0,0-1-1,1 2 1,4-1-705,-7 3 1,3 1 0,1 0 0,0 1 0,1 1 0,-2 1 0,-1 2 713,5-1 1,-1 2-1,-2 0 1,0 2-1,0 1 1,0-1-1,2 1 1,2-1-1,2 0 80,-9 4 1,3-1-1,3 0 1,0 1-1,0 1 1,-2 3 82,6-2 0,-2 2 1,0 1-1,-1 1 1,1 1-1,2-1 1,2-1-1,4-1-85,-6 5 0,5-2 0,2 0 0,0 0 0,-1 3-80,3-3 0,-2 2 1,0 1-1,2 1 1,3-1-1,5-1 213,-2 7 1,4-1 0,6 1 0,5-1 13,5 8 1,7-1-1,8 0-73,7 3 1,9-1-1,13-6-35,11-14 0,11-5 1,9-3-1,3-2 0,-1-2-281,-7-2 0,1-3 0,2-1 0,2-1 0,2-1 1,2 0 132,-10-2 0,2 0 1,1 0-1,2-1 1,1-1-1,1 1 0,1-1 1,0-1-1,0 0-5,1 0 0,2-2 1,0 1-1,2-1 1,0-1-1,0 0 0,0 0 1,-1 0-1,0-1 1,-2 1-221,1 0 0,0-1 0,-2 0 0,0 0 0,0 0 0,0 0 0,1-1 0,2 0 0,0-1 194,-4 0 0,2 0 1,1 0-1,1-1 0,0 0 1,1 0-1,-1-1 1,-1 1-1,-1-2 0,-1 1 1,-2-1 1,1-1 0,-1 0 0,-1 0 0,-2-1 0,0 0 1,0 0-1,0-2 0,-1 1 0,1-2 16,8-1 0,0 0 1,0-1-1,0-1 0,0 0 1,-2-1-1,0-2 0,-2 0-42,1-3 0,0 0 0,-1-1 1,-2-1-1,0-2 0,-1-1 1,-1-2 11,-1-2 0,0-3 0,-2-1 0,0-1 1,-2 0-1,-1-1 0,-2 0 51,7-6 0,-2 1 1,-3-2-1,0-1 0,-2-1 33,-6 3 1,0-1-1,0-1 1,-3-1-1,-4 0 1,-5 0-21,-1-5 1,-4-1 0,-7 1 0,-9-2-134,-9-2 1,-8-2-1,-8 1 1,-8 3 89,-12 4 0,-11 1 0,-7 3 0,1 3 0,5 2 0,-5-7 0,4 5 0,-4 3 0,2 10 0,-1 1 0,0 0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13:57:58.9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6004 2191 15592,'-1'-57'2010,"1"0"1,0 0 0,1-16 0,-3 18-1933,-3 38-44,7 59-121,-2 13 0,-1 11-780,0-16 1,0 3 0,0 1 473,1 8 0,0 2 0,0-6 0,-4-3 0,2-6 0,5 16 0</inkml:trace>
  <inkml:trace contextRef="#ctx0" brushRef="#br0" timeOffset="438">6153 1811 10870,'-40'-44'1966,"1"0"0,-1 1 0,3 7 0,-1 3 0,-5 11-1578,-11 16 0,-5 12 0,3 8-854,8 2 1,2 7 0,1 7 522,-3 7 0,-2 7 1,3 5-1,6 5-57,14-5 0,3 5 0,4 3 0,3 0 0,1-1-25,2-4 1,0-1-1,3 1 1,4 0-1,5 0-3,6 5 0,3 3 0,6-1 0,5-4 0,6-8-22,10-6 1,7-5 0,5-7 0,4-5 23,-4-6 0,4-3 1,3-5-1,1-5 1,0-4 50,7-7 1,2-6 0,1-6 0,-2-3-1,-2-3 74,-6 0 1,-2-3 0,-1-2 0,-2-3 0,-3-2-38,-2-1 1,0-3 0,-3-1 0,-4-3 0,-5-1 46,-1-10 0,-6-4 1,-6 0-1,-5 1 10,-6-10 1,-7 1-1,-9 2-43,-7 1 1,-7 1 0,-11 8-169,-11 10 1,-10 8-1,-4 9-2366,11 13 0,-5 7 1,1 3-1,2 2 1563,-2-1 1,3 3-1,2 3 1,-14 8 0,15 0-1,34-8 1</inkml:trace>
  <inkml:trace contextRef="#ctx0" brushRef="#br0" timeOffset="1200">6512 2226 16146,'60'-14'794,"1"0"0,-3 2 0,8 0 1,2 0-1,-6 2-1428,-5 1 0,-4 2 0,7-2 655,-7 1 1,7 0-1,3-2 1,2 1-1,-2-1 1,-4 1-174,-5 0 0,-2 0 0,-1 1 0,0-1 0,1-1 173,7 0 0,1 0 1,0-1-1,-1-1 1,-3 0 136,2-1 0,-2-2 0,-4 0 0,-5 0 2,16-5 0,-26-4 650,-67-22-622,-8 31 0,-10 6 92,-6-1 0,-5 1 0,4 1-4,0 2 0,4 2-10,-3-2 1,9 1-184,25 2 1291,29 5-1201,31 12 1,20 7 0,-5-1 76,-18-7 0,3 4-181,4 2 1,11 5 0,3 4 0,-7 2 0,-16 2-2355,-15 27 0,-10 3 1996,13-17 0,5 2 1,-13-3-1,-21 9 1,-11-8-1,-10-9 0</inkml:trace>
  <inkml:trace contextRef="#ctx0" brushRef="#br0" timeOffset="2267">9139 2042 13452,'16'-42'2593,"-1"-1"0,1 0 0,3 5-2404,19-4 0,14-5 0,-13 30-270,-18 66 0,-20 27 231,-14-26 1,-9 2 0,-1 0-43,5-6 0,-1 1 0,-2 0 0,-5-5 7,-26 10 0,-7-5 0,33-11 65,51-13 1,22-10-261,-3-12 1,12-5 0,7-7-1,3-4 1,-2-3 0,-7-4-259,2-6 1,-1-6 0,-3-4 0,-8-5 0,-9-5 320,-8-8 1,-8-7 0,-7-4 0,-9 1 0,-9 6 75,-11-2 1,-9 2 0,-12 5 0,-14 13 8,9 21 0,-11 4 0,-8 3 0,-6 4 1,-3 3-1,-1 4 0,2 4 0,4 5 0,6 4 1,9 4-55,-5 12 1,3 8 0,5 7 0,7 4 0,9 4 0,10 2-75,13 3 0,12 5 0,10 5 0,5 2 0,3-2 0,0-2 0,-4-4 54,-4 4 1,-4-1-1,3-4 1,9-6-1,16-8 52,0-19 0,13-5 0,9-2 0,8-4 1,5-4-1,3-2 0,1-3 0,-3-3 1,-3-2-1,-7-2 0,-9-3 0,-11-1 18,16-12 0,-15-8 0,3-14 32,-13 9 0,7-8 1,4-7-1,1-3 1,-1-3-1,-6 1 1,-9 2-1,-10 5 1,-15 6-114,-20-4 0,-18 6 0,-10 1 0,1-3-244,6-4 0,-3-5 0,-1-3 0,-2 3 0,-1 6 0,0 11 1,-20 5-1,-2 13 0,2 4 0,6 6 0,1 0 0,-1 0 0</inkml:trace>
  <inkml:trace contextRef="#ctx0" brushRef="#br0" timeOffset="3340">10810 2157 13441,'-54'6'2104,"-1"0"0,1 0 0,31 2-2048,65-10-37,0-1 1,13 0 0,5-1 0,-5 0 0,1 0 1,-2 0-1,8-2-585,-13 0 0,7-1 0,4 0 0,2-2 1,-1 1-1,-3 0 0,-6 1 573,7-2 1,-5 2-1,-2-1 1,4-1 7,6-1 1,5 0 0,0-2 0,-7 0 0,-13-1 753,-4-4 1,-18-5-273,-33-15 1,-14-2-219,-8-12-146,-1 25 1,-10 0 0,0 6 315,-20 3 1,0 6-53,11 2 0,3 2-259,5-1 0,6 2 191,14 4 15,84 19-212,-12 0 0,6 7-100,-6 2 1,7 7 0,-1 1-1,-5-2-77,-6-5 0,-5 0 0,1 3 837,15 11 0,-1 4 1,-22 0-799,-37 2 0,-10-5 0,8-2 1,-24 18-1</inkml:trace>
  <inkml:trace contextRef="#ctx0" brushRef="#br0" timeOffset="4071">12774 1881 12970,'-2'-5'3145,"4"-26"0,8-7-2405,26 1-614,-5-6 0,11 5-100,13 30 0,10 15 0,-5 0-35,-2-2 1,-2 4-3,0 3 1,2 6-1,-13 5 28,-19 8 1,-14 4 175,-23 5 1,-10 1 90,3 0 0,-8-4-739,-30-2 1,-2-8 1138,8-8 137,1-23-308,65-9-80,20-3-86,26 8-221,-16 10 1,1 9-321,9 22 1,-5 6 1610,-17-19 1,-7 2-1738,-3 22 1,-19-1-328,-36-19 1,-18-7 604,-2-5 0,-7-3 1,4 1-1,4 6 0,1-2 1,-13-10-1,0 0 1</inkml:trace>
  <inkml:trace contextRef="#ctx0" brushRef="#br0" timeOffset="4574">13246 1344 12225,'-64'-7'1010,"0"1"0,0-1 1,-1 1-1,7 4 0,-3 1 1,0 2-1,3 4 1,4 4-830,3 5 1,4 4 0,2 5 0,1 7-712,4 6 1,-1 7-1,2 6 1,1 2 0,3-2-1,4-4 563,-1 1 1,4-3 0,4 0 0,4 6-24,0 5 0,2 5 0,3 2 0,10-2 0,13-4-36,15-11 1,14-1 0,7-2 0,5-3 0,-2-2 0,-6-2 6,-1-1 1,-4-3 0,2-1 0,5 1 4,3 3 0,4 3 0,3 0 0,2-1 0,2-6 0,-1-7 10,1-11 0,3-6 1,1-5-1,-1-3 0,-3-2 1,-5 2 40,13 0 0,-6-2 1,5-6 37,-9-1 1,7-3-1,3-3 1,-2-2 0,-6-1-1,-11-2 30,-4-5 0,-10-3 0,0-9 138,-4-4 1,1-10-1,0-7 1,-1-1 0,-4 5-1,-4 8-187,-1 4 0,-5 5 0,-4-5 0,0-10 0,0-9 0,-5-3 0,-10 5 0,-16 13-457,-15 18 1,-15 9-1,-10 7 1,-4 3-1,4 0 1,10-3 250,-6-10 1,7 1 0,-9 2-1222,3 7 1,-11 0-1,-4 2 1,2 2 0,9 3-1,14 5 1293,-16 12 1,26-5-1,4 1 1,13 3-1</inkml:trace>
  <inkml:trace contextRef="#ctx0" brushRef="#br0" timeOffset="5532">14372 2037 10931,'-59'3'4915,"1"0"0,66 3-4477,31-5 1,25-5 0,5-1-342,-18 3 0,3-1 0,3 1 0,1-2 0,0 0-298,-2 0 0,2-1 0,0 0 0,1-1 0,0-1 0,-3-1 434,8-1 1,0-1-1,-2-2 1,-2 0-1,-3-1 100,-3-1 0,-1-1 1,-6-1-1,-7-4 287,8-15 1,-27 0-84,-51 10 1,-29 3 0,2 3-91,4 0 0,0 3 85,-4 2 0,-2 2 0,31 7 216,49 8-106,13 6-628,5 5 0,13 7 0,2 4 1,-11 3-1086,-4 21 0,-6 6-333,10-14 0,4 0 0,-19 2 1532,-37 19 1,-16-8-1,-8-18 1,-1-2-1</inkml:trace>
  <inkml:trace contextRef="#ctx0" brushRef="#br0" timeOffset="6860">16068 1945 10108,'15'-57'1966,"0"1"0,0-1 0,-2 5 0,0 2 0,-4 12 1591,-4 10-3625,-4 19 348,-11 44 1,-5 26-182,5-16 1,1 2 0,-1 1-52,-4 6 0,1 2 0,7-2 330,10-2 1,5-2 0,7-16-57,18-18 118,14-17 0,5-15 122,-6-24 0,-5-6-304,-8 15 0,-1 0-225,2-14 1,-7 19 40,-18 57 0,-6 16-233,2 2 32,-1-5 1,1 12-1,2 1 1,3-10-102,5-8 1,5-3-145,-1 6 1,4 2-1,9-17-155,14-30 0,10-21 0,3-8 0,-9 7-118,4 6 0,-2-7 548,-7-4 0,7-9 1,1-5-1,-5-3 1,-9 0 34,-13-2 0,-7-2 1,-5-2-1,0 1 79,4 1 1,-1-1 0,-3 0-1,-7-3 1,-7 1 0,-3-4 0,-5 0 0,-8 4 1,-11 9 34,-18 7 0,-15 11 1,-8 5-1,-1 2 1,7 0-47,4-5 1,4-1-1,-2 6 1,-8 9-318,10 11 1,-7 6 0,-4 4 0,-2 4 0,0 4-1,3 1 1,6 2 0,8 1 316,-7 11 0,10 3 0,5 5 0,-3 6-7,8-7 1,-3 4 0,0 4 0,1 2 0,3 1 0,6-1 0,7-1-59,1 15 0,8 0 1,11 1-1,11 0 29,7-17 0,9 2 0,6 0 1,4 1-1,2-3 0,-1-3 0,-3-4 5,7 7 0,-1-4 1,3-6-1,10-2 27,-1-9 0,8 1 0,7-2 1,2-4-1,0-5 0,-3-7 1,-5-9 81,3-15 0,-4-12 0,-1-8 0,-2 0 0,1 4-66,-2 10 0,0 5 0,0-2 0,-3-5 0,-5-11 86,-8-10 1,-2-11 0,-2-7-1,-3-3 1,-4 1 0,-5 5-1,-4 10-100,-3 1 1,-6 8 0,-9-7-71,-8-4 1,-8-9 0,-5-4-1,-3 2 1,-2 8 0,1 14-381,-13 8 0,-6 9 175,-5-4 1,-11-3 0,2 2 0,12 8 0,-1 7 0,-10 10 0</inkml:trace>
  <inkml:trace contextRef="#ctx0" brushRef="#br0" timeOffset="7556">17485 2000 8416,'-6'0'9830,"1"1"-8194,43 3-1166,18-6 1,16-4-1,-6 2-675,-13 4 1,2-1 267,-7-2 1,9-1 0,3-1 0,-1 0 0,-8-1-880,2-1 0,-6 0 1,0 0 890,16-1 1,-2-1 507,0 0 1,-13 0-797,-34 5-4999,-13 7 5228,-4 6 0,-2-3 0,5 3 1</inkml:trace>
  <inkml:trace contextRef="#ctx0" brushRef="#br0" timeOffset="9884">16612 1840 15430,'0'-5'-404,"0"1"1,0 4-1,0 0 1</inkml:trace>
  <inkml:trace contextRef="#ctx0" brushRef="#br0" timeOffset="11433">16636 1736 24077,'-14'-32'-1156,"-38"18"1877,6 21 1,-6 8-86,-10-1 1,-2 0-147,3-1 0,4-2 12,14-3 0,6-3 407,-5-4-480,30-4 295,11 0-844,1 0-299,0 14 76,-3 32 285,-2-8 1,-1 4 8,-2 14 1,0 3-7,-2-1 1,-1 1-99,2-7 1,1-2-147,2-13 1,0-3 1027,-1 4 58,6-23-731,16-27-90,22-17-25,-6 9 0,3 1-5,12-2 1,3 3 160,5 4 0,2 8-49,2 7 0,0 9-227,-3 14 1,-5 8 9,-13-1 0,-7 6 67,-8 13 0,-13 2-132,-19-8 1,-11-3-18,-14 5 1,-8-5-38,-11-4 1,-4-7 109,16-12 0,0-2 1,0-3 13,-11 1 0,3-5 262,14-5 0,5-4-36,-4-9-17,24 1-202,8 3-84,5 5 258,27 3-3,2-3 0,5-2-3,16-2 0,6-3-11,-12 0 0,3 0 0,-1-3 11,-3 0 1,-1-1-1,-2-1 70,11-7 0,-6-3-25,-16 0 0,-9-2 23,-17-27-77,-21 22 1,-8 3-17,-9 3 0,-4 3 8,-4 1 1,-3 5-20,-5 5 0,-1 4 8,-3 4 0,-1 2 20,7 1 0,1 2-15,-8 1 1,4 0 62,-5 2-12,17-2 6,21-12-6,11-18-56,-1-14 34,3-6 5,9-9 6,7 9-67,11-6 56,13 2-39,0 15-18,14 2 155,-18 23 1,2 1 196,1-1 0,3 1 5,13-2 1,1 0-5,-11 1 1,-2 0 318,21-4-129,-30 5-4225,-27 17 3796,-5 12 0,2-6 1,-2 4-1</inkml:trace>
  <inkml:trace contextRef="#ctx0" brushRef="#br0" timeOffset="12094">13095 3436 14320,'13'-49'2457,"1"-1"1,0 1-1,0 0 1,35 9-2349,-46 80 0,-11 30-109,4-13 0,0 13 0,-1 3 0,0-4 0,1-15 0,1-7 0,0-3 0,-5 15 0,0-1 0,1 1 0</inkml:trace>
  <inkml:trace contextRef="#ctx0" brushRef="#br0" timeOffset="13753">12719 3883 17356,'-17'-51'2061,"-1"-1"0,0 5 0,9 20-2022,24 50 1,11 22 49,-2-3 1,3 6 0,1-3 40,-4-8 1,1-2 0,6-3 130,19 7 0,8-6 1,2-18-162,-13-24 1,1-15 0,0-5 0,-1 3-88,7 2 0,-2 0 1,0-3-14,3-9 0,0-4 0,-14 8 0,-10 4 0,-22 18 0</inkml:trace>
  <inkml:trace contextRef="#ctx0" brushRef="#br0" timeOffset="14892">12837 4762 18319,'9'-51'1688,"0"0"0,-1 7 0,-4 19-1380,-9 60-227,-5 1 0,-4 9-53,0 4 0,-3 10 0,0 2 0,3-7-156,2-9 0,1-3 0,0 3 143,-1 5 0,-1 6 1,3-4-1,7-12 568,17 0 129,20-18-496,3-44 1,8-22 0,-5 3-167,-8 13 1,0-1-29,8-12 0,4-5 1,-9 9 16,-10 10-50,-11 31 28,-11 46 0,-8 15-29,3-25 1,-1 1 0,-2 9 0,0 6 0,1-5-101,2-3 0,5-5-382,9-5 1,7-4-123,2-4 0,8-11-1373,11-27 1,11-18-1,2-7 1,-7 5 1819,-1 0 1,-1-7 90,-5-2 1,6-10 0,1-5 0,-4 0 0,-10 6 137,-10 3 1,-6 2 0,-3-4 105,3-11 1,-1-6 0,-3-2 0,-5 6 40,-6 2 0,-5 3 1,-9 1 70,-7 2 1,-7-1-1,-7 4 1,-8 10-53,-6 13 0,-9 8 1,-6 6-1,-1 4 0,1 0-247,1 1 0,0 2 0,-1 4 0,-1 2 0,-2 5 76,9 1 0,-3 3 0,-1 2 0,0 3 1,1 2-1,2 4 0,4 3-11,4 3 1,1 2 0,2 4 0,1 2 0,4 3 0,4 3 0,4 2-17,4 5 1,4 6 0,4 4 0,4 0 0,2 2-1,2-3 1,2-3-19,-2 7 0,2-1 0,3-2 0,8-1 1,9 1-174,10-1 1,9 2 0,7 0 0,4-3 0,5-8 0,1-9 57,7-10 1,4-10 0,4-6 0,2-3 0,0-1 60,-7 1 0,2-1 0,1-2 0,1-3 1,0-4-1,1-6 126,-2-6 0,4-7 1,0-5-1,-1-3 1,-1 0-1,-3 1 1,-4 4-50,7 0 1,-4 3-1,-3-3 1,0-10 38,-11-1 1,2-7 0,-1-4 0,-1-4 0,-3 0 0,-5 1 0,-6 3 32,-3-8 0,-7 2 0,-5 0 0,1-2-20,6-9 0,2-1 1,-6-2-1,-15 2-106,-18 7 1,-14-2 0,-7 2 0,-1 3 0,7 7-66,5 4 0,2 5 1,-9 4-462,-10 3 0,-12 2 1,-5 2-1,4 6 0,10 7 547,-1 12 0,7 5 0,-2-7 0,5 2 0,-6 12 0</inkml:trace>
  <inkml:trace contextRef="#ctx0" brushRef="#br0" timeOffset="16504">13857 4726 17501,'28'-30'1333,"1"0"0,9-8 0,6-2-1132,-9 10 1,4-2 0,1 0 0,0 0-706,-3 2 1,0 0 0,1-1-1,3-2 560,1-1 0,3-3 0,2-1 0,0 0 0,0 1-25,0 1 1,-1 0-1,2 0 1,1-1-1,3-1-14,-4 2 1,4-2 0,1-1-1,1 0 1,0 0 0,-2 2-1,-2 2-232,3-3 1,-3 2-1,-1 1 1,1 0-1,2-2 236,0 1 1,2-3-1,2 0 1,-2 1-1,-1 0 1,-4 2 25,6-5 1,-3 2 0,-3 1-1,-1-1 43,-5 4 0,-1 1 1,-1-1-1,-2 1 16,13-7 1,-2 0 0,-14 2 75,-15 1 0,-17 7-194,-42 11-36,-13 18 1,-6 8 47,14 1 0,1 5 449,-15 9 0,-6 7-442,15-7 0,-5 3 0,0-1 0,5-2 1,-7 3 1,-1-1 360,7-2 0,-6 2 0,1-2 1,8-4-275,1-4 0,9-6 1024,2-3-1125,73-43 17,10 13 1,16-1-9,-21 10 1,8-2 0,5-1-1,0 0 1,-1 1 0,-6 3-588,2 0 1,-5 2 0,-1 1 0,5 0 586,2-2 0,5-3 1,1 1-1,-3 7 1,-8 9-32,0 18 0,-6 11 0,-6-3 39,16 9-302,-45 6 0,-9 17 0,-7 1 0,-1-15 0,-15 2 0,-1-5 0,0 1 0,0-1 0</inkml:trace>
  <inkml:trace contextRef="#ctx0" brushRef="#br0" timeOffset="21116">13174 3068 17260,'-26'-28'2439,"0"1"1,-1-31-1650,48 9-84,5 1-118,-8 8-196,-14 15-448,-4 12-6,-2 11 101,6 7 45,-1 1-17,1 2 107,-2 18-43,-2 17 1,1 6-107,-1 2 1,2 4-30,0-2 0,1 5 0,0-4 4,1 9 0,0-4 45,0-7 0,1-4 516,0 5 4,-5-40-324,-6-50-168,3-1 0,1-8-45,-1 4 0,1-3 0,-1-1-17,2-2 0,0-2 0,1 3 6,1-17 0,1 5-20,-2 19 0,2 8-47,3 11-202,-2 62-3101,-2 4 1,-1 4 3352,2-5 0,-1-1 0,-1 0 0,0-5 0,0-11 0</inkml:trace>
  <inkml:trace contextRef="#ctx0" brushRef="#br0" timeOffset="33567">1844 4049 10097,'2'-9'9830,"0"1"-8962,1-44-684,-6 39-256,-10-27 94,-37 70 0,9-4 1,-5 2-42,8-5 0,-4 1 1,1-1 34,0-1 1,0-1 0,1-2 22,-10 4 1,3-5 60,-10 0-21,31-18-174,19-1-157,3 3 336,-1 26-17,0 29-48,1-10 1,2 5-23,-2 5 0,3 0-5,2 0 0,5-3 10,3-10 1,8-6-51,9-12 1,7-8-407,15-10 1,6-10-1366,-10-5 1,4-3-1,-2-1 1334,-1 0 1,0-2-1,-4 1 1,7-4-1,-7 1 1,4-1-1</inkml:trace>
  <inkml:trace contextRef="#ctx0" brushRef="#br0" timeOffset="33832">2321 4279 21254,'-7'-40'966,"-1"-1"1,-9-1-956,4 97-132,7-11 1,1 5-653,0 11 0,4 2 773,7-1 0,2-4 0,-4-20 0,1-4 0,10 14 0</inkml:trace>
  <inkml:trace contextRef="#ctx0" brushRef="#br0" timeOffset="34250">2783 4041 19417,'30'-42'409,"1"0"-1,-7 5 1,1 5 112,28 3-392,-27 15 0,-14 23-40,1 17 23,6 26-62,-5-16 1,1 2-79,4 11 0,3 2-48,5 5 1,1 1-91,-9-17 0,-1 1 0,-3 1-236,-4 1 1,-4 1 0,-7-1-977,-8 1 1,-8 0 0,-6-2 1377,-13 4 0,-8-2 0,3-5 0,-1 1 0,0-6 0,0-7 0,-1 0 0</inkml:trace>
  <inkml:trace contextRef="#ctx0" brushRef="#br0" timeOffset="34853">3701 4384 17888,'-8'0'2761,"1"0"-2778,22-5-103,15 2 0,7 0-32,9-6 1,4-1 112,-6 3 0,2 0 0,-2-2 313,11-7 0,-6-3-14,-15 4 1,-11-2 327,-20-21 270,-37 9-91,-12-1-146,8 6-324,16 9-319,14 6-51,19 12 34,33 28 5,-18-13 1,2 3-110,16 13 0,-1 4-426,-10-1 1,-6 3-3205,-8 9 1,-6 0 3772,-8-12 0,-5-4 0,-10 16 0,5-42 0</inkml:trace>
  <inkml:trace contextRef="#ctx0" brushRef="#br0" timeOffset="35536">5516 3962 11071,'-3'-8'4915,"-30"-28"0,-15 0-4764,13 32 0,-4 6-151,-20-11 0,-9-3 0,8 11-28,13 13 0,9 14 229,9 11 1,6 11 0,8-2-65,13 5 1,9 4-116,-1-8 1,2 6-1,5 0 1,6-4-1875,11-8 1,8-4 0,2-2 0,-6-1 1851,1 22 0,3-8 0,7-23 0,8-6 0,-13-11 0,-15-15 0</inkml:trace>
  <inkml:trace contextRef="#ctx0" brushRef="#br0" timeOffset="35971">5917 4193 14516,'9'52'4097,"-1"0"1,21-36-4086,-36 21 1,-20 21-1,-3 3 1,11-14 93,17 0-2980,50-47 1,19-14 2873,-11 5 0,1-3 0,-9-2 0,1-2 0,-6 1 0,-13 2 0,1 1 0</inkml:trace>
  <inkml:trace contextRef="#ctx0" brushRef="#br0" timeOffset="36422">6625 3934 13009,'31'-34'4803,"0"0"0,-6-11-4593,8 49 0,0 18-160,-17 25 1,-6 13-72,10-12 1,3 3 0,-13 5 20,-20-10 0,-12 7 0,-7 1 0,-1 1 0,5-3 0,11-7 0,17 3 0,8-6 0,-12 1 0,-39 4 0,0 0 0,1 0 0,-1-1 0</inkml:trace>
  <inkml:trace contextRef="#ctx0" brushRef="#br0" timeOffset="37769">1427 5567 7929,'-7'-7'6906,"1"1"-2111,6-16-4397,-2 16-393,0-16 6,-22 28 45,-9 8 0,-7 3 28,-15 3 0,-2 0-36,5 0 0,2-1-6,1-3 0,5-4 187,8-9-123,17-4-106,2 0-162,17 7 184,3 6 34,2 16 96,-1 32-80,-3-18 1,0 5-23,-2-5 1,0 2-1,-1 3 56,0 14 1,-2 3 0,1-4-85,0-2 0,0-3-5,-3 9 0,4-8 73,9-21-90,12-18-667,46-13-1257,-9-17 0,5-8 1924,-11 5 0,2-2 0,-3 1 0,7-3 0,-6 1 0,-12 4 0,0 0 0</inkml:trace>
  <inkml:trace contextRef="#ctx0" brushRef="#br0" timeOffset="38318">1900 5890 12107,'-5'-1'7792,"2"1"-6348,3 0-1046,-55-43-68,52 14-212,-16-6 0,7 1-39,44 2-77,12 20 1,2 6-14,-6 5 2,1 7 1,-2 11-17,-21 11 0,-9 8-17,-4 6 0,-5 3 33,-1 10 1,-10 3 123,-19-3 1,-11 2 0,3-7-88,12-13 0,-2-2 4,-6 1 0,-4 2 0,11-12 68,15-16-38,2-2 296,28-3-352,4-8-6,11-3 0,5-1-109,-5-1 0,2-1-673,18-6 0,4-2-4134,1-2 1,-2 0 3059,-17 6 1,-4 1 0,26-12 0,-56 22-1</inkml:trace>
  <inkml:trace contextRef="#ctx0" brushRef="#br0" timeOffset="38920">2476 5643 12914,'-6'-2'6929,"-59"-4"-6610,49 4-185,-44-3 488,65 5-40,48-3-548,-25 1 2,11-2 1,0 0 24,1-4 17,-5 1 1,0-1 22,8-1 129,-1 4-168,-32 12-12,-6 10 29,6 27-57,3-3 0,1 1-22,4 18 0,-1-10 0,0 1-22,-5 13 14,-12-23 1,-5 6 0,1-4 15,5-6 0,-4-1-8,-17 24 0,-4-11-359,5-35 359,-29 8 0,33-18 0,-9-4 0</inkml:trace>
  <inkml:trace contextRef="#ctx0" brushRef="#br0" timeOffset="39543">3489 5969 13429,'-44'6'1448,"1"1"1,-1 0-1,-7 0 1,0 2-1,12-2-1386,11 1 425,-6 5-173,67-8-306,8-6 1,7-2-57,2-2 0,3-2 5,-3 0 0,3-2 1,-3-2 25,12-4 0,-3-3 162,-4 0 1,-5-2 120,-15 2 1,-13-3 556,-33-19-274,-18 19 0,-6 4-392,-17-9 123,16 15 0,7 2-213,22 7-118,5 1 40,9 4 6,39 17-23,-16-5 0,3 3-56,13 7 0,0 5-286,-5 13 0,-7 4-162,-12-13 0,-10 2 532,-23 25 0,-12-5 0,-2-17 0,1-11 0,0-1 0</inkml:trace>
  <inkml:trace contextRef="#ctx0" brushRef="#br0" timeOffset="40507">5351 5544 19070,'-31'-27'1629,"-12"11"-1551,-10 25 1,-4 7-51,16-7 0,-2 1 162,-20 3 1,4-1 123,17-5 10,9-5-424,32-2 44,1 2 277,4 35 1,1 16-108,-4-18 1,0 3 1,0 17 0,1 9 0,-3-3-14,-1-13 1,-1-2 0,-1-2-73,-1 12 1,1-1 47,4 7 1,4-7-40,6-21-171,31 1 1,15-10 131,3-29 0,1-8 0,-6 17 0,-2-3 0,-7-16 0,-1 1 0</inkml:trace>
  <inkml:trace contextRef="#ctx0" brushRef="#br0" timeOffset="41227">5751 5721 22128,'-3'-42'317,"0"0"1,18-1-1,11 13-387,15 34 0,6 16 0,0-2 0,-8 10 109,-23 10 0,-10 9 1,-3-3 46,-2-2 1,-8-4 596,-16-4 1,-2-14-589,15-22-73,32-38-55,22 31 7,-4 8 1,1 8-48,2 16 1,-9 11 83,-23 3 0,-6 3-8,8-5 0,-9-1-1685,-44 9 0,-9-9 1682,20-20-328,-5 1 1,-2-5 327,-1-24 0,12 8 0,0-9 0</inkml:trace>
  <inkml:trace contextRef="#ctx0" brushRef="#br0" timeOffset="42059">6609 5580 21478,'-4'-43'667,"18"7"-477,26 24-89,8 2 39,-2 0-78,-9 4-29,2 6-27,-16 2 5,12 9 23,-12 8 218,5 21 168,-19 18-317,-9-24 1,-3 2-31,-4 3 0,1 2-45,1-1 0,4 1-14,7 4 0,2 0 44,-2 7 1,2-2-42,2-17 0,-2-2 53,-7 10 0,-6-4 36,-11-3-22,-20 14-476,-14-16-504,15-18 0,-3-2 896,-16-4 0,2-3 0,-8 1 0,-3-2 0</inkml:trace>
  <inkml:trace contextRef="#ctx0" brushRef="#br0" timeOffset="43754">1310 7333 17960,'-57'-28'779,"23"19"0,0 6-729,0 11 1,-1 6 38,-3-1 1,1 2 16,5-3 1,2-1 352,-15 3-157,28-11-184,9-2-191,7-1 163,-2 22-6,-3 10-3,1 9 0,1 4-34,0-6 1,0 1-9,0 18 1,2 2 2,2-9 0,3-2-23,2 2 1,3-1 41,5-4 1,4-4-3,3-12 0,3-5-169,9-5 1,4-8-854,1-10 0,2-6 963,2-5 0,-1-2 0,8-6 0,-16 1 0</inkml:trace>
  <inkml:trace contextRef="#ctx0" brushRef="#br0" timeOffset="44525">1768 7473 19619,'-32'-36'745,"25"-5"-650,31 19 0,9 2-64,0 0-1,2 4-52,4 6 0,0 5-12,18 7-56,-13 28 1,-6 10 39,-11 8 55,-9 7 1,-13 5 204,-27-10 0,-9-3-23,10-7 1,-3-2 341,-16 8 1,-1-10 461,4-17-425,5-33-577,27-4 5,17-21-39,41 19-14,8 17 1,3 6 30,-22-2 0,0 2-23,23 4 1,-13 12-102,-40 22 1,-15 3 151,-5 4-3,-5-2 1,-10-3-413,-21-15 1,-2-8-1664,2 0 1535,6-7 1,6-6-1,24-9 1,6-5-1</inkml:trace>
  <inkml:trace contextRef="#ctx0" brushRef="#br0" timeOffset="45544">2971 7273 14006,'-20'-15'4531,"6"3"-4553,8 16 39,3 2 190,-6 4-213,-13 6 186,-29 17 100,4-11 115,10-5 0,-3-3 464,-2-8 1,3-4-563,-9 3 174,-6-7-410,100-17-66,-20 12 8,17 0 1,13 0 0,-8 3-21,-1 3 50,10 2 1,-9 1 650,-36 1-180,-4 0-28,-7-1-437,2 6 53,7 31 1,2 14-96,5 7 0,-1 7 11,-6-15 1,1 6-1,-3 1 1,-4-3-963,-9 7 1,-5-2 0,0-4 964,7 11 0,-11-10-76,-36-21 1,-13-15 64,3-14 0,1-6 0,16 0 0,2 0 0,-6 2 0,0 0 0</inkml:trace>
  <inkml:trace contextRef="#ctx0" brushRef="#br0" timeOffset="46942">3678 7893 12421,'-3'1'5847,"59"-16"-5634,-10 0 0,5-2-131,-4 2 1,3-1-1,1-1 28,7-4 0,1-1 1,-3-1 238,-9 2 0,-2-1 0,-4 1-81,9-1 1,-16-3 381,-44-22-365,-32 34 455,-15 0 0,0 2-533,15 6 168,-10-7-386,64 10 22,20 6-11,2 5 0,5 6-48,13 12 1,-3 10-366,-19 1 1,-3 7-1,-3-2-489,9 5 0,-9 1-2347,-16 11 1,-11-6 3248,-8-15 0,4-18 0,4-11 0</inkml:trace>
  <inkml:trace contextRef="#ctx0" brushRef="#br0" timeOffset="47724">5857 7317 13743,'-2'-2'4682,"-1"0"-4405,-36-8 1,-14 0-48,-9 9-184,17-4 1,-7-1 0,4 4 37,0 5 0,3 3-25,1-1 0,2 0 8,-22 1-224,30 6 247,24 3 16,14 13 185,2 29-1254,-2-9 1,1 8-1,-1-2 980,1-2 0,0-1-12,-1 0 1,0 3 0,3-6-15,2-8 1,4-5-82,13 16-8,-5-15 0,6-6-1515,14-17 0,5-10 1613,-8-4 0,-2-3 0,1-5 0,-4-3 0,-1-6 0</inkml:trace>
  <inkml:trace contextRef="#ctx0" brushRef="#br0" timeOffset="48265">6283 7324 14062,'0'-6'3708,"-3"-31"0,-2-5-3115,2 20-562,-1-20 1,-2 12 203,0 64-49,-1 4 1,-2 10 0,2-2-162,1 5 0,1 0-27,-2-2 0,-1 3 1,7-7 48,7-10 1,9-7 456,36-5-339,-17-20 0,3-9-1620,16-19 0,-4-8 1539,-19 9 0,-3 0 64,4-10 1,-8 3 232,-17 14-381,-3 6 56,-9 38-45,2-1-209,2 14 0,1 12 0,1-6-132,1 9-2947,6-3 0,3 8 0,1-12 3263,5-12 0,8 20 0,-17-45 1</inkml:trace>
  <inkml:trace contextRef="#ctx0" brushRef="#br0" timeOffset="48509">7172 7520 16510,'0'-3'6962,"0"0"-6945,-18 26-146,8 4-580,-3 29 1,2 4-1,4-17 1,5 1-1,0 0 1</inkml:trace>
  <inkml:trace contextRef="#ctx0" brushRef="#br0" timeOffset="49203">7739 7182 15603,'0'-4'6520,"0"1"-5882,0 3-397,-31-43-68,-24 45 107,-2-15 0,-1 3-34,17 17 1,2 4-250,-3-3 1,8 0-183,21-2 243,9 29 1,4 10-59,-5 10 9,2-14 1,0 6-1,0-4 13,1-8 1,-1-2 487,2 23-180,4-31 46,23-48-309,-7 1-34,13-9 1,7 2-40,4 18 1,2 4 2,-11-8 1,0 6-100,24 26 1,-12 17-33,-40 1 0,-11 5-102,3 12 1,-10 0 235,-24-7 0,-7-6 0,13-14 0,0-6 0,-23-4 0</inkml:trace>
  <inkml:trace contextRef="#ctx0" brushRef="#br0" timeOffset="49722">8103 7029 17484,'-3'0'4823,"1"0"-4602,30-24 1,18-9 24,-8 11-110,0 0 0,8-4 1,-9 7-126,-3 11 112,24 33-19,-50 7 0,-7 9-88,1 4 1,1 7 0,-2 4 0,1-3-30,0 8 0,0-1 0,-2 3 7,0-11 0,-2 5 1,1 0-1,-1-3 1,1-7 10,1 17 1,-2-7-12,2 0 1,-11-8-527,-21-25 0,-6-8-1793,-6 2 1653,-2-6 0,3-3 0,18-9 0,2 0 1</inkml:trace>
  <inkml:trace contextRef="#ctx0" brushRef="#br0" timeOffset="50944">1272 8957 10590,'4'-3'8480,"0"1"-8222,-23-14-118,-18 25-62,-6-1 0,-5 2-11,8 7 1,-2 4 189,-13 4 1,2-1 179,-2-3 492,-5-7-789,39-13-56,-4-1-17,15 2-22,-3 47 34,5-7-54,2 0 0,2 4 26,1 7 0,4 3-38,5-7 0,4 4 0,-1-3-22,0 5 1,2-3-23,8 10 0,9-14-294,32-35-1372,-19-19 0,2-5 1697,6 0 0,-2-3 0,-12 1 0,-3-1 0,6-5 0</inkml:trace>
  <inkml:trace contextRef="#ctx0" brushRef="#br0" timeOffset="51457">1658 9125 22940,'-23'-32'327,"0"0"1,-23 74-288,40 17-27,2-19 0,-1 7 0,2-4-13,-2-1 0,8-6 5,18-7 1,5-5 61,9 9-20,8-33 1,1-13 25,-15-6 0,-2-8 142,14-19 1,-3-2-160,-16 21 0,-3 1-14,6-12 0,-6 6 104,-12 19-135,-3 8 20,-6 30 0,-4 15-37,-2 12-22,1-3 0,1 0-140,1-13 0,4-2-511,15 4 1,2-3 0,-8 6-1,24 3 1</inkml:trace>
  <inkml:trace contextRef="#ctx0" brushRef="#br0" timeOffset="51976">2376 9068 21035,'43'-33'121,"-1"0"1,0 1-1,-5 8-132,-5 18 168,-10 1 246,-10 10-161,-12 3-35,3 14 53,7 17 1,2 5-211,-1-1-8,1 2 0,1 6-11,-7-7 1,-2 1 0,0-3-54,0-6 0,-1 1-36,3 12 0,-1 7 0,-5-5-177,-13-1 0,-4-6 201,-1 14-5,-7-17 0,-9-5-382,-2-16 1,-5-7-146,-8 1 1,-1-3 0,12 2-1,1-2 1,-21-5 0</inkml:trace>
  <inkml:trace contextRef="#ctx0" brushRef="#br0" timeOffset="52624">4048 9251 19804,'52'-25'37,"1"0"0,-1 0 1,-6 3-1,1 1 0,1 0 1,-3 2-42,2 0 0,-1 2 0,-1 0 586,28-10 1,-29 6-454,-48 15-2627,-43 6 2587,20 0 872,-17 4-844,82 9-111,-20-6 2,39 14 1,5 10-340,-34 5 1,-3 2 114,19-7 1,-9 2-1816,-30 17 0,-19-2 2031,-30-4 0,5-4 0,8-16 0</inkml:trace>
  <inkml:trace contextRef="#ctx0" brushRef="#br0" timeOffset="53303">6053 8729 14057,'-2'-6'3019,"-34"-9"0,-10 1-2896,9 8-26,-7-1 0,-11-1 0,7 3 385,-16 10-482,27-4 0,3 2-157,3 2 521,34 27-146,-2-6 278,-1 20 0,-1 11-310,1-4 1,0 5 0,2-2-154,1-7 1,2-2 0,2 2-44,2 12 1,1 2 0,6-11-58,4-15 0,9-12 67,23-18 0,12-13 0,-9 1 0,1 4 0,-10-12 0,0 1 0,0-1 0</inkml:trace>
  <inkml:trace contextRef="#ctx0" brushRef="#br0" timeOffset="53982">6827 8793 15518,'-1'-4'7002,"0"1"-6335,1 3-415,-88-33-236,50 32 36,-9-4 1,-11-1-1,9 5 167,-6 18-222,17-5 0,4-3-47,11-2 78,26 14 0,3-4-26,2 14 1,1 6 56,-3 5 0,-1 1-54,0-7 1,0 0 30,-1 6 1,-3-8 265,0-21 1284,0-6-1547,11-50-50,2 18 22,19-28-1769,12 42 1,3 8 1729,-1-3-10,-5 8 1,6 6 0,-9 9-207,-16 23 0,-7 5 179,8-13 1,-7 2-225,-30 29 1,-17-5-356,-15-25-941,3-8 0,2-8 1585,8-24 0,9 3 0,15-7 0</inkml:trace>
  <inkml:trace contextRef="#ctx0" brushRef="#br0" timeOffset="54525">7337 8648 18576,'-5'0'4342,"1"0"-4213,-16-6 89,57-8-151,0-8-48,2 10 1,5 0 86,-3 1 1,-4 1-51,-1 0 107,-11 8-63,-27 17-1743,2 19 1,-1 3 1642,2 4 11,1 8 0,4 5 20,8 10 0,1-2-31,-7-19 0,-2 2-8,2 10 1,0 5-1,-7-8 11,-8-13 0,-8-4-73,-10 9 0,-5-4-168,6-17 0,-3-5-678,-8-5 0,-1-5 916,-17-4 0,24-1 0,1-2 0</inkml:trace>
  <inkml:trace contextRef="#ctx0" brushRef="#br0" timeOffset="55676">1101 10578 10758,'0'6'7040,"-17"-5"-7040,13-2 84,-14-4 414,-15 28-397,8-8 45,-29 17 456,18-20 1,2-3-279,0 1-49,-19-1-40,48-11-218,4 0 33,0 0 544,-5 43-415,3-12 25,-1 26 1,1 9-147,2-18 1,3 2-39,3 6 1,3 6 0,0-7-35,-3-6 0,7-6-247,25 6 1,11-16-622,-11-34 0,3-10 458,8 0 0,5-3 0,-7 0 0,-9-1 0,-3 0 0,2-1 0,0 0 0</inkml:trace>
  <inkml:trace contextRef="#ctx0" brushRef="#br0" timeOffset="56355">1957 10567 13670,'-9'-7'6806,"2"2"-6193,-39-6 0,-9 2-434,16 9-120,-19-9 0,-3 5 92,25 14 1,6 4-57,-1-3 34,-18 9 476,45-21-577,5-1 95,12 19-90,-7-6 43,2 28 0,-2 10-34,-10-6 0,-2 2-7,2 0 0,1 4 1,-2-5-28,-2 1 1,-1-4 13,-3 22 969,10-53-733,1-6-51,2-23-196,5 3 6,8-15-9,15 6 1,5 4-3,4-1-62,19 3 0,2 10-56,-10 28-2058,-23 25 1,-8 6 2001,-8 1-1149,-33 13 1,-10-10 1316,5-39 0,-12 16 0,28-35 0</inkml:trace>
  <inkml:trace contextRef="#ctx0" brushRef="#br0" timeOffset="56909">2417 10528 20918,'36'-5'417,"1"-1"0,12-6-403,-16 2 0,3-2-2612,7-6 1,-4 1 2788,-13 6 2304,18 26-2338,-53 18-87,1 22 0,4 3-76,6 0 302,6-16 0,2 5 0,2-5-288,2-7 1,0 1-15,-3 10 0,-1 7 1,-1-7-1,-3-12 1,-3-1-9,2 12 0,-15-1 14,-27-18 0,-20-6 0,-4-3 0,14-2 0,-8 10 0,7-8 0,-1 0 0,0 0 0,0 0 0</inkml:trace>
  <inkml:trace contextRef="#ctx0" brushRef="#br0" timeOffset="57641">4530 10527 16152,'-7'1'4979,"2"-1"-4492,11 6-328,28-7 1,16-4-110,6-1 1,8-2-1,3-1-48,-9 0 1,2-1 0,1 0 0,-3-2 165,-6 3 0,1-1 1,-5-1-1,-9-3-81,2-8 0,-22 0 70,-55 1 436,-21 5 1,-2 3-124,14 4-447,-8-4-29,54 12 0,55 20-67,-5 10 1,3 3-15,-12-7 0,-1 2-42,12 10 1,-18 6 128,-45-3 0,-17 3 0,4-6 0,8 7 0,-20 4 0,1-1 0</inkml:trace>
  <inkml:trace contextRef="#ctx0" brushRef="#br0" timeOffset="58624">6658 10292 15356,'3'-6'5215,"-2"2"-4902,-62-12-195,8 18-74,-10-3 1,-3 1-25,30 6 0,2 3 178,-14 2 1,4-1-81,18-4-73,-3 14 165,27 9 0,4 7-53,-7 9 0,0 5-129,4 6 0,3 5 0,-1-5-28,-5-6 0,2-1-14,6 13 0,14-6-2047,21-28 1,6-7 1450,3 10 610,-4-18 0,9-3 0,-11-5 0,-15-6 0,33-6 0</inkml:trace>
  <inkml:trace contextRef="#ctx0" brushRef="#br0" timeOffset="59110">7418 10269 16684,'-4'-2'6430,"1"1"-6273,-42-11 39,91-17-174,-68 6 34,58 3 0,15 2 146,-16 5-191,-2-1 39,-6 16-22,-19 9-11,12 21 8,7 6 0,4 4-22,-6-8 0,0 2 40,4 4 0,3 4 0,-6 0 38,-2 9 0,-8 1-204,-8-11 0,-5 2 0,-7 0 123,-12 0 0,-9 0 0,1-4 0,5-1 0,-3-4 0,-11-9 0,1 1 0</inkml:trace>
  <inkml:trace contextRef="#ctx0" brushRef="#br0" timeOffset="65017">20131 1122 30263,'-3'-4'-923,"0"1"-1138,-4 1 954,19 50 378,-1 10 506,4-12 1,3 2 167,-2-9 0,1-6 728,13-3-1520,8-56 1098,-21-6 0,-2-7-56,2-13 0,-2-2-108,0 0 0,-3 1-210,-3 11 0,-1 4-684,8-2-470,7 62-544,-7 7 1,0 7 1820,7 14 0,-1 1 0,-7-18 0,-2-2 0,11 21 0</inkml:trace>
  <inkml:trace contextRef="#ctx0" brushRef="#br0" timeOffset="65217">20692 1321 13502,'1'-4'9830,"-1"0"-8083,-16-54-1819,12 55 94,-11-18-985,25 83-1922,-4-20 0,0 0 2885,8 19 0,-6-19 0,-6-31 0</inkml:trace>
  <inkml:trace contextRef="#ctx0" brushRef="#br0" timeOffset="65433">20918 907 17524,'-3'-1'3489,"1"0"-4721,-2 9 1232,14 11 0,-12-7 0,13 5 0</inkml:trace>
  <inkml:trace contextRef="#ctx0" brushRef="#br0" timeOffset="65987">21202 1100 19596,'-2'-3'5035,"1"0"-4928,-31-27-180,22 39 90,-14 7-84,45 45 75,-7-22 0,4 0-159,7 3 0,-1-2 70,-9-9 0,-3-2-440,0 26-655,-46-29-2286,-27-33-5012,5-20 6076,32-10 1,9-7 4494,12 2 1,6-1 2551,2-6 0,2 1-3619,1 11 1,0 5 487,-1-3-1131,-3 19-74,-7 41-142,-4 4 0,-2 6-152,-2 8 1,-1 6-1917,-2 2 0,0 4 0,1-5 1897,1-6 0,2-2 0,-3 10 0,3-10 0,9-27 0</inkml:trace>
  <inkml:trace contextRef="#ctx0" brushRef="#br0" timeOffset="66217">21573 1082 23573,'1'61'-1420,"1"0"0,1-3 1420,-1 10 0,0-7 0,-1-42 0,4 13 0</inkml:trace>
  <inkml:trace contextRef="#ctx0" brushRef="#br0" timeOffset="66401">21702 938 19036,'-4'-4'1219,"4"36"1,1-23 0,2 27 0</inkml:trace>
  <inkml:trace contextRef="#ctx0" brushRef="#br0" timeOffset="66761">22090 848 25517,'-5'59'-1639,"-1"1"1,1 0-1,0-1 1,-1 1 0,1-3-1,0-1 874,1-3 0,-1 11 0,1 2 0,1-9 0,2-20 0,2-18 0,3-3 1</inkml:trace>
  <inkml:trace contextRef="#ctx0" brushRef="#br0" timeOffset="67826">21971 1281 15950,'52'-18'1086,"0"-1"1,0 1-1,0-1 1,1 0 0,11-4-1,-5 0 1,-21-1-40,-28-11-778,-57 38-286,20 29 1,6 8-12,5-1 30,36 4 1,13-10 64,6-42 286,-8-28 1,-8-7-304,-14 3 112,-42 9 1,-10 13-158,16 36-216,6 24 0,2 15 0,9-9-108,17-5-2139,19-6 0,16 8 1,6-4-1,-4-14-1524,2-17 0,5-15 5948,2-6 0,12-9 0,3-4 0,-6-1 0,-18 2 2137,-14-1 0,-8-3-4047,14-32 0,-20 16-59,-54 62 0,-17 23-14,-4 2 0,23 3-383,60-6 0,15-10 388,1-22 60,5-20 1,9-14 0,-10-10 197,-18-18 1,-11-13 0,-3 0 115,1 5 0,-2-1 0,-1 0-230,-2 2 1,-2 1 0,-3 7-13,-3 1 1,-5 18-144,-2 29 34,-4 69 6,9-20 0,2 8 0,3 4-17,2 2 0,4 6 0,-1 0 0,0-6 0,-4-2 0,0-5 0,2 0 0,6-1 0,-1-1 0,1 1 0</inkml:trace>
  <inkml:trace contextRef="#ctx0" brushRef="#br0" timeOffset="68656">23660 1164 22427,'57'-21'-1182,"0"-1"1,0 1 0,-4 3-1,0 1 1,-1 7-3735,15 9 1,-6 6 3641,-20-1 1,-7 2 0,-4 8-1,-28-9 1</inkml:trace>
  <inkml:trace contextRef="#ctx0" brushRef="#br0" timeOffset="68822">23905 1256 22587,'47'14'-1526,"-8"-10"0,5-4 1526,20-10 0,1-4 0,-17 5 0,-5 2 0,2 0 0</inkml:trace>
  <inkml:trace contextRef="#ctx0" brushRef="#br0" timeOffset="69369">25124 872 16101,'0'-3'6974,"0"0"-6526,3-35-230,-20 28-50,-26-23-137,10 35 0,-4 6 2,-8-1 1,-1 2 8,10-2 0,0 0 106,1-2 1,4-1-133,4 0-16,4-4-11,23 0-6,0 5 157,-3 50-100,0-27 13,-1 14 0,-2 5 76,-7 13-79,6-12 1,-1 0-35,1-11 1,3 1-3,8 24 0,6-4-53,9-13-70,-1-7 0,7-5-1687,11-21 1,4-8 1795,22 2 0,1-2 0,-34-7 0</inkml:trace>
  <inkml:trace contextRef="#ctx0" brushRef="#br0" timeOffset="78368">31971 888 15093,'-50'-12'1982,"-1"1"1,2 0 0,15 3-1888,31 7 62,14 4-39,34 6-76,-9-3 0,2-1-3,9 0 0,1-1-11,-2-2 0,-2 0 11,18-2 34,-27 2 280,-22 9-78,-12 17-51,2 24-154,0-16 0,1 3-14,0 9 0,1 4 17,0 6 0,0 3-57,-2-17 1,-1 2 0,-1-1-15,-1 1 0,-1 0 0,-5-2-187,-11 17 0,-12-7-27,-9-21 1,-8-6-1,3-3 1,8-1-1,0-6 1,-18-7 0,1-1-1</inkml:trace>
  <inkml:trace contextRef="#ctx0" brushRef="#br0" timeOffset="82449">20340 2415 15709,'-2'-4'5668,"1"1"-5674,-3-28 146,21 51-128,4 0-54,-4 19 0,-4 10 39,-4 2 0,-7 1 101,-9-4 0,-8-4 126,-5-9 0,-4-7 337,-24-5-270,18-52-89,34-32-188,10 18 0,8 0-121,9-2 1,6 2-480,6 3 1,4 4-835,0 8 1,1 6-1391,-6 7 1,-2 8 2809,16 23 0,-30-4 0,-16 11 0</inkml:trace>
  <inkml:trace contextRef="#ctx0" brushRef="#br0" timeOffset="82816">20756 2536 11642,'1'3'9830,"-1"0"-8916,10-1-864,9-10-16,24-6 89,3-14 135,-5-6 10,-20-5 130,-28 4 28,-15 8-354,-21 16 12,-9 30-62,23 1 1,2 7-18,0 8 1,5 5-68,4 3 1,9 2-289,11-1 0,12-2-955,16-6 0,9-7 1305,14-5 0,2-7 0,-15-6 0,-3-4 0,23-3 0</inkml:trace>
  <inkml:trace contextRef="#ctx0" brushRef="#br0" timeOffset="83116">21558 2477 14857,'-5'-1'3487,"-26"-5"0,-8 6-2568,2 20-653,-15-4 0,0 5-149,21 14 1,7 6-96,-3 3 1,6 1-295,9-1 1,10-1-441,16-5 0,10-6-2133,14-8 0,6-7 2845,1-7 0,-1-4 0,21-3 0,-32-8 0</inkml:trace>
  <inkml:trace contextRef="#ctx0" brushRef="#br0" timeOffset="83817">22066 2267 11777,'0'-5'4915,"-4"-30"0,-6-8-3610,-5 18-1115,2-19 1,-5 10-85,-18 49-66,5 19-40,12 5 0,4 6-6,8 11 0,5 1-5,3-3 0,5-1 14,10 8 0,5-3-34,4-10 0,1-4 22,-5-9 1,-4 0 22,-5 2 0,-12-4 14,-51 2-95,-11-14-832,18-22 0,2-8 899,0-21 0,14 3 0,26 4 0</inkml:trace>
  <inkml:trace contextRef="#ctx0" brushRef="#br0" timeOffset="84790">22309 2184 23943,'5'45'190,"-1"13"-235,0-9 0,0 8 1,1 0-225,-2-7 0,1-1 0,-1 0-146,0 2 1,1 0-1,1-2-1529,2 10 1,2-9-7057,3-2 5678,-2-29 3322,-23-42 5343,-18-21-805,-5 2-259,-5-6-3367,29 17-805,23-1-258,19 13-1,9 2-27,2 2 0,4 0 84,15-6 0,0 0 69,-6 1 1,-3-2 397,0-3 1,-13-3 1386,-26-4-1294,-30 52 0,-11 13-465,-24-1 2,56 22 1,13-15 1005,14-94-574,14 42 0,-4-2-431,-34-25 0,-8 12-398,-2 72 0,5 27 395,22-28 0,1 2 0,-18 2 0,-5 6 0,7-11 0,16-18 0,0-1 0</inkml:trace>
  <inkml:trace contextRef="#ctx0" brushRef="#br0" timeOffset="85018">23334 2481 12791,'-46'41'2457,"1"0"1,-1 0-1,1-27 1,10 3-2326,21 35 1,14 17 0,15-19-133,18-37 0,5-6 0,-7 10 0,-1-1 0,25-12 0</inkml:trace>
  <inkml:trace contextRef="#ctx0" brushRef="#br0" timeOffset="85421">23588 2336 16672,'-23'21'3940,"19"19"1,6 9-4112,-4-4 0,2 2-773,5 7 1,4 6 0,-2-17-1,-2-18 1,3 26 0</inkml:trace>
  <inkml:trace contextRef="#ctx0" brushRef="#br0" timeOffset="85643">23804 2387 22431,'-35'40'364,"0"1"1,0 0 0,0 0 0,1-1 0,22 25-1,16 1 1,16-22-1827,24-38 0,15-13 518,5 10 1,7 1 0,-12-4-1,3-9 1,-38 5 0</inkml:trace>
  <inkml:trace contextRef="#ctx0" brushRef="#br0" timeOffset="86723">24255 2486 17008,'-7'0'4419,"2"-1"-4178,5 1-431,80-61-85,-48 51 1,3 1-738,11-11 0,6-5 0,-4 9 161,-1 16 1,-4 6 0,19-4 0,-32 7 0</inkml:trace>
  <inkml:trace contextRef="#ctx0" brushRef="#br0" timeOffset="86935">24409 2653 11570,'-5'1'9029,"1"0"-7921,4-1-334,6-15-942,53-4 168,-16 7 0,7-1 0,-4 2 0,-3 0 0,0 2 0,16 0 0,0 1 0</inkml:trace>
  <inkml:trace contextRef="#ctx0" brushRef="#br0" timeOffset="87985">25636 2274 8231,'-1'-9'8436,"0"2"-7271,-25-27-544,-6 26-344,-5-7 1,-3 2-113,6 13 1,1 5-74,0-1 1,1 1 226,-9 3-218,23 0 139,4 7 550,-4 33-600,8-17 1,1 2-60,-2 8 1,0 4 38,2 4 1,2 1 11,1 5 1,1 0-91,0-8 1,3 1 13,10 11 1,5-4-135,17 2-54,-3-26 1,9-6-911,20-17 1,6-9 991,2-3 0,-1-4 0,-8 1 0,-5 0 0,-13-1 0,-1 0 0</inkml:trace>
  <inkml:trace contextRef="#ctx0" brushRef="#br0" timeOffset="89208">32160 2247 7677,'-8'-4'9522,"1"0"-9080,-21 3 1,20 2 369,-13 1-431,41 1-28,44 1-174,0-4-17,-17-1 1,-1-1 78,8-2 190,-17 1-330,-22 2 78,-14 6 246,-5 15-153,0 12 0,0 5-233,-2 14-22,3-11 0,1 4 14,8 16 0,2-2-37,-5-25 1,-1 1-15,7 27 0,-3-1-28,-8-23 0,-6-4 26,-13 3 0,-4-1 22,-10 17-56,5-28 0,-4-9 56,-1-19 0,3-5 0,4 5 0,-21-10 0</inkml:trace>
  <inkml:trace contextRef="#ctx0" brushRef="#br0" timeOffset="97019">14899 7485 22403,'-55'-8'330,"1"-1"0,-3 17 1,7 14-348,12 20 0,10 11-172,11-9 1,5 3 0,5-2-157,5 11 0,13-6-971,30-3 0,14-12-1961,-12-23 0,4-8 0,0-2 2231,16 1 0,-4-5 0,-17-1 0,-10-2 1,-21 2-1</inkml:trace>
  <inkml:trace contextRef="#ctx0" brushRef="#br0" timeOffset="97334">15673 7525 16331,'-3'-3'3526,"-29"-13"0,-11 0-2754,-10 14-554,-6-2 1,-1 8-124,19 19 1,7 10-102,2 7 0,7 6 17,6 3 1,9 1-189,17-4 1,12-4-790,14-9 0,11-8 966,18-11 0,2-8 0,-22-2 0,-1-4 0,-4-5 0,-1-1 0</inkml:trace>
  <inkml:trace contextRef="#ctx0" brushRef="#br0" timeOffset="97905">16251 7301 12505,'2'-5'9830,"-18"-50"-7741,-4 59-1879,-18 17 0,-1 13-185,12 6 1,11 11-330,16 2 0,10 12 0,6-2 0,0-10-951,2-7 1,8-7 646,9-4 1,11 3 0,0-5-1,-9-13 1,10-14 0,7-3-1</inkml:trace>
  <inkml:trace contextRef="#ctx0" brushRef="#br0" timeOffset="98205">16955 7367 25676,'-28'-38'124,"6"16"-868,15 49 0,7 30 1,2 10-1,0-12 744,-1 0 0,0-1 0,-2 5 0,0 5 0,1-14 0,3-10 0</inkml:trace>
  <inkml:trace contextRef="#ctx0" brushRef="#br0" timeOffset="98594">17499 7014 26043,'-8'-17'174,"20"63"-173,2-7 0,4 14 0,4 6 0,-2 0 0,-2-6-52,2 3 1,-2-4 0,-7 7-422,-9-8 0,-6 8 1,-3 4-1,-1-2 0,-1-7 1,0-13-1,1-6 0,-5-5 1,-16 7-1,0 0 0,0 0 1</inkml:trace>
  <inkml:trace contextRef="#ctx0" brushRef="#br0" timeOffset="104950">25584 873 32192,'21'-50'-4637,"-13"46"3000,-26 57 1270,5-13 0,0 1 173,-1-6 1,1-3 355,-4 9 928,9-24-935,6-38-1399,0-30 1302,0-13 76,2 18 1,1 0 33,2-10-95,1 8-438,-2 32 309,-5 47 68,-2 28-7,4-16 1,0 3-1,3-1 1,0-2 2,1-7 1,0-4 8,4 8-880,-6-20-8968,-1-14 7012,0-6 0,0-3 1</inkml:trace>
  <inkml:trace contextRef="#ctx0" brushRef="#br0" timeOffset="106169">26345 2578 16734,'-16'-61'1919,"-1"0"1,6 10-1,0 10-2003,1 22 174,10 43-65,1 6 0,0 7-3,0 16 1,-1 4 8,-1-13 1,-1 1 0,0 0 1,-2 17 1,-2-3 0,1-13 0,-1-6 839,-2 6-128,9-45-571,8-43-132,-4 4 0,0-5 2,3-8 1,-1-1 2,-1 3 1,-1 2-9,0 11 1,-1 3-158,1 0 73,-2 37 57,-3 46-29,-1-11 0,0 5 20,1 7 0,0 0 2,0-5 1,0-3 111,1 11 219,1-34-274,-1-47 0,-1-15-62,0 5-62,0-17 0,3-2-786,10 1 0,-8 13 0,7 8 0</inkml:trace>
  <inkml:trace contextRef="#ctx0" brushRef="#br0" timeOffset="107820">25630 916 18171,'-2'-41'3609,"0"0"0,-3-3-3930,0-16-142,0 91 390,-2 17 1,-2 10 206,1-12 1,0 1 0,0-3 209,0 12 1,-3-19-17,-3-39-620,14-41 1,9-17 344,-3-3 1,-3 26-100,-6 80 69,1 14 0,-2 5 366,-4-17 0,4-9-344,12-18-283,-1-66 0,-4-22 238,-1 29 0,2 13 0,-15 55 0</inkml:trace>
  <inkml:trace contextRef="#ctx0" brushRef="#br0" timeOffset="108988">15817 8566 9285,'2'-9'9830,"-1"1"-7559,-6-38 0,-3-7-1918,4 21-233,-3-24 1,0 6 75,5 41-28,0 54-174,-1-20 23,0 22 0,-2 7-17,0-9 0,0 2 20,2 0 1,0 4-1,1-3-23,-2 0 1,0-2 4,4 10 1,2-12 468,1-31-3454,-7-74 2989,2 27-1,-2-21 1,-2-6 5,1 19 0,1-1 182,0-16 1,0 1-172,0 16 0,1 2-28,2-4 1,0 18-107,1 27 168,1 36-53,0-6 0,1 7-2739,1 13 1,1 7 0,0-5 2735,-1-4 0,1-1 0,1 16 0,-1-13 0,-1-38 0</inkml:trace>
  <inkml:trace contextRef="#ctx0" brushRef="#br0" timeOffset="110287">13768 9483 15827,'53'-9'429,"1"0"1,0 1 0,-1-1 0,7-2 0,3 0 0,2-1 0,0 0 0,0 0-402,-13 3 0,0 0 0,0-1 0,1 1 0,2-1 0,3 0-581,0 0 0,1-1 1,3 0-1,1-1 1,2 1-1,-1-1 1,1 1-1,-1 0 503,-5 1 0,1 1 0,0-1 1,1 0-1,-1 1 0,1-1 1,-1 1-1,-1 0 0,0-1 0,2 1 1,0-1 0,-1 1 0,-1 0 0,1-1 0,-1 1 0,1 0 0,0 0 13,2 0 0,1 0 1,1 0-1,-1 0 1,0 0-1,-2 0 0,-2 1 1,-3-1 40,10 0 0,-4-1 0,-2 1 0,-2 0 1,-2 1 26,1-1 0,-1 1 0,-4-1 0,-1 2 307,7-2 0,-2 0 0,-11 2-1644,4-1-2179,-25 5 3484,-33 5 0,-7 0 0</inkml:trace>
  <inkml:trace contextRef="#ctx0" brushRef="#br0" timeOffset="111105">13816 9670 13569,'-3'-7'9007,"2"1"-8088,1 6-438,-8-36-442,5 34 331,-22 54-308,16-10-20,-5 20 0,0 3 8,3-2-25,6-21 0,0-1-47,1 10-689,6-15-7635,2-37 8346,2-3 0,-2 1 0,-1-1 0</inkml:trace>
  <inkml:trace contextRef="#ctx0" brushRef="#br0" timeOffset="111592">13584 10503 23332,'-54'-9'163,"1"1"1,-1-1-1,5-1 1,1 2 0,14 13-181,13 47-185,39-11 1,10-1-85,-9-10 1,4-3-688,25 9 0,8-7 973,3-17 0,-3-6 0,0 2 0,-20-3 0,-1-1 0</inkml:trace>
  <inkml:trace contextRef="#ctx0" brushRef="#br0" timeOffset="111906">14324 10339 23198,'-50'-24'554,"0"0"0,-4 3 1,4 11-398,-2 36-149,14 14 1,3 5-12,13-20 0,5 3 0,-7 28 0,19 1-378,40-23 1,11-6-220,-21-1 1,4-3 114,23-6 1,12-6-1,-12-5 1,-3-6-1,-10-4 1,1 1-1</inkml:trace>
  <inkml:trace contextRef="#ctx0" brushRef="#br0" timeOffset="112282">14796 10157 16667,'-1'-3'8261,"-1"0"-8048,-23-46 40,-7 50-155,-9 14 0,0 10-76,16 2 0,6 8-17,-2 14 1,3 9 0,10-6 11,13-14 0,7-2-29,0 10 1,9-2-954,22-11 0,12-5 0,-6-5 121,-18-7 1,0-1 843,20 4 0,8 0 0,-16-7 0,-24-10 0,13-1 0</inkml:trace>
  <inkml:trace contextRef="#ctx0" brushRef="#br0" timeOffset="112726">15256 10289 23164,'0'-47'562,"0"1"0,8 3 0,5 14-551,3 30 23,31 37 2,-42 0 0,-6 5-22,6-4 0,-4 1-1413,-15 8 1,-10 3 0,3-9 1437,-10 7 410,-2-7 1,9-6-383,25-27 67,48-12-1598,2-13 0,4-5-881,-2 3 1,2 0 1890,6-6 0,-8 3 1,-15 7-1,-18 6 1</inkml:trace>
  <inkml:trace contextRef="#ctx0" brushRef="#br0" timeOffset="113010">15773 9911 25741,'-41'-17'313,"1"0"1,1-1 0,16 9-253,58 41-66,-4 0 1,8 9 0,2 3 0,-6-6 4,5 3 0,-3 5-65,-8-5 0,5 9 0,-3 4 0,-8-2 1,-15-7 64,-27-2 0,-15-6 0,4 2 0,14 19 0,-3-4 0,-24-15 0,-1 1 0</inkml:trace>
  <inkml:trace contextRef="#ctx0" brushRef="#br0" timeOffset="117200">25999 1174 18980,'-15'60'-1360,"3"-11"0,4-15 1,4-18-1</inkml:trace>
  <inkml:trace contextRef="#ctx0" brushRef="#br0" timeOffset="117734">26488 857 18975,'33'-52'666,"-1"0"0,5 4 1,5 8-606,4 20 1,2 8-65,-5 3 0,-6 9 31,8 32-20,-48 1 1,-14 6 11,-3-4 1,-6 2 0,-3 1-69,-6 4 0,-3 0 0,0-1 85,1-3 1,-1 0-1,5-2 16,-7 7 1,13-4 338,25 6-297,30-34 1,14-10-253,0-4 0,4-4 0,3-2-2538,8-1 0,2-1 0,-2-1 2695,-9 1 0,-2-1 0,-4 1 0,9-1 0,-10 2 0,-18 4 0</inkml:trace>
  <inkml:trace contextRef="#ctx0" brushRef="#br0" timeOffset="118367">26982 2599 15541,'2'-5'5287,"-1"0"-4727,-1 5-509,-36 83-623,26-49 1,0 4 571,-6 9 0,-2 6 0,3-6 0,7-13 0,2-4 0,-6 21 0</inkml:trace>
  <inkml:trace contextRef="#ctx0" brushRef="#br0" timeOffset="118835">27340 2554 20369,'30'-42'505,"0"0"1,1-1 0,-1-8-1,4 11-485,9 24 0,-1 16 24,-16 18 1,-4 8-6,0 2 1,-8 6 8,-15 9 1,-10 7-1,-4-2-2,-4-6 1,-5-2 0,-2 0 1,-4 3 1,-2 0 0,1-3 15,-12 5 1,8-6 175,11 5-77,38-19-130,19-19 1,12-8-199,1-4 1,4-3 0,1-1-561,-2 1 1,0 0 0,1-1 239,12-4 0,1-1 1,-9 2-1,-13 3 1,-5 1-1,21-6 1</inkml:trace>
  <inkml:trace contextRef="#ctx0" brushRef="#br0" timeOffset="120341">13845 11378 12735,'-6'-44'4915,"0"-1"0,-8 40-4483,8 32 1,5 27 0,3 9-1,-1-7-979,-2-7 0,0-2 1,0 3 546,1 19 0,0 2 0,2-17 0,1-19 0,0-33 0</inkml:trace>
  <inkml:trace contextRef="#ctx0" brushRef="#br0" timeOffset="122118">12870 12067 9862,'-47'-1'2417,"0"0"1,4 0 0,18-1-665,85-14-1535,-1 5 1,10 0-165,-18 3 1,4-2 0,3 1 0,2-1-618,-4 0 1,3 0 0,1 0 0,1 0 0,-1-1 557,0 1 1,0-1-1,0 1 1,1-1 0,3 0-22,-9 1 0,2 0 1,2 0-1,0-1 1,0 1-1,-1 0 0,-3 0 28,8-1 0,-1 1 1,-2 0-1,-1 0 1,2 0-3,2 0 0,2-1 0,-1 0 0,-3 1 0,-6 1 194,3-1 0,-6 1 1,-6 1-1629,0-2 0,-9 0 1434,-10 2 0,-17 3 0,-10 5 0</inkml:trace>
  <inkml:trace contextRef="#ctx0" brushRef="#br0" timeOffset="122852">12682 12268 12309,'-1'-35'4915,"0"0"0,0-3-4223,0 0 0,1 4-300,1 17-297,-4 42 0,-2 16-59,-1-10 1,1 3-37,-1 8 0,0 5 0,1-4-154,-2 1 0,1-2-2210,0 3 1,1-3 2363,1 4 0,-1-13 0,4-21 0</inkml:trace>
  <inkml:trace contextRef="#ctx0" brushRef="#br0" timeOffset="123569">12362 13218 22951,'-33'-32'278,"1"0"0,-8 15 1,-1 13-229,-5 30 1,3 13-68,1 6 0,9 3-76,9-1 1,14 0-415,20-6 1,14-5-1152,23-7 0,12-11 1658,-6-10 0,5-6 0,-3-1 0,-1 2 0,-2-3 0,-3-7 0,0 0 0</inkml:trace>
  <inkml:trace contextRef="#ctx0" brushRef="#br0" timeOffset="123909">13107 12990 16398,'-1'-3'6682,"0"0"-6142,-47-3 1,-18 9-429,18 15-68,-9 5 1,-12 9 0,25 6-182,41 14 0,22 3-336,7-14 1,9-2-1,1-3 1,2 2 0,6-10-1,1-25 1,0 0 0,0-1-1</inkml:trace>
  <inkml:trace contextRef="#ctx0" brushRef="#br0" timeOffset="124257">13577 12726 18744,'-35'41'1238,"0"0"0,0 0 0,0 0 0,4 7 0,14 5-1544,17-2 1,8 11 0,9-2 0,6-13-901,10-13 0,7-10 0,4-5 262,7-4 1,2-5-1,-6-3 1,15 0 0,-39-10-1</inkml:trace>
  <inkml:trace contextRef="#ctx0" brushRef="#br0" timeOffset="124924">14107 12788 15199,'-37'-46'9651,"27"32"-9629,24-35-95,46 68 14,-11-1 1,-3 8-1,-12 12 0,-10 7 90,-10 2 0,-13-1 1151,-31 10-1171,74-34 0,-45-27-36,53 7 0,13 13 25,-45 0 22,-1 21 1,-13 5-127,-38-14 1,-9-2 2,19 4 0,-2-3 101,-35-11 0,4-11 0,35-8 0,-21-13 0</inkml:trace>
  <inkml:trace contextRef="#ctx0" brushRef="#br0" timeOffset="125269">14695 12577 25079,'44'7'399,"0"0"1,3 13 0,0 12-437,-12 1 1,2 6 0,-5 5 0,-14 2 36,-22 4 0,-15 4 0,-5 0 0,9-5 0,19 17 0,-9-7 0,-39-20 0,-1-1 0,1 0 0</inkml:trace>
  <inkml:trace contextRef="#ctx0" brushRef="#br0" timeOffset="127950">27661 1023 32385,'0'-3'-28,"0"0"-3229,-35-6 1677,-5 57 241,6-25 0,2 3 1205,9 13 1,6 2-1,-8 7 1,23-29-1</inkml:trace>
  <inkml:trace contextRef="#ctx0" brushRef="#br0" timeOffset="128550">28215 620 15221,'0'-4'2641,"25"-33"1,11-9-2402,4 12-195,-8 4 0,5-6 0,-2 13 173,19 27-84,-1 20-92,-36 5 0,-8 6 22,-7 5 1,-7 1 22,-1-5 0,-6 0 114,-12 5 1,-4-6 437,-13-2 16,1-11-369,26-26 5,33-15-224,8 1 1,31 0-57,-21 19 0,1 5-8,3 5 0,-1 4-12,-2 7 1,-8 6 10,-12 2 1,-11 2-59,-33 27-714,-15-26 0,-9-6 770,-4-8 0,1-4 0,12-1 0,2-3 0,-16-4 0</inkml:trace>
  <inkml:trace contextRef="#ctx0" brushRef="#br0" timeOffset="129217">28469 2822 15771,'0'-5'5819,"12"-20"-5774,-10 26-135,-2 9-2116,-26 49 2206,11-20 0,-1-2 0,-10 17 0,13-18 0</inkml:trace>
  <inkml:trace contextRef="#ctx0" brushRef="#br0" timeOffset="129800">28720 2532 16437,'-2'-7'2635,"1"-30"0,4-6-1917,18 7-643,-5-11 1,7 5-149,38 24 76,-26 19 0,0 7-17,-1 9 0,-5 6 14,-5 9 0,-8 5 25,-11 4 0,-8 1 48,-10 0 0,-6-3 61,-2-7 1,-3-4 514,-16 6-223,21-24-320,19-18-89,12-5 39,13 1 0,19 8-78,19 22 38,-17 13 1,-2 4-9,-16-17 1,-4 4 10,4 22 1,-18-1-1294,-45-17 0,-14-7 1274,18 0 0,0-1 0,-14 0 0,4-6 0,13-10 0</inkml:trace>
  <inkml:trace contextRef="#ctx0" brushRef="#br0" timeOffset="136633">12581 13924 20834,'-2'-46'1518,"-2"16"-1355,-1 60-23,-7 28-76,6-17 0,0 3 9,0 2 0,1 0-31,1-5 0,2-4-137,1 16 95,0-25 0,1-17 0,-1-11 0</inkml:trace>
  <inkml:trace contextRef="#ctx0" brushRef="#br0" timeOffset="137784">11582 14380 10808,'-61'9'1413,"-1"1"1,1-1 0,11-2 0,3 0-1,10-1-1978,2 2 929,49 1 123,37 5-283,-5-5 1,7-2-54,-1-2 1,5-2-1,4-2-511,-1-3 0,4-2 0,3-2 0,2-1 377,-14 2 1,3-2 0,1-1 0,1 1-1,1-2 1,0 1-38,-4 0 1,1-1 0,1 1 0,1-1 0,0-1 0,-1 1 0,0-1-5,1 1 1,0-1 0,0 0 0,0 0 0,-1 0-1,0 0 1,-1 0-37,4 0 0,0-1 1,-1 1-1,-1-1 0,-1 1 1,-1-1 34,3 0 0,-2-1 0,-1 1 1,-2-1-1,-1 1-86,4-3 1,-2 1-1,-1-1 1,-4 1 89,6-1 1,-4 1-1,-3 1-1783,4-2 1,-7 2 1803,2 2 0,-33 7 0,-17 3 0</inkml:trace>
  <inkml:trace contextRef="#ctx0" brushRef="#br0" timeOffset="138678">10981 14533 11788,'0'-4'8570,"0"0"-7327,4-51-957,-9 94 0,-2 41 0,5-21 811,9-39-933,-10 42 0,-5 23 1,8-41-1699,12-68 1,1-14 1561,-4-2 123,8-27 0,-2 9-229,-10 47-4838,-6 56 1,-3 22 3276,-3-15 1,0-2-1,0 9 1,3-22 0,3-30-1</inkml:trace>
  <inkml:trace contextRef="#ctx0" brushRef="#br0" timeOffset="140024">10339 15616 17714,'-47'43'385,"-1"-1"1,1 1 0,-1 0-1,7 11 1,7 1 0,27-15-386,37-26 0,22-12 0,-2 1 0,2 10 0,-2-4 0,0-13 0,1-1 0</inkml:trace>
  <inkml:trace contextRef="#ctx0" brushRef="#br0" timeOffset="140382">10987 15476 15564,'-55'14'1533,"1"0"1,-1 0-1,3 9 1,1 3-1,11 6-1569,8 15 0,10 3 16,-4-3 0,17-5-664,51-13 1,16-14-2252,6-17 2226,-15 2 1,6 1-1,-8-5 1,0-14-1,-9 0 1</inkml:trace>
  <inkml:trace contextRef="#ctx0" brushRef="#br0" timeOffset="141120">11385 15385 10886,'2'-8'9830,"-1"2"-8480,-1-36-229,0 28-298,-1-29-571,-1 40 140,-12 2-403,8 2 11,-9 1 16,-5 35 1,4 5-37,1 19 1,3 5 8,8-26 0,3 1-6,1 14 0,4-3-140,20 6-744,11-5-3600,6-21 0,1-4-716,6 5 5217,-8-18 0,-5-9 0,-25-11 0,2-1 0</inkml:trace>
  <inkml:trace contextRef="#ctx0" brushRef="#br0" timeOffset="141651">11787 15377 15104,'-1'-4'8872,"0"1"-7976,-7-53-700,6 42-162,-11-24-4,-1 77 1,1 24-14,8-24 0,1 2-40,-6 25 1,6-3-51,18-12 45,7-24 129,14-36-1738,2-31 0,-1-7 1654,8 1 64,-4-8 1,-4 3 293,-17 26-62,-1 4-324,-8 11 28,-8 26 45,-2 28-62,-2-8 0,1 5-1196,1 17 0,0 1-2977,1-15 0,0-2 4173,1 0 0,0-8 0,3-16 0,-3-14 0</inkml:trace>
  <inkml:trace contextRef="#ctx0" brushRef="#br0" timeOffset="141988">12390 15216 22190,'-4'-3'3943,"1"2"-3618,-24-25-320,20 19-72,-17-12 84,46 50-1,-2 5 1,3 9 0,-2-3-23,-1-5 1,-2 1-29,6 14 1,0 8-1,-12-2-730,-18-14 1,-8-2-1,-2 0-2513,-1 5 0,-3 1 0,-1-2 2775,-4 2 0,-2 0 0,0-6 0,-3-5 0,2-8 0,2-3 0</inkml:trace>
  <inkml:trace contextRef="#ctx0" brushRef="#br0" timeOffset="144301">29145 1099 32767,'-1'-3'0,"1"1"-2485,2-40 1098,-4 45-58,-20 18-2789,9 17 0,2 8 4130,-4 0 1,0-2-1,-1 15 1,13-41-1</inkml:trace>
  <inkml:trace contextRef="#ctx0" brushRef="#br0" timeOffset="144816">29880 598 22576,'-24'-34'135,"-11"48"-110,11 33 0,6 14-6,0-1 1,6 0 33,8-9 1,7-6 237,24 11-50,29-45-149,-22-23 0,2-8-22,2-7 0,0-5-25,0 0 0,-1 0 2,-7 6 1,-2 2-25,9-3 27,-17 37-44,-28 39-99,-1-5 1,-2 4-2880,-3 15 1,-1 0 2405,3-12 1,1-3 0,4-8-1,1-7 1,3-11 0</inkml:trace>
  <inkml:trace contextRef="#ctx0" brushRef="#br0" timeOffset="145451">29749 2710 14594,'0'-5'5949,"0"2"-5636,0 3-274,-39 13-918,10 31-2294,1-13 0,0 2 3173,14 2 0,4 0 0,-4 10 0,13-26 0</inkml:trace>
  <inkml:trace contextRef="#ctx0" brushRef="#br0" timeOffset="145918">30187 2368 15468,'1'-4'6598,"-1"0"-6228,0 4 151,-18 69-476,12-29-17,-5 6 0,3 3 89,16 11 583,34-21-610,-16-10 224,36-41 184,-26-26 208,6-5-689,-14 11 28,-13 26-12,-11 41 1,-6 15-90,-2 7-452,3 2 0,-3 3 508,-6-13 0,0-5 0,1 2 0,-4 12 0</inkml:trace>
  <inkml:trace contextRef="#ctx0" brushRef="#br0" timeOffset="156284">10901 16399 21175,'-6'-35'1199,"1"0"0,-4-17-1087,11 81-56,2 29-37,-1-18 1,1 1-12,-1 2 1,0-3 25,0 18 447,-1-28-117,-3-34-347,-4-23 28,-1-35-12,3 26 1,0 1 81,1 0 0,1 2 53,1-11-157,0 40 34,2 32-34,3 33-560,-1-25 0,0 1-130,1 3 1,0-2 0,1 4-1,-2-13 1</inkml:trace>
  <inkml:trace contextRef="#ctx0" brushRef="#br0" timeOffset="158202">9984 17458 6540,'4'-8'6503,"-1"2"-2941,-3 6-991,7-16-1591,-6 9 67,1-14-475,-17 13-242,-19 2-94,-16 6 72,-13 13-269,27-1 0,1 6-39,1 5 0,3 6-50,5 11 0,5 4 33,7-6 0,6 3-146,11 6 1,10-2-281,3-14 1,7-6-3149,28-1 1,8-10 3590,-12-9 0,-1-4 0,1 0 0,-4-3 0,2-9 0</inkml:trace>
  <inkml:trace contextRef="#ctx0" brushRef="#br0" timeOffset="158858">10503 17389 12275,'1'-4'8996,"-1"1"-7993,0 3 173,-30-29-1143,17 25 46,-37-13-74,23 46 1,4 10-17,-6-2-3,3 9 0,10 4-166,24-11 1,6-2 45,-3 13-3782,40-12 1,11-13 3915,-1-28 0,-12 5 0,-4-2 0,-13-9 0</inkml:trace>
  <inkml:trace contextRef="#ctx0" brushRef="#br0" timeOffset="159208">11009 17251 24363,'-41'-4'125,"0"1"0,2 2 0,5 12-97,10 29 0,7 18 0,3-5-45,0-12 0,5 2-4,1 19 1,6 8 0,15-13-1518,33-19 0,9-11-644,-13 6 1,1-5 1451,14-13 0,-6-11 0,-28-8 0,-11 0 0</inkml:trace>
  <inkml:trace contextRef="#ctx0" brushRef="#br0" timeOffset="160316">11356 17547 21993,'-13'-54'1972,"-30"14"-1894,15 42 118,-29 9-22,28-2-185,6 1 16,5 12 29,13 16-28,1-6-29,2 1 1,2 0 89,2-3-101,2 15 314,5-29-33,1-11-130,29-34-105,-12 10 7,2 2 1,6 3-57,5 15 1,-1 10 2,-8 3 1,-3 4-74,5 3 1,-10 4-645,-28 14 1,-14 1-2042,-3-13 0,-5-3 2113,-3 2 1,0-4-1,-6-5 1,22-16 0</inkml:trace>
  <inkml:trace contextRef="#ctx0" brushRef="#br0" timeOffset="160627">11482 17275 19652,'-2'-3'5781,"0"0"-5361,-17-44-415,16 35 23,57 38-44,-22 5 6,6 6 1,9 10 0,-7-1-33,-6-1 0,-15 6-525,-24-1 1,-15 9 0,-3 0 0,9-6 0,16 2 0,-6-4 0,-36-1 0,1 0 0,-1 0 0</inkml:trace>
  <inkml:trace contextRef="#ctx0" brushRef="#br0" timeOffset="162972">30603 1116 27853,'1'-6'427,"0"2"-6047,-49 29 5574,1 7 1,-10-1-1,22-5 1</inkml:trace>
  <inkml:trace contextRef="#ctx0" brushRef="#br0" timeOffset="163756">31356 544 14017,'6'-5'7200,"-1"1"-6915,-5 4-540,30-27 532,-41 32-104,-3-14-158,-14 18 0,-7 7-30,-1-4 1,-1-1-399,-1-2 1,3 0 423,-7 1 0,3 0-5,28-6-62,6-2 101,0 8-23,-2 1 62,-16 35-56,9-14 11,2 5 1,0 3 21,5 7 3,4-12 1,0 0 254,1 8 124,2-14 756,4-17-1104,4-17-45,18-5-44,7 3-9,3 20 0,2 6-8,8 3 14,-13 4 0,-4 4-42,-8 8-449,-57 6-638,7-10-860,-8-15 1,-3-5 1137,-3-4 0,17-3 0,11-3 0</inkml:trace>
  <inkml:trace contextRef="#ctx0" brushRef="#br0" timeOffset="164400">30873 2871 14572,'1'-7'3013,"-33"59"-7863,21-22 4850,-7 6 0,2-1 0,14-18 0,2-7 0</inkml:trace>
  <inkml:trace contextRef="#ctx0" brushRef="#br0" timeOffset="165099">31433 2525 13956,'2'-4'7835,"14"-58"-7683,-38 47-29,-6-9 1,-4 4-43,0 21 0,-3 8 67,-12 2 1,4-1-15,14-2-106,12-4 112,12 9-78,1-3 11,-5 25 36,0 11 0,-2 3-19,-5 10 282,-4 0 1,13-16 310,41-57-650,-14 12-25,16-18 1,6 1-12,-4 23 1,0 7 2,18 9-527,-35 28 1,-20 5 526,-23-28 0,-6-1 0,5 15 0,-2-4 0,-33-21 0</inkml:trace>
  <inkml:trace contextRef="#ctx0" brushRef="#br0" timeOffset="165419">31586 2408 22117,'47'-16'627,"-1"-1"0,0 1 0,17-6 1,-16 5-2857,-35 14 2229,-13 1 0,-2 2 0,-2 0 0</inkml:trace>
  <inkml:trace contextRef="#ctx0" brushRef="#br0" timeOffset="232384">31056 2977 8580,'35'-44'819,"-1"1"0,1-1 0,0 0 0,0 0 0,0 1 1,0-1-1,1-2 0,0 0 0,-1 0 0,0 2 0,-2 1 1,-2 2-358,5-5 0,-3 2 0,-1 2 0,-4 3 14,-1-2 0,-3 3 0,-4 3 271,-3 0 1,-6 7-575,-10 9 224,-16 46-288,-8 17 0,-9 12-77,8-17 1,-3 5 0,-3 2-1,0 1 1,-1-1-208,0 0 0,0 0 1,-1 0-1,-2 1 1,-2 2 118,1-4 1,-2 2 0,-2 1 0,-1 1 0,1-1 0,2-2-1,2-4-2402,-7 11 0,3-4 1,1-3-1,0-1 1399,2-5 1,-1 0 0,3-4 0,6-4 0,4 1 0,10-10 0,11-18 0</inkml:trace>
  <inkml:trace contextRef="#ctx0" brushRef="#br0" timeOffset="276001">29836 3336 21500,'-2'-56'770,"17"5"1,12-9-752,-1 16 0,5-6 0,5-3 0,2-1 0,0 1-643,-2 6 0,1-1 0,2-1 0,0 1 1,0 0-1,0 2 509,-3 3 0,0 1 0,0 0 1,0 1-1,1 1 0,1 0-1199,5-2 1,2-1-1,1 1 1,0 1-1,-4 4 1,-3 3 1052,5-4 0,-4 6 0,-1 1 0,2-1 0,0 1 0,-10 8 0,-7 5 1</inkml:trace>
  <inkml:trace contextRef="#ctx0" brushRef="#br0" timeOffset="293984">9626 13573 12533,'-4'-3'3803,"-27"0"1,-5 10-3211,1 39-483,7-16 0,-3 5 0,5 5-183,10 17 1,8 7-1,1 4-665,2-17 1,0 2-1,0 2 1,1 1 0,0-1 266,0 2 1,0 1-1,1 0 1,-1-1-1,0-2 615,-2 8 0,0-1 0,-1-3 1,-2-4 574,-2 3 1,-2-5 0,-5-12 445,-33-6-975,26-53 1,3-15-172,6-18 1,9-9-125,9 13 1,5-3-1,4 0-370,6-2 1,5-1 0,4 3-8,6 1 0,5 2 0,3 4-283,3 1 0,4 3 0,0 4 206,-2 4 1,2 3-1,-2 2 1260,14-5 0,-5 3 187,-14 7 0,-7 0 1644,1-14-309,-27 9-1170,-15 8-801,-14 27 436,-10 31-694,16-10 1,2 2 16,2 0 0,4 0 174,8 13 482,16-32-314,15-41 0,5-21-79,-19 19 0,-2 0 169,6-14-494,-13 23 40,-8 29 78,2 26-83,3 31 10,5-4 9,-3-27 0,4-5 81,15-7 22,19-39-67,-15-8 0,-2-10 101,5-14 0,-4-8-36,-11 15 1,-2-3 0,-2 0 35,-5 1 0,-2 1 1,-4 0 13,-6-19 0,-4 4-6,-2 13 0,-1 4 76,-8-12-235,10 27-62,5 23 79,2 7 95,-1 1 56,1-1 16,0-2-240,1-2 28,6 14 78,2 30-45,-3-4 1,-1 6-10,-2-4 0,0 2 0,1 1-262,-1 2 1,0 0 0,4-2-1623,9 18 1,7-7 1898,4-17 0,3-8 0,15 0 0,-6-26 0</inkml:trace>
  <inkml:trace contextRef="#ctx0" brushRef="#br0" timeOffset="294335">10597 13792 23769,'-26'-41'754,"-1"0"1,13 5-1,-2 10-732,-23 32-50,32 25 28,32 26-6,-6-23 1,3 2-496,5 2 1,4 2 0,-3-3 63,-5-5 0,-2-1-76,6 10 1,-15-4 512,-49-9 0,25-14 0,-25-3 0</inkml:trace>
  <inkml:trace contextRef="#ctx0" brushRef="#br0" timeOffset="294518">10585 13678 23343,'-14'58'-835,"0"-1"1,-7-7-1,20 7 1,5-8-1,-1-35 1</inkml:trace>
  <inkml:trace contextRef="#ctx0" brushRef="#br0" timeOffset="294917">10805 13782 16157,'1'-3'4539,"26"-11"1,8-2-4041,-19 4-160,17-14 0,-8-5 926,-47-11-5519,33 96 1,10 10 3687,-12-56 1,4 37 0,3 22-1,1-26 1,3-41 0</inkml:trace>
  <inkml:trace contextRef="#ctx0" brushRef="#br0" timeOffset="316118">13752 14177 16824,'44'0'1143,"1"0"1,-1 0 0,2-3 0,0-3 0,4-2-1093,-3 1 1,4-3-1,3-1 1,0 1-1,-1-1-473,-1 0 1,0 0 0,0-1 0,0 1 0,1 0 404,3 0 0,0 1 0,1-1 0,0 1 1,-2 1-14,8-1 1,-1 2-1,-1 0 1,-2 0 38,8-1 1,-1 1-1,-6-1 356,5-1 0,-6-2-293,-6-2 1,-5-3 529,4-8-59,-14 4 90,-20 10-218,-12 7 922,-3-1-1068,1 1-92,-1 1 210,1 24-113,-3 19-196,-2 7 1,-1 5-214,1 2 1,-1 2-1592,-1 9 1,1 0 1725,-1-9 0,1-5 0,1 4 0,0-19 0</inkml:trace>
  <inkml:trace contextRef="#ctx0" brushRef="#br0" timeOffset="316820">15573 14850 14611,'-5'-8'6615,"1"1"-5326,4 7-427,-56-16-347,1 39 0,-3 16-429,8-10 0,0 4 0,25 3-3363,42 5 0,24 3 0,-8 0 2048,-28 13 0,8-7 0,29-30 0,21-9 1,-2-6-1,-23-2 0,-25-4 0</inkml:trace>
  <inkml:trace contextRef="#ctx0" brushRef="#br0" timeOffset="317105">16031 14899 13788,'-31'40'1203,"0"-1"0,0 0 0,0 1 1,0 6-1,4-1 0,21-11-1203,50-15 0,16-12 0,-25 0 0,-3-3 0,25-2 0</inkml:trace>
  <inkml:trace contextRef="#ctx0" brushRef="#br0" timeOffset="317908">16556 14716 20408,'-24'53'972,"-1"0"0,1 1 1,9 5-1,8 1 1,18-10-1540,23-24 1,17-9 0,4-4 0,-9 4 0,0 20 0,0-5 0,12-28 0,0 0 0,-1 1 0</inkml:trace>
  <inkml:trace contextRef="#ctx0" brushRef="#br0" timeOffset="318522">17450 14642 16992,'-53'10'1317,"0"0"1,0-1 0,-1 1 0,1-1 0,-13 1 0,4-2 0,9 1-1316,8 1 1,16 3 14,25 1 58,2 33 1,2 10-54,-1-9 1,0 1 136,-1 15 1,-1-5 871,-2-11-919,31-94-121,18 9 1,8 5-20,-6 10 0,-6 19 28,-18 47 0,-9 14 0,1-23 0,-8 0 0,-26 12 0,-1-1 0,0 0 0</inkml:trace>
  <inkml:trace contextRef="#ctx0" brushRef="#br0" timeOffset="318884">17644 14517 22492,'13'53'-701,"-1"0"1,0 0 0,0-1 0,1 1 0,-27 2 0,-12-4 0,-2 1 0,9 4 134,15 2-1,8 5 1,3 1 0,-5-3 0,-10-9 0,-25 6 0,-11-9 0,8-14 0,10-15 0</inkml:trace>
  <inkml:trace contextRef="#ctx0" brushRef="#br0" timeOffset="320060">16709 14669 21567,'-25'-26'2852,"1"7"-2382,-9 43-112,0 11-156,5 0 0,0 5-62,3 1 0,4 4 5,-1 12 1,6 2-96,7-13 1,7-1 24,10 5 1,10-4-9,5-15 1,8-6-2120,14-9 0,9-4 0,-5-3 2052,-12 1 0,-1-3 0,26-2 0,-13-7 0,-41-2 0</inkml:trace>
  <inkml:trace contextRef="#ctx0" brushRef="#br0" timeOffset="328455">15513 15017 11206,'-14'-30'8346,"2"3"-7215,5 21-375,-7-1-353,-10 3-100,-11 12-29,-7 4 34,4 6-89,10-5-90,9-4-29,6 2-38,-3 8-34,-3 10-11,-1 8 33,5 1-16,5-1 16,4-1-11,3 0-22,4 0 62,9 2-7,11-1 35,16-4 16,15-7-11,8-9-62,-26-12 1,1-2-9,1-4 0,1-2-23,1-3 1,0-3-1,-3-1 1,-3 0 42,16-8 95,-23 8 100,-19 7-111,-10 4-85,-9 5-44,-13 5-6,-17 9 23,-15 8-15,25-13 1,-1-1 36,0-2 0,0-3 17,-27-6-28,6-21 5,10-17 6,4-13-31,24 20 1,2-2-18,4-3 1,2-1-9,3 0 0,2 0-20,5-1 0,4 2 66,12-23-35,15 6 0,10 4-28,7 4 17,-4 4-5,-9 12 10,-13 9 1,-11 9 27,-7 4-10,-4 4-34,-13 16 22,-7 13 6,-17 25-3,12-20 0,1 4-28,2 4 1,1 5 0,2-2 13,0 0 0,2 0-8,-4 18 0,7 0-4,15-22 1,9-2-14,13 3 0,4-2 19,-12-9 1,2-5-63,21 1 1,5-14-1437,-5-28 0,-1-9 1504,7 1 0,-1-1 0,-7 0 0,-3 1 0,8-9 0</inkml:trace>
  <inkml:trace contextRef="#ctx0" brushRef="#br0" timeOffset="356217">16973 13081 15199,'0'-8'3812,"-19"-28"0,-11-1-3012,-20 27-582,1-10 1,-2 11-135,5 39 0,5 20-84,14-9 0,2 6 0,4 3-221,2 6 1,4 3-1,7 0 29,8-2 0,6 1 0,8-4-245,8-5 0,6-2 0,6-6-452,7-7 0,5-6 1,1-4-2389,-1-7 0,1-3 0,-3-3 2564,4 0 1,-6-3 0,6-2 0,-43-6 0</inkml:trace>
  <inkml:trace contextRef="#ctx0" brushRef="#br0" timeOffset="356834">16287 13739 19042,'23'-25'5,"2"7"1,6-2-2609,8-1 0,6-2 1,-1 1 1658,10-5 1,-4 3-1,-9 3 1,-9 4 0,-19 10-1</inkml:trace>
  <inkml:trace contextRef="#ctx0" brushRef="#br0" timeOffset="357968">17373 13243 11838,'4'-7'9584,"-1"2"-8715,-3 5-276,-84-35-229,26 49-308,-3-16 0,3 8-62,29 22 1,8 8-37,8-3 0,9 0 8,26 16 141,22-25 156,10-35 39,-9-27-47,-29 8 0,-4-2 64,2-18 6,-9 9-325,-5 28-6,0 25 12,0 36-15,2-14 1,2 4-23,4 6 1,4 0 16,4-7 0,5-6-26,33 2 57,-21-34 0,0-10 2,0-11 1,-2-7 27,-3-7 1,-4-6 47,-4-8 1,-6-1-68,-6 9 0,-4 0 56,-5-12 0,-3 3 68,-4-11 2,3 25 0,0 2 98,-5-7-56,-6-3 22,-7 1-84,0 8 1,5 10-102,8 17-150,6 8 72,3 17 34,4 31 13,4-2 1,3 3 0,0 1 0,3 1-11,1-9 1,2 1 0,3-3-119,15 10 0,3-6 78,-3-8 0,3-4 48,5-3 0,2-11 6,-9-18 0,-2-8 10,24-21 18,-31-2 0,-5-6 75,-8-5 0,-5-1-59,-3 4 1,-3 1 13,-5 0 1,-3 4 75,-5 1-129,1 14-67,7 27 61,7 44-5,2-10-17,5 6 1,6 1-96,4-18 0,4-3 5,6 7 1,1 0-118,2-7 0,-8 2-776,-19 3 0,-10 2 1000,-14 0 0,-6-2 0,3-5 0,-3-3 0,-26 9 0</inkml:trace>
  <inkml:trace contextRef="#ctx0" brushRef="#br0" timeOffset="358418">18429 13084 24256,'16'19'-84,"13"-1"45,21 3 106,-3-13 252,-7-36 90,-25-21-224,-11 17 0,-6-2 255,-6-2 0,-6 3 2,-13-4-319,-8 24-56,12 35 1,1 13-88,3 5 0,3 6-292,3-3 1,1 4-1,6 0-2965,7 1 0,4-1 0,2-2 1638,-2 2 1,3-5-1,8-5 1,-2-9 0,-9-19-1</inkml:trace>
  <inkml:trace contextRef="#ctx0" brushRef="#br0" timeOffset="360585">14437 13433 9279,'-60'25'1446,"1"-1"1,0 0 0,-1 1 0,-5 1 0,2-1 0,10-3-1503,9-3 0,20-9 516,52-22-404,25-10-43,-4 1 0,11-5 0,-2 1-25,-11 4 1,-1 0 0,2-1-129,-2 2 1,2-1-1,-1 1 1,-3 0 198,19-8 0,-8 3 9,1-2-74,-79 39 1,-27 14-1,-2 0 41,5 0 1,-1 0-1,-5 3-153,7-4 0,-4 3 0,-1 1 1,1 0-1,5-2 69,-10 6 1,5 0 0,5-2-190,-3 3 0,12-3 53,14-2 627,65-41-409,6-13 1,10-8-23,-14 9 0,4-3 1,1-1-1,-1 1-48,-6 2 0,0 1 0,-1-1 0,1 1 210,17-9 1,-1 1 0,-10 5 907,3-4-896,-74 40 8,-25 14 0,-12 7-124,8-2 0,-4 4 1,0 0 38,12-7 1,-1 1 0,1 0 0,3 0-197,-7 2 0,3 0 1,20-4-479,29-5 566,28-28 0,21-20 0,-3 2 0,1 4 0,-1 0 0,-7-1 0,0 0 0,0 0 0</inkml:trace>
  <inkml:trace contextRef="#ctx0" brushRef="#br0" timeOffset="385334">5978 8074 24575,'54'0'0,"0"0"0,-12 0 0,2 0 0,3 0 0,6 0 0,-4 0 0,3 0 0,-3 0 0,-9 0 0,-1 0 0,23 0 0,-20 0 0,-15 0 0,-8 0 0,-7 0 0,-3 0 0,-1 0 0,-2 0 0,-2 0 0,-1 0 0</inkml:trace>
  <inkml:trace contextRef="#ctx0" brushRef="#br0" timeOffset="518472">29205 2232 14773,'0'-31'2801,"-4"19"-2180,-17 37 1,-11 21-461,-6-3 0,-6 5 0,-5 3-757,11-11 0,-3 1 0,-2 2 1,0 0-1,-1 1 413,4-5 1,0 1 0,-2 0 0,1 0 0,1 0 0,2 0-34,-4 6 1,1 1 0,2-1 0,1-3 0,3-3 0,-4 3-1,2-5 1,8-1 0,8 4 0,0 0 0</inkml:trace>
  <inkml:trace contextRef="#ctx0" brushRef="#br0" timeOffset="529222">11931 10494 19188,'-41'-12'466,"0"1"1,0 23 0,8 15-470,16 23 0,9 14-578,2-15 1,0 6 0,1 1 0,1-2 135,0 11 1,0-2-1,0 2 71,0-12 0,0 2 1,-2-1-1,-1-4-98,-3 2 0,-3-3 0,-4-5 180,-13 7 0,-6-10 832,2-15 0,-4-10 437,-5-15 0,3-12 440,-2-33-1215,23 13 0,7-4-418,20-14 0,12-2-952,7 4 1,6-1 934,1 7 1,4-1 0,-3 4-1,-4 5 1,-1 3 0,2 4 0,0-1-1</inkml:trace>
  <inkml:trace contextRef="#ctx0" brushRef="#br0" timeOffset="536322">28147 2349 13009,'12'-59'2126,"0"-1"1,-2 8 0,-10 18-1617,-28 41-88,-12 24 1,-8 13-296,12-11 1,-3 3-1,-3 2 1,-2 2-542,6-6 0,-1 2 1,-2 2-1,-1 0 1,0 1-1,-1-1 240,-3 5 1,-1 0-1,-1 1 1,0 0-1,1 0 1,0 0 10,2-1 1,0 2 0,0-1 0,1 0 0,2-3 0,3-2 0,-3 0 0,2-2 0,4-2 0,2-1 0,-8 15 0,0 1 0</inkml:trace>
  <inkml:trace contextRef="#ctx0" brushRef="#br0" timeOffset="538474">13039 8344 17658,'-52'33'197,"0"0"1,17 10-1,5 9 1,7 6-267,13-8 1,7 6 0,3 2-1,2 1 1,-2-2-129,0-3 0,0-2 0,1 1 0,1 0 0,1 0 133,2 4 0,1 3 0,1-2 0,1-2 0,-1-7 33,1 0 0,0-6 0,-2-3-1286,-1 13 1,-10-11-2037,-31-16 3034,-1-32 0,-3-9 660,6 0 1,0-5 451,0-5 0,4-7 669,12-8 0,10-5-1054,15-1 1,10-1-50,4-10 0,10-2-288,-3 22 1,5 0-1,2 0 1,0 2-37,7-7 1,0 3-1,0-1 13,4-3 1,1 0 0,-3 1 121,-8 8 0,-1 0 0,-5 4-112,-5 3 1,-4 4-2002,10-15 1943,-16 27 0,-9 8 0,4 0 0</inkml:trace>
  <inkml:trace contextRef="#ctx0" brushRef="#br0" timeOffset="541807">27081 2347 14874,'-26'-37'966,"0"0"0,0 0 0,-5-12 1,3 15-782,6 29 364,-24 50-280,11-8 0,-7 8 0,-1 1-660,9-9 1,-1 0 0,-1 3-1,-4 1 436,4-3 1,-2 2 0,-3 1 0,0 2 0,-1-2 0,0 0-109,-1 1 1,-2-1-1,0 1 1,0-2-1,0 1 1,1-2-863,-4 5 0,-1-1 1,2-1-1,-1-1 1,0 0 924,1-2 0,-2 1 0,1 0 0,3-4 0,6-5 0,-13 8 0,10-7 0,-9 7 0</inkml:trace>
  <inkml:trace contextRef="#ctx0" brushRef="#br0" timeOffset="547938">19951 3777 14314,'61'-20'0,"0"1"1,0-1 0,0 1 0,0 0 0,0-1 0,-2 4 0,0-1 0,2 1 0,0 1 0,1-1 0,1 2 0,2-1-109,-8 3 0,1 1 1,1 0-1,1 0 1,0 0-1,1 1 1,0-1-1,0 1 1,0-1-578,1 1 0,0-1 0,1 1 0,-1-1 0,1 1 1,0-1-1,-1 1 0,0-1 0,-1 1 691,-2-1 1,-1 1 0,0-1 0,1 1 0,-2-1 0,0 1 0,-1-1 0,0 0 0,-2 0 59,7-2 0,0 1 1,-2-2-1,0 1 1,-2 0-1,-2 0 0,-3 1 256,7-3 0,-3 1 0,-2 0 0,-4 0 1,-5 1-542,29-13 1,-34 10-1228,-92 24 1397,10 2 0,-11 4 0,-6 2 0,-3 1-5,8-3 0,-4 2 0,-2 1 1,-3 0-1,0 0 0,-2 1 103,10-2 0,-2 0 0,-1 1 0,0 0 0,-2 0 0,1 1 1,-1 0-1,0 0-56,5-1 0,-1 0 0,0 1 0,0 0 0,0 1 1,-1-1-1,1 1 0,0 0 0,0 1-35,0-1 0,0 1 0,1 0 1,-1 1-1,1-1 0,-1 1 1,1 1-1,0-1 0,1 1 105,-6 3 0,-1 0 0,2 1 0,-1 0 0,1 0 1,0 0-1,1 0 0,1-1 125,-3 2 1,0 0 0,1 0 0,0 0 0,2-1 0,1 0 0,3-2 155,-9 5 0,2-1 1,2-1-1,4-3 1,8-2 145,-24 10 0,34-15-378,77-35 0,36-15-117,-27 13 1,7-2-1,4-1 1,4-1-1,2-1-3,-15 6 0,2-1 0,1-1 0,2 0 0,1-1 0,1 1 1,1-1-1,0 1-51,-6 2 0,1 0 0,0 0 0,2 0 1,-1-1-1,2 1 0,-1-1 0,2 1 0,-1-1 1,0 0-378,-1 1 1,1 0 0,0-1 0,1 1 0,-1-1 0,1 0 0,1 1 0,-1-1 0,0 1 0,0-1 0,-1 1 435,0 0 0,1 0 0,1 0 0,0 0 0,0 0 0,-1 0 0,-1 1 0,0 0 0,-3 0 0,-1 1 0,-2 0 0,9-3 0,-3 1 0,-1 0 0,-2 1 0,-2 1 0,-2 0 0,0 1 0,1 0 0,0 0 0,0 0 0,0 0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14:22:02.7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7091 3789 22750,'1'-40'971,"1"0"1,2 2-899,-2 68 0,-1 22-160,-2-2 0,0 3-533,-1-2 0,0 2 0,1-1-1332,-3 8 0,2-3 1153,2-6 1,2-6-1,0 2 1,6-30 0</inkml:trace>
  <inkml:trace contextRef="#ctx0" brushRef="#br0" timeOffset="449">7195 3403 19703,'-60'-16'713,"1"0"1,-1 1-1,-2 7 1,0 5 0,4 15-560,18 12 0,4 10 0,2 6 0,1-1-645,1 0 0,1 0 0,1 3 0,3 3 504,2 3 1,0 4-1,3 2 1,3 0-1,5-1-29,4 5 1,6-2 0,5 1 0,4-1-44,5 1 0,4 1 0,6-2 1,6-6-64,4-6 0,7-4 0,4-5 0,2-5 59,4-6 0,4-4 0,2-6 0,1-5 46,0-7 0,3-6 1,-1-4-1,-2-5 31,0-5 0,0-4 0,-2-4 0,-3-4 40,-2-4 1,-2-3 0,-2-4-1,-4-2 19,-3-2 0,-3-4 0,-4 0 0,-3-1 100,0-12 1,-5 0-1,-12 1-31,-14 3 0,-10 1 0,-6 6-137,-10-5 1,-10 9-605,2 19 0,-6 4 0,4 4 599,1 4 0,4 4 0,-17-5 0,36 11 0</inkml:trace>
  <inkml:trace contextRef="#ctx0" brushRef="#br0" timeOffset="8902">10027 3429 14773,'-25'-33'3232,"1"-1"0,-15 29 0,-4 18-3113,8 11 0,-2 13 0,3 8 0,4 4-57,9-1 1,2 8-1,4 4 1,2 1 0,5 0-1,4-5-240,3 1 0,4-2 1,5-1-1,5-1 1,7-1 178,7 1 1,7 4 0,6-2 0,5-4 0,3-9 0,4-12-484,-3-16 0,6-10 0,3-8 0,2-4 0,0-3 0,-1 0 0,-4 3 501,11 2 0,-2 1 0,-1-3 0,-1-6 0,-2-10 7,-14-4 1,1-6 0,1-5-1,-2-5 1,-2-1 0,-4-2-1,-6 2 1,-6 2-52,-1-19 0,-12 0 1,-5-1-1,2 0 54,4 9 0,5-1 0,-3 0 1,-9 2-1,-15 4 15,-18 1 0,-15-1 0,-10 2 0,-6 7 1,-2 8-1,1 14-258,7 16 0,-3 13 1,-2 9-1,-1 5 0,0 0 1,-1-2-1,2-6-267,-5-9 0,-2-5 1,0-1-1,2 1 1,2 6-1,3 9 342,0 14 1,-1 11-1,2 5 1,6 3-1,10-4 1,12-7-1,13 8 1,14-4-1,3-10 1,0 1-1</inkml:trace>
  <inkml:trace contextRef="#ctx0" brushRef="#br0" timeOffset="9872">10241 3823 20792,'22'-52'267,"0"0"0,15 6 0,3 11-267,12 18 291,-11 29 1,-7 12-230,-25 15 67,-5-5 1,-9 5 77,-23 3 0,-14 3 0,4-6-617,12-7 0,1-2 432,-13 6 1,-4 3-1,17-5 1123,30 4-798,22-27-218,13-7 0,9-6-118,-2-11 0,4-6 0,-2 0-400,8-2 0,-2 0 389,5-5 0,-10 4 0,-28 13 0,-22 9 0</inkml:trace>
  <inkml:trace contextRef="#ctx0" brushRef="#br0" timeOffset="11438">11658 3854 12931,'-56'10'1671,"-1"1"0,1 0 1,7-1-1,1-1 0,7 1-853,-12 8 129,33-6 134,54-7-866,15-11 1,11-4-155,-2 1 1,7-1 0,5-2-863,-11 2 0,6-2 0,1-1 0,-1 1 0,-4 0 812,-2 1 0,-4 1 0,0-1 1,2 0 1,-2 1 0,4-1 1,0 0-1,-4 1 1,-9 2 474,6-2 1,-7 2-371,0 1 0,-9 1 240,-14 1-515,-39 11-1697,-17 6 1854,9 3 0,5-3 0,18-5 0</inkml:trace>
  <inkml:trace contextRef="#ctx0" brushRef="#br0" timeOffset="20769">7740 4076 17182,'-38'0'1148,"0"0"1,-21 0-1015,57 0 538,10 2 22,19 0-425,32-1-230,-8-2 1,5-1-26,-2-1 0,2 0-7,-8 0 1,3 0-1,1 0-4,3 0 1,2-1 0,0 1 3,3 0 1,1 1 0,-2-1-7,-11 1 1,-2 0 0,2-1 1,14 1 1,2-1 0,-7 0 16,-11 1 0,-1-1-9,-2 1 0,3 0 0,-3-1-6,-1 1 1,-3 0 6,17 1-7,-22 0 1,9 4-6,-33-2 50,18 5 152,36-13-157,-29 7 39,4-5 0,5 1 73,-6 3 0,-3 0-79,12 0 342,18 0 17,-52 0 78,13-1-363,17-2-130,-3 1 124,6 0 122,-26 3-139,3 0-414,-13-1 285,-17 5 0,2-3 0,-12 3 0</inkml:trace>
  <inkml:trace contextRef="#ctx0" brushRef="#br0" timeOffset="22421">13427 3672 20207,'5'-40'1107,"0"1"0,2 1 0,6 1-757,17 1 0,5 4-316,10-8-23,-14 14 0,3 6-44,23 15 10,-21 20 1,-1 5 16,24 7 6,-28-1 0,-8 8-6,-21 12 1,-9-1 33,-4 5 3,-3-2 0,-7-4 148,-28-8-95,18-14 17,-5-5 72,27-18 18,4-14-191,4 5 11,7-8-3398,55 6 3387,-31 7-3,7 1 1,4 1-37,11 8 33,-14 9 0,0 4-16,17 7 16,-25-3 1,-8 4-23,-12 25 33,-8-9 1,-3 1 0,-4 20 16,-3-20 0,-9-5 28,-27-19 1,-6-8-37,19-1 0,-1-1 1696,-22-2 0,-1-4-1696,20-7 0,3-2-2674,-28-14-7171,11 4 8725,18 1 1,27 11-1,3 3 1</inkml:trace>
  <inkml:trace contextRef="#ctx0" brushRef="#br0" timeOffset="23521">13665 3178 16852,'-60'-20'1396,"0"0"1,18 0-1,1 9-1007,0 22 0,1 13 113,-4 12 0,1 5-376,5-8 0,-1 2-65,7-6 1,0 2-1,4 5 172,1 17 1,5 5-1,4-5-1520,1-8 0,2 0 1305,-1 4 1,-1 4 0,8 1-713,13 4 0,8 1 0,-1-10 727,4 12 13,0-8 1,5 9 0,6-6-93,3-19 1,4-4 0,-1-3 70,3 9 1,2-2-10,-3-2 1,3 0 0,3-5 78,0-8 0,3-6 1,4-4-23,8-8 0,6-7 0,1-2 0,-2 2-47,-11 4 1,-1 1-1,0-2 1,4-5 24,-2-6 0,7-4 1,1-4-1,-1-1 1,-6 0-1,-9 3-223,6-6 1,-5-1 227,8-5 0,3-5 0,-8-3 665,-20-1 0,-6-2 0,-2 1-690,7-1 0,-4-4 108,-7 0 1,-2-7 0,-4-2 0,-8 6-42,-17-14 0,-8 3-96,10-6 1,-4 2 8,-11 9 1,-3 3 41,5 0 0,2 4 3031,-7-8-3079,8 19 1,-6-3 0,-1 6 449,0 11 1,-4 4-451,-9-4 1,-6-1 0,4 3-912,5 3 0,1 2 906,-5 2 0,0 3 28,8 3 0,5 1-34,-2 0 6,-18 0 0,0 0-11,23 4-180,-13 2 1,1 2-370,20 0 560,-29 7 0,40-7 0,-1 3 0</inkml:trace>
  <inkml:trace contextRef="#ctx0" brushRef="#br0" timeOffset="24687">13857 4809 12701,'2'-38'4915,"0"-1"0,-2 17-1588,9 11-3203,-7 44 2,0 5 1,0 10 0,-1-3 16,-1-3 0,-1 1-28,0 6 1,-2 5 0,1-1-45,1-5 0,-1 0 0,0 1 44,-2 10 1,0 2 0,0-6-105,2-4 1,1-5 49,-2 2 1,1-15-124,2-31-862,1-4 924,13-9 0,-10 6 0,10-6 0</inkml:trace>
  <inkml:trace contextRef="#ctx0" brushRef="#br0" timeOffset="25872">13673 6114 11032,'0'-3'9830,"21"-56"-7410,-13 40-1171,16-41-1076,-21 55 68,-11 15-20,-13 19 0,-4 7-114,-7 14-66,11-13 0,-2 7 1,6-6-20,3 11-11,9 1 0,7-2 34,14-6 101,7 5 145,35-49-1822,-14-21 0,1-6 1539,-11 12 1,0-2-661,4-6 1,2-4-1,-11 7 686,-9 7 117,21-16-173,-35 44 44,0-7-5,-1 31 28,-5-3 0,-2 0 2195,1 16-2181,-6 1 0,-3 5 5,-2 2 0,-1-3-47,3-14 0,0 1 1726,-4 23 1,4-4-1783,5-18-17,1-1-588,3-24 644,24-37 0,-17 14 0,18-15 0</inkml:trace>
  <inkml:trace contextRef="#ctx0" brushRef="#br0" timeOffset="26772">14225 5848 13732,'-43'-43'1966,"0"0"0,-1 0 0,-5 13 0,-4 5 0,1 10-1784,-10 8 0,-1 16 0,16 6 0,-2 7 0,1 4 0,3-1-37,2 3 1,4 0 0,-2 6-566,4 0 1,-3 6 0,0 2 0,2 0 0,5-5 437,0-1 1,5-3 0,1 7 1,3 3 0,0 8 1,2 3-1,3-2 1,4-5 1,6-3 1,5-3-1,2 4 156,-2 9 1,2 7 0,2 1 0,7-4-130,7-7 0,6-1 0,3-2 0,-2-3-29,0 4 1,0-3-1,9-2 22,11-2 0,8-2 0,6-3 0,0-8 10,-2-11 0,3-7 0,-1-3 0,-1 2-52,5 7 0,-2 1 0,4-8 40,-9-9 0,4-4 1,2-4-1,-4-3 0,-9-2 52,5-11 1,-4-8-1,-1-3 1,6-6-1,-2-3 1,-7 4-43,0-3 0,-6-5 351,-12 4 1,-1-8 0,-4-2 0,-7 3-344,-9 2 0,-7 2 0,-1-1-49,5 1 1,0 0-1,-4-2 292,-6-8 1,-4-3 0,-3 4-263,0 10 0,-1 3 0,0 2-42,-1-11 1,-3 0 43,-4 2 0,-5-3 0,6 11-2,0 4-25,1 1 0,-2-2 8,5 5 1,-2 3-96,-5 7 0,-5 3-4240,-23-3 1,-3 7 4312,23 9 0,2 5 0,-7 6 0,9 3 0,24-2 0</inkml:trace>
  <inkml:trace contextRef="#ctx0" brushRef="#br0" timeOffset="28687">10611 4527 9167,'-3'-2'9830,"0"1"-7775,-18-18-1114,17 13-285,-14-15-303,24 19-79,4 5 118,29 25-330,-9-7 55,13 8 1,6 6-51,3 0 0,0 1-61,-8-6 0,2 2-1,-1 0 1,3 2-1,-2-2-1,-7-7 0,-2-1 0,-1-1-4,7 6 0,1 1-8,-4-5 1,3 0-1,-6-1-31,-8-3 0,-3-2 44,3 2 1,1 1 5,7 9 0,0 1 0,-2-2 1,0 0-10,-5-4 1,1 1-9,13 9 1,1 0 27,-13-9 1,0-3-29,-4-3 1,1 2 13,13 8 1,1 0 10,-6-6 1,-2-1-18,-4-3 1,0 1 33,8 7 1,-2 1 75,11 13-78,-7-5-23,-10-11 0,1 0 146,22 9-107,-7-3 0,-8-9 1,-3-2-40,-6-3 42,6 6 1,-1 2 19,-2 4-15,-5-5 1,-1-1 3,-3-1 33,17 12-129,-8-6 57,-2-4 10,8 6-21,-15-17 10,0 0-16,7 6-18,13 8 52,-9-6-18,12 6-33,-11-8 22,-16-8 6,12 9 16,-20-12 13,-4-3-3,-3-2 0,-5-5 0</inkml:trace>
  <inkml:trace contextRef="#ctx0" brushRef="#br0" timeOffset="29955">14692 3749 11922,'-4'-1'9830,"-41"-13"-8580,35 10-942,-25-7 263,93 19-470,-6-5-27,-1-2 1,12-1 0,-3-1-33,3-3 0,2-2-10,-9 1 0,9-2 0,-2 1 1,-7 0-36,0 0 0,0 1 15,-4 0 1,7-1 0,-1 0-1,-9 2 27,-6 1 1,-3 0-32,19-1 1,-4 1 63,-11 0-49,-42 3-23,-1 0-555,-1 2 555,10 3 0,-8-1 0,8 1 0</inkml:trace>
  <inkml:trace contextRef="#ctx0" brushRef="#br0" timeOffset="31215">17288 3290 20755,'-11'-2'2101,"0"1"-1748,-41 5-152,6-1 1,-2 0-113,13 0 1,-1-1 215,-17 1 1,6-1-138,23-2 151,-1-1-274,19 7 5,-2 4 264,-23 45-247,14-24 84,-2 5 1,-4 10-1,4-8-72,0 6 7,-4 12 1,3-1 182,11-16-174,1 1 532,11-33-520,41-43-107,-13 14 5,12-6 1,5 2-9,-10 17 0,0 3-5,-1-2 0,0 3-1,0 3 1,0 7-20,13 27 0,-5 5 22,-6-7-17,-14 28 1,-21 5 28,-38-32 0,-12-5-26,8 11 0,-2-4-165,-12-5 1,0-18-382,13-34 1,4-6 0,-6 16-1,16-16 1,1 1 0</inkml:trace>
  <inkml:trace contextRef="#ctx0" brushRef="#br0" timeOffset="32208">17200 2993 10416,'0'-4'4915,"-39"-21"0,-26 5-5423,14 31 0,-7 16 1,-2 2-1,4-11 539,-1-19 1,3-8 0,-3 10 268,10 13 1,-4 6-1,0 5 1,3 6 0,6 5-84,4 10 0,4 10 1,5 4-1,2-2 0,3-8-152,-2-3 1,4-6 0,-1 7-32,2 1 1,-5 8-1,0 5 1,4 0-1,5-3 1,9-9 24,15 6 1,10-7 0,0-2 391,-6 6 1,5 0-382,6-10 0,8 2 0,2-1 0,-1-8-28,9 0 0,4-6-14,-7-2 0,5 3 0,3-2 0,1-6 23,3-8 1,2-5 0,0-3 0,-2-1-41,1 2 0,-2-3 1,4-4 6,5-7 0,6-5 0,-1-3 0,-7-1 927,-10-1 0,-5-1 0,2-1-921,15-7 0,4-3 0,-5-1 6,-12 3 0,-4-1 0,-1-3 92,-2 0 0,-1-2 0,-3-4-48,1-10 1,-3-4 0,-8-3 22,-9-9 0,-8-4 0,-2 1-88,3 3 0,-1 1 1,-6-2 30,-8 5 1,-6-3 0,-1 2-1,2 8-29,4 0 1,-4 3 30,-13-10 1,-7-5 0,4 14-37,-5 9-6,2 7 0,-9-7 0,-5-1 0,3 7-19,-3 10 0,1 6 1,-1-2-10,-2-8 0,0-2 0,-2 6-118,-1 9 1,-2 5-1,2 10 146,-1 12 0,1 9 0,6-3 0,7-9 0,1 2 0,-16 13 0,-1 1 0</inkml:trace>
  <inkml:trace contextRef="#ctx0" brushRef="#br0" timeOffset="33750">15388 3727 15501,'-22'-3'3311,"9"1"-2241,21 2-594,23-3 0,6-2-431,-4 2 22,28-5 0,6 1 0,-26 4 0,-1 0 11,17-1 1,0 1 61,-8 3 0,-3 0 36,-11 1 1,-2 1 48,17 2 184,-10-1-135,-22 0 381,9-1-487,-9-1 39,9-1-95,-11 0 28,-3 0-246,-12 0-742,-21 5 0,14-4 0,-14 3 0</inkml:trace>
  <inkml:trace contextRef="#ctx0" brushRef="#br0" timeOffset="62554">10993 3980 24575,'9'-4'0,"6"2"0,8 2 0,26 0 0,-12 0 0,18 0 0,-16 0 0,5 0 0,4-1 0,-15-2 0,1 0 0,14 0 0,-13-2 0,-2 0 0,-4 2 0,13-5 0,-20 3 0,26-5 0,-21 4 0,16-1 0,-18 3 0,12-3 0,-9 2 0,20-3 0,-19 2 0,23-6 0,9-6 0,-12 4 0,-10 4 0,-1 0 0,0 1 0,15-3 0,-13 4 0,0-3 0,-7 5 0,0 0 0,18-5 0,-17 5 0,0 0 0,26-4 0,-17 3 0,6 0 0,-23 3 0,9-2 0,-3 0 0,12-2 0,-3 1 0,9 0 0,-12 4 0,-2-1 0,3 4 0,-19-3 0,12 1 0,-17-2 0,-1-1 0,-4 3 0,5-4 0,-5 4 0,1-3 0,-3 4 0,-5 1 0,0 0 0</inkml:trace>
  <inkml:trace contextRef="#ctx0" brushRef="#br0" timeOffset="90953">7107 3367 24575,'9'0'0,"1"0"0,4 0 0,0 2 0,0 3 0,4 4 0,0-1 0,1 1 0,-2-4 0,-1 0 0,-5-1 0,4 4 0,-7-5 0,8 7 0,-2 0 0,-1 2 0,-1-1 0,-5-5 0,-1-2 0,2 0 0,-2-1 0,0 2 0,-2 2 0,0 1 0,-1 2 0,0 1 0,0-1 0,1-1 0,-1-1 0,2-3 0,0 1 0,1-1 0,0-1 0,-1 1 0,3 0 0,-4-1 0,3 1 0,0-2 0,-1 1 0,1 1 0,0 1 0,-2-2 0,-1 2 0,-1-2 0,-1 6 0,0-1 0,-1 10 0,-1-7 0,3 15 0,-3-16 0,3 8 0,-1-12 0,-2-2 0,2-2 0</inkml:trace>
  <inkml:trace contextRef="#ctx0" brushRef="#br0" timeOffset="252701">20846 1811 18952,'-3'60'578,"0"0"1,2 3 0,4 2-520,1-19 1,2 1 0,2-3 122,8 14 0,5-8 244,3-15 0,6-11 745,31-22-830,-30-21 1,-3-10-99,-5-9 1,-5-5-104,-4-6 0,-5 0-81,-3 5 0,-2 2-48,-1-18-823,-3 26-2174,3 30-6845,11 32 8830,-2-1 1,0-1 0,-9-20 0</inkml:trace>
  <inkml:trace contextRef="#ctx0" brushRef="#br0" timeOffset="252917">21473 2165 23769,'-18'15'-1905,"8"25"-1556,12 25 3461,0-30 0,0-3 0,-1-2 0,-1-12 0</inkml:trace>
  <inkml:trace contextRef="#ctx0" brushRef="#br0" timeOffset="253102">21456 1932 16241,'-4'-5'4766,"1"2"-7516,-33-39 2750,40 34 0,-37-33 0,45 43 0</inkml:trace>
  <inkml:trace contextRef="#ctx0" brushRef="#br0" timeOffset="253648">21836 1957 16751,'-8'0'4531,"2"0"-4475,-14 34-28,32-10-51,-5 6 1,4 3-222,18 0 1,5-2-158,-4-1 1,-3 3-2182,-3 12 0,-9 0-4302,-19 7 5761,-14-21 0,-7-5 1123,-27-11 0,-6-45 1344,47-3 0,8-7 1720,3-9 0,5-2-516,7-4 1,3 5-1065,2-7-10,-9 21-1082,-20 53-429,-1 20 1,0 12-441,1-2 1,1 5 0,0-1-538,1-2 0,0-1 1,1 0 447,2 2 1,1-1 0,2-8-1,0 1 1,4-19 0</inkml:trace>
  <inkml:trace contextRef="#ctx0" brushRef="#br0" timeOffset="253895">22128 2090 17417,'0'-4'6542,"0"-35"-6519,7 65-51,-2-42-412,3 53 1,1 22-2956,1 2 2716,-3-18 1,0-2 0,-1-1 0,-3-23-1</inkml:trace>
  <inkml:trace contextRef="#ctx0" brushRef="#br0" timeOffset="254082">22222 1861 15266,'-3'-4'3232,"-22"-46"-3232,34 41 0,-28-37 0,34 49 0</inkml:trace>
  <inkml:trace contextRef="#ctx0" brushRef="#br0" timeOffset="254366">22531 1585 25068,'9'29'-204,"-1"22"1,1 17 0,0-1-849,1-10 1,1-1 0,1 4 1051,-2-9 0,1 4 0,1 1 0,-1-2 0,-1-8 0,4 17 0,0-12 0,13 8 0</inkml:trace>
  <inkml:trace contextRef="#ctx0" brushRef="#br0" timeOffset="255506">22613 2183 15569,'41'-43'888,"0"1"1,-14 6 0,2 3-848,12 9 0,7 2 0,-7 2 1556,5-17 968,-42 18-2162,-12 42-358,7 29-26,32-27 1,7-7 120,0-7 188,4-41 0,-16 3 515,-59 40 0,-3 13-2182,48 0-87,-25 30 1,9 5-142,31-31 1,15-7 0,1-7-882,21-8 0,3-12 2334,-18-5 0,0-5 0,0-4 2035,1-6 1,-1-5-1,-4 0-627,6-2 0,-8-3 515,1-14 0,-24 4 11,-76 15-1781,14 15-24,4 32 0,-5 16 0,14 5-304,28 19 1,12 1 232,-16-7 0,5-22 183,21-52 0,11-33 0,-10-3 359,-19 11 0,-8-3 0,-3-2 0,3-1-407,7-11 1,3-4 0,0 4 0,-6 14 38,-17-10-491,25 86 1,9 37 0,4 12-1,-2-8-2904,-1-9 0,0-2 0,0 3 2603,0 5 1,2 6 0,-2-5 0,-6-14-1,-6-1 1,-3-37 0</inkml:trace>
  <inkml:trace contextRef="#ctx0" brushRef="#br0" timeOffset="257400">23032 2258 12522,'32'-17'4195,"-6"0"-2996,-5-4-802,-7 0-111,-7 7-5,-1-1 43,0-1 326,-2 1-404,-1-7-206,-4 0-130,0-1 140,-1-7 34,1 10 129,-4-3 185,-3 11 22,-4 2-219,3 5-100,1 4-62,3 0-11,1 1 6,-1 0-17,-8 4 55,-5 3-55,-3 3-39,2 4-1,9 4-49,4 3-623,10 4-1674,1-5 2369,7 3 0,-7-14 0,1 2 0</inkml:trace>
  <inkml:trace contextRef="#ctx0" brushRef="#br0" timeOffset="257918">24602 1723 21405,'-6'-18'-297,"-17"10"-512,56-5 0,34-6 1,-12 4-1,-18 5 1,12-2-1,1-1 1</inkml:trace>
  <inkml:trace contextRef="#ctx0" brushRef="#br0" timeOffset="258123">24587 2029 22688,'58'-22'-1236,"-1"0"1,0 1-1,-1 0 1,-1 0-1,-7 1 1236,-4-1 0,-6 2 0,13-6 0,-22 13 0</inkml:trace>
  <inkml:trace contextRef="#ctx0" brushRef="#br0" timeOffset="260092">26058 1220 11021,'0'-8'6648,"-60"20"-6318,22 7 1,-3 3-222,-15 1 0,-2 0 442,17-4 0,-2 1 0,7-4-405,-13 6-12,4-8 297,46-6-61,4 19-12,1 27 1,0 13-264,-1-9 0,0 4 1,1-2-81,-2-5 0,0-1 0,4 2 4,3-3 1,2 5 0,3-5-1,-2-11-103,16 5-401,14-29 1,14-6-1,-11-7 1,-8-11-1,12-13 1,0 0-1</inkml:trace>
  <inkml:trace contextRef="#ctx0" brushRef="#br0" timeOffset="261342">32794 858 11026,'-3'2'9041,"0"-1"-8101,3-1-716,-49 12-67,54-9-84,-22 5-51,42-12 1,17-3 5,-5 0 0,-1 0 22,-1 0 1,-1 1 139,6-1 281,-21 9 173,-15 27-487,-2-6 22,5 42-112,0-23-21,3 0 1,5 9 0,-3-4-50,-2-11 1,0 1-21,2 10 1,3 5 0,-5-5-88,-5-10 1,-8-3-1129,-20 4 0,-11 1 1,0-5-2934,2-4 1,-2-3 3604,-7-1 1,-6 0 0,8-8 0,-4-10 0,19-5-1</inkml:trace>
  <inkml:trace contextRef="#ctx0" brushRef="#br0" timeOffset="262710">26481 1624 15866,'-2'-2'5046,"1"-1"-4183,-12-23-291,14 39-7,-5 28-414,7-4 1,1 6-21,1 22 1,-1-1-74,-2-22 1,-1-3 389,2 9 0,0-6 0,0-17 7,-2-52-385,-7-8 0,-3-9-18,1-13 0,1-9 0,-1 6-16,-1 7 1,0 1 9,2 5 1,1-2 0,3 14-86,3 18 78,2 61-53,3 5 0,0 8 36,-1-9 1,0 3-1,1-2-19,1 6 0,-1-4 78,0-7 0,-2-18-274,-6-52 0,-2-15-486,3-17 1,-2 17 0,0 2-1,4-4 1</inkml:trace>
  <inkml:trace contextRef="#ctx0" brushRef="#br0" timeOffset="263007">27021 1976 24021,'3'45'-785,"1"0"1,-4 19 0,-6-9 0,-2-36 0</inkml:trace>
  <inkml:trace contextRef="#ctx0" brushRef="#br0" timeOffset="268766">1727 6634 19860,'-10'-10'1282,"-23"12"-1201,-4 13 0,-3 5-36,-1-4 0,-1-2 39,-8 2 0,1-3 157,-9-2-118,22-7-90,22-4 113,13 12 146,-2 20 5,-4 20-143,-1-7 0,0 5-73,-2 9 0,1 3-45,0-5 1,4 2-11,4-13 0,1 1 0,4-5 13,0-5 1,6-5-91,7 3 1,8-7-746,5-20 1,6-9 795,17-10 0,-1-6 0,-18 9 0,-3-2 0,2-6 0,1 0 0</inkml:trace>
  <inkml:trace contextRef="#ctx0" brushRef="#br0" timeOffset="269100">2081 6744 18908,'-3'-4'5275,"2"1"-4950,4-11-140,2 44-45,-5 27-441,-6-15 1,-3 8-1,-1-1-1528,-2 15 1,-3-1 1157,-4 3 1,1-8 0,1-10 0,11-27 0</inkml:trace>
  <inkml:trace contextRef="#ctx0" brushRef="#br0" timeOffset="269616">2411 6656 24223,'29'-48'425,"8"13"-386,12 43-11,-7 6-16,3 12 27,-6 6 56,-1 11 0,-4 11-11,-19-1 0,-4 5-62,-4-12 1,-2 2-12,0 16 0,-1 1-64,-3-10 0,-4-1-34,-7-1 0,-3-2-8,5-11 0,-5-4-499,-11 2 1,-7-9-4323,-4-19 1,-1-5 2924,-13 6 0,-3-8 0,44-3 0</inkml:trace>
  <inkml:trace contextRef="#ctx0" brushRef="#br0" timeOffset="270391">3291 7065 18863,'53'-9'974,"0"1"1,0 0-1,0-1 1,-1 1-1,-2-23 1,-5-2-893,8 14 0,3 2 0,-28-3 433,-73-21 1,-1 14-521,73 43 21,-43-11-400,35 16 0,27 16 1,8 3-1,-13-6-434,-13-4 1,-6 1 251,6 17 1,0 8 0,-12-12 0,-19-14-1,-12 10 1</inkml:trace>
  <inkml:trace contextRef="#ctx0" brushRef="#br0" timeOffset="271022">4933 6676 20420,'-32'-19'657,"1"0"0,-15 5 0,-1 8-486,12 9 0,-1 4 417,-23-2 0,1-1-504,12 1 50,14 13 1,9 6-57,21 6 85,-2 8 1,-2 16 0,0 3 0,2-4-114,3-6 1,2-3 0,3 3-112,1 4 1,1 4 0,5-1 0,7-9-1856,14-6 1,8-7 0,0-8 1349,6-5 1,1-8 0,4-7-1,-9-4 1,-28-3 0</inkml:trace>
  <inkml:trace contextRef="#ctx0" brushRef="#br0" timeOffset="271759">5364 6811 23478,'41'-43'212,"1"0"1,0 0 0,6 18 0,4 8 0,-15 20-249,-27 32 1,-14 21-1,-1-1 45,10-7 1,0 0-1,-8 1 9,-16 1 0,-10 3 1,-1-3-1,11-10 89,11 14-813,70-32 706,-9-30 0,12-11 0,-6 1 0,0 2 0,-3 0 0,2 0 0,-1 0 0</inkml:trace>
  <inkml:trace contextRef="#ctx0" brushRef="#br0" timeOffset="272386">6424 6462 12685,'-9'-3'9690,"-7"-6"-9618,18 7 136,17-7 100,41 0-40,-21 4 264,9-1-184,-60 55-292,11-22-27,5 12 1,4 12 0,0-2-25,3 2 1,-3 3-879,-4 1 0,-3 9 0,-1 0 0,-1-8 861,2 3 1,-9-4-273,-13-8 1,-10 4-1,-1-4 1,7-15-1,1-13 1,-15 1-1,1 0 1</inkml:trace>
  <inkml:trace contextRef="#ctx0" brushRef="#br0" timeOffset="273508">1546 8061 14762,'-44'-1'1423,"1"0"0,-5 2 0,2 1-3632,7 1 1,2 1 2387,-20 2 606,19-3 1,1-1-456,-4-1-285,21 1 859,-10 7-635,13 26-84,3 7-129,-3 8-719,11-3 0,1 9 1,1-5 667,2-16 1,0 1-6,-2 10 0,-1 5 0,6-2 552,17 13 0,7-10-1554,10-10-2275,-4-12 0,7 3 0,-2-11 3106,21-16 1,3-4 0,-42-5-1</inkml:trace>
  <inkml:trace contextRef="#ctx0" brushRef="#br0" timeOffset="274106">1676 8320 21719,'21'-35'444,"0"0"1,20-6-1,-1 9-438,-9 17-12,4-1 1,-2 12-138,-10 34 0,-7 11 37,-1 5 66,-4 11 1,-11 5 57,-20-21 1,-11-2 0,4-3-8,5-1 1,-1-1 44,-9 5 0,-6 2 0,9-11-28,13-15 16,-14 13 136,52-33-169,-1 1-34,31-9-490,-7 2 1,2-1-286,-11 4 0,1-1 798,27-7 0,-4 1 0,-20 5 0,7-2 0</inkml:trace>
  <inkml:trace contextRef="#ctx0" brushRef="#br0" timeOffset="274689">2369 8147 12034,'0'-4'8570,"5"1"-8172,21-6 565,25-6-761,-13 5 308,11-5-196,-40 12 218,-1 1-409,-7 5 409,0 24-348,6 8 1,0 3-140,3 25-25,-2-16 1,1 7 0,1-1-29,-1-6 1,0 0-1,-1-1 8,3 14 0,-4 2-49,-5 3 1,-5 4 0,-15-17-437,-39-33 0,-5-5 1,29 29-1,0-4 1,-23-39-1,0 0 1</inkml:trace>
  <inkml:trace contextRef="#ctx0" brushRef="#br0" timeOffset="275522">3221 8452 19288,'63'-1'1593,"0"0"1,-18-2-1553,-3-1 1,16-3-1,6-2 1,-4-1 0,-13 1 75,-4 0 1,-13-6 503,-8-46-64,-47 42 1,-12 5-561,-3-6 0,2 3 37,2 6 5,59 16-79,19 12 1,14 10 0,-7-2 3,-15-8 0,-6 6-1092,7 28 0,-3 16 0,-18-8 1128,-27-16 0,-11-3 0,-3 21 0,-2-6 0,-10-18 0</inkml:trace>
  <inkml:trace contextRef="#ctx0" brushRef="#br0" timeOffset="276637">4842 8105 19848,'-44'-9'700,"-13"12"-616,22 10 0,-3 3 8,-9-1 1,-1 0 187,5-3 0,2-2-129,-17 2-84,40-5 382,22 31-1826,-10 12 1,-2 6 1398,5-15 0,1 5 52,-2 4 1,-2 11 0,0-1 0,3-7-64,1 2 0,2-4 45,-3 0 0,1 3 0,14-16-401,44-22 1,9-18-312,-8-10 374,-11-2 1,12-5 0,-1-1 0,-14 5 0,-2-1-1,-1 0 1,1 1 0</inkml:trace>
  <inkml:trace contextRef="#ctx0" brushRef="#br0" timeOffset="277073">5396 8221 24060,'-13'-8'1255,"2"58"-1160,5 2 1,0 8-33,0-3 1,-1 4-1,1-7-55,1-13 1,1-3-673,-1 17 0,2-6-5755,8-22 6419,6-5 0,-5-22 0,-3 0 0</inkml:trace>
  <inkml:trace contextRef="#ctx0" brushRef="#br0" timeOffset="277659">5963 8747 17776,'0'-3'7421,"7"-32"-7494,-6 30 68,5-16-443,-13 60 0,-8 22 448,2-24 0,-1-1 0,1 18 0,-1-4 0,-7-11 0</inkml:trace>
  <inkml:trace contextRef="#ctx0" brushRef="#br0" timeOffset="283100">6473 8504 18162,'-3'-38'3450,"1"0"-3321,8 10-112,18-6-34,17 2-89,14 9-146,-2 17 100,-13 28 96,-18 36 48,-17-25 0,-4 1 8,-6 13 0,-6 0 47,0-13 1,-3-3 333,-17 20 370,7-30-219,11-24-336,7-7-235,4-2-12,18 6 34,21 12-45,-6 2 1,2 2-82,5 5 1,0 2 32,-5 2 1,-6 4 109,-4 25 28,-57-1-577,-6-25 0,-5-5-3621,3-4 0,1-4 3491,1-4 1,5-4 0,9-5-1,20 0 1</inkml:trace>
  <inkml:trace contextRef="#ctx0" brushRef="#br0" timeOffset="283417">7253 8739 20296,'-7'47'-728,"0"1"0,1-11 0,-2-2 0,-7 17 0,5-30 0</inkml:trace>
  <inkml:trace contextRef="#ctx0" brushRef="#br0" timeOffset="284101">7590 8352 14342,'0'-5'7556,"0"1"-5870,7-57-1283,-5 46-503,6-45 231,-15 98 1,-4 21-65,1-6-32,1 6 1,-2 14-1,6-12 145,7-1 357,17-25 1,6-12-328,1-33 0,4-14-50,6-3 1,3-6 0,-4 3-175,-8 4 0,-1 8 70,39 25-50,-57 19-1473,-4 14 1,-2 18 0,0 3 0,-1-14 1466,-1 12 0,0-7 0,0 7 0,0-18 0,0-28 0</inkml:trace>
  <inkml:trace contextRef="#ctx0" brushRef="#br0" timeOffset="285453">8466 8105 8976,'-16'-17'9830,"11"8"-7315,26-9-2442,30 7-40,-18 5 1,-1 0-23,16-2 264,-27 11 252,-28 26-341,8 8 0,4 15 0,0 6 1,-4-2-207,-6 3 0,-3 0 1,-2 2-1,1 1-243,3-6 1,2 2-1,-1 1 1,-2-2-1,-4-4 263,-7 3 0,-4-3 0,-2-5 0,1-9 0,-4-5 0,0-12 0,-19-5 0</inkml:trace>
  <inkml:trace contextRef="#ctx0" brushRef="#br0" timeOffset="287638">1320 9766 20739,'-40'-12'599,"9"3"-557,-4 11 0,-3 3 25,-21-2-17,24-1 1,0-3 257,-29-11-258,31 5-39,7-5-195,25 10 16,1 8 229,-6 32 6,-5 26-50,1-13 0,1 8 14,1-5 1,1 5 0,1-4-29,-1 2 0,3-1-5,1-11 0,1 2 0,4-6-49,5-8 1,5-4-974,24 17-497,-5-26 0,5-6 842,1-10 1,-1-4 0,18-5-1,-18-7 1</inkml:trace>
  <inkml:trace contextRef="#ctx0" brushRef="#br0" timeOffset="288271">1611 9982 11883,'-4'0'7165,"0"0"-6113,25-55-934,-8 37-79,0-13 0,4 2 12,13 16-102,23 6-38,0 9-4,-14 22 1,-5 9 165,-8 12-40,-14-4 1,-9 2 50,-21-6 0,-7-2 142,0-1 1,-3-2 591,-2 0 0,-1-5-610,-4 1-80,16-29-100,27-17-39,45-3-11,-12 7-4,-3 7 1,4 8-210,7 21 0,-5 8 196,-4 10 39,-5-3 0,-14 3 14,-36-6 0,-16-3-250,-10-7 1,-9-5-1,2-1-1929,-4 1 1,-1-3 1598,7-6 1,-3-2 0,10-6 0,4-13-1,25 4 1</inkml:trace>
  <inkml:trace contextRef="#ctx0" brushRef="#br0" timeOffset="289003">2464 9914 19372,'19'-27'147,"1"0"1,4 1 0,0 5-36,12 13 17,-6 4 341,-9 21-182,-9 32 1,-5 10-259,0-20 1,1 2-26,5 10 1,3 8 0,-2 0-1398,-2 6 0,-2 1 0,0-7 1372,3-7 1,-8 0-348,-16-5 0,-9 6 0,-6-4 0,0-14-505,-4-18 1,-5-7 871,-17 9 0,-7 1 0,11-4 0,2-6 0,-7-1 0</inkml:trace>
  <inkml:trace contextRef="#ctx0" brushRef="#br0" timeOffset="289858">3446 10237 16269,'62'-9'832,"1"0"1,-1-1 0,1 1 0,12 2-1,-3-1 1,-26-9 562,-41-35-572,0 23-731,-47 5 1,4 13-314,75 42 0,23 20-3835,-25-5 1,0 2 4055,2-8 0,2 1 0,-7-2 0,-4 1 0,-16-9 0,-21-19 0</inkml:trace>
  <inkml:trace contextRef="#ctx0" brushRef="#br0" timeOffset="290500">5126 9834 19255,'-62'-1'343,"0"1"1,0-1 0,-4 1 0,-1 2 0,14 4-742,5 13 709,27 13 1,4 11 0,4 4-30,3 12 0,8 5 1,5 2-328,6-10 0,5 1 0,2 0 1,-4-2-35,-11 8 0,-2-2 1,16-13 78,30-18 0,15-13 0,-12-10 0,-12-12 0,15-8 0,0 0 0</inkml:trace>
  <inkml:trace contextRef="#ctx0" brushRef="#br0" timeOffset="291238">5594 10022 11833,'-10'2'9830,"-18"-42"-8670,25 16-1037,1-40-308,49 39 157,-1 8-1839,-2 30 0,-4 7 1828,-12 2 72,-13 27 1,-13 7-20,-14-24 0,-8-1 29,-5 12 0,-4 5 0,0-5 4,0-7 1,-1-2 2,-10 11 1,5-7-28,14-16 268,48-8-364,10-20 0,11-9 0,-2 0-120,2 5 0,2 0 193,-3-1 0,7-2 0,-2 0 0,-12 3 0,3 2 0,-10 3 0,0-1 0</inkml:trace>
  <inkml:trace contextRef="#ctx0" brushRef="#br0" timeOffset="291524">6412 10173 15956,'6'-6'7303,"-1"0"-7051,-12 46-358,2 2-4361,-5 5 0,-3 3 4467,4-15 0,-1-2 0,-9 22 0,8-31 0</inkml:trace>
  <inkml:trace contextRef="#ctx0" brushRef="#br0" timeOffset="293754">7178 9854 8024,'0'-6'7438,"0"1"-5735,10-24-728,-8 22 476,0-18-533,-42 38-613,8-5 0,-4 1-134,-5 1 0,-1-1-98,5-3 0,3 0-309,-3 0 236,24-2 84,11 25-16,1 6-18,4 30-28,1-1 79,-2-28 0,1-2 101,1 5 241,-3-5 1629,-1-34-2039,4-20-38,2 8-46,34-27-36,1 33 1,4 7 46,-5-5 1,-1 6-65,14 21 1,-8 8 120,-22 6-17,-19 22-291,-56-27-875,19-19 1,-1-3 486,-7-1 1,1-2 0,-12 0 0,24-9-1</inkml:trace>
  <inkml:trace contextRef="#ctx0" brushRef="#br0" timeOffset="294224">7707 10245 22638,'4'42'-1692,"1"0"0,1 15 1,-6-1-1,-2-38 1</inkml:trace>
  <inkml:trace contextRef="#ctx0" brushRef="#br0" timeOffset="297618">8140 10012 13581,'0'-7'3444,"2"-28"1,-1-5-1703,-4 16-1627,3-15 0,-2 12 47,-8 42 25,-2 16 1,1 7-112,-1 5 0,0 3-40,-3 8 0,2 2-8,3-1 0,5-4 23,11 13 128,12-14 67,39-66-187,-26-1 0,-1-5 14,5-7 0,-2-1 19,-1-1 0,-5 4-41,0 0-79,-7 8 45,-9 42 11,-4 19-28,5 20-185,-5-14 0,0 0-717,-1-7 0,1-2-1025,0 2 1,3-4 1926,12 7 0,-11-29 0,1-12 0</inkml:trace>
  <inkml:trace contextRef="#ctx0" brushRef="#br0" timeOffset="298085">8780 9944 20128,'4'-44'732,"-1"-1"0,3 5 0,7 7-530,35 16-113,9 9-44,5 6 22,-5 26 297,-23 31-157,-31-10 1,-9 6-133,-7 7 1,-3 5-67,6-15 1,0 4 0,0-1 0,1-5-16,-4 6 1,3 0 5,8 0 0,4 4 0,3-10-39,12-2 5,-7-8 1,-10 1-247,-31 1 0,-10-4-494,16-7 1,-3-3 94,-31 2 1,3-8 0,21-11 0,7-3-1</inkml:trace>
  <inkml:trace contextRef="#ctx0" brushRef="#br0" timeOffset="299374">1141 11563 17137,'-58'6'784,"0"0"0,0-1 1,-4 0-1,10 3-722,-1 13 70,36 15 1,6 13-1,2-5-110,0-11 1,3 3-558,5 17 0,3 14 0,3-1 0,6-13-1731,7-17 1,6-3 1321,3 7 1,3 4 0,-2-13-1,10-17 1,-14-11 0</inkml:trace>
  <inkml:trace contextRef="#ctx0" brushRef="#br0" timeOffset="300069">1568 11632 8231,'0'-11'9830,"-3"-21"-8415,-1 62 1,0 38 0,2 6 0,6-23-1309,11-25 29,10 14 0,9 8 0,-2-21 755,22-55-886,-8-8 1,-4 18-6,-26 45 0,-6 27 0,-5 6 0,-2-9 0,-3-1 0,0-2 0,8 9 0,1 0 0,-1 0 0</inkml:trace>
  <inkml:trace contextRef="#ctx0" brushRef="#br0" timeOffset="300584">2270 11676 13838,'40'-34'3276,"0"0"1,-29 75 0,1 4-3106,31-56 0,0 1-164,-31 45 1,-13 24-1,0 0-11,4-7 0,1 0 1,0-3 3,6 2 0,-3 2-27,-6-4 1,-4 7-1,-4-2 1,-7-11-266,-14-10 1,-8-6 291,-3 0 0,-4 1 0,1-8 0,-2-11 0,2-5 0,5-3 0,0-1 0</inkml:trace>
  <inkml:trace contextRef="#ctx0" brushRef="#br0" timeOffset="301472">3267 12055 13530,'-6'1'6817,"-30"3"-6700,43-6-22,47-11-78,-5 5 0,11 0 0,-2-1-4,-11 1 0,-1 0 0,0 0 2,9 0 0,1 1 0,-13-2 1284,-8-9-1198,-21 8 857,-35-16-745,8 18 397,-16-9-246,24 13-106,2 1-236,3 1-50,0 2-123,27 12 140,-5-1 17,23 11-18,-4 10-16,-21-15-425,2 19-3188,-23-11 2793,-7 7 0,6-13 0,-2-8 0</inkml:trace>
  <inkml:trace contextRef="#ctx0" brushRef="#br0" timeOffset="302958">4998 11527 18476,'-15'-25'812,"-28"22"0,-7 11-627,0 9 14,-4 0 0,9-4-37,34-13-470,6 0 202,4 1 453,-2 25-112,-1 17 0,0 5-179,2-11 0,0 3 43,0 7 1,0 8-1,1 1 1,3-4-33,3-5 0,4-3 0,-2 1-52,-3 6 0,0 1 0,7-6-449,25 6 0,6-17-322,-6-26 756,19-13 0,-2-6 0,-27 1 0,25-12 0</inkml:trace>
  <inkml:trace contextRef="#ctx0" brushRef="#br0" timeOffset="308298">5599 11724 10539,'4'0'6105,"-1"0"-4145,-5 19-1007,-2-5 481,-10 20-393,-8-14 186,-6-8-823,3-16-29,0-26-168,12-19-123,6-6-79,14 21 1,7 2-34,33-9 22,-14 22 1,5 6-62,13 11 0,0 11 19,-14 9 0,-5 7 37,-1 9 0,-11 8-4,-25 7 0,-15 6 0,-3-2 9,-1-3 1,-5-1-1,-1-1 26,-7 5 1,-3-1 0,0-6 102,-8 0 0,3-12 29,-3-16-68,24-34-68,36-22 1,30-3-17,2 7-121,-1 21 1,4 9-493,-11 9 0,2 5-2311,15 3 0,0 2 2924,-9-1 0,-3 0 0,14 6 0,-26-14 0</inkml:trace>
  <inkml:trace contextRef="#ctx0" brushRef="#br0" timeOffset="308715">6332 12039 17412,'0'-3'6357,"0"1"-6346,2-28 6,1 49-868,-7 12 851,-5 16 0,-2 4 0,6-15 0,-1-3 0,-15 25 0</inkml:trace>
  <inkml:trace contextRef="#ctx0" brushRef="#br0" timeOffset="312467">6773 11699 10640,'-5'0'8262,"0"0"-7685,12-29 0,8-11 705,3-1-983,0-6 1,3 1-283,13 12-135,21 18-31,-20 24 1,1 8 92,-2-2 0,-3 6-42,2 13 0,-11 6 176,-20-2 1,-9 2 13,-4-2 1,-5-1 33,-5-4 0,-3-5 536,-20 7-136,23-23-33,6-9-376,14-11-139,17-4-12,23 1-55,26 8-1,-30 11 1,0 3-74,20 18 146,-40 31-25,-31-30 0,-8-2-199,-6 5 1,-5-4-4676,-13-6 1,0-4 3853,-4-1 1,8-12 0,41-5 0</inkml:trace>
  <inkml:trace contextRef="#ctx0" brushRef="#br0" timeOffset="313151">7644 11401 12981,'-7'-1'7063,"1"1"-6878,6 0 11,0-4 426,18-2-247,16-10-106,16-4-62,-5 1-39,-17 7-151,-18 8 51,-10 13 55,0 12-39,3 17 56,3-3 0,0 3 19,-1 6 1,-1 6-88,-2 7 1,-1 7 0,1-4-62,0 3 1,-1-1 1,-1-5 0,-2 3 0,-1-7-22,-1-10 1,-8-7-558,-25 1 1,-3-6 0,2 3 0,2-24-1,0 0 1</inkml:trace>
  <inkml:trace contextRef="#ctx0" brushRef="#br0" timeOffset="314236">1104 12962 13541,'-37'-4'2167,"1"0"1,-27 9 0,4 5-2106,19 3 274,-23-7 0,1 8-82,40 17 1,4 1-165,-15-16 0,0 4 17,16 23 1,6 17 0,4 3 0,0-10-97,-4-9 0,8 0-382,14 9 0,8 11 0,7-4 0,3-20 371,11-25 0,5-8 0,-4 13 0,3 3 0,-5-11 0,18-31 0</inkml:trace>
  <inkml:trace contextRef="#ctx0" brushRef="#br0" timeOffset="315036">1861 13208 19300,'-54'-11'955,"0"-1"1,3-1 0,3 3-172,-10 12-347,16 11-414,23 9 62,5 26 1,2 16 0,17-19 1163,51-32-1300,-23 25 1,3 14 0,3-18-32,27-46 1,-16 3 81,-51 42 0,-19 17 0,4-6 0,6 11 0,-41-14 0,1 1 0,-1-1 0</inkml:trace>
  <inkml:trace contextRef="#ctx0" brushRef="#br0" timeOffset="315804">2279 13105 9251,'33'-13'9830,"-18"8"-8105,39-1 0,7 2-829,-19 4-776,0 0 1,-5 0 501,-22 0-202,-8 0-336,-5 8-62,-2-4 39,-7 24 1,0 11-23,13 21 1,3 7-27,-8-14 0,-3 2 0,3-1 9,6-5 1,1-1-1,-4-3 70,-11 14 1,-7-13-138,-14-21-1260,-18-3 1,-7-2 1304,17-10 0,0-2 0,-2 1 0,3-1 0,-4 1 0</inkml:trace>
  <inkml:trace contextRef="#ctx0" brushRef="#br0" timeOffset="316521">3359 13299 11766,'-6'1'9830,"-29"11"-9441,77-12 1,18-2-390,-24 10 3,8-8 1,13-4 0,0-1 44,-6-2 1,-1-1-1,-6 0 56,-9 3 0,-2-3 136,19-11 1,-17-4-95,-44 4 117,-13-4 0,-3 0 208,-5 2-68,-7-5-409,27 18-39,13 8 68,8 5-49,25 14 1,7 7-137,-9-5 0,-2 5-262,-2 17 0,-2 10 0,-2-8 0,-5-18 0,-4 0 0,-17 19 0,1-1 0</inkml:trace>
  <inkml:trace contextRef="#ctx0" brushRef="#br0" timeOffset="317205">5387 13036 11379,'1'-6'8693,"0"2"-8220,-47 3 1,-18 3-273,21-1-95,-21 0 1,-1 1 723,12 3-802,29-2-202,-10 7 224,40 9 96,2 12 0,1 6 72,1 13 126,-4 14 1,-3-1-272,-6-18-12,-3 1 1,4 2 16,13-9 1,4-4-57,5 15-1137,29-11 0,10-11 1115,-23-24 0,0-5 0,9 6 0,-4-3 0,-3-10 0</inkml:trace>
  <inkml:trace contextRef="#ctx0" brushRef="#br0" timeOffset="317958">6077 13044 14342,'-8'5'7713,"1"-1"-7421,5-31 77,20 0-324,-9-10-84,32 10-140,-7 51 201,-2-6 14,-14 24 1,-5 5-60,-8 2 54,-10 8 0,-6-1 64,-5-14 176,-5-4 1,0-7 1089,4-22-1299,0 1 33,23-20-162,37 10 56,1 7-93,-3 21 0,-12 10 118,-39 3 0,-17-1-4930,-13-4 1,-7-5 4210,2-6 1,-1-9 0,-9-16 0,16-10 0,36-1 0</inkml:trace>
  <inkml:trace contextRef="#ctx0" brushRef="#br0" timeOffset="318608">6716 12925 21181,'38'-32'591,"-2"11"0,-1 4-5814,-3 9 5240,15-5 1604,-28 22-1520,-10 24 299,-3 9 1,-2 14-1,0 1-382,-4-8 0,-2 3 1,0 0-1,2 0-41,3-2 1,0 0 0,1 0-1,-2-1-26,-2 14 1,-1 0 0,1-8 45,5-14 0,-4-4 1699,-8 3 0,-11-3-1696,-32 2 0,-5-7 0,27-10 0,-1-4 0,-17-8 0,0 1 0</inkml:trace>
  <inkml:trace contextRef="#ctx0" brushRef="#br0" timeOffset="589649">14054 9052 23019,'-57'-14'685,"1"0"0,-6 14 0,3 14-594,22 10 1,3 9-1,2 3-240,-2 4 0,3 3 1,5 2 114,4-2 0,5 2 1,10-2-158,15 12 1,17-9-1112,27-16 0,15-13 1302,-9-15 0,5-7 0,-4-1 0,3 1 0,-4-4 0,-9-6 0,1 0 0</inkml:trace>
  <inkml:trace contextRef="#ctx0" brushRef="#br0" timeOffset="589999">14809 8992 18761,'0'-4'6257,"0"0"-5859,-58-21-253,30 39 1,-1 8-57,-29 3 1,3 8-107,19 19 1,10 8-24,4-2 1,18-4-454,32-12 0,17-11-1971,7-16 0,4-8 1755,7-4 0,-3-5 1,-18-2-1,-7-2 1,-6-5-1</inkml:trace>
  <inkml:trace contextRef="#ctx0" brushRef="#br0" timeOffset="590631">15572 8834 24060,'-34'29'1232,"-4"21"-1215,18-4 0,3 10 0,5 0-101,7-5 0,5-1 0,8-1-312,6 2 0,7-1 0,11-9 396,14-17 0,12-9 0,2-4 0,-6 0 0,5 6 0,-1-7 0,-3-16 0,0 1 0,0-1 0</inkml:trace>
  <inkml:trace contextRef="#ctx0" brushRef="#br0" timeOffset="590849">16217 8855 16930,'-3'-1'6251,"1"1"-5506,2 0 56,-7 124-1274,6-81 1,1 1-1,-1 0 1,-1 7 0,0 0-1,0-3 1,2 2-1,0 0 1</inkml:trace>
  <inkml:trace contextRef="#ctx0" brushRef="#br0" timeOffset="591307">16667 8705 26346,'32'29'-870,"-1"0"0,-21 27 1,-12 14-1,3 0 870,8-22 0,4 0 0,0 0 0,-5 1 0,-3 8 0,-2 5 0,-5-6 0,-8-15 0,-43-3 0</inkml:trace>
  <inkml:trace contextRef="#ctx0" brushRef="#br0" timeOffset="595182">14553 9995 13480,'0'-7'8614,"0"2"-7768,-3-55-963,2 49 385,4-21-88,2 88-138,-1-17 0,-1 2-12,-2 2 1,-1-2 70,-3 23 795,-1-31-157,0-34-644,-2-39-19,2 7 0,1-3 92,0-6 0,0 1 47,1 4 1,0 4-70,2-7-325,0 25 89,1 35 17,6 33-1602,-3-9 1,1 3 1674,0 1 0,1-1 0,-3-12 0,0-4 0,-1 3 0</inkml:trace>
  <inkml:trace contextRef="#ctx0" brushRef="#br0" timeOffset="595815">13338 10421 9509,'-8'0'8911,"1"0"-7992,-39-7-505,48 5 488,12-5-721,29 2 0,21 2 0,2 0-158,-16 0 1,0 0 0,3 0 0,4-1-314,-4 0 1,4 0 0,2-1-1,2 0 1,0 1 0,0 0 232,-5 1 0,0 0 0,2 0 1,-1 1-1,1-1 0,-1 1 0,-1-1 7,4 0 1,0-1 0,-1 1-1,0-1 1,1 0 0,0 1-2,5-1 1,1 1-1,1 0 1,-1-1 0,-2 0-1,-3-1-1,-2-1 1,-2 0-1,-2-1 1,-2 0 0,-1 0 49,5-1 1,-3 0-1,-1-1 1,1 1-36,0-1 0,1-1 0,-2 1 0,-4 1-1,-1 1 1,-3 1 0,-3 1-1918,12-1 1,-6 1 1954,11 1 0,-40 4 0,-16 0 0</inkml:trace>
  <inkml:trace contextRef="#ctx0" brushRef="#br0" timeOffset="597427">13359 10405 6619,'-48'-2'3276,"1"0"1,-8 8 0,-2 1-1144,-2-5 1,0-2-1641,0 5 0,14-7 79,34-8-460,-8-4 123,25 65-235,-3-4 0,-1 14 0,1 2 0,0-8 0,3 1 0,0 0 0,-4-4 0,0 1 0,0 0 0,1 0 0</inkml:trace>
  <inkml:trace contextRef="#ctx0" brushRef="#br0" timeOffset="599802">12340 11651 17395,'-54'-28'1517,"-1"0"1,1 5 0,3 12-1035,-7 37-198,12 8 1,1 7-214,11-1 1,4 2-76,-5 6 1,13 1-68,28-4 0,17-4-494,14-11 1,10-7-684,-3-7 0,5-2 0,-1-3 1247,15-4 0,-3-4 0,-15-2 0,-7-2 0,-3-7 0</inkml:trace>
  <inkml:trace contextRef="#ctx0" brushRef="#br0" timeOffset="600217">12899 11618 17468,'-4'-4'5915,"1"1"-5215,3 3-196,-34-35-348,15 25-128,-11-1 0,-4 7 25,7 20 1,1 9-29,-4 1 0,2 5-11,0 13 0,7 2-87,12 12 17,20-20 0,10-5-171,11-13 1,7-6-1816,6 0 1,2-3 2041,-5-5 0,-3-3 0,11-1 0,-26-3 0</inkml:trace>
  <inkml:trace contextRef="#ctx0" brushRef="#br0" timeOffset="600638">13403 11490 20901,'-21'-29'2123,"-9"16"-1742,0 31-23,3 5 1,0 8-175,3 19 1,4 4-177,0-15 1,5 2-22,11 2 0,7 4 0,6-6-418,11-7 0,8-5 7,9 1 0,7-1 0,-5-3 0,-8-5 0,-1-3 0,12-3 0,0-1 0</inkml:trace>
  <inkml:trace contextRef="#ctx0" brushRef="#br0" timeOffset="601121">13798 11555 17591,'-2'-4'3629,"9"-34"1,6-7-3641,-2 24 22,5-23 0,5 7-50,23 44-82,-16 28 1,-2 6 109,11-1-1113,-38 12 1,-15 15 0,-2-14 1134,-8-8-2,2-9 1,-6 6-1,6-7-1116,-3 5 1124,11-17 139,46-8-839,9-25 0,11-11 0,-3 1 234,-2 4 1,3-1 448,1-2 0,8-5 0,-2 1 0,-15 6 0,-7 2 0,3-2 0,0 1 0</inkml:trace>
  <inkml:trace contextRef="#ctx0" brushRef="#br0" timeOffset="601521">14434 11252 12897,'-3'-4'9830,"0"1"-6923,-33-43-2901,28 35 39,35 24 0,10 20-832,-22 7 0,-7 12 0,-1 5 0,4-5 787,10 9 0,4-3 0,-7 2 0,-8 8 0,-7 0 0,-10-16 0,-31-10 0</inkml:trace>
  <inkml:trace contextRef="#ctx0" brushRef="#br0" timeOffset="620849">7270 9109 12360,'-45'22'3388,"4"-5"-1971,38-17-661,4-18-375,32-34-299,-9 20 0,3-3 0,3-2-418,6-8 1,5-2-1,5-3 387,-10 12 1,4-2-1,4-2 1,0-1-1,1 1 1,-2 1-213,-1 3 0,-1 1 0,0 1 0,1-1 0,0 0 1,1-1 191,3-3 1,3-2 0,0 1-1,-1-1 1,-1 3 0,-3 2 82,4-4 1,-1 2 0,-3 3 0,-5 3-317,11-8 1,-13 8 201,-19 10 0,-18 24 0,-4 4 0</inkml:trace>
  <inkml:trace contextRef="#ctx0" brushRef="#br0" timeOffset="965551">9915 3254 24575,'-40'-20'0,"-5"-1"0,10 8 0,-1 1 0,2 1 0,1 3 0,-1 3 0,-1 1 0,-1 2 0,-2 1 0,-2 1 0,-3 0 0,-8 0 0,-1 0 0,1 0 0,1 0 0,-2 0 0,0 0 0,2 0 0,0 0 0,5 0 0,-1 0 0,-3 0 0,-1 0 0,-3 0 0,-2 0 0,-5 0 0,-3 0-207,16 0 0,-1 0 1,0 1 206,-3-1 0,-1 1 0,-1 2 0,4 2 0,-3 0 0,1 2 0,1 0 0,-9 3 0,3 1 0,1 1 0,4-1 0,1 0 0,6 1 0,-1 2 0,10-1 0,16-4 0,10-3 0,5-3 620,3 2-620,2 5 0,2 0 0,11 10 0,1-3 0,8 7 0,-4-3 0,-1 3 0,-1 2 0,-3 2 0,0 0 0,0-1 0,-3 0 0,-1-2 0,-2-4 0,-3-3 0,-1-6 0,-4-12 0,-15-20 0,0-5 0,-13-17 0,7 10 0,-1 0 0,2 3 0,1 1 0,-6-27 0,13 20 0,-4-19 0,15 14 0,0 18 0,1-8 0,0 13 0,1 4 0,3-3 0,15 7 0,-3 5 0,10 1 0,29 2 0,0-12 0,-1-2 0,1-3 0,-18 3 0,-3 0 0,1-3 0,-4 2-1696,-5 4 0,-19 9 0,-3 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CE5E-9EEF-C068-8F61-6D670BF0F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E34199-37A2-17C8-E3A1-67C9F187D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9ED79-CC99-1069-37BF-339F4C81B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6DBF-AF1A-EF4F-95FB-D4963EE1723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EF9A5-8F0E-08CF-5E41-475B1A2C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4AEB3-8977-6E3E-B0DA-CD0C844B3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04C0D-CFA7-D24E-9772-BCF07CD1D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4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41206-15E1-CC87-363D-CFE40E3B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ED31B-24E9-C59A-349B-C99BA77EE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EDB91-CB4F-0A37-EFBA-536D703C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6DBF-AF1A-EF4F-95FB-D4963EE1723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1C833-D8BB-230E-EBB2-32DD70C77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F5597-BA9F-50E6-A128-6B06EF1EE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04C0D-CFA7-D24E-9772-BCF07CD1D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4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D1416-6EDF-49BA-4F09-38171E935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2A2C5-635A-0C0C-DC87-C817F0DE4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0E41E-D4C7-558E-7E2B-B28BCDA30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6DBF-AF1A-EF4F-95FB-D4963EE1723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47E21-C310-8F84-E014-408C9B841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FDA11-B725-17AB-6734-97FADD98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04C0D-CFA7-D24E-9772-BCF07CD1D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44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1851D-BA9A-A933-11C7-D15E78B9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7995F-8BAD-2C1E-A4F2-34D55C222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67398-674E-7D83-D39D-747AE8BD7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5BAFF-8790-C36E-FC2C-041400891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6DBF-AF1A-EF4F-95FB-D4963EE1723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4EC45-6365-CAA4-7ECF-41233F634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73AF8-1E0B-6B70-7B43-664BE4870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04C0D-CFA7-D24E-9772-BCF07CD1D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48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1697-8626-4C55-D25A-70269211B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3DE2E-1125-5881-7B76-1D11B2C67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64454-D3E2-31E4-BEBE-E0EE6DF96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0FED73-16FE-1554-32C6-EDD538E7D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0918C-7E4E-6B6D-73A9-35A31AFCBA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B00B5-DEA4-E68A-4B87-A22D650A5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6DBF-AF1A-EF4F-95FB-D4963EE1723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E6C45B-A2E9-75FE-D293-29DB2D370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808CA9-2FB8-E281-A609-6B27AC5DE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04C0D-CFA7-D24E-9772-BCF07CD1D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2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BE4CA-6821-E215-2EE4-78B648FE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FD96FF-FE8E-3609-7F75-CC1308CAD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6DBF-AF1A-EF4F-95FB-D4963EE1723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0734B-95C7-74F0-E9A7-85F91C0F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D2329-DCD3-5EDE-15CB-B65C578A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04C0D-CFA7-D24E-9772-BCF07CD1D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27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B5A320-5E85-1731-0A75-942CC52C0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6DBF-AF1A-EF4F-95FB-D4963EE1723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2BCE07-F368-6297-DE86-FB64F60AC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9EC03-B42D-0A1C-297E-2571CABB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04C0D-CFA7-D24E-9772-BCF07CD1D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60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E303B-FAD4-337A-5C68-AB4911CD3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004E4-D383-86D9-93F9-F7B18E836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EAE7A5-C313-2419-A9DB-6999D6131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163E1-6B0E-DE23-7F4B-CB3FD25F8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6DBF-AF1A-EF4F-95FB-D4963EE1723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AED75-4C24-9856-77B0-746BAD8F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F5FFF-2BE5-1B93-FBDD-2FFD563AA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04C0D-CFA7-D24E-9772-BCF07CD1D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38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62477-9763-97A2-C858-8EDC5BDFC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305F31-E281-C958-DDBD-32ED0BBCA2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D8790-66D1-0310-7A2C-C1C248F1A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9D5E6-8595-57C8-2D1E-4F18B9594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6DBF-AF1A-EF4F-95FB-D4963EE1723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1B207-3BD2-E6AF-1875-2CFE7909A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590FB-CD80-49B8-E8C4-02B14AC15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04C0D-CFA7-D24E-9772-BCF07CD1D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68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7913D-D241-F8BB-258A-8E4170C32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1A8E0-8C34-D744-39BB-EFEED7CB7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340AE-63E0-A9A9-6664-AF753FF6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6DBF-AF1A-EF4F-95FB-D4963EE1723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D0CFB-C4DC-AAD1-C5A1-9EF8F608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7A690-2369-61F7-1BA2-23F66279D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04C0D-CFA7-D24E-9772-BCF07CD1D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3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E1A65D-455B-4B49-78CE-D766D800D0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154E1-0BD8-29A6-DB6C-9D953D41D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BE06B-F53A-B59B-21B2-050BDA936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6DBF-AF1A-EF4F-95FB-D4963EE1723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42518-D409-F671-7C05-368E60EC1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CA356-E7A8-216A-540A-31075257C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04C0D-CFA7-D24E-9772-BCF07CD1D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11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ACC159-F950-E143-8306-BED531C6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2352C-7922-F508-AF97-DE88FFFC5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FF158-2EAF-F90E-09BA-D4ABDC3092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46DBF-AF1A-EF4F-95FB-D4963EE1723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FB181-93F2-3690-D655-4BE8902A0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24028-7C2E-B9E8-B548-91B7F613A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304C0D-CFA7-D24E-9772-BCF07CD1D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9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FE462C-0D0E-5020-2AE4-EA35AE05A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DE7C090-0FCE-06DD-A5DD-E3FAC6208701}"/>
                  </a:ext>
                </a:extLst>
              </p14:cNvPr>
              <p14:cNvContentPartPr/>
              <p14:nvPr/>
            </p14:nvContentPartPr>
            <p14:xfrm>
              <a:off x="100440" y="256680"/>
              <a:ext cx="11065680" cy="6133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DE7C090-0FCE-06DD-A5DD-E3FAC62087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080" y="247320"/>
                <a:ext cx="11084400" cy="615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9963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8A6195-06E6-85B1-5ED9-0563AFBD2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E93BAA-05E5-8697-58F1-5FE268B08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E1FCEB-D574-EFB6-27F8-AA3D4A7527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6370216-09AC-9E71-5626-FF51C8B8DEB0}"/>
                  </a:ext>
                </a:extLst>
              </p14:cNvPr>
              <p14:cNvContentPartPr/>
              <p14:nvPr/>
            </p14:nvContentPartPr>
            <p14:xfrm>
              <a:off x="265680" y="147600"/>
              <a:ext cx="11415600" cy="6321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6370216-09AC-9E71-5626-FF51C8B8DE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6320" y="138240"/>
                <a:ext cx="11434320" cy="634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6949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4F5D0-93A6-B14D-D331-823E0B380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4793A28-3E3E-C7A8-65F9-E4364B467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787EF-D850-27E1-DE0F-CC802EC206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70E8272-B940-3A24-BB5F-2DDFCF1A98BA}"/>
                  </a:ext>
                </a:extLst>
              </p14:cNvPr>
              <p14:cNvContentPartPr/>
              <p14:nvPr/>
            </p14:nvContentPartPr>
            <p14:xfrm>
              <a:off x="209520" y="302040"/>
              <a:ext cx="11711880" cy="4703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70E8272-B940-3A24-BB5F-2DDFCF1A98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0160" y="292680"/>
                <a:ext cx="11730600" cy="472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7012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2026-04-17T13:27:40Z</dcterms:created>
  <dcterms:modified xsi:type="dcterms:W3CDTF">2026-04-17T14:57:10Z</dcterms:modified>
</cp:coreProperties>
</file>