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67"/>
  </p:normalViewPr>
  <p:slideViewPr>
    <p:cSldViewPr snapToGrid="0">
      <p:cViewPr varScale="1">
        <p:scale>
          <a:sx n="122" d="100"/>
          <a:sy n="122" d="100"/>
        </p:scale>
        <p:origin x="22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37:00.9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1807 2155 15093,'2'-32'4847,"0"-1"1,-4 0-4531,3-6 0,-3 5-261,-2 25 16,0 31-168,1 13 1,-2 10-930,-4 4 0,-3 6 1,0 0-1641,2-4 0,0-1 0,-1 1 2665,-2 5 0,-1 1 0,2-9 0,2-11 0,3-7 0,3 3 0</inkml:trace>
  <inkml:trace contextRef="#ctx0" brushRef="#br0" timeOffset="284">1720 2308 19210,'-22'-49'1475,"1"-1"1,-1 0 0,4-10 0,10 4-1350,13 13 0,12 8-81,22 11 0,12 13-40,6 14 1,4 11-223,-12-3 0,0 4 1,-1 8 157,-7 3 0,0 7 0,-4 3 0,-7 1 3,-8 7 0,-8 2 0,-6 1 22,-5 6 0,-8 1 1,-12-5-719,-14-12 0,-12-3 0,-4-4 0,1-4 752,-3-3 0,0-4 0,1-2 0,2 1 0,0-1 0,7-6 0,-14-9 0</inkml:trace>
  <inkml:trace contextRef="#ctx0" brushRef="#br0" timeOffset="834">2553 2381 18100,'0'-4'6918,"0"0"-6560,0 4-347,0-38-100,-3 72-2403,-9-3 1926,5 15 1,0 5 0,1-15-1,-1-4 1,0 8 0</inkml:trace>
  <inkml:trace contextRef="#ctx0" brushRef="#br0" timeOffset="1017">2613 2139 17266,'-4'-6'6077,"1"0"-6513,3 6-5983,-22-24 5356,22 27 0,-21-25 0,26 31 0</inkml:trace>
  <inkml:trace contextRef="#ctx0" brushRef="#br0" timeOffset="3917">2908 2293 20504,'1'-58'1075,"-1"0"0,1 0 1,-1 8-1,0 2 1,1 7-735,-1-16-486,0 37 139,4 55-28,-1 5 1,-2 9-509,-1-1 1,-1 5-1,-1 2 168,-1-5 1,0 3 0,-1-1 0,0-4-1,-2 17 1,0-5 0,-2-8 0,1 0 0</inkml:trace>
  <inkml:trace contextRef="#ctx0" brushRef="#br0" timeOffset="4235">3299 2160 17260,'0'-3'4330,"0"0"-4095,-61 3-132,30 20 1,-3 8-27,-10-6 0,-8 0 0,4 4 141,9 4 0,2 3 1,1-2 119,-11 7 1,8-4 910,14 6-969,74-18-266,-9-8 0,6 1-331,8 2 1,3-2 316,5-2 0,-3-1 0,4 2 0,-8-12 0</inkml:trace>
  <inkml:trace contextRef="#ctx0" brushRef="#br0" timeOffset="7084">2679 2553 7862,'2'-8'9830,"-1"1"-6442,-1 7-2189,7-41-779,-5 31-420,5-28 90,-3 59-12,4 29-39,-7-9 1,-4 4-194,-11 12 0,-8 3-687,3-20 1,-4 1 0,-1-3 274,-13 15 1,-1-6 0,10-18 0,3-4-1,3 0 1</inkml:trace>
  <inkml:trace contextRef="#ctx0" brushRef="#br0" timeOffset="7368">2736 2276 20151,'-5'-2'0,"1"0"0</inkml:trace>
  <inkml:trace contextRef="#ctx0" brushRef="#br0" timeOffset="8101">3531 2348 21808,'-6'-43'676,"0"0"0,1 1 0,1 17-676,1 28-17,5 16 51,16 42-45,-4-23 0,2 3-107,1 8 0,1 0-417,-1-3 1,-6-1-4382,-12-1 1,-4-3 2457,0 2 0,-14-2 1,16-40-1</inkml:trace>
  <inkml:trace contextRef="#ctx0" brushRef="#br0" timeOffset="8284">3462 2361 24094,'2'26'-2689,"-7"12"0,-3 6 2689,-2 4 0,-1 1 0,0 3 0,1-9 0,5-19 0</inkml:trace>
  <inkml:trace contextRef="#ctx0" brushRef="#br0" timeOffset="16917">3815 2441 15311,'5'-64'1246,"0"0"1,0 0 0,0 1-1,1-1 1,-1-2 0,0 5 0,0 10-755,0 9 1,-1 7-442,4-30-46,-5 72 6,0 44 1,0 19-162,-1-22 1,-1 3 0,2 3-1066,0 5 0,1 6 1,1 1-1,1-3 1215,0-10 0,1 0 0,0-3 0,0-3 0,-2 2 0,0-3 0,1-4 0,4-2 0,1 0 0</inkml:trace>
  <inkml:trace contextRef="#ctx0" brushRef="#br0" timeOffset="17817">3861 2482 16135,'-4'-6'2884,"-17"-27"0,5-5-3393,34 9-107,-15-12 0,6 2-2557,40 18 0,12 10 352,-15-2 1,0 1 2848,2 0 0,-5-1 3994,-3-8 1641,-34 3-2908,-16-1-357,-12 2-1726,5 7-717,3 3 56,50 17-53,-2 3 0,4 4-64,9 9 0,0 6-51,-12 2 0,-2 5 0,-7 2 188,-9 8 0,-9 1 67,-4 4 0,-13-7 613,-43-10-207,18-45 0,18-43-465,28 22 0,10 0-95,15-8 0,9 4-135,-6 12 1,5 3 0,1 2-587,6 0 1,3 2 0,-1 2-410,3 1 1,-1 1-1,-1 1 708,-8 3 0,-1 0 0,-4 0 915,6 0 0,-7-1 1036,-1-10 319,-43 0-397,-25 4-829,-18 21-533,-7 29 224,26-7 1,5 4-314,7 2 0,6 1 11,17 24 146,27-33 588,21-47 47,-28-6 1,-4-7-160,-2-8 0,-4-3-244,-5 2 0,-4 2 31,-2-18-313,-3 30-79,9 48-457,-1 10 1,0 8 484,7 17 0,-1 1 0,-5-17 0,-1-2 0,-2-3 0,0-1 0</inkml:trace>
  <inkml:trace contextRef="#ctx0" brushRef="#br0" timeOffset="19917">6750 2248 21500,'1'-49'873,"0"0"1,0 0 0,3-18 0,-6 26-829,-8 51-28,0 52-26,3-8 1,-1 4 0,1-15 1,0 1 0,-1-1 43,-4 16 1,0-6 170,3-13 1,-2-14-35,-2-27-117,11-26 0,7-15-25,-1-1 1,1-5 0,1-2-237,0-10 0,1-3 0,1-1 223,-1 15 0,1-1 0,1 1 1,1 2-8,2-8 0,3 2 0,3 6-5,9-5 0,8 14-12,5 25 0,5 15-22,7 20 0,1 15-174,-12-1 1,0 7 0,-2 2-648,-9-7 0,-1 2 0,0 2 0,-3 0-1687,7 15 1,-4 1-1,-2-3 2046,1 6 0,-7-7 0,-9-14 0,-6-9 1,-5-15-1</inkml:trace>
  <inkml:trace contextRef="#ctx0" brushRef="#br0" timeOffset="20101">6927 2299 21663,'-6'-57'649,"0"0"1,19-1 0,13 8-1163,8 20 1,9 7 512,0 5 0,5 4 0,-5 2 0,-10 3 0,-2 4 0,34-1 0</inkml:trace>
  <inkml:trace contextRef="#ctx0" brushRef="#br0" timeOffset="21468">7470 2489 15821,'41'-47'2851,"1"-1"0,-20 15 0,0-4-2685,2-4 1,4-7-1,0-4 1,-6 0-739,-8 2 1,-5-2-1,-2-1 1,0 2 613,1-13 1,-1 0 0,-1-1 9,-2 10 0,0-2 0,-2 3 0,-1 5 366,0-9 1,-6 13-503,-13 17 310,3 47 1,-1 20-224,1 13 1,1 13 0,4 0-23,4-15 1,1 0 0,3 0 0,0 2-140,1 5 0,0 1 1,4-1-1,6-2 27,7-2 1,4-2 0,5-3 0,3-8 31,8-5 0,3-7 0,4-6 67,2-1 0,2-5 1,1-12 53,4-18 0,1-14 1,-7-4 36,-11 2 1,-6-4 0,-1-2 11,1-1 0,-2-2 0,-8 1 823,-11-6 1,-11 6-810,-21 7-85,-28 32-6,22 23 0,4 11-17,6 1 1,4 4 8,1 4 0,8 0 238,16-7 1,10-9-140,29-18-4,-16-14 0,0-9 168,1-20 1,-4-7-38,-12 8 1,-4 0 62,2-30-163,-18 30-135,-4 41 29,1 54-31,5-17 1,1 8 0,0 5-429,2-11 1,1 5 0,1 2 0,0 1 0,0 2 258,-1-2 1,1 3 0,0 2 0,0-1 0,0 1 0,-1-2 129,0-4 1,1 1-1,-1-1 1,0 0-1,-1-2 1,-3-1 149,-2 18 1,-1-1 0,-4-5 0,-5-12-6,-13 1 1,-5-25-93,-9-43 0,2-26-2,20 1 0,6-9 0,4-6 1,3 1-130,2-9 1,5-2-1,4-2 1,4 1 91,0 11 1,2 0 0,3 0 0,2 1-1,3 2-297,8-7 0,3 2 1,4 3-1,1 2 215,1 6 1,2 3-1,1 2 1,1 1 115,-1 2 1,1 2-1,-1 1 1,-1 0 534,6-7 1,-1 1 0,-3 2-316,5-10 1,-7 4 30,-4-7-128,-55 52 222,-4 18 0,-2 9-321,-4 4 0,3 6-8,6 1 0,4 5 0,5 0 0,5 10 0,10 0 62,10 6 0,9-6 83,1-21 1,6-11 535,7-16 1,-1-14-458,-9-14 0,-6-11 82,0-10 0,-6-5-96,-9-2 0,-6 1-62,-8 5 1,-5 4-116,-6 10 1,-4 8-163,-25 5-504,10 39-2487,33 30 3120,31-18 0,6-1 0,2 12 0,-4-29 0,1 0 0</inkml:trace>
  <inkml:trace contextRef="#ctx0" brushRef="#br0" timeOffset="22001">9394 2042 18257,'-3'-5'6962,"2"1"-6591,1 4-422,-31-43 85,49 61-57,-5-7-22,14 30 1,3 12 35,-5-8 1,-6-1 103,-9-8 0,-10-7 247,-17-14 173,-7-43-218,8-17-280,25-1-157,26 13-191,-3 23 1,5 5-12,7 1 0,2 2 185,6 0 1,0-2 172,-2-5 1,-2-4 100,-6-3 1,-3-4 210,-10-3 0,-4-1 434,4-19-230,-22 15-471,-9 17-117,-9 28 73,3 29-269,3-7 0,1 5-1364,5 8 0,3 1 1616,2-5 0,0-3 0,5 15 0,-1-32 0</inkml:trace>
  <inkml:trace contextRef="#ctx0" brushRef="#br0" timeOffset="22184">10113 1698 23702,'-15'17'0,"4"-2"0</inkml:trace>
  <inkml:trace contextRef="#ctx0" brushRef="#br0" timeOffset="22435">10596 1621 25903,'-35'53'-781,"0"0"0,18-8 0,3 7 0,3 2 1,3 0-1678,7 5 0,5 2 1,2 0-1,-1 0 1601,-1-1 1,0 1-1,0-3 1,1-7-1,-1 6 1,2-13-1,0-15 1</inkml:trace>
  <inkml:trace contextRef="#ctx0" brushRef="#br0" timeOffset="22935">10397 2262 17871,'-25'-43'1417,"-1"0"0,1 1 0,-5-12 0,12 5-1842,39-3 156,20 34 0,13 6 187,-7 3 0,3 2 0,3-3-215,7-6 1,1-2-1,-2-4 314,-11 2 0,-2-3 0,-4-4 242,-2-8 0,-4-4 1,-6-2 873,-6-9 1,-7 0-714,-3 9 1,-4 4-62,-7-6-281,-4 65-44,-2 41-6,0-17 0,1 8 0,-2 3-264,-1-4 0,-2 3 0,0 1 0,1-2 246,1-5 0,1-1 0,-1 0 0,-1-2 53,-4 15 1,-1-2-1,8-16 895,12-20-790,21-58-6,5-11 1,5-6-85,-7 18 0,1-1 1,1 4-49,12-10 1,2 9-25,3 8 0,-5 17-984,-20 30 1,-7 12 977,-3 4 0,-5 3 0,-5-4 0,-4-3 0,-7 18 0</inkml:trace>
  <inkml:trace contextRef="#ctx0" brushRef="#br0" timeOffset="23851">11752 2437 13844,'-7'-49'2457,"-1"1"1,1-1-1,-2-10 1,4 8-1534,12 4-829,8 55-5,1 37-29,-11 13 1,-4 5-32,-3-18 1,-2-1 134,-2 15 1,-6-12 170,-4-37-246,8-35-31,10-13 0,6-9 44,2-8 1,5-1-47,-3 14 1,2-1 0,2 3-24,8-16 0,4 6-32,1 13 1,4 9 5,-1 13 1,1 10 5,2 14 0,-1 9-14,0 9 0,-4 8-6,-5 8 1,-6 3 21,-7-3 1,-6-2 45,-12 16 33,-12-39-78,4-47 39,13-28-37,8 21 1,6 2-15,2 1 1,6 5-12,5 7 1,4 6 28,27 10-107,2 31-516,-10 16-2399,-18-5 0,1 1 2999,-7-11 0,-1-3 0,17 22 0,-19-32 0</inkml:trace>
  <inkml:trace contextRef="#ctx0" brushRef="#br0" timeOffset="24216">13113 1932 24155,'-42'0'395,"-1"1"0,-18 13-317,49 17 1,10 5 229,20 13 112,26-29-33,13-38-231,-31-3 1,-4-4-56,-4-4 0,-5-2-51,-12-17-139,-18 26-1093,-16 43-1630,15 8 1,3 7 2811,-1 3 0,3 0 0,-3 22 0,11-26 0</inkml:trace>
  <inkml:trace contextRef="#ctx0" brushRef="#br0" timeOffset="24517">13302 2296 17070,'2'-3'6744,"-1"1"-6546,-29 10 1,-13 9-87,7 12 45,-4-8 0,11 1 319,40 6-151,41-26-151,-18-9 0,0-6 30,-3-3 0,-5-4 76,2-17-515,-48 10 235,-31 26 0,12 2 0,2 13 0</inkml:trace>
  <inkml:trace contextRef="#ctx0" brushRef="#br0" timeOffset="25217">801 3406 19216,'59'-3'284,"1"1"0,-1-1 1,0 0-1,1 1 1,-3 0-1,1 0 1,2 0-1,0 0 1,2 0-1,2-1-195,-7 1 0,1-1 0,1 1 0,1-1 0,2 0 0,0 0 0,2 0 0,0-1-613,-4 1 1,1 0-1,1 0 1,0 0-1,2-1 1,0 1 0,1-1-1,1 1 1,1-1-1,0 0 544,-8 0 0,1 1 0,0-1 1,2 1-1,-1-1 0,2 0 1,-1 0-1,2 0 0,0 0 1,0 0-1,1 0 0,0 0 1,1 1-77,-7-1 1,0 1-1,2-1 1,-1 1-1,1-1 1,0 1-1,1-1 1,0 0 0,1 1-1,-1 0 1,1-1-1,1 1 1,-1-1-1,1 1 1,0 0 0,0 0 61,-2 0 0,0 0 0,0 0 0,1 0 1,0 0-1,0 1 0,0-1 0,1 0 1,0 0-1,0 1 0,0-1 0,1 1 0,0-1 1,-1 1-1,1-1 0,0 1 0,0-1 1,1 1-21,-5 0 0,1 0 0,0 0 0,0 0 0,1 0 0,-1 0 1,1 0-1,0 0 0,0 0 0,0 0 0,0 0 0,1 0 0,-1 1 1,0-1-1,1 0 0,-1 0 0,1 0 0,-1 1 0,0-1 0,1 0 24,0 0 0,0 1 0,0-1 0,0 0 0,0 1 0,0-1 0,0 0 1,1 1-1,-1-1 0,0 1 0,0-1 0,1 1 0,0-1 0,-1 0 0,1 1 1,0-1-1,0 0 0,1 0 0,-1 1 0,1-1-46,-4 0 0,1 0 0,1 0 0,0 0 0,0 0 0,1 0 0,-1 0 0,1 0 0,0 0 0,0-1 1,0 1-1,0 0 0,-1 0 0,0 0 0,0 0 0,0-1 0,-1 1 0,0 0 0,-1 0 0,0 0 1,-1 0-1,-1-1 36,8 1 0,-1 0 0,-1-1 0,0 1 0,-1 0 0,-1-1 0,0 1 0,0 0 0,0-1 0,-1 1 0,0-1 0,1 1 0,0-1 0,0 1 0,0-1 0,1 1 0,0-1-141,-3 1 0,0-1 0,2 0 0,0 0 0,0 1 0,1-1 0,0 0 0,0 0 0,0 0 0,-1 0 0,0 0 1,-1 1-1,0-1 0,-2 0 0,0 0 0,-2 1 0,-2-1 0,-1 1 0,-1 0 141,13-1 0,-2 0 0,-2 0 0,-1 1 0,-2-1 0,-2 1 0,0 0 0,-2-1 0,0 1 0,-1 0 0,0 0 0,8-1 0,1 1 0,-2-1 0,-1 1 0,-2 0 0,-3 0 0,-4 0 0,-4 0 0,16 0 0,1 0 0,-1 1 0</inkml:trace>
  <inkml:trace contextRef="#ctx0" brushRef="#br0" timeOffset="43401">2811 5176 19165,'56'-11'347,"-1"0"0,2 3 1,5 2-1,7 0-384,-18 2 1,5 2 0,2-1-1,3 1 1,-1-1 0,1-2-554,-6 1 0,1-1 1,0-1-1,1 0 1,0 0-1,-1-2 1,0 0 595,7-1 1,1-2-1,-1 0 1,-1-1-1,-1-1 1,-3-1 114,0 0 0,-1-1 0,-2-1 0,-3 0 0,-6-2 442,9-4 0,-6-1 0,-22-2 395,-42-22 179,-26 28 1,-12 7-651,0 2 0,0 3-409,13 2 1,7 0-6,12 1 2050,49 11-2146,27 15-92,-14-1 1,1 8-480,1 9 1,-5 7-2239,-8 13 1,-9 4 2265,-12-5 1,-7-3 0,-3-12-1,-4-5 1,-11 3 0</inkml:trace>
  <inkml:trace contextRef="#ctx0" brushRef="#br0" timeOffset="43985">6036 5059 16504,'0'-4'3327,"-29"-19"1,-16-3-2950,8 18 0,-4 3-313,-2-8 0,-2-1 1,2 8-72,-1 14 0,8 10 12,4 32-17,42-16 0,12 2-12,11 6 1,4 1-4,3 3 1,-2 1 31,-4-4 0,-12 1 41,-18-6 1,-13-3 19,-18-8 0,-11-7-11,-12-5 0,-3-8-196,-1-10 0,6-10-3252,14-9 1,9-7 3391,7-22 0,26 5 0,4 31 0</inkml:trace>
  <inkml:trace contextRef="#ctx0" brushRef="#br0" timeOffset="44768">6367 4813 18924,'0'-5'5483,"0"2"-5343,0 3-44,-12 45-49,2-3 1,-1 6-20,-1-3 0,-2 4 0,0 0-21,2 2 1,0 0-1,1-2 71,-4 9 1,3-7 739,10 3-286,32-64-367,-9-11 1,1-7-96,7-8 0,2-1-45,3-2 0,0 4-67,-3 9 0,0 7-8,29 2-9,-29 30 0,-3 8 42,8 26 31,-14-8 0,0 3-104,2-7 1,3-3 75,-1-4 0,4-7 31,15-9 0,2-12 22,-7-16 0,-4-9-25,-3-1 0,-6-4 28,-5-5 0,-7-1-48,-9-2-22,-6 19-16,-6 40 32,3 24-21,14-1 10,37-1 29,-11-34 0,3-7 36,-5-2 0,-2-4 42,2-8 0,-11-6 61,-32-34-94,-19 0-12,0 22 0,-5 4-50,-19-3-286,12 16-834,19 24-8626,33 31 9757,1-11 0,8 4 0,-13-27 0</inkml:trace>
  <inkml:trace contextRef="#ctx0" brushRef="#br0" timeOffset="45100">7538 5084 24771,'-5'7'-72,"8"58"-49,-2-14 1,-2 4 120,2 2 0,-5-3 232,-6-15 1,-4-11 288,-6-21-241,1-25-249,31-13 0,10-2-328,22-13-552,-4 16 0,7 5 170,6 9 1,-2 6 0,4 0 0,7 2-1</inkml:trace>
  <inkml:trace contextRef="#ctx0" brushRef="#br0" timeOffset="45318">8184 4831 27342,'-15'54'-325,"3"0"1,0 11-547,5-12 0,0 6 0,2 3 0,-1-1 305,1-2 0,1 0 0,0-1 0,0-4 0,1-3 0,0-4 0,2-5 0,2-3 0,1 0 0</inkml:trace>
  <inkml:trace contextRef="#ctx0" brushRef="#br0" timeOffset="46134">8059 5306 23971,'43'-26'93,"0"-1"0,3 0 1,4 5-147,-3 10 1,5 5 0,-2-1 15,14-7 1,-5 0 153,-19 1 1,-6 1-11,5-6 89,-48 11 128,-20 17-172,-11 13-124,12 23-28,21 11 112,26-4 135,23-17 77,14-41 12,-4-33-157,-33 10 1,-5-2 206,-8-29-251,-29 19-74,-24 29-50,-9 31-14,30 4 1,6 6-18,6 11 1,12 3 7,15 6 1,12-2-3,13 2 0,10-6 12,-11-19 0,4-4 1,1-5-7,2-5 1,1-4-1,-1-5 39,20-10 0,-5-12 53,-9-9 0,-7-9 81,-10-5 0,-11-3 70,-14 3 1,-10 1-71,-6 7 0,-5 4-59,-14-2-167,8 27 61,30 43 5,13-4 1,8 4-40,-4-4 1,2 2-1,-1 1-125,0 0 1,-1 0-1,-8 1-1603,-11 16 1,-15-3 1761,-16-12 0,-10-5 0,-3-7 0,0-6 0,-16 1 0</inkml:trace>
  <inkml:trace contextRef="#ctx0" brushRef="#br0" timeOffset="46568">9648 5564 26542,'18'-61'202,"1"-1"0,-1 0 1,0 1-1,-3 3 1,0 1-1,-4 1 0,-4 4-98,-6-2 1,-6 2 0,-1 5-2,-2-5 1,-3 8-149,-14 1 73,15 71-36,13 17 0,4 10 2,0-4 0,1 5 1,2 2-256,-1-8 0,1 3 1,2-1-1,0 0-182,1-2 1,2 1 0,1-2-1,1-2-2744,3 3 0,2-3 0,0-4 3187,3 1 0,0-8 0,8-3 0,-24-30 0</inkml:trace>
  <inkml:trace contextRef="#ctx0" brushRef="#br0" timeOffset="46751">9618 5264 20677,'0'-3'2319,"24"-15"0,13-2-2171,-5 11 1,3 1-187,4-6 1,4-2 0,0 4-814,11 5 1,-3 5 0,9-2 0,-20 4 0</inkml:trace>
  <inkml:trace contextRef="#ctx0" brushRef="#br0" timeOffset="71133">11903 5548 24396,'3'-40'636,"0"0"0,9 35-617,-7 47 1,-6 25-310,3-18 1,-1 3 0,-1 3-2169,-1-3 0,-1 4 1,-1-1-1,1-6 819,-2 7 1,0-4-1,-1 10 1,1-15 0,4-37-1</inkml:trace>
  <inkml:trace contextRef="#ctx0" brushRef="#br0" timeOffset="71434">11899 5789 16342,'-13'-51'1220,"0"1"0,0-1 0,1 0 0,-2-5 0,2 1 1,2-1-947,1-7 0,2-3 1,6 7-267,7 2 1,8 6-54,5 3 0,10 12-112,28 26 0,8 19 95,-23 6 1,-2 6 0,0 3 3,4 2 0,-1 2 0,-11 7 95,-15 6 0,-9 5 1,-12-3-16,-25 10 1,-16-5-135,5-11 0,-5-2 0,0-3-704,4-7 0,1-2 0,4-1 816,1 3 0,8-2 0,5 0 0,29-13 0</inkml:trace>
  <inkml:trace contextRef="#ctx0" brushRef="#br0" timeOffset="72101">12793 5196 17109,'0'-4'6750,"0"1"-6235,0 3-286,-100-9-198,69 25 0,-2 4-28,-31-4 0,5 6 8,33 12 0,12 3 163,17 13 150,32-34 97,23-40-105,-29 2 1,-2-3-63,-4-2 1,-4 0-42,1-10-286,-18 22 62,-9 33-28,-1 26 17,11 20 5,8-28 0,8-3 17,8-6 0,7-8 28,12-13 0,5-14-10,-11-7 1,0-7 0,-2-5-123,2-10 0,-2-6 0,-3-3 154,0-7 0,-2-4 1,-6 0 64,-7 5 1,-5 1 0,-4 2 10,-3-10 0,-9 8-137,-17 11 22,-17 77-45,16 9 1,5 12-120,3-3 0,2 5 0,2 2-446,2-13 1,0 1 0,2 0-1,1 0-460,2 11 1,2-2 0,4-4-3858,9 5 1,6-10 4269,16-9 1,-3-32 0,-18-15-1</inkml:trace>
  <inkml:trace contextRef="#ctx0" brushRef="#br0" timeOffset="72601">13238 5188 18268,'-43'-16'1296,"1"-1"1,-1 1 0,-11-4 0,23 0-1498,71-6 97,10 13 1,8 1 52,-9 2 1,2-1-1,0-2 90,2-1 0,0-3 1,-3-1 90,-8-1 1,-1-2 0,-5-2 395,5-10 1,-7-2 55,-11 6 1,-5 0-56,-4-5-539,-11 25 35,0 49-23,-3 2 0,-2 9 9,-2-3 0,-3 4 1,0 1 1,-2 3 0,-1 0 0,-1-2 7,1-7 1,-1-2 0,1-4 323,-4 2 0,9-17 156,29-39-316,-2-16 0,4-9-73,7-5 0,3-2-81,-3 3 0,3 6-22,0 12 0,2 11-40,1 17 0,0 11-1436,3 18 0,-3 8 1470,-7-6 0,-4 0 0,-8 0 0,-5-4 0,-9-6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9T13:41:34.7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4257 3421 18285,'-4'-48'1408,"0"-1"1,0 0 0,-4-12 0,-1 4-1166,1 14 1,0 7-193,-3 11-1,20 66-61,-2 1 0,0 8 14,-3-4 1,0 4 0,-2 0-105,-2 4 1,-2 1 0,-1-2 107,0-6 0,-1-1 1,-1-3 89,-2 4 1,1-8 238,4-14-224,9-58-54,-3-10 1,1-10-29,1 4 0,1-6 0,-1 0-136,1-8 1,0-1 0,1 0 137,1 2 0,1 1 0,2 4-21,4-10 0,4 9 87,1 20 1,4 14-116,34 31 17,-22 17 0,0 12-15,-10-2 0,0 4 0,-2 2-296,2 4 0,0 1 0,-2 1-434,-1 0 0,0 1 0,-2-2-3882,7 12 1,-3-5 4626,-8-16 0,-2-5 0,5 2 0,-18-28 0</inkml:trace>
  <inkml:trace contextRef="#ctx0" brushRef="#br0" timeOffset="217">4256 3432 23707,'34'-33'-574,"0"0"1,17-1 0,5 5 573,4 9 0,1 4 0,-8 2 0,-9 4 0,-14 5 0</inkml:trace>
  <inkml:trace contextRef="#ctx0" brushRef="#br0" timeOffset="2605">5559 3242 9492,'64'-4'337,"0"1"1,0-1 0,0 1 0,0-1 0,0 1 0,0-1 0,0 1 0,-1-1-1,1 1 1,0-1 0,0 1 0,0-1 0,0 1 0,0-1 0,0 1 0,-1-1 0,1 1-1,0-1 1,0 1 0,5-1 0,-7 0 0,-4 1 0,-3 1 0,-1-1 0,1 0 0,1-1-1,4 0 1,6-1-271,-10 1 1,8 0-1,6 0 1,4-1 0,4 1-1,1 0 1,0-1-1,-1 0 1,-2-1 0,-5 0-1,-4-1 1,-8 0-1,-8-1 1,-9-1 0,-11-1-1,-13 0 320,-12-27-2431,-43 6 1,-15 4 2191,13 11 1,-3 4 32,-5-1 0,-5 1 0,4 3-41,8 4 0,3 3-205,-10-1 1,3 1 398,-1 4-452,70 5 1,31 3 0,-2 1 225,3 1 1,4 6-465,-15 1 0,7 6 1,1 3-1,-5 1 1,-10-1-554,-2 10 0,-13 5 916,-9 7 1,-6 6-1,-10-10 1,-29 0-1,-6-1 1</inkml:trace>
  <inkml:trace contextRef="#ctx0" brushRef="#br0" timeOffset="3877">9843 2939 20599,'15'47'518,"-1"1"0,1-1 0,0 1 0,2 3 0,-1-2 0,-7-13-428,-13-11 83,-10-58 1,-3-22-157,9 22 0,1-5 2,-2-13 1,-1-13-1,2-3 1,3 8-363,6 12 0,4 4 0,1-2 315,-1-14 0,1-2 0,10 11 81,20 11 0,10 14-78,5 18 0,3 11-34,11 3 0,-3 12 23,-22 6 1,-3 7 0,-5 0 40,1 6 1,-11 4 8,-16 16 0,-15-2 27,-8-23 0,-8-5-1265,-10 0 1,-1-7 1763,-3-6 480,1-32-778,38-9-1215,37 1 1,10 3 1448,-9 6-866,13 16 0,12 9 0,-10 4 489,-24 3 0,-3 4 312,13 9 0,5 4 0,-10 2-659,-12 3 0,-10 2 5,-7 10 0,-14-2 8,-24-7 0,-12-6-346,0-7 0,-6-8 549,3-9 1,-5-4 0,8-2 0,-12-1 0,23-5 0,0 0 0</inkml:trace>
  <inkml:trace contextRef="#ctx0" brushRef="#br0" timeOffset="5720">11577 2816 14325,'-61'2'971,"1"0"0,0-1 1,3 1-1,1-1 1,18 1-188,24-2-28,47-1-558,22-3 1,13 0-163,-19 1 1,4 0-1,2 0 1,3-1-523,-1 1 1,3 0-1,1-1 1,2 1 0,1 0 460,-5 0 1,1 0 0,1 1-1,1-1 1,0 1 0,0-1-199,-5 1 0,0 0 1,0 0-1,1 0 1,-1 0-1,1 0 0,0 0 192,-1 1 1,1-1 0,0 1-1,-1 0 1,1 0 0,0-1 0,1 0 27,3 0 1,3-1-1,0 0 1,0 0 0,-2 0-1,-3 0 1,-5 0-535,9 1 0,-6 1 0,-2-1 0,0-1 562,5-1 0,4 0 1,-9-1-1,-19 2 216,-21 1-2812,-1-1-3243,-13 2 5814,-2 1 0,0 0 0</inkml:trace>
  <inkml:trace contextRef="#ctx0" brushRef="#br0" timeOffset="6699">15200 2553 19266,'-51'8'485,"0"0"1,0 1 0,0-1 0,-8 10-1,-2 5 1,4 2 0,11 0-450,2 2 1,19 7 69,28 13 0,17 14 1,10-3-1,4-16-101,3-23 1,6-14 0,7 2-1575,3 5 1,10 3 0,5 1 0,0-2-1,-4-4 1,-9-7 1144,-1-10 0,-7-7 0,2-1 0,17-3 0,2-2 0,-26 6 0,-35 8 0</inkml:trace>
  <inkml:trace contextRef="#ctx0" brushRef="#br0" timeOffset="7590">14052 2476 15445,'-54'-7'1435,"-1"0"1,0 1-1,1-4 1,5 5-1305,0 10 1,17 6 366,38 2-155,47 2-304,-23-8 0,4 0 0,28 3 0,4 4-19,-4 3 0,-5 10-2,-24 7 1,-4 8 0,-7 0-328,-1 5 1,-14 3-2969,-19 1 0,-12 4 0,-3-9 2125,-1-14 1,-1-6-1,0 3 1,6-7 0,18-16-1</inkml:trace>
  <inkml:trace contextRef="#ctx0" brushRef="#br0" timeOffset="10087">6101 2327 28924,'-29'-36'-202,"0"1"0,8 0 0,13 0 137,22 2 0,11 4 747,5 2 0,4 5-18,3 6 1,0 8-101,25 23-953,-38 44 25,-35-10 0,-14 3 238,3-12 0,-5 1 0,-2-1 388,-3 0 1,-2-1 0,1-1-222,-7 9 1,4-4-526,11-13 1,10-3-829,20 1 608,23-27 0,9-8-216,5-2 1,5-3 510,3-4 0,4-2 1,-5 1-1,-11 4 1,-2 0-1,3-1 0,0-1 1</inkml:trace>
  <inkml:trace contextRef="#ctx0" brushRef="#br0" timeOffset="11239">12370 2017 17792,'-15'-53'1228,"1"1"1,0 0 0,14 2 0,8 2 0,9 8-387,21 7 0,9 10-32,1-2 0,0 14-526,2 33 0,-13 14-1596,-31 27 1292,-19-19 0,-11 10 0,-4 1 1,2-7 58,-7 8 1,-4-4 166,-10-3 1,-6 0-1,27-11 748,43-13-925,17-24 0,19-11 0,10-6 0,-3-1 1,-11 5-1,-2 3 0,-1 0 0,14-5 1,-1 0-1,1 1 0,0-1 0</inkml:trace>
  <inkml:trace contextRef="#ctx0" brushRef="#br0" timeOffset="15719">14679 6490 22582,'1'-52'1086,"12"45"-1072,-4 39 0,-2 21-350,-4-10 0,-1 4 0,-2 1-2714,-2 7 1,-3 1-1,-1-1 3050,1-8 0,-1-1 0,0-4 0,-4 5 0,2-8 0,5-6 0</inkml:trace>
  <inkml:trace contextRef="#ctx0" brushRef="#br0" timeOffset="16020">14627 6840 12483,'-21'-51'3175,"0"1"1,14 8 0,4-3-2793,-5-4 0,0-5 0,7 5-165,12 1 0,9 6-126,2 11 1,7 8-65,8 12 0,5 10-11,13 15 0,3 11-263,-8 0 0,1 5 1,-2 3 133,2 5 0,-2 3 0,-7 3-12,-10-1 1,-5 3 0,-14-1-407,-22 19 1,-22-5 529,-11-20 0,-13-6 0,3-4 0,-4 1 0,2-6 0,0-5 0,0-1 0</inkml:trace>
  <inkml:trace contextRef="#ctx0" brushRef="#br0" timeOffset="20275">4917 3935 12578,'40'-10'1154,"0"0"0,1 2 0,3 4-1095,-1 9 1,4 5 0,0 2-73,3 1 0,0 2 0,2 3-14,1 1 0,2 3 1,1 1-1,-3-1 27,6 1 0,-3 0 0,4 1 29,-7-4 0,3 2 0,2 0 1,0 0-1,-3-2-1078,5 2 0,-3-1 0,0 0 0,0-1 1056,0 0 0,0-2 0,0 2 0,2 0-2,-6-1 1,0 1 0,1 1 0,2 1-1,3 0-191,-3-2 1,4 2 0,2 1 0,2-1 0,-2 0 0,-3 0 0,-3-2 196,0 1 0,-4-2 0,-2-1 0,3 1 1,4 2-20,-3-1 1,6 1 0,3 2 0,2 0 0,-2 0-1,-2-1 1,-6-2 0,-8-3 38,8 4 1,-8-3 0,5 3 4,-4-2 1,6 3-1,3 1 1,1 1-1,-1 0 1,-5-2-9,8 3 0,-4-1 0,0 1 0,6 1-6,-10-4 0,4 2 1,3 1-1,1 0 1,-1 0-1,-2-1 0,-5-1-158,2 0 0,-4-2 0,-2 0 0,0 0 0,2 0 172,5 2 0,2 1 0,0-1 0,-1-1 0,-2-1 39,1 1 1,-2-2-1,-1 0 1,3 0-26,-5-2 1,2 0-1,1 0 1,0 0-1,-1-1-36,8 4 0,0-1 0,-1 0 0,3 0-13,-6-2 0,4 2 0,-1-1 0,-2-1 1,-6-1 521,-2-1 1,-5-1-1,6 1-511,0 1 0,9 3 0,4 1 0,-2 0 1,-4-2-1,-11-3-9,3 0 0,0 1 4,2 0 1,10 4 0,5 1 0,-5-2 0,-10-4 216,-3-2 1,-2-1-209,2 0 1,4 2 0,-2-1-6,11 1 1,-1 0-16,-14-4 0,2 0 1,-5-1 619,-2-1 1,-1 0-597,3 1 1,4 0-1,-7-1-20,18 3 1653,-4 0 0,0 1-1661,-21-5 0,-2 0 157,10 2 0,2 2-65,12 3 0,0-1-31,-16-3 0,0-1-30,17 4 0,0 0 24,-16-4 1,-1 1-6,9 2 0,2 0 8,3 3 1,0-1 89,-2-2 0,0-1-1766,4 0 0,-4-2 1628,-17-4 1,-2 0 20,32 3 47,-22-1 0,-2 0-9,9 1-25,0 0 1,-2-1-37,-9-3-11,1 2 11,-17-4 3437,2 4-3432,-8-3-5,6 1 39,-9-2-22,-6-3-50,-4 1 111,3 0 0,20 1-50,-9-1-22,14 0 22,-22-1 11,10 1-28,-11 0-33,23 1 11,-22-2-40,9 2 96,-16-1 633,-1 0-684,-1 0 28,0 2 6,0 1 68,0-2-1,0 1 426,0-2-169,-18-34-82,-8-6-186,-6-12 151,6 19 0,-4-4 1,1 4 91,3 4 1,0 1-102,-18-20 1,2 3-159,5 11-130,19 16 123,34 45 1,12 14-45,4-1-19,-7-7 0,4 7 0,-2 0-52,-5 1 0,-2 0 0,-4 0-431,-2 6 1,-5-1 89,7 11 1,-14-3 394,-49-11 0,-7-12 0,21-11 0,-10-1 0,0 0 0</inkml:trace>
  <inkml:trace contextRef="#ctx0" brushRef="#br0" timeOffset="21456">8344 5802 14930,'36'-42'2476,"0"0"0,-3 12 0,6 9-2493,3 17 0,5 8 0,-4 4-5,-2 3 0,-7 7-37,-3 18 0,-17 5 916,-47 4 0,-10-1-426,22 10-384,-28-22 1,15-5-79,77-12 0,22-2 17,-28 5 0,1 0 10,5-4 1,5 0-1,-5 6-6,-5 12 1,-5 6 0,-10-5 43,-13 3-2492,-38-13 0,-22 0 1,-7-3-1,10-5 1229,9-9 0,-2-4 0,-15 1 0,-14 0 1,7-1-1,26-3 0,30 0 0</inkml:trace>
  <inkml:trace contextRef="#ctx0" brushRef="#br0" timeOffset="28235">18690 4161 8825,'4'-4'7299,"0"1"-5451,-55-2-1070,-2 10-573,0-4 0,-4 1-77,9 3 1,1 1 123,4-1 0,3-2 622,-13 0-365,28-5-178,23 0-382,2-1 253,-4 16 95,-13 23-157,2-2 0,-2 7-17,0 1 0,-2 4 1,0-1-68,-5 15 0,2 0-25,5-12 1,1 2 0,4-4-7,6-2 1,6-4-7,7-5 1,8-6-96,15-10 1,7-9-1051,16-12 0,7-10 1126,-6-1 0,2-3 0,-4 0 0,-1-1 0,-3 0 0,-1-2 0,0 1 0</inkml:trace>
  <inkml:trace contextRef="#ctx0" brushRef="#br0" timeOffset="29382">18167 4515 13866,'-4'1'7987,"-44"3"-7297,42-3-307,33-10 1,19-4-606,0 3 1,4 1 221,4-2 0,6 0 0,-9 1 0,-13 2 0,-7 2 0,1 3 0</inkml:trace>
  <inkml:trace contextRef="#ctx0" brushRef="#br0" timeOffset="31185">15193 3445 9167,'-48'-21'9830,"43"20"-8480,-26-12-3926,61 25 1,17 6 2653,-7-2-230,-3-2 1,13 4-1,7 3 1,-1-1-1,-7-1 161,2 2 1,-4-1-1,5 2-75,-7-4 1,2 2 0,3 0 0,2 2-1,3 0 76,2 1 1,5 3-1,3 0 1,1 1-1,-3-1 1,-4-2-1,-8-2-10,7 2 0,-9-2 0,8 2 1,-2-2 1,11 5 0,3 0 0,-2-1 0,-8-3 0,-16-6 1538,10 4-1535,-11 1 1,-1-1 2340,-2 0-2343,-6-2 0,7 0-32,17 1 1,9-1 0,-9-3 45,-18-3 0,1-1 8,8 2 0,11 1 1,-2 0-1,-12-4 3,7 1 25,-10-1 0,-2 0-42,-10-2-578,-1 14 0,-27-18 0,-3 5 0</inkml:trace>
  <inkml:trace contextRef="#ctx0" brushRef="#br0" timeOffset="31786">17453 4213 14981,'-4'-2'6738,"-20"-16"-6026,17 14-376,-15-13 364,20 17-656,5 0 96,22 0-106,26 7-34,5 4-3,-3 12 0,-2 9 17,-19-4 0,-4 5 31,11 18 0,-8 3-1702,-22-12 0,-9-2 1528,-6 0 1,-8-4-4788,-10-8 1,-3-6 3717,-8 4 1,4-8 0,27-16 0</inkml:trace>
  <inkml:trace contextRef="#ctx0" brushRef="#br0" timeOffset="33306">15589 6257 11021,'-8'3'7628,"-27"8"-6653,28-8 492,-10 0-1220,30-12 139,28-21-125,-2 2 0,3-3-155,0 0 1,1-1-231,-3 3 0,2-1 0,1-1 170,-2 1 1,0-1 0,0 1-29,2-3 1,1 0 0,-2 1-11,6-5 1,3-2 33,-2 3 0,9-4 0,0 0 0,-10 6-28,-6 5 0,0 0-7,-3 3 1,8-5 0,3-2 0,-4 2 0,-7 6-3,2-1 1,-4 3 2,14-10 1,0 2-1613,-19 13 0,-3 2 1604,13-6 389,11-8-366,-28 15-1127,3-4 1,2-2 1148,7-6-938,4-4 1055,-20 16 683,-9 3-834,-3 0-11,5-3 112,10-6 2056,-14 12-1988,4-2 2360,-18 11-2517,-8-4 1794,-9-2-1784,-27-9 1,-1 1-9,-1 2 0,0 1-3383,-5-1 3363,20 6 1,2-1-1538,-1-11 1565,22 11-21,-10-9-29,19 15-67,6 0 81,38 5 0,14 4 1908,5 7-1924,-8 1 0,9 4 1,-7 2 9,-10-1 1,-5 9-67,-10 9 0,1 11 0,-2 0 0,-4-8 0,0-11 0,-4-1 0,-7 14 0,0 1 0,-1-1 0</inkml:trace>
  <inkml:trace contextRef="#ctx0" brushRef="#br0" timeOffset="38220">16463 3319 18302,'-26'-24'3916,"18"-9"-3715,28 1-145,15-2-64,-5 19 0,2 5-82,22 3 107,1 16 106,-36 46-106,-26-19 0,-6 1-15,-2 6 1,-1 1 5,-5 2 1,2-5 30,2 3 118,21-11-62,29-41-73,-4-5 1,3-3-135,13-8 0,4-2-2605,-8 5 0,2 0 1,-3 1 2150,10-4 1,-4 2 0,-5 4-1,-6 3 1,-13 6 0</inkml:trace>
  <inkml:trace contextRef="#ctx0" brushRef="#br0" timeOffset="39949">16837 6031 11743,'0'-6'8710,"0"0"-7344,38 32-1209,-28 8 1,-2 6-100,14 1 1,0 2-45,-13 6 0,-4-1 233,3 7 962,-2-35-839,-8-54-308,-10-11-23,1 4 0,-1-9 0,-1 5-242,2 5 0,-1 1 222,-4-15 1,2 8-70,8 23 66,19 52 1,8 20-12,-1-7 1,-1 3 313,-3-2 1,-2 2-1,-1-9-212,0-4-1606,-33-74 0,-11-24 1510,15 30 0,1 0-92,-13-38 0,9 27 87,26 66-3283,12 23 0,10 17 0,-5-8 1872,-10-18 1,0-1 0,11 19-1,3 6 1,-11-21 0,-15-30-1</inkml:trace>
  <inkml:trace contextRef="#ctx0" brushRef="#br0" timeOffset="43949">5345 3806 7128,'3'1'3206,"32"2"1,14-2-2288,14 0-703,-12 0 1,8 0-1,0-1-544,-10 0 1,0-1-1,1 0 348,8 0 1,3 1 0,0-1 3,4 2 0,1 0 1,-3 0-10,-12 0 0,-1 1 0,0-1-14,5 2 1,1-1 0,1 0-1155,7 0 1,2 0 0,-3-1 1150,-14 0 0,-1 0 1,3 0-77,12 0 1,6 1-1,0 0 1,-9-1 82,1 1 1,-2 0-91,2 0 1,6 0 0,-7 0 95,-6 0 0,-1 0 4,6 0 0,6 0 0,-1 1 3,-9 0 1,-1 0 0,1 0-6,5 0 0,0 1 0,1 0 50,-2 0 1,0 2-1,-1-1 32,-3 0 1,-1 0-1,1 0-58,0 0 1,1 0-1,3 1-5,2 0 0,4 1 1,0-1-1,-3 1-8,2-1 0,-3 1 1,1 0-17,-13-1 0,0-1 1,0 1-1,2 0 45,5 1 0,2 0 1,-1 0-1,-5-1 18,-5 0 0,-3-1 0,3 1-35,1-1 0,4 1 1,0-1-1,-1 0 46,12 1 0,0-2 1,-1 1-48,2-1 1,-1 1-1,0 0-22,-7-2 0,-1 1 0,0-1 22,7 1 1,1 0 0,-6 0 14,-4-1 1,-1-1 47,0 1 0,4-1 0,0 1-87,-4 1 0,0-1 1,1 0 6,4 2 1,1-1 0,2 1-10,-6-1 1,3 1 0,-1-1 0,-2 1 649,0-1 0,-3 1 0,3 0-651,0 0 0,3-1 1,0 1-1,-6 0 1,-5-1 1,-4 0-1,1 0 573,7 1 1,2 1 0,3 0-557,-3-1 1,3 0 0,0 1-1,-2-1-11,6 0 0,-1 1 0,3-1-10,-2 0 1,4 0 0,1 0-1,-1 0 3,-5-1 1,1-1-1,-2 1 1,-4-1 148,-2 0 1,-3 1 0,1-1-153,5 1 1,1 0 0,-1 1 9,-5-1 0,-2 1 0,-1-1 1,17 1 1,3 0 66,-4-1 1,4 0 0,0 0-60,-7-1 0,0-1 0,3 0-10,-11-1 1,4 1 0,0-1-1,0 0 1,-4 1-10,14-1 1,-4 0 0,2 1-4,-10-1 1,1 0 0,1 1 0,-3-1 271,10 2 0,-2-1 0,-4 1-269,7 0 1,-1 1-1,-13-1 1,2 0 0,-2 0-4,8 4 1,-7-1-3,1 0 0,10 5-1688,-13-3 1,-1-1 1687,3 2 22,2 2 1,0-1-17,-3-1-9,-19-3 0,5 1-1,8 0 0,6 0 1,-1 1-5,-4-2 1,-1 0-1,4 0 9,3-1 1,5 1-1,-1 0 1,-6-2 1691,7 2 0,-4-2-1736,-3-3 0,2 0 1,-8-2 19,3 0 14,7-1 1,12 1 34,-10 0 1,8-1 0,1 1 0,-8 0-30,10 2 0,-1 0-54,-10-2 0,8 0 0,-4 0 0,-14 1 91,-3 3-40,-20-2 40,15 0-1,-8-1 24,21 1-1,-22 0 1086,38-6-2981,-49 2 1839,23-3 0,-38 5 0,-2 2 0</inkml:trace>
  <inkml:trace contextRef="#ctx0" brushRef="#br0" timeOffset="48086">16564 6321 8998,'-7'0'9074,"2"0"-7275,3-39-506,16 4-924,-7 2 1,3-1 51,22-11-194,-7 21 0,3 4-54,28-7-105,5 7 27,-10 23 45,-27 24-34,-15 20-78,-14-8 0,-2 2 3,1-5 0,0 0-15,-3 2 1,-1 0 14,2-4 0,0-2 31,-7 14-29,0-7 118,6-20 124,14-16-130,9-10-10,24-12-18,6-6-55,12-7-43,-14 9 1,3-1 5,-3 1 1,-1 0-21,7-2 1,-2 1-79,-8 4 0,-5 3-2476,-2-1 2549,-14 8 0,-16 9 0,-3 1 0</inkml:trace>
  <inkml:trace contextRef="#ctx0" brushRef="#br0" timeOffset="49095">16472 6338 16549,'21'-45'1609,"0"-1"1,0-1-1,-2 5-1458,-1 5 101,13-8-42,-1 29 1,4 4-144,13-8-50,-13 8 0,0 6 61,4 24 45,-15 21-67,-7-6 0,-2 4 14,-6-1 0,-6 0-20,-4 5 1,-7-1 28,-20 18-40,0-23 0,-3-2-17,-10 7-5,2-4 325,46-30-146,24-18-6,28-14-101,-12 2 1,2-1-54,-4 2 1,1 0 28,-1 1 1,3-3-1,-7 4-51,-8 5 0,-3 1-350,11-6 0,-9 4-512,-23 9 0,0 2 0,-8 4 0</inkml:trace>
  <inkml:trace contextRef="#ctx0" brushRef="#br0" timeOffset="50723">11785 4670 19860,'-17'44'1204,"0"0"0,0 0 0,18-29-1081,-13 24 0,-9 20 1,3-1-1,16-25 213,40-34-151,6-17 0,5-8-26,-4 2 1,0 0-163,3 0 0,-4 7 48,7 20 0,-38 49-6,-8 5-519,-7-13 0,-4 7 1,2-6-200,2 18 1,-5-9-1,1-9 1,9-29 0</inkml:trace>
  <inkml:trace contextRef="#ctx0" brushRef="#br0" timeOffset="171168">14799 3338 15575,'8'-34'2265,"1"0"1,5-23-1292,-13 45-240,-2 1-246,0 5-270,1 3 689,-1 3-856,1 4-18,2 9-16,1 13 17,1 14-1,-1 12-5,-1 13-31,-2-31 1,1 1 4,-1 6 1,1 0 3,1-7 0,0-2-6,3 7 0,1-1 0,3-3 0,0-1 0,10 27-9,-8-25 1,0 1 2,6 24-8,-9-27 0,-1 2-3,0 1 1,-2 0 10,-1 1 0,-1 0-2,-1 0 0,0 0 10,-2 1 1,-1 1 2,-1 1 1,0 0-6,-2 2 0,0-1-3,1 2 1,-1-1 4,1 1 1,0-1 19,0-2 1,0 1-15,1-1 1,-2 1-18,0 0 1,-1-1 16,0-1 1,0 1-4,-1 8 1,1-2-11,-3 16 19,3-17 0,-1 1 2,0-12 1,-1 0-12,-2 16 1,0 1-6,2-14 0,0 1-1103,0 13 1,-1 7-1,1-6 1117,1-8 0,0-1-16,0 4 0,-1 3 1,2-4 15,-1-3 0,1-6 3,-1 2 1069,4-7-1243,2-28 163,0-1-1,-8 38 3393,3-8-3387,0 9 0,1 1 23,3-11 5,0 10-11,1-40 23,-2-2-18,1 2 12,-1-1-34,0 1-11,-9 7-56,1 1 90,-2 4 5,6-5 393,-3-17-382,0-2 12,-35-29-51,20 15 45,-11-19 0,-1-3-22,10 9 30,1-1 0,3 3-80,10 21-214,3 4 230,11 11 17,13 15 22,21 33-73,-4-13 73,3-11 1,8 1-1,2-13 116,2-26 0,2-14 0,-2 7-141,15 18 0,-2-2-14,-17-20 0,-1-7 0,-16 8 0,-21 16 0,-5 5 0</inkml:trace>
  <inkml:trace contextRef="#ctx0" brushRef="#br0" timeOffset="176386">14259 4855 18705,'-33'8'1779,"-1"-1"0,-17 1-1186,47-19-106,11-18-279,9-4-91,6-3-61,11 10-28,2 14-50,5 6-23,4 20 90,-21 16-28,-18 17-17,-21-8 0,-6 0 11,2-8 0,-1-2 11,-2 3 1,1-4 201,3-2 112,14-20-235,9-10-62,10-5-34,24 0 7,9 7-18,-14 6 0,0 5 18,15 23 27,-16 6 17,-36 16-126,-13-27 0,-7-2-4846,-4 0 1,0-3 3552,-18 11 0,19-18 0,23-13 0</inkml:trace>
  <inkml:trace contextRef="#ctx0" brushRef="#br0" timeOffset="343774">16933 4374 8506,'-10'-12'9830,"2"5"-5887,-6-8-3483,1 10-147,-10 7-206,5 8-57,2 1-5,9 1 39,15-3-51,17-2-5,28 7 0,7 2-36,-28-6 0,1 0 8,9 3 0,3 2 0,-7 0 16,11 18 152,-20-7 426,-45 26-488,-23-23-806,-9 2 0,-2-1-9131,-4-1 9223,-2 2 1,45-23 0,8-6-1</inkml:trace>
  <inkml:trace contextRef="#ctx0" brushRef="#br0" timeOffset="1.01833E6">1312 7633 17232,'0'-7'7534,"1"2"-7489,5-49-6,-4 76-263,4-32-1152,-4 48 1,-4 24 809,2-14 1,-1-2 0,1-10 0,0-4 0,-1 14-1</inkml:trace>
  <inkml:trace contextRef="#ctx0" brushRef="#br0" timeOffset="1.0186E6">1289 7832 17820,'-9'-58'1352,"-1"-1"0,1 1 0,2 3 1,2 0-1,4 9-1178,8-18-127,20 40 1,5 9-48,5 13-6,3 9 1,6 8-128,-4 10 0,2 8 1,-8 3-187,1 10 0,-17 7 319,-26-4 0,-13 9 0,-6-1 0,4-8 0,3-2 0,-8-5 0,-17-14 0,1 0 0,-1 0 0,0 0 0</inkml:trace>
  <inkml:trace contextRef="#ctx0" brushRef="#br0" timeOffset="1.01901E6">1845 7689 21131,'1'-5'4867,"0"-37"-8575,-1 95 0,-3 13 3708,0-55 0,1 26 0,2 18 0,-2-15 0,0-23 0</inkml:trace>
  <inkml:trace contextRef="#ctx0" brushRef="#br0" timeOffset="1.01921E6">1989 7461 14589,'2'-13'-2950,"-1"0"0,1 16 0</inkml:trace>
  <inkml:trace contextRef="#ctx0" brushRef="#br0" timeOffset="1.01961E6">2275 7621 20123,'-25'-34'2879,"1"1"0,-15-7-2888,35 69 1,10 16-51,6-8 0,4 4-317,1 7 1,1 5 0,-4-6-166,-2-7 1,-7-3 540,-18 6 0,-9-10 0,-15-19 0,-23-14 0</inkml:trace>
  <inkml:trace contextRef="#ctx0" brushRef="#br0" timeOffset="1.01974E6">2150 7692 12567,'-26'57'1966,"-1"-1"0,7-27 0,1 27 0,-1 1 0</inkml:trace>
  <inkml:trace contextRef="#ctx0" brushRef="#br0" timeOffset="1.02048E6">2613 7456 12031,'1'-61'2393,"1"1"0,0 0 0,0-18 1,-1 34-1399,1 71 0,-1 25-1034,-3 2 0,-3 9 0,1 1-728,2-15 0,1 1 0,0 2 0,0 2 767,0 5 0,0 7 0,0 0 0,0-6 0,0-12 0,0-6 0,0-4 0,4 7 0,0 0 0,0 1 0</inkml:trace>
  <inkml:trace contextRef="#ctx0" brushRef="#br0" timeOffset="1.02072E6">2506 7732 22638,'49'-4'-16,"0"-1"0,0 1 0,7-4 0,7-2 0,-2 0 0,-6 3 1,6 3-1,-2 0 0,-5-4 0,0 0 0,0-1 0</inkml:trace>
  <inkml:trace contextRef="#ctx0" brushRef="#br0" timeOffset="1.02165E6">3154 7692 15648,'-15'-35'3383,"0"-1"0,-12-15-6205,-7 77 0,0 18 2817,1 3 897,28 23 0,20-16 592,36-77-1118,-7 24 1,-1-7-278,-14-29 1,-8-10 1000,-7-16-1028,-11 44-34,-1 23-3305,8 36 0,7 25 0,1-11 2195,20-3 0,-21 3 0,-1 11 1,2-29-1,7-46 0</inkml:trace>
  <inkml:trace contextRef="#ctx0" brushRef="#br0" timeOffset="1.02211E6">3533 7837 8506,'7'-54'3276,"0"0"1,-1 9 0,-2 19-303,-7 57 0,-1 22-2938,-1 10 1,1-2 156,-3-14 0,8-17 1309,30-39-1245,7-22 1,1-13-253,-12-16 1,5 13-807,18 50 0,12 21 0,-9 1 316,-17-4 1,-4 5-1,4 12 1,1 6-1,-4-11 1,6-14-1</inkml:trace>
  <inkml:trace contextRef="#ctx0" brushRef="#br0" timeOffset="1.02325E6">4470 7712 21192,'-26'-22'1711,"-1"0"1,2-13-1710,-8 43 1,1 18-121,13 33 1,17 5-362,17-33 0,5-1-42,-4 11 0,1 6 0,7-13-498,28-17 0,6-15 268,-1-5 0,-3-10 894,-4-12 0,-5-7 92,-11 6 1,-5-4 1383,-4-13 0,-13 2 789,-28 10-2375,13-2-5,-35 53 70,66 12 0,18-3 70,2-22-115,0 19 1,-2-13 481,-12-61 0,-14-12-457,-13 28 121,-18-22 0,-12 10-188,-22 50-166,15 32 0,1 21 0,8-6-268,10-17 1,8 1 422,9 26 0,10 9 0,6-21 0,15-27 0,-6-14 0,1 1 0</inkml:trace>
  <inkml:trace contextRef="#ctx0" brushRef="#br0" timeOffset="1.02416E6">5674 7618 17535,'-34'-18'4060,"-4"26"-3962,19 23 0,5 8 154,-6 8 3367,56-94-3703,-32 28 0,11-36-1611,-35 94 1,-7 27 1694,16-16 0,1 1 0,-6 7 0,6-6 0,22-7 0</inkml:trace>
  <inkml:trace contextRef="#ctx0" brushRef="#br0" timeOffset="1.02461E6">5763 7899 10786,'0'-10'9830,"-62"26"-8565,39 8-1094,-9 6 0,7 3 1224,40 6 448,6-22-1703,-5-15-6010,-43-21 5870,8 17 0,-16 6 0,32-1 0</inkml:trace>
  <inkml:trace contextRef="#ctx0" brushRef="#br0" timeOffset="1.02527E6">1141 8401 14253,'58'2'541,"0"0"1,1-1-1,-1 1 1,0-1 0,0 1-1,4 0 1,-1 0 0,0 0-1,2 0 1,5 0-1168,-16-1 1,0 0 0,1 1 0,2-1 0,2 0 0,4 1 0,5-1-1,4 1 1,6 0 625,-30-1 0,3 1 0,3-1 0,3 1 0,3-1 0,3 1 0,1 0 0,4 0 0,0 0 0,3 0 0,1 0 0,1 0 0,2 0 0,0 0 0,0 0 0,1 1 0,0-1 0,0 0 0,-1 0 0,0 0 0,0 1 0,-2-1 0,-1 0 0,-2 0 0,-1 0 0,-2 0 0,-3 0 0,-2-1 0,-2 1 0,-3 0 0,-3-1 0,-3 1 0,24 0 0,-6-1 0,-6 1 0,-4 0 0,-2-1 0,-2 1 0,1-1 0,3 1 0,3-1 0,5 1 0,8 0 0,-8 0 0,-1 0 0,1 0 0,0 0 0,0 0 0,0 0 0,0-1 0,0 1 0,0 0 0,0 0 0,0 0 0,0 0 0,0 0 0,0 0 0,0 0 0,0 0 0,-1-1 0,1 1 0,0 0 0,0 0 0,0 0 0,0 0 0,0 0 0,0 0 0,0 0 0,0 0 0,0-1 0,0 1 0</inkml:trace>
  <inkml:trace contextRef="#ctx0" brushRef="#br0" timeOffset="1.02777E6">4261 9234 12018,'-60'-21'8144,"-3"33"-8057,23-14 0,-2 3 142,-4 23 1,6 8-96,6 16-61,1-2 324,68-6-310,3-34 0,3-7-56,-2 4 0,-1-1 53,27-4-40,-53 2 108,-30 17-99,-8 1 0,-4 3-48,0 2 1,-1 1-6,-10 8 0,3 1-22,8 11-6,63-9 0,2-17 25,1-14 0,-1 0 65,-5 6 5,-21 5 12,-27 16 0,-11 4-15,5-9 0,-2-1-36,-8 10 0,-1 0 20,5-5 0,6-3-581,11 5 533,13 4 0,7-18 0,16-14 0</inkml:trace>
  <inkml:trace contextRef="#ctx0" brushRef="#br0" timeOffset="1.02941E6">3979 16070 19008,'13'50'1400,"-42"-3"-3007,18-4 0,4 8 1,-4-8 1740,-21 9 516,-9-4 1,-8 7 0,28-15 84,57-21 102,-23 7-737,0 12 1,3 14 0,-1 4 0,-6-10 44,-9-10 1,-4 1-195,3 14 0,0 13 0,-3-4 0,-4-17-3115,-14-12 3164,8-1 0,14-28 0,-1-1 0</inkml:trace>
  <inkml:trace contextRef="#ctx0" brushRef="#br0" timeOffset="1.03033E6">3842 16014 12724,'-8'-2'9830,"2"1"-9685,7 3-251,-1 2-364,7 16-9361,6 8 7756,-2-3 1,0-4-1,-9-18 1</inkml:trace>
  <inkml:trace contextRef="#ctx0" brushRef="#br0" timeOffset="1.03216E6">4168 10631 17020,'26'-52'2737,"-31"80"0,-9 29 0,5-10-2721,11-11 30,-9 8 1,-7 14-1,-2 0 1,0-18 703,-6-14-431,10-87-277,9 6 0,15-8-31,11 16 0,12-9 1,5 2-1,-1 13 0,-8 25-1976,-1 50 1,3 7 1702,20-48 1,10-18-1,-12 22 262,-23 48 0,-12 23 0,-3-17 0,1-27 0,33-32 0</inkml:trace>
  <inkml:trace contextRef="#ctx0" brushRef="#br0" timeOffset="1.03253E6">4112 10749 22711,'57'-30'-102,"0"-1"0,0 0 0,3 3 0,-1 0 0,-9 10-9729,-1 12 7373,3 2 0,-43 4 1,-8 0-1</inkml:trace>
  <inkml:trace contextRef="#ctx0" brushRef="#br0" timeOffset="1.03368E6">4201 10711 8741,'9'-54'3276,"0"1"1,-1-1 0,7-8-1722,-5 7 0,3-9 1,6 15-1338,7 26 1,2 9-124,9-3 11,24 3-16,-44 46 1,-5 26 0,-4 12 0,-2-2 0,3-17-3493,4-12 1,0 0 3401,-5 12 0,-1 18 0,0 2 0,-1-13 0,-1-28 0,-3-27 0,-1-3 0</inkml:trace>
  <inkml:trace contextRef="#ctx0" brushRef="#br0" timeOffset="1.03545E6">4205 11975 20537,'-11'60'1028,"0"-1"1,0-10 0,0 2-872,0 9 0,-1 5 0,0-11 694,-11 6-694,3-26-79,11-95-11,9 9 0,3-10 1,3 1 21,0 6 1,2 0 0,12 1-90,15-2 0,14-3 0,2 10 0,-10 27-3414,11 54 3419,-9-19 1,6-1 0,-17 10 7,-34 29 0,-23 13 0,-3-12 71,-12-9 5,2-25-16,25-32-17,5-11-1132,30-9 1,11 1 1070,6 5 1078,-4-4 0,6 10-1072,-1 33 1,3 16 0,-9 3-13,-14 2 0,-4 4 16,10 8 1,3 7 0,-14-4-1,-21 1 1,-13-2 16,-11 3 1,-9-7-21,0-17 1,-4-8-140,-10-3 0,-1-9-2563,-2-14 0,4-8 2700,13 4 0,4-2 0,-14-19 0,39 22 0</inkml:trace>
  <inkml:trace contextRef="#ctx0" brushRef="#br0" timeOffset="1.03661E6">4340 13267 17764,'-52'11'1714,"1"0"0,-1 0 0,-3-4 0,5 8-3498,10 20 0,4 11 0,7 0 1842,8-2 1,11 4 425,12 4 1,8 4 0,9-7-496,14-5 0,12-12 11,9-12 0,9-7 0,-6-6 0,-10-5 0,-3-8 0,5-16 0,-1 0 0</inkml:trace>
  <inkml:trace contextRef="#ctx0" brushRef="#br0" timeOffset="1.03754E6">4036 14480 17524,'10'-50'2298,"0"1"0,0-1 1,-3 21-2047,-7 76 0,-3 28-404,2-33 1,-1 2-385,0 15 0,0 8 1,-1-7-4381,1-6 1,1-8 2519,0 10 0,1-23 1,0-31-1</inkml:trace>
  <inkml:trace contextRef="#ctx0" brushRef="#br0" timeOffset="1.03806E6">4008 14637 18100,'12'-51'1069,"1"1"1,-1-1 0,0 1 0,-4-12 0,0 3 0,13 26-990,15 38 1,14 23 0,5 12 0,-4 3 0,-13-8-62,-12-2 1,-6 6 21,2 8 0,6 15 1,-2 3-1,-10-5 1,-17-15-62,-39-7 1,-18-10-157,5 4 1,-5 1-1,5-12-1121,4-16 1,5-9 1296,-18-10 0,36 4 0,18 1 0</inkml:trace>
  <inkml:trace contextRef="#ctx0" brushRef="#br0" timeOffset="1.03919E6">4129 15314 21360,'-41'21'273,"-1"-1"0,0 1 1,-13 5-1,4-6-10,-13-8 40,23-15 419,18-22-459,14 37-229,6-23 153,0 50 1,-2 20-65,-7-5-80,3-4 0,0 8 0,3-8-26,4 10 2,1-11 1,10-7-15,30-25 1,8-12-197,-14-2 1,3-4-1681,7-3 0,5-2 1,-5-3 1870,-5-6 0,-4-1 0,-1 1 0,-3 1 0,-5-1 0</inkml:trace>
  <inkml:trace contextRef="#ctx0" brushRef="#br0" timeOffset="1.03972E6">3810 15621 8002,'-4'2'9830,"36"4"-3523,9-13-6307,15-2 0,1-3 0,-7-2 0,-15 2 0,0 0 0</inkml:trace>
  <inkml:trace contextRef="#ctx0" brushRef="#br0" timeOffset="1.04225E6">5571 10375 14992,'1'-4'6144,"-40"-26"-5500,-7 62-526,-10-33-71,30 27 1,12 7 306,32 1-97,-3-15 393,32-23 235,-22-30-191,-5-20-285,-22-1-376,-28 12-615,-4 35 582,-15 49 0,30-15 0,1 22 0</inkml:trace>
  <inkml:trace contextRef="#ctx0" brushRef="#br0" timeOffset="1.04266E6">5445 10733 21220,'3'41'1487,"-1"-1"1,11 0-816,43-58-751,-76-34 79,-4 42 0,-34-12 0,38 34 0</inkml:trace>
  <inkml:trace contextRef="#ctx0" brushRef="#br0" timeOffset="1.04337E6">5464 11696 21679,'-25'44'1748,"20"0"0,-5-12-2518,-25-60 0,-6-5 770,-1 58 0,24-8 0,5 5 0</inkml:trace>
  <inkml:trace contextRef="#ctx0" brushRef="#br0" timeOffset="1.04372E6">5478 12344 22128,'-17'46'837,"0"0"1,1 8-637,81-55 298,-16-26-1208,-87 1 0,-13 0 1,37 4-1,-36 0 1,1 0-1</inkml:trace>
  <inkml:trace contextRef="#ctx0" brushRef="#br0" timeOffset="1.0447E6">5359 13231 16476,'-42'49'6072,"25"-8"-5913,-5 12 1,12-3 1184,36-24-1013,1-1-107,5-55-124,-27-3 1,-8-1-767,-5-1-454,-7-19 1120,-14 53 0,17 2 0,-7 9 0</inkml:trace>
  <inkml:trace contextRef="#ctx0" brushRef="#br0" timeOffset="1.04522E6">5380 13887 14981,'1'-11'7231,"1"2"-7001,-48 27-174,30 8-34,-9 0 1,7 1 453,50 16 2285,-15-71-2733,4 20-4761,-31-26 0,-13 2 4733,-5 28 0,-8 4 0,30 3 0</inkml:trace>
  <inkml:trace contextRef="#ctx0" brushRef="#br0" timeOffset="1.04588E6">5345 14517 21193,'-45'27'330,"-1"0"1,1 17 116,34-5 0,15-5 382,46-25-168,-9-46-569,-20 10 1,-5-3 278,-14-34-293,-13 19-132,-6 10-808,0 25-6380,0 34 7242,6 1 0,3 5 0,7-19 0</inkml:trace>
  <inkml:trace contextRef="#ctx0" brushRef="#br0" timeOffset="1.04626E6">5300 14935 17760,'-28'35'-84,"9"-12"2300,29-4 282,-1-70-3137,-17 54 0,7-54 0,-18 64 1</inkml:trace>
  <inkml:trace contextRef="#ctx0" brushRef="#br0" timeOffset="1.04686E6">5283 15419 22492,'-28'41'950,"0"1"0,0-1 1,2 10-780,9-76 0,8-12-171,28 8 0,-48-2 0,-9 15 0,20 46 0</inkml:trace>
  <inkml:trace contextRef="#ctx0" brushRef="#br0" timeOffset="1.04726E6">5196 15962 18896,'-21'31'2935,"0"1"0,24-2-1781,17-36-1014,20-12-56,-65 1-1147,-3 26 0,-9-8 0,16 10 1</inkml:trace>
  <inkml:trace contextRef="#ctx0" brushRef="#br0" timeOffset="1.05059E6">6505 10329 13205,'0'-4'9746,"-13"-49"-9085,-8 40-454,-28-10-2280,21 40 1,0 12 2117,-4 6 0,2 4 407,2 7 0,6 2-458,7-5 1,10 0-6,16 7 0,14-5 69,12-16 1,5-8 2,0-2 1,1-11 361,2-28 0,-8-11 3081,-12-2-3339,-17-13 1,-6-3-26,-12-6-67,4 12 0,-4-1 50,-3 4 0,-3 3-145,-8-11-68,-1 14-9741,-8 39 7373,23-1 0,-12 6 1,20-8-1</inkml:trace>
  <inkml:trace contextRef="#ctx0" brushRef="#br0" timeOffset="1.05352E6">6499 12207 11962,'4'-4'6127,"0"1"-4670,-1 6-393,-5 6-420,-6 10-168,-27 19-403,4-9 151,-1-5 0,-2-5 426,-13-16-600,3 3 68,2-40-34,16-20 0,10 6 0,4-2-62,9 9 1,3 1-23,0-1 0,8 6-9,21 14 1,4 8 14,-1 3-12,10 1 0,5 4-5,16 13 11,-18 3 0,-1 7 3,-4 6 0,-2 6 27,3 13 1,-4 1-34,-15-16 1,-1-1-1700,17 16 1,-2-6 1706,-8-17 17,3 1 1,3-5 67,13-14 2,-3-18 0,1-7 15,9-12-21,-15 0 1,-6-4 95,-20 7 0,-6 1 3418,-4-24-3351,-32 18 0,-8 6-204,-7 7-9,-8 11 1,-4 7-18,20 12 1,-1 5-9,-22 4 0,-4 7-71,22 0 0,0 5 1,3-2-67,-10 1 0,6 2-4401,7 16 0,12-2 4527,18-11 0,2 0 0,3-24 0</inkml:trace>
  <inkml:trace contextRef="#ctx0" brushRef="#br0" timeOffset="1.05544E6">6267 13457 13513,'-37'47'2879,"-1"0"0,21-16 1,-4-6-2774,-35-13 0,-1-17 40,22-21-51,9-31-95,28 27-9,36 19 1,15 9-9,-16 6 1,5 6-1407,11 2 1,11 4 0,1 1 0,-7-2 1416,-14-3 1,-5-2 0,5 0 344,14 1 1,9-1-1,-1-2 1,-11-6-329,-5-5 0,-6-11 503,2-15 1,0-9-1,-9 3-391,1-12-795,-52-7 0,-14 9 711,2 36 30,-16 6 0,-13 3 0,10 2-18,10 4-422,-7 2 1,1 0 437,21-2-72,-3 5 44,2 4 1862,-4 4-1884,-3 9 0,0 1 2837,1-3-2826,-2 5 0,1-2 1741,7-10-1724,-14 2-17,8-6-28,-6-1 0,0-1 0,9-4 0,-23 11 0</inkml:trace>
  <inkml:trace contextRef="#ctx0" brushRef="#br0" timeOffset="1.05743E6">6225 14843 19664,'-35'54'543,"0"0"0,7-7 0,-4-7-134,-4-16 0,-3-8-126,1-5 0,2-12 190,-5-28 0,8-12-355,8-10-118,19 1 0,15 3-1693,32 21 0,8 12 1687,-4 6-19,-4 7 1,8 3 0,-7 4-27,15 18 56,-5 6 1,-1 4-9,-22-8 1,-2 1 2,12 9 0,1-2 5,-8-9 1,1-4-1,11-3 1,1-5 3378,19-11-3370,-18-14 0,-1-8 55,-17 1 0,-3-1-44,5-1 0,-5-4 213,-10-15 0,-8-1-120,-5-3-54,-6 0 0,-4 2-24,-10 10-1672,-18 8 0,-6 7 1632,4 11-60,-1 1 0,-5 8 73,3 22 0,-1 13 0,6-4-8,-9 11-113,6-9 0,-5 7 0,10-10-2844,14-11 2952,-8 3 0,14-19 0,6-6 0</inkml:trace>
  <inkml:trace contextRef="#ctx0" brushRef="#br0" timeOffset="1.05958E6">6222 15889 12920,'7'-7'5673,"-7"18"-4642,-31 42-857,-1 1-2051,-5-9 1,-2-3 2021,0-7 733,-14-30 0,0-12-817,20-15 295,-8-17 0,7-6 64,24-8-339,9 17 1,3 0-49,10-2 3443,36 0-3453,-4 25-23,-10 6 0,0 3-11,21 13 11,-15 3-1716,7 17 0,3 5 1724,-21-14 1,2 2-765,15 7 0,6 3 0,-6-4 761,-17-10 1,-1-3-15,12 4 1,-3-7 19,-11-12-160,11-29 0,7-19 0,-8 6 317,-4 0 377,2 1 0,4-8 0,-21 10-305,-45 11 2062,9 15-2279,-10-4 27,-16 17 1,-2 8-63,0 3 1700,0-4 0,2 6-1674,19 10 0,6 4 2,-10 11-5,-1 2 1,-1 1-29,-6 7 17,11-6 0,3-3 0,6-11 0,3 11 0</inkml:trace>
  <inkml:trace contextRef="#ctx0" brushRef="#br0" timeOffset="1.10741E6">9995 7982 19479,'-16'-39'853,"0"0"0,0-1 0,7 17-544,12 33 32,5 19-150,0 33-138,-3-15 0,-2 4-31,-1 12 1,-2 5-190,-1-16 1,-1 2-1,1 2 171,-1-8 0,1 0 1,-1 2-1,0 1-302,0 6 0,0 1 0,-1 1 0,1 2 309,0-7 0,1 1 0,0 1 1,0 0-1,0 2-1,1 4 0,0 1 0,0 1 0,1 1 0,0 1-311,1-9 0,1 2 1,-1 0-1,1 0 0,1 1 1,-1 1 301,2 3 1,-1 0 0,1 1 0,1 0 0,-1 1 0,1 0 1,-1-7 0,1 1 0,-1-1 0,1 2 1,0-1-1,0 1 0,-1 0-3,1-4 0,-1-1 0,1 1 0,-1 0 0,1 1 0,-1-1 0,1 1 0,-1 0-211,0 3 0,1-1 0,-1 1 0,0 0 0,1 0 0,-1 1 0,0 0 0,1 0 217,-2-5 1,1 0 0,0 1 0,0 0 0,0 0 0,0 0 0,0 1 0,0-1 0,-1 0-148,1 2 0,0 0 1,-1 0-1,1 0 1,-1 1-1,0-1 1,0 0-1,0 1 0,0-1 151,0 1 0,-1 1 0,1-1 0,-1 0 0,1 0 0,-1 1 0,0-1 0,0 0 0,-1 0 4,1 1 1,-1-1 0,0 0 0,0 1 0,-1-1 0,1 0 0,0 1 0,-1-1 0,0 0-3,0 0 1,0-1-1,0 1 1,0 0-1,-1-1 1,1 1-1,-1-1 1,1 0-1,-1 1 3,1-2 0,-1 0 0,0 0 0,0-1 0,1 1 0,-1 0 0,0-1 0,0 1 0,0-1-58,0 6 0,1 1 0,-1-1 0,0 1 0,0-1 0,0 0 0,0-1 0,0 1 50,-1-3 0,0-1 0,0 0 0,0 0 0,-1 0 0,1 0 0,-1 1 0,0 1 10,-1-4 1,1 3-1,-1-1 1,0 2 0,0-1-1,-1-1 1,1-1-1,0-1 1,0-3-34,-2 12 0,1-2 0,0-3 0,0-1 1,-1 1-1,0 1-158,0 3 0,0 1 1,-1 1-1,0-2 1,1-4-1,0-4 174,1-1 0,1-4 0,1-5 0,-1-3 0,-1 14 0,1-7 0,2-18 0,0 1 0</inkml:trace>
  <inkml:trace contextRef="#ctx0" brushRef="#br0" timeOffset="1.10986E6">11816 8174 20464,'0'-49'928,"-1"1"1,-16 5-1,-9 1 1,-1 11-856,-23 11-59,-11 13 0,3 12-59,14 35 17,20-7 0,6 2 11,17 16-3,23-13 1,6-4 92,6-6 128,14-23 1,-1-11-73,-17-21-62,-5-1 0,-5-3 163,-14 2 392,-2-11-510,-1 14 263,-5-11-358,1 31 11,-1 1-28,2 16-6,0 4 30,-2 24 1,0 16-1,-1-5-38,3-16 0,-2 3 30,-2 4 1,-2 13 0,-2 9 0,0 2 0,-2 0 0,2-8 0,-1-10 30,-4 12 1,-2-3-44,0 1 1,-5 14-1,1 1 1,6-17-1,14-30-1643,16-39 1,12-29-1,7-16 1,2-6 0,-3 6-1,-10 17 655,-6 12 1,0-1 0,9-12 0,11-17 0,4-7 0,-2 4 0,-8 13 0,-16 22 0,-14 22 0</inkml:trace>
  <inkml:trace contextRef="#ctx0" brushRef="#br0" timeOffset="1.11112E6">11656 8894 7503,'-3'4'7976,"1"0"-6228,2-4 946,-38 48-2167,16-26-208,-4 8 0,-2-2 241,6-16-118,3-5 1435,2-59-1384,14-2-426,10 11 0,5-8 0,3 5-137,5-1 0,6 4-2038,7 4 0,8-1 1,-4 7 1541,-5 10 1,-2 5 0,5 1-1,-6 5 1,-14 9 0</inkml:trace>
  <inkml:trace contextRef="#ctx0" brushRef="#br0" timeOffset="1.11393E6">12099 8102 17759,'4'-58'2083,"0"-1"1,-1 1 0,-1 9-1440,-3 19-521,-1 9-112,1 27-11,-2 43 3,-1-14 0,-1 5 2,-4 20 1,-2 2 8,3-15 0,-2-2-3,0 0 0,-1-6 567,3-12-203,4-22-123,-2-41-129,5-21-87,0 2 1,3-8 13,5 10 1,5-4-1,0 5-39,3-8 1,8 6-16,4 16 0,8 3 0,-2 16-41,0 22 1,-2 16 16,-2 19 0,-4 13 0,-7-2 16,-8 0 1,-8 2-1023,-2-1 1,-3 4 0,-5-14 1145,-12-13 95,16-82-140,13 16 0,4-3-17,-3-12 1,6 1 2,14 3 0,5 10-47,14 14 0,7-7-57,-16 62 1,-8 20-4866,-26 10 1,-4 4 4021,18-9 1,-2-2 0,-21 6 0,-5-15 0,7-36-1</inkml:trace>
  <inkml:trace contextRef="#ctx0" brushRef="#br0" timeOffset="1.11458E6">12944 7947 16868,'1'-38'4254,"-1"1"0,0 30-5063,-1 52 0,0 24 1,0-9-1,-1 0 1,1 0-1,0 0 1</inkml:trace>
  <inkml:trace contextRef="#ctx0" brushRef="#br0" timeOffset="1.11491E6">12918 7989 20252,'0'-58'1471,"1"1"1,0-1 0,26-8-1,10 29-1473,-4 54 0,4 26 1,0-1-5,-2-15 1,1 0-1,-7 6 18,-7 11 1,-3 8 0,-8 1-1,-11-9-502,-28 3 0,-12-5 490,11-6 0,-2 0 0,-2-6 0,-10-6 0,0-8 0,-11-4 0</inkml:trace>
  <inkml:trace contextRef="#ctx0" brushRef="#br0" timeOffset="1.11844E6">13717 7784 14757,'1'-3'8609,"-1"0"-7960,10-26 1,-15 28-196,-23 8-326,-9 31-76,4 3 1,-4 10 0,5-3-53,10-5 0,4 0-25,-6 1 1,0 2-1,16-4-2442,42 5 0,16-11 2467,-10-18 0,1-3 0,10 6 0,-2-4 0,3-16 0</inkml:trace>
  <inkml:trace contextRef="#ctx0" brushRef="#br0" timeOffset="1.11907E6">14389 7728 13357,'-1'-3'9830,"1"1"-7467,0 2-1607,-23-47-246,19 33-471,6-36-33,41 61 11,2-3-31,-2 29 0,-5 13-48,-19-8 0,-7 5-689,-1 8 1,-4 8-1,-7-2 751,-11-6 0,-8-2 0,1-3 0,-1 7 0,-3-6 0,-3-15 0,-1-1 0</inkml:trace>
  <inkml:trace contextRef="#ctx0" brushRef="#br0" timeOffset="1.15418E6">16686 820 18741,'-15'-42'2126,"0"0"0,2 4 1,2 9-2145,8 22 49,7 26 50,9 43-48,-5-11 1,0 5-1143,-1-10 1,2 0 0,-1-1 1117,0 8 1,0-4 84,-3-6 1,5-16 1165,23-53-1098,-18-1 1,-1-9-119,8-15 1,3-8 0,-3 4-51,-2 5 1,-2 1-16,-1 5 1,0-2-1,-3 12-197,-3 16-1916,-8 28 2134,-9 31 0,1-12 0,-1 7 0</inkml:trace>
  <inkml:trace contextRef="#ctx0" brushRef="#br0" timeOffset="1.15462E6">17243 890 22259,'-17'18'-75,"-4"26"0,14 5 1,4 5-1,-3-16 0,0 0 1</inkml:trace>
  <inkml:trace contextRef="#ctx0" brushRef="#br0" timeOffset="1.15491E6">17373 675 23758,'-10'5'-1281,"1"-8"0,9 17 1</inkml:trace>
  <inkml:trace contextRef="#ctx0" brushRef="#br0" timeOffset="1.1554E6">17672 850 23175,'10'3'3137,"5"11"-3272,7 22 1,3 18 0,-8-5-805,-9-8 1,-11-4 938,-18 7 0,-10-10 0,-14-16 0,-20-18 0</inkml:trace>
  <inkml:trace contextRef="#ctx0" brushRef="#br0" timeOffset="1.15564E6">17592 912 12623,'-20'49'1228,"-1"1"1,0-1 0,-9-59 0,21 69-1,0-1 1,1 1 0,-1-1 0</inkml:trace>
  <inkml:trace contextRef="#ctx0" brushRef="#br0" timeOffset="1.1559E6">18054 850 23069,'1'53'645,"-1"-1"1,0 0 0,1-16 0,-1-2-1,0 17 1,1 0 0</inkml:trace>
  <inkml:trace contextRef="#ctx0" brushRef="#br0" timeOffset="1.15668E6">18126 643 20117,'-7'-9'3198,"1"-8"-3198,11 24 0,-5-15 0,5 17 0</inkml:trace>
  <inkml:trace contextRef="#ctx0" brushRef="#br0" timeOffset="1.15704E6">18565 736 18571,'-5'-59'1471,"1"0"0,-1 0 0,1 0 1,-1-13-1,1 4 0,2 37-1437,6 71-34,0-2 0,0 9 0,1 2-833,-1 6 0,1 2 1,-2 1 779,0 6 1,-2 2 0,-2-2-1007,-1-5 1,-3-1-1,1-4 1059,-1 2 0,0-5 0,0-13 0,0-5 0,4-2 0</inkml:trace>
  <inkml:trace contextRef="#ctx0" brushRef="#br0" timeOffset="1.15728E6">18478 894 20067,'47'-26'-486,"-1"0"1,10 1-1,3 7-323,-14 12 0,1 4 1,-3 1-1,4-1 1,-5 0-1,9-6 1</inkml:trace>
  <inkml:trace contextRef="#ctx0" brushRef="#br0" timeOffset="1.15772E6">19004 756 10875,'-52'14'9830,"48"33"-4464,-12-9-5067,57-28 1,11-17-70,-29-20 0,-7-8-65,13-7 0,-16 2-2238,-37 11 1,-13 8 2078,-22 18-476,25 34 0,1 19 1,14 1-761,23 3 1,11 3-266,-15-8 0,-1 3 0,11-7 1495,22-10 0,12-7 0,-5-7 0,7-3 0,-13-12 0,1 0 0</inkml:trace>
  <inkml:trace contextRef="#ctx0" brushRef="#br0" timeOffset="1.15818E6">19793 916 18257,'-38'-32'2763,"1"1"1,-10 27-1,-4 4-2738,-5-25 1,-1 11 5,10 39 1,1 18 0,13-2-358,19-10 0,6 2 343,-6 27 0,13-6 166,48-17-141,-1-34 0,3-16 120,-5-21 0,-5-14-73,-6 3 1,-3-7 0,-6-5 198,-10-2 1,-6-6-1,-3 0 1,-1 4-453,-2 4 0,-2 3 0,-3 1 164,0-5 0,-3 1 0,-3 17 468,-7 20-468,12 55 0,9-2 0,4 5 0,0 7 0,1 5 0,-2 5-1967,-5-4 1,-2 5 0,-1 2 0,0-2 0,2-6 924,3 2 1,2-4 0,-3 2 0,-6 22 0,-4 2 0,1-28 0,4-39 0</inkml:trace>
  <inkml:trace contextRef="#ctx0" brushRef="#br0" timeOffset="1.15876E6">20498 685 25833,'-7'0'2356,"9"-16"-7272,52 9 1,18 5 4284,-33-7 0,1 0 0,4 6 0,5 2 1,-9 1-1,-1 0 0</inkml:trace>
  <inkml:trace contextRef="#ctx0" brushRef="#br0" timeOffset="1.15898E6">20526 939 20156,'55'-8'352,"0"0"0,0 0 1,0 0-1,-1 0 0,12-2 1,-5 0-1,-8 2 1,-17 4-1,1-1 0</inkml:trace>
  <inkml:trace contextRef="#ctx0" brushRef="#br0" timeOffset="1.15973E6">22004 360 12704,'1'-3'9830,"-28"-11"-8914,-28 20 1,-9 4-879,16-18 0,-1 8 365,9 24 1,-3 15 0,3 8 0,6-1-208,6 11 1,8 4 0,3 4-165,6-14 0,2 4 1,2 1-1,1 0 0,1-4-34,-5 18 0,3-5 0,16-8-2573,21-14 0,15-8 0,0-11 2575,8-19 0,2-10 0,-10 5 0,3-1 0,-6-2 0,-6-6 0,-1 0 0</inkml:trace>
  <inkml:trace contextRef="#ctx0" brushRef="#br0" timeOffset="1.16156E6">32640 216 32767,'58'-1'0,"-1"0"0,1 0 0,-5-1 0,0 0 0,-3 4 0,10 6 0,-7 4-1327,2 4 1120,-32 18 1,-6 13-1,-7-1-222,-12 6 1,-6 6 285,7-2 0,3 11 1,0 3-1,-5-3 1,-8-12-413,-14-11 0,-7-9 0,5 5-785,13 26 0,5 7 1,-15-24 667,-26-41 0,-14-20 0,11 0 0,2 5 0,10 0 0,1 1 0</inkml:trace>
  <inkml:trace contextRef="#ctx0" brushRef="#br0" timeOffset="1.33674E6">7010 11622 11883,'32'-30'2152,"1"0"0,0 0 1,10-9-1,-18 17-1477,-47 48 0,-17 18-532,-1 0 0,-5 5-443,15-15 1,-3 1-1,-2 2 1,-2 4 340,1 0 0,-4 3 0,-1 4 0,0-1 0,1-1 0,2-4-30,-3 3 0,2-4 1,0 0-1,-2 4-146,5-3 1,-4 3-1,-1 3 1,1-2-1,3-2 1,5-6-363,-2 3 0,5-4 1,3-4-1,-3 2 0,8-5 1,15-4-1</inkml:trace>
  <inkml:trace contextRef="#ctx0" brushRef="#br0" timeOffset="1.33781E6">7735 11584 21791,'20'-57'437,"1"0"0,2-1 1,4 21-483,13 57-9,-28 14 1,-8 8-11,-6 13 0,-7 4 44,-7 2 0,-7-1 37,-5-3 0,1-7-28,6-7 39,7-7 129,34-29-57,28-25-100,-19 7 0,5-3-2458,7-6 0,8-5 1,0-1-1,-7 4 2152,0 1 1,-3 1 0,9-4 0,3-1 0,-15 7 0,-21 11 0</inkml:trace>
  <inkml:trace contextRef="#ctx0" brushRef="#br0" timeOffset="1.35809E6">22607 777 22823,'11'-34'691,"0"0"1,4 7-367,-30 87-258,4-12 0,-1 4-6,-5 9 1,-2-1 11,3-12 0,1-3 134,-4 16 292,10-46-297,10-40-113,8-38-78,2 6 1,2-7-110,0 14 0,1-1 0,2 0 105,3-2 1,1 1-1,3 3 18,11-10 1,4 9-15,-4 18 0,3 10 8,-3 18 1,-1 10-76,-5 11 0,-6 9 39,-5 12 1,-9 5 24,-10 7 0,-10 2 1,-6-12 1,-6 0-1,0-4-1,-2 2 1,-2-4 247,-8 3 0,2-15-60,16-35-173,6 5 38,19-38-27,16 20-34,19-4 0,15 22-6,-7 33 1,-1 7 44,5 3-48,-9 14 1,-16 4 14,-44-2-12,-24-9 1,-9-3-110,13-16 0,-4-5-451,-7-4 1,-6-3 0,10-4 0,4-4-1,-8-5 1</inkml:trace>
  <inkml:trace contextRef="#ctx0" brushRef="#br0" timeOffset="1.41219E6">6729 14418 9923,'41'-41'1638,"1"1"0,-1 0 1,0 0-1,3-3 0,-2 2 1,-10 8 539,-5 5-1875,-48 47 0,-15 15-208,6-4 0,-2 2 1,-2 2-764,-5 6 1,-2 2 0,-3 3 690,8-6 1,-2 2 0,-2 2-1,1 0 1,1-2-5,-7 6 1,2-1 0,-1-1-1,0 3-31,4-6 1,-1 2 0,0 0 0,1-1 0,2-2-226,-2 1 0,2-1 1,3-2-1,3-3-365,-8 14 1,8-8 0,9-5 0,27-26 0</inkml:trace>
  <inkml:trace contextRef="#ctx0" brushRef="#br0" timeOffset="1.41301E6">7648 14366 23416,'18'-49'201,"0"0"1,9 1 0,8 16-292,18 37 1,-4 22 47,-29 9 0,-10 10-2025,2 18 0,-13 1 2134,-23-8 0,-10-7 286,2-9 0,5-18 1111,19-30-1374,16-3-56,28-19-26,10 26 1,2 10-2289,2 10 2308,-16 12 0,-13 8 977,-34-6 0,-15 0-1005,-15 10 0,-4-3 0,15-16 0,1-3 0,-1-5 0,0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8EFBC-20DD-BF27-E4FB-845394619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3EF57-85B6-1CFE-E510-0901498D11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52DBC-5570-AF50-F23D-5B44FD3CB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41929-3A75-384D-8926-E14B2EBB8CD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9F072-F09B-3835-923A-C52AD3CC1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7EBA0-C9E7-64F8-F8B6-C86AF031F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FCBD-FD41-9F45-961A-3CA30F1FE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683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6AE47-7CF8-2EAA-9E7E-79778C6E8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3929D-ECD0-E539-F265-72BC9ADF4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E22E4-792F-3EDE-2270-15075920A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41929-3A75-384D-8926-E14B2EBB8CD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B3955-7FD5-B781-B186-732C9E0C7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B8586-C668-B61F-021D-6E2A7BA70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FCBD-FD41-9F45-961A-3CA30F1FE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907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953FB-F035-FF51-85A9-8AF14826E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ECAD83-637F-4210-DBA8-5211F4418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5C695-E01F-76D5-C30D-95A9EDDBC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41929-3A75-384D-8926-E14B2EBB8CD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7F581-05E6-7163-AC1A-D539DCF5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1F331-384E-15F7-B245-DE88E0C13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FCBD-FD41-9F45-961A-3CA30F1FE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64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6BBE5-7904-8609-9D47-F97CE4787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574A1-7A5D-54C9-0ED4-33151065C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3D28DE-8066-7D2D-F47C-48D7D9461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81089-BD8B-566E-8E58-9E99DAE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41929-3A75-384D-8926-E14B2EBB8CD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4E9D7-1145-9C5B-B765-0360CD2D5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3CCAB-C33F-6E63-0BE6-A56E4FEFA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FCBD-FD41-9F45-961A-3CA30F1FE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867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A2927-AF3E-D70B-5ECC-F11286206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455BA3-0029-9F07-CDF0-2920A333A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FAC25E-CA35-9CF0-AFE0-466B2C0A8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B9891D-59C3-CE6E-229B-78505B9EA7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CEB16-C12C-E78F-41BF-36212AC2F4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55EF0A-B369-F0EA-5D72-ECBCB8B4A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41929-3A75-384D-8926-E14B2EBB8CD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2C4C66-DF54-8DB1-242D-A4C71F92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1D3FF2-ED74-4DF2-A392-21794EB8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FCBD-FD41-9F45-961A-3CA30F1FE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005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82312-7768-B0CA-14D2-F27D6E78C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73204-0B09-FAB2-70E6-150B5FFB2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41929-3A75-384D-8926-E14B2EBB8CD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2EEA32-EF6C-7AC9-2EE4-AF21B2872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8354D-EBF7-75C0-CF12-F4B831244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FCBD-FD41-9F45-961A-3CA30F1FE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4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2FEE63-29AC-1297-E6D4-B0431D329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41929-3A75-384D-8926-E14B2EBB8CD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5C3E44-8E3A-4FB2-888D-0F8E47E8B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849E4-B81C-A744-EA96-C41D5441A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FCBD-FD41-9F45-961A-3CA30F1FE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76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15D0-3F6C-9F31-352B-1CEE75AEA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84AA2-2B5A-7984-5B05-139DF3131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E19EF-86DC-9040-4D29-6033E4F6F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1C0961-29E6-87BE-435F-AAF882FFF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41929-3A75-384D-8926-E14B2EBB8CD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B4592-9A0F-94A0-209D-8151470F5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6AFD2-A6C3-DBCC-AA67-F782579F9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FCBD-FD41-9F45-961A-3CA30F1FE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740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975E-F465-7974-5964-59F712709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8651B9-77C4-0366-87C6-27538BF52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07A5EA-A7B6-EC1C-8016-CB3BAB879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680301-482F-CF24-A89C-77BF66F07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41929-3A75-384D-8926-E14B2EBB8CD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F76126-9CBB-BA8C-3B85-853004A7B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9192F-2BCD-D648-FB59-F796053A2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FCBD-FD41-9F45-961A-3CA30F1FE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12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F9455-C2F3-2AEE-B7FA-0395CF506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82581-0674-BEF0-286A-1AC99340F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D9D77-EB07-23A8-7442-48853E160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41929-3A75-384D-8926-E14B2EBB8CD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001A9-9F70-E55A-1E11-19662139C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56D12-F922-96AF-8CC7-908384913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FCBD-FD41-9F45-961A-3CA30F1FE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62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ABB245-BAAF-76C3-C4C4-20E5710E5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9EB99-0DB9-1520-04E7-EF66F54B4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223BC-7A08-A435-EB2C-84FCDEEC2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41929-3A75-384D-8926-E14B2EBB8CD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8CBA5-D0BF-8DBF-037A-B4C7FCEC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FFBC9-A8B9-44E1-69FC-2F9EC901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77FCBD-FD41-9F45-961A-3CA30F1FE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692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453055-6968-A86B-FF3A-68346EC84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EA0E1-0CB7-339C-A963-BB3CB4C70D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0511C-82D6-705F-00A8-043D97A273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F41929-3A75-384D-8926-E14B2EBB8CDF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5849-725F-C015-E865-CDAE18F1FD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DA8F-5242-ED9F-DD1A-841829AAD7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77FCBD-FD41-9F45-961A-3CA30F1FEB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D5FCBA-DC7F-3D3B-76DF-D21BA0CBD1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E1BCF8C-D227-A60B-B3C0-5815CDE87A0D}"/>
                  </a:ext>
                </a:extLst>
              </p14:cNvPr>
              <p14:cNvContentPartPr/>
              <p14:nvPr/>
            </p14:nvContentPartPr>
            <p14:xfrm>
              <a:off x="288360" y="498960"/>
              <a:ext cx="4816440" cy="1721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E1BCF8C-D227-A60B-B3C0-5815CDE87A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9000" y="489600"/>
                <a:ext cx="4835160" cy="174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9428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22DCB0-E2AD-C5BA-BBC7-570A6D79A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D7F440B-0483-AD26-A53B-E047EA3AE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A15C1-8E91-9B9C-C8EA-F24B344AE3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F936D73-33CB-35F3-2435-CCB2648C6075}"/>
                  </a:ext>
                </a:extLst>
              </p14:cNvPr>
              <p14:cNvContentPartPr/>
              <p14:nvPr/>
            </p14:nvContentPartPr>
            <p14:xfrm>
              <a:off x="410760" y="75240"/>
              <a:ext cx="11536920" cy="6188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F936D73-33CB-35F3-2435-CCB2648C60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1400" y="65880"/>
                <a:ext cx="11555640" cy="620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1544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2026-04-19T13:30:43Z</dcterms:created>
  <dcterms:modified xsi:type="dcterms:W3CDTF">2026-04-19T14:31:08Z</dcterms:modified>
</cp:coreProperties>
</file>