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3:47:03.6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2818 2742 21859,'-7'-43'830,"0"0"1,3 3 0,-2 14-758,3 24 146,-1 23-96,-2 11-39,-3 29-444,-2-8 371,1-3 0,-1 2-509,5-14 0,0 1 436,-3 18 1,4 0-118,4-11 0,4-1-389,3-2 1,4-2 323,-2-10 1,5-1-978,12 4 0,3-3-45,6-5-2053,7-8 1,4-7-3258,14-20 6293,-15-2 1,0-3 282,-15 0 0,-1-3 0,12-14 0,-3 0 0,0-4 1582,-3-4 0,-3-2 2361,-5-5-2232,-9 14 0,-2 0 972,-2-11-581,-6 9-819,-11 7 599,-7 9-1400,-8 7 292,-6 8-611,-3 13-12,3 0-61,-6 17-34,8 12-62,4 3-27,8 10-40,21-14 39,2-9-22,18-5-17,10-12 68,3-7 38,6-14 46,-14-13-34,-12-1 212,-4-31-167,-13 28 134,1-30 39,-8 29 79,-2-5 11,-1 7-79,0 9-150,0 6-164,3 6 7,-1 7 38,1 10-33,-4 11-33,1 13-79,-3 8 11,4-7-695,6 18-229,12-21-728,13 11-733,13-23 1320,-5-10-542,18-13 2094,-20-11 757,9-12 566,-20-9-769,-9 4 1587,-6-14-1301,-6 14-324,-1-10-247,-2 17-274,0 8-218,-1 7-130,1 4 23,0 13 11,2 10-16,1 18-12,0 14-22,0 10-233,-1-28 1,-1 1 237,1 0 1,0 0-1,0 0 1,0 0-12,1-2 0,-1-2 6,2 26-17,-2-15 45,-2-17 78,-2-15-112,1-21 23,-1-14 11,1-22-15,1 14 1,0-1 8,1-26-3,0 17 1,0-2-9,0 7 0,0-2 14,0-16 0,2-2-364,-1 12 1,2 2 351,0-3 1,2 2-20,11-12-165,8 9 171,9 10 11,5 10 6,19 12 16,-13 17-16,12 13-12,-23 13 1,-6 8 392,-12 4-404,-17 1 11,-23 2-22,1-20 0,-4-2-124,-7 2 1,-3 0-23,-4-1 1,0-1-307,2-2 1,1-2-4093,-20 5 4572,25-14 0,19-7 0,13-4 0</inkml:trace>
  <inkml:trace contextRef="#ctx0" brushRef="#br0" timeOffset="266">4412 2482 25485,'3'55'24,"0"0"1,0 1 0,-2-3 0,0 0-1,-3-3-63,-3 4 0,-3-3-1033,-1 3 1,-2 0 687,1-3 0,0 0-467,3-6 0,1-1-908,1-6 0,3-2 1759,6 19 0,-3-28 0,3-10 0</inkml:trace>
  <inkml:trace contextRef="#ctx0" brushRef="#br0" timeOffset="775">4364 3103 24503,'-18'-39'9,"0"0"0,4 4 1,12 8-61,53 23-33,6 2-56,5 2 42,-30 0 0,1 0 11,-1 1 1,1-1 24,-1 0 0,0 0-10,26-1 77,-11-3 85,-13-3 100,-11-2 85,-12-2 61,-8 0 39,-10 2 34,-8 3 17,-9 3-113,-8 12-156,-5 7-78,3 14-51,5 8-17,13 5-17,13 3-11,18-4 1,17-5-12,18-11-179,-19-16 0,3-3 195,2-2 1,1-3 25,1-3 0,-1-3 3,-3-2 0,-1-2 22,21-17-76,-18-9 160,-17-4 22,-15-5 46,-18 0 5,-14 1-6,-14 6-44,-6 6-73,-2 9-79,8 9-168,9 11 51,16 6-342,5 16-128,10 7-1368,5 15-3032,7 5 4993,5-5 0,-8-22 0,-3-15 0</inkml:trace>
  <inkml:trace contextRef="#ctx0" brushRef="#br0" timeOffset="1266">5467 2975 27477,'9'8'162,"-1"23"-134,-8 28-25,2-11 0,0 2-348,0-16 1,1 1 333,3 23 0,1 0-439,-4-23 0,0-3 444,1 9 1,-1-1-15,-5-6 1,-1-4 384,-4 6-343,-9-4 40,0-27-51,-4-25-17,3-11 3,6 2 1,1-4 2,1-1 0,1-4-2,1-3 0,0-5 0,2 2-357,0-16 0,2 0 357,3 13 0,1-1 0,1 4 2,2 2 0,1 2 3,6-4 0,2 1-1119,2 4 1,2 1 1112,-4 6 1,3 1-10,12-14 1,4 5-728,12 2 733,-18 16 1,2 1-140,31-2 123,-13 16-12,12 11 18,-8 17 16,-23 2 0,-4 5-14,-6-1 0,-2 2 646,9 28-643,-24 1-12,-19-31 1,-4-1 2704,-13 17-2901,-14-12 1,-6-5-33,22-14 1,0-3-232,-7 4 0,0-3 482,-17-8 0,40-3 0,-2-4 0</inkml:trace>
  <inkml:trace contextRef="#ctx0" brushRef="#br0" timeOffset="1730">6555 2447 25578,'-44'34'152,"11"-7"-152,25 3 16,6-8 7,8 4 61,10-4 17,3-10-40,1-5 46,1-10 5,-3-6 106,8-14-28,-9-3-16,-4-7 0,-13 2-107,-4 7 45,-9-1 28,-3 10-28,-11-1-90,4 9-22,-3 8-28,10 8-112,4 8-677,6 16 223,6-7-1887,12 16-824,0-19 3305,8 10 0,-12-20 0,-1-1 0</inkml:trace>
  <inkml:trace contextRef="#ctx0" brushRef="#br0" timeOffset="2039">6708 2887 22571,'-3'0'3528,"0"0"-2458,3 0-1020,-65 38-22,44-10-20,-15 0 1,4 3 8,30 7-12,7-9 18,22 4-6,2-18 5,8 2 79,5-17-12,-18-10 23,7-10 12,-17-8 10,-6-5-22,-11 0-50,-8 0-51,-3 9-162,-19-4-505,1 15-2357,-20-1 2165,10 14 0,14 1 0,12 3 0</inkml:trace>
  <inkml:trace contextRef="#ctx0" brushRef="#br0" timeOffset="2733">2491 3962 13088,'-46'2'1852,"-1"-1"1,1 0-1,-17 0 1,9-1-795,18-2-273,6-3-197,6 2-308,10 0-241,13 1-3926,54-4 3993,-1 1-70,-9 1 1,13-2-1,2 1 1,-6 0-465,-6 0 0,-4 1 0,7 0 435,6-1 1,8 0 0,4-1 0,0 0 0,-4 1-315,-8 2 1,-4-1-1,1 1 1,2 0 0,4 0 296,-5 0 1,3 0 0,3 0 0,2 0 0,-1 0 0,0 0 0,-1 0 0,-5 1-172,3-1 1,-3 1 0,-2 0 0,1-1 0,1 1 0,3 0 162,0 0 1,2 0-1,3 0 1,0 0-1,1 0 1,-1 0 0,-3 0-1,-4 0-20,12 0 0,-6 1 0,0-1 0,0 0 0,5 1 13,-11-1 1,2 0-1,2 1 1,1-1-1,0 0 1,1 0-1,-1 0 1,-2 0 8,5 1 1,-1-1 0,0 0 0,0 1 0,0-1-1,-1 0 1,1 1 12,0-1 1,2 0 0,-1 1-1,0-1 1,-1 0 0,-2 1-1,-3-1-3,6 0 1,-2 1 0,-2-1 0,-4 1 0,-2 0 12,12-1 1,-6 2-1,-5-1 429,-3-1 0,-8 1-436,1 1 912,-5 0-4446,-23 0 3534,-9 2 0,-6-1 0,-1 1 0</inkml:trace>
  <inkml:trace contextRef="#ctx0" brushRef="#br0" timeOffset="6414">4550 5593 21203,'-2'-47'806,"0"0"1,-1 4 0,-4 11-499,-14 23-106,-13 11-107,2 6 70,-5 10 1,-3 6-757,7 0 0,-1 2 654,0 0 1,-1 3-1,0 0 10,-8 14 0,2 2-45,3 2 0,4 0-23,8-11 1,6 0-6,5 10 0,11-2-39,24 4-45,3-17 0,8-5-314,12-12 0,7-8-1235,10-5 1,4-5-844,-18-1 1,2-2-1,-2-1 2045,18-6 1,-5-1 0,-19 4 0,-5 1 0,4-4 0</inkml:trace>
  <inkml:trace contextRef="#ctx0" brushRef="#br0" timeOffset="7433">5659 5614 22755,'-6'-41'463,"0"1"0,0 3 0,-4 9-261,-16 24-40,-10 10-27,-9 7-23,-9 13-2199,21-3 0,1 2 2093,-12 11 5,18-7 0,4 2 836,2 12-830,4 10 16,10-7-33,14-9 12,12-12 27,13-12 0,13-16-17,10-18-5,-25 4 0,-1-4 1402,2-5 1,-2-3-1409,-1-1 0,-2-4 45,0-11 0,-2 0-42,-9 14 0,-2-1 14,3-14 0,-5-1 11,-2-14 6,-6 25 1,1 1 116,-1-25 50,-3 17-27,-2 14-56,-1 12-113,0 9-38,1 6 44,1 11 585,0 13-596,0 21-6,-1 20-11,-1-25 1,0 2-443,1 3 0,-1 1 451,-1 0 0,2 0-3,0-3 0,3-2-6,1-3 0,3-3 1,11 19 22,10-19 5,7-17-5,5-18 5,6-17 12,2-17-6,-24 14 0,-1-1 28,15-28 677,-9 3-660,-11 5 39,-9 6 67,-4 11 124,-5 6-242,0 11-22,0 3-27,-1 6 4,0 8-10,-1 14 202,-1-1-220,1 19-10,1-7-107,5 11-448,7 0-1254,9-3 983,12-2 0,-13-18 0,0-5 0</inkml:trace>
  <inkml:trace contextRef="#ctx0" brushRef="#br0" timeOffset="9793">6111 5346 23908,'-13'-42'-881,"2"8"-1598,11 37 2478,6 5 0,-4-3 1,4 2-1</inkml:trace>
  <inkml:trace contextRef="#ctx0" brushRef="#br0" timeOffset="10295">6605 5517 23831,'-12'-36'464,"0"1"1,-7-23-6019,17 56 5560,1 0 1419,-1 5-1408,1 4 832,0 8-833,1 5-16,8 6-5,16 7 3414,-4-11-3398,21 10 17,-10-14-34,13 12-5,-17-11-23,-1 6-22,-23-8-89,-11 4-191,-13 1-381,-15-1-795,-6-3-1429,1-7-3427,6-5 5520,11-8 0,11 1 0,8-3 0</inkml:trace>
  <inkml:trace contextRef="#ctx0" brushRef="#br0" timeOffset="10479">6496 5541 15670,'0'-4'6205,"0"2"-3611,0 2-2566,4-34-6,-3 33 1,-1-11-3443,-4 43 3369,-2 4-371,-4 11-782,4-3-2135,0 13 3339,7 2 0,0-27 0,3-4 0</inkml:trace>
  <inkml:trace contextRef="#ctx0" brushRef="#br0" timeOffset="10750">7019 5303 22291,'3'-49'798,"0"-1"1,-2 8 0,2 9-709,2 21-45,-2 14 16,3 8 35,3 24-46,-3 10-39,-3-10 0,-1 1-11,-2 18-28,-1-16 0,-1 0-552,0 24 25,2-21 1,2 0-883,3-3 1,2-1 1436,6-1 0,1-3 0,2 4 0,4-10 0</inkml:trace>
  <inkml:trace contextRef="#ctx0" brushRef="#br0" timeOffset="11043">7458 5337 15821,'-5'-5'4005,"1"2"-2790,4 3-353,0 0-172,-79-22-634,53 22 11,-22-6 0,3 5 6,30 18 62,-15 18-1,2 0-22,-12 13-65,20-23 1,1 1-9,-1 2 1,2 0-24,-2 9 63,12 5 111,46-20-72,17-6-1031,-10-9 1,3-2 906,-11-4 1,1-2-37,18-2 0,1-1-1423,-12 0 0,-1-1 1465,12-2 0,-3 1 0,6-2 0,-24 4 0</inkml:trace>
  <inkml:trace contextRef="#ctx0" brushRef="#br0" timeOffset="11750">4152 7110 22190,'-17'-52'720,"0"0"1,1 3-1,5 12-563,9 29-146,1 4 17,-1 16-5,-2 30-23,0-4-17,-1-2 0,0 2-324,-4 18-771,5-20 0,1 1-1129,1-1 0,3-1 2241,6 23 0,0-23 0,0-17 0</inkml:trace>
  <inkml:trace contextRef="#ctx0" brushRef="#br0" timeOffset="12053">4076 7210 20167,'-24'-49'909,"0"0"1,2-1-1,8 4-702,20-1-106,13 1-34,20 20-5,15 9-34,-7 10-23,-13 7 1,1 4-6,4 9 0,-1 4-591,1 2-1,1 4 584,6 8 0,-3 3-9,-10-1 0,-3 0 3,-7-7 0,-3 0 283,-2 4 1,-7 1-360,-24 29 76,-2-30 0,-4 0 45,-4-2 1,-4-2-32,-22-1 0,-1-6 0,-4-2-17,3-5 0,0-3-251,-6-14 268,21-8 0,2-3 0,-1 2 0,8-14 0</inkml:trace>
  <inkml:trace contextRef="#ctx0" brushRef="#br0" timeOffset="13568">5754 7206 22638,'-20'-40'429,"0"0"0,1 4 1,0 10-279,-5 24-33,-7 13-18,-9 13-27,-6 14-376,21-14 1,0 1 313,1 2 0,2 1-5,-10 17 6,18-15 0,4-1-18,3-1 12,12 15 5,28-27 17,11-6-9,-13-12 1,1-5 20,25-20-12,-28 8 0,-2-5 39,8-18 0,-3-6-39,-11 10 0,-2-3-440,3-16 0,-5-1 437,-11 10 0,-4 2 0,-2-4 1,-1 3-7,1 10 1,-2 1 61,-2-8 0,-1 3 549,-3 1-473,-3-5-20,6 31-154,2 12 40,4 17-12,4 16 913,1 4-924,2 4 0,0 4 0,-2-8 0,-1 2 3,3 16 0,-1 4-7,-2-12 0,-2 1 1,1-3-300,1 5 0,1-1 291,0 9 1,1-4-5,6-6 27,3-19 17,3-19 0,7-20-6,8-18 12,3-15-18,-17 19 1,-1-1 11,11-28 17,-7 3 0,-7 4 33,-5 7 46,-5 9 616,-2 11-634,-3 9-78,-1 9-11,1 6 0,2 8-28,1 11 0,2 10 5,0 8-16,0 2-96,2 0-543,6 0-1361,6-6 2022,11-6 0,-14-14 0,1-6 0</inkml:trace>
  <inkml:trace contextRef="#ctx0" brushRef="#br0" timeOffset="13743">6349 6846 18369,'-4'-4'1927,"0"0"-2268,4 4-7204,-24-12 7545,27 17 0,-25-16 0,30 19 0</inkml:trace>
  <inkml:trace contextRef="#ctx0" brushRef="#br0" timeOffset="14092">6641 6917 18240,'-5'-12'5075,"1"2"-4223,4 10-320,0 0-488,-46-25-16,33 38-16,-35-10-7,46 35-5,4 16 0,9-8 19,4-14 1,5 0-14,1-8 0,2-2-458,27 16 463,5-15-60,-17-10 49,1 2 0,-16-3 16,-14-4-4,-42 8-40,11-9-65,-10 0 1,-4-1-608,-14-4-1222,-13-8-4765,8-8 5881,16-6 0,18 4 1,12 6-1</inkml:trace>
  <inkml:trace contextRef="#ctx0" brushRef="#br0" timeOffset="14275">6571 6939 14956,'-13'42'-577,"0"0"0,2-4 0,0-2-123,-1-5 0,1-1 700,-6 19 0,12-31 0,1-1 0</inkml:trace>
  <inkml:trace contextRef="#ctx0" brushRef="#br0" timeOffset="14551">6941 6803 25091,'-2'-45'356,"-1"1"1,0 3 0,1 17-346,2 31 0,0 8 34,-1 36-34,-4 6-247,3-22 1,0 3 221,-4 17 0,0 0-433,4-15 1,0-1 247,-1 9 0,1 0-717,4-5 0,3-3-4870,10 17 5030,4 1 0,-6-25 0,-4-18 1</inkml:trace>
  <inkml:trace contextRef="#ctx0" brushRef="#br0" timeOffset="14845">7181 6983 17445,'-1'-5'4700,"0"1"-3188,1 4-1327,-19-47-140,9 38 173,-37-18-112,25 45-2,-3 2 0,-3 3 66,-1 3 1,0 0-269,1 1 0,0-1 131,-1 5 1,3-1 11,2 11 50,22-6-33,13-11 44,22-6 1,8-3-85,4-4-354,9 0 0,3-2 334,-23-7 1,1-2-342,15 1 0,0-1-3703,-11-2 0,-2 1 4042,0 0 0,-5 0 0,-3-2 0,-16 3 0</inkml:trace>
  <inkml:trace contextRef="#ctx0" brushRef="#br0" timeOffset="18742">8080 5362 19568,'-43'7'859,"-1"0"0,3-1 0,10-1-338,23-4-241,2 0-196,4 0 22,9-1 68,32 0-129,-3 0-23,5-2 0,4 0-733,-4 0 0,1-2 725,14-1 0,4-2-7,-11 1 1,2-1 0,-2 1 3,15-4 0,-3 1-3,-3 0 1,-3 0-4,-12 1 1,-5 0 5,7-1 0,-1 1-22,-20 4-134,-13 3-1413,-8 3 1558,-3 7 0,0-5 0,0 4 0</inkml:trace>
  <inkml:trace contextRef="#ctx0" brushRef="#br0" timeOffset="21253">8906 4784 14572,'-5'-40'1398,"0"0"0,1 0 1,0 8-575,3 22-488,1-1 173,-1 7-537,1 3-33,0 0 61,-2 7 89,0 5-33,0 12-33,1-1 21,3 28-15,4-5-160,-2-11 0,2 2 156,1-3 1,0 0-4,4 19 20,-4-20 0,-1 1 47,-3 1 1,0-1 14,0 2 0,-1 1 13,-2 4 1,-1-1 100,-4 23-44,-2-1-85,1-16 12,3-7 0,1 0-56,1-2-6,0 1 1,1 1 27,1 5 39,0 13 29,0-1 10,-4 0 18,-4-1-34,-4-1-45,-1-1 5,1-1-10,2-1-18,4 1 1,2-1-1,2 0 1,1-2-12,0-3-16,0-12 33,-1 14-50,-2-18 28,-2 15-23,-2-14-50,-1-2-291,1-5-1670,1-1-7842,4-5 8414,2-7 0,0-5 1,1-4-1</inkml:trace>
  <inkml:trace contextRef="#ctx0" brushRef="#br0" timeOffset="22341">8933 4464 16499,'-12'-45'1170,"0"0"1,2 3 0,2 4-522,5 4-145,3 0-78,0 4-45,2 2-67,0 5-56,1 5-79,0 6-67,-1 5-118,-2 4-50,2 2 95,0 9 6,2 6-34,3 14 6,2 13-11,-1 10 11,-1 10-269,-4-29 1,0 1 254,0 1 0,-1 0 8,1-1 0,-1-1-34,4 27 34,-1-9 12,0-11-12,-2-9 90,0-12 330,-3-7 865,1-8-1217,-3-22 23,0-5-57,-4-22-17,0-4 6,-1-9-18,4 27 1,0 0 0,-1-1 0,0 1 17,-4-28-12,-1 8-5,0 8-12,1 10 1,1 6 22,3 8-17,0 8-33,3 6-68,0 4 23,1 9 67,-1 1 0,1 19-11,0 8 22,0 18-14,0-21 0,0 3-157,0 3 0,0 2 140,-3 14 1,0-1-269,1-16 0,0 1-45,-2 14 0,-1-1-936,3-17 1,0-1 1268,0 11 0,0-2 0,1 5 0,1-8 0</inkml:trace>
  <inkml:trace contextRef="#ctx0" brushRef="#br0" timeOffset="23204">8881 6445 20599,'-2'-37'1495,"1"7"-1590,-1 30 106,2 5 56,2 8-27,3 13 10,0 4 1,0 3-18,2 23-16,-3-18 0,-1 2 14,-3-6 0,0-2 58,-2 16 152,-3 2 123,2-28 269,0-7-73,2-12-493,3-32-28,4 0 6,1-20-20,0 18 0,0 0 20,5-29-26,-6 27 1,0-1 70,1-29-62,-5 33 62,-4 0-90,-1 22-51,-2 0 12,-2 13 5,-5 11-139,-6 15-757,-4 14-453,6-3 535,4 18 0,8-38 0,3 9 0</inkml:trace>
  <inkml:trace contextRef="#ctx0" brushRef="#br0" timeOffset="24163">8955 4131 15430,'-11'-54'1124,"0"1"0,0 3 0,3 6-306,1 3-460,4 10 485,1-7-451,3 19-157,0-5-162,-1 16-131,1 4 7,-1 4 100,1 6 1,-1 6 1,0 10-1,0 11-5,-4 11-23,0 13 3,1-26 1,1 1-144,0 2 0,1 1 132,2-2 0,2 0-14,5 26-78,3-9 89,0-13 95,-4-11 394,-2-12 76,-3-9-346,-2-15 137,-2-13-333,0-17-12,-1-15-22,2 23 0,0-1-85,0-1 0,1-1 99,0-1 0,2 1-9,0 2 1,1 1 50,2-23 22,1 15-11,-4 14-106,-1 12-140,-1 9 50,-1 6 34,0 10-135,0 9-2257,1 14 2487,9 11 0,-6-19 0,5-1 0</inkml:trace>
  <inkml:trace contextRef="#ctx0" brushRef="#br0" timeOffset="25416">9087 3677 17428,'-38'3'342,"0"0"0,-22 2-247,56-3 45,3-1 1832,1 0-1429,-3 0-224,-2 0-61,-5 2-90,0 0-84,3 0-45,2-2 11,4 0 17,1-1 17,3 0 28,8 0-72,2 0 0,22-3 103,10 1 53,-11 0 0,2-1-550,7 1 0,1-1 532,6 0 0,3 0-54,-5 0 1,4 0 0,-4 0-17,5 0 0,1 0-458,0-1 1,3 0-1,-3 0 442,3 1 1,-1-1-83,-2-1 1,2 0-1,-3 1-87,0 0 0,-1 0 22,-6 0 0,3-1 0,-9 1-238,6-1 227,-10 1 1,-2 0 111,-7-1 251,-2 1 923,-13 2-1101,-7 0 1299,-7 2-1570,-7-1 231,-12 0-152,-14 1 21,-17 4-51,21-1 0,-2 0-16,-13 3 0,-1 1-387,14-3 1,-1 1 397,-15 2 1,-2 0 195,5-1 1,-1 0-9,-5 0 1,-1 0-512,10-2 0,-3 1 0,4-1 505,-3 1 1,0-1 75,-14 1 0,0 0-474,10 0 1,0-1 474,-9 1 1,-3 1-281,0 0 1,3-1 130,15-1 0,4-1 1,5 0 1,4 0 559,-2-1-523,18-2 1276,3 0-1355,6 0 1059,6 0-835,8-3 701,13-3-838,19-4-29,-11 3 0,3 0-641,7 0 1,3 0 634,7-2 1,2 1-9,5 0 1,2 1 2,-17 1 1,0 1 0,1 0-89,11 0 1,2 0 0,-3 0 47,3-1 0,-1 2 9,-6-1 1,3 1 0,-4 1-10,-4-1 1,-1 1-1479,16-1 1,1-1 1501,-14 2 0,-3-1-2,-4 1 0,-3 0 9,19-3 6,-15 2 10,-4-1-179,-5 1 725,-10 1-841,-5 1 2810,9-1-12361,9-2 8990,-8 2 1,0-1 0,-20 4-1</inkml:trace>
  <inkml:trace contextRef="#ctx0" brushRef="#br0" timeOffset="31166">11569 3130 14600,'2'-51'1854,"1"1"0,1 2 0,-5 17-1680,-9 30-40,-5 23-70,-3 8 1,0 6-54,1 2 0,2 4-915,-6 14 0,3 2 904,6-3 0,5-1-3,0-10 0,3 0-152,6-2 1,3 2 0,0-2-51,2 0 1,1 0-247,4 18 1,1 0-293,-5-14 1,-2-2-261,-2 1 1,-4-1 27,-7 0 1,-4-1 456,-4-2 0,-5-1 481,-5-6 1,-4-3 271,0-6 1,-1-5 391,-27-1-185,11-32-262,19-10 175,19-14 1,9-6-124,5 9 1,4-1-386,4-16 1,4 0 191,4 10 0,3 2-59,1 3 1,1 1-91,2 2 1,0 1-163,2 1 1,0 1-233,2 0 0,1 1-499,2-1 0,1 1-829,3 0 1,2 1 684,1 1 0,2 1 1147,0 1 0,1 2 0,-2 2 0,-1 2 190,-4 2 1,-3 1-191,15-6 17,-6-2 1321,-29 10 2610,1-6-879,-19 8 127,-5 1-1611,-3 2-105,-2 4-773,-3 2-131,-3 8-77,-8 7-197,-9 12-156,-4 10-90,-1 5-51,7 4-10,8 0-23,11-4 11,8-4 39,10-8 62,8-9 56,10-8-11,9-11-17,7-12 17,5-11 44,-1-8 57,-5-5 72,-9 0 86,-10 2 93,-8 5-27,-6 7-146,-4 8-168,-1 6-163,0 6-10,-2 6 50,0 7-6,-4 10-11,-2 11 0,-3 7 5,2 4-16,2-1-22,3-5 5,8-6 16,7-7 24,8-10 4,7-8 18,3-14 11,4-7-6,-1-10 11,-2-4 6,-4 0 12,-6 1 49,-6 3 34,-6 6 51,-2 6-68,-4 7-190,0 5 62,-1 9 5,1 5-5,0 9-23,0 4 23,0 1 5,-1 0-6,-1-4-5,0-3 0,-1-5 23,1-6 5,0-3 5,1-4 292,0 0-314,-2-4 29,0 1-40,-1-3 16,0 1-27,2-1 22,0 0 1,0-1-12,1 1 11,0 2-34,0 2 57,0-1-23,0-2 17,0-5-17,2-10 1,1 4-7,2-13 12,2 5-3403,0-2 3391,-1 6-10,0 4-1,-1 7 0,2 0 1,3 3-29,0 3 1,5 5 3425,-5 2-3409,4 12 28,-8 6 0,-1 13-11,-8 6 23,-3 4-29,-4-2 17,3-5-11,3-7-11,2-10 151,3-9-39,0-7 95,3-8-78,3-10-34,4-10 0,3-9-11,-1-6-45,1-1 17,8-13-40,-7 21-5,8-5 6,-2 20-1,3 3-5,13 1 0,-8 6-5,0 8 5,-13 2-17,-1 10 23,-1 7-6,-3-4 0,2 12 0,-5-10 0,3 5 0,0-3 5,1-4 29,-3-8 50,-1-5 28,0-8-39,3-9-12,4-10-22,2-6 12,5-9-40,-8 13-5,5-6 10,-10 18-21,2 0-29,-3 7 6,0 2-5,2 12 33,-2-1 0,3 15-12,-4 12 18,2 4-23,2 10-16,-2-17-96,9 6-656,11-9 197,-5-5-1405,16-6-3150,-9-17 5143,2-6 0,-12 1 0,-9-1 0</inkml:trace>
  <inkml:trace contextRef="#ctx0" brushRef="#br0" timeOffset="31964">13239 3426 24951,'17'-46'100,"-2"16"-94,-15 54-17,0 8-152,3 6-604,5 1-1714,7 0 2481,7-2 0,-9-17 0,0-4 0</inkml:trace>
  <inkml:trace contextRef="#ctx0" brushRef="#br0" timeOffset="32132">13384 3241 18112,'-3'-6'3663,"0"1"-3395,3 5-3275,0 0 3007,13-29 0,-10 21 0,9-21 0</inkml:trace>
  <inkml:trace contextRef="#ctx0" brushRef="#br0" timeOffset="32838">13609 3654 26060,'19'-47'104,"1"-1"1,-1 2 0,1 3-77,-2 14 0,-1 2-372,1-5 0,-2-1 355,-1-3 0,-2-2 3,-2-2 0,-2 0-3,-2 0 1,-2 0 2,-1 2 0,-2 1 3,-3-26 245,-6 13-239,-2 19 118,-7 4-174,8 17-40,-2 0 23,4 15 417,1 12-356,-3 17-5,-2 19-9,3-19 0,1 0-256,-4 27 248,4-10 0,2 0-252,2-15 0,2-1 246,2 16 0,5-2 3,3-13 0,5-5-125,5-4 1,4-4 132,4-5 1,1-5 2,2-4 0,0-5-8,32-13 11,-7-17 0,-30 6 0,-3-4 5,-2-2 1,-3-1 5,15-27 17,-10 5 23,-6 15-1,-9 13 173,-5 13-257,-6 12 531,-4 11-480,-1 12 258,1 10-275,4 3 6,8 0-1,7-4-16,12-5 22,10-9 17,12-9 12,5-11 4,5-13-4,-3-12-199,-6-11 343,-9-3 180,-12 2 56,-13 8-117,-7 10-152,-6 8-117,-4 11-18,-6 13 18,-6 18 215,-8 23-244,6-7 1,2 2-350,3-13 0,1 1 289,1 2 1,0 4 0,2-2-1117,1 9 0,1 0 28,1-4 1,1 2-1,0-1 1143,1-3 0,1-1 0,0-4 0,1 5 0,0-5 0,1 8 0</inkml:trace>
  <inkml:trace contextRef="#ctx0" brushRef="#br0" timeOffset="33649">8914 4977 21629,'-27'-14'330,"51"1"-310,15 9 0,10 4 4,2-3 0,6 0 0,-5 1-2843,2 0 1,-1-1 2821,-11 1 1,2 0 0,-1 0-4,8 0 0,-2 0 349,2 0 0,1-1-373,-10 2 0,0-1 0,1 1-31,4-1 1,-1 0 0,-3 1-8,1 0 1,-2 0-242,10 0 1,-4 0-1530,-1 0 1832,-2 1 0,-22 0 0,-14 0 0</inkml:trace>
  <inkml:trace contextRef="#ctx0" brushRef="#br0" timeOffset="34350">11872 4758 18246,'-12'-52'1256,"-1"-1"1,5 8-1,-3 9-415,-11 16-667,2 15-113,-3 4 68,-6 19 67,-2 35-149,15-19 1,0 4-963,-2 15 0,2 3 918,6-13 0,1 1-1,0 17 1,1 1-406,2-8 1,1 0 400,2-10 0,0 2 0,1 1-13,0 6 0,1 1 0,2-2-15,-1-8 0,2-1 1,0 0-27,0 4 0,0 0 0,0-3-9,1-1 1,-1-3-88,-4 5 1,-3-3-129,-16 16 221,0-28 1,-4-5-4,-21-6-5,2-22-48,21-24 0,7-11 73,6 4 0,4-3 360,-3-19 0,5-4-329,9 4 0,5 1 25,5-1 0,4 0 2,6 2 1,3 3-12,-6 11 1,3 3-12,6-4 1,1 2 165,-5 11 0,2 2-720,15-11 0,2 0-1255,-5 9 1,-1 1 1242,3 1 1,-3 2-1,2 1 1,-19 11-1</inkml:trace>
  <inkml:trace contextRef="#ctx0" brushRef="#br0" timeOffset="34882">12315 4779 23164,'-33'-31'-17,"7"7"34,49 58-6,-5-1-11,10 21-456,-8-3 439,-2 1 29,-5 5 4,-7-21 18,-5-2 255,-15-19-82,-3-8 28,-11-3-123,9-9 90,-2-17-180,14 4-61,5-10-17,18 6 363,14 1-318,12 1 0,10 2 17,-8 5 2,-11 4 0,1 0-8,12-5 0,-14 2 0,1 0 17,14-11 0,-15 3 95,-1-6 0,-20 9 45,1-5 100,-10 6 113,-2 4 11,-1 0-61,-1 4-108,0 1-150,0 4-112,1 2 10,0 8 57,-1 8-11,-1 14-12,0 11-50,1 9-241,5 4-879,6 2-3581,7-3 4757,1-11 0,-5-16 0,-6-14 0</inkml:trace>
  <inkml:trace contextRef="#ctx0" brushRef="#br0" timeOffset="35088">12932 4487 20218,'-2'-5'868,"1"1"-5192,1 4 4324,4 7 0,-3-5 0,3 6 0</inkml:trace>
  <inkml:trace contextRef="#ctx0" brushRef="#br0" timeOffset="35828">13124 4824 25292,'9'-15'62,"4"4"-34,19 17 12,-2-2 38,-2-4 28,-1-8 1,-5-6-12,-2-9-22,-7-5 5,-6-4-11,-4 0-16,-7 4-1,-3 7-22,-10 8-5,-5 7-18,-6 11-10,-3 7 27,1 11-28,2 10-27,6 6 16,7 6-17,7 2-22,10 0-39,9-4-426,28 5 146,0-20 61,19-4 84,-8-30 90,-1-12 146,-1-15 56,-8-8-1,-7-6 12,-8 0 33,-6 2 57,-6 8-1,-3 11-106,-5 10-129,-2 10-5,-1 8 112,3 16-40,0-2 17,6 20-28,-3-8 17,3 8 12,-3-2-24,-2-6 1,-1-7 67,-2-8 84,0-7-45,2-8-44,5-8-34,10-12-12,-3 4 12,9-8-23,-7 11 1,6-2-23,1 6-6,-1 4 29,-1 6-96,0 6-129,3 7-268,4 4-773,9 6-1396,6 0-2226,-12-8 1,1-1 4892,18 4 0,-7-4 0,-28-9 0</inkml:trace>
  <inkml:trace contextRef="#ctx0" brushRef="#br0" timeOffset="36489">14476 4877 12068,'3'-3'8620,"0"1"-4649,-3 2-3752,15-54-113,-31 44-11,-13-31-72,-13 52-12,10 0 0,2 2-11,-2 9-17,1 6-5,12 8 11,11-11-23,9 5 12,10-16 27,10-2-33,13-6 12,9-13 16,7-9 11,-18-1 0,-1-3-3,-5 0 1,-2-1 2,1 0 0,-3-2 40,9-28 10,-15 2-201,-7 16 0,-2-2 198,-2 1 1,-2 0 22,0-1 1,-1 2 137,1-25 33,-1 12-45,-1 17-134,-1 13-124,0 16 79,0 26-22,0-1 375,0 31-376,-1-24 1,0 0-3,1 4 0,0 1-538,3 6 1,2 0 534,5 13-262,4-24 0,4-2 251,19 11-60,-12-19 1,2-2 109,25 4 0,5-22-22,-21-9 33,11-23-5,-18-6-6,-9 3 1,0-2-1,6-13 22,-9 6 1,-2 0 532,-3-2-510,2-9 653,-9 17-474,-4 14 103,0 2-271,-1 8-89,0 9-6,0 5 597,0 12-586,1 11-3392,6 30 3381,-1-11-1140,3 1 1,1 0 1133,1-1-102,0-2 0,1 2 113,4 13-167,-8-15 0,-2 2-555,-8-9 0,-3-1-370,-1-1 1,-4-2 1086,-29 13 0,29-34 0,1-2 0</inkml:trace>
  <inkml:trace contextRef="#ctx0" brushRef="#br0" timeOffset="37139">8917 6629 13670,'-40'6'1488,"1"1"0,0-1 0,10-2-917,22-3-128,3 0 235,14-1-353,4 0 173,28 0-151,17-5-232,-19 1 1,5-1 0,-2 0-575,5-1 1,2-2 493,-1 0 0,7-1 0,0-1 0,-7 2-24,1-1 1,1 0-40,2-1 0,10-2 0,0 0 0,-10 1-110,-3 2 1,-2-1-1479,-2 1 0,6-1 0,0 0 1,-8 1 1615,-6 1 0,-3 1 0,8-1 0,-5 0 0,-15 4 0</inkml:trace>
  <inkml:trace contextRef="#ctx0" brushRef="#br0" timeOffset="37838">11589 6416 14006,'1'-4'6100,"0"0"-4952,-1 4-392,-1-67-263,-12 43-294,5-15 0,-6 3 109,-23 26-129,-8 4-95,-1 12-11,2 8-23,4 12-44,5 11 5,6 8 6,8 8-11,10 3 27,11-1-16,7-12-14,9-15 0,4-2 2,20 8-176,-9-11 1,2-2 178,-4-6 1,0-4 7,24 9 1,-13-9 129,-16-4 83,-12-5-111,-17-1-101,-16-1-12,-20-1 18,-18 0-15,26 0 1,-1-1 56,2 1 0,0-2-82,-20-2-286,13-1-2206,12 0 1681,11 3 0,8 1 1,4 1-1</inkml:trace>
  <inkml:trace contextRef="#ctx0" brushRef="#br0" timeOffset="38795">12092 6370 20212,'-3'-54'1322,"0"0"0,1 2 0,1 5-684,3-10-156,1 8-129,-1 12-123,0 13-185,-1 12-57,-1 12 35,2 17-12,1 20-5,3 23-368,-3-22 1,1 1 347,0 4 0,1 1-36,1 1 0,0 1-127,3-1 1,0-1-267,2 0 0,0-1-466,0-4 1,1-1-174,-3-3 1,0-3-806,2 17 1209,-11-19 695,-10-20 263,-8-23 303,-5-16 184,-2-13 179,1-8 46,5-1-163,4 2-308,4 4 383,6 9-904,2 9 180,11 9-270,8 10-16,14 4-57,12 7-16,12 2-17,8 1-90,-30-4 1,0 0 122,30 0 146,-30-5 1,-1-2 72,8-1 145,2-12 107,-27 3 90,0-5 61,-6 0-5,-5 0-90,0 3 174,-3 5-645,0 6-16,0 8 129,0 12 10,2 10-16,1 13 0,5 5 0,6 1-5,7-3-23,4-8 28,4-10-3297,9-12 3347,-12-10 62,8-14 79,-18-10 38,1-12 91,-9-7 5,-4-4 67,-4-10-280,0 21 11,-1-8-78,0 27 3347,1 0-3459,3 9-34,3 9-498,5 8-1715,6 8 2314,4 10 0,-9-11 0,-1 0 0</inkml:trace>
  <inkml:trace contextRef="#ctx0" brushRef="#br0" timeOffset="39974">13398 6379 10388,'6'-3'8222,"-1"1"-4155,-5 2-3501,8-14-342,-6 9 184,6-10 12,-8 12-330,0 0 56,-2 1-96,-1 0-39,0 0 6,0 1-6,2 0 40,-3 0-40,2 0 6,-3 0-12,4 0-5,-4 0 11,2 1-11,-3-1-11,-1 0 17,1 0-6,0 1 22,4 0-11,-1 0 17,2 0-22,-1-1 5,0 1 0,-2-2 12,0 1-6,0 0 11,-6-1-12,0 1-4,-2 1 4,-2 0 1,-1 2-6,-6 4 1,-3 6 4,-7 13-4,6 1-18,1 1 12,9 1-6,5 2-12,3-1 40,5 2 17,8-12 0,1-6 95,8-4 174,9-10-219,-3-3 113,26-24-96,-15-4-51,-8 6 1,-2-2-12,5-13 14,-12 5 1,-3-2 8,-1-22-788,-4 14 0,-2 0 754,-3-16 64,-1 21 1,-2 3-14,-1 3 134,-4-20-185,3 40-56,-2-1-44,4 15 38,0 9 1526,2 2-1503,4 30-6,0 0-2,-1-8 0,-1 1-178,0-1 0,0 0 144,-1 1 0,1 1-93,0-2 1,2 0-448,10 29 173,2-19-577,15 0-112,10-23 829,4-6 241,7-22 124,-11-16 4,-11-3 404,3-20-268,-20 24 632,5-22-269,-15 27-156,-1-3-314,-4 15 332,-1 4-444,1 7-6,-1 5-17,6 8 23,4 6-17,3-4-6,18 10 1,-2-11-6,17 5 11,-12-11-12,13-4 24,-7-7 32,16-13 1,-12-5 67,-4-12-33,-19 7 318,-2-11-22,-11 12 12,0-6-225,-5 13 79,-1 4-230,1 13-11,0 2 11,-1 26-11,-3 20 6,-4 8-448,0-20 0,-2 6 0,-1-2 414,-2 9 0,-1 3-763,2-2 0,-1 4 0,2-3 292,0 2 1,2 0 498,4-5 0,2 3 0,0-8 0,2 6 0,0-14 0,1 0 0</inkml:trace>
  <inkml:trace contextRef="#ctx0" brushRef="#br0" timeOffset="41742">15134 3399 19070,'-41'-4'588,"0"0"0,4-1 0,9 2-493,23 3 101,12 1 50,18 0-117,30 0-96,-12-2 1,3-1-905,13-2 1,3 0 881,-14 0 1,2 0-1,0-1-2,3 0 1,1 0-1,1-1 2,0 0 0,2 0 1,-1 0 1,-2 1 0,1-1 0,-1 1 0,-2-1 0,-1 1 0,0-1-11,-4 1 0,0 1 0,-1-1-447,17-1 1,-2 1 435,-6 0 1,-3 1-38,-6 2 0,-4-1 37,-7 2 1,-2 0-82,13 0-178,-21 3-1614,-16 1 2278,-20 4 1,6-3 0,-7 2 0</inkml:trace>
  <inkml:trace contextRef="#ctx0" brushRef="#br0" timeOffset="42483">16703 3077 11978,'5'-49'2591,"-1"1"1,0-1 0,-1 5-2054,-5 10 341,0-9-162,0 21-123,-1-5-135,2 7-168,-1 6-212,2 7-118,-1 5 50,1 9 22,0 8-10,2 14-1,2 14-5,0-7 0,-1 1-6,2 19-449,-1-10 1,-1 3 454,-2-12 0,-1 1-1,1 12 1,0 2-20,-2 2 1,0 0 7,-2 2 1,-1 0-6,-1 0 0,-1-1-6,-1 0 1,1-2-29,0-3 0,1-1-120,0-3 0,3-2-297,4-3 1,2-2-901,1-4 1,4-1-1829,3-4 1,3-3 2438,12 14 1,-13-22 0,-8-14 0</inkml:trace>
  <inkml:trace contextRef="#ctx0" brushRef="#br0" timeOffset="42933">16839 2559 16639,'-42'-5'522,"1"0"1,-1 0 0,18 1-467,29 4 157,15 0-101,26-2-59,-11 0 0,6-1-657,2-1 0,5-1 0,-1 0 624,-1 0 1,0 0 0,0 0-16,1 0 1,0 0 0,-1 0 12,1 0 1,-1 1 0,-2 0-3,11-1 1,1 0-25,-1 1 1,3-1 0,-2 1-1,-8 1 1,-1-1 0,0 2-18,5-1 1,2 0 0,-5 0-5,-2 2 1,-1 0-224,13 0 0,-5 1 206,-4 0-710,-11 1 0,-4 2-3961,-15 5 4717,-4 2 0,-14-3 0,-2-3 0</inkml:trace>
  <inkml:trace contextRef="#ctx0" brushRef="#br0" timeOffset="43327">16971 3053 7190,'-36'10'3427,"1"1"1,1-2-2171,-11 2 1,1-1-401,22-6 869,-5-1-1183,29-5-358,2 0 11,11-4-11,-2 2 318,20-4-256,1 2-6,22-4-127,-16 5 1,0 1-59,19-2-333,-9 1 1,2 0 306,-13 2 1,1 0-6,11-1 1,2 0-10,0 1 1,-1 0-14,-1 0 0,-2 1-12,-2 0 1,-2 1-96,-5-1 1,-1 2-922,-1-1 1,-3 1-1699,9 1 1928,-6 1 0,-30-1 1,-1 0-1</inkml:trace>
  <inkml:trace contextRef="#ctx0" brushRef="#br0" timeOffset="43866">16792 3901 7979,'-6'3'4918,"0"-2"-3999,6-1 1641,0 0-673,-24 29-1041,38-22-263,-4 21-373,19-27 0,9-7-51,4 2 1,2-1-582,6-1 1,0-1 482,-10 2 1,2-1 12,-1 1 1,3 0 0,-2 1-30,1-1 0,-1 1-20,18-2 0,-1 1-230,-18 1 1,-2 1-300,24-2-2963,-18 1 3467,-19 2 0,-13 2 0,-9 0 0</inkml:trace>
  <inkml:trace contextRef="#ctx0" brushRef="#br0" timeOffset="44863">15750 4879 15704,'13'8'2794,"8"-1"-2222,22-6-331,-5-3 39,-3 0 0,3-2-168,-3 1 0,1-1-1054,21-1 1,4-1 983,1 1 0,2 0-24,-17 2 1,1 0 0,1 1-8,2-1 0,1 1 1,-2-1-4,9 1 1,2 0 4,-8 0 0,3 1 0,-5-1-8,-1 0 1,-2 1-102,-4 0 1,1-1 0,-3 1 64,1-1 0,-5-1-322,24-1-823,-15 0-4744,-10-2 5920,-10 1 0,-10 2 0,-8 1 0</inkml:trace>
  <inkml:trace contextRef="#ctx0" brushRef="#br0" timeOffset="45230">17240 4739 21366,'-2'-44'524,"-1"-1"1,1 4 0,0 12-542,2 23-44,0 6 128,-1 12 17,-2 11-17,-3 19 0,-4 18-480,5-23 1,-1 3 423,0 6 0,-1 3-14,-1 5 0,1 1-5,-2 4 0,1 1-26,-1 1 0,0 0-190,2-3 0,0-1-790,1-4 1,3-2 1013,2-2 0,2-4 0,0 3 0,3-11 0</inkml:trace>
  <inkml:trace contextRef="#ctx0" brushRef="#br0" timeOffset="46016">17265 4544 7576,'-3'-3'6273,"1"1"-934,2 2-4455,-32-25-727,24 18-67,-24-19-174,36 23 28,7 0 56,26-2 11,-5 2-8,0 0 0,1 1 8,21-1-258,-19 1 1,1-1 254,1 1 1,0-1-1,9-1 1,-1 0-21,18-1-89,-11 0 1,-2 1-51,-7 1-462,3 0 1,1 1-1147,3 1-84,8 1 1843,-15 2 0,-30-1 0,4 1 0</inkml:trace>
  <inkml:trace contextRef="#ctx0" brushRef="#br0" timeOffset="46538">17281 5035 14398,'-50'12'972,"0"0"1,9-2 0,8-2-894,16-4-12,14-3 247,3-1 296,7 0-144,6 0-170,13 1 68,21-3-184,3-2-108,2-1 23,-13-1 1,1 0-7,22-4-355,-25 4 1,1 0 290,-1-1 0,1 0-53,0-2 0,-1 1-28,23-5-121,-23 5 1,-4-1-995,-6 1-4139,-4 1 5310,-13 3 0,-7 3 0,-3 1 0</inkml:trace>
  <inkml:trace contextRef="#ctx0" brushRef="#br0" timeOffset="46983">17265 5596 18733,'-51'13'1283,"15"-3"-1047,50-12-130,1 0 73,14-3 17,15-2-90,11-1-61,4 0 0,-13 1 0,0 1-28,5 0-1,-2-1 1,2 1-210,-12 0 0,-2 0 210,0 1 0,-1-1-12,-4 1 1,-2-1-34,17-5-510,-25 5-5265,4-1 5803,-18 4 0,-5 2 0,-2 1 0</inkml:trace>
  <inkml:trace contextRef="#ctx0" brushRef="#br0" timeOffset="48100">15089 6813 9492,'-8'0'1285,"-23"-2"0,-5 0-836,13 0-77,-12-1 1,1 0 724,17-1-514,5-1 941,-3-1-724,10 1-419,-2-2-342,6 4-33,5-2 100,15-2-33,8 0 17,23-3-6,10 2-54,-22 3 1,3 0-535,5 0 0,3-1 521,6 0 0,2 0-502,-15 1 1,1 1 0,1 0 482,4 0 0,1-1 1,1 2-9,3-1 1,1 0 0,1 0-5,2 1 1,1 0 0,-1 0 9,3 1 1,-1 0-1,1 0-498,-1 1 1,0 0 0,0 0 497,-1 0 1,-1 1-1,0 0 0,-3 0 0,-1 0 1,-1 1-224,-5-1 0,0 1 1,-2-1 231,16 1 1,-4 0-1,-16-1 1,-2 1 13,7-1 1,-3-1 545,5-3-548,15-1 1067,-30-1-1510,-6-1-2,-4 0 428,-3 1 0,-11 3 0,-5 2 0</inkml:trace>
  <inkml:trace contextRef="#ctx0" brushRef="#br0" timeOffset="48687">17297 6550 9778,'-1'-7'3360,"-7"-26"1,-1-6-1138,2 3-1458,-2-7 0,0 1 254,6 10-415,6 9-323,2 10-141,3 7 45,0 11 61,1 10 12,-1 17-12,-2 17-142,-4-17 0,-1 3-438,-2 6 0,-1 2 351,-1 4 0,1 2-17,-1 3 0,0 0-73,1 2 0,1-1-165,4-1 0,2 0-460,2-3 1,1-1-1000,4-6 0,1-1 1068,2-2 0,0-4 0,1 3 0,-1-10 0</inkml:trace>
  <inkml:trace contextRef="#ctx0" brushRef="#br0" timeOffset="49063">17390 6221 17260,'45'-25'64,"0"0"1,0 1-1,11-9 1,-3 7-18,-4 16 1,-1 5-738,-5-1 1,0 0 795,12-2 1,2 1-387,-2 0 0,-1 0 316,0 0 0,-2 0-16,-1 2 0,-1-1-74,-3 1 1,-1 0-180,-4 2 1,-1 0-659,-5 1 1,-1 0 890,24 4 0,-28-1 0,-10 2 0</inkml:trace>
  <inkml:trace contextRef="#ctx0" brushRef="#br0" timeOffset="49397">17467 6601 19910,'31'-24'1019,"-5"3"-913,-22 20 12,0-2-90,-2 2-39,4 0 11,18 1-56,14 0-11,9 0-281,-12 0 0,3 0 34,9 0 1,2 0-957,1-1 0,0 1 965,0-1 0,-2 1-1765,-8 0 0,-4 0 1415,6 0 0,-8 0 1,-19 0-1</inkml:trace>
  <inkml:trace contextRef="#ctx0" brushRef="#br0" timeOffset="49721">17481 7292 13625,'-3'2'4061,"0"-1"-129,3-1-3529,48-6-344,-12-2 0,3 0-45,1 1 0,4-2-399,-2 0 0,3-2 1,-4 1 210,-5 1 0,-2 0-257,8-1 0,-1 0-133,-4 1 1,-6 1-1,-9 3 1,7-2 0</inkml:trace>
  <inkml:trace contextRef="#ctx0" brushRef="#br0" timeOffset="63964">13268 15377 22683,'15'-21'375,"5"15"-274,2 46-40,5 12-42,-13-23 1,0 2-166,0 1 0,-2 2 137,0 0 1,-2 0-9,-1-1 0,-2 0 6,-1-1 0,-4 0 39,-5 27 67,-11-8 135,-12-14 200,-5-15-60,0-18-17,6-20-107,10-18-162,10-17-34,18-9-282,-2 28 0,3 0 226,5 0 1,4 0-1,1 1 1,3 2-15,2 2 0,1 1-13,18-9-7,-10 16 1,0 2-33,16-2 44,-14 7 0,0 1-12,-7 3 1,-1 1 5,0 0 1,0 1 237,24-4-216,-12 3 119,-16 2 22,-15 3-90,-12 1-28,-11 2 493,-10 8-476,-12 7-23,-6 10-27,1 6 0,8 4-12,10-1 6,9-1 0,11-5-28,14-6 67,13-8-11,17-6 0,10-8 36,-20-6 1,0-2 19,11-3 56,4-17 11,-32 2-28,-3-10 12,-13-2-34,-15 0 6,-11 3-18,-11 4-27,-3 6 22,3 5-73,10 6-67,12 6 45,12 3 22,14 1-5,15 2-13,14-2 41,10 2 0,2 3-23,-22 0 0,0 3 34,0 0 0,0 1-29,27 8 24,-10 1-52,-18 2 63,-14-1-18,-7 0 7,-8 5 4,-4 0-16,0 8-16,0 0 16,7 1-12,7-2-4,10-5 16,9-4 5,13-8 6,-13-5 40,23-12-23,-32-1 40,17-17 16,-19-3 50,-2-12 51,-8-4 196,-21-9-281,0 17 52,-27-9-40,0 21-51,-13-1-33,4 9-330,12 8-17,17 6-1670,18 9 1989,18 10 0,-8-5 0,7 1 0</inkml:trace>
  <inkml:trace contextRef="#ctx0" brushRef="#br0" timeOffset="65166">14061 12597 13519,'-1'-46'1723,"0"-1"0,0 6 0,-2 7-669,-2 15-550,1 9-342,2 6 101,2 8 129,0 8-11,1 10-207,-1 0 274,3 26-296,-2-19 83,1 13 0,0 2-89,0 1 61,0 17 0,0 3-519,0-33 1,-1 0 369,1 8 0,0 6 0,1-1 6,1 15 0,0-1-494,0-17 1,-1 1-1,1 0 460,0 6 0,1 1 0,0-2 45,2 13 1,-1-3 8,0 1 0,0 0 8,-1-2 1,-2-1-35,0-13 1,-1 1 145,-3 19 1,-2-1-99,-1-18 1,0 1-46,-3 18 1,0-2-40,2-22 1,-1-1 21,0 14 1,1-3-17,1-1-82,2-5 1,2 2 120,1-11 0,2-2 3,-2 3 0,1 0-28,1-3 0,-1 0 75,0 5 1,0-3 580,0 1-600,0-1 0,0-2-47,0-9 1515,2 21-1527,-3-28 255,1 14-288,-1-19-17,-1 9-73,0-12-179,0 1-628,1-5-78,0-2 969,6-8 0,-5 5 0,3-5 0</inkml:trace>
  <inkml:trace contextRef="#ctx0" brushRef="#br0" timeOffset="66156">11822 12556 9822,'-2'-11'3887,"-1"3"-3106,35-2 1,15 2-482,-12 3 0,3 1-1408,11-3 0,7-1 0,-1 1 1124,-6 3 1,0 2 0,1 0-34,8 0 0,0-1 1,3 1-3,-13 0 1,1 0 0,1-1 0,1 1-385,3 0 1,1-1-1,1 0 1,0 1 399,2-1 0,2-1 0,-1 1 1,1-1-197,-9 1 1,-1 0 0,1 0-1,1 0 1,-1-1 219,1 1 0,1-1 1,0 0-1,0 1 0,0-1 26,1 0 0,0 0 0,0 0 0,0 0 1,1 0-165,-2 0 1,1-1 0,0 1 0,0 0 0,-1 0 356,1-1 1,-1 1 0,0 0 0,-1 0 0,1-1 22,11 0 1,-1 0-1,0 0 1,-1 0-160,-2 0 0,-1 0 1,0 0-1,0 0-22,-4 1 1,0-1 0,0 1 0,-2 0-15,-2 0 1,-1 1 0,-1-1 0,0 1-153,11-1 0,-1 1 0,-1 0-115,-6 1 0,-1 0 0,-2 0 199,-3 1 0,-1-1 0,-5 1 0,-4 1 0,-5-1 0,17 0 0</inkml:trace>
  <inkml:trace contextRef="#ctx0" brushRef="#br0" timeOffset="66772">11793 11155 16551,'6'-59'604,"0"1"1,-2 6 0,3 9 18,4 19 14,-5 12-161,-5 12 442,-2 16-224,-4 16-310,-2 7 0,-1 3-283,3-10 0,-2 3-498,-1 5 0,-1 6 1,1-2 446,-4 15 1,1 1-46,1-6 1,0 3-1,0 2-577,3-12 0,-1 0 0,0 2 0,1-1 499,1 3 0,-1 0 0,1 1 0,1 0-154,0-1 0,1 1 0,0-1 1,1 0-503,1-3 1,2 1-1,0-1 1,2-1-1126,2 10 0,3-1 0,1-2 1563,4 10 1,2-7 0,-3-20-1,1-5 1,2-1 0</inkml:trace>
  <inkml:trace contextRef="#ctx0" brushRef="#br0" timeOffset="67665">15936 11604 14202,'-4'-48'1667,"1"1"1,0 0 0,-2-18 0,1 8-340,0 11-342,-1 12-438,0 13-402,2 12-56,1 13 10,2 6 102,0 26-79,1-3 0,-2 4-75,0 5 0,-1 4-1739,0 16 1,0 0 1664,0-17 1,-1 2-403,1 2 1,0 5 0,0-3-4489,0 5 1,0 0 4903,1-9 1,0 3-1,0-6 1,0-7 0,0-6-1,0 5 1</inkml:trace>
  <inkml:trace contextRef="#ctx0" brushRef="#br0" timeOffset="68445">10519 10838 9234,'-52'5'1223,"-1"1"1,1-1 0,-12 2 0,8-1-478,2 2-209,40-3 773,29 0-812,14-4-33,11-1 0,6-2-81,2-1 0,4-1-1000,-4-1 1,3 1-1,1-2 707,7 0 1,2 0-1,1-1-420,-11 1 1,2 1-1,0-1 1,1 0 357,3-1 1,2 1-1,0-1 1,1 0-393,-8 1 0,0 0 0,0 0 0,2 0 0,-1 0 356,4-1 0,-1 1 1,2-1-1,0 1 1,0-1 4,2 0 1,1 1 0,0-1 0,0 0 0,0 1-265,0-1 1,1 1 0,0 0 0,-2 0 0,-2 0 267,2 0 1,-3 1 0,0-1 0,2 1-62,0-1 0,3 1 0,0-1 1,-2 1-1,-5 0 47,4 0 1,-4 0 0,2 0 107,-3 0 0,4 0 0,-1 0 0,-6 0-413,12-1 1,-7 1-45,-16 1 1,-6 0 360,6-1 0,-24 3 0,-13 1 0</inkml:trace>
  <inkml:trace contextRef="#ctx0" brushRef="#br0" timeOffset="69045">9956 9299 12617,'-2'-5'4559,"0"2"-1707,2 3-2343,-4 46 146,6 7-314,-2 1 1,1 7-989,0-19 0,0 2 0,1 0 673,-1 9 0,0 1 0,0 1-566,-1 6 0,0 2 0,1 0 464,-2-14 0,1 0 0,0 1 1,1-1-191,-1 0 0,1 0 0,0 0 0,0 0-1933,2 12 1,1-1-1,0-2 2199,1-10 0,0-2 0,0-4 0,1 0 0,0-6 0,3 1 0</inkml:trace>
  <inkml:trace contextRef="#ctx0" brushRef="#br0" timeOffset="69566">11785 9897 13911,'-7'-41'1695,"0"-1"1,0 0 0,-1-10 0,1 5-1136,3-8 291,7 19-408,2 20-208,5 3 303,15 36-236,-5 16-178,5 17-752,-11 3 706,-10-20 1,-2 2-49,0 7 1,-1 4-515,-2-8 1,0 3 0,0 1 341,-1 1 0,1 1 0,0 1-1010,2 10 0,0 1 0,1-3-1313,1 2 1,2-2 2464,2-12 0,1 2 0,0-11 0,2-3 0,2-3 0</inkml:trace>
  <inkml:trace contextRef="#ctx0" brushRef="#br0" timeOffset="70378">13514 10221 12387,'-2'-46'1143,"1"-1"1,-1 1 0,1-6 0,1 0 0,0 4-509,2-2 1,1 3-157,0-7 1,0 3-259,-1 13 1,0 4 153,1-15 1145,-3-2-1100,-1 27 133,1-3-223,-1 15 188,1 9-484,-1 4 808,1 24-791,0-1 13,-1 15 0,0 7-39,-1-9 1,0 2-456,-1 1 0,0 4 0,-1 0 435,0-1 1,0 0 0,-1 0-27,0 4 1,-1 1-1,1 0-46,0 0 0,0 2 0,0-1-671,1-1 0,1 0 0,-1-1-780,2-1 0,0-1 1,0-1 1517,1 12 0,0-7 0,0 2 0,1-35 0</inkml:trace>
  <inkml:trace contextRef="#ctx0" brushRef="#br0" timeOffset="71240">15407 11177 16695,'22'-15'1271,"0"2"-1064,20 5 0,16 1 1,-5 0-1946,-7 0 1,2 0 1798,-4 1 1,7-1 0,2 0 0,-2-1-2,0 1 0,-1 0 0,0 0 1,1 0-49,3-1 1,1 1 0,0-1-1,1 0-12,-4 0 0,2 0 0,1 1 0,-2-1 0,-4 1 0,10-1 0,-5 0 0,3-1 5,1 1 1,3-1 0,0 0 0,-5 1-6,-5 1 0,-4 1 0,2-1-12,0 0 1,2 0 0,0-1 0,-4 2-163,17-2 1,-8 1 490,-15 2 0,-5 1-317,25 1 0,-43 2 0,1 1 0</inkml:trace>
  <inkml:trace contextRef="#ctx0" brushRef="#br0" timeOffset="71828">15352 10292 10128,'3'-51'1498,"0"1"1,-1-1-1,3-9 1,0 4-965,1 9 1,1 6 463,5-4 216,-1 15-643,-3 14 203,-1 13 77,-1 17-167,0 18-454,-2 5-82,-1-5 1,0 5-558,-1 15 1,0 4 419,0-15 0,-1 2 0,0 2-591,0 11 0,1 3 0,-1-3 541,0 4 0,0 2-361,0-1 0,1 5 0,1-3-1585,0-19 1,0-2 0,0 2 1984,1 12 0,0 2 0,1-6 0,-1-10 0,1-7 0,1 5 0</inkml:trace>
  <inkml:trace contextRef="#ctx0" brushRef="#br0" timeOffset="72372">16616 10298 12663,'-1'-44'1949,"0"0"0,0-1 0,-1-15 0,1 8-587,4 9 83,-5 13-891,0 9-231,-1 12-234,1 10 69,2 15-74,0 19-12,1 24-201,-1-20 1,0 4 136,0 6 1,0 3-697,-2 5 0,-1 2 444,0 4 1,0 0-209,1-20 1,0 0-1,1-1-1876,0 22 1,1-2 2327,2-8 0,1-5 0,0 13 0,2-29 0</inkml:trace>
  <inkml:trace contextRef="#ctx0" brushRef="#br0" timeOffset="72811">17718 10017 20520,'-18'-48'1232,"0"1"0,1 3 1,3 7-628,2 11-191,4 5-184,5 8-146,2 5-56,1 7 17,3 12 28,4 16-39,0 6-1,-2 8 1,0 8-29,-3 7 1,-1 1-641,1-1 1,-1 2 572,-2-10 0,-1 2 1,1-3-332,-3 3 1,1-1-1188,-1 13 1,0 1 1579,1-11 0,1-4 0,-1 12 0,2-30 0</inkml:trace>
  <inkml:trace contextRef="#ctx0" brushRef="#br0" timeOffset="74020">17652 10135 16919,'-3'-45'1237,"-1"1"1,2 3 0,0 9-807,-1 22-179,5 4 6,4 6 67,6 9 28,2 12 17,1 15-34,-3 15-163,-7-10 1,-1 0-726,1 19 642,-5-12 0,-1-1-18,0-14 1,-1-1-23,0 7 1,1 2-4,1-3 1,2 0-204,4 4 1,2-1 180,0-6 0,1-3 15,12 28 77,-2-10-5,-7-15-17,-1 5 90,-5-9 84,-4-9-6,-5-9 592,-2-5-687,-4-4 378,-2-4-495,1-3 10,0 1-5,-3-2-44,-6 3 4,-11 2-4,-14 3-24,-17 2-388,22-2 0,-3-1 310,-18 1 1,0 0-37,17-2 0,0 0-2020,-14 0 1,3-1 1362,9-1 0,8 0 0,21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3:48:47.5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12837 2827 22638,'-4'-33'674,"0"0"1,-8-18-490,-10 56 11,-10 12 23,-13 18-124,4 0 11,2 2 1,1 1-459,-4 5 368,15-11 1,-4 6 0,6-3-450,9-3 0,3-2 427,-7 7 1,6 0-130,17-1 1,10-5 129,20 5-18,13 5-145,-2-28 0,3-5-339,-10-4 1,0-2-1530,18-1 0,0-3 1686,-14-1 0,-4-1 0,10-4 0,-21 2 0</inkml:trace>
  <inkml:trace contextRef="#ctx0" brushRef="#br0" timeOffset="466">13680 2766 24486,'-4'-24'364,"0"4"-275,-26 22-55,0 0 0,-20 0 22,2 0-23,2 0 1,7 0-23,14-1 0,5 1-16,12 1-1,1 1 6,4 4 34,2 6-18,0 1 91,-1 19 17,-2-3-7,-3 19-10,-1-2-40,-1 3-34,3-10 35,2 16-40,8-22-17,5 14 0,10-20-11,8-7-11,9-7-68,7-7-245,6-7-808,3-7-1602,2-6 2734,0-8 0,-24 9 0,-6 0 0</inkml:trace>
  <inkml:trace contextRef="#ctx0" brushRef="#br0" timeOffset="650">13417 3095 22688,'38'-21'-539,"0"-1"1,0 0-1,2 1 1,0 1 0,-5 6-1,12 5 1,-3 2-1</inkml:trace>
  <inkml:trace contextRef="#ctx0" brushRef="#br0" timeOffset="1027">14226 2774 14891,'1'-3'6318,"-1"1"-3556,0 2-2482,2-19 0,-10 30-45,-3-7-73,-14 37-67,-1 7-61,4 1-17,8 0 0,9-5-23,8-11 23,24 6 5,6-19-5,8 3 19,-7-17 1,0-4 64,13-5-26,-13-1 1,-1-2 154,11-14 44,-8-9 29,-11-7-12,-8-7-67,-8-8-28,-6-5-101,-6 11 157,-10-17-196,-5 30-151,-13-8-443,-10 26-2520,-15 18 2210,-2 9 0,18 0 0,14-3 0</inkml:trace>
  <inkml:trace contextRef="#ctx0" brushRef="#br0" timeOffset="3365">13500 4001 20078,'-13'-55'1165,"0"1"0,1 4 0,4 9-594,7 17-229,2 7-152,2 6-95,1 6-16,2 3 22,0 3 16,3 5 74,3 7 16,2 10-39,-1 9-5,-1 11-23,-2 8-227,-3 9 148,-3-27 1,0 1-12,-1 0 1,-1 1-9,0 0 0,-1 0-6,1-2 1,-2 1-9,-1-2 0,-1-1 5,-2 26-42,-1-23 1,0-2-70,-2 10-605,-3 14-768,8-31 1451,0 6 0,2-21 0,0 0 0</inkml:trace>
  <inkml:trace contextRef="#ctx0" brushRef="#br0" timeOffset="5936">11840 4744 10125,'-49'3'1183,"0"-1"0,0 0 0,-18 1 0,8 0-174,-4 1-180,15 1-544,16-2 46,12 0 201,24-2 123,15 0-156,28-4-314,-14 1 0,3 0-684,9-2 1,3-1 579,7 0 0,1-1-29,-14 2 1,1 0-1,0 0 4,4-1 0,1 0 0,1 1-697,3-1 0,1 0 0,1 1 667,4-2 0,2 1 0,-3 0-19,-9 1 1,-1 0 0,1 0-448,13-1 0,3 1 0,1 0 444,-12 0 0,1 1 0,1 1 1,-1-1 0,3 0 1,0 0-1,1 1 1,1-1-372,-6 1 0,2 0 0,1-1 0,-2 1 0,-1 0 366,2 0 0,-1 1 0,-1-1 0,0 1 1,-1-1 0,-1 0 1,0 1-1,-1-1-125,13 0 0,-1 0 0,-1 0 122,-4 0 0,-1-1 0,-1 0 138,-3 0 1,-1 1 0,-1-2-135,0 1 0,-2 0 0,1-1-8,0 1 0,0 0 1,1-1-7,0 1 1,0 0 0,0 1 3,0-1 1,0 1 0,0 1 7,-2-1 0,0 1 0,-3 0 0,8 1 0,-2-1 8,13 1 1,-3 0-7,-26 0 1,0 0 8,11 1 1,-1-1 895,4 0-1338,-15-1-1401,-15 0 1832,-5-3 0,-9 2 0,-1 0 0</inkml:trace>
  <inkml:trace contextRef="#ctx0" brushRef="#br0" timeOffset="7073">11264 4853 18515,'0'-44'901,"0"-1"1,0 4 0,0 11-790,1 23-50,2 6 123,0 10 55,1 9 7,1 16-17,-1 12-45,-2 11-286,-1 6 180,-2-1-23,0-3 28,0-10 50,-1-10 152,0-14 425,2-12-11,-1-10-426,1-12-128,0-13-23,0-15-28,0-11 1,2-8-51,1-2 212,2 1-229,1 6 0,0 13 34,-1 13-68,-3 12-100,0 8 16,-2 6 79,-1 10 22,-1 10-22,-3 13 11,0-1 0,-5 26-6,4-15 12,-1 18-6,4-19 11,2-9 101,1-13 163,0-11-40,-2-10-134,-3-13-34,-3-13-17,-3-12-16,1-9-6,4-2-11,2 3-28,4 9-12,1 13-262,1 9-23,0 16-281,1 13-1433,-2 20 1174,-3 25 0,1-24 0,-2 2 0</inkml:trace>
  <inkml:trace contextRef="#ctx0" brushRef="#br0" timeOffset="7677">11191 5990 21724,'-16'-42'601,"-1"0"1,-5 2-1,0 13-511,2 28 95,-25 10-17,5 12-104,12-3 0,0 1-541,-20 19 486,20-9 1,-1 5-1,4 1-40,1 7 1,3 1-282,1-6 0,0 2 1,6-2 224,7 8 0,11-5-17,7-10 1,8-5-306,7-3 0,6-4 11,7-2 1,5-6-651,6-2 1,3-4-2939,5-5 1,0-4 3985,-5 0 0,-3-2 0,-16 0 0,-4 1 0,6-3 0</inkml:trace>
  <inkml:trace contextRef="#ctx0" brushRef="#br0" timeOffset="8364">11690 5925 20828,'-17'11'1260,"2"26"-1113,10 9-30,1-9 1,1 1 67,-1 14-29,0 10-41,1-28 0,0-2-81,0 3 5,-1-1 274,4-28 113,0-3-241,-1-9-140,0-9-6,0-15 6,-1-12-26,1 7 1,0-1-9,0-16-148,0 10 1,1 1 186,-1-11 18,4-9 49,7 2-55,6 18-29,3 7 63,18 10-74,-15 14-11,24-2-5,-14 10 33,16 10-28,-17-1 23,9 18-23,-18 2 318,3 15-312,-9 16 5,-12-4-11,-7-2-5,-17-5 16,-7-9 51,-14 5-22,13-17 161,-6-11-128,23-25-28,-1-10-49,10-3 43,16-16-39,-3 20-11,23-14 6,-17 25 11,20-2-17,-21 11 11,21 11-11,-18-1 0,26 26-11,-14-6 11,4 7-28,-6 3 5,-14 0 18,-14 2-35,-20 3-78,-16-23 1,-6-4-23,-11 5-98,5-9 0,-2-6-1902,14-13 1,2-4 2139,-16-4 0,4-5 0,38 8 0</inkml:trace>
  <inkml:trace contextRef="#ctx0" brushRef="#br0" timeOffset="8781">12621 5780 24542,'-43'40'123,"0"0"0,3-2 0,7 2-106,17-7 0,6-1-780,-7 21 766,11-21 0,3 1 25,10 26-34,1-10 133,8-17 0,5-4-110,15-5-6,9 2 17,-14-18 0,0-4 62,11-7 100,8-2 24,-6-28-46,-20-2-93,-8 6 1,-2-2-26,-1-18 20,-6 5 0,-3 1-19,0-3 69,-3-6 1,-4 1-77,-4 17-19,-5 2 1,-3 5-37,-8 14-99,-11 5 1,-5 4-816,-21 7 756,13 2 1,1 2-1,2 2 1,10 3 0</inkml:trace>
  <inkml:trace contextRef="#ctx0" brushRef="#br0" timeOffset="10069">15541 4625 8332,'0'-6'7248,"0"1"-151,0 5-6218,11-55-240,-8 38-12,9-43-526,-11 55-45,0 2-51,-1 4 62,2 7 17,3 10-5,2 10 22,1 12 6,1 9-1,-3 7-11,-2 6-33,-3 1-26,0-27 1,-1-1-9,0 10 67,1 6 50,-1-29 74,-1-1 128,0-10 28,-1-13-324,1-14-29,0-3 17,-1-21-28,2-3 1,0-18-4,1 29 0,0-1 3,1-3 1,0 2 10,1-17 6,1 5-22,-3 25-1,-1 6-16,0 9-73,0 2 84,0 14 0,1 8-11,-1 16 22,0 10-50,-4-11 0,0 2-141,1-2 1,-1 0-258,0 0 1,-1 1-1365,2 0 1,2-1 985,4 10 1,-2-6 0,2-18 0</inkml:trace>
  <inkml:trace contextRef="#ctx0" brushRef="#br0" timeOffset="11279">15726 5839 10324,'0'-8'7508,"1"2"-6765,2-23 0,0-7 429,-6 7-707,4-11 1,-5 2 218,-13 16 482,-18 9-971,-2 10-227,-16 15 94,14 5-1409,4 7 0,1 2 1363,-3 6-8,-4 11 1,3 3 355,10-3-392,5 6 0,6 3-89,21 5-7,-2-22 1,4-1-104,13-5 1,7-3-245,3-6 1,3-2-871,12 3 0,3-2-2031,7-4 0,1-4 3372,-4-4 0,-4-1 0,15-2 0,-28-4 0</inkml:trace>
  <inkml:trace contextRef="#ctx0" brushRef="#br0" timeOffset="11546">16205 5682 19703,'-25'-10'1993,"18"1"-1707,53 3-140,5-1-123,-10 1-321,22-3-945,-15 2-756,-13 2 1,0 1-7833,20-2 9508,-17 3 0,-15 1 0,-18 2 0</inkml:trace>
  <inkml:trace contextRef="#ctx0" brushRef="#br0" timeOffset="11762">16394 5658 25331,'-28'34'98,"13"-4"1,6 2-110,6 21-957,2-11 1,-1 3 796,1-4 0,1 1-423,-1 3 0,0-1-288,1-9 0,-1 0 882,1 10 0,-1-5 0,1-11 0,0 11 0</inkml:trace>
  <inkml:trace contextRef="#ctx0" brushRef="#br0" timeOffset="12502">17158 5771 24676,'1'-37'294,"1"-1"0,-7-18-255,-18 69-5,-9 13 23,-8 18-401,18-14 0,0 2 360,-1 5 1,2 0-9,4-6 1,1 2-1,-1 16 1,4 1-7,7-17 1,4-1-3,2 13 0,5-2-37,23 13 65,19-16 0,-18-26 0,2-4 19,2-3 1,0-3 25,1-6 0,-1-3 16,-1-5 1,-1-3 13,-2-6 1,-2-4-12,-2-5 1,-3-4-26,-2-3 0,-2-3-302,-3-3 0,-3 0 324,-3-1 1,-3 1 8,-1 3 0,-4 2-67,-6 3 1,-3 3-15,-16-19-146,-18 13-638,-10 15-544,6 10 1311,10 14 0,3 2 0,9-2 0,-14 8 0</inkml:trace>
  <inkml:trace contextRef="#ctx0" brushRef="#br0" timeOffset="13498">11466 7218 15272,'-8'-53'2208,"-1"1"1,0 4 0,1 5-1587,2 2 694,-5 4-1030,7 24-241,-4-1 201,5 31 28,-2 14-128,-1 11-20,-1 1 0,-2 3-535,2-7 1,-1 2 413,-4 19 1,0 4-96,2-6 1,2 0-286,0 1 0,3 1-1485,3-1 1,2-3 1241,3-8 0,1-4 1,3 11-1,0-27 1</inkml:trace>
  <inkml:trace contextRef="#ctx0" brushRef="#br0" timeOffset="14465">9471 8044 6999,'-5'-2'3596,"1"1"1731,4 1-3625,-58-10-918,38 6-397,-41-6-404,55 8 135,5 2 168,18 0-12,11-1-38,31-3-707,-21 1 1,3-1 534,10-1 1,1-1-37,-9 2 0,5-1-741,0-1 1,7 0 0,2 0 0,-8 0 717,6 0 1,1-1-3,-11 2 0,6-1 1,3 0-1,0 0 1,-5 0-508,11-1 0,-4 1 1,3 0 500,-2 0 0,1 0 0,3 0 0,-1 1 0,1 0 0,0 0 1,1 0-1,2 1 0,-4 0 1,3 1 0,1 0 0,-2 1 0,-4-1-1,-4 1 0,-3 0 1,-1 0-1,4 1-6,1-1 0,3 1 0,1 0 0,-1 1 0,-4-1-21,8 0 0,-3 1 0,1-1-4,-6 0 1,3 1-1,0-1 1,-2 0-2,-1 0 0,-2 0 0,0 0 0,0 0-285,11-1 1,-1 0-1,-1-1 295,-6 1 1,-2-1 0,-1 0-13,-7 0 1,-1 1 0,-2-1-272,12 0 0,-4 1-1155,-9 1 0,-3 1 1463,16 2 0,-26 0 0,-15 1 0</inkml:trace>
  <inkml:trace contextRef="#ctx0" brushRef="#br0" timeOffset="15445">9277 8124 13006,'3'-42'980,"1"1"0,-2 3 1,0 10 1707,-1 22-2705,-1 4 1499,-1 24-1449,-1-6 7,-3 38-40,-1-13 0,-2 3-281,0 7 1,-1 2 255,-1 2 0,1 1-65,2-13 1,0 0-1,2-1 404,-1 10 0,2 1-2271,1-11 0,0 2 1,1-2 1495,0 10 0,2-5 0,0 11 0,1-31 0</inkml:trace>
  <inkml:trace contextRef="#ctx0" brushRef="#br0" timeOffset="16373">8991 9909 20313,'0'-52'829,"0"-1"0,-3-1 1,-2 7-595,-5 11 400,-10-11-467,10 32 129,-21-5-252,10 16 71,-28 10-37,4 10-29,5 3 1,0 3-158,11-6 0,1 1 118,-20 18 0,3 3-343,21-14 1,3 1 322,-10 11 1,4 2-48,3 21-22,15-7 61,18-9 17,4-15 17,22-10 11,7-13 5,-5-11 1,3-5-9,-4-2 0,0-3-199,7-9 1,-1-2 190,-15 7 0,-2-3-1,3-6 1,-3-3 22,-5-7 1,-2-2-26,-2 9 0,-2-3 10,-2-6 0,-2-5 1,-2 4 11,-3 2 0,-1 2 318,2-8 0,-1-1-214,-2 5 0,0 4-27,-2 5 112,2-16-18,-3 33-190,0 4-45,0 10 771,0 14-704,-2 14-39,0 4 8,-2 6 1,-1 3-4,1-7 1,0 3-383,-1 16 1,-1 1 365,3-16 0,0-1 2,1 8 1,2-1 16,6-6 1,2 0-95,0-2 1,2-1 93,5-1 0,3-3 4,15-1-18,-6-13 23,6-10 11,2-25 0,0-5 11,0-22 17,-13 0 6,-9 8 761,-3-12-734,-6 23 247,0-6-224,-3 19-67,-1 7-56,0 6 11,1 4 22,2 8-22,3 8-5,2 12-46,1 8-173,-2 6-5,-1-7-802,-3 12-6587,2 2 7618,0-6 0,-1-9 0,-1-24 0</inkml:trace>
  <inkml:trace contextRef="#ctx0" brushRef="#br0" timeOffset="16581">9426 9377 21478,'-25'-39'-30,"1"1"0,3 1 0,13 13-687,24 28 169,5 4-1055,13 17 1603,4 18 0,-14-19 0,2 10 0</inkml:trace>
  <inkml:trace contextRef="#ctx0" brushRef="#br0" timeOffset="16945">9664 9643 24335,'-9'-36'11,"12"17"-17,35 53-5,2 7-6,-5 3-11,-8 1 0,-12-3 39,-15-6 17,-16-7 34,-13-10 39,-10-10 33,2-15 23,9-10-34,13-11-56,18-7-55,18-3-18,5 9-25,2 8 0,3 2-153,16-6-234,-11 8 0,1 1-22,-5 4 1,0 2-463,1 0 0,0 2-1073,1 0 1,0 1 1974,2 0 0,-2 1 0,5 0 0,-6 2 0</inkml:trace>
  <inkml:trace contextRef="#ctx0" brushRef="#br0" timeOffset="17297">10307 9564 10752,'8'2'8525,"0"-1"-6022,-8-1 567,0 0-2919,-63 6-112,47-2-25,-20-1 0,9 4 48,37 4-17,14 2-23,10 0-5,10-4 5,-4-10 17,-3-6 29,-7-8 22,-9-7-6,-10-4-11,-10-4 11,-10 0 100,-16-1-94,6 12 72,-15 1-61,11 14-56,-5 6-28,2 12 0,2 13-17,4 15-34,5 11 11,9-22 1,2 1-203,1 1 0,2 0 79,4-1 1,3-1-550,13 28-78,-1-31 0,2-4-492,16 14-3239,4-17 1,2-4 4503,11-2 0,7 1 0,-35-13 0</inkml:trace>
  <inkml:trace contextRef="#ctx0" brushRef="#br0" timeOffset="17795">10980 9677 20817,'3'-47'1174,"0"0"1,-2 5-1,-6 8-664,-21 17-146,-21 11-291,13 8-12,-10 7 46,8 20-62,8 4-31,9-7 0,2 2 14,-4 25-20,14-18 1,1-1-15,-1 12 6,8 16-11,12-28-6,14 3 0,18-12-5,15-12 8,-24-12 0,1-3-318,2-5 1,1-3 313,-1-4 1,0-4 9,-1-3 0,-2-4 5,-2-3 0,-2-3 8,-2-3 1,-3-4-1,-2-6 1,-4-2 11,-1-4 1,-3-3-508,-3-1 0,-3-1 554,-3 3 1,-4 1 30,-3 5 0,-4 3-104,-3 7 0,-3 3 322,-15-18-5,1 17-145,4 15 399,10 10-528,6 18-23,5 4 1089,7 28-1111,1 12 11,-4-14 0,0 4-356,-2 5 0,-1 2 348,-1 4 0,-1 1-6,-1 1 0,-1 0-42,1-2 0,2 0-152,2-4 1,2 0-325,3-4 0,2-2-605,3-3 0,2-3-975,-1-5 0,1-3 2112,11 10 0,-13-20 0,-5-14 0</inkml:trace>
  <inkml:trace contextRef="#ctx0" brushRef="#br0" timeOffset="18264">11272 9666 23791,'25'-25'-99,"0"0"0,3 2 1,3 6-62,16 13 0,4 6-1429,-10-3 1,-1 0 1557,-1-1 0,-2-1-2449,25-8 2553,-36 4 1179,10-6-704,-27 1-357,-1 3 245,-11-4 1150,-8 4-1087,-11 0 5,-17 3-415,10 6 3399,-15 9-3449,16 20-28,5-4-11,12 4 0,6 3 0,18 9-6,7 12 18,22-20-18,-7-16 6,17-6 0,-9-8 45,13-16 28,-20-6-23,-11-7 34,-17-10 22,-16 1-27,-9-12-18,-2 19 1,-3 1-28,-19-14-79,-9 4-28,24 25-162,9 13-2135,26 25-2895,9 0 5265,9 9 0,-10-20 0,-7-7 0</inkml:trace>
  <inkml:trace contextRef="#ctx0" brushRef="#br0" timeOffset="18607">12070 9439 21416,'-3'-5'3697,"0"1"-2397,3 4-1278,24-22-22,-8 27 28,29 3-56,-14 41 19,-12-16 1,0 2 16,0 0 1,-2 2-15,0 4 1,-3-1-1,4 13 12,-11 8 78,-26-31 28,-2-9-62,-7-11 107,2-40-50,15-12-46,5 6 1,3-2 33,6-21-48,5 20 1,3 1-20,2 8 0,3 2-42,10-9 0,3 1-64,12-6-149,-9 21 0,1 5-1269,13 8-5544,13 7 7040,-11 8 0,-18 0 0,-16-1 0</inkml:trace>
  <inkml:trace contextRef="#ctx0" brushRef="#br0" timeOffset="19887">12695 7739 7908,'-5'-3'5416,"1"0"-2276,4 3-2746,-2-11-128,7 8 126,4-8-245,7 11 121,30 4-144,3 0-295,-10 0 0,4 0 226,2 0 0,0-1-430,-8-1 1,3 0 411,4 0 0,4-2 0,-1 0-739,7-2 0,2 0 687,-2-1 0,3 0 1,0 0-69,-8-2 1,0-1 0,-1 1-191,1-1 1,1 0 0,-2 1-2669,-2-1 1,-1 0 0,-3 1 2942,5-1 1,-5 2-1,11-3 1,-39 6-1</inkml:trace>
  <inkml:trace contextRef="#ctx0" brushRef="#br0" timeOffset="20531">13940 7760 12951,'-1'-5'6111,"-1"0"-1100,2 5-4707,-2-53-184,2 44 224,4-32 35,6 69-136,6 14-92,0 15-27,-9-23 0,0 0-243,-2 2 1,0 1 120,0 0 0,-2-1 61,0-1 1,0 0-11,-2-3 1,0-1-1,0 25 38,-1-7-246,0-9-562,1-7-3665,4-6 4362,1-8 0,0-8 1,-1-6-1</inkml:trace>
  <inkml:trace contextRef="#ctx0" brushRef="#br0" timeOffset="23264">13842 9239 10903,'-2'-4'7197,"0"1"-4189,2 3-2789,-12-48 83,16 41 40,-8-27 0,19 62-40,-2 12-122,-5 8-108,-3-7 91,-11 19-68,0-24 23,-4 11-34,4-25 610,2-8 163,3-11-313,1-7-427,0-11-55,2-14-17,0-12 5,0-9-39,-1-7-11,0 11-33,0-11 44,9 9 0,6 3 0,15 4 28,9 19-27,-3 10-18,25 7 17,-20 12-16,16 9-12,-20 15-6,-8 10 57,-11 9 11,-8 5-28,-7 1-6,-6-2 0,-1-8 6,-1-9 33,1-14 314,2-11 28,0-13-285,5-16-74,3-16-16,7-18-17,-4 20 0,1 0 8,0-1 1,2 1 19,14-26-11,-1 12-6,-3 14 6,-4 13-34,0 9-6,-5 6-33,21 15 23,-6 5-90,15 16-101,-9 5-84,-3 4-135,-3 1 158,-7-9-808,15 10 119,-5-18 128,21 5 453,-2-19 360,4-11 162,-1-11 168,-5-8 173,-9-8 68,-13-2-45,-8-4 11,-9 0-23,-6 1-139,-2 3-78,-6 5-68,-2 6-146,-9 7-22,-14 10-22,6 3-1,-19 14-10,12 5-6,-7 10 16,7 3-10,10 2-7,9-1 18,9-4-12,11-6 6,7-7 12,12-9 4,7-9 40,6-13-5,-1-9 33,-4-10 45,-9-4 33,-8-1 62,-9 1 17,-5 5-28,-3 6-62,-2 8-84,-1 7-89,1 6-18,-1 5 46,1 11-6,-1-1-6,-1 15-10,0-3 10,-1 8-11,2 0 34,1 2-17,3-12 17,6 2-6,4-15-22,8-2-6,6-8 79,16-14-40,-14 2-11,11-11 6,-22 7 33,-2-5-38,-8 8-7,-11-4-22,-1 11-55,-3-2-220,3 7-279,2 3-1205,1 9 746,1-1-331,0 6 1361,0 4 0,0-11 0,0 6 0</inkml:trace>
  <inkml:trace contextRef="#ctx0" brushRef="#br0" timeOffset="23790">15356 9029 13525,'0'-4'8048,"0"2"-3936,0 2-3871,-3-45-241,3 33-28,-3-28 67,12 60-22,-3-2-12,16 21 1,-4-6 5,8 10-11,-2 0-28,-2 0 11,-7-4 12,-7 0 16,-15-11 34,-10-4 11,-3-16 61,-7-6 90,6-14-156,5 2 22,5-18-40,17 6-5,8-8-17,13 1 1,8 2-24,6 2-150,15-3-23,-16 9-233,-10 7 1,0-1-4019,18-5-5395,-2 1 8164,-9 3 0,-21 7 0,-12 6 1</inkml:trace>
  <inkml:trace contextRef="#ctx0" brushRef="#br0" timeOffset="24006">15884 8922 16168,'0'-3'6397,"1"0"-2224,-1 3-4067,-11-50-89,8 39 33,-14-18-33,13 46-23,-5 33-28,6-18 1,2 0-56,-3 24-88,3-13 1,3 1-1254,5-5 0,0-2 120,6 25 1310,6-13 0,1-5 0,-8-20 0,12 15 0</inkml:trace>
  <inkml:trace contextRef="#ctx0" brushRef="#br0" timeOffset="25277">16244 9015 13913,'0'-6'4671,"0"1"-1362,0 5-2782,-70-2-225,35 20 61,-7-13 1,0 3-73,0 34-114,18-20 0,-1 0-337,0-1 0,1 0 227,-20 17 886,19-14-819,24-7-78,4-4 73,44 2-112,-13-9-9,3-1 1,4-1 13,-4-3 0,1 1-472,1-1 0,0 0 444,-3 0 1,0-1-23,26-3 718,-15-5-729,-14 0 0,-2-2 16,10-6 34,8-17 23,-33 16 33,7-21 34,-18 18 5,-2-5-50,-7 12 1105,-13 5-1049,0 5 13,-3 1-69,-3 5-33,13 1 27,-5 6-33,10 6-28,0 1 11,5 1-17,14 3 17,-3-11-28,27 9 17,-18-14 50,19 1-5,-9-13-1,-1-5 6,5-25 12,-17 6-6,-3-12-12,-11 19 57,-4 1 44,-7 8-55,-3 2-57,-5 6-28,1 10 12,2 2-23,-7 20 17,9-8-11,-11 33 0,16-25 22,4 33-5,16-27-12,15 11 0,13-18 12,11-9-6,7-10-382,-9-7 373,-12-7 1,-2-3 19,2-5 11,3-7 1,-1-4 11,0-15-20,-12 10 0,-2-3-3,-9 0 0,-3 0-6,-3-4 1,-2 0-3,-3-2 0,-3 0 22,-2 1 0,-3 1 22,-2 3 1,-1 3-8,-7-15 133,-6 4-89,7 27-67,-2-1-6,8 14-33,0 21 5,1 10-17,-3 28 45,4-21 1,1 2-233,0 6 0,0 0 215,0-8 0,1 2-25,0 18 1,1 1-24,1-17 1,0 0 0,0 7 0,2 2-461,5 1 0,3-3-265,8 11 499,-8-22 0,1-3-1960,13 8 357,-13-29-160,1-11 821,-12-20 2069,-11-14-51,-8-4 481,-11-1-516,3 10 1531,-12-9-1145,15 16-1,-3-6-865,16 12-181,15 6-77,10 2-40,14 3 11,11 3 1,4 2-46,4-1-5,2 0 23,0-3 22,-3-2 27,-8-3 57,-12-3 28,-14-1 45,-8-1 184,-8 1 124,-3 1-40,-5 1-72,0 2-102,1 3-172,3 3-40,0 2-40,4 8 12,-2 8-33,-2 13-29,1 12-83,1 8 5,1-7-264,7-7 1,3-1-930,10 12-165,-3-12 0,3-2 1498,20 10 0,-17-18 0,-2-8 0</inkml:trace>
  <inkml:trace contextRef="#ctx0" brushRef="#br0" timeOffset="25473">17689 8761 16928,'-3'-4'3198,"0"0"-1358,3 4-2148,-13 2 254,13 17-1027,-9 8-547,17 16-2926,1 3 4554,3 3 0,-6-22 0,0-4 0</inkml:trace>
  <inkml:trace contextRef="#ctx0" brushRef="#br0" timeOffset="26210">17786 9050 26239,'23'-47'28,"0"22"-17,-12 54 1,2 22-24,-6-14 24,-3 14 16,-7-20-34,-1 5 12,-1-9 128,1-9 79,2-11-17,8-21-157,0 1 95,15-24 6,5 3-50,10-8-45,7 2-40,-1 7-10,3 9-23,-3 10-67,-2 10-96,-3 13-279,0 16-6,-7 6 196,-6 1-566,-1 4-381,0-5-398,11 7 219,-9-18 1,2-1 341,21 7 918,-2-6 398,-5-13 690,-13-11 446,6-9-27,-5-10 404,2-18-808,-6 3-559,-5 0 230,-7 5-175,-9 9-167,-4-3-135,-10 6 12,-18 8-124,5 7-22,-17 10-6,10 7-17,-7 19 1,13 0-1,7 2 0,21 4 18,3-19-24,17 11-4,2-17 10,12-3 40,2-10 72,0-11-16,-11-3 268,4-17-16,-18 9-23,5-9-50,-14 12-163,-3 7-106,-2 9 17,-1 15 0,0 15-17,0 21 0,-1-16 0,-3 4 3,-3 6 1,-2 5 0,-1-2-564,-5 10 1,-2 1 532,1-5 1,-2 3 0,0-3-145,-7 7 1,0-3-500,-1 3 1,-2-1 669,7-15 0,-1 0 0,2-4 0,3-2 0,0-4 0,1-2 0,0-1 0</inkml:trace>
  <inkml:trace contextRef="#ctx0" brushRef="#br0" timeOffset="28088">15443 10318 14263,'-1'-9'2976,"1"-28"1,2-5-635,2 1-1693,1-8 1,1 1-426,2 17 355,3 5-450,-3 21 72,0 1 141,21 55-197,-14-4-119,-1-9 0,-2 4 16,-5 10 0,-5 2 0,-1-3 0,-2 1-31,1 9 1,-2-1-4,-1-5 0,-1-5 9,0-13 0,0-5 45,-1 5 234,3-13 40,4-28-218,12-27-124,-3 3 31,2-3 1,2-2 41,10-23-163,-8 21 1,1 0 106,0 1 0,1 1 11,-1 3 1,0 3 16,15-15-39,-2 16 23,0 13-12,13 17-33,-11 4-1,20 19-5,-14 5-51,-10-5 1,0 1-45,10 12-275,-8-6 1,-2-1-222,-3-6-54,-3-3 1,3-1-2092,20-2 1230,1-4 1002,-1-12 28,-1-26 650,-24 5 1052,16-27-599,-25 23 975,3-15 123,-15 13-1282,-3 5 201,-10-1-235,-5 12 464,-3 0-783,5 3 78,5 8-124,9 2-10,9 5 0,3-1-18,14 1-4,14-1 4,-6-3 40,21-1 51,-29-10-40,4-1 79,-11-16-74,-10 7 158,3-27-23,-8 13 0,-2-12-95,-3 16 79,-6 2-68,-3 9-39,-7 3-39,-9 8-28,2 10 11,0 4-40,0 14 7,11 2-23,-1 10-62,12 11-27,13-7-107,15 1 67,2-18-358,19-1-7,-14-15 1,2-3 157,21 7-76,-1-9 1,0-2 305,-3-5 103,-5-2 0,1-3 104,4-11 151,5-9 409,-11-16-45,-17 5 61,-9-9-306,-13 17 239,-7-2 17,-9 7-380,-2 3-113,-4 7-61,6 11-6,3 10 0,-4 17 0,-8 20-22,-6 8 0,1-4-6,-1 9 12,16-28 16,-1 27 0,13-37 101,13 7-84,-3-24 17,18-11 11,-4-13-11,-1-3 83,13-21-49,-16 14 22,6-14-23,-12 17-50,-7 10-50,-2 7-1,-6 9-16,2 5-56,0 16-73,1 7-151,5 13 83,-1-8-469,9 6-970,13-2 919,-3-6-1082,24 2-424,10-18 1437,-9-3 772,-13-7 0,1-3 355,7-8 214,-14-1 1,-1-2 771,16-13-70,-4-10-674,-21 11 850,-3-17-710,-13 12 354,-3-12-685,-12 12 86,-8 7-400,-6 9-19,-6 9 8,-3 12-33,5 3-12,-16 22 22,11-2 1,7-6 0,2 0-1,-8 12-16,13-8 0,1-1 5,2 1 6,0 27 6,26-30 11,14 5-12,14-19 6,8-13 6,1-14 17,-2-13 22,-5-11-561,-7-11 533,-12 5 30,-10 2 1,-4-3-11,-3 10 0,-1-1-368,2-17 1,-2-2 422,-2 13 1,-1 1 16,-1 4 1,0 2 108,0-22 6,-2 13-134,1 18 107,-1 6-208,1 15 483,0 3-472,-1 18 2,1 17-37,0 24 94,-1 1-350,1 1 0,0 5-1561,3-13 0,0 1 1841,-1-7 0,0 2 0,1-5 0,1-4 0,-1-6 0,3 6 0</inkml:trace>
  <inkml:trace contextRef="#ctx0" brushRef="#br0" timeOffset="29347">16653 6683 19602,'-3'-47'1036,"0"0"0,1 6 1,-1 9-270,-4 18-420,3 9-229,0 6-6,0 15-62,2 13-44,0 16-12,1-5-33,6 17-155,0-26 1,1 1-137,1 1 0,-1 1-262,2 4 1,0 0-2207,-4-2 1,-2-2 2797,1 15 0,-4-10 0,0-25 0</inkml:trace>
  <inkml:trace contextRef="#ctx0" brushRef="#br0" timeOffset="30090">15961 7129 7089,'-4'0'7214,"1"0"-4363,3 0-1367,-62 0-346,34 1-749,-9 0 0,1 0-76,19 1-145,9 0-28,10 0 342,28 1-275,15-2-143,-6 0 1,5 0-772,6-2 1,3 1 734,-11-1 0,2 1 1,-1-1-10,12 0 1,2 0 4,-6 0 0,2-1 1,2 1-25,-8-1 0,1 0 0,1 0 0,1 0-558,2-1 0,0 1 1,2-2-1,1 1 535,-4 0 1,1 0 0,2-1-1,-1 1 1,-2-1-12,8-1 0,-2 1 1,-1-2-1,1 1 13,1 0 0,0-1 0,0 1 0,0-1-542,-1 1 1,1-1 0,-2 1 0,-3 0 547,4-1 0,-3 1 1,1 0-86,-7 1 1,3 0-1,-2 1 1,-6 0-527,5 0 0,-3 1 164,11-1 0,-7 1 636,-11 2 0,-29 0 1,-5 1-1</inkml:trace>
  <inkml:trace contextRef="#ctx0" brushRef="#br0" timeOffset="30498">16021 7150 12526,'-3'-3'5774,"0"0"-2246,3 3-3191,-60-54-186,42 48 8,-16-18 0,4 9 126,21 45-11,-1 12-128,-3 10-79,-1 9-189,6-29 1,1 1 93,0 1 0,0 1-123,2-2 0,2 1-317,2-1 1,3-1-1432,4 0 0,3-2 1899,10 21 0,-3-21 0,-5-14 0</inkml:trace>
  <inkml:trace contextRef="#ctx0" brushRef="#br0" timeOffset="30861">17122 7181 17188,'0'-5'5187,"0"2"-2298,0 3-2861,17-57-56,-13 45 39,13-33 1,-18 58-12,-4 32-40,-1-4-69,3-9 0,0 2-451,-1 25-868,10 3-3641,9-6 5069,6-13 0,-5-18 0,-6-13 0</inkml:trace>
  <inkml:trace contextRef="#ctx0" brushRef="#br0" timeOffset="31139">17912 7060 14701,'3'-3'6967,"-2"1"-4188,-1 2-2662,12-13 34,-9 21-55,10-1-57,-13 30-28,1 10-95,-1 8-370,-2 5-666,1-27 0,0 0 1120,0 2 0,0-2 0,0 6 0,1-7 0</inkml:trace>
  <inkml:trace contextRef="#ctx0" brushRef="#br0" timeOffset="31921">18251 7011 15445,'-46'-3'2050,"-1"1"0,4-1 0,6 0-1596,14 0 454,7-2-634,22 1-162,4 0 84,26-2-109,-1 3 0,2-1-31,24 0-402,-6-1 0,1 1 374,-16 1 0,0 1-26,12-3 1,2 1-9,-2 0 1,2-1 16,-10 0 0,1 0 1,-2 1-458,2-1 0,0 0 455,-3 1 0,1-2 1,-1 1 18,7-1 0,-3 1-12,-6 0 1,-2 0 53,7-1 0,-4 0 160,-7 0 319,-1 0-185,-17 4-240,-9 1 695,-7 1-466,0 0 647,0 9-967,0-1 12,1 37-28,0-19-6,1 25-11,3 4-11,-3-18-23,-1-3 1,1 2-1368,-2 27-716,-1-11 1438,0-18 1,0-4 0,-1-11 0,1-1-1</inkml:trace>
  <inkml:trace contextRef="#ctx0" brushRef="#br0" timeOffset="33057">10191 11051 16437,'11'-54'1450,"1"0"1,0-5 0,0 5-734,-5 20 0,-1 3-238,0-5 0,-2 0 339,1-18 229,-7 13-851,1 19-79,-4 9-206,4 13 111,-2 12 85,-3 19-79,-2 26-453,2-17 1,0 3 370,-2 9 1,0 2-600,2-13 1,0 2-1,0 0 177,0 2 0,1 1 0,-1 2-2801,2 10 0,1 1 0,0-4 1971,0 0 0,1-4 1,2 2-1,1-11 1,0-26-1</inkml:trace>
  <inkml:trace contextRef="#ctx0" brushRef="#br0" timeOffset="33620">7615 11835 16946,'44'-6'26,"1"0"0,-1 0 0,5 1 1,4 0-1,1-1 0,-3 2-1861,2 0 0,-1 0 0,1 0 1849,-6 1 0,1-1 0,2 0 0,4 0 33,-4-1 1,4 0-1,2-1 1,1 0 0,-4 0-1,-3 1-366,13-2 1,-5 1-1,7-2 345,-17 3 1,5-2-1,3 1 1,2-1-1,0 0 1,1 0-1,-3 0-44,0 0 0,0 0 0,0 0 0,-1-1 0,1 1 0,-2 0 0,-1 1 37,2-2 1,-3 2-1,-1-1 1,2 0 0,1 0-1,5-1-94,-2 1 0,5-1 0,4 0 0,2 0 1,0-1-1,-1 1 0,-3 0 0,-5 1 0,-5 1 96,13-2 0,-9 1 0,0 0 0,8 0-6,-13 1 1,5 0 0,5-1-1,3 0 1,0 0 0,-1 0 0,-3 1-1,-4 0 1,-7 1-16,10-1 0,-9 1 0,0 1 0,6-1-38,-7 1 0,6-1 1,2 0-1,2 0 0,-2 1 1,-2 0-1,-6 1-279,8 0 1,-5 1 0,-2 0 0,3 0 316,-1 0 0,2 1 0,1-1 0,-3 1 0,-6 0 0,3 0 0,-5 1 0,-2-1 0,10 1 0,0 0 0</inkml:trace>
  <inkml:trace contextRef="#ctx0" brushRef="#br0" timeOffset="34254">7743 12204 17479,'-5'-48'1095,"0"0"0,0 1 0,-3-19 0,1 10-619,-2 20 717,-4-3-918,8 24-18,-2-5-262,6 20 128,6 33-73,2 17-56,-1-5 1,-1 4-528,0 5 0,-1 1 297,0 7 1,-2 1-724,0-20 1,0 0 0,0 0-1363,1 0 0,0 0 0,2-2 2321,1 13 0,1-6 0,4 14 0,-3-31 0</inkml:trace>
  <inkml:trace contextRef="#ctx0" brushRef="#br0" timeOffset="34936">10632 11647 13401,'1'-3'6778,"-1"0"-4510,0 3-2060,-5-19 4,-5 35-133,-6 0-74,6 13 1,2 7-26,-1 3 1,1 2-500,1 4 0,0 2 101,2 3 1,1 1-1972,1 2 1,1-1 2388,1-5 0,0-3 0,0 12 0,1-26 0</inkml:trace>
  <inkml:trace contextRef="#ctx0" brushRef="#br0" timeOffset="35420">12600 11435 15356,'0'-4'5646,"0"0"-1664,0 4-3719,-2-20-184,4 27 33,3 6-78,5 45-54,-5-16 1,0 4-733,-2 5 1,0 2-411,-3 8 0,-2 1 1162,0-13 0,-2 0 0,1-4 0,0-3 0,0-4 0,-2-2 0,1 1 0</inkml:trace>
  <inkml:trace contextRef="#ctx0" brushRef="#br0" timeOffset="37053">6896 13143 7850,'-7'0'5406,"1"0"-4701,6 0 1945,0 0-1519,-54-10-644,41 6-403,-41-6 202,75 6-101,15-2-90,1 1 1,4 0-469,13-2 0,4-1 418,-10 2 0,2 0 0,2 0-743,8-2 1,1 1 0,2-1 705,-11 1 1,1 0-1,-1 0 1,-1 0-11,6 0 0,-2 0 0,4-1-39,-11 1 1,4 0 0,1 0 0,-1 0-1,-4 1-163,8-1 1,-4 0-1,3 0-83,-1-1 0,4 1 0,-1-1 0,-4 1-597,-3 1 1,-3 0 0,-3 1-1968,14-2 0,-5 0 2851,-12 3 0,-4 1 0,4-1 0,-21 3 0</inkml:trace>
  <inkml:trace contextRef="#ctx0" brushRef="#br0" timeOffset="37527">6859 13623 14106,'11'-43'1057,"0"0"1,0-1-1,3-15 1,-3 6-129,-4 1 311,-5 8-686,-6 5 194,-1 10-227,-2 8-229,2 10-326,1 10 427,-2 18-286,-10 42-842,4-7 729,0-1 1,1 4-568,2-9 0,1 1 505,1-5 1,0 1 0,0-1 11,-1 10 0,1 2-256,2-2 0,0 5 0,2-4-1119,1 2 1,3 0 1430,2-2 0,1 5 0,0-9 0,-1-12 0,1-5 0,11 22 0</inkml:trace>
  <inkml:trace contextRef="#ctx0" brushRef="#br0" timeOffset="37946">7794 13216 23321,'21'-19'95,"-4"0"-199,-17 45 1,-6 15-552,2 16-759,2-19 0,1 3 1414,0 5 0,1-2 0,0 6 0,2-5 0</inkml:trace>
  <inkml:trace contextRef="#ctx0" brushRef="#br0" timeOffset="38210">8872 12999 16812,'0'-5'4806,"0"1"-3243,0 4-1277,-66 69-275,48-35-177,-18 10 1,3 3-65,27 14-847,2-26 0,1 2 1077,0 16 0,1-1 0,-1 5 0,1-3 0</inkml:trace>
  <inkml:trace contextRef="#ctx0" brushRef="#br0" timeOffset="38694">10214 12692 29054,'29'-34'32,"0"0"0,5 1 0,6 5-351,13 10 1,4 5-453,1-3 0,4 1 444,-6 3 0,4 0 0,-3 2-844,-12 2 1,-2 1 0,1 0-797,11-1 0,2 0 0,-5 2 1929,-5 3 1,-6 0 0,11 1-1,-26 2 1</inkml:trace>
  <inkml:trace contextRef="#ctx0" brushRef="#br0" timeOffset="38992">10253 12735 21775,'-19'37'85,"-1"0"1,1 3 0,2 1-81,7 1 1,2 2-897,-2 2 1,1 0 820,-1 2 0,1-1-135,2 0 1,2 0-499,1-3 0,3-1-1675,5-2 0,3-4 1768,9 20 1,-6-30 0,-5-20 0</inkml:trace>
  <inkml:trace contextRef="#ctx0" brushRef="#br0" timeOffset="39242">11073 12736 18526,'0'-9'3658,"0"2"-3168,-7-25 0,-5-4 261,-1 12-474,-1-15 0,0 4-25,0 25-224,5 7 6,6 13-1,1 12-27,2 20 5,0 16-34,1-22 1,0 1-442,0 5 1,0 2-66,0 3 0,0 0-1440,-2 3 1,0-1 1968,0-7 0,0-2 0,-1 10 0,0-23 0</inkml:trace>
  <inkml:trace contextRef="#ctx0" brushRef="#br0" timeOffset="39838">11105 12569 8668,'-9'-4'7271,"2"0"-5776,7 4 690,0 0-2045,8-36 129,11 20-23,15-28 12,15 28-35,12 1-402,-26 6 1,0 2 267,3-1 1,0 1 13,0 0 1,-1 0 19,-1 1 0,-1 1-18,25-3 142,-11 4-17,-13 3 50,-13 6 157,-9 6 0,-9 11-2842,-3 21 2517,-2-9 124,1 30-96,2-9-104,0-18 1,0 2-272,1 2 0,0 0 218,1 1 0,0 1-179,0 11 0,-1-1-37,-1-17 1,0 0-1292,-2 17 1,-2-3 1523,-5 2 0,1-8 0,0-21 0</inkml:trace>
  <inkml:trace contextRef="#ctx0" brushRef="#br0" timeOffset="40376">12489 12216 16544,'-7'-2'3427,"1"0"-2517,6 2 779,0 0-1476,-41-26-243,40 16 95,-9-23 93,56 19 0,19 6-118,-24 0 1,1 0-239,0 1 0,4-1 0,0 1 230,0 0 0,-1 1 0,0 0-1231,15-1 0,0-1 1131,-12 2 0,0 0 1,0 0-95,16-2 0,-3 1-1090,-8 2 0,-3-1-1691,-2 1 0,-1 1 2911,-4 1 1,-6 0 0,-7 2-1,-16 1 1</inkml:trace>
  <inkml:trace contextRef="#ctx0" brushRef="#br0" timeOffset="40712">12585 12257 16919,'-2'-3'2845,"0"1"-150,2 2-2281,-22 19-319,15-2 12,-18 35-110,20-17 0,2 0-42,-3 24-213,-1-6 1,0-2-192,1-6-797,2-3 0,0 1 645,6 8 0,-1-14 0,3-9 0</inkml:trace>
  <inkml:trace contextRef="#ctx0" brushRef="#br0" timeOffset="40960">13289 12132 22375,'-4'-37'680,"1"-1"0,-4-22-573,0 78-51,1 7-11,-4 23-23,3 10-39,1-10-129,1-6 1,0 1-1044,1-11 0,0 0 469,0 6 0,-1 1 720,3 2 0,0-5 0,1-8 0,1 9 0</inkml:trace>
  <inkml:trace contextRef="#ctx0" brushRef="#br0" timeOffset="41218">13803 12011 16426,'2'-3'4693,"-1"0"-2855,-1 3-1704,4 40-14,-5-9 1,0 3-110,1 0 1,0 1-29,-2 3 0,-2-1-196,-3-2 0,-1 0-687,1-4 1,-1 2-1202,-3 13 1,-1 0 1486,3-13 1,1-4-1,-2 8 1,5-18 0</inkml:trace>
  <inkml:trace contextRef="#ctx0" brushRef="#br0" timeOffset="41504">13741 12005 13222,'-3'-3'5377,"0"0"-3338,3 3-1720,54-16-129,-4 15-562,-2-6 0,4 2 416,-11 7 1,-1 2-286,-1-2 1,-1 0-1842,16 1 2082,-7-1 0,-37-2 0,-3 0 0</inkml:trace>
  <inkml:trace contextRef="#ctx0" brushRef="#br0" timeOffset="58506">22804 2096 20667,'12'-41'1462,"0"0"1,0 3 0,-7 10-779,-10 21-816,-6 5 763,-12 10 306,-11 10-146,-13 15-530,19-11 0,-1 2-203,-2 4 1,0 3 126,-2 3 0,1 2-23,0 3 1,2 1 83,2 0 0,3 1-231,5-3 1,4 1-255,5-5 0,6 0-510,13 24 35,20-10-3,21-9 304,-19-25 0,3-2 154,2-3 0,0-2 57,0-3 1,0-2-100,28-8 241,-12-7 145,-15-8 60,-13-5 689,-12-4-782,-8-3-75,-10-2 2,-2 0 281,-2 0-244,2 3 124,4 5-36,5 5-46,4 8-39,3 5 21,4 5-18,6 4-22,7 6-6,8 3 12,6 7-12,6 5-10,1 6-46,-1 5-95,-5 6-207,-11 5-403,-12 5-897,-14 4-1926,-8-1 2742,-3-1 0,3-22 0,3-7 0</inkml:trace>
  <inkml:trace contextRef="#ctx0" brushRef="#br0" timeOffset="60057">23373 2439 23926,'-6'-44'638,"1"-1"1,0 5 0,1 10-466,4 23-156,0 5-17,5 11 6,5 5-29,8 10 6,7 5 17,4 2-22,1 4-12,1 0-10,-3-1-7,-6-3 23,-7-4 62,-9-5 33,-14-3 11,-8-4 34,-9-5 73,-4-3 202,2-7-281,11-3 28,5-8-111,13-3-46,11-7-55,13-5-124,28-8 40,-2 6 61,3 0-128,-6 7-3600,-3 6 3627,-9 3-185,11 1-2329,-11 4 2643,-7 1 51,8-4 100,-21 2 62,3-2 62,-8-1 2329,-5-1-2228,-4-1 3375,-4 1-3443,-6 3-67,-5 3-78,-13 7-62,-2 9-34,-1 2 40,-2 14-68,-1 21 17,8-5-28,2 15-16,27-20 72,3-14-50,15-3 44,0-15 51,7-6 90,4-16-73,-12 3 33,3-19 68,-14 8-3258,1-15 3196,-6 13 123,0-7 51,-5 14-225,2 4 12,-2 3-90,-2 11-22,0 1 3347,0 11-3347,0-2-163,0 26 79,0-15-280,4 22-292,3-10-711,9 5-1007,8-2-1402,9-6-1881,7-9 1707,2-8 4522,-4-12 884,-12-4 6491,1-26-5208,-16 5-1680,4-10-197,-9 13 1025,1-4-979,-2 6-550,2-3 213,-2 10-470,-3 9-96,0 1 40,1 22-1,-2 3 6,2 17-16,-4 14-29,0-7 40,0-2-12,1-14 73,1-20 34,3-5-73,2-8 34,9-14 5,2-8 23,14-20-79,-10 13 39,16-19-55,-22 33-51,14-10-68,-11 20-167,14 6-22,-7 13 128,2 3-347,-6 14-1014,-2 10-263,2 2 598,-1 0-5902,17 1 101,-2-18 5561,20 4 1451,-15-17 0,11-11 4033,-11-10-325,-9-2 0,-1-3-824,17-19-1969,-21 12 1,-2-2 22,-3-1 1,-2-2-217,-1 0 1,-2 0 28,11-25-443,-13 16 151,-12 15-246,-11 12-123,-8 3-23,-31 23-67,16-3 11,-14 17 6,17-1-17,0 13-11,6-6-62,5 17 34,17-31-3437,18 15 3453,-2-25 34,34-1 29,-13-22-29,8-2 84,1-30 6,-21 2-194,-7 9 0,-3-2 174,-6-1 0,-2 1 3,1-26 67,-4 12 1,0-1-18,-1 17 0,0 2-61,1-8 0,0 2 337,1-19 2826,-2 33-3236,0-3 0,-1 19 0,1 12 471,2 12-471,3 34 0,-4-19 0,-1 1-345,1 3 1,-2 2 240,-2 8 0,-2 2-882,-1 9 1,1 1 985,1-14 0,0 1 0,0-3 0,-1 7 0,1-3 0,2 14 0</inkml:trace>
  <inkml:trace contextRef="#ctx0" brushRef="#br0" timeOffset="60798">25880 2489 19159,'-2'-46'1232,"1"0"0,0 0 0,0-15 1,-1 10-724,1 18-106,1 17-364,0 15 102,0 18-146,4 18 28,3 18-79,-2-20 0,1 1-146,-1 4 1,1 1-504,-1 3 0,0 0-522,0 1 1,-1 0-2880,0 0 1,-1-1 4105,0-7 0,0-3 0,-1 8 0,0-19 0</inkml:trace>
  <inkml:trace contextRef="#ctx0" brushRef="#br0" timeOffset="60998">25903 2276 17552,'-12'-46'1564,"-1"-1"1,1-1 0,3 5-1341,10 2-370,14-7-207,19 7 81,-7 24 0,3 3-86,25-4-250,-11 16 1,1 6-1149,8 18 154,-17-3 1,-5 4 1601,-15 7 0,-5 0 0,2 4 0,-11 1 0</inkml:trace>
  <inkml:trace contextRef="#ctx0" brushRef="#br0" timeOffset="61188">25862 2576 19738,'36'-34'-99,"-1"0"1,0 0-1,-1 3 1,-1 1-1,-1 8-72,3 9 1,-1 5-352,0 0 1,1 2 56,-1 1 1,0 1-1127,0 1 0,0 0 1591,2 1 0,-2 0 0,5 0 0,-6 0 0</inkml:trace>
  <inkml:trace contextRef="#ctx0" brushRef="#br0" timeOffset="61762">26630 2304 24144,'-46'-1'218,"-1"0"1,0 6-1,7 4-190,14 13-11,-4 15-22,20-9-7,1 4-4,12-1-3348,17-4 3386,-2-11 34,18-2 67,-9-15 62,6-8 51,-4-7 72,-7-10-17,-5-2 3599,-6-4-3727,-6 10 100,-3 1-106,-2 14-152,0 2-16,0 5 39,0 7-28,0 7 0,0 8 6,-2 6-3404,1 10 3398,1-13-50,7 8 16,5-16 29,12 1-7,9-9 29,6-10 6,3-13 5,-1-12 44,-1-24-49,-16 13 10,-10 6 1,-3-2 3140,-2-23-3130,-5 19 1,0-1 3,-1-2 0,0 0 41,-2-4 1,0 2-1,1-13 113,-2 0-45,-1 38-107,-1 2-67,-1 13 17,-3 15 0,-1 13-16,-4 18-10,4-5 1,1 1-31,-3 20-41,5-11 0,2 2-343,3-5 1,2-1 117,0-7 0,0 0-880,6 13 1,2-3 1201,2-16 0,0-4 0,3 14 0,2-10 0</inkml:trace>
  <inkml:trace contextRef="#ctx0" brushRef="#br0" timeOffset="62764">26824 2365 22974,'47'-33'-527,"-1"0"0,10 0 1,-5 6-146,-4 12 392,7-4-106,-15-5 369,-19-1 370,-4-7 817,-12-6-638,-9 13 611,-6-3 621,2 12-1248,2 4 223,2 2-285,4 8-415,1 0 39,0 9-44,2 1 55,2 16-16,2 7 17,-2 14-34,-1 11-37,-5-18 1,0 0-3,-2 15-12,0-18 1,-1 0-12,-1 8 1,1-8 55,1-2 1,3-26 273,1 1-262,6-24-23,3-14-11,3-1-11,7-14-6,5 12-11,2 2-17,0 7 29,4 12-24,-16 8-16,18 9 12,-15 6-18,6 12 23,-9-4 11,-1 12 5,-3-3-10,7 15-6,3-7 11,9 0-12,-4-18 7,11-6 10,-4-11 18,6-9 5,-4-9 11,-1-22-28,-14 9 45,1-20-11,-13 13 33,-1-14-50,-3 17 45,-8-6-39,3 28 16,-6-7-44,6 15-6,-2 0-23,1 5 23,-1 4-5,-3 7-1,0 2 23,-6 12-23,1-2-16,-3 10-12,3 7 18,7-6-1,6-3-6,12-6 12,8-9 11,10 1 23,10-7-12,-6-8-11,-4-5 17,-8-9-6,-4-10 0,-5 3 11,4-24-16,-10 22 5,11-26 0,-11 29 17,11-16-5,-9 20-1,5-4-11,-6 9 23,10-1-6,-1 5-17,5-1 12,11 7 5,-9 8 0,10 8-40,-11 10 1,-11 0-157,-3 22-106,-10-20-2700,-6 29 2126,-2-26 0,0-5 0,2-12 0</inkml:trace>
  <inkml:trace contextRef="#ctx0" brushRef="#br0" timeOffset="63613">25112 3474 18711,'5'-45'1522,"1"0"0,0 1 0,1-21 0,0 5-1046,2-1 197,-5 10-371,-3 39-201,-1 7 106,0 23 6,1 13 0,0 4-95,0 26-482,-1-22 1,1 6 0,0 0 396,0 11 1,-2 3-103,0-14 0,-2 5 1,0 1-1,0-4-640,1-1 1,0-3 0,-1 4 708,-2 3 0,-1 5 0,0-3 0,2-10 0,-3 15 0,2-17 0,1 0 0</inkml:trace>
  <inkml:trace contextRef="#ctx0" brushRef="#br0" timeOffset="65135">22213 4239 13530,'-50'-1'340,"0"1"1,0-1 0,-2 0 0,0 0-1,11 0-250,8-1-18,-8-2-514,37 3 751,14 5-292,7 0 44,15 2 1,3 0 28,9 1-362,-3-2 0,9 0 0,-2-1 594,9-2 0,2 0-53,1 0 0,4 0 0,1-1-366,-16 0 0,-1-1 0,1 0 1,1-1 315,6 0 1,1 0 0,1-1 0,1 1-568,-8-1 0,2 0 0,0 0 0,1-1 0,1 0 426,4 0 1,1-1-1,0 0 1,2 0-1,0 0-293,-7 0 1,1 0 0,0 0 0,1 0-1,0-1 1,1 1 249,3 0 1,0-1-1,1 1 1,0 0-1,0-1 1,0 1-116,-6 0 1,0 0 0,0 1 0,0-1 0,1 0-1,-1 1 1,1 0 90,2-1 0,1 1 0,0 0 1,0 0-1,-1 0 0,-1 1 1,-2-1-76,0 0 1,-3 1 0,-1-1 0,1 1-1,1 0 1,4 0 72,-1 0 1,3 0 0,3 1 0,1-1 0,0 1 0,-2 0 0,-1 0 0,-3-1 14,2 1 1,-5 1-1,0-1 1,-1 0 0,3 1-1,4 0-47,-3 0 0,4 0 0,3 0 0,1 0 0,2 1 0,-2-1 0,-2 1 0,-3 0 0,-4-1-39,11 1 1,-6 0-1,-2 0 1,0 0-1,3 1-405,-8 0 1,3 0-1,2 1 1,0-1 0,-3 1-1,-3-1 1,-5 1 466,16 1 0,-7 0 0,-2 0 0,-4 0 0,-1-1 0,-6 1 0,-9-1 0,1 0 0</inkml:trace>
  <inkml:trace contextRef="#ctx0" brushRef="#br0" timeOffset="67629">21773 4387 21618,'9'-48'1021,"1"0"0,0-2 1,1 12-737,-4 26 181,6-7 15,-6 10-380,0 2 28,-3 3 95,-2 11-118,-1 2 79,0 19-50,-1 13-82,-3 0 0,-1 2-247,1-11 0,1 1 202,-5 29 1,0 0-574,4-24 0,0-2 537,-1 8 0,1 1-322,2 3 1,1-3-414,3 2-2511,1-5 1,1-1 3273,4-2 0,0-6 0,-4-18 0</inkml:trace>
  <inkml:trace contextRef="#ctx0" brushRef="#br0" timeOffset="68932">21760 5811 9397,'4'-6'7830,"0"1"-7282,12-25 1,3-10 2286,-2-17-2712,4 12 1,-2 0 1265,-10-13-54,-7 34-596,-6 2-277,-9 17-406,0 9 56,-16 25-11,-1 17-602,8-11 1,0 3 517,-3 8 0,0 3-14,-1 3 0,0 4-22,7-8 0,-1 2 1,2-1-12,3-6 0,0 0 0,2 1-34,-2 6 1,0 2 0,3-4-24,0 1 0,3-2-205,-1 9 1,2-1-157,4-11 0,0 0-398,0 9 1,-1 1-609,2-7 1,-3-1-748,-4-6 0,-1-3 1450,-7 4 421,-35-42 1035,33-22 1,2-8-350,-4 4 0,0-4 429,4-22 0,7 0-208,5 4-146,6-4 1,3 1-343,8 8-103,12-4 0,6 2-131,7 6-201,-3 12 1,8-5-1,-4 6 83,-7 7 0,1 1-119,9-4 0,6-2 0,-2 3-579,4 1 0,1 2-169,-1 1 1,3 0 0,-3 2 826,0-1 1,1 1 264,-4 2 1,3-1 0,-7 3 384,7-2 716,-6 0 1,-4 0 196,-14 4 2219,4-11-2605,-24 12 1234,-2-7-277,-9 5-500,1 3-732,-14 1 612,-12 14-1093,4 1 2,-1 8 0,1 3-80,1 3-26,1 4 0,2 1-14,8-3-28,-4 16 39,20-19 17,13 1 33,6-10-16,6-5 39,8-17 79,9-17-102,-6 3 14,-11 2 1,-1-2 300,7-17-202,-6 7 442,-3-4-431,-17 27 22,-1 0-106,-4 10-85,-6 29-21,4-13 5,-5 25-17,5-2 6,4-6-12,7 12-5,10-17 23,15-10 33,14-10-28,-3-11 2,-14-4 1,0-5 14,-1-8 0,-1-4-275,0-3 1,-2-1 262,-2 1 1,-3-4-1,-4-13 1,-4-2 19,-6 10 0,-1-1-8,1-7 0,-1-3 50,-4-10 0,-2 1 23,-3 18 0,0 2-40,0-8 0,-1 1 154,-4 7 1,0 4-220,-3 1 82,-2-2-44,5 23-46,3 20 35,-1 17-12,2 8 2,0 0 1,1 4 0,-2 15 0,1 3-539,-1 3 1,0 4 443,1-13 1,0 2 0,1-1-115,0-6 1,1-2 0,-1-1-78,0 8 0,2-1-865,1 6 0,4 0 1005,5-10 0,0-3 1,1 18-1,7-10 0</inkml:trace>
  <inkml:trace contextRef="#ctx0" brushRef="#br0" timeOffset="69902">22642 5792 23943,'14'-43'-258,"-1"0"0,16-1 1,5 10-113,7 23-1317,10-2 1,3-2 941,-23 4 1,0 0 57,12-6 1,-2-1 543,5-8 93,-9-11 1945,-21 0-86,-5-1 45,-13-1-393,-8 11 442,-2 4-1153,1 4-34,5 6-481,2 6-196,3 6-39,0 13 12,1 3 10,0 42-5,1-1-274,-1-12 1,0 2 256,0-13 0,0 0-17,-1 17 0,-2 1 11,2-16 1,-1-2 8,-1 8 0,0-1-3,0-5 0,1-4 28,1 0 16,-1 4-10,2-25 28,5-16 10,16-24-21,5-10-26,-7 11 0,1-1 259,-2 3 1,1 0-268,2-2 0,0 3-6,8-8 6,7 0-23,-14 26-11,4 2 12,-2 13-12,-3 10 17,-2 12-17,-4 9 6,-2 5 45,-1 0-29,1-2-38,3-6 27,7-8-5,5-10 22,-3-9 11,21-17-5,-11-9 28,15-15-17,-14-8 28,-6-3 11,-8-3-5,-8 0 16,-8 4-5,-7 8 0,-5 10-12,-5 9-33,-3 9-22,-1 6-12,-1 12 6,3 0-16,-9 22 4,9-1 1,-5 13 0,9-2-17,5-2 17,10-2 0,8-2-1,12-5 24,10-5-35,6-9 23,2-7-5,0-9 27,-4-11 56,-6-8-66,-8-11-24,-10 3-10,-1-23 39,-5 10-6,3-16-28,0 16 17,3 7 6,5 7-1,5 5 29,4 5-28,2 6-6,2 3 11,-3 11-22,-1 8-1,-2 12-21,-2 9 10,-3 8-77,-3 5-696,-4 2-7757,-2 0 7705,-5-8 0,-3-16 0,-3-13 0</inkml:trace>
  <inkml:trace contextRef="#ctx0" brushRef="#br0" timeOffset="70915">26576 4363 17736,'0'-54'2244,"0"1"0,0 1 1,-2 11-1349,-1 24-492,-1 3-331,1 8-85,3 26 35,0-1 10,0 20 1,0 11-47,-3-2 0,-1 5 0,0-2-506,1-9 0,1-1 1,-2 4 338,-1 1 1,-1 4 0,-1 1-1,0-4 180,0 7 0,0-3 0,1-4 0,-2 0 0,0-3 0,2 7 0,0 1 0</inkml:trace>
  <inkml:trace contextRef="#ctx0" brushRef="#br0" timeOffset="71485">26149 5703 18515,'4'-7'2534,"12"-31"1,2-5-1880,-7 13 65,8-22 0,-2 0-132,-14 25-392,1-5 51,-5 18-214,1 11-66,-3 4 55,-2 25-22,-1 9 0,1 9-3,3-7 0,2 0 3,4 3 0,1-2 0,7 1-6,15-7 1,5-3 5,11 13 5,-10-18 1,4-5 8,-4-15 0,-2-5 9,8-2-7,-4-5 1,-1-5 79,11-31-57,-9 6-14,-15 6 0,-3-2 14,0-14-22,-1-11-11,-7 7-17,-5 12-269,-4 14 72,-1 14-447,-1 12 459,1 7-689,2 22-347,7 0 280,2 7-4129,16 13 5081,-5-13 0,-1-2 0,-8-15 0</inkml:trace>
  <inkml:trace contextRef="#ctx0" brushRef="#br0" timeOffset="71852">26934 5707 24967,'13'-42'418,"0"-1"1,-2 4-1,-2 11-401,-6 25 6,2 7 10,0 10 1,1 4 61,0 27-45,-4-6-38,0 7-1,-3-3 17,1-13-28,-1 2 39,3-12 207,3-14-134,6-15-61,3-8 117,21-28-129,-14 17 20,5-7 0,1 0-26,-3 3 3,2 0 1,1 1-31,3 5-29,10-4 6,-11 20-39,-1 13 34,-7 5-79,6 25 34,-13-9-143,-3 8 0,-1 1-53,-3 1-608,0 4 0,0 0-401,3-5 1272,6 1 0,1-3 0,-6-13 0,13 9 0</inkml:trace>
  <inkml:trace contextRef="#ctx0" brushRef="#br0" timeOffset="72111">27943 5651 17216,'2'-6'6083,"0"2"-4790,8-57-503,-7 34-642,3-8 1,-1 1 534,-9 12-464,0 13-202,-5-1-23,-6 16 12,-5 10 5,-1 4 8,-1 6 1,0 2-9,-3 7-11,-4 7 0,2 2-707,1 11 690,11-24 0,2 2-331,9 30-94,19-25-690,15 13-1680,16-21 2186,-14-20 1,-2-3 0,6 2 0,-3-7 0</inkml:trace>
  <inkml:trace contextRef="#ctx0" brushRef="#br0" timeOffset="72518">28234 5771 24301,'-36'22'1132,"11"-3"-707,33-10-77,7-4-68,6-3-62,5-9-72,4-9-29,3-13-16,0-12-62,-6 2-8,-6-1 0,-2-2-31,2-8 8,-2-1 1,0-5-525,-6 4 1,-2-1 537,0 1 1,-1 0 19,-1-6 0,-2 4-65,-3 17 0,-3 4 219,-2-17-22,-2 18-118,-3 16-73,2 11 0,-3 16 1056,-3 16-1039,-7 25 0,6-15 0,-1 3-408,-1 8 1,0 3 343,-1 4 0,1 0 2,4-10 0,0 0-176,1 8 0,2 1-980,5-3 0,4-1-1633,5-1 0,2-1 2851,2-1 0,2-5 0,9-6 0,-7-19 0</inkml:trace>
  <inkml:trace contextRef="#ctx0" brushRef="#br0" timeOffset="72858">28875 5618 18964,'3'-5'6631,"-2"1"-5472,-1 4-1153,7-23-12,-5 23 29,11-6-12,-2 24 6,11 4-6,0-11 34,21-9 5,-9-14 1,14-10 27,-10-15 6,-7-9-6,-8-7 68,-12 0 44,-13 8 12,-17 11 11,-15 13-23,-12 11-89,-3 13-90,6 13 0,9 16-16,12 12-12,10 11-14,10-24 0,5 2-481,10 8 0,6 1 512,2-4 0,0-2 0,10 12 0,-11-25 0</inkml:trace>
  <inkml:trace contextRef="#ctx0" brushRef="#br0" timeOffset="77297">22556 6865 12561,'0'-8'6183,"1"1"-4048,-1 7-387,0 0-1211,12-46 57,-12 56-387,10-36-50,-13 57 0,-2 20-115,2-13 0,1 2-797,-2 20 1,1 3 740,2-3 0,1-1-17,-1-10 1,2 1-625,1 2 1,2 5-1,0-4-1025,1 8 0,2-1 1680,-2-7 0,1 1 0,-1-5 0,1-8 0,-2-6 0,1 7 0</inkml:trace>
  <inkml:trace contextRef="#ctx0" brushRef="#br0" timeOffset="77828">21774 8136 13665,'-59'4'1064,"0"0"0,6 0 0,4 0-686,13-1 0,4 0 725,-13 1-307,20-3-482,26-4 134,32-5-149,3 1 1,6-1-766,-2 1 0,4 0 1,2 1 567,12-3 1,3 1 0,3 0-659,-8 1 0,2 0 1,1 0-1,1 1 558,-7 0 0,1 0 1,0 0-1,1 0 0,1 0-417,3-1 0,1 1 0,0-1 0,1 1 1,0-1 370,-9 1 0,1 0 0,0 0 0,1 0 0,-1 0 0,0-1-251,1 1 1,0-1-1,0 0 1,0 0-1,0 0 1,0 0 150,-1 0 0,0 0 1,0 0-1,-1-1 0,1 1 1,-1 0-201,8-1 0,0 0 0,0 0 0,-1 0 0,0 0 289,-1 1 0,1 0 0,0 0 1,-4 1-1,-4 0 0,3-1 1,-5 1-1,-2 1 0,12 0 0,0 0 1</inkml:trace>
  <inkml:trace contextRef="#ctx0" brushRef="#br0" timeOffset="78587">21336 8324 21657,'-16'-42'670,"1"0"1,0 2-1,6 18-563,12 29 5,1 11 145,0 45-229,-5-15-1190,-3-2 1,-3 8 0,-1-5 1071,1-9 1,-1 1-546,-2 4 1,-2 9 0,0 1-1,1-8-1670,2 0 1,0-2 2304,0 6 0,-1 4 0,3-10 0,3-1 0,2-4 0</inkml:trace>
  <inkml:trace contextRef="#ctx0" brushRef="#br0" timeOffset="79287">24485 7931 21383,'16'-37'821,"1"0"1,-1 0-1,-6 16-742,-10 25 302,-8 30-275,1-5-33,-5 19 0,-1 4-787,1 5 706,4-10 1,0 9 0,2-7-439,2-11 0,3 0-301,-1 18 1,1 8-1,2-5 452,4 1 1,1-4 0,-3-2 0,1-3 0,1-19 0,0-1 0</inkml:trace>
  <inkml:trace contextRef="#ctx0" brushRef="#br0" timeOffset="86775">19833 2392 7570,'0'-8'6559,"0"1"-4766,0 7 1119,0 0-2374,0-37-498,1 28 66,4-29-28,3 41 12,6 5 50,2 7-73,-4 2 112,4 26-61,-8-2-65,-3-8 0,0 1-2,-3 16-21,-1-15 1,0 1 3,0 5 0,1 1-505,1 2 0,0 1 479,2 7 0,1 0 3,0-9 1,1 0 10,-1 1 1,1-1-15,-2-9 0,0 2 14,0 22 1,-1 0-12,-3-26 1,0 1 6,1 15 1,-2 8 0,1-4 3,-2-1 0,1 0-4,-1-2 1,1 3 0,0-1-1,1-7 1,-1-1 0,1 0-412,1 1 0,2 0 1,0 0 423,1 1 1,1 0 0,1-1 1,2 2 1,1-1 0,1 0 1,1 1 1,1 0-1,2 0 17,0 0 1,2 1-1,0 0 7,1 1 1,1 0 0,1 1-21,-1 1 0,1 1 1,0 0-562,0 3 1,1 0 0,-2 0 541,1 4 1,-1 0 0,0 0-12,-5-12 1,-1 0 0,1 0 0,-1 1 1,-1 2 0,1 0 1,-2 0-1,1-1-6,0 3 1,-1-1 0,0 4 2,0 4 0,0 5 1,0 0-1,-2-3-3,1 0 1,-2-4 0,1 5-315,-2-12 0,0 3 0,0 2 0,1 0 0,-2-3 311,1 4 1,-1-1 0,0-1 0,-1 0 1,0 1 0,0 0 1,0 0-1,-1 0 1,0 0 1,0 1 0,-1 1-1,-1-1 16,1 1 0,-1 0 1,-1 0-1,0 1 2,0 0 1,-1 1 0,-1-1 0,0 1-264,0 1 1,-1 0 0,-1 0 0,1 1 255,-2-1 1,0 1 0,0 0 0,0-1 6,-1 2 1,-1-1 0,1 1 0,-1-1-5,0 1 1,0 0 0,0-1-1,0-3-10,0 6 1,0-4-1,0 5-5,1-13 1,1 4-1,-1 1 1,1-1 0,0-4 4,0 12 0,1-4 1,-1 4-6,2-12 1,-1 3-1,0 2 1,0-1-1,0-3-9,1 2 1,1-1 0,-1-1 0,1 0 5,-1 1 1,1-1-1,0 0 1,0 1-125,-1-1 1,1 1 0,0-1 0,-1 0 126,1 1 0,-1-1 1,0 1-1,0 0 3,0 0 0,0 0 0,-1 1 0,0-1 5,0 0 1,0 0 0,-1 1 0,0-1-8,1 0 1,-1 0-1,0 0 1,0 0-6,0 0 0,-1-1 0,1 1 0,-1-1 2,2 0 1,-1 0 0,0 0 0,1-1-3,0 0 0,0 0 0,1 0 0,0-1 0,0 0 0,0-1 0,1 0 0,0-1 0,2 16 0,0-1 0,1-1 39,0 0 1,2 0 0,0-1-29,0-1 0,2 1 0,0-1-6,0 1 1,1-1 0,0-2-4,-2-11 0,0-2 0,0 3 0,0 3 1,1 4 0,-1 0 0,0-4 31,-1 1 0,0-2 0,-1 2-30,1 2 0,-1 4 1,1 0-1,-1-2 7,-1 8 0,-1-2 1,0 0-5,0 0 1,-1 1-1,0-3-7,0-12 0,0-2 0,-1 4 122,0 1 1,0 4 0,0 0 0,0-4-110,-1-1 0,1-3 0,-1 3-1,1 2 1,-1 3 0,0 1 0,1-5-8,-1-6 1,1-3 0,-1 3 13,0 2 1,-1 3-1,1 0 1,0-4-7,-1 0 0,1-3 0,-1 2-18,1 1 1,-1 4 0,0 0 0,1-5 255,-1 14 1,1-2-252,3-3 0,0 3 0,0-9 0,1 4 0,0-9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3:52:26.47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1544 1987 15164,'-7'0'6963,"2"1"-4734,5-1-1251,0 0-326,-3-2-719,36-3 526,18-4-301,-4 4 1,5-1-496,5-1 1,2-1 536,-18 2 0,2 0 0,-1-1 55,2 0 0,0 0 0,-1 0-202,1-1 0,-1 0 1,0 0-423,19-3 0,-2 0-870,-6 2 1,-3 0 774,-5 0 1,-4 1 0,3 0-1,-16 2 1</inkml:trace>
  <inkml:trace contextRef="#ctx0" brushRef="#br0" timeOffset="218">2149 1865 30173,'-4'0'2594,"1"0"-2594,3 0 0,-32 23 0,27 18 0,-10-6 0,2 5 0,13 7 0,5 2 0,-3 8 0,0 2 0,-2-16 0,-1 2 0,0-1-901,0 4 1,0 1 0,-1-2 769,0 19 0,0-7 0,-1 2 0,2-39 0</inkml:trace>
  <inkml:trace contextRef="#ctx0" brushRef="#br0" timeOffset="651">2496 2214 31498,'35'-27'1269,"-12"3"-1269,14 62-884,-15-3 291,-8 0 1,-3 4-127,-5 21 511,-8-19 1,-6-2-21,-22 13-124,-6-10-241,2-13 196,8-15 627,10-30-206,8-1-66,14-30-110,12 6-120,16-12-205,-14 27 1,3 2 198,1 0 0,1 3-82,1 1 0,1 2-186,26-12-1119,-2 9-2640,-2 7 3619,-12 5 1,-15 5 0,-12 2-1</inkml:trace>
  <inkml:trace contextRef="#ctx0" brushRef="#br0" timeOffset="1082">2986 2239 29053,'-26'-7'-346,"8"7"485,26 13-679,7 6 227,7 2 159,6-1 95,15-2 95,-12-8-137,14-4 128,-17-10-110,6-11 330,-14 1 59,-3-14-125,-13 6-37,-5-14-180,-2 12 104,-7-9-32,0 17 36,-9-1-107,6 9 176,-16 7 348,14 7 334,-24 21 101,21-8-246,-12 26-87,20-7-112,1 12-479,15 0 0,9-2-417,11-4-968,17 2 26,-11-16-858,18 5-958,-14-20-6656,20-3 9730,-16-11 0,-7-2 1,-21-3-1</inkml:trace>
  <inkml:trace contextRef="#ctx0" brushRef="#br0" timeOffset="1452">3522 2410 25074,'-4'-40'539,"0"1"1,0 0 0,-2 14-467,2 26-17,-6 12-68,7 0 7,0 23-6,7-17 5,9 24 6,-1-27 11,14 12 6,1-18-6,22-1 12,-14-9 5,17-9 0,-23-8 61,8-15-50,-15 8 62,-3-13 17,-15 10-1,-3-7 40,-8 1 28,-6 4 112,-15 4-157,-5 12-90,-3 12 6,2 14-22,4 26-17,10-7-12,-3 27-22,14-12-168,6-12 1,2 1-225,3 13-2588,10-13 1,4-3 2996,8-6 0,3 3 0,-14-21 0</inkml:trace>
  <inkml:trace contextRef="#ctx0" brushRef="#br0" timeOffset="2200">5410 2138 32767,'-51'-3'0,"1"1"0,5 0 0,9-1 0,22 0 0,20-1 0,7 1 0,18-1 0,4 1 0,12-3 0,-4 1 0,9-1 0,-5 1 0,-9 0 0,1 1 0,19-3 0,9-2 0,-8 1 0,-18 3 0,0 0 0,6-1 0,6-1 0,-6 0 0,-6 2 0,-4-1 0,8-1 0,-4-1 0,6-3 0,-28 1 0,-38 6-379,-7 2 95,-26 1 573,-11 2-76,11-1-133,16 0 1,3 0-81,7-2 0,-6-1 0,18-2 0,0 2 0,5 0 0,-3 9 0,4 8 0,-3 15 0,5 2 0,1 28 0,4-14 0,0 5 0,-1 6 0,-1 3 0,1-8 0,-1 3 0,0-1 0,-1-1 0,-1-1 0,0 0-332,0 2 1,1 1 0,-1 0 170,2 2 1,0-1 0,0-4 0,0-4 0,1-4 0,2-8 0,0 0 0</inkml:trace>
  <inkml:trace contextRef="#ctx0" brushRef="#br0" timeOffset="3283">6154 2639 25113,'4'-24'218,"7"10"-133,20 33-35,7 2 1,6 1-1,2-4 12,-1-6 33,-2-6 23,-6-12 44,-6-7-89,-10-6 117,-3-24-106,-11 6-5,-5-18 33,-12 9 44,-11 7 1,-9 8-6,-9 8-50,-3 11-17,-4 7-33,3 11-51,12 1 16,2 19-10,18-9 16,-2 33-16,17 2-12,1 0-122,4-18 0,4 0 128,14 13-3,-7-18 0,1-1-2,18 14 7,-4-18 1,4-4-14,19-1 11,-15-8 0,1-2 5,-8-8 1,-2-3-6,26-13 28,-7-12 6,-12-13 5,-9-6 6,-7-3-29,-11 10 40,-1-14-33,-5 16-18,6-15-5,2 14 56,11-1-44,-6 16-7,12-1 29,-9 16 178,12 9-229,-3 18 23,-5 1 22,-3 21 0,-8-6-17,6 12-28,1 2-176,-7-18 0,0-1-586,7 13 779,-4-10 0,-1-3 0,-8-10 0,5 8 0</inkml:trace>
  <inkml:trace contextRef="#ctx0" brushRef="#br0" timeOffset="4601">7595 2653 17294,'-1'-4'5943,"1"0"-5294,-2-25 1,0-8 398,-1 3-956,1-4 1,0 1 153,1 14-212,1 18-45,0 6 44,3 5-10,5 15 21,5 9-10,2 14-23,0 9 0,-4 5-5,-5 0 11,-3 2-12,-3-24 124,-1-5 174,0-24 27,-4-8-268,3-5 44,-5-17-39,3-8 0,0-31-67,2 17 14,2 11 0,2 1-2,7-6-1,7-5 22,6 10-33,5 10-16,3 11 16,12 9 0,-12 7-6,13 10-5,-17 8 16,9 20 18,-14-11-12,2 18 0,-17-17-11,1 14-5,-5-17 21,-2 1 175,0-22-40,0-10-89,0-22-18,4-11-27,4-13-6,6 6 1,-2 10-7,7 0-16,3 8 17,3 5-6,0 5-6,8 10 17,-3 15-22,5 4 0,-5 15 0,-10 1 5,-1 8 12,-6-13-1,4 7 1,6-16-12,-4-3-11,15-4 6,-1-21 22,3-4-16,-2-8 5,-4-7 17,-9 4 33,3-13-39,-10 14 0,-1-8 1,-7 17 4,1-4-16,-3 9 17,2 1 17,-2 5 5,1 0-11,-1-1 39,-1 2 0,-2 3-16,0 0-102,-1 2 51,0 5 28,1 15-16,0-2-7,2 22-16,-1-6-17,5 23-157,-1-7-425,4 7-57,-2-22-2525,4 6 3192,-4-16 0,-1-4 0,-4-10 0</inkml:trace>
  <inkml:trace contextRef="#ctx0" brushRef="#br0" timeOffset="4816">8659 2190 25567,'-5'14'-687,"-7"-13"0,25 18 0</inkml:trace>
  <inkml:trace contextRef="#ctx0" brushRef="#br0" timeOffset="5551">8916 2303 25285,'0'-5'1022,"0"0"-406,0 5-274,15 81-393,-9-32-405,2 9 0,-1 3 475,-8-25 0,-2-3 9,0 3 1,-2-1 39,-1-2 0,-1-2-9,-5 23 73,4-18 305,5-20-79,7-23 26,17-40-262,-8 17 1,1-1 10,7-13 0,0-2-148,1 4 1,-1 2-39,-5 8 1,1 0 62,8-7 1,-1 1-33,7-3-16,-10 14 1,1 2-75,11 3-18,5 11 137,-12 11 56,2 8-68,-7 22-79,-5 3 30,4 20-32,-7-2 506,-4-11-598,12 12-25,1-25 34,12 6 85,0-23 61,-7-11 40,13-20-11,-11-8 5,13-16-5,-15 11 27,6-17 90,-13 18-67,1-1 17,-11 15-22,-8 17-51,0 4 39,-5 12-22,1 3 11,-6 32-17,5-8-6,-1 22-5,10-13 0,8-6 0,11-10 28,10-12-22,-4-11-6,27-22 28,-18-8-11,-11 1 0,-2-3 39,8-25 11,-11-6 17,-12-4 56,-16 2-39,-13 3-40,-10 5-49,4 21 0,0 2-12,-4-5 0,-13 2-63,27 30-626,-3 12-4071,9 16 3912,3 4 0,3-17 0,1-12 0</inkml:trace>
  <inkml:trace contextRef="#ctx0" brushRef="#br0" timeOffset="6533">10475 2717 26654,'-43'-41'431,"14"1"-325,49 10-33,2-7-23,2-12-25,-10 18 1,-1-3-393,1-6 0,0-3 375,2-7 0,0-1-424,0-4 1,-2-1 415,0 0 0,-1-1 13,-6 14 0,-1-2 0,-2 4-8,1-1 1,-2 1 13,-5-9 1,-4 3 20,-10 2-24,-10-1-16,-1 18-11,1 15 518,3 19-436,-6 38-1,11-2-477,7-1 1,1 7-1,2-3 424,2-7 1,2 2-10,-2 11 0,2 7 1,1-4-525,5 5 0,4-1 508,0-11 1,2 1 0,2-1-13,3-3 0,3-2 1,3-2-424,12 13 1,6-5 309,0-8 0,4-7-17,7-7 1,0-8 133,-16-7 0,0-4-6,10-9 0,-2-8-226,10-24 293,-20 7 0,-1-4-2,-2-5 1,-3-1 7,-5 7 0,-3-2 58,5-15 1,-3-1 32,-8 14 0,-1 1-95,1-2 1,-1 2 1884,-4-16-1845,-11 35-110,-9 3-55,1 12 9,-22 26 12,18-4 35,-4 11 0,2 2-42,3 2 33,3-1 0,3 2 12,6 10-1,7-15 0,4 0 15,6 7-861,10-16 1,4-5 837,2-10 214,7-7 1,0-4-170,-5-9 331,23-22-253,-20-18-50,-8 7 16,-12 11 1,-3-2 45,-5-10-29,-3-10 23,-10-3-56,-1 16-29,-3 9-21,3 17 3182,2 10-3189,3 4 416,-3 13-521,3 13-499,-1 27 207,3-11-160,5-9 1,2 0-1516,12 11 2084,5-11 0,1-2 0,-1 2 0,11 0 0</inkml:trace>
  <inkml:trace contextRef="#ctx0" brushRef="#br0" timeOffset="6991">11812 2424 22415,'25'-56'1066,"-1"0"0,-1 4 1,-6 4-132,-8-13-571,-14 20-263,-4 10 280,-17 20-347,-1 15 63,-11 11-80,-7 29 5,14-8-22,11 5 0,3 1-212,5-3 201,3 0 0,2 1 0,5 7 2,7-15 1,2-1-14,4 7 194,32-5-133,-20-31 1,23-12 49,-16-16 96,5-16 28,-4-9-57,-14 19 1,-2 0-83,6-19-74,-3 7 0,-8 19 0,-6 18 265,2 13-265,3 42 0,-3-4-352,-1 3 0,-2 4 352,-4-9 0,-1 1 0,-2 4 0,-2 4 0,0-2-723,-1 2 1,-1 1 722,-1-3 0,-3 3 0,2-6 0,1-10 0,0 0-14,-4 10 1,-2 6 0,0-3-566,-3 2 1,-3 1 199,-3 1 0,-4 3 0,0-6 54,-6-2 0,0-7 219,0-1 0,-2-11-267,1-25 1,4-13-830,-3-37 796,15 17 0,2-4-1403,10-23 0,7-2 1760,5 13 0,1 2 0,-2 4 0,0 3 0,8-8 1</inkml:trace>
  <inkml:trace contextRef="#ctx0" brushRef="#br0" timeOffset="7367">12209 2120 20795,'0'-3'4806,"0"0"-3731,0 3-997,-4 15-5,5 10 22,5 32-95,8-2 0,-2-23 0,2 0 23,21 14-12,-4-15 34,0-16 0,0-4 5,3-4 3,-2-5 0,2-7 20,-4-9 0,-2-5-3,2-2 0,-2-3-298,-1-2 1,-1-1 325,-6-3 0,-2-2 126,-3-1 0,-1 0-182,-1 2 0,-2-1 17,0 0 0,-2 3-59,-3-2 0,-6 15 0,-8 19 0,0 10 0,-5 17 0,-2 9 0,2 0 0,0 4-250,0 2 1,-1 3-1,0-2 250,-1 9 0,0 2 0,2-11 0,0 5 0,-1 1 0,1-3-704,0 3 1,0-2-1,-1 3 704,-1 6 0,-1 5 0,-1 0 0,3-9 0,0 4 0,1-6 0,1-4 0,0 0 0</inkml:trace>
  <inkml:trace contextRef="#ctx0" brushRef="#br0" timeOffset="8367">11227 2349 11973,'3'-9'6150,"-2"2"-5046,-1 7 3040,0 0-3455,23-66-151,-17 42-345,7-15 0,-3 3-30,-10 24 240,-5-3-207,-2 5-28,-3-2-67,-2 4-6,-2 4-27,-4 2-24,-5 7-21,-3 3 10,-2 8 7,-2 6-12,0 6-34,3 2 23,2 3-23,5 1 6,3 0 28,4 0-39,4 1 17,3 0 5,3-6-6,2 15 12,3-14-11,2 12-1,6-12 23,4-5 12,7-6 49,5-7 6,8-6-16,6-8 10,3-7 7,2-7 16,-3-5-6,-2-6-16,-4-5 16,-5-5 23,-5-2 33,-10 0 17,-7 1-44,-6 0 10,-7 1 12,-3 2 22,-10-3-123,4 14-11,-4 0 91,-3 7-136,3 4 0,-9-1 0,6 8 0,1 3 0,1 1 0,0 2 0,-4 2-158,8 2-9673,-4 13 9236,14-7 0,-2 6 1,6-12-1</inkml:trace>
  <inkml:trace contextRef="#ctx0" brushRef="#br0" timeOffset="9199">13283 2139 15614,'2'-3'6362,"-1"0"-5827,19-27 1,5-5-94,-10 12 123,12-20 1,-3 3-247,-18 26 175,0-5-281,-7 15-118,-7 10-6,-7 12-27,-8 11-28,-2 8-34,5 1 16,9-4-10,11-4 11,10-8 84,15-9 5,0-8-33,1-8 72,-3-11 57,-4-14-129,-4 4 61,-3-17-11,-10 12 57,-5-12-125,1 16 55,-4-3-48,2 20-63,-4 5 53,-2 13 10,-2 2-180,-7 17-235,3 0-692,-1 12-3962,7 11-886,8-14 5907,7 7 1,-1-31 0,0-2 0</inkml:trace>
  <inkml:trace contextRef="#ctx0" brushRef="#br0" timeOffset="9500">13514 2313 19866,'-2'3'4919,"1"0"-3514,1-3-1588,-38 42 134,28-17 41,-11 9 1,5 1-20,21 0-6,2-2-120,10-9 69,-1-9 414,7-2-156,-8-6 162,2-12-84,-10-8 89,0-18-173,-3 0-95,-5-1 101,-9-2-124,-2 15-67,-3-4-84,0 12-520,4 7 621,-7 13 0,10-7 0,-3 9 0</inkml:trace>
  <inkml:trace contextRef="#ctx0" brushRef="#br0" timeOffset="10201">1351 3848 20067,'59'-18'22,"1"0"0,-6 7 1,4 1-1,-7 5-2,-14 4 0,1 3-1127,9 0 1,8-1 0,3 1 0,-4-1 1120,2 0 1,-2 0 0,5 0 15,-9-1 0,4 1 1,2 0-1,-1 0 1,-3-1-2,-2 0 0,-3 0 1,1-1-1,2 0-194,2 1 1,1-1-1,3 0 1,-1 0 0,-1 0 311,8-1 0,-2 0 0,1 0 0,7 0-150,-12 0 1,4 0 0,2 0 0,3 0 0,0 1 0,-1-1 0,-1 0 51,-5 1 1,1-1-1,-1 1 1,0-1 0,0 1-1,0 0 1,0 0-205,-1-1 1,0 1 0,0 0 0,0-1-1,1 1 1,1 0 0,2 0 198,-5 1 0,3-1 0,1 1 0,1 0 1,1-1-1,-1 1 0,0 0 0,-3 0 0,-1 0-52,5 0 1,-3 0 0,-1-1-1,-1 1 1,1 0 0,1 0-1,2 0 19,-1 0 0,1 0 0,1 0 1,1 0-1,1 0 0,-1 0 1,1 0-1,-1 0-18,-6 0 0,0 0 0,0 0 1,0 0-1,0 0 0,1 0 1,0 0-1,1 0 0,0 0 19,-2 0 0,1 0 1,1 0-1,-1 0 1,2 0-1,-1 0 0,1 0 1,0 0-1,0-1 1,0 1-4,-2 0 1,-1 0 0,1-1-1,0 1 1,0-1 0,0 1-1,1-1 1,0 1 0,1-1-1,1 1 1,0-1 4,-3 0 0,1 1 0,1-1 1,0 0-1,1 1 0,0-1 0,1 0 1,-1 0-1,0 0 0,0 0 0,0 0 1,-2 0-1,0 0 10,5 0 1,0-1 0,-1 1 0,1-1 0,-1 0 0,-1 1 0,0-1 0,-1 0 0,0 0 0,-1 1 0,-1-1-9,3 0 1,-1 0 0,-2 0 0,-1 0 0,0 0 0,1 0 0,1 0 0,3 0-1,2-1 17,-9 1 1,2-1-1,2 1 1,1-1 0,2 0-1,0 0 1,1 0 0,0 0-1,0 0 1,0 0 0,-2 0-1,-1 0 1,-2 0 0,-1 0-15,7 0 1,-3-1-1,-1 1 1,-1 0 0,-1 0-1,0-1 1,0 1 0,2 0-1,3-1 1,1 1-16,-10 0 0,2-1 0,1 1 0,2 0 0,0 0 0,2 0 0,-1-1 1,1 1-1,0-1 0,0 1 0,-1 0 0,0 0 0,-1 0 0,-2 0 0,-1 0-45,4-1 0,0 1 1,0 0-1,-1 0 1,-1 0-1,0 0 1,-1 0-1,-1 0 1,0 1-1,-1-1 1,-1 0-1,-1 1-203,8-1 0,-2 0 0,-1 1 0,-1-1 0,-1 1 1,0-1-1,0 1 0,0 0 0,0 0 244,6-1 0,2 1 0,1 0 0,-1 0 0,-1 0 0,-4 0 0,-5 0 0,-6 1 0,17-1 0,-11 1 0,0 0 0,-1-1 0,1 1 0,-1 0 0</inkml:trace>
  <inkml:trace contextRef="#ctx0" brushRef="#br0" timeOffset="115753">12837 4964 25298,'-16'-29'129,"0"1"0,-4-11-101,35 52 0,20 25-22,-8-6-1,-5-2 1,0 2-442,10 17 433,-11-17 1,1 0-207,0 0 1,2-1 199,-1-2 1,0-1-3,17 21 5,-13-17 29,-12-4 33,-23-13-6,-9-5 23,-14-8 322,-2-15-311,4-10 524,8-12-563,9-7-6,8-1-27,7 10-12,6 4 11,28-11-73,0 12 1,14-10-29,-11 20-588,16 2 123,-18 7 555,11 1 0,-1 1 0,-21 3 0,27-1 0</inkml:trace>
  <inkml:trace contextRef="#ctx0" brushRef="#br0" timeOffset="116655">13769 5018 22660,'8'-36'288,"0"0"1,-2-14 1036,-31 65-1252,-9 14-11,-5 12 420,7-5-465,12-6 0,3 1-17,4 10 5,8 17 6,26-21-11,20-9 6,9-12-6,3-7 244,-13-9-244,15-11 23,-20-3 16,13-11 771,-20-1-709,-11-9-39,-11 11-29,-10-4-5,-5 12 45,-33-21-51,9 10 9,4 5 0,1 2 3,-1 3 50,3 2-56,16 10-17,2 0 0,11 4 11,23 0-22,-4 1 6,30 0-6,-22 0-17,6 0 0,3 0 6,8 0-836,-9 0 0,-1-1 842,3 0 5,10-1 0,-24 1-12,5 0 12,-20 2 0,-16 16 34,-10 3-6,-11 17-6,-5-1-16,5 2 1677,9-1-1694,11-3 16,8-8-5,18 5-5,3-14-7,16 2 24,-8-11-1,2-7 0,2-3-17,-1-2 12,2-1 0,1-4-18,0-9 46,4-9 61,-8-16-56,-16 11 124,-7-16-57,-12 25 258,-16-18-291,3 22 73,-34-16-96,13 24-50,-16-5-28,21 13-1182,6 4-655,16 2 1865,1 6 0,8-4 0,0 0 0</inkml:trace>
  <inkml:trace contextRef="#ctx0" brushRef="#br0" timeOffset="117231">14901 5445 25746,'25'-57'440,"-1"-1"1,-3 12 0,-2 1-212,-1-9 1,-1 3-2095,-1-6 1893,-5 15 0,2-6 0,-3 5-14,-4 12 0,0-1 12,0-11 0,0-6 0,-1 4-12,-2 10 0,-1 0 32,0-13 1,-2-5 0,-2 7 621,-3-9-537,-5 5 1,-1 5-59,-1 18 380,-12-6-419,15 31-6,-8 25 0,6 21-17,0 12 0,2 6 6,4-9 0,1 0 270,2-17 1,0 2-303,0 17 0,0 9 0,2-4-794,4-4 1,4-1 479,3 4 1,3 3 0,1-6-25,1-7 0,4-4-1063,14 9 0,3-6 1416,-10-24 0,-1-3 0,13 12 0,-9-12 0</inkml:trace>
  <inkml:trace contextRef="#ctx0" brushRef="#br0" timeOffset="117444">14934 5011 22543,'-8'-4'2223,"1"0"-1355,-25-12 0,-4-4-520,17 5-323,-19-5 0,9 0 14,35 11 17,38-6-56,-8 4-135,18-2 1,8 1-1350,-2 3 0,-1 2-2252,0-1 1,0 1 3735,6 1 0,-10 2 0,-20 3 0,-3 1 0</inkml:trace>
  <inkml:trace contextRef="#ctx0" brushRef="#br0" timeOffset="118212">15650 4259 21360,'-21'-44'190,"0"0"1,-1-1-1,2 7-274,3 16-115,-15-2 1,-8 1 170,7 8 0,-4 1-507,-4 0 0,-5-1 0,2 2 568,-6 2 1,0 1-818,-1 3 0,-3 0 0,3 1 868,0 0 0,-4 2 87,3 1 1,-10 0-1,-5 0 1,1 1-1,6 1-548,5 0 1,5 1-1,-1 0 1,-5 1 412,2 0 0,-5 0 1,-2 0-1,-1 1 1,4 0-1,5 0-18,2 1 0,4 0 1,1 1-1,-1 0 3,-10 3 0,-2 2 0,2-1 0,5 1-10,9-1 0,3-1 1,-3 2 4,-3 2 1,-4 1 0,-3 1 0,1 1 0,5-1-12,-8 5 1,3 1 0,-2 1 3,-1 1 1,-4 1 0,0 2 0,7-1-9,6-3 1,4 1 0,-1 5 2,2 5 1,-4 6 0,0 2-1,4 0 1,5-5 0,-6 8 1,3 1-5,1 2 1,-6 8-1,3 1 1,11-4-388,13 4 0,8 0 395,2-7 1,3 1-1,2-1-1,3 11 1,7-2 24,5-9 1,4 2 0,2-5-3,0-3 0,7 0 14,3-6 1,7 5 0,4 1 0,0-2 0,-4-5-35,-3-3 0,-1-5 1,6 2-81,5 0 1,7 5 0,6 0 0,1 0-1,-4-4 1,-6-5 81,2-2 0,-5-6 0,7 1 5,3 0 0,8 2 0,2 0 0,-1-1 0,-7-4 0,-3-2 1,-4-2 0,8-2 27,-5-2 0,8 0 1,5 0-1,2-1 1,1 0-1,-3-1 1,-5-2-23,2-1 1,-6-2 0,0 0-1,2-2 1,6 0 24,-9 0 1,4 0 0,4-1 0,3 0 0,0-1 0,0-1 0,-2 0 0,-3 0 0,-4-2 0,7-1 0,-4-3 1,-1 1-1,-3-2 1,1 0-1,0 0-41,-2 1 1,-1 0-1,0-1 0,0 0 1,1-2-1,0-3 46,-1-1 0,3-2 1,0-3-1,-1 0 0,-1-1 1,-3 1-1,-4 1-101,6-5 0,-6 1 1,-1-1-1,3-3 61,-1 1 0,3-1 0,2-3 0,-1 1 0,-5 0 0,-6 2 322,1-5 0,-7 1 0,-4-4-294,1-14 0,-4-4 0,-11 2-26,-13-3 0,-10 0 243,-3 3 1,-4-3 0,-9 5-286,-9 5 1,-9 5 0,-7 2-141,6 10 1,-6 1-1,-2 2 1,-1 0-1,3 2-199,0 1 0,2 2 1,-1 1-1,-2 1 1,0 2 0,-3-1 0,0 1 1,0 2-1,3 3 363,-15-2 0,3 4 0,5 1 0,6 1 0,3 1 0,-2 1 0,1-1 0</inkml:trace>
  <inkml:trace contextRef="#ctx0" brushRef="#br0" timeOffset="174991">14004 6088 7817,'0'-8'4458,"0"2"-3024,0 6 5467,0 0-6296,1-24 538,-1 13-622,0-17 778,-3 15-946,1 7 711,-1-12-851,2 11 162,-1-8-190,2 9 252,-2-4-213,1 5-39,-1-1-113,2 2 29,-1 3-95,1 1 11,0 3-6,0 1 11,0 12-5,2 8 0,0 2 28,5 20 11,1 7-34,1 3 37,-2-3 0,-1 1-31,-1 6-4,-1-15 0,0 7 0,-1-7 21,0 16-36,0-18 1,0 4-1,0-6-26,1 10-95,0-1 0,-1-3-184,-1-13-4620,-2 1 1,-1-3 2457,-1-12 0,-1 9 1,3-26-1</inkml:trace>
  <inkml:trace contextRef="#ctx0" brushRef="#br0" timeOffset="178353">12135 7138 11026,'8'-5'504,"-1"-1"600,54 4-768,-25 1-51,10-2 1,2 0-190,0-1-59,-2 0 0,10-2 1,-6 1-36,-14 1 1,0 0-740,16-2 0,7-1 0,-1-1 791,-3 1 0,0-1 0,-2 0-658,-8 2 0,0-1 0,3 1 662,3-2 1,5 0 0,1 0 0,-4 0 86,1 1 1,-2 1-1,4-1-273,-5 1 0,3 0 0,3 0 0,-2 0 0,-3 0 219,12-1 1,-4 1 0,5 0 12,-13 1 0,5-1 0,0 1 0,0 0 1,-4 0-328,-4 1 1,-3 0 0,0 1 0,3-1 345,10-1 0,2 0 0,1 1 0,0-1-14,-1 0 0,-1 1 1,1-1-1,-1 0-28,0 1 0,0-1 1,-1 1-1,0-1-46,-1 1 0,-1 0 0,0-1 0,2 1-355,-6 0 0,2 0 0,1 0 0,-3 0 0,-2 0-369,10 0 0,-3 0 0,1-1 656,-6 2 0,3-2 0,-4 2 1,-10-1-1,15 0 0,-5 0 0</inkml:trace>
  <inkml:trace contextRef="#ctx0" brushRef="#br0" timeOffset="182744">12022 7308 7632,'0'-3'6497,"0"1"370,0 2-6122,11-18-420,-8 12 236,8-20-326,-11 19 538,-2-16-460,0 9-61,-1-10-39,2 9-118,0 4 73,1-1-95,0 5 112,0-6 5,1 1-151,1 0 23,1 0 100,2 0-55,-2 3 61,3-4-173,-3 8-12,-1 1 45,1 13-11,-1-1 22,12 41-17,-3-6-16,-3-5 0,1 0-447,2 13 449,-5-16 1,-1 1-1,-1 4 1,1 0 2,-1 2 0,0 0-8,-1-2 0,0 0 5,0 2 0,1-2 4,-1 9-10,-1-15 1,1-1 3,0 1-17,-1 3 22,-2-21 73,1 5 5,0-17 298,0-3-320,0-6-22,1-12-6,-1 1 430,2-48-458,-1 30 8,-1-12 1,0-2-265,0-3 259,-1 14 0,0 0 3,0-9 22,0-15-39,-1 29 17,-2 0 0,0 0-6,-1 6-17,-4-25 6,3 29 12,1-5-7,2 14 296,-1 4-307,3 6 1,-2-1-18,2 4-16,-2 5 45,2 1-29,-5 25 12,3-10 22,-4 32 12,3-21-49,1 16 1,0 4 11,1-16 0,1 0-1688,-1 15 1,1-1 1690,2 12-183,0-17 1,1-2 199,-1 4 5,1 0 0,-1-4 0,-1-20 107,0 5 39,-2-23-68,-3-18-83,0-2 11,-4-35-17,4 14 25,1-8 0,0-5 1127,1 9 0,0 1-1150,0-8 1,1-1 28,-2-11 0,1 3-23,2 21 1,-1 2 238,0-8 1,0 1-237,0-14 12,0 34-12,-4-7-22,4 22 0,-1 9 5,2 5-16,8 51-1,-1-22-419,4 8 0,2 1 285,4 1-518,5 7 0,3 4-2011,-6-14 0,-1-1 2686,7 16 0,-1-4 0,0 3 0,-11-26 0</inkml:trace>
  <inkml:trace contextRef="#ctx0" brushRef="#br0" timeOffset="183903">16126 6832 20106,'-3'-43'898,"0"1"0,1 4 0,0 7 278,4 17-845,-2 6 430,1-10-312,-2 11-354,0-1-50,0 4-12,1 23-27,0-6 11,4 31-17,1-3-6,3 2 14,1 1 1,1 0-3,3 11-971,-4-16 0,0-2 976,-1 2 6,-2-2 28,-4-7-34,1 2 62,-2-16 22,-1-11 17,0-4 2053,0-10-2137,1-1 45,2-47-62,-2 6 8,1 9 1,-1-2-6,-2 8 0,-1 3-1446,0-19 1426,-3 10 46,-8-3-7,4 21-5,-5-10-67,8 27 5,2 10 29,2 5 1448,-2 32-1449,0 4-1704,3 2 0,0 1 1705,-2 14 5,4-14 0,2-3-205,2-2 202,3-4 0,2 0 14,6 5-44,5 11 33,-9-31 78,-4-8-39,-5-12 34,-1-21-45,-2-10-9,-2-7 1,-1-3-9,-1-16-8,0 18 0,-1 0 25,-2-25 0,-1 2-22,2 2-305,-2-3 316,5 40-34,-3-9-55,4 31-18,0 12-268,-1 20-1124,-1 2 1,1 4-4468,-2 20 5949,1-14 0,0-5 0,2-13 0,0-1 0</inkml:trace>
  <inkml:trace contextRef="#ctx0" brushRef="#br0" timeOffset="189337">12511 8009 12917,'-41'-30'397,"0"1"1,0-1 0,-5 7-1,-6 1 1,0 4 0,4 6 5,-11 9 0,1 5-1636,4-2 0,-3 0 0,3 1 1446,-3 3 1,0 4 138,5 1 1,-2 3 0,3 0 273,2-1 1,-2 2-492,0 3 1,-6 3 0,-1 1 0,10-1-77,5-1 0,3 3 8,-11 11 0,-4 7 0,10-3-42,18-11 1,6 3 26,-4 11 0,0 7 0,7-4-18,5 15 12,17-11 1,8 7 0,5-7 28,7-7 1,5-4-336,-3-1 1,1 2 0,2-6 304,7-2 0,4-6 52,4-5 0,5-2 0,-3-2-58,0 0 1,4-1-23,-6-4 1,8 0 0,4-1 0,-2 0 0,-7-2-21,15 0 1,2-3-3,-11-2 1,10-2-1,3-1 1,-3 0-1,-8 0 5,-9 0 0,-6-1 0,7-3 5,0-2 1,8-2 0,4-3 0,0 0-1,-4-1 1,-7 1 10,6-6 1,-6 1 0,2-3-319,1 2 1,5-2 0,-3 0 0,-6 0 312,5-7 0,-4-4 39,-6-3 1,0-4 0,-5 0 346,1-4 0,-3-2-356,-1 4 0,2-1 0,-8 2 144,-10 3 1,-8 0 29,-8-9 1,-6 1 1435,-8-12-1588,-16 14 1,-12-4 0,0 9 616,7 14 0,-5 4-724,-11-1 1,-11-1 0,-4 1-1,6 6-264,3 7 0,3 5 0,-2 0 203,6 0 0,-2-1 0,0 0 0,2 3-114,-4 1 1,2 3-1,0 1-1512,-1 2 1,0 2 0,2 1 1434,5 0 1,2 0-1,2 0 1,-16 2 0,5 1-1,-4 3 1</inkml:trace>
  <inkml:trace contextRef="#ctx0" brushRef="#br0" timeOffset="190763">11577 8452 10830,'-2'-6'5596,"1"1"-4302,-6-25 0,-1-6-129,2 10-757,-2-13 1,0 2 140,6 23-319,1 6-197,1 5 169,7 12-118,-3 0 208,12 27-135,-6-3-51,2 19-61,-6-14 33,-3 19-55,-2-29 156,0 30-90,-1-40 337,0 10 123,0-25-331,-1-2 68,-3-18-141,0-7 1,-4-19-34,0-5-28,1-6-56,1 10 106,2-18-50,4 27-56,5-11-33,0 26-1,17 6 6,-9 11-17,26 10 23,-18 1 44,25 27-44,-25-14-1,1 6 1,-1 2 0,-4-3-9,2 4 0,0 0-2,-3-5-12,19 22 0,-15-28 51,9 2 5,-13-14 129,7-16-112,-11 0 124,12-30-85,-14 4-45,2-19-44,-10 16 22,-12-16-11,3 29-29,-12-18-172,10 29-282,-1-1 153,7 12-981,4 14 644,3-3-3898,22 30 2437,-10-19 2111,24 26 0,-29-34 0,6 6 0</inkml:trace>
  <inkml:trace contextRef="#ctx0" brushRef="#br0" timeOffset="191195">12379 8349 23013,'-16'-36'358,"0"-1"1,-18-16-326,26 58 113,-20 29-112,15-14 16,-12 30-39,18-27-5,0 28 5,9-25-11,17 27 6,-2-33 33,31 15-17,-23-25 118,30 1-61,-33-13 240,18-16-218,-27 4 117,4-29-145,-14 20 53,-6-8 0,-4-1-87,-2 6 23,-18-26-46,5 30-9,-1 0-42,-9 3-15,17 11-376,-7 0-307,17 14-51,2 5 241,6 4-1060,7 8 511,1-8 244,35 18 0,-31-22 0,21 10 0</inkml:trace>
  <inkml:trace contextRef="#ctx0" brushRef="#br0" timeOffset="191636">12779 8300 23304,'-51'-25'218,"-1"0"1,3 1-1,10 13-94,21 32-96,4-3 5,-2 10 51,6 9-95,4-15 45,6 33-29,6-36 1,14 13 11,12-27 5,-4-3-11,6-8 101,-2-23-78,-13 9 83,-2-14 1,-4-5 22,-5-11-109,-3 16 0,-3-1 153,-8-25 192,-6 6-213,2 10 150,-3-2-22,7 29-251,1 4-40,2 6-6,2 13 34,0 1 6,-1 37-34,0-3-6,1-6 0,0 1-5,1 10-26,4-10 1,3-1-277,11 14-2087,4 8 1760,4-20-3583,13-5 678,-15-15 2863,17 6 1,-30-19 0,-1-1 0</inkml:trace>
  <inkml:trace contextRef="#ctx0" brushRef="#br0" timeOffset="191970">12940 8234 24363,'-27'-24'207,"12"7"-174,27 23 29,8 0 33,0-3-33,-4-2 22,1-3 134,-6-10-16,-5-8-67,0-5 50,-9-2 44,-5 7 6,-6 6-123,2 5-39,-1 5 67,-8 5-95,7 3 11,-23 25-78,24-2 5,-8 12-34,18-10-458,26 10-69,-4-14-101,20 2 1,2-3 0,-14-10 0,27 8-1</inkml:trace>
  <inkml:trace contextRef="#ctx0" brushRef="#br0" timeOffset="192853">16536 7530 13680,'0'-4'7712,"0"1"-7429,-24-26 0,-10-7-780,9 14 882,-17-18 1,-2 4-95,13 25 429,-21 5 0,-5 2-332,-3 5-1619,7 5 0,-11 4 1,8 0 1292,17 0 0,1 2 22,-5 4 0,-7 3 1,0 2-1,7-3-1,1 1 1,2 4-82,-2 6 1,-7 8 0,2 1 0,8-4-60,8-2 1,5 1-536,-6 12 0,-2 7 0,10-6 259,12 14 260,10-10 0,6-2 6,11 7 54,12-16 0,11 4 0,1-6 27,9-4 0,6-4-14,-10-5 0,4 1 0,1-1 0,-2-5-6,-3-5 1,-2-4-1,5-1-8,8-2 0,5-1 0,2-2 0,-4-1-3,0-1 1,-3-1-1,6-3 10,-7 0 0,7-3 1,1 0-1,-2 0 1,-6-1 82,3 0 0,-6-2 0,3-2-65,-4-2 0,3-3 1,-2-2-1,-8 2 8,-2-2 1,-4-4 34,5-7 0,2-5 1,-5-1-314,-4-5 0,-3-3 298,-2 1 1,0-3-1,-3-1-4,-6 2 1,-3 0-1,-2-1-3,0-2 0,-1 0 0,-2 1-10,5-10 0,-6 0 26,-8 7 1,-4-3 0,-3 7-30,-3 10 1,-5 3 2,-9-5 1,-5-2 0,-2 7-12,-2 10 0,-6 7-42,-14 0 0,-13 3 0,-3 1 1,8 2-43,-4 1 0,-4 4-98,18 3 0,-9 2 0,-4 0 1,0 1-1,4 1 0,9 0-87,2 2 1,7 1-1,-5 3-1452,-4 2 1,-7 5 0,-2 0-1,4 1 1,8-2-2063,-2 3 0,4 2 3772,0 0 0,-2 3 0,10-4 0,9-4 0,12-5 0</inkml:trace>
  <inkml:trace contextRef="#ctx0" brushRef="#br0" timeOffset="193603">15811 7808 6999,'0'-6'7836,"0"2"-2347,0 4-4515,3 6-502,-3 1-35,-3 24-337,0-10 32,-5 10 0,0 2-88,1-5 18,-10 32-40,8-38 113,-8 19-51,8-23 493,-5 9-197,11-22 435,-1 0-506,4-16-46,1-21-196,1 2 14,1-7 1,0-1-32,2-2 0,1-9 1,0 0-29,-1 6 12,2 1 0,1 3-23,-2 12 22,9-11-38,-9 30 388,7 1-388,-1 19-12,11 20 17,-5-2-14,-1 4 0,0 1 8,-2-2 9,5 5 0,0-1-3,-2-7 14,5-1 0,1-2-14,-4-9 5,20 9 63,-25-22 10,5-8-16,-7-14 16,-1-18-33,-4 1-1,-4-3 1,-2-2-28,-1-5 25,-4-5 0,0 0-36,-1 9-4,0 4 1,-1 2 3,3 12-118,-2-9-39,3 26-560,-1 2 419,2 8-1080,-1 22 694,2-6-3007,7 42-3328,2-16 6952,-2-15 1,0-2 0,2 2 0,-5-13 0</inkml:trace>
  <inkml:trace contextRef="#ctx0" brushRef="#br0" timeOffset="193996">16462 7847 18084,'0'-5'4072,"0"0"-2582,-6-58-919,1 40-417,2-13 0,-2 4-81,0 24-28,-3 7-23,2 7 56,-12 22-55,7-6-1,-3 14 1,0 4-12,4 6-11,1-13 0,3-1 11,4 9-17,5-20 18,11 11 10,-4-19 174,21 3-95,-17-14 303,25-23-292,-24 8 84,14-27-112,-21 19 173,0-28-178,-9 22-3343,-13-32 3292,1 37-849,-24-19 804,20 29-853,-16-7 601,23 15-1485,4 7 164,18 7 397,3 3-359,8 2 1552,14 8 0,-20-13 0,10 7 0</inkml:trace>
  <inkml:trace contextRef="#ctx0" brushRef="#br0" timeOffset="194438">16826 7739 16633,'0'-3'5921,"0"0"-3776,0 3-1994,-55-18-106,35 20 5,-20 4 0,1 7-16,19 23-34,-7 13 17,18-18 5,5 2-22,5-15 56,12 13-5,-2-24 117,18-6-45,-8-17-22,9-16-45,-10 0 79,2-20-74,-12 17 90,-2-13 1,-3-1-40,-1 4-1360,-2-2 0,-1 3 1360,-3 15-300,-7-15 272,4 26 78,-7-8-178,10 21-7,-2 5 29,4 7 11,1 13-6,0-3-56,3 29 39,-1-19-75,2 6 0,2 1-93,0-4-974,10 10 0,2 1-73,1-8-2977,7 4 0,1-1 4198,-4-11 0,4 3 0,-19-20 0</inkml:trace>
  <inkml:trace contextRef="#ctx0" brushRef="#br0" timeOffset="194770">17032 7798 11827,'1'-3'9830,"0"0"-6721,-1 3-3064,-2-43-23,1 32 73,-2-24-56,6 43-16,1 5 5,4-5 95,22-2-17,-7-5-50,12-2 6,-15-7 140,0-23-123,-9 2 21,3-21-27,-15 21 90,-7-3-74,-2 16 298,-28-8-242,10 17-78,-19 3-55,16 17-1,6 12-11,7 2-39,6 28-101,11-9-140,5-11 0,2 0-359,9 13-4277,7-15 1,1-3 3682,1-4 1,8 8 0,-25-29 0</inkml:trace>
  <inkml:trace contextRef="#ctx0" brushRef="#br0" timeOffset="195678">12067 9058 14891,'3'-58'2429,"0"1"0,-1 5 1,1 9-258,3 16-1701,-3 14-314,-1-3-118,-2 18 22,1 5 141,3 33-50,0 12-127,-2-22 0,0 6 10,0 11 1,-2 9 0,0-4-715,-2 5 0,-1 2 478,1-5 1,-1 7-1,0 1 1,0-8-287,-2 9 0,0-1 487,-1 0 0,0 5 0,1-13 0,-1-3 0,3-14 0,-1 0 0</inkml:trace>
  <inkml:trace contextRef="#ctx0" brushRef="#br0" timeOffset="196270">9785 10252 16510,'47'-10'154,"1"0"0,0 1 0,4-5 0,1 3 139,-5 7 0,2 2 0,-4 0-1552,-3-1 1,1-1 1618,10 1 1,7-1 0,-5-1-137,-1 1 0,5-1-28,-11 1 0,9-1 0,5-1 0,1 0 0,-3 0 0,-7 1-656,8-1 1,-7 1 0,10-2 494,-14 2 1,8-2 0,5 1 0,4-1-1,-1 0 1,-2 0 0,-5 1 0,-7 0-25,2 0 0,-8 1 0,1 0 0,7-1-11,-3 0 0,6 0 0,5-1 0,3 0 0,0 0 0,-2 0 0,-2 0 0,-5 1-315,6 0 0,-4 0 1,-3 0-1,1 0 1,3 1 230,-2-1 0,2 0 0,1-1 0,0 1 0,-2 0 0,-3 1-448,9-1 0,-4 0 1,-1 1-1,0 0 532,4 0 0,0 1 0,-2 0 0,-8 1 0,2-2 0,-2 2 0,-4 0 0,0 0 0,0 0 0</inkml:trace>
  <inkml:trace contextRef="#ctx0" brushRef="#br0" timeOffset="200324">9735 10421 14796,'0'-5'5937,"0"0"-5243,0 5 774,3-62-1143,-2 46-62,2-46-106,-4 70 22,-2 14-134,-3 20-17,-2 20-354,3-24 0,0 0 228,1-6 0,1 0-300,-3 31 398,10-5 0,0-3 0,-2-13 0,3 3 0,0-1 0</inkml:trace>
  <inkml:trace contextRef="#ctx0" brushRef="#br0" timeOffset="201398">9795 11089 11211,'-25'-56'1749,"0"1"1,3 4 0,-3 10 198,-31 19-1482,15 11 125,-16 7 0,-3 5-1067,29 3 1,-1 3 725,-21 9 0,-9 4 0,8 0-186,12-2 1,1 4-15,-3 4 1,-7 5-1,-1 2 1,6-1-1186,7 0 0,5 0 0,-1 1 1140,-9 5 1,0 1 0,2 4-9,10-3 0,1 4 0,3 0 1,3-2-413,3 1 0,4-1 1,-1 1 400,-5 7 1,0 1 0,6 2-200,8 3 1,6 2 0,6-6 226,9-1 0,8-2 10,0-5 0,5 1 1,2-6-3,8-4 0,7-9 19,12-8 0,9-5 1,-4-3-295,-8-3 1,2-3 266,-1-4 0,6-1 0,1-2 0,-7 0 0,7-4 0,1-4 7,-15 1 1,7-4-1,4-2 1,1-1-1,-2 0 1,-5 1-7,3-2 0,-6 1 1,1-2-1,6-3 18,-1-1 0,5-3 0,4-2 0,1-1 0,-1-1 0,-5 3 0,-7 1-18,-1 1 0,-5 1 1,-3 0-1,3-2 0,10-7 1,3-3-1,-3-1 1,-7 3 17,-12 3 1,-4 0 0,-3 0 65,1-2 0,-3-2 0,0 1-83,12-15 1,-7-4 34,-15-2 0,-8-6 0,-8 6-32,-16 6 1,-7 2-11,8 2 0,-1-2 1,-8 7-1,-14 11 0,-7 7 1,-1 3-8,1 3 0,0 3 0,0 1-14,-1-1 1,1 1 0,-5 2-152,-1 3 1,-5 0 0,-1 3-1,5 2-254,3 2 1,2 2 0,-2 1-1091,-2 1 1,-3 1 0,0 0 0,4 3 1506,3 1 0,3 3 0,4-1 0,-3 1 0,6 0 0,-5 4 0</inkml:trace>
  <inkml:trace contextRef="#ctx0" brushRef="#br0" timeOffset="202565">8952 11751 9800,'0'-4'7959,"0"0"-3708,0 4-3842,3-52-414,-3 38 22,3-29 33,-3 51 51,0 28-73,0-14 16,0 12 1,-2 2-17,1-6 14,-2 2 0,-1 0 3,-1-9 358,-13 19-195,10-28 200,-8 6-245,10-24 380,-3-32-431,6 10-11,1-7 0,1-1-23,3 0 34,3-4 0,2-1-56,1 1-11,3-1 0,0 2-29,0 11 7,12-16-23,-12 31 34,18-2-40,-14 15 12,25 18 0,-21-3-9,3 10 0,-1 2 3,-3 1-15,3 6 1,-1 0 9,-2-5 11,1 0 0,0-2-6,-4-9 134,10 9-39,-18-24 157,2-14-151,-4-15-3426,0-20 3376,-1 2-821,-2 6 0,-1 0 786,0-3 1,-1 0 0,0 1-34,0 11-2070,0-13 1774,0 31-1161,5 2 881,1 9-1659,22 14 1277,-10-4-2559,35 22 1971,-27-17-2106,6 2 0,0 0 2603,-3-4 1066,18 7 0,-34-17 0,0-1 0</inkml:trace>
  <inkml:trace contextRef="#ctx0" brushRef="#br0" timeOffset="202907">9719 11614 22190,'8'-45'528,"0"0"0,0 8 1,-4 5 215,-10 9-430,1 15-264,-4-1-61,-1 19 22,-5 11-11,-2 17 0,0 11-5,6 6 10,5-1-10,6-13-12,9-1 17,0-22 45,16 6 0,-11-17 352,17-6-189,-18-16-113,5-3 6,-13-5-3045,-7-34 2989,-1 28-17,-5-28-6,1 39 45,-5-14-111,6 14-220,-3-7-251,7 18 195,2 4 3360,2 4-4748,12 8 868,-2-2-6239,24 17 4985,-16-11 2094,23 13 0,-29-19 0,6 3 0</inkml:trace>
  <inkml:trace contextRef="#ctx0" brushRef="#br0" timeOffset="203673">10175 11528 21276,'-21'-43'1312,"0"1"1,2 2 0,1 10-1117,-1 22-5537,-19-1 5397,14 5 1420,-30 9-1464,30 10 853,-11 15-865,18 7 0,6-5-12,1 23-4,7-17 3396,4 14-3380,5-23-5,16-2 10,-7-18 7,10 1 100,12-29-17,-10-5-50,11-11 11,-18 1 106,-4-23-112,-8 18 45,-1-12 1,-2-3 105,-3 5-1071,-1 12 0,1 4 960,-2 7-498,-2 14 408,2 6-56,-3 5 56,2 13-12,-1 22 12,3 5-16,1 4-12,3-8-247,14 18 124,-8-22 619,7 3 1,2 1-1343,5-3-145,14 12 903,-6-15-175,-5-9 436,-11-8 359,-7-19-241,-8-2 23,-1-10 0,-1 3 755,1-24-682,2 9-62,0-18-67,2 21-3370,0 5 3207,-2 11-11,0 3-28,-3 9-56,1-1 28,8 11-6,-3-4 12,14 9 3363,-2-7-3341,9-2-11,-8-2 6,1-6 5,-14-2 33,0-11 34,-9-7-11,-6-5 28,-6-1-22,-6 10-17,-2 4-12,-6 8-55,8 6 16,-5 8-27,15 1-34,-2 19-12,8-2-3408,2 6 3308,8-3-2777,30 18 1170,-12-22 1353,10 3 1,-1-4-1,-13-13 1,11 3-1</inkml:trace>
  <inkml:trace contextRef="#ctx0" brushRef="#br0" timeOffset="204542">13609 10160 11530,'-1'-6'6794,"0"0"-4926,-1-32 0,0-9-585,1 14-773,-1-18 0,1 4 240,1 29-492,0 6-101,-1 7-6,1 5-123,-1 5-3302,3 32 3302,0-7-1146,2 17 1,1 4 1134,1 5-547,-1-9 0,1 7 0,-1-5 474,-1-13 0,-1 2-1771,1 9 0,0 10 0,-1 1 0,0-7 1827,0 0 0,-1-3 0,0-2 0,0 2 0,0-9 0,-1 0 0</inkml:trace>
  <inkml:trace contextRef="#ctx0" brushRef="#br0" timeOffset="205097">13356 11333 5739,'0'0'0</inkml:trace>
  <inkml:trace contextRef="#ctx0" brushRef="#br0" timeOffset="206124">13310 11294 12225,'0'-6'6346,"-1"2"-3512,0-58-2392,1 42-38,0-16 0,0 2 234,0 24-296,0 1-303,0 8 67,2 9-55,2 9-35,0 0 63,3 16-62,-4-15 27,1 19 68,-2-17-22,-2-2 487,0-8-258,0-12-257,-1-7-40,-2-5-5,-2-6-17,0 1 11,1 6 6,-1 0-6,1 8-5,0-1 38,0 3-38,3 2 56,0 0-74,0 0 1,0 1-11,-4 0 22,-4 0 0,-6 2 5,2 1 40,-8-1-22,12-1 22,-6-2-11,10-2 27,-3-6-10,4-4 16,1-28-67,4 15 5,7-6 1,5-1-6,16-6 19,-3 10 1,2 0-9,17-8-17,-9 17 1,6 0 0,-4 2-534,-8 5 1,1 1 538,12-5 0,7 0 0,-4 2-3,1 4 0,0 2-5,-6 1 1,2 1 0,0 0-3,2 1 1,0 1 0,0 0 5,0 1 0,1 1 0,-1 1 0,-1 1 1,-1 1-1,0 1 1,18 2 1,-1 4-21,-4 2 1,-2 3-12,-2 4 1,-2 2 16,-12-4 0,-1 3-11,18 16 0,-4 1 13,-24-15 1,-1 3-14,15 18 0,4 10 0,-8-5 6,-14-13 0,-3 1-703,6 12 1,3 7 0,-8-5 718,-9-15 1,-6 0-3,0 12 1,-3 7 0,-2-5-7,-3-9 0,-4 2-17,-7 8 0,-7 10 0,-2 0 1,1-9 13,-2-4 0,-3-1-568,-1 0 0,-6 6 0,-1-1 0,4-8 579,-1-4 1,-3-4 3,0-2 1,-6 4 0,-2-1-1,5-4-214,-5 3 1,-3-3 229,-3 1 0,-8 3 0,-1-1 0,7-5-3,1-3 1,-2-2 1,9-5 0,-6 2 1,-4 1-1,1-2 1,5-3 4,-6-1 1,3-4 0,-3 0-267,-4 1 1,-4 0-1,1-2 1,3-1 252,4-2 1,4-2 0,-4-3 10,-4-4 1,-4-2 0,-1-2 0,4-1-5,2-2 1,3-2 0,-3-2-9,-1-1 0,-5-2 1,2-2-1,6 1-2,5 0 0,5-1 0,0-5-11,3-5 1,0-6-1,2 0 1,6 2-9,-2-5 0,5-4-2,5-5 1,-1-10 0,4-1 0,5 7 9,6-1 1,8 1-6,2 3 0,2-5 0,5 0 0,3 4 288,8 4 0,6 4 1,4-2-323,8-3 0,5-4 1,3 2-1,-2 3 31,0 2 0,-1 4 1,6-1-6,-8 12 1,6-2-1,2-1 1,1 2-1,-1 2 1,-3 4-250,1 1 0,-3 3 0,1 2 0,4-1 198,3-1 0,5-2 0,0 0 1,0 2-1,-5 3-79,9-2 1,-4 4 0,3 1-1258,2 2 0,5 2 1,-1 0-1,-7 2 1409,-11 2 0,-4 2 0,1-1 0,8 0 0,1-1 0,-9 2 0,5 2 0</inkml:trace>
  <inkml:trace contextRef="#ctx0" brushRef="#br0" timeOffset="207015">13120 11760 21771,'-4'-39'1193,"1"17"-734,15 68-426,-6-8 107,-3 2 22,-9-4 0,-3 0-32,-8 15-268,6-14 0,-2-2 153,-9 0 364,-3-5-184,11-14 673,-13-8-694,19-25-102,-3-7 1,8-9 73,4-22-73,3 2-54,1 10 1,2 1-9,4-6 34,13-11-28,-5 39 369,9-2-397,0 18 22,4 12-11,6 9-22,2 9 16,4 7 1,0 3-12,-10-6 22,12 11-16,-19-19 45,11 5-23,-22-17 23,-3-8 83,-6-24-61,-2-8 17,1-23-11,-3-4-57,-4 8 28,-2 14 1,0 1-11,-3-3-18,0-8-49,3 26-449,3 14-151,6 8 94,1 4-239,8 8-6901,34 24 7690,-15-14 0,12 10 0,-30-23 0</inkml:trace>
  <inkml:trace contextRef="#ctx0" brushRef="#br0" timeOffset="207406">13984 11767 18644,'0'-5'5450,"0"1"-5036,0 4 180,-15-67-62,4 42-482,3-12 1,-4 5 44,-8 26-78,9 12 6,-26 25-12,12 3-23,7-7 1,2 1-5,0 11-1,11 18-6,14-21 7,9 11 16,7-21 22,5-12 40,-2-9 5,0-15-28,-9-1 112,5-27-100,-14 15 117,4-37-73,-11 25-22,-5-13-51,-2 22-28,-10 4-50,7 16-196,-11-1 17,9 10-1513,-6 10 612,9-2-7754,9 18 8890,9-14 0,1 3 0,-3-12 0</inkml:trace>
  <inkml:trace contextRef="#ctx0" brushRef="#br0" timeOffset="208174">14488 11515 19104,'0'-5'4127,"0"2"-2245,0 3-1636,-64-29-99,32 29-100,-10-10 1,1 5 2,7 31-16,3 8-301,9-3 278,4 1-3,17 13 1,8 1 41,6-11 3,7 10 1,4-9-26,7-34 101,15-13-51,-25-3 157,16-29-162,-20 14 30,-2-10 1,-1-1-48,-5-3 0,0-8 0,-1-2-22,-1 4 36,0-4 0,0 0 87,1 4 78,1-12 20,-5 35-205,-3 15-111,-1 8 21,-3 11 68,-1 11-22,-4 15-12,-1 0-2,4-2 0,-1 2-26,0 16-671,3-12 0,1 0 655,1 9-107,8-13 0,2-2 12,4-1-54,9-2 0,2-2 98,1-10-78,29 3 151,-28-24 34,8-6 11,-18-5 61,-1-15-33,-9 13 162,5-21-106,-9 21 403,3-13-409,-5 22-22,1-3-96,-1 11 1478,0 0-1488,0 4 61,5 8-23,-1-2 18,27 11-23,-14-15 11,32 0-22,-30-10 50,15-9-5,-22 1 72,3-19-67,-10 14 112,-13-22-106,0 24 62,-28-10-74,17 20 46,-30 4-74,28 8 6,-29 32 12,35-14-26,0 4 0,4 1-2,7-1-135,13 32-68,4-31 208,25 4 0,4-4 0,-16-14 0,7-2 0,0 0 0</inkml:trace>
  <inkml:trace contextRef="#ctx0" brushRef="#br1" timeOffset="247103">7500 5185 11409,'46'-8'278,"1"-1"1,0 1 0,13-1 0,3 0 0,-5 2-232,-3 2 0,-1 1-1076,6 0 0,6-1 1,-3 1 1040,-12 1 0,-2 0 1,3 0-368,-2 0 1,3 0 0,1 0-1,1 0 327,2-1 0,1 1 1,2 0-1,-1-1-234,-8 1 1,1 0-1,-1 0 1,0 0 0,-1 0 246,2-1 1,-2 1 0,1 0-1,5 0-1,-3 0 0,4-1 0,3 0 0,0 0 1,-3 1-1,-6-1-442,12 1 0,-6-1 1,7 1 481,-10 0 0,6-1 0,3 1 1,1-1-1,-1 1 0,-5 0 111,-4 0 1,-4 1 0,-1 0-1,2 0 1,4 0-26,2 0 0,3 0 1,4 0-1,1 1 1,-1-1-1,-2 0 1,-4 0-34,5 0 0,-4 1 1,-1-1-1,1 0 0,5 1-47,-12 0 1,4-1 0,2 1 0,0 0 0,1-1 0,-1 1 0,-2 0 0,-2 0 39,2 0 0,-3-1 0,-2 1 0,1 0 0,1 0 0,2-1-21,2 1 1,2-1 0,1 1-1,1-1 1,1 0 0,-1 0-1,0 1-20,0-1 1,-1 0 0,1 0-1,0-1 1,1 1 0,0 0-1,3-1-13,-7 0 1,3 0 0,1 0-1,1 0 1,0-1 0,-1 1 0,-1-1-1,-2 1 1,-2 0-4,8-1 0,-4 1 0,-1-1 0,-1 1 0,4-1 1,5-1 9,-15 1 1,4 0 0,3 0 0,2 0 0,2-1 0,-1 0 0,0 0 0,-2 1 0,-3-1 0,-4 1 0,-4 0 0,13-1 1,-9 0 0,-2 1-1,3-1 1,8 0 28,-13 1 1,5-1 0,3 0 0,4 0 0,1-1 0,1 1 0,0-1 0,-1 1 0,-2 0 0,-4 0 0,-3 0 19,5 0 1,-4 1 0,-2-1-1,-1 1 1,0-1 0,2 0 0,3 1-25,1-1 1,3 0 0,2-1 0,2 1 0,0-1 0,-1 1 0,-1 0-1,-3 0 1,-4 0-21,6 0 0,-5 0 0,-2 1 0,-1 0 0,3-1 0,3 1 1,-1-1 1,5 1 0,2-1 0,0 0 0,0 1 0,-2-1 0,-3 1-1,-6 0-1,1 0 1,-7 1-1,-2 0 1,2 0 0,8-1-39,-4 1 0,7-1 0,4 1 1,2-1-1,1 0 0,0 0 1,-2 1-1,-3 0 0,-6 0-65,11 0 0,-7 0 0,-1 1 0,0-1 1,4 1-68,-4 0 0,3-1 0,1 1 0,2-1 0,-2 1 0,-4 0 0,-3 0-276,9 1 0,-4-1 0,-3 1 0,0 0 417,-2 0 0,1 1 0,-4-1 0,-9 1 0,-5 0 0,-6 0 0,0 0 0,-1 0 0</inkml:trace>
  <inkml:trace contextRef="#ctx0" brushRef="#br1" timeOffset="248344">1332 4646 16241,'1'-4'3568,"0"0"-1698,-1 4-1096,7 13-550,-7 7-2090,0 18 1,-2 6 1972,-6 15-51,2-11 0,-2 9 0,1-7 285,2-13 1,1 1-352,0 17 1,0 7 0,3-8-19,1-17 0,3-2-129,3 10 0,4 5 0,0-9-190,12 7-1801,9-7 0,5-5 944,0-14 909,11-6 1,0-5 0,-19-7 0,22-2 0</inkml:trace>
  <inkml:trace contextRef="#ctx0" brushRef="#br1" timeOffset="249037">1920 5195 16650,'-6'0'5708,"1"1"-4711,5-1-689,-58 43-191,53-23-86,-24 5 0,8-2 25,38-10 157,27-4-129,-7-10-40,15 0 108,-1-22-96,-29 7 0,12-12 50,-21 2 12,-4-4 89,-8-29-146,-5 22 96,-12-17 22,-3 32-83,0 3 218,-24 8-258,22 12 11,-22 10-39,27 3 6,-9 27-29,15-15-5,4 11 0,5 2-39,12 5-11,3 17-18,8-27-397,24 1 207,-14-15-470,12-3 0,4-4 208,-1-6-610,-13-4 1,-2-1 1084,-3-7 101,0-25-11,-15 12 202,14-37 10,-19 25 57,3-9-146,-6 18 50,-2 9-167,-2 8 2297,-1 12-2270,2 6-50,-1 6 22,4 7-16,1-5-23,0 0 28,5 0-5,1-9 106,13-3-39,0-12 11,6-11-51,-10-5-3296,6-20 3286,-14 16 84,12-28-85,-13 23-39,2-10-33,-6 18-488,0 4 62,-3 9-9383,15 18 814,-12-4 8450,10 12 0,-16-15 0,0-2 0</inkml:trace>
  <inkml:trace contextRef="#ctx0" brushRef="#br1" timeOffset="249669">2860 5310 21439,'3'-1'3612,"0"1"-2469,-3 0-1131,10-3 10,-3 3 84,24-2-50,-12-1-5,13-5-12,-15-4 28,0-10-33,-8 6 78,1-28-51,-9 17 1,-3-13-34,-2 23 17,-7 6-45,4 8 45,-19 12-29,11 0 40,-26 26-44,23-13 16,-17 24-17,20-19-9,2 7 1,3 1-14,3 7-402,5-9 1,3-1 407,8-4-6,17-2-1,-5-14-3136,32 3 3159,-22-10-566,12-6 0,0-4 550,-7-5-842,12-12 1,-1-4 857,-15-2 3,0-4 0,-1-4 7,-14 8 0,-2-1-13,5-11 1,-1-3-9,-5 8 0,0-2 0,2-15 0,-1-1 0,-7 21 0,-1-2 18,2-9 1,-1-6 0,-1 4 6,-2 2 0,-2 0 31,1 0 0,-1-3 0,-1 6 28,-2-22 927,-2 27 0,-1 6-848,-3 10 994,-3 2-1129,0 28 5,-1 20-22,0 8 20,1 9 0,1 4-17,3-21 0,0 1 668,-3 21 1,-1 9 0,2-7-683,1-13 0,1 0-34,-1 17 1,-1 9-1,3-6-210,4-9 1,4-1-1141,-1-5 0,2 3 0,2-5-2,4-3 0,2-5 1386,5-2 0,-1-5 0,-2-9 0,1-2 0</inkml:trace>
  <inkml:trace contextRef="#ctx0" brushRef="#br1" timeOffset="250369">4850 4986 24419,'-36'-9'490,"0"0"0,-22-3-333,33 42 0,5 11-1567,-3 2 1452,0 4 0,3 0 449,3 2-491,12 7 0,5 1 0,10-8-6,8-3 1,6-4 5,11-20-1447,5-9 1,1-4 1451,3-2-13,5-14 0,-4-5 48,-13-4 46,-2-14 1,-6-4-14,-14-2-862,-4-4 1,-2-1 849,-4-8-116,-4 10 1,-3-7 0,0 3 116,-2 5 0,-2 1-26,-2-18 0,-2 3 2043,-7 4-2112,-11 12-99,13 19 132,-35 11 0,40 8 0,-14 11 0</inkml:trace>
  <inkml:trace contextRef="#ctx0" brushRef="#br1" timeOffset="251619">1787 8742 12791,'-40'-2'260,"1"0"1,-18-2-194,85 2-62,20-2 1,6 0-15,-16 2 1,2-1-614,12 0 1,7-1 0,-3 0 594,-13 2 1,-2-1 0,3 1-352,12-1 0,4 0 0,1 0 434,-12 1 0,0 0 0,1-1 0,1 1-565,4 0 1,1-1 0,-1 1 0,-1-1 620,6 1 0,-2 0 0,6-1 215,-7 1 0,5-1 0,2 0 1,0 0-1,-3 0-451,1-1 0,-2 1 0,0-1 0,2 0 208,-4 1 0,2 0 0,1-1 0,-2 1 0,-1-1-77,1 0 1,-3 1-1,1-2 1,7 0 141,-8 0 1,6 0-1,4-1 1,1-1 0,-1 1-1,-3 0 1,-5 1-210,-4-1 1,-6 2-1,-1-1 1,4 0-1,7 0 117,-7 0 1,6-1-1,5 0 1,4-1-1,2 0 1,0 0 0,0 0-1,-1 1 1,-5-1-1,-4 1 1,-6 1 7,11-1 0,-8 0 1,-4 1-1,3-1 1,7 0-37,-6 1 1,4-1 0,5-1 0,1 1 0,2-1 0,0 0 0,-1 1 0,-3 0 0,-3 0-7,1 0 0,-4 1 0,-1 0 0,-1 1 1,1-1-1,3 0 0,4 0-1,-8 1 0,2-1 1,4 0-1,1 1 1,1-1-1,1 0 1,-1 0-1,0 0 1,-1 1-1,-3-1 1,-3 1-60,5 0 0,-4 0 0,-2 0 0,-1 0 0,1 0 0,2 0 1,3 0-1,5 0 48,-11 0 0,3 1 0,5-1 0,1 0 1,3 0-1,2 0 0,0 1 0,0-1 0,0 0 1,-1 0-1,-2 0 0,-3 1 0,-2 0 0,-4 0 1,-5 0-12,13-1 1,-7 1 0,-5 0 0,-1 0 0,1 0-1,4 0 1,7 0 2,-13 0 0,5 1 0,4-1 1,2-1-1,2 1 0,1 0 0,2-1 1,-2 1-1,0 0 0,-1 0 0,-3-1 1,-3 1-1,-4 1 0,-4-1-19,15 0 1,-9 0 0,-3 0-1,-1 0 1,4 0 0,8 0 37,-12 0 0,4 0 1,4 0-1,2-1 1,2 1-1,1-1 1,1 0-1,0 0 0,-1 1 1,-2-1-1,-1 1 1,-4-1-4,6 1 0,-2-1 0,-2 1 1,-1-1-1,0 1 0,-1-1 1,2 1-1,0-1 0,2 1-12,-4-1 1,0 1 0,1-1-1,1 1 1,0-1 0,0 1-1,1-1 1,-1 1 0,1-1 0,-1 1-1,-1-1 9,5 0 1,0 0 0,0 0 0,-1 1 0,1-1 0,-1 0 0,1 0 0,0 0-1,0 0 1,1 0 7,-4 0 1,0 1-1,0-1 1,0 0-1,0 0 1,1 0-1,0 0 1,1 0-1,2 1 1,1-1-1,2 0-6,-10 0 1,3 1-1,1-1 1,1 1-1,1-1 1,1 1 0,1-1-1,0 1 1,0-1-1,1 1 1,-2-1 0,0 1-1,-1-1 1,-1 1-1,-2 0 1,-1 0-16,7-1 1,-3 0 0,-1 1 0,-2-1 0,0 1-1,0 0 1,-1-1 0,1 1 0,1 0 0,1-1 0,2 1-1,1 0 3,-8 0 0,2 0 0,3 1 1,1-1-1,1 0 0,1 0 1,0 0-1,1 1 0,-1-1 1,-1 0-1,-1 1 0,-1-1 1,-3 1-1,-2 0 0,-3 0 1,-3 0-1,-4 0-1,24 0 1,-10 0-1,-4 0 1,-2 1 0,4-1-1,6 1-4,-10-1 1,4 0-1,4 1 1,3-1 0,0 0-1,1 1 1,-1-1-1,-1 1 1,-4-1 0,-4 1-1,-5 0 28,15 0 1,-8-1 0,-4 2 0,3-1-1,7 0-41,-13 0 0,4 1 0,3-1 1,3 0-1,1 1 0,0-1 1,0 1-1,-2 0 0,-3-1 1,-3 1-34,4-1 0,-5 1 0,-1 0 0,-1 0 0,1-1 0,2 1 0,4 0-699,-3 0 0,4 1 0,2-1 1,2 0-1,1 0 0,0 1 0,-1-1 1,-3 1-1,-2-1 0,-5 0 744,9 1 0,-4-1 0,-3 0 0,-2 1 0,-1-1 0,0 1 0,4-1 0,1 1 0,-2 0 0,-5 0 0,-8 0 0,1 0 0,0-1 0</inkml:trace>
  <inkml:trace contextRef="#ctx0" brushRef="#br1" timeOffset="253985">1378 8012 14136,'0'-56'1172,"1"1"1,-1 12 0,1 5 1333,1-4-2377,-1 31 696,0-1-718,-1 18 363,-2 40-363,-2-10-40,-4 19 0,-1 3-56,-3 1-907,3-13 0,-1 6 0,1-7 890,-1 18-15,6-21 1,-1 6 0,3-8 720,5 9-765,7-5 1,4-3 2,4-16-179,38 5 152,-28-30-60,7-9 1,1-5 64,-4-8 47,2-7 1,-2-3 120,-1-9-416,-10 12 0,-2 0 371,-1-8 191,-2-6-107,-9 24 359,0-11-320,-6 22 3169,-1-1-3291,-1 8 21,-2 7-27,1 2 1197,-4 20-1231,4-11-67,9 32 67,0-30-6,14 19 23,-7-26 44,24 2-38,-18-10 89,27-10-67,-29-3 279,23-32-268,-28 18 62,9-29-45,-18 29 145,-7-23-145,-2 24 145,-20-17-116,8 26 139,-26-5-191,14 14-11,-12 5-28,15 4-33,-6 22 28,16-8-1700,0 8 1,2 2 1676,4 0-415,4 6 1,2 1 409,7-5 8,8 3 0,3 0-3,5-7-14,10-1 0,3-4 9,2-7-57,9-3 0,1-4 40,-2-6-3,3-6 0,-1-3 20,-9-4 22,-2-7 0,-3-2 11,-11-2 39,8-25 34,-20 14 35,-2-16-69,-5 17 124,-5-5-141,1 27-21,-2-2-24,5 11 2988,-1 14-2965,2-4-39,5 28 5,-1-18-27,11 31 44,-6-29 34,18 25-28,-12-28-5,25 12 5,-21-23 1274,29-5-1240,-30-10 72,16-20-39,-24 7-3235,7-31 3236,-10 23 32,-3-8 1,0 1-84,-3 9-6,-1-23-22,1 37-135,4-3 62,0 12-453,16 5 239,-7 5-978,23 19 665,-20-9-1943,21 24 1518,-21-23-3820,21 17 4402,-21-22 2002,19 5-1245,-22-13 1761,10 0-1100,-16-6 2463,3-6-2312,-8 2 2361,0-3-3180,-3 4 892,0 1-1110,0 2 209,0-2-287,2 2 22,4-4-16,-1 2 10,12-9 1,-9 5 28,14-15-11,-13 9 16,7-24-44,-12 19 61,-2-23-50,-5 28 44,-13-8-55,5 19 78,-25 11-28,17 1-17,-26 32-33,27-16-32,1 13 1,4 4 14,9 2 28,3-8 0,4-2-23,9-2 0,15-3 1,-6-16 22,33 0-1,-7-14-5,-12-4 1,0-3-7,15-9 17,-13-8 1,-2-3-461,2-6 460,-3-2 0,-1-4-2,-12 9 0,-2-2-11,0-4 0,0-4 1,-1 0 23,4-15 1,-3-3-1107,-5 13 0,-2-3 0,-1 4 1064,-1-1 1,-3 0 47,-1-11 1,-3 4 10,-3 5 65,-5 8 0,-4 4-42,-2 15 106,-20-4 204,9 30-316,-11 16-22,9 7-37,7 9 0,3 5-28,5-5 1,3 1 1271,-4 20 0,3 4-1263,6-7 0,5 2-159,5-2 0,3 3 0,0-4-591,0-3 1,1-2 196,5 1 0,3 2 0,0-6-2200,1-11 1,0-4 2215,3 3 0,0-2 0,6 5 1,-14-19-1</inkml:trace>
  <inkml:trace contextRef="#ctx0" brushRef="#br1" timeOffset="254462">4251 7946 19837,'3'-48'1579,"0"0"1,-1 1 0,2-23-1,-1 17-1310,-3 37 84,0-2-269,0 14 5,0 5 1,2 15 78,7 44-140,-4-15-2148,0-8 0,-1-1 2137,-3 3-17,-1 19 248,-2-20 1,0 3-1132,1 7 1,0 0-213,0-8 1,0-1 651,2-2 0,1-6 1,0-12-1,1-2 0</inkml:trace>
  <inkml:trace contextRef="#ctx0" brushRef="#br1" timeOffset="255761">2155 12232 11733,'-60'0'24,"-1"0"1,1 0 0,7-2-1,2-2 1,4-1 440,-4 4 0,12-8-2162,20-32 1283,46 16 191,8 5 1,11-3 0,-4 4 15,-4 4 1,3 1 328,8 0 0,10-3 0,1 1 0,-7 2-184,3 1 1,2 0 388,-6 3 0,10-3 0,3 1 0,-1 0 0,-9 2-301,-4 0 0,-5 3 0,7-2 247,-6 2 1,7-2 0,5 0 0,2-1-1,-1 1 1,-4 1 0,-6 1-610,1-1 0,-7 2 1,0 0-1,9-1 528,-1 1 1,7-1 0,5-1-1,3 0 1,1 0 0,-3 0-1,-3 1 1,-8 0-392,10 0 1,-9 1-1,1 1 1,10-2 274,-16 2 1,5 0 0,5-1 0,3 0-1,1 0 1,2 0 0,-1 0 0,-2 1-1,-2-1 1,-4 1-179,5 0 1,-4 1-1,-3-1 1,1 1-1,0 0 1,2 0-1,4-1 114,-5 1 0,3-1 1,3 1-1,1-1 0,0 0 1,1 0-1,0 1 1,-3-1-1,-1 1 0,-4 0-95,7-1 0,-5 1 1,-1 1-1,-2-1 1,2 0-1,2 0 1,5 0 92,-9 1 0,4-1 0,3 0 0,1 1 1,2-1-1,-1 0 0,1 0 0,-3 0 1,-1 1-1,-4-1 0,-3 1-37,11-1 1,-7 1-1,-3 0 1,1-1 0,4 1-1,8-1 39,-17 1 0,4 0 0,4-1 0,4 1 0,1-1 0,3 0 0,0 0 0,0 0 0,0 1 0,-2-1 0,-2 0 0,-4 1 0,-3 0 0,-4 0-12,10-1 0,-6 1 0,-5 0 0,-1 1 0,1-1 0,5 0 0,7-1 42,-12 2 1,3-1-1,5 0 1,2-1-1,3 1 1,2 0 0,0-1-1,1 1 1,0-1-1,-1 1 1,-2 0 0,-2-1-1,-3 1 1,-4 1-1,-3-1 0,14 0 1,-7 0-1,-4 0 1,-1 1-1,0-1 1,5 0-1,5 1 7,-10-1 1,2 1-1,4-1 1,2 0 0,3 1-1,0-1 1,1 0 0,-1 1-1,1-1 1,-2 1 0,-1-1-1,-3 1 1,-3 0 17,8-1 0,-3 1 0,-3 0 0,-1 0 1,0 0-1,0 1 0,2-1 0,2 0 1,4 0-27,-11 1 0,4 0 0,1-1 0,2 1 1,1 0-1,1 0 0,1-1 0,-1 1 0,1 0 1,-2 0-1,0 0 0,-2 0 0,-2 0 0,-2 0-32,5-1 0,-2 1 0,-2 0 0,-1 0 0,-1 0 0,0 0 0,1 0 0,0 1 0,3-1 0,1 0 3,-2 1 0,1-1 0,3 1 0,0-1 0,2 1 0,0 0 0,0 0 0,0 0 0,-1 0 1,-1 0-1,-2 0 0,-1 0 0,-4 0-6,7 1 0,-4 0 0,-2-1 1,-2 1-1,0 0 0,0 0 0,2 1 1,2-1-1,3 0-10,-7 1 1,3-1-1,2 1 1,1-1-1,1 1 1,1 0 0,0 0-1,0 0 1,0 0-1,-2 0 1,-1-1-1,-3 1 1,-2 0-2,7 0 1,-3 0 0,-3 0-1,0 0 1,-2 0 0,1 0-1,2 0 1,2 1 0,2-1-50,-5 1 1,3-1-1,2 1 1,2 0 0,2 1-1,0-1 1,-1 0-1,0 0 1,-2 1 0,-2-1-1,-3 0 1,-4 0-1,-5-1-36,22 2 1,-10-1-1,-4 0 1,3 1-1,8-1-894,-13 0 1,7 1 0,3 0 0,4 0 0,0 0 0,0-1 0,-3 1 0,-3 0 0,-6-1 0,-7 0 629,10 0 0,-10 0 0,-2 0 0,4 0 1,2 0-1,6 1 0,-1-1 0,-7 0 0,-13-1 1,5 1-1</inkml:trace>
  <inkml:trace contextRef="#ctx0" brushRef="#br1" timeOffset="256635">1157 11001 10668,'11'-46'1824,"0"0"1,0 0-1,3-11 1,-2 7 349,2-5-1542,-7 34 320,1-8-497,-6 24 261,-2 12-452,-1 4 290,-7 41-436,1-17-1,-3 16 1,-1 5-79,4-15 0,1 0-1676,-2 22 1,2-1 1625,2-19 0,2 0-40,10 19 1,3-3-34,3-1-126,9-2 0,6-4-294,10-11-729,-10-15 0,2-5 113,10-5-3461,-9-17 1,-1-6 4580,6-6 0,4-3 0,-26 6 0</inkml:trace>
  <inkml:trace contextRef="#ctx0" brushRef="#br1" timeOffset="257895">1736 11138 22940,'-57'-8'443,"15"16"-404,47 6 39,18 18-39,-7-19 68,30 8-34,-16-15 39,14-3-40,-19-7 152,1-17-156,-16 5 49,1-35-83,-9 25 33,-5-32 11,-2 20 118,-9-14-95,4 20 168,-8 0-129,7 24 219,-31 6-314,20 7 28,-35 22-51,36-7-8,0 9 0,3 3-14,6-2 3,5 8 0,4 1-9,8-6-17,9 2 1,4-1 0,7-7-29,11-2 1,3-2 0,0-8-57,6-4 0,1-4 57,-8-9 30,1-5 1,-2-3 19,-10-5-1680,-3-8 1,-2-2 1696,-7 0-545,1-8 1,-2-1 549,-3 4 45,2-1 1,0 1 5,-5 8-470,4-7 414,-9 24 16,-2 8-21,-1 5 2560,0 25-2572,0-3-5,3 15 1455,1-14-1444,13 7-12,-5-20 40,21 8-12,-16-19 107,22-11-78,-24-5 61,15-30-68,-20 14 18,0-9 0,-3-1-29,-2 2-1184,-1-4 0,0 1 1162,0 8-596,7-26 546,-3 36-218,18-13 77,-11 24-828,26 0 481,-22 12-1960,25 16 1227,-27-6-4022,19 22 3210,-22-20-2448,22 21 5265,-19-21 409,6 4 3086,-13-13 1265,-7-7 186,0-1-3512,-4-2-1703,-1-1 197,-1-2-444,0 2 85,1 1-275,2 1-50,5 1 22,2 0 56,7-2-56,-1 1-5,2-4 50,5-7-39,-7 2 78,15-31-84,-19 12 28,4-11 12,-13 17 111,-10 2-139,2 11 77,-24-2-111,12 17 11,-7 3 11,12 8 1,-1 30-7,7-4-5,-3 16-5,11-16 21,6 9-16,0-20-28,20 26 40,-7-40-18,16-3 0,4-7 12,15-15-1,-10 0 1,3-6 16,-5-14 1,-3-5-15,-11 12 1,-2-5 13,5-13 1,1-8-1,-5 3-683,-6 0 0,-3 1 663,0 3 0,2-2 0,-4 2 0,-4-2 1,-3 1 25,-1-17 0,-3 0-14,0 23 0,-2-1 40,-2-13 0,-2-7 1,-2 8 107,-10-10-120,6 18 0,-2 5 53,-7 12 107,-4 13-196,10 10 33,-12 31 34,13 20-68,4-20 1,1 2-1,1 1 1,1 1 25,0 23 0,0 0-215,2-20 1,1 2 152,0 6 0,0 10 1,2 1-1,1-6-497,6 5 0,2-1 315,-4-5 0,0 4 1,3-6-433,5-6 1,3-5 644,6 1 0,0-5 0,-2 0 0,11 9 0</inkml:trace>
  <inkml:trace contextRef="#ctx0" brushRef="#br1" timeOffset="258719">3802 10769 23696,'-24'-36'222,"0"0"1,0 0 0,5-26 0,18 11-956,25 32 767,28-15 263,-32 30-258,15 9-27,-14 1 38,21 25-50,-25-10 67,-4 8 0,-1 2-5,-6 1-3,-7 5 0,-2 1-31,-5-2-1569,-4 2 0,-2-1 1569,1-7-649,-11 25 609,15-36-169,0 11 192,8-21-133,13 2 150,0-10 2719,43-14-2948,-2-5-222,-12 3 0,2-1 171,-12 4 0,0-1 252,12-4 0,-5 2 0,-9 4 0,11-6 0</inkml:trace>
  <inkml:trace contextRef="#ctx0" brushRef="#br1" timeOffset="272057">6762 5047 16308,'-9'1'3445,"2"0"-2974,7-1 279,0 0-465,-3-9-217,18 3-35,18-4 1,5 0-40,23 0-1159,-11 3 1,10-1 0,-6 1 1125,-15 3 0,0 0-58,11-2 0,5 0 0,-7 1-123,-12 1 1,-1 1-629,18-2 0,8 0 1,-8 0-525,-17 2 1,0 0 1371,13 0 0,4 0 0,-12 0 0,-12 2 0,8 0 0</inkml:trace>
  <inkml:trace contextRef="#ctx0" brushRef="#br1" timeOffset="272499">7353 4991 21489,'-52'8'252,"-1"-1"0,-9 7 1,9 4-147,20 5 87,-9 5 1,-1 0-49,2-4 59,-4 1 1,1 0-104,10-7 330,-22 11-218,43-23 140,-2-4-337,18-8 52,19-20-57,-4 8 17,9-5 0,3 1-11,-1 1 25,6 0 0,1 0-9,-6 3 3,5 1 1,1 1 2,-3 4-22,7 2 0,1 2-40,-2 5 29,6 6 0,2 4-6,9 12-1353,-14-1 0,-2 2 1336,11 12-1298,-15-3 0,-2-1 1237,2 3-1091,1 4 1,-1-1 753,-7-5-1157,0 0 1,-2 0-445,-8-8 1948,14 14 0,-25-27 1,2 1-1</inkml:trace>
  <inkml:trace contextRef="#ctx0" brushRef="#br1" timeOffset="273690">7255 5071 22408,'-3'-35'683,"1"0"1,-2-21-617,4 55 73,1 1 61,0 5-111,1-1 72,2 10-111,-1-7 94,3 10-122,-2-10 111,3 11-83,-2-10 77,3 12-77,-5-11 106,2 15-96,-4-11 68,0 22-100,-2-16 43,-6 36-60,3-29 4,-3 34-4,4-32-12,2 5 0,0 2 11,1 3-9,2 11 1,1 1-3,1 0 9,-1-10 1,0 7-1,0-5-151,-2-10 1,0 1 144,0 20 1,-1 7 0,-1-5-286,0-15 1,-1 2 274,-1 4 0,-1 9 0,0 0 0,0-7 1,0-1 1,-1 1-19,1 5 0,-1 8 0,0 1 0,1-9-354,1-2 1,1 1 368,1 2 0,0 10 1,1 1-1,1-10 1,1-4 0,1 2 2,-1-7 0,2 8 1,0 3-1,-1-2 1,0-6 8,0-2 1,-1-4 0,0 2-965,1 16 1,2 3-1,-3-6 966,-3-6 1,-3-2-6,-1-7 0,-2 1 0,0-3-1,0-1 0,-2 2 30,-2 2 1,-2 7 0,0 1 0,1-8-11,-1 3 1,0-2-570,1-4 0,-1 3 0,2-6 555,2-5 1,3-2-560,1 7 1,2-1 553,0 13 22,1 6 0,3-1 6,2-6-438,3 9 1,2-1 448,1-7 42,2 7 1,0-1-38,-1-9 407,4 10 0,0 2-439,2 0-12,-5-17 0,0-2 1439,1 6-1428,-4-13 0,0 0 2127,0 10-2116,1 10 1,-2 1-17,-1-3-6,-2-6 0,1 8 0,-2-8 2330,2 16-2334,-2-20 1,1 5-1,-1-6 575,2 9-552,0 11 1,2 2-15,-2-23 1,-1-1-1438,2 16 1,1-2 1436,1 10-1064,-3-21 1,1-1 1058,0 11-578,1 8 0,0-1 578,-3-7-66,-1-9 0,1 7 0,-1-7 60,0 13 6,1 4 0,-1-2 1346,-1-8-1335,0 5 0,0 2 2000,-1 4-2004,-2-8 1,-1 9-1,0-5 840,-2-8 0,1-1-845,-1-4 0,1 3 0,-1-4 229,0-4 0,-1 0-228,0 9 0,0 1-3,1-8 0,1 3-253,-1 1 1,1 5 0,0-3 255,0 6 0,1-3-3,1-2 0,-1 0 0,2 0 0,0-1 0,-1-6 0,0-1 0,1 0 0,0 3-2,0 6 0,-1 4 0,1-3-4,-1 1 1,1 0-814,-1-5 1,0 2 0,1-3 818,-1-3 0,0-1 11,-3 21 0,0 1 93,0-19 1,1 0-104,-1 1 1,-1 4 0,1-5 9,-1 0 1,0-4 4,-3 20 1,-1-6-67,4-20 1,-1 0 94,-4 22-29,4-22 1,1 0-11,-3 24-124,5-7-72,0-8-9641,6 5 8577,-1-35 1,3 2 0,-4-14 0</inkml:trace>
  <inkml:trace contextRef="#ctx0" brushRef="#br1" timeOffset="274889">6604 13727 18464,'-35'18'2062,"27"-4"-1961,57-14-1,7-3 1,2-1-423,-24 2 0,2-2 336,12-1 0,11-1 0,2 0 0,-7 0-696,-7 0 1,-3 1 0,1 0 678,2-1 0,3 1 0,-1-1 1,-4 1-10,13-2 1,-4 1-56,9-1 0,-4 1 56,-23 2 0,-1 1 11,27-2 0,-6 1 44,-24 2 673,-1 0-291,-35 2-359,-26 1-22,0 1 44,-23 0 1,-6 1-37,16-1 1,-1 0 455,-4 0 1,-4 0 0,3-1-477,3 1 1,1-1-1476,-14 1 0,1-1 1495,25-1 1,-3 0 7,-13 1 1,-9-1 0,6-1-335,7 1 1,1 0 309,-1 0 0,-3 0 1,7 0 18,-16 0 28,13 1-73,27-1-67,3 3 140,16-2 729,27 5-746,12-2-61,12 2 3021,0-1-3069,-9-3 0,1 1 812,13 1-892,-6-3 1,9 1 0,-6-1-795,-7 0 1,-2-1 97,3 1 0,3-1 1,-5-1-1329,-9 1 1,-4-1 2145,26-2 0,-40 2 0,-3-1 0</inkml:trace>
  <inkml:trace contextRef="#ctx0" brushRef="#br1" timeOffset="275390">6621 13391 24267,'20'-6'247,"27"17"-253,-14 6 1,3 2-426,9 3 0,2-2 400,-2-3 0,-1-2-1862,-7-3 1,-1-1 1866,-1-1 1,3-1-10,19 1 1,-1 0-157,6-1-78,0 0 1,-2-3-482,-7-4 214,-19-3 1,-1-2 221,11-8 499,-9-9-129,-20-10 112,-6-6 179,0-4-117,-2 6 3357,2-6-2534,1 2 505,-2 4-830,-2 0-387,-4 19 293,-2 4-382,0 7 250,-2 1-435,0 2-72,-3 7 33,0 2 61,-14 32-78,1 6-33,3-8 0,-1 2-580,0 0 1,1 0 360,-1 5 0,0-1-3,2-8 1,1 0-1272,-3 9 0,1-1 752,-4 15 0,4-10 0,7-23 1</inkml:trace>
  <inkml:trace contextRef="#ctx0" brushRef="#br1" timeOffset="303677">10146 7002 11474,'-8'-8'5350,"3"2"-3368,-22-27 1,-2-7-621,10 14-1141,-11-15 0,3 5 70,20 26-106,5 7-168,1 2 173,15 23-89,5 3-62,9 14-14,-6-15 1,1 1-18,1 0 0,1 0-11,-1 0 1,5 1-75,9 5 1,6 3-1,-2-2-1317,1-2 0,1 0 1304,-5-3 1,4 2-1,-5-3-84,-2-3 1,-3-1-494,2 5 1,-4 0 156,5 6-47,-11-5 0,-6 1-558,-17 0 230,-27 6 840,0-17 157,-34-5 190,6-19-229,20 1 1,-2-2 273,1-4 1,1-1 201,-3-6 0,1 0-169,-10-7 244,13 3 1,3 1-216,5 5 2591,-15-10-2603,22 18-212,-4 3-168,11 7 45,3 14-34,9-2-3154,18 24 3176,-2-19-151,13 1 0,4-1 151,4-6-904,15-2 0,3-3 904,-2-4-480,-13-4 0,5 0 0,-7-2 481,15-3 144,-2-5 1,-3-1-107,-14-1-232,-6-4 0,-3 0 278,-11 2 251,5-20-290,-18 20 1249,-6-21-1412,-1 19-69,-3-5-155,4 12-2621,7 4-1575,1 2 4487,7 0 0,-5 3 0,-1 0 0</inkml:trace>
  <inkml:trace contextRef="#ctx0" brushRef="#br1" timeOffset="304636">9001 6241 13627,'-16'-52'1400,"1"0"1,3 13 0,1 6 1307,0-1-2687,8 28 1249,0 7-730,2 5-317,6 32-246,3 7-670,-1-9 1,1 0 617,5 19-16,3-14 0,1-2-137,5 0-618,15 2 0,4-3-234,-4-14 351,2-4 1,2-4-1370,9-18 1355,-4-11 2493,-7-13-1380,-25-11-30,-7 5 381,-16-20 5,0 13-355,-5-6 2713,4 14-2091,-1 0-947,4 12 2363,-6-10-2637,9 21 165,-1 0 10,5 8 155,7 4-128,15 7-14,9 0-17,3 1-3391,5-6 3402,-16-3-108,24-6 315,-27-1-43,17-17 175,-28 7 82,1-26-100,-15 12-127,-2-7 56,-12 3-130,-9 2-157,5 8 69,-11-1-103,18 18 3359,-19 6-3261,18 12 199,-9 4 437,14 18-482,7 16-18,2-7-149,6-9 1,3 0-66,12 10-248,3-13 1,3-2-187,13 9-215,-4-17 0,1-4-593,5-6-3577,10-4 1,1-3 3042,-9-4 0,-5 0 0,-6-1 0,-21-2 0</inkml:trace>
  <inkml:trace contextRef="#ctx0" brushRef="#br1" timeOffset="305010">10025 5918 16891,'-16'-47'1657,"0"1"1,4 7 0,-2 6-33,-13-1-1323,12 21 62,-10-3-330,17 21-6,1 3 28,5 21-17,9 26-22,-1-7 11,4 5 0,2 1-28,1-1-15,-2-13 0,1 7 0,-1-5-13,5 16-53,-2-17 1,3 6 0,-2-7-765,8 13 758,-5-13 0,1 1-252,-1-5 1,-2-1-3285,5 19 3539,-6-22 0,-4 0-2155,-11 11 2233,-8-28-452,-50-7 497,25-16 129,-12-9 0,2-5-22,12-4 178,4-5 0,5-4-195,10-9-110,8 12 1,3 1 2035,9-10-2187,7 12 1,5 0-692,17-13 187,-7 11 1,1 2-1662,16-9 1929,-15 14 0,-1 1 0,-9 7 1,9-7-1</inkml:trace>
  <inkml:trace contextRef="#ctx0" brushRef="#br1" timeOffset="305461">10382 6112 8226,'-2'8'5808,"0"-1"555,2-7-2969,0 0-2957,12-60 118,-8 6-477,3 13 0,-2-2 121,-9-4 0,-4 2-522,1 13 0,-2 1 427,-4-14 0,-2 0 13,-7-12 96,6 21 0,0 4-62,0 2 252,-12-15-324,18 34-12,-4-1-73,12 21 23,-1 14-23,4 6-11,4 9 1,2 3 5,3 7-27,1-9 1,3 7 0,0-6-123,-2-10 0,1-1 3,10 12 1,4 6-1,-1-7-340,-7-14 0,2-1 135,19 19 1,4-2-230,-16-20 1,0-3-1281,11 3 0,-1-2-1316,11 2 3187,-3-11 0,-35-11 0,-2-1 0</inkml:trace>
  <inkml:trace contextRef="#ctx0" brushRef="#br1" timeOffset="305643">10366 5881 24127,'-21'-41'-128,"24"3"-600,47 23 728,-3 4 0,-1 0 0,2 0 0,11-1 0</inkml:trace>
  <inkml:trace contextRef="#ctx0" brushRef="#br1" timeOffset="306577">18413 5611 20347,'-5'-53'1355,"-1"18"-1109,1 44 421,-18 39-515,4-12-46,-2-2 0,-5 7 1,1-3-597,4-7 0,-2 1 527,-7 6 1,-6 7 0,-1 0 0,5-6-430,-3 2 1,-1 0 399,-1 1 0,-7 7 1,0 0-1,6-8-28,5-4 1,1-1-105,-6 8 1,-3 4 0,7-5-1494,16-15 1,3-1 1187,-4 4 0,4-1-3631,11 2 4060,11-20 0,-4-2 0,3-8 0</inkml:trace>
  <inkml:trace contextRef="#ctx0" brushRef="#br1" timeOffset="306893">17726 6105 18442,'-42'-10'1092,"0"-1"0,4 0 1,10 6-449,22 7-156,0 10-57,-5 11-258,1 5 214,-6 32-303,9-24-20,0 9 1,3 0-49,3-2-2147,6 4 0,5 0 2103,6-7-47,26 2 0,9-6-238,5-13 27,-14-10 1,9-1-1,-3-5-1147,4-7 1,2-5 1432,-6-1 0,3-2 0,-5 1 0,-3 1 0,-4-1 0,-5-2 0,1-1 0</inkml:trace>
  <inkml:trace contextRef="#ctx0" brushRef="#br1" timeOffset="307902">18433 5054 19782,'-6'-50'986,"0"1"1,1-4 0,1 9-620,4 22 286,0-7-614,0 24 61,0 11-25,2 4 132,3 34-212,-1-18 61,1 14 0,2 4-34,2 3-1367,-4-13 0,1-2 1345,5 4 28,4 1-23,-6-15-2449,8 12 2578,-13-25 454,1-2-510,-20-37-55,4 8-12,-4-7 0,-2-4 20,2-3 0,0-3-26,2-3 1,0-1-9,0 1 0,3-4-10,8 4 0,4-3 0,2 4 628,3 4 1,2 0-619,5-21 1,3 3-7,1 25 1,0 5-3,10-9-6,-2 13 3099,0 10-3132,4 7-85,16 13 113,-15 1-34,11 32 28,-29-17-9,-5 11 1,-6 5 47,-17 6-1563,6-13 0,-3-2 1580,-17 9-886,5-18 1,-1 0 885,-5 4-604,1-4 1,1-2 614,10-8 11,-4 0-39,19-11 1605,3-1-1599,4 0 1930,12 2-1936,9 1-25,6-2 0,4 0 9,23 1 1506,-23-2 0,-1 0-1496,11-1-3262,14-5 3268,-23 1 24,5-5 0,-2-4 60,-10-6-11,12-15-11,-33 4-2029,-8 4 2018,-3 3 2569,-14-5-2508,8 14 256,-12-11-200,14 20-140,-1-1-33,6 5-146,1 3 118,3 7 3408,3 8-3397,1 2-152,14 20-133,0-8-383,13 14-1107,4-8-68,-5-10-7977,9-3 8943,-21-13 1,-1-3-1,-14-6 1</inkml:trace>
  <inkml:trace contextRef="#ctx0" brushRef="#br1" timeOffset="308069">19079 4407 19008,'-5'-3'874,"1"1"-3238,4 2 2364,10 21 0,3 6 0</inkml:trace>
  <inkml:trace contextRef="#ctx0" brushRef="#br1" timeOffset="308512">19517 4543 19944,'-2'-5'2327,"-27"-16"0,-10-2-1930,2 10-324,-7-9 0,0 4-34,5 23-22,7 9-28,9 4-12,4 14 1,10-3-6,5 16 17,10-9 0,8 2 11,0-17 0,7-1 39,-11-12 28,5 0 141,-7-8 145,10-19-258,-7 7 101,8-17-23,-11 14-89,-1 3-84,-1 5 23,4 16-23,-1 0 22,16 27-11,-5-5-11,13 18-11,-4-2-1354,2 2 1303,-6-11-134,3 10-337,-14-6 90,-6 13 129,-12-11-901,-18-8 0,-6-4-12,-3-6 1227,-12-4 0,0-5 0,21-13 0,-17-3 0</inkml:trace>
  <inkml:trace contextRef="#ctx0" brushRef="#br1" timeOffset="309177">19561 4094 23780,'29'22'667,"6"29"-637,-21-16 1,-1 3-642,3 7 0,1 0 630,-4-8 1,1-2-3,-1 2 0,0-2-6,3 8 434,0 0-170,-12-32 991,0-1-858,-2-17-262,-2-12-101,0-8 8,0-5 0,0-2-30,0-5 10,2 1 1,2-1-6,7-4 33,9-7-44,-4 22-6,0 9 643,-2 15-654,6 10 0,0-2 0,9 13 0,-8-3 12,15 6-1,-11-8 28,11-1 67,-15-11 79,6-15-101,-8-9-33,-5-20-35,-8 5-2,-5 2 0,-2-1 3,-3-5-378,-1-2 1,-1 0 377,-4-1 11,-2-3 0,-1 0-5,1 6-1,0 6 0,-2 2 18,1 12-35,-2 4-72,5 9 28,3 16 39,2 4-11,-4 35 33,4 0-28,1-10 1,2 2-15,3-2 1,2 0-26,4 1 0,3 0 69,4 1 0,3-2-167,5 0 0,2-2-67,2-3 0,2-1-104,1-4 1,1-1-253,-3-5 0,1-3-1579,18 3-2907,-9-13 4246,-13-13 1,-12 1 0,-6-1 0</inkml:trace>
  <inkml:trace contextRef="#ctx0" brushRef="#br1" timeOffset="309369">19861 3976 24105,'42'-27'383,"-10"9"1,1 1-373,1 3-207,4-2 0,0 1-476,-6 4 672,27-6 0,-42 13 0,5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3:59:49.368"/>
    </inkml:context>
    <inkml:brush xml:id="br0">
      <inkml:brushProperty name="width" value="0.05292" units="cm"/>
      <inkml:brushProperty name="height" value="0.05292" units="cm"/>
      <inkml:brushProperty name="color" value="#A02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1598 1960 18352,'-45'-1'1411,"1"-1"1,4 1 0,8-1-824,14 1-509,10-1 94,5 2 1,26 0-51,11-1-106,-2 0 0,4-1-1,4-1 1,4 0-53,0-1 1,5-1 0,-3 1-778,4-1 0,2 0 424,1-1 1,5 0 0,-4 1-1052,3 1 1,-1 0-1101,-11 2 1,1-1 0,-2 0 2539,10 1 0,-6 1 0,10-1 0,-31 2 0</inkml:trace>
  <inkml:trace contextRef="#ctx0" brushRef="#br0" timeOffset="242">1981 2024 20769,'-4'0'5708,"1"0"-2998,3 0-2200,-51 8 74,32 22-297,-11-5 0,1 5-895,18 11 0,7 4 485,-4 6 1,0 3-122,2-7 1,0 2-1,1-2-335,-1 3 0,2 0-2004,2-4 1,3 3 0,1-6 2456,4-7 1,1-5 0,0 15 0,-3-31 0</inkml:trace>
  <inkml:trace contextRef="#ctx0" brushRef="#br0" timeOffset="859">2450 2485 16404,'-2'-4'3411,"1"1"-829,1 3-2554,7-31 17,3 35 28,6-15-3370,3 60 3336,-7-12-213,-5 1 0,-3 0 219,-3-1-40,-3-3 1,-4 2 67,-11 9 5,1-15 1,-3-2 425,-16 10-2318,5-11 2094,12-21 2306,12-16-2115,4-18-2040,7-8 1636,1-5 62,18-10-118,-4 19-22,6-6-6,4 13-56,1 11 2072,12 1-3299,13 6-677,-7 11 409,-6 0-8263,7 11 9804,-22-7 1,4 1 0,-20-6 0</inkml:trace>
  <inkml:trace contextRef="#ctx0" brushRef="#br0" timeOffset="1258">2993 2639 17389,'5'-8'5842,"-2"2"-5354,-3 6 402,0 0-856,-24-22-1,24 29-22,-12-18-5,26 29 0,11-1 33,10-6-6,12-2 18,0-5-23,-10-6 5,-14-5-3290,-4-11 3307,-10 3 6,4-16-5,-13 7 49,-9-14-27,-3 8-27,-4 4 66,-5 8 3481,-3 10-3492,-4 4-51,-6 10-27,7 10-34,6 3 22,0 10-11,9 10-23,6 12 7,5-8-80,14 6-10,-1-27-404,13 14-1478,16-5-354,7-5 91,-17-14 1,1-3-1251,12-2 2700,0-9 1,-27 1 0,-1-2 0</inkml:trace>
  <inkml:trace contextRef="#ctx0" brushRef="#br0" timeOffset="1632">3555 2640 11766,'1'-4'9830,"-1"1"-7052,0 3-2717,-30-19-38,22 27-12,-21-19 6,35 33 16,7-8-5,6 3-5,7-3-1,5-4 17,3-5 6,0-8 6,-2-7-3365,-6-10 3359,-7 1 100,-6-19-38,-11 9-29,-7-14-16,-12 10-29,-2 10 97,-15 0 3329,15 15-3257,-22 2-113,17 15-10,-9 10-40,9 13-11,3 10-11,7-5-12,8-3 1,2 1-12,1 3-103,7 5 0,5 0-1191,16 3 47,-10-18 0,5-1 1253,12-6 0,0-4 0,-7-5 0,14 3 0</inkml:trace>
  <inkml:trace contextRef="#ctx0" brushRef="#br0" timeOffset="2693">4128 2574 13105,'0'-12'3489,"0"2"-2408,0 10 2492,0 0-3080,-56-51-426,40 38-22,-16-16 0,3 9 44,21 29 29,0 8-5,3 10-35,5 6 1,11 5-7,11 2-50,1-15 1,2 0-319,13 9 301,-7-11 1,3 0-15,-5-4 1,-1 0-8,18 11-38,-19-10 1,-4 0-92,-8 4-243,-9 6-564,-22-2-1092,-19-1-1664,-16-4-1786,-7-8 5494,0-8 0,26-4 0,9-5 0</inkml:trace>
  <inkml:trace contextRef="#ctx0" brushRef="#br0" timeOffset="2875">4001 2640 11726,'2'-10'6856,"-1"1"-4660,-1 9-1373,0 0-330,-19 2-386,10 11 39,-16 21-57,17 18-1788,4-8 1,2 0 1524,3 18-857,2-18 1,3 0 462,10 15 1,-5-17 0,1-8 0</inkml:trace>
  <inkml:trace contextRef="#ctx0" brushRef="#br0" timeOffset="3408">5711 2219 21321,'-20'-43'808,"-1"0"1,1 4 0,6 6-126,8 12-291,2 6-308,1 3-79,2 9 57,12 23-51,-3 0 28,16 34-5,-2 5-1722,-7-4 1,0 3 1695,-5-16 1,-1 1-13,-2 1 0,-1 5 0,-1-3-223,-1 5 1,0 0-366,1-1 1,1 3-1,1-4-443,0 3 1,1-3-2803,5 13 1,2-6 3836,3-10 0,-3-8 0,-7-21 0</inkml:trace>
  <inkml:trace contextRef="#ctx0" brushRef="#br0" timeOffset="3981">5499 2741 18050,'-6'-4'2627,"1"1"-2095,5 3-577,0 0-84,61-46-39,-24 37 0,2 1-395,8-18 1,2 2 377,3 16 1,-2 5-304,12-7 228,-25 2 0,-1-1 231,-3 0 1,-2-3 213,21-20 22,-23 10 386,-10-11 158,-22 16 117,-6-2 807,-9 5-577,-11 4-908,9 6-10,-5 5-130,13 14-50,3-2 22,7 19-10,32 11-7,-9-12-1701,5-6 0,2-3 1702,0-7 11,19 5 22,-11-10 45,4-2 112,-2-12-123,-16-2 201,1-23-156,-17 11 212,2-20 85,-7 12 3767,-5-13-3880,2 15-196,-3 1-44,3 17-34,1 5-28,1 14 6,-1-1 10,1 26-16,0 18-5,0-7-296,2-10 0,1 1 240,7 18-245,1-12 1,2 1-421,0-6 1,0-2 75,1-2 1,0-1-1866,1-4 0,0-5 1717,5 5 0,-3-6 1,-7-15-1</inkml:trace>
  <inkml:trace contextRef="#ctx0" brushRef="#br0" timeOffset="4498">6807 2510 24811,'-42'29'61,"24"-2"1,8 4-51,12 6 0,5 2-838,0 8 1,2-2 832,4 15-1,-6-28 1,0 0-3215,5 21 3214,-2-12 1015,-1 4-684,-6-33-78,-1 0 168,-1-13 293,-4-11-601,-8-40-113,3 13 1,-1-13 0,2-5 1194,4 20 0,2 0-1197,-2-18 0,1-1 5,1 9 1,1 4-9,0 10 0,1 1 19,-1-2 1,2 1-505,2-9 468,1 2-39,8 3-5,3 16-18,23-1 57,-7 12-1,4 7 955,-11 13-949,-8 9-11,-1 1-39,3 32 78,-13-25-6,-5 8 1,-4 0 0,-10-7 5,-14 15-1407,-2-21 1,-2-3 1400,-9 6-19,-3-2 0,1-2-428,10-10-1597,-5-1-342,32-16 2381,23-17 0,-10 14 0,10-9 0</inkml:trace>
  <inkml:trace contextRef="#ctx0" brushRef="#br0" timeOffset="5149">7387 2427 24256,'-10'41'381,"6"-10"-166,34-37 1,9-12-59,-6-5-84,6 1 0,-5-4 39,-19-15-61,-8 7 66,-8-16-22,-8 21-11,-6-8 34,-6 18 22,-4 9-56,2 5-22,1 9-1,-1 12-66,7 0 33,-1 19-34,8-1 0,1 1 1,3 14-1,9 5 68,10 2-165,-2-25 1,4-2 147,28 12-6,-4-14 11,-2-15 1,1-3 27,13-4-14,-16-5 1,0-3 53,11-14-6,-10-13-34,-8-10-16,-4-10-1,-3-6 29,-3-2 39,-3 2 33,-4 6 34,-5 9-22,-1 9-57,-2 9-61,-2 10-44,0 7-7,2 7-5,9 20-28,5 9 23,4 8 33,6 17-166,-6-4 135,-7-17 0,-1 0-3,-1 1 1,-1-1-12,-2-1 1,-1 1-18,-4 4 0,-3-2-66,-3 13-192,-6-16 1,-4-2-1703,-14 3 1994,-16 4 0,19-18 0,-2-9 0</inkml:trace>
  <inkml:trace contextRef="#ctx0" brushRef="#br0" timeOffset="5591">8692 2007 25910,'-4'31'6,"1"1"0,-1 25-6,14-23 5,4-4 24,8-4 20,3-6 75,3-8 107,-1-5 38,0-15-235,-11 0 60,-1-17 10,-11 3-31,-6-9-29,-10 0 13,-9 1 43,-7 6 115,-3 7 80,-2 8 86,0 8 78,2 9-3,4 15 6,12-4-662,7 20-1772,20-6 1934,12 15 0,-8-22 0,3-1 0</inkml:trace>
  <inkml:trace contextRef="#ctx0" brushRef="#br0" timeOffset="5892">9035 2544 24351,'-3'0'2045,"0"0"-1787,3 0-236,-43 25-16,32-12-6,-24 28 44,49-16 7,13 4-29,10-2 12,5-8 95,-2-7 95,-6-8 0,-11-13-56,-12-9-73,-10-10-56,-21-14-28,3 12-61,-24-10-460,6 20-3573,-13 3 4083,6 7 0,16 8 0,11 2 0</inkml:trace>
  <inkml:trace contextRef="#ctx0" brushRef="#br0" timeOffset="6599">355 4492 9572,'51'-19'412,"1"0"1,0 0-1,2 2 1,5 0 0,-2 2-1,-6 3-171,0 4 0,0 1-38,-1-1 0,6 0 0,4 0 1,1 0-277,0 1 1,3 0 0,1 0 0,0 0 0,-5 1 118,0-1 0,-5 1 1,1 0-1,6-1 1,-8 2 0,5-1 0,3 0 1,1 0-1,-2 0 0,-4 1 1,-7 0-6,14-1 1,-8 1 0,6-1-12,-13 2 1,5-1 0,2 0 0,1 0 0,0 0 0,-3 0-74,5 0 0,-2 0 0,0 0 1,2 0-1,2-1 62,-9 2 0,2-1 0,2 0 0,0 0 0,2 0 0,1 0 0,1 0-8,-4 1 0,2-1 1,2 0-1,1 1 1,1-1-1,-1 0 0,-1 1 1,-2-1-1,-3 1 1,10-1 0,-3 0 0,-2 0 0,0 1 0,2-1 1,4 0-37,-8 1 1,3-1-1,3 1 1,1-1-1,0 1 1,0-1-1,-1 1 1,-2 0-1,-3 0 47,0 0 0,-2 0 0,-1 0 0,-2 1 0,1-1 0,1 1 0,3-1-11,-5 0 0,1 1 0,1-1 0,1 1 1,0-1-1,1 0 0,1 0 0,0 0 0,1 1 0,0-1 1,0 0-1,2 0 1,0 1-1,1-1 1,0 0-1,0 0 1,-1 1-1,1-1 1,-1 0-11,-1 0 1,1 0 0,0 1 0,1-1 0,-2 0 0,1 0 0,-1 0 0,-1 1 0,0-1 0,-2 1-4,7-1 0,-1 0 0,-1 0 0,0 1 0,-2-1 0,0 0 0,-1 1 0,-1-1 1,2 1 1,0-1 0,-2 0-1,0 0 1,-2 1 0,-1-1-1,-3 1-1,5 0 0,-3 0 0,-1 0 0,-1 0 0,0 0-77,1 1 1,-1-1 0,0 1 0,0 0 0,2 0-516,-2 0 0,1 0 0,1 0 0,-1 1 0,0-1 0,-3 1 592,14 0 0,-2-1 0,-3 1 0,-4 1 0,-4-1 0,-4 1 0,-6 0 0,-7 0 0,1 0 0</inkml:trace>
  <inkml:trace contextRef="#ctx0" brushRef="#br0" timeOffset="9990">2349 5116 10539,'-2'-3'3131,"0"0"3143,2 3-5524,-9-44-319,7 32-67,-7-32-185,10 43 28,2 1-111,0 2 67,4 0-34,-2 1-17,0 0 0,-2-1-84,-2 0 1988,-1-2-1955,0-5 40,0-4-79,0-1 40,0-4-6,2 4-6,1 0 12,0 4-51,-2 2-11,0 3 23,0 5-1,2 9 23,0 21-34,1 10 6,-1 4 11,-1 14-6,-2-5-8,1-15 0,-1 2-3,0-9 1,1-1-1,-1 26 84,0-11 62,-2-31 23,1 8 55,-1-22 174,1-3-225,-4-7-94,-1-7-23,-3-12-28,-1-10 1,0-25-29,7 29 0,0-2-235,0-7 1,2-1 226,1 4 0,1 1-3,2-20 0,1 24 0,1 1 22,6-13-22,5-6-34,20-1 34,-12 23-11,15-1 56,-6 20-56,3 5-28,19 4 22,-10 11-11,9 16 22,-21 4 6,-4 3 447,-14-6-464,-7 7 1,-11 20 21,-10 4 6,-6-2 6,-15-8 6,6-20 44,-12 0-17,12-15-11,1-16-22,13-11-11,6-10-1,4 2-16,9-7 11,13 1 11,19-6-16,-5 11 10,14 3-16,-15 16 0,0 2-6,14 7 12,-16 1 2,4 3 0,1 1-3,1 2 0,-3-1 1,-2 3-62,1 21 56,-9-9 0,-22 25-15,-18-27 1,-5-1-3,-15 15-199,10-15 0,-2-3 70,-22 4-308,15-16 1,0-1-131,-16 2-1930,-8-16 2525,50-19 0,2 9 0,9-3 0</inkml:trace>
  <inkml:trace contextRef="#ctx0" brushRef="#br0" timeOffset="10724">3493 5074 25029,'-59'-10'241,"3"12"-230,25 28 11,6-3 1,2 3-6,-4 14-17,-4 10-12,17 1 35,16-24 5,8 7 56,12-23 17,11-11-28,5-14 0,4-12-6,-2-10-17,-11 3 247,4-25-202,-21 28 146,7-24 17,-15 27-1,-1 1-156,-2 8 84,-1 7-202,0 6 23,-2 13 33,-1 7-45,-1 15 23,1 15-11,2-14-23,8 17 17,6-20-6,13 4 6,12-9 12,7-12-1,2-9 28,-1-14-5,-10-10-29,-7-13 51,-9-9-5,-10-7-12,-5-8-445,-9-6 462,-1-1 67,-2 6 28,0 11-56,3 19 185,1 7-302,1 14 33,0-1 23,6 13-12,6 6-5,12 23-17,-2-7 434,4 11-428,0 12-23,-2-4-200,-6-13 0,0 1 211,-3-5 0,-1-2-5,5 29-59,-12-26 0,-3-1-81,-4 10-493,-14 9-885,-3-26-1983,-4-2-6319,3-11 7875,7-10 0,6-2 0,5-1 0</inkml:trace>
  <inkml:trace contextRef="#ctx0" brushRef="#br0" timeOffset="11516">4229 5080 24906,'22'33'880,"2"-7"-684,-2-20-68,5-3-72,-5-6 73,12-9-34,-14-4 1,4-10 4,-13-10-66,-9 10 11,-8-11-17,-5 15 11,-9-3-5,6 9 5,-4 6-6,7 8 46,-8 8-57,6 1-16,-5 14-6,7 6 0,1 13-34,6 8-16,11 5-129,10 2-258,3-22 0,3-3-51,10 12-356,-4-16 0,3-3-393,18-3 673,-17-10 1,3-3 182,0-5 1,1-2 240,0-5 0,0-3 145,-3-3 1,-1-2 114,-2-2 1,-2-2 374,21-21 385,-11 0 128,-10 1-50,-11 0-141,-8 4-217,-12 5 227,-11 11-659,-14 9 13,-12 17-131,-8 12-33,0 13-1716,24-7 0,3 0 1694,-4 11 5,7 16-17,20-23-11,14 7 28,0-17 0,20-4-11,-5-20 0,11-10 16,-2-13 12,-4-12-11,-7-12-326,-9-10 331,-13 25 1,-2-2 1266,-1-4 0,-1-1-1270,-1-2 0,-1-1 31,1 2 1,-1 1 41,-1 5 0,0 1 182,1-18 40,-4 18-85,0 16-145,0 11 412,0 11-474,1 12 710,0 14-715,-1 17-1,2 18-361,2-25 1,0 1 293,1 5 1,1 2-261,3 2 0,0 0-605,3 2 0,1 0 296,5 3 0,-1-4 0,3 6 0,1-9 0</inkml:trace>
  <inkml:trace contextRef="#ctx0" brushRef="#br0" timeOffset="12557">6887 4945 16904,'7'-55'2294,"0"-1"1,-2 7 0,-7 7-1309,-18 8-830,1 18 190,-15 8-177,5 21-15,-10 14-53,0 19-79,20-17 1,3 2-8,1 2 0,4 3-1,3 9 0,3-1-248,5 16 248,6-21 0,7-3 31,19 0 11,19 1-1666,-15-25 1,1-4 1648,14-3 17,-17-8 0,-4-6 50,-5-17-2185,-1-28 2113,-13 10-155,-17-15 0,-6-1 138,0 12-6,-2-1 0,-2 4 11,1 19 51,-8-5-17,-2 8-22,-8 4-45,-8 16 11,14 9 2051,-9 16-2040,16 6 650,1 15-740,13-11 1,3 1-45,4 15-269,11-4 0,3-2-57,7-4 1340,1-4 0,5-1-2403,18 1 646,-15-16 1,2-2 75,7-5 1,0-4 772,-7-7 0,-1-3 157,27-8 454,-16-24 419,-17-5-369,-12 13 1,-1-4 410,2-13 1,-3 0-670,2-11-207,-5 20 1,-1 2 403,0 2 117,-1 1-627,-1 10-40,-2 3-27,-3 20-6,2 1 5,5 24 1,-1-7-17,6 28 39,-4-17 0,0-1-28,5 14 423,5 15-417,-8-31-3387,0-3 3398,-2-6 78,1-10 62,3-26-113,-1 1 40,16-27-11,-1 3 28,-4 9 0,0 0 3364,10-11-3412,-6 12 0,1 2-25,2 3-17,5-1 0,-7 14 1,-2 13-18,2 10-5,4 13-68,-9 13-33,-5-4-593,0 17-1575,-3-4 2280,-3-13 0,-1-1 0,1 4 0,1-3 0</inkml:trace>
  <inkml:trace contextRef="#ctx0" brushRef="#br0" timeOffset="13948">9790 4663 19776,'0'-3'2884,"0"0"-2621,-26-10 1,-12 0 4,-2 12-212,-6-8 0,-1 6 0,-4 29-11,4 16-9,21-7 1,3 2-832,-7 16 800,14-10 1,4 1-23,8 14-28,7-21 1,5 0-52,5-5 1,5-1-42,7-4 0,5-3-40,5-5 1,4-4-152,12-4 1,-1-4 217,-14-3 1,-1-4-79,10-4 0,-2-6-52,2-20-1685,-14-1 0,-2-3 1925,7-17 22,-15 8 0,-4-4 359,-8 12 0,-2-1-266,0-10 0,1-3 58,-2 2 1,-1 0-172,-1 2 1,0 0 249,0 4 0,0 1 198,-1 1 1,0 2-165,1-9 366,-1 6-451,-2 30 2887,-1 2-3032,3 32 344,-1 11-375,0-2 0,1 3-8,-1 1 0,0 1-31,0 3 1,1 2 15,-1 2 1,2 0 8,-1 0 1,1-1 4,1-1 1,2-1-11,0-5 0,0-2 10,11 21 68,0-18 180,-2-19 33,-1-16-129,1-17-34,2-12 714,5-13-752,7-13-68,-8 16 33,10-8-38,-9 23-18,7-1-10,0 10 21,7 9-10,-13 5-28,18 14 22,-25-5 22,15 12-16,-14-7-12,5 2 17,-3-4 90,4-6-34,-8-4 112,7-10 17,-7-8 28,3-12 34,-1-6-56,-2-3-90,-3 2 5,-2 5-27,-3 8-40,-3 9-33,-2 6-34,0 6 12,0 2-1,5 8 6,3 6-17,12 16-33,-6-8-258,14 14-499,-5-11-784,8 5-1713,1-5 3304,4-7 0,-18-10 0,-3-6 0</inkml:trace>
  <inkml:trace contextRef="#ctx0" brushRef="#br0" timeOffset="14116">10968 4475 19664,'-5'-5'3209,"1"2"-2806,4 3-2201,0 0-1837,-5-21 3635,22 30 0,-17-26 0,18 31 0</inkml:trace>
  <inkml:trace contextRef="#ctx0" brushRef="#br0" timeOffset="14924">11295 4836 21047,'0'11'3534,"0"-2"-2408,0-9 67,0 0-1087,37-73-10,-13 35-63,2-12 1,2-2-575,3-2 574,-16 22 1,-1-1-26,0-3 1,-2-3 8,3-11 0,-1-2-6,-5 9 0,-1 0 3,0-4 0,-2 2-8,-7-4 147,-8 7-131,-4 21 12,-7 2-40,2 12 12,1 8-6,-1 13 5,4 13-16,-5 17-17,5 15-3,9-24 0,2 2-131,9 14 0,4 0-30,-4-15 1,3-1-243,10 16 0,6-2-222,-5-18 1,5-3-759,9 1 1,7 2 0,-3-5-59,0 0 1,1-4 832,18 6 0,2-7-464,-16-13 0,-2-6 241,1 0 1,0-3 785,8-3 0,0-4 448,-7-1 1,-2-5 1174,0-7 1,-4-4-322,-10 4 1,-2-1-224,16-21 526,-19-1-493,-14 6-2111,-2-19 1339,-7 20 1201,-11-4-1208,-8 28 341,-14 5-531,-12 17-22,-7 13-45,26-5 0,2 4 0,-2 11 0,5 2-11,-3 16-17,14 9 6,20-33-1,8-9-4,20-8 5,0-10 22,9-4 11,-1-18 6,-11-11 0,-15 9 0,0-3 1474,-4-4 1,-2-3-1473,-1-5 1,-2-2 41,-3-16 1,-1 1-507,-2 16 0,0 1 540,-1-15 0,-1 2 163,0-4 27,0-5 118,-3 17-263,-1 21-123,-1 10 402,1 14-413,-1 13 1014,-1 15-1020,2 4 0,0 5 0,0 2 0,1 2-328,1 1 0,1 2 311,1 6 0,2-1-62,2-6 1,1 0-230,3 11 0,4 0-617,1-13 1,2-1 0,1-2-219,0 1 1,2-3 1142,10 7 0,-1-7 0,-9-16 0,-1-2 0</inkml:trace>
  <inkml:trace contextRef="#ctx0" brushRef="#br0" timeOffset="15308">13248 4138 25489,'-46'-4'57,"1"1"1,4 0 0,8 8-41,19 29-6,10 6 12,12-8 22,11-1 33,7-16 62,4-7-45,-7-9 96,3-11-35,-9-10-77,-1-2 83,-6-13 152,-8-3-85,-6 1-66,-3 0-85,-3 19-61,3 8-90,-1 7 34,4 7-196,-7 17 28,6-2-1249,-6 39 621,9-26-585,0 2 0,0 1 1420,0 18 0,1-16 0,-1-3 0</inkml:trace>
  <inkml:trace contextRef="#ctx0" brushRef="#br0" timeOffset="15617">13318 4582 26463,'-31'11'17,"0"0"0,-18 23-17,51 6 0,3-3 5,4-13 18,10-3 50,-1-8 83,7 1 24,-5-15-24,-4-11-21,-3-10-74,-4 0 68,-3-16-112,-5 12-112,-3-13-163,0 21-1691,-5 4-1300,1 12 3249,-4 2 0,5 0 0,-1 1 0</inkml:trace>
  <inkml:trace contextRef="#ctx0" brushRef="#br0" timeOffset="16289">2333 5865 19216,'-50'-4'58,"-1"0"1,1-1 0,-12 0 0,4 0-267,11 1 1,7 0-684,0-1 275,38 1 415,48-3 212,-1 1 61,1 1 1,5 0-880,-5 0 0,1 1 960,-4 0 0,3 1 0,2-1-276,6 0 0,1 1 0,2-1 272,-9 2 1,2 0 0,0 0 0,2 0-465,4 1 0,1-1 0,2 1 0,0 1 372,-7-1 0,0 0 0,2 1 0,-1-1 0,2 1-393,3 0 1,2 1 0,-1-1 0,2 1 0,0-1 359,-7 0 0,1 1 1,0-1-1,1 0 1,0 1-1,0-1-142,4 1 1,0-1-1,1 1 1,1 0-1,-1 0 1,1-1 137,-6 1 1,1-1 0,-1 0 0,1 1 0,0-1 0,1 0-1,-1 0-81,4 1 0,-1-1 0,1 0 0,1 0 0,-1 0 0,1 0 0,0 0 82,-5 0 0,0-1 0,0 0 0,0 1 0,1-1 0,-1 0 0,1 0 0,1 0-28,1 0 0,-1 0 0,1-1 0,0 1 0,1 0 0,0-1 1,2 0-1,2 0 63,-10 0 0,3 0 0,2 0 0,0 0 0,1-1 0,1 1 0,-1-1 0,-1 1 0,-1-1 0,-2 1 0,-2-1-28,5 1 1,-3-1 0,-2 1 0,-1-1 0,1 1-1,0-1 1,3 0 0,2 1 13,-3-1 1,3 0 0,1-1 0,2 1 0,1 0-1,0-1 1,0 1 0,-1 0 0,-1-1 0,-2 1-1,-3-1 12,6 1 1,-3-1 0,-1 0-1,-2 1 1,0-1 0,1 0-1,1 0 1,3 0-22,-4 1 1,2-1 0,1 0-1,1 0 1,0 0 0,1 0-1,0 0 1,1 0 0,-2-1-1,1 1-8,-1 0 1,1 0 0,-1 0 0,1-1 0,-1 1-1,1 0 1,-1 0 0,1-1 0,-1 1 0,1 0-10,-1 0 1,0-1 0,1 1 0,-1 0 0,1 0-1,-1-1 1,0 1 0,0 0 0,1 0 0,-1 0-9,-1 0 1,0 0 0,1-1 0,-1 1 0,0 0 0,0 0 0,0 0 0,0 0 0,0 1 0,0-1-4,-2 0 1,0 0 0,1 1-1,-1-1 1,0 1 0,0-1-1,0 1 1,-1 0 0,1-1-1,-1 1-9,4 0 1,1 0 0,-1-1 0,0 1 0,-1 0 0,1 0 0,-1 1 0,0-1 0,-1 0-166,5 1 0,-1 0 1,0-1-1,-1 1 1,0 0-1,0 1 0,-1-1 1,0 0 168,-1 1 0,0 0 0,0 0 0,0 0 0,-1 0 0,-3 1 0,-2-1 0,-4 0 0,17 1 0,-5-1 0,-5 1 0,0 0 0,5 0 0,0 1 0,0-1 0</inkml:trace>
  <inkml:trace contextRef="#ctx0" brushRef="#br0" timeOffset="30248">3218 8689 18986,'-48'9'1280,"0"0"1,9-3 0,3 1-402,-8 4-526,18-4-39,-9 5-68,12-2-89,2 0-39,5-1-96,7-3 34,4-2 28,11-2 90,17-1-141,-2 1 18,36-8-46,-28 2 18,29-8 16,-23 2-62,9-2-229,-4 1-1271,1-1 1523,5 0 0,-22 5 0,0 2 0</inkml:trace>
  <inkml:trace contextRef="#ctx0" brushRef="#br0" timeOffset="31042">4747 8578 19431,'-7'-45'1174,"-1"-1"1,1 1 0,-2-16 0,-1 7-509,-1 5-224,3 12-151,3 13-218,3 12-8,1 7-26,9 29-7,1 5-37,8 29 7,-10-26 1,0 0-345,0 5 0,-1 2 356,-2 2 0,0 2 8,0 12 0,-2 1-8,0-9 0,-1 0-6,-1-2 1,0-2 8,-2-7 0,-1-2 0,-4 9 27,-3 1 242,0-16-129,3-16 100,-1-8-111,0-15-40,-5-8-44,-1-13 704,2-8-738,5-11-23,10 8-5,7-1 6,3 21-6,12 2 0,12 11 39,18 5-45,-9 7-10,8 18 10,-30 0 0,14 19 12,-10-1 0,3 12-18,-8 2 18,-12-2-28,-27 6 10,-1-20 18,-6-14 0,-5-4-12,-18-4-78,-13-3-330,3-23 44,22 0-1075,7-24-3036,22 1 4481,5-4 0,-1 19 0,3 13 0</inkml:trace>
  <inkml:trace contextRef="#ctx0" brushRef="#br0" timeOffset="31274">5428 8688 22218,'0'7'1831,"0"-1"-980,0-6-167,0 0-650,-13 70-18,10-36-120,-4 13 1,0-2-323,8-17-1741,-2 7-488,1-16 2655,0 7 0,0-17 0,0 0 0</inkml:trace>
  <inkml:trace contextRef="#ctx0" brushRef="#br0" timeOffset="31457">5500 8631 23405,'-17'-44'-53,"0"0"1,0 1 0,8 18-463,10 28-2515,7 12 3030,8 11 0,-5-8 0,1 1 0</inkml:trace>
  <inkml:trace contextRef="#ctx0" brushRef="#br0" timeOffset="33057">5871 8633 17151,'14'32'17,"0"-1"0,-2 7 0,-3 0 2485,-5 21-2474,-5-24 0,0-2 11,-5 11 1419,-2-8-1413,1-16 1250,3-8-1150,2-10 236,4-24-297,1 7 3396,8-29-3430,-2 19 34,18-28-50,-10 27 41,2 0 1,3 1-70,3 7 0,6-2-12,-2 15 12,6 21-23,3 5-6,7 18 18,-6 1-57,-2 2-151,0-2-229,0-4-292,3-6-3924,16-8 4328,-16-9-79,18-12 314,-21-13 145,8-10 101,-6-13 96,-6-11-888,-5-9 792,-8 7 151,-7 10 1,0 0 120,2-11-171,-5 16 1,-2 0 189,-1-6 2873,-4 14-3091,-9 10-145,-6 10-29,-11 15 1258,-9 12-1303,-3 17 29,-1 10-83,21-21 0,1 1 38,-7 29 5,10-4 12,7-16-3312,13 4 3289,-2-23 34,22 9 17,-9-21 27,10-6-10,-12-7 77,9-32-83,-15 15 208,15-32-130,-11 16 90,2-9-118,-4 12 460,-2 1-460,-8 25 3360,-1-3-3455,-3 14 0,-1 7 0,-3 11 0,-4 15 0,1 0 0,-1 25 0,5-18 0,8 16 0,10-16 0,11-8 0,7-7 0,4-7 0,3-9 0,0-7 0,-2-12 0,0-8 0,6-23 0,-15 8 0,-10 5 0,-1-2 0,2-16 0,1-12 0,-5 3 0,-7 8 0,-5 10 0,-5 9 0,-1 9 0,0 5 0,1 6 0,1 4 0,2 2 0,7 1 0,5 2 0,9 2 0,5 3 0,12 3 0,-11-4 0,15 2 0,-13-3 0,8-2 0,-4-1 0,-3-4 0,-3-1 0,-5-3 0,-4 1 0,-6 1 0,-6 3 0,-5 2 0,0 9 0,-1 5 0,1 16 0,-3 5 0,1 5 0,-1 2 0,3-2 0,4-3 0,8-6 0,9-3-130,8-11-313,7-6-89,5-11 51,0-11 162,-3-12 162,-6-11 134,-8-10 68,-9-6 56,-7 0 95,-6 5 67,-3 10 68,-3 11 16,-1 8-106,1 8-157,-1 3-40,1 16-27,0-2 6,1 21-12,6-2 6,3 9 5,9-2 0,6-6-27,8-8-12,5-9 34,6-6 0,1-14-1,1-8 9,-19-3 1,-1-4-4,8-9-5,-13 4 0,-2 0 56,-1-8 40,1-5-113,-8 11 0,-5 11 0,-3 9 0,-2 8 0,0 12 0,-2 16 0,-3 21 0,1-15 0,-1 1 0,-2 5 0,-1 3 0,-6 15 0,-2 0-448,5-17 0,0 1 448,-1-1 0,-2 3 0,1 0-12,-3 18 1,2-1-1110,1-9 1,1 1 1120,3 0 0,0 4 0,2-10 0,1-2 0,1 19 0</inkml:trace>
  <inkml:trace contextRef="#ctx0" brushRef="#br0" timeOffset="33682">9285 8716 16567,'1'-52'1439,"0"0"1,0 0-1,0-4 1,2 0-1,-1 13-907,1 7 539,4-16-690,-5 40-170,0 7 287,-2 59-425,0-12-304,1 0 1,-1 4 261,-1 0 0,1 2-29,-1-1 0,1 4 0,-1-2-5,1 12 0,-1 2-76,0-12 1,1 6 0,-1 0-1,0-6-1095,1 11 1,0-1-65,-1-4 0,0 3 0,1-5-1789,0-4 0,1-4 3027,0-1 0,0-7 0,1-9 0,1-4 0</inkml:trace>
  <inkml:trace contextRef="#ctx0" brushRef="#br0" timeOffset="34998">9075 9058 23427,'-2'-42'86,"0"-1"0,5 2 0,11 8-120,15 21 1,8 6-26,-1-2 0,2 1-658,10 0 1,0 2 621,-8 2 0,-2 1-40,21 0 73,2 0-145,-19 0 466,7-5-186,-20 1 330,-8-13-202,-19 7-2177,-10-18 2289,2 15 982,-12-11-640,10 15-269,-2 0-290,6 8-35,3 3-61,1 0 3392,8 8-3369,6 7 5,15 12-23,7 8 1,-4-6-17,6 13-17,-9-5-42,-11-9 0,-1 2 25,2 19 39,-8 3 23,-21-19-6,-2-13 79,-19-7-29,10-16-16,-8-7 34,16-14-7,8-9-27,13-7-17,8-1-28,10 2-17,6 5-55,3 6 4,-7 10-128,8 3-324,5 7 16,2 2-51,8 3 107,-12 3-3174,-2 2 3566,-11-2-2078,2 2 2173,-17-1 398,3 0-168,-12-1 2213,0 1-2426,-3 5 2298,0-1-2326,0 14 3194,2-9-3228,13 14 6,-1-15-28,30 6-11,-8-11 22,14 0 6,-20-6 28,3-11-12,-19 2-38,8-35 38,-16 23 18,1-29-18,-9 30 34,-9-14-11,-4 21 17,-11-1 6,0 18-51,0 10 5,-4 23-5,11-8 39,-2 22-11,13-13-67,1 10 34,4-11-85,14 13-168,7-19-274,16 9-414,7-16-37,-10-14 0,2-3-333,27 1 393,0-7-169,-4-11 487,-11-7 482,6-12 297,-3-7 111,-2-6-72,-12 8 341,-9 11 1,0 0 566,5-3 1416,1-6-2223,-23 22 190,-21 14-157,-10 11-101,-5 10-139,3 4-63,6 1-44,8 1 267,8-2-233,11-2-17,9-5-12,12-7 1,9-5-23,5-10 51,0-7-6,-3-9-12,-5-8 29,-7-9 22,-10-7 45,-8-4 12,-14 1 21,-10 9 29,-10 12 16,-6 12-11,-2 17-22,0 10-84,3 13-45,4 9 11,7 5-22,7 5-23,7 12-10,4-18-57,9 14-196,8-22-633,13 7-1971,11-8 2025,0-8 0,-13-12 0,-12-7 0</inkml:trace>
  <inkml:trace contextRef="#ctx0" brushRef="#br0" timeOffset="36794">2664 10645 26334,'18'-14'118,"27"-9"-191,0 4-559,-9 5 1,2-1-64,-4 3 1,-1 1-3065,-1 1 1,-1 0 2831,15-4 1,-20 6 0,-16 5 0</inkml:trace>
  <inkml:trace contextRef="#ctx0" brushRef="#br0" timeOffset="37860">4670 10709 21332,'-3'-50'1098,"0"1"0,1 4 0,-1 10-852,-1 19 241,2 6-402,1 7-40,1 1 0,0 14-12,-1 0 29,1 24-12,-3 5 0,-4-3 1,-3 2-32,1-4 1,-1 1-184,-3 6 0,-2 0 189,4-11 0,1-2-2,-5 20 27,5-15 152,5-16 11,1-12-135,0-16-28,-3-20-38,2 4 366,-5-23-372,3 11 33,-1-15-17,2-3-16,3-1 56,8 5 16,6 9-72,6 11-12,3 12 23,3 9-17,6 10 11,8 12 0,6 14-5,4 14-317,-24-14 1,-2 1 315,1 2 1,-2 2-9,-1-1 1,0 1 16,0-3 0,-1 0-91,18 16 94,-1-14 67,-4-15 22,-6-17-10,-7-17-1,-4-17-62,-6 0 59,-4-8 1,-2-1-54,-2-2 108,-1-4 1,0-2-109,-3-9-265,2 24 1,0 2 242,0-17 28,1 2-174,1 30-61,2 0-1451,8 21 1641,11 18 0,-7-8 0,3 7 0</inkml:trace>
  <inkml:trace contextRef="#ctx0" brushRef="#br0" timeOffset="39328">5458 10626 18296,'-43'1'1309,"0"-1"0,6 1 0,8-1-1101,21 0-35,16-3 29,11-2-29,17-3-33,12-2 0,6 0-61,-11 2 66,13-3-105,-24 6-24,8-2-38,-20 5-191,-9 2-851,-5 0-4033,-5 0 5097,0 0 0,0 0 0</inkml:trace>
  <inkml:trace contextRef="#ctx0" brushRef="#br0" timeOffset="46521">1392 18142 24575,'0'0'0</inkml:trace>
  <inkml:trace contextRef="#ctx0" brushRef="#br1" timeOffset="65486">5945 10449 16488,'-1'-5'5516,"-1"2"-2614,2 3-2768,-9-44-117,7 33 28,-4-27-6,17 50-5,8 12-12,8 11-5,4 10-23,0 4-376,-2 3 382,-6 1 12,-10-2-108,-13-1 124,-14-5 23,-13-8 72,-4-10 118,-7-15-179,14-11 33,-2-19-50,19-11 355,3-13-344,14-7-45,11 0-16,12 5 16,6 5 83,3 10-156,1 8-61,1 7-140,1 7-203,3 3-251,0 5-173,-1 3-34,-2 2 61,5 1 756,-18-3 124,4-2 190,-22-10 158,1-5 234,-6-9 202,-4-5 45,-4 1-57,-2 4-239,-2 8-304,-1 6-218,1 4-67,1 6 33,1 8 6,0 8 0,0 11 12,4 4-35,13 7 12,-2-14-28,19 6 5,-1-18 17,10 0 23,4-7 11,-3-13 50,-5-7 23,-7-12 50,-7-9 33,-4-7 102,-3-6 156,-1-1 22,-2 5-44,-2 11-101,-5 12-213,-4 11-128,-2 10 33,-1 18 33,1 22-30,-1-8 0,0 3-14,-1 7 0,-1 3-693,-1 6 0,-1 1 645,-1 3 0,0 1-316,0 3 0,0 2-958,2-19 0,1 0 0,0-1 1333,0 15 0,1-4 0,1-16 0,0-4 0,0 4 0</inkml:trace>
  <inkml:trace contextRef="#ctx0" brushRef="#br1" timeOffset="70687">7818 10385 11872,'0'-9'4181,"-6"-24"1,-2-5-2452,-1 0-1131,-2-5 1,1-1 319,-2 5-315,3 11-430,2 12-359,4 9 101,1 10 112,3 18-5,4 21-15,-1-9 0,0 4-16,1 9 0,0 0-9,0-7 0,0 2-252,1 9 0,1 5 1,-1-7-592,0-12 0,0 0 325,3 11 1,1 5 0,0-6-1636,0-9 0,1-3 1573,1 5 1,-1-3 0,4 8-1,-8-21 1</inkml:trace>
  <inkml:trace contextRef="#ctx0" brushRef="#br1" timeOffset="71177">7695 10788 21165,'-35'-50'508,"1"0"0,2 4 0,10 8-609,24 12-83,29-1 144,-2 9-24,4 6 0,4 2-419,-5 3 1,2 2 230,10-2 0,1 0-180,1 2 1,0 0-684,3 0 1,-1 1 324,13-1 290,0 0 847,-40 2 882,-5-3 479,-14-1-358,-9-2-705,-3 0 604,-5-1-488,4 1 297,-3-1-811,4 2-315,4 1-307,4 2 84,6 3 241,6 5 55,10 8-22,8 13-27,6 11-26,-15-7 0,-2 2-14,6 12 16,-11-10 1,-4 1 45,-8 9 78,-10 8 173,-8-11 225,-7-15 44,5-15-145,6-22-100,7-14-85,14-15-138,5 12 1,5-2-23,2 4 1,2 0-12,1 1 1,1 2-105,3 0 1,1 4-1121,19-9-2943,-16 14 0,1 1 3322,20-6 0,-19 11 0,-14 5 0</inkml:trace>
  <inkml:trace contextRef="#ctx0" brushRef="#br1" timeOffset="72795">8847 10539 22509,'-21'-40'1747,"4"9"-1517,17 30 678,-1 1-1021,-1 1 46,1 1 56,-3 5 5,3 4 12,0 0 5,0 7-17,2-6 12,5 4 5,1-6 34,16 2-28,-1-7 27,15 1-4,-3-5-17,-3-5 72,-6-4 28,-9-7-84,-8 1 79,-7-21-57,-7 6 23,-4-16-22,-5 12-12,-2 5-22,4 12 23,-10 4-34,2 12 16,-12 7-22,1 12-22,-2 12 0,4 10 11,7 6-22,9-7-107,14 17-28,19-18 17,6 4-261,9-20 1,5-5-163,-8-7 0,2-2-734,14 4 1,2-1-472,-7-7 1,-2-3-482,-3-3 1,0-3-234,-4-2 1,-2-2-515,21-18 3220,-13-6 2716,-13-3 920,-11-3-231,-8 1-694,-6 1-700,-7 2-227,-3 6-1089,-6 5-346,1 7-315,0 7-213,4 5-90,4 2 73,1 8-6,4 5-27,0 10-1,4 3-11,4 0 12,3-6 10,12 0-5,-8-11 67,8 1 107,-7-13-17,0-7-56,-3-10 11,-3-7 39,-4-2 23,-7 2 50,-5 6-22,-7 5-85,-4 8-44,-7 7-17,-5 11-17,-3 8-44,3 11-29,9 7 17,10 5-28,18 4-201,17-1-942,21-1-159,-17-22 1,4-2 1346,5 1 0,-2-2 0,8 2 0,-7-3 0</inkml:trace>
  <inkml:trace contextRef="#ctx0" brushRef="#br1" timeOffset="80751">954 9154 19742,'-34'-39'896,"1"-1"0,5 3 1,4 14-780,5 28 23,4 23-101,6-3-5,-2 12-6,8-5-4224,13 5 4241,0-6 215,36 1-92,-2-24-232,10-3 221,8-19-48,-22-6 0,-1-4-76,-11 9 1,0-2 25,15-13 0,-5 0-3,-10 3-6,12-19-22,-11 10-28,6-8-252,1 1-448,-8 16 1804,0 6-2677,-13 18-3942,-1 15 5515,-9 4 0,0-1 0,-4-4 0</inkml:trace>
  <inkml:trace contextRef="#ctx0" brushRef="#br1" timeOffset="81251">1006 11083 8055,'-39'-45'1762,"1"-1"1,4 5-1,5 5 1599,14 9-2986,6 8 1107,4 9-1482,3 9 899,1 13-866,1 2 3393,1 19-3421,2 0 40,6 20-11,5-10 50,9 1 101,6-18 83,6-11 136,16-18-309,-14-6-14,-8-3 0,0-5 48,15-16-437,-16 11 0,1-1 336,16-15-6,-14 11 1,-1 0-219,10-7-626,-13 11 1,0 0 821,12-5 0,-18 14 0,-5 6 0</inkml:trace>
  <inkml:trace contextRef="#ctx0" brushRef="#br1" timeOffset="90293">3825 8110 20701,'43'-33'2332,"-8"17"0,6 2-2098,3 6 0,5 3 0,3 0-1395,-7-1 0,2 1 1,2-1-1,0 1 1200,8-1 0,1 0 0,1 1 0,1-1-303,-7 0 0,1 1 0,1-1 0,1 1 0,0-1 288,4 1 0,2-1 0,0 0 0,0 0 1,2 0-96,-8 0 0,1 0 0,1 0 0,0 0 0,0 0 0,1 0 91,-6 1 1,1-1 0,0 0-1,1 0 1,0 0 0,0 0-1,1 0-216,3 0 0,0-1 1,1 1-1,1-1 1,0 0-1,0 0 1,1 1 187,-6 0 1,2 0 0,-1 0-1,1-1 1,0 1 0,1 0 0,0 0-1,0 1-22,-3-1 0,0 1 1,0 0-1,0-1 0,1 1 1,0 0-1,0 0 0,1 0 1,0 1 15,2-1 1,0 1 0,1-1 0,0 1 0,0 0 0,1 0 0,-1 0 0,1 0-1,0 1 17,-5-1 0,0 1 0,1 0 1,-1 0-1,1 1 0,0-1 0,0 0 1,0 1-1,0 0 0,0 0 22,0 0 0,1 0 0,-1 0 1,0 1-1,1 0 0,-1-1 0,1 1 1,-1 0-1,0 0 0,0 0-19,5 0 0,0 0 0,0 1 1,0-1-1,0 0 0,-1 1 1,1-1-1,-1 1 0,-1 0 4,-2 0 1,-1 0 0,1 0 0,-1 1 0,-1-1 0,1 1 0,-2-1 0,1 1 0,-1 0 35,2-1 1,-1 1-1,0-1 1,0 1-1,-1-1 1,-1 1 0,1 0-1,-1 0-45,5 0 0,1 0 0,0 0 0,-2 0 0,-1 1 0,-2-1 1,-4 0 8,13 1 0,-5-1 0,-3 1 0,1 0-172,0-1 1,0 1 0,-3 0 0,-10 1-1560,-11 1 1,-4 1 1544,24 6 1,-33-3-1,-16-3 1</inkml:trace>
  <inkml:trace contextRef="#ctx0" brushRef="#br1" timeOffset="90819">4274 9863 23618,'50'-6'152,"1"0"1,-1 0 0,1 1 0,3-1-1,0 1 1,2 0 0,-1 1-122,2 1 1,0 1 0,1 1-1,2-1-931,-8 0 1,2 0 0,1 0-1,0 0 1,0 0 875,6 0 1,-1-1 0,2 0-1,0 0 1,1 0-41,-8 0 0,0 0 0,1-1 0,0 1 1,2-1-1,2 0 128,-4 0 1,1 0 0,3-1 0,0 1 0,1-1-1,-2 0 1,-1 0 0,-4 1-136,3-1 1,-3 1 0,-2 0 0,0-1 0,3 1 0,2-1 143,0 0 1,3-1 0,3 1 0,0-1 0,1 0 0,-2 0 0,-1 1 0,-4 0-172,1-1 1,-3 1-1,-1 0 1,-1 0-1,2 0 1,2 0 143,0 0 0,2-1 0,1 1 1,1-1-1,0 1 0,0-1 1,-2 1 36,-1 0 1,-1-1-1,0 1 1,-1 0 0,1 0-1,1 0 1,0 0-157,4 0 1,2 0 0,1-1 0,-1 1 0,0 0 0,-3 0 0,-4 0-96,3 1 1,-4-1-1,-1 1 1,0 0-1,3 0 159,2 0 1,5 1 0,2-1 0,-3 1 0,-6 0 0,-11 1 0,4-1-1,-6 2 1,-2 0 0,0 0 0,0 1 0</inkml:trace>
  <inkml:trace contextRef="#ctx0" brushRef="#br1" timeOffset="91260">4760 11702 18906,'-58'16'238,"1"1"0,-1-1 0,-2 1 0,-1 1 0,7-2 104,7-2 1,2-1-1,-5 1 0,3-2 235,10-3 1,4-4 952,-7-7-1698,28-5-121,44-16 798,4 8 1,8 0-1054,0 2 0,4-2 1,3 1 656,-3 2 1,3 0 0,1 0 0,1 0-471,-3 2 1,1 0 0,1 0 0,1 0 0,0 0 395,7-1 1,1 1-1,1 0 1,0 0 0,2 0-303,-7 1 0,0 0 0,2 1 0,0-1 1,0 1-1,1-1 318,-5 2 1,1 0 0,-1-1 0,2 1 0,0 0-1,0 0 1,1 0-117,3 0 0,1 0 1,0-1-1,1 1 0,0 0 1,0 1-1,1-1 47,-6 1 1,0 0 0,-1 0 0,2 0 0,-1 0 0,2 1 0,1-1 0,1 0-51,-5 1 1,2 0 0,1 0 0,1-1 0,0 1 0,1 0 0,-1 0-1,0 0 1,-2 0 0,-1 0 76,7-1 1,-1 1 0,-1-1-1,0 1 1,-1-1 0,0 1 0,0 0-1,-1 0-7,-1 0 1,-1 0 0,1 0 0,-1 1 0,0-1 0,-1 0 0,-1 1 0,-1-1 26,10-1 1,-1 0 0,-1 0 0,-2 1-1,-1-1 1,-2 0-11,-3 1 0,-4 0 1,0 0-1,-1 0 1,3 0-18,5 0 1,2-1 0,1 0 0,-1 0 0,0 1-543,-2 1 1,1 0 0,-1 0 0,-3 0 0,-3 1 548,12-1 0,-5 0 0,-3 1 0,-8 1 0,-1 1 1,-10 0-1,2 1 0</inkml:trace>
  <inkml:trace contextRef="#ctx0" brushRef="#br1" timeOffset="97627">14587 6445 13480,'-15'-51'1586,"1"-1"1,-3 5 0,-4 10-623,-27 14-196,-14 12-455,26 12 1,-2 4-771,-3 2 0,-1 5 681,-4 5 0,-1 3-427,-1 5 1,0 3 311,1 3 1,0 6-41,9 3 0,1 5 0,4 0-66,-2 8 0,5 1-214,7-5 0,2 3 0,6-5 191,8-5 1,6-4-4,3-2 1,6-2-9,8-3 1,7-3-380,7-2 1,6-2 395,14 4 0,7-3 6,-14-12 1,2-3-1,2-1-280,3-2 1,2-2 0,1-1 283,0-1 1,1-1-1,2-2 17,6-3 0,2-2 0,-4 0-221,3 0 1,-3-2 231,-11-2 1,0-2-1,-5-2 229,-8-4 0,-3-2-211,4-6 0,-1-5 0,-6-2 0,-5-4-3,-3-3 0,-3-3 11,-3-3 1,-2-3 16,-4-1 0,-2 0 3,-2-1 0,-3 1-20,-4 2 1,-5 2-12,-2 4 1,-6 2-18,-5 3 0,-7 4-763,-19-2 0,-4 6 738,13 8 1,-2 4-13,-2 3 0,-4 2 0,-2 4-1,-3 5 0,-1 6 1,1 0-232,-14 2 1,2 1 135,15 0 1,0 1 0,5 2-506,2 8 0,7 1 201,1 6 415,10 3 0,4 0 0,6-8 0,1 13 0</inkml:trace>
  <inkml:trace contextRef="#ctx0" brushRef="#br1" timeOffset="98593">14537 6658 13626,'-63'0'1479,"0"0"0,8 0 0,7 0-572,10 0 647,26 0-1313,64-1-146,-10 0-623,1 0 1,10 0 0,-2 0 552,3-1 1,2 0-10,-1 0 1,4-1 0,0 1-17,-5 0 0,-1 0 0,1-1-349,3 0 1,1 0 0,-2 0 333,-11 1 0,-1 0 0,3-1-8,2 0 1,4 0 0,1-1 0,-5 1 12,-1-1 1,-3 1 0,1-1-3,8 0 1,2 0 0,0 0-23,2-2 1,-1 0-1,-4 0-230,-1 0 0,-2-1 261,10 0 0,0-2 62,-11 0 0,-7-1 13,-4 0 119,16-11 274,-35 1 986,-5-5-1317,-10 1 1829,-26-14-1828,-8 11-26,5 7 0,-2 2 1371,-28-8-1189,23 15 0,2 1-145,-10-2 11,3 5-169,29 6 1,1 0 22,8 2 45,5 5-5,7 5-34,2 1-6,11 8-11,9 10-6,4 3-5,2 2-17,-14-10 0,-2 0-39,2 3-149,2 6 1,-2-1-99,-8-2-1241,-5 2 1,-7 3 1554,-22 9 0,8-5 0,-10-13 0</inkml:trace>
  <inkml:trace contextRef="#ctx0" brushRef="#br1" timeOffset="99421">17292 6175 9374,'2'-9'2814,"4"-25"1,-2-5-972,-12 7-1126,5-10 0,-5 3 381,-30 14-331,-17 9-440,20 15 1,-1 3-435,-7 5 1,-1 4 296,-5 6 1,1 5-661,-4 5 0,2 5 551,0 5 1,2 4-49,17-11 1,1 1 0,2 1-9,-11 18 0,6 2-295,6 0 1,5 1 274,7-2 1,8 0 2,9-2 1,8-2 8,8-2 0,7-4 8,11-3 0,8-6-18,-9-11 1,5-3-1,1-2-509,8-2 0,3-2 0,2-3 485,6 0 1,3-2-1,1-2 12,-13-2 1,1-1 0,1 0 0,-1-2 9,0-1 1,0-1 0,0 0 0,0-2 13,-3 0 1,1 0-1,-2-2 1,0-1 24,10-3 1,-1-3 0,-2-1 0,-6-1 0,-1-1 0,-2-2-109,-6-1 0,-1-3 0,-3-1 106,11-13 0,-4-4-12,-7-4 1,-5-4-9,-6-3 1,-5-2 8,-4-2 0,-7-1 2,-6 0 1,-7 1 8,-9 2 0,-8 4 0,-12 4 0,-9 4-7,7 17 1,-4 3-1,-2 2-99,-6 1 0,-3 4 1,-1 1 70,-3 3 1,-2 2-1,0 2-37,1 0 0,-2 2 1,2 2-151,2 2 1,0 2 0,2 2 26,6-1 0,0 2 0,2 2-318,-11 6 1,5 5-617,10 0 1,5 6-1736,9 3 1,5 2 2821,-4 27 0,15-19 0,6-14 0</inkml:trace>
  <inkml:trace contextRef="#ctx0" brushRef="#br1" timeOffset="99946">17772 6421 12490,'-56'-10'1115,"0"0"1,1 0 0,4 0 0,1 1 0,5 2-615,3 1 0,6 1-36,-17-3 452,27 5-855,33 0 72,26 3-81,-2-1 1,5 1-565,10 0 0,4 0 545,11 0 0,3 0-426,-16 0 0,1 0 0,1 0 407,4 0 0,2 0 0,1 0-17,3 0 0,2 0 0,-1-1-4,-12 1 1,-1-2-1,1 1 1,0-1-5,0 0 0,0 0 1,0 0-1,0-1 0,14-2 1,0 0 0,0-3-496,-13 1 1,1 0-1,-2-2 1,-3 1 518,18-3 0,-4-1 10,-13 0 0,0-2 1,-6 1 216,15-15 98,-26 6 0,-3-1 512,1-8-453,-16-13 1275,-26 12-1331,-16-8-169,6 19 1,-2 2 16,-4 1 1,-2 2-18,0 1 1,0 3 123,-26-7-285,25 10-12,17 7 16,26 8 1,12 7-28,3 1 17,6 2-12,7 4-11,6 4-183,-15-8 0,0 2 205,0 1 1,1 2-37,6 6 1,-1 1-21,12 13-59,-17-11 1,-4 0-490,-4 9 1433,-5 13-834,-25 3 0,4-25 0,-9-3 0</inkml:trace>
  <inkml:trace contextRef="#ctx0" brushRef="#br1" timeOffset="100261">19823 6165 14118,'1'3'-2793,"0"-1"0,-1-2 0</inkml:trace>
  <inkml:trace contextRef="#ctx0" brushRef="#br1" timeOffset="100785">20714 5723 8321,'0'-6'3797,"0"1"-6550,0 5 3717,-36-66 749,10 36-275,-11-14 0,-4 3-873,-1 22 192,7 9 1,-3 3-52,-25 7-370,9 9 0,-2 3-260,16-4 0,0 3-313,-1 5 1,-2 3 0,2 2 292,-4 5 0,1 3-40,8-3 1,-1 1 0,0 2-10,3 2 1,1 0-1,2 2 733,3 0 0,2 0 0,3 3-748,3 7 1,3 2-1,4-1-12,3 11 1,5-1 8,3-1 0,7-3 5,13-6 1,7-4-5,4-9 1,5-3 9,13 6 0,7-3-259,-12-13 1,3-1 0,2-4 243,5 0 0,3-3 0,3-2-305,0-3 1,4-2-1,0-1 1,-4-1 315,-1 1 0,-2-2 0,4-2 7,-4-2 1,6-1-1,2-2 1,-3 0-1,-9 1 2,11-4 1,-2-3 3,-13 2 0,7-3 0,1-1 0,-2 1 0,-8 0 5,5-3 0,-1-3 25,0-2 0,6-3 1,-1-2-1,-8 3-328,-5 0 1,-2-3 310,7-5 1,4-6-1,-4-2 19,-12 3 0,-4-3 1,-2 0-5,0-1 0,-2 0 1,-2-1-16,-1 2 0,-1 0 1,-8-1 77,-13-22 1,-10 5-91,-16 0 18,2 25 0,-7-2 0,-3 6-20,-19 3 1,-8 5-38,8 4 0,-5 0 0,-4 2 10,13 7 0,-3 1 0,-1 1 0,-1 1 0,2 1-63,-8-1 1,0 2 0,2 0-1,-1 2 45,1 0 1,0 0 0,0 2 0,2 1-79,4 2 0,1 1 0,2 1 0,3 1-197,-1 2 0,3 1 0,0 1-60,-5 3 0,-1 2 0,3 2-742,-10 9 1,5 5-3803,5 11 1,5 2 4391,17-16 1,3-2 0,1 4 0,5-5 0,9-15 0</inkml:trace>
  <inkml:trace contextRef="#ctx0" brushRef="#br1" timeOffset="101918">20274 6050 13285,'-46'8'1317,"0"0"1,-1 0 0,-7 1 0,8-1-937,8 4 58,32-6-282,7 1 255,17 0-132,16-2-171,3-3 1,4 0-659,2-1 1,3-1 570,17-2 1,0 0-12,-16 1 0,0-1 9,14-2 0,4 0-13,-17 0 1,0 1-1,1-1-9,1-1 0,1 1 0,2-1-572,7 0 1,1-1-1,-1 0 576,-11 0 0,-1 0 0,-1 0 1,-1 0 1,-1 0 0,-1 0-314,19-3 1,-3-1 323,-5 1 0,-2-1 3,-6 2 0,-3-1 0,-3 0 0,-3 1-75,-4 0 0,-1-1 136,24-7 34,-6 0-45,-16 3 990,15-7-968,-16 5-27,16-8 28,-10 5 10,-2 1-49,-10 6 1900,8-2-1929,-14 6 877,10-3-865,-3 5-28,-10 3 242,4 0-231,-3 1 5,-2 1 34,6-2 23,-8 0 45,-3 0 307,-6 1-269,-2 0 146,-4 1-493,-1 0-39,-4 0 51,2 3 66,-3 2 57,5 2 33,-1 1 12,2-3 66,-1-1 40,1-3 123,0 0-202,2-2-16,-1-1 11,4-2-6,-2 1 0,1-2-11,0 3 0,0-1 23,0 0-46,2 0 29,1-1 61,0 1 17,-2-1 11,-3 0-11,-1-2 0,-5 0-56,-1 1 34,-12-2-1,1 3 7,-7-3 10,6 3 40,1-1 38,1 1 18,-1-2-6,-2-1-11,0-1-12,-1 2 7,2 1-12,2 1-23,4 1-78,5 2 29,3-1-40,2 2 11,10 0-28,-1 0 0,18 3-5,1 3-6,9 8-11,4 5 33,1 6-11,-3 5-33,-4 4-6,-7 3-45,-8 0-157,-6 2-302,-7-1-520,-7-1-1279,-10-1-4642,-6-2 6973,-3-7 0,6-11 0,6-8 0</inkml:trace>
  <inkml:trace contextRef="#ctx0" brushRef="#br1" timeOffset="102393">23187 5549 17445,'0'-6'3854,"0"1"-2487,0 5-594,-26-60-286,-1 37-311,1-12 1,-5 3-267,-29 23 188,25 6 0,-1 4-23,-3 2 1,0 4-29,-1 2 1,1 5-17,1 3 0,3 3-17,2 5 0,4 3-9,3 3 1,4 2 2,5 4 1,4 0-9,5 2 0,4 1-9,7 0 1,5-1 5,5-1 1,6-2-323,7 0 0,6-3 313,5-3 1,5-2-585,5-1 0,3-4 576,3-1 0,2-3 23,2-2 0,1-3-9,1-3 1,1-3 7,-2-2 1,1-4 14,-2-4 0,0-3 11,-3-3 0,-1-4 5,-1-4 1,-2-3-3,-1-4 0,-1-2 19,-1-5 1,-2-3 10,-2-3 1,-3-3 0,-4-4 0,-4-3 13,-5-1 1,-5-2-9,-5-1 0,-7 0-6,-10 2 1,-9 0-14,-10 2 0,-10 3-43,-13 1 1,-9 5-77,9 13 0,-3 2 0,-2 3-807,-6 1 1,-2 3-1,1 2-207,8 3 1,1 2-1,0 1 1085,-6 3 0,0 3 0,11-1 0,6 0 0,9 2 0</inkml:trace>
  <inkml:trace contextRef="#ctx0" brushRef="#br1" timeOffset="136390">12286 6347 13312,'4'-52'1876,"0"0"0,0 1 1,1-6-1,-2 4-1280,1 6 1,-1 5 378,-1-2-129,2-6-169,-2 15-307,0 14-281,-2 12 18,0 16 50,-1 17-68,-3 23-64,1-16 1,0 4-1079,0 17 0,0 0 1053,2-15 0,0 1-6,4 15 1,3-2-310,13 7 279,-3-25 0,3-1-1,2-5 1,4-5-15,2-4 1,2-5 8,2-3 0,1-4 5,0-6 1,1-4 8,27-12 79,-8-14-7,-27 7 1,-4-2-6,6-10 25,-13 2 1,-4 1-3,-5 3 2172,0-23-2038,-6 23 360,-2 0-321,-1 8-67,-2 10-112,3 6-50,0 7 5,0 10 0,0 12-22,1 12-129,3 18 17,3-17-320,10 12-571,8-22-1383,15 3 2397,15-7 0,-22-11 0,0-5 0</inkml:trace>
  <inkml:trace contextRef="#ctx0" brushRef="#br1" timeOffset="136573">12990 6044 22347,'-40'-37'222,"0"0"0,4-1 0,11 17-642,23 30-359,10 6 191,3 5-1663,12 8 2251,5-4 0,-10-7 0,1-3 0</inkml:trace>
  <inkml:trace contextRef="#ctx0" brushRef="#br1" timeOffset="136973">13207 5967 19305,'-3'-2'4839,"0"0"-3242,3 2-1558,-16-15 0,17 24-16,-9-4-23,27 40-17,-1-2 11,0-2 6,-5-2 39,-7-13-22,1 8 134,-4-16 107,-2-5-146,0-16 17,-1-12-17,0-11 123,4-23-17,6-7-128,0 10-34,7 3-39,-8 27-28,6-4-68,4 11 46,-3 2-135,16 14-6,-11 5 45,6 6-240,0 6-449,-3-5-874,9 3-6200,20-5 7892,-12-9 0,-2-4 0,-23-4 0</inkml:trace>
  <inkml:trace contextRef="#ctx0" brushRef="#br1" timeOffset="137191">13868 5771 19451,'-18'-54'2029,"0"0"1,-2 1-1,0 4-1290,-5-3-240,1 8-258,12 27-202,7 10 39,4 15-61,5 2 11,12 34-17,-5-15-17,4 11 1,-1 2-12,-2 0-78,2 7 0,-2 0-28,-1-5-314,3 1 0,2-1-1165,8-1-249,-4-15-1,1-4-2527,10-1 3531,4-13 0,-27-8 0,0-1 0</inkml:trace>
  <inkml:trace contextRef="#ctx0" brushRef="#br1" timeOffset="138247">14191 5743 18218,'-18'-45'1465,"-1"0"1,3 5 0,1 9-956,-3 14-118,1 11 6,-3 16-12,-6 12 0,-7 16-16,-3 10-211,17-21 1,1 0-28,0 1 0,2-1 70,-8 24-68,10-7-22,13-10-22,14-8-40,13-9-22,14-9-17,6-5-33,4-9-51,0-8-33,1-7 27,-10 1-134,9-10-162,0-7 162,-2-3-1556,-21 14 0,-3 0 1769,0-4 62,-4-3-6,-16 20 134,-6-4-10,-5 10 50,-8 0-12,-4 5 3432,-8 6-3550,5 3-72,2 2 12,7 5-29,8-1 0,1 5 11,9-1-27,7-1-12,11-3-17,8-4-16,7-5 5,3-8 17,2-6 34,-4-9 11,-5-7-1,-9-4 18,-9-2 28,-9-8-23,-7 14 28,-9-5-33,-3 18 27,-8 1 6,-4 7 6,-5 9-11,-3 6-12,3 9-22,4 7-11,11 4-11,5 4-12,8 1-33,10 0-28,7-3-45,15-5-208,2-13 1,4-2 22,10 1-54,-11-6 1,1-2-473,21-3 439,-25-5 0,1 0 135,8-2 0,1-1 165,-3-4 0,0-2 95,-5-1 0,-2-2 42,-4 0 1,-2-3 131,18-18 95,-9-3 106,-9-2 40,-10 0-23,-8 4-6,-14 4-32,-8 9-74,-14 10-78,-10 9 270,-8 13-377,-11 17-84,18-2 1,-9 19-23,28-11-23,2 7-21,13-2-18,15-8 12,14-8-23,13-10 6,8-12 64,-16-8 0,-1-2 14,12-10 8,-14 2 1,-3-4 36,-2-16 28,0-16-36,-16 24 0,-2-3-328,-6-25 0,-3 0 313,4 22 1,-2 1 58,-3-25 1,-1 4 19,3 19 190,-4-14 57,0 30-124,-3 1-157,1 15-55,0 13-6,0 15-17,1 15-23,1 16 6,6-20 1,2 1 157,2 5 1,2 1-302,3 4 1,2 0-628,3 2 1,4 0-422,1-2 1,4-1 1207,6 1 0,-1-4 0,4 4 0,0-9 0</inkml:trace>
  <inkml:trace contextRef="#ctx0" brushRef="#br1" timeOffset="138980">15732 5116 20380,'13'-58'1477,"0"0"0,-1 7 0,-1 5-654,4-9-397,-6 21-286,-5 17-45,-1 13 79,3 17 22,7 28-157,-3-5-3,-3-2 1,-1 2 2,-1 23-34,-2-11 1,0 2-234,-2-16 1,1 0 213,1 14 0,1-2-31,10 6-143,8 7 171,9-16 17,6-14 17,3-13 22,0-14 17,-2-14 34,-2-14 16,-3-16-11,-2-13-74,-15 25 0,-1-1 52,-1 0 0,0 1 106,11-25 193,-7 13-142,-6 13-68,-7 13-95,-3 10-50,-2 4-6,0 10 521,0-1-543,0 23-28,3-2-62,1 15-151,5-5-319,5 1-695,6 0-2706,5-5 3972,-1-7 0,-8-11 0,-7-9 0</inkml:trace>
  <inkml:trace contextRef="#ctx0" brushRef="#br1" timeOffset="139181">16452 4958 21976,'-5'-5'3003,"1"1"-2560,4 4-432,0 0-247,-48-54-139,43 48-420,-28-33-695,62 63-3042,12 5 4532,-2-3 0,-12-10 0,-12-7 0</inkml:trace>
  <inkml:trace contextRef="#ctx0" brushRef="#br1" timeOffset="139630">16769 4991 19344,'0'-5'5086,"0"1"-3310,0 4-1457,-25-61-246,17 45-93,-6-20 0,3 10 15,9 30 22,6 9-29,5 10 1,6 11 5,-1-1 1,0 2-34,8 19-1271,-9-21 0,-1-2 1276,2 7-33,0-5-90,-4-1-123,-1 7-101,-8-6-224,-12-3-459,-8-8 2306,-6-8-2458,0-13 130,3-15-112,4-28 1091,9 4 216,4 2 1,2-1 134,4-24 319,0 23 0,2 0 618,-1-3 1,1 2 157,2-17-824,-1 11 275,-6 21-286,-1 12-297,0 2 221,0 7-428,0 18-5,1-1-23,1 26-101,2 1-196,5 16-1007,5 5 38,-2-31 1,2 0 1293,3 2 0,0-3 0,1 3 0,1-6 0</inkml:trace>
  <inkml:trace contextRef="#ctx0" brushRef="#br1" timeOffset="140290">17170 5153 11642,'-3'9'5086,"0"-2"-2946,3-7 4811,0 0-6564,21-57-127,-13 27 0,1-2-165,4-17 1,0-1-251,-5 14 1,-3 1 201,-2-1 1,-3 2-3,-2-10-9,0 6 0,-3-2 26,-6-21-15,3 24 1,-1 0 53,-2 2 0,-1 2 44,-7-9-94,1 12 5,4 22-34,-2 20-16,-1 14-1,-1 25-2,12-18 0,1 1-14,0 27-9,7-19 1,4 0-5,0-6 1,3 2-185,10 17 1,2 1-470,0-10 1,1-2 202,7 5 1,1-5 134,-9-17 0,1-4-711,3 1 0,0-2-3666,11 2 4716,1-2 0,-17-12 0,-11-7 0</inkml:trace>
  <inkml:trace contextRef="#ctx0" brushRef="#br1" timeOffset="140506">17204 4856 22207,'-38'-18'593,"-1"0"1,2 3-1,13 3-391,25 7-140,12 1-29,28-8-38,-5 4-398,1-1 1,0 0 368,6 0-81,-7 0 1,1 0-307,18-5-4083,-18 6 1,-2 0 4248,6-2 0,-10 3 0,-26 6 0</inkml:trace>
  <inkml:trace contextRef="#ctx0" brushRef="#br1" timeOffset="141774">12265 6241 17064,'-5'-48'1733,"0"1"0,0 3 0,2 6-770,4 5-230,2 2-161,2 5-96,1 4 67,0 3-296,-2 5-158,-1 3 57,-1 3-62,0 4-45,1-1-6,1 3-11,1 1 12,6 6-18,-4 0 40,6 12 12,-4 6 21,3 23-44,-1 2-39,-4-16 0,-1 0-6,4 14 0,5 13 6,-1-13 5,4 10 23,3-2-6,-5-13-6,-1-9 12,-3-10 5,-2-10 23,2 0 38,-1-5 46,5-4-96,-4-5 40,9-5-51,0-6-16,9-9-29,5-4 0,5-2-3397,9-1 3403,-17 10 0,1 2 0,-24 13 34,-4 1-34,-13 8-6,-9 4 12,-3 1 3414,-10 4-3415,5-2-33,-13 7 23,4-3 33,-5 3-28,13-6 0,-7 2-11,4-3 16,-16 3 1,7-5 5,-3-3 0,18-6 12,1-4-12,9-4 11,-2-3 45,2-5-67,5 3 28,-1-3-22,6 6-12,-1-1 18,2 0 4,1-7-10,0 4 11,2-13-12,0 13 7,3-11-18,0 8-78,3-4-202,-1 2-6569,4 7 6855,-2 7 0,-2 3 0,-2 3 0</inkml:trace>
  <inkml:trace contextRef="#ctx0" brushRef="#br1" timeOffset="146798">12368 8323 22352,'-41'14'303,"0"0"1,0 0 0,-17 10 0,7 10-202,26 2 1,7 8 0,1-3-1227,-3 4 0,2 2 1140,2 1 1,3 4 0,2-3 0,6 1 0,5 0-34,3 10 0,7 0-145,9-6 0,8-5-536,10-5 1,9-7-1070,-8-15 1,3-3 0,1-3 1766,19 4 0,-3-5 0,-14-6 0,-6-3 0,10-1 0</inkml:trace>
  <inkml:trace contextRef="#ctx0" brushRef="#br1" timeOffset="148081">13235 8860 18009,'1'-43'1163,"1"0"1,0-1 0,-1-21 0,-1 7-150,-2 15-387,-2-3-293,2 17-216,5 22-43,3 21 9,5 23-22,2 17-40,-3-4-874,-5-16 1,-1 1 885,-1 24-23,0 0-62,-2-26 1,-1-1 56,-2 15 5,0 9 0,0-23 309,0-7 44,2-29-330,0-27-12,0-1 1,0-3-18,0 3 1,0-2 5,0-14 0,0-6 0,0 6-176,0-17 170,0 7 1,1 0-1306,1 20 1,2 5 1315,2-7 3,2 5 1,4 3-31,9 9-28,15-2 44,-8 15 7,16 7 10,-5 12-22,12 7 1278,-12 5-1272,5 18 2,-25-13 1,0 3-1,2 8 0,-1 1-14,-3 2 1,-2-2 1695,-5-7 1,-2-2-1674,-2 22-11,-5-32 173,-1 6-95,0-22 28,-1-9-67,-2-12-6,0-17-5,6-26-23,8 4-11,2 2 5,11 12-27,9 12 11,-10 9 11,9 6-6,-5 24 6,-9 0-11,16 21-3476,-10 17 3425,-3-6-179,-5-2 1,2 1-1088,9 7 1051,-11-19 0,3 0-1057,9-1 1,4-5 204,-1-8 0,2-2 826,-2 2 1,2-2-104,4-7 0,-1-6 243,11-13 410,10-11-1643,-9-15 1754,-13 5 258,-17 4 0,-3-2 1770,7-26-1949,-3 1 923,-5 2-924,-10 35 615,-2-5-496,-17 16 2385,3 3-2800,-37 24-84,10 10 1465,-8 8-1524,23-7 0,4 2-2,1 13 96,0 9-51,22-1-46,3-28 17,22 15-11,-10-28 11,26-2 62,-16-19 22,17-23-55,-22 4 116,4-22-55,-18 24 330,4-21-123,-10 22 6,1-6-90,-4 20-146,0 7-61,0 5 0,-6 17-28,-2 6 22,-6 19-109,7-6 0,3 1-53,-3 9-96,7 17-710,9-27-1144,10-1-3674,13 6 5775,3-9 0,-11-14 0,-8-9 0</inkml:trace>
  <inkml:trace contextRef="#ctx0" brushRef="#br1" timeOffset="148439">15212 8665 20699,'10'-44'1585,"1"1"1,-1 4-1,-4 9-1210,-7 17-229,-6 15-40,-8 15-16,-10 15-34,-8 15-28,16-19 0,-1 2-161,0 1 1,1 0 123,1 1 1,0-1-3,2-1 0,0-1-62,-12 27-145,2-9-230,0-6-96,0-15 158,5-13 212,2-23 157,7-5 45,0-27 146,5-22-18,3 31 1,1 0 85,3-6 0,1 1 212,5-12-274,3 17 139,5 7-230,-1 18-27,9 5-17,4 17-17,5 12-45,7 12-145,4 7-572,-20-21 0,0 1-1400,0-1 0,0 0 2134,16 16 0,-16-15 0,-11-12 0</inkml:trace>
  <inkml:trace contextRef="#ctx0" brushRef="#br1" timeOffset="149074">16472 8722 18111,'16'-41'1330,"-1"-1"1,0 0-1,6-16 1,-7 4-508,-17-6-224,-7 8-128,-10 15 47,-4 12-411,-7 14 40,-1 15-102,-6 16-28,1 17-6,1 16-198,21-22 1,1 2 172,3 1 0,2 1 14,2 1 0,4 0 0,2-2 0,4-1-17,13 26 34,16-12 0,13-15 5,9-15-28,-22-17 1,0-5 55,17-14-27,-8-8 38,-19-18 119,-14-3-138,-5 7 0,0-1-20,-1-18 3,-3 16 0,0 2 31,-2-8 17,-6-9-56,2 26-17,-5 9 6,2 22-23,-3 11-190,-2 12-69,2 15-1500,6 11-3068,16 7 4844,5-6 0,-4-24 0,-5-16 0</inkml:trace>
  <inkml:trace contextRef="#ctx0" brushRef="#br1" timeOffset="149456">17249 8246 26150,'-19'34'48,"-1"0"1,2 8-1,3 6-39,7-5 1,3 5-1,1 0-524,-2 2 1,1 2 0,0 2 483,0-4 0,-1 3 0,0 0 1,1-3-622,-1-2 1,2-3 0,-2 4 414,0 0 0,-1 3 1,0 1-1,0-5-368,0-2 0,1-3 1,-1 0-569,-2 10 1,0 0-1,0 0-715,-1-6 1,0 0-1,0-3 151,-5 12 1,-3-4 2206,-5-8 0,-3-7 858,-8 4 1736,-19-21 542,23-43-1069,-2-25-1616,21 8 1,5-5 71,6-10 1,6-3-800,1 13 0,3-1 1,2 0-731,2-2 0,4 0 0,1 0 582,2 1 1,2 1 0,1 1-21,-1 4 0,2 1 0,2 1-121,4-2 0,3 1 0,-1 3-1283,10-6 0,0 2 1378,2 2 0,-3 4 0,1 5 0,-20 15 0</inkml:trace>
  <inkml:trace contextRef="#ctx0" brushRef="#br1" timeOffset="150047">18858 8456 17260,'0'-6'3619,"0"2"-2849,-14-24 0,-5-9 558,0-1-894,-3-7 0,4-3 210,18-11-4654,19 11 4110,10 5 35,22 14 730,-3 16-803,14 3-23,-3 17-17,-29 7 1,-3 5 21,9 27-32,-10 8-201,-25-21 1,-6 2 205,-4-3 0,-6 1-3,-12 18 0,-5 1 2,-4-1 1,-1-1-9,3-9 1,2-2 2,5-7 1,2-4 10,2 0-28,10-6 18,4-4 3174,20-10-3141,32-20-45,-4 2 3,0-4 0,3 0-221,-7 3 1,0 0-248,11-2 0,1 0-2714,1 1 1,-1 1 3178,-5 2 0,-4 2 0,11-2 0,-22 5 0</inkml:trace>
  <inkml:trace contextRef="#ctx0" brushRef="#br1" timeOffset="151640">20611 8282 20627,'-1'-41'995,"0"0"0,-1 4 0,-6 10-681,-20 23-185,0 9 22,-3 7 0,-2 5-76,7 1 1,-1 2-40,-11 10 1,0 4-633,9 0 0,3 2 613,4 0 0,5 2-20,5-1 0,4 0 3,7 18-6,16-20 1,7-2-51,28 4-374,-11-12 0,3-4 337,-1-7 1,1-6-127,0 0 1,0-4-407,0-4 1,0-3 114,-2-3 0,-1-4-126,-4-4 0,-1-4-67,-3-3 1,-3-3 85,-3-5 1,-4-3 246,-1-4 1,-3-3 700,-1-3 0,-1-3-77,2-12 1,-1 1-337,-5 17 1,-1 1 613,4-12 0,0 2 784,1-6-305,-6 22 1,0 0 75,6-22-191,-2 11-241,-3 13 286,-5 13-762,-2 11 174,-3 26-252,-1-3 56,-4 37-28,-3 3-327,1-17 0,0 2 237,-1 4 0,0 1-6,-1 2 1,0 0-26,2-1 1,2-1-6,1-2 0,2-3-6,4-4 0,2-4 601,10 21-593,6-21 6,-1-17 23,-1-23 0,0-19-18,2-19 18,2-11 134,-10 25 0,0-1-146,1 2 1,0 0 39,13-21-3,0 11-31,-2 11-22,-4 12 22,-2 10-6,-3 13-11,0 8 496,-1 12-496,-4 6-42,-1 2 20,1 1 5,1-4 17,3-7 34,4-9 39,0-9 45,9-24-107,-8 3 68,8-22-6,-12 8 33,4-6 169,-2-1-202,-7 14 28,2 1-67,-5 15-23,2 0 6,0 10-45,2 6 6,2 8 22,0 6-50,2 4-431,2 7-656,-2-6 39,0-3-4155,-1-8 5242,-6-11 0,0-1 0,-5-5 0</inkml:trace>
  <inkml:trace contextRef="#ctx0" brushRef="#br1" timeOffset="151789">21822 8031 21388,'-2'-5'2975,"0"2"-3580,2 3 605,-7-17 0,5 12 0,-6-12 0</inkml:trace>
  <inkml:trace contextRef="#ctx0" brushRef="#br1" timeOffset="152764">22071 8534 17277,'3'1'7002,"0"1"-4784,-3-2-1905,27 1-128,-15-12-50,24-6-57,-17-19-50,8-12-20,-10 18 1,-1-2-296,3-3 0,0-3 295,0-3 1,-1-3-553,-1-3 1,-1-1 557,-1-2 0,-2-1 8,-4 0 1,-1 1-4,-2 3 1,-3 3-1,-6 2 1,-3 5-9,-3-8 12,-16 12 499,7 27-567,-4 10 1178,1 14-1178,1 19 28,5 20-331,9-22 1,2 3 330,4 5 1,2 1-18,4 4 1,3 1-65,4 2 0,4 0-702,4 0 1,3-1 354,3-2 0,4-2-933,10 2 0,3-3-1328,2-9 1,0-4 1400,-7-6 0,-1-4-73,-4-8 0,-3-6-2604,10-12 3607,-3-14 3147,4-13 1535,-10-15-498,-10-9-1272,-8-2-480,-7 1-915,-5 6 874,-9 7-1506,-8 12-218,-9 11-130,-7 11-94,-5 16-35,-1 12-3160,-3 27 3139,15-10 2,10-7 0,3 2 8,1 10-11,1 10-22,7-6 11,13-9-6,11-11 1,14-12 10,7-20 15,-14-9 0,-1-4-9,10-14 1305,-12 1 0,-3-3-1288,-9 6 0,-3-1 17,4-12 0,-2-3 8,-1-3 0,-1-1 6,-1-3 0,0-1 53,-2 2 0,0 1 58,-2 5 1,0 2-23,-2 8 1,-1 3 75,0-14-67,-4 19-85,-1 14-60,0 10-1,-1 14 776,0 16-815,-1 21 22,3-15 1,0 3-336,0 5 1,1 2 298,1 3 0,0 2-93,1 1 1,2 0-309,0 1 1,1-1-620,3-1 1,2-1-1816,2-3 1,2-3 2876,0-8 0,0-3 0,6 6 0,-7-20 0</inkml:trace>
  <inkml:trace contextRef="#ctx0" brushRef="#br1" timeOffset="153788">23269 8170 19776,'0'-7'5836,"0"1"-5472,0 6 67,0 0-408,-7-52-12,12 48-11,4-33 11,16 65-11,8 7-22,-1 5-1,-4 2-16,-2 6 39,-11-12 0,-4-7 17,-12-16-17,-8-12 22,-10-18-5,4 2 39,-6-23 11,16 0-44,2 6-7,11-7-16,6 21-44,8-1-203,12 8-173,-4 5 95,-1 6-1042,3 7 819,-16-1-640,16 6-117,-9-5 157,8 1 644,0-2 610,-3-3 516,-6-1 559,-8-4 1021,-7-3-1541,-4 0 425,-8-4-312,-1 4-315,-7-1-207,2 1-135,2 3-94,5 1-18,2 1 1,4 3-6,1-1 0,6 3 34,4-3-29,5 0 12,3-3 45,2-11-46,-8 3 18,1-14 11,-11 4 33,-2-8-27,-7 8 33,-4 2-34,-2 11 34,-5 3-39,1 9-28,-1 6-17,-1 9-6,6 16 6,4-9 0,3 8-39,6-6-84,4 3-297,5 7-1530,13 5 673,-4-18-2856,15 2-1950,-5-22 1232,9-4 3994,-3-15 4005,-5-10 2252,-10-9-981,-8-4-1921,-8 2-482,-6 0-1304,0 11-326,-2 4-234,2 13-147,-1 4 23,1 9 23,0 13-29,0-1 0,1 25-33,1-17 17,0 6 5,3-7-11,1-7 84,0-4 28,2-5-39,-2-19-40,4-8 1,-2-5 145,12-19-100,-8 18 167,22-27-128,-9 26-34,13-8-56,-13 18-17,3 5 0,-3 13-17,1 7-16,-3 12-17,-9 7-17,-5-3-258,-2 8-1545,-1 2 246,-1-7 1613,3 8 0,-5-29 0,0 1 0</inkml:trace>
  <inkml:trace contextRef="#ctx0" brushRef="#br1" timeOffset="154040">24344 7704 23696,'-3'-50'1137,"1"-1"0,1 7 0,1 7-846,4 10-184,5 15-79,-1 13-6,7 21 40,5 20-34,-6-9 0,0 3-9,2 10 1,-2 2-1322,1 9 0,-3 1 1307,-2-10 1,-3 3-14,-3 3 1,-3 5 0,-2-2-476,-3-14 1,-1-2-1,-1 1 460,0 7 1,1 3 0,-4-1-898,-7 5 0,-5 1 0,1-5-3996,-4-2 1,0-3 4156,-4 11 1,2-6 0,-4-6 0,22-35 0</inkml:trace>
  <inkml:trace contextRef="#ctx0" brushRef="#br1" timeOffset="155007">10704 10109 25057,'-47'-13'969,"-13"28"-887,28 18 0,0 13 1,2-2-1238,-3 2 0,2 3 1166,5 0 0,2 5 1,5-2-21,6 5 1,6-1-336,2-9 1,2 2-1,3-1 293,4-2 1,3-2 0,4-1-130,3-2 1,3-2 0,4-2-309,4-3 1,4-2 0,3-3-1337,3-2 1,2-2-1,1-4 1824,15 6 0,-2-5 0,-15-8 0,-4-3 0,6 0 0</inkml:trace>
  <inkml:trace contextRef="#ctx0" brushRef="#br1" timeOffset="156371">11776 10601 17277,'-2'-53'1949,"0"0"0,0 6 1,-1 6-1440,-3 2 162,-2 11-392,3 18-286,0 6 12,1 19 10,1 18-16,2 4 23,-1 22 5,4-2-437,0-12 0,0 1 400,-1-7 1,0-1 2,1 6 1,-1-3-166,-4 12 193,0-18 191,-4-15-112,3-24-101,0-16 39,4-25-6,4 13 1,2 0-17,5-24-1,4 11 1,3 0 404,-5 15 1,2 0-405,9-15 0,0 1-28,6 0-6,11 1 17,-21 31 225,14 2-225,-1 17-6,0 9 6,3 17-17,-10 10-3380,-4 9 3408,-5-10-28,-7-12 0,2 1-196,10 14 23,0 0-728,11-10-2001,-3-22-6912,11-4 9103,-10-6 0,-10-3 0,-15-1 1</inkml:trace>
  <inkml:trace contextRef="#ctx0" brushRef="#br1" timeOffset="158586">13190 10425 25528,'0'-33'-6,"0"6"34,2 78 12,1-9-40,2 14 5,-2-2 12,-1-6-11,-1-11 89,1-12 6,-2-12 100,3-12-111,-1-14-45,4-11-12,4-12-50,5-8 23,5-2 16,6 1-55,6 5 5,5 9-17,3 10 0,1 13 0,0 16-78,-4 11-67,-2 13-298,4 15 6,-3-7 14,-11-15 1,1-3 187,6 2 73,6-5-51,-7-14-3212,9-9 3504,-6-1 50,9-17 72,-17-2 124,2-7 62,-6-1 190,-9 2-370,-7 11 124,-5-2-68,-1 14 3281,1-2-3421,1 5-27,1-1-23,1 3 5,-1 0-22,-2 1 606,0 1-455,0-1-78,0 0 303,0 0-337,0-3-27,1-1-23,-1-1 50,2-3 56,-2 2 57,0-1-107,0 2 33,0 2-83,-1 3-51,0 0 45,0 13 0,-1 8-5,0 18 21,-1 17-16,2-5 0,2-5 0,8-7-5,5-14-1,19 7 6,-1-14 11,8-5-5,-15-13-3348,8-19 3370,-18 4 34,10-23 39,-16-8-56,-2-6-29,-7-1 12,-5 2 0,-2 16 17,0-2 11,0 13-73,2 12-95,2 8-408,2 12 10,3 0 1913,7 14-6964,9 3 4713,4 2 0,-7-9 0,-6-8 0</inkml:trace>
  <inkml:trace contextRef="#ctx0" brushRef="#br1" timeOffset="159209">14604 10430 26945,'-6'-24'50,"1"6"-50,12 51 39,-2 10-22,0 3-22,-1 6-18,-4-14 18,1-8 10,-1-13 68,0-6 56,0-13-90,1-8-22,1-11 5,3-15-16,-1 3 5,1 2 0,0-1-22,4-13 14,-2 13 0,1 0 25,8-11-28,0 12 0,-1 12 16,8 7-27,-5 8 11,9 5-5,-3 8-7,0 9-4,-6 0-1,2 23 45,-10-6-39,0 18 33,-7-8-22,-4-5-22,-2-11 78,1-12 33,0-10-16,2-12-51,1-10-5,4-12 34,5-11-35,1 4 7,7-8 78,5 7-79,-4 6-11,14 1 0,-14 22-16,4-1-18,-3 14 18,-2 15 27,-1 9-22,1 13-101,-7 1-184,2 1-1,-4-11-1529,8 11-1097,-2-22 2912,10 6 0,-13-19 0,0-6 0</inkml:trace>
  <inkml:trace contextRef="#ctx0" brushRef="#br1" timeOffset="159651">15432 10241 23937,'14'-42'1075,"0"-1"1,-2 5-1,-2 8-722,-3 18-280,-5 6-62,-1 6-11,3 9 17,6 11 11,4 18 5,3 18-16,-11-21 0,-1 1-258,0 26 246,-9-11 1,-3 2-312,1-17 1,-1 0 294,-3 14 0,-1 0 8,2-16 0,0-2 20,-9 24-17,8-27 45,2-7 11,7-20-12,2-12-27,6-9 215,6-14-215,8-6-1,7-3 7,8-1 5,6 6 382,5 4-410,1 9 0,-11 10 0,10 10-11,-18 12-6,11 9 17,-14 10 12,-6 6-24,-7 3 234,-9 1-217,-16 0-38,-15-3-147,-19-4-363,17-18 0,-3-3-440,-3-1 0,-2-3 983,-4-4 0,3-1 0,-7 0 0,8-4 0</inkml:trace>
  <inkml:trace contextRef="#ctx0" brushRef="#br1" timeOffset="160437">16116 10637 19210,'-3'4'3529,"0"0"-253,3-4-3203,-3-4 45,2 4-90,11 7 22,7 1-28,18 8 12,3-8 11,7-3 0,4-5 5,-1-8 17,-4-6 28,-6-9-11,-10-7-28,-10-9-22,-11-7-12,-14-7 18,-8 4-7,-11 7-22,-9 12 23,-6 15 5,-6 12-28,-2 14-11,5 12-5,8 10 38,9 8-21,12 4-12,8 2 0,16 1-1710,6-20 0,4-1 1715,13 10 0,0-13 1,2-3-237,6-3 231,4-4 0,3-3-17,14-2 23,-19-4 0,-1-4 33,11-12-17,-14-9 17,-10-10 12,-9-7-18,-4-5 29,-2-2 3283,0 1-3284,4 1 12,4 5 351,5 3-323,5 6-84,4 7 5,-1 9 12,0 9-51,-3 12 23,-1 13-12,-3 14-11,-4 12-56,-7 11-644,-7 3-157,-6-29 0,-2 0 874,-1 3 0,0-2 0,0 3 0,0-4 0</inkml:trace>
  <inkml:trace contextRef="#ctx0" brushRef="#br1" timeOffset="161009">18017 10297 12102,'52'-12'2811,"-1"0"1,-9 6 0,-6-3-1047,-5-13-544,-17 12 291,0 2-1199,-8 4 24,-10 6-46,-20 14-33,-19 18-191,18-12 0,0 2-50,1-2 0,3 1 22,-6 15 28,10 2 0,11 16-44,10-9-35,8 0 40,21-23-16,-8-13 27,24-1 11,-5-8 40,8-10 5,-9-8 39,-10-24-100,-17 9 33,-7-25-11,-16 10-11,-6-11 5,-8 6 1,-4 14-18,-10 15-33,11 12-22,-16 20-12,24 0-402,-6 31-388,25-8-593,14 19 403,8-16-3902,7-10 1,3-3 4236,8 3 1,7 2 0,-30-18 0</inkml:trace>
  <inkml:trace contextRef="#ctx0" brushRef="#br1" timeOffset="161394">19003 10178 25909,'-40'-29'123,"0"0"0,0 15 0,8 14-33,20 55-68,5-22 1,0 3-924,1 4 1,0 4-1,1-1 920,-3 10 1,0-1-11,2-10 1,0 2-1,-1-1-2,-1 2 1,0 0 0,0-2-17,-3 12 1,0 2-56,1-1 1,-1 4 0,0-1-40,2-9 0,1-2 1,-1 2-25,-1 5 0,0 1 0,0-5-14,1-3 1,-2-3-277,-2 3 0,-3-4 32,1-15 0,-3-2-217,-4 5 0,-4-3 137,-11-5 0,-3-6 557,5-7 1,-1-7-968,-6-10 0,1-7 1200,-6-21 168,25-14 0,10-8-672,13 10 1,8-1 230,-1 2 0,4-4 1,4 2-25,5 5 0,5 2 0,3 1-25,3 0 1,2 1 0,0 3-10,8-8 1,2 4-49,-9 10 0,3 1 0,1 0-421,-1 3 1,0 1 0,1 0-2013,0 0 0,0 0 0,0 0 2463,0 1 1,1 0 0,-6 3 0,18-10 0,-26 15 0</inkml:trace>
  <inkml:trace contextRef="#ctx0" brushRef="#br1" timeOffset="162562">20383 10333 20033,'12'-43'1169,"0"0"0,0 0 0,2-15 1,-10 9-577,-24 14-234,-13 13-140,-7 10-74,-5 17-111,7 6 19,6 11 0,0 6-28,9-3 1,0 2-1025,-12 15 0,1 3 1005,7-1 0,4 2-6,0 1 0,4 0-3,5-10 0,2 1-44,5 11 0,5-1-9,18 9 36,0-19 1,5-3-32,6-13 1,5-5-62,3-3 0,3-6-82,3-3 1,1-6-113,2-4 1,0-6-112,0-3 0,0-5-618,-1-4 0,-2-4 149,-2-2 1,-3-4-342,-2-2 1,-3-4-1261,3-13 0,-2-1 1661,-11 17 0,-1-2-779,7-16 0,-1 0 166,-9 19 0,-1 1 1186,5-9 0,0 0 253,-1 3 0,0 0 0,-1 4 0,0 0 0,-2 4 0,0 0 2472,-1-1 1,-1 2-344,3-11 3079,-3-8-2278,-12 22 235,-4-9-2006,-2 12-722,-2 5 1187,0 12-1350,2 6 642,-1 6-635,-4 11-141,0 4 173,-13 37-195,3-3-528,4-11 0,-1 3 432,1-1 1,-1 1-4,-1 4 1,0 1-6,-1 1 0,-1 1-12,2-1 1,0-1-3,1-4 0,2-1 0,3-6 0,1-1 11,-1 21 1,6-18 27,3-19 56,7-14-39,9-17-17,12-14 6,10-16-20,-16 15 0,1-1 14,0-1 1,0-1-10,-1 1 1,0 1 37,20-21-7,-3 8-33,-3 11 916,-5 10-922,-4 9-11,-4 12 17,-4 10-11,-5 13-17,-3 8-17,-2 5 12,-1 2 5,3-2-23,4-5 23,5-7 28,4-12 17,3-9 17,4-16-12,4-10 6,3-11 39,-3-7-5,-6-3-3264,-4-6 3264,-11 15 112,-2-6-18,-9 21-66,-1 2-68,-1 7-38,-1 7-18,-1 4-39,-2 17 23,1-6 3302,-1 20-3611,3-7-391,6 10-695,7-2-7282,20 5 8699,-5-14 0,-1-6 0,-15-16 0</inkml:trace>
  <inkml:trace contextRef="#ctx0" brushRef="#br1" timeOffset="162727">21776 9862 21937,'7'-15'0,"-1"3"0</inkml:trace>
  <inkml:trace contextRef="#ctx0" brushRef="#br1" timeOffset="163111">21792 10620 26900,'28'-54'130,"-1"0"1,1 2 0,1 4-103,-2 18 0,1 1-862,2-4 0,0-2 842,1-3 1,0-2-7,1-4 1,-2-1-6,0-3 1,-3-1 10,-4 0 1,-3-1-7,-5 4 1,-3 0 11,-4 6 0,-3 2 534,-5-22-537,-10 18 291,-6 19-279,-4 13 21,-4 20-16,-6 15-16,-4 22 7,16-16 1,2 2 57,-1 6 0,3 2-91,2 4 0,3 1 0,1 1 0,4 2-238,7 12 0,3-3 73,-2-17 0,2-2-426,9 15 0,3-3-549,-3-21 0,3-2-3762,8 9 1,1-3 3082,6 6 0,-2-12 0,-26-24 0</inkml:trace>
  <inkml:trace contextRef="#ctx0" brushRef="#br1" timeOffset="163910">22647 10379 21119,'14'-54'1131,"0"0"1,0 4 0,-5 7-578,-13 9-167,-7 10-241,-2 11 95,-17 7-40,-6 15-38,-19 11-119,24-4 1,0 4-17,-7 9 0,2 1-176,12-9 1,1 2 141,-5 10 0,6 0 29,8 10-6,25 15-17,4-27 86,38-4-58,-4-33-16,0-5-138,-18-4 1,0-4 131,15-23-1,-13 4 1,-2-4-367,-6 2 1,-4-2 374,2-9 0,-3-2-3,-7 4 0,-3 0 8,-1-2 1,-1 1-9,-3 11 1,0 0 21,2-3 1,0 1 359,4-17-192,-2 11-139,-2 16-45,-6 24-12,-1 11 64,-3 21-57,-2 25-18,1 0-223,-2 13 235,5-2-26,0-27 0,1 4-1173,1 7 1,0 4 0,0-4 785,0-1 1,0-1-685,2 0 1,0 2 0,2-4 1011,3-7 0,1-5 0,2 16 0,2-11 0</inkml:trace>
  <inkml:trace contextRef="#ctx0" brushRef="#br1" timeOffset="164251">23084 10114 25197,'42'-36'78,"-9"9"-44,-17 62-56,-4 14 22,-7-18 0,-1 1-17,2 22 0,-4-6 23,-5-12 33,-3-16 34,-4 4 50,-4-25 68,2-14 5,3-13 45,5-12-107,7 5 90,14-22-190,3 22-1,13-15-78,1 21-218,3 10-22,-5 8-1536,16 8 740,-22 5-6239,30 8 7320,-31-1 0,3 2 0,-18-7 0</inkml:trace>
  <inkml:trace contextRef="#ctx0" brushRef="#br1" timeOffset="164920">23610 10148 14566,'4'8'7719,"-1"-2"-6728,-3-6 1967,0 0-2897,-12-8-33,17 4 0,-2-5-11,24 5-11,-4 2 33,13-3-45,-16-2 34,9-5 51,-12-6-23,-4-6-28,-6-3 5,-3-2 29,-7 6 50,-3 5-6,-4 5 6,-1 6-22,-1 4-40,-1 9-27,-3 7-40,1 13 0,0 9 11,6 8 1,4-6-225,12 20-313,5-17-589,10 14-873,5-16-1204,4-10-1424,4-10 382,3-12 2583,-1-16 2373,-4-12 1961,-4-14 1177,-6-10-438,-4-4-1047,-4-1-806,-1 7-500,-2 9-396,-2 10-325,-1 11-197,-1 8-61,0 9-23,3 9 12,0 13-6,0 12-6,-5 9 6,-3 5-39,-2-1-23,-1-4 12,1-8 16,0-11 163,1-12 84,2-12-151,5-16 5,9-10 62,10-14 50,8-7-11,6 2-140,-8 9 95,13-2-117,-16 20-62,12-1 11,-11 18-56,-2 13-297,-6 16-979,-7 12-6162,-8 9 6635,-9-4 0,-1-18 0,-3-12 0</inkml:trace>
  <inkml:trace contextRef="#ctx0" brushRef="#br1" timeOffset="168277">25704 10253 19053,'0'-60'1156,"0"0"0,0 0 0,-1 7 0,0 1 0,2 12-669,4 9-329,-4 17-114,-1 14-32,0 20-7,-4 18 6,-3 21 1,0-3-10,-1-9 1,0 3-322,3-14 0,0 0 322,-3 17 0,1 1-17,3-12 0,1-1-20,0-3 0,2-2-73,4 25 68,-1-27 28,6-14 33,-2-32-22,2-17 34,-2-26-231,-4 18 1,-2-4 207,-2-5 1,-1-2-375,0-6 1,0-1 378,0-3 1,1 0-243,1-1 0,3 0 217,3 3 1,3 2 8,2 3 0,4 3-188,3 4 0,4 2 179,2 5 1,3 3 2,1 4 1,2 4-12,0 4 0,2 4-45,28-3 374,-5 19-334,-8 19 22,-12 16-6,-22-3 1,-4 2 5,-3 14 211,-11-8 1,-6-1-189,-24 15-9,9-19 0,-4 0-11,-5-2 0,-2-2 244,-1-1 0,-1-1-259,3-4 1,1-2-14,6-4 0,4-1 404,-7 4-692,24-11-914,26-10-1708,26-6-627,-10 1 0,2 0 2996,0-1 1,-1 1 0,13-1 0,-21 3 0</inkml:trace>
  <inkml:trace contextRef="#ctx0" brushRef="#br1" timeOffset="168651">26477 9779 12662,'4'-5'8754,"-1"1"-5550,-3 4-3058,-22-47-34,4 51 5,-19-27-49,12 67-29,2 7-11,7 3-28,8-3 0,8-5 33,11-9 46,8-11 73,8-11 55,15-22-157,-12-5 79,14-23-28,-17-3 33,3-13 6,-10-4 11,-9 0 6,-9 5-50,-9 8-40,-4 11-34,-3 10-77,0 11-24,3 7-32,2 10-203,3 8-419,4 10-746,10 6-7957,18 13 9425,-1-10 0,0-6 0,-15-17 0</inkml:trace>
  <inkml:trace contextRef="#ctx0" brushRef="#br1" timeOffset="169135">26994 9759 23293,'0'-46'763,"-1"0"1,1 2 0,-4 10-501,-6 24-168,-2 2-72,4 8 5,1 16-17,4-3-11,2 20 11,1-2-22,3 13 5,2 5 12,4 1 0,3 3-6,-2-20 0,0-2 5,6 13-5,9 11-17,-11-26-33,-3 7-23,-8-15-268,-13-1-388,-8-15-408,-9-6-56,-4-12 420,0-13 269,4-12 145,9-9 253,9-8 179,9-6 207,8 0 185,6 6 157,2 10 100,1 10 12,-5 11-157,-3 9-336,-6 8-57,-4 13-55,-9 18-101,1-1-17,-6 12 29,3 0-74,0 7-389,4-9 0,0 1-2551,-1 25-1719,1-4 4693,8-16 0,0-25 0,1-2 0</inkml:trace>
  <inkml:trace contextRef="#ctx0" brushRef="#br1" timeOffset="169484">27601 9599 23629,'-4'-51'711,"-1"1"1,3 8-1,-2 7-380,-4 16-152,4 12-162,0 2-17,-1 12 33,-2 9 1,-5 16-29,3-1 12,0 18-17,7-7 11,10 15-5,6-23 0,5 0-279,1-5 0,2 0 267,2-2 1,0-1-7,0-1 1,0-1 23,6 13-29,-2 15 0,-25-11-84,-28-2-44,-10-17-343,-5-10 0,-3-5-951,-16-4 812,24-1 0,0-5 627,6-13 0,5-2 0,7 5 0,-5-16 0</inkml:trace>
  <inkml:trace contextRef="#ctx0" brushRef="#br1" timeOffset="169691">27547 9505 18380,'0'-3'6397,"0"0"-5148,0 3-1137,-36 34-56,15 4-45,-5-3 1,1 3-12,4 16-143,8-10 0,3 0-288,3 3-1715,3 4 1,7 2 1843,20 3 1,-9-1 0,7-29 0</inkml:trace>
  <inkml:trace contextRef="#ctx0" brushRef="#br1" timeOffset="169900">27963 9661 19641,'0'-3'5192,"0"1"-4385,0 2-762,2 19-34,2 1-11,2 20-28,0-12-785,1 17-1320,-2-12-5211,1 14 6496,-2-17 0,-2-12 0,0-10 0</inkml:trace>
  <inkml:trace contextRef="#ctx0" brushRef="#br1" timeOffset="170085">28101 9303 22543,'22'-28'-947,"0"18"0,-9 32 0,-2 0 1</inkml:trace>
  <inkml:trace contextRef="#ctx0" brushRef="#br1" timeOffset="170575">28386 9218 25886,'29'16'45,"1"16"-48,-15 3 1,-2 6-556,0 0 1,-1 1 571,-1 0 0,-2-1-11,-3-1 0,-2-2 11,-1-3 0,-4-3 367,-7 21-308,-8-15 241,-7-13-118,0-14 0,3-12-90,5-14 565,6-10-542,6-11-22,11-4-1,9-3-33,13 1-23,7 5-27,3 7-51,0 11 22,-1 9 6,-1 16-6,-1 11 40,-3 16-28,-3 12 5,-7 6 6,-9 3-29,-13-4 7,-18-6-1,-15-12 17,-14-11 1,-8-13-1,-4-15-67,0-11-1003,2-12-985,10-5 2044,13-5 0,16 19 0,10 2 0</inkml:trace>
  <inkml:trace contextRef="#ctx0" brushRef="#br1" timeOffset="170943">29069 9811 25802,'3'-43'87,"-1"0"0,1-1 0,2-20 0,2 3-65,5 17 0,1 2-965,1-6 1,0 0 956,1-3 0,-1 0 0,0 2 0,0 1 17,-3 2 0,0 3 176,-3 6 1,-2 3-45,-1-19 377,-7 21-479,-2 15-33,-3 13-5,-6 15 1010,-5 15-1016,-7 18-51,12-15 1,0 2-295,1 5 1,2 2 324,1 4 1,3 1-12,1 3 0,2 1-93,3 2 1,1 0-250,3-1 1,2-1-550,3-2 0,3-1-1229,1-6 1,4-1 2133,5-5 0,0-4 0,3 4 0,-1-13 0</inkml:trace>
  <inkml:trace contextRef="#ctx0" brushRef="#br1" timeOffset="171293">29553 9554 25914,'-35'-36'68,"15"13"-35,36 48-10,12-2-35,8-3 12,5-6 34,1-6-6,-4-8 17,-6-9-12,-9-11-5,-7-9-11,-7-4-17,-3 2 34,-5 5-1,-2 9-10,-5 8 33,-9 10 0,-12 12-11,-12 14-360,-7 17 326,24-18 0,2 1-11,3 0 0,3 2-33,-2 28-107,23-3-510,21 1-400,-3-28 0,3-2 394,11 1 1,-1-3 0,7 4-1,-2-6 1</inkml:trace>
  <inkml:trace contextRef="#ctx0" brushRef="#br1" timeOffset="171533">30172 8827 22884,'0'-3'2223,"0"0"-1589,0 3-203,72-20-347,-40 22-23,20-4 1,2 8-700,-26 16 1,-3 6 662,9 11 0,-1 4-25,-10-9 0,-3 3 0,-1 3-32,0 16 1,-4 4-1,-1-2-315,-4-15 0,-1-2 0,-4 3 48,-5 3 1,-2 4 0,-3 0-1,-4-3-31,-10 3 1,-6-3 0,3-2 0,1 5 0,0-3 0,-8-5 0,1 0 0</inkml:trace>
  <inkml:trace contextRef="#ctx0" brushRef="#br1" timeOffset="228388">3762 9337 17553,'2'-52'1953,"-1"0"1,0 5 0,-2 9-1016,-5 20-955,1 8-125,-1 5-216,4 4 305,1 9 362,3 23-274,5 13-92,2 10-405,0-18 1,2 0 454,0-2 1,0 2 28,4 8 1,0 2 12,0 1 1,1 0-137,-1-2 0,0-1-600,-1-2 0,1 0-951,-1-3 0,1-3 1638,-3-4 0,-1-4 1,3 7-1,-6-16 1</inkml:trace>
  <inkml:trace contextRef="#ctx0" brushRef="#br1" timeOffset="229972">3914 9923 12906,'-8'-2'2028,"1"0"-1423,7 2 3041,0 0-3858,-8-5-129,8 4 631,-5-4-185,12 5 65,5 0-36,18 0-174,-7 0-216,34 0 120,-27 0 271,1 0 0,2 0-240,18 0 349,-9 0 1,4 0-291,6 0 1,-1 0-540,-6 0 1,-2 0 604,1 0 0,-2 0 52,-6 0 1,1 0-174,3 0 1,4-1 33,1 0 1,4-1 0,1 0-12,4-1 0,1 0 0,-2 0-494,-6 0 0,-1 0 1,-1 0 475,-1 0 0,0 0 0,-2 0-39,9-1 0,-1 0-379,2 0 1,3 0 393,-2 0 0,4 0 1,-3 1 39,-8 0 1,-1 0 0,0 0 10,5 1 1,2-1 0,-3 1 64,11-1 1,-2 1 12,1 0 0,-1 0-31,-13 0 0,0 0 16,10-1 1,2 0 92,3-1 0,2 0-48,-20 1 0,2 0 0,0-1-350,8 0 1,2 0 0,-5 0 324,3 0 0,-2 0 22,12-1 1,3 1-394,-21 1 1,1 0 0,-1 0 364,10 0 1,2 0 4,-8 0 0,3 1 0,-2 0-26,11 0 0,-2 1 71,3 0 1,-2 0-20,-3 0 1,0 0 128,9 0 0,-4-1-101,-29 2 0,2-1 34,14-1 0,7 0 0,-3-1-31,-4 1 0,-1-1-45,11 0 0,0-1 14,-2 1 1,0 0-7,5 0 1,1 0-25,-20 1 1,1 0-1,0 1 5,17-2 0,1 1 1,-16 1 0,1 0 0,-2 0-4,1 0 0,0-1 17,4 1 0,4-1 0,-4 0 17,3 0 0,-1-2 33,8 0 1,-3-2-32,-19 2 1,-3 0 61,9-2 0,0-1 0,-8 1 1,0-1 306,9-1 1,1 0-261,7-2 1,-2 0-96,-7 2 1,-2 1 471,-3 0 1,-1 1-484,-4 1 1,-2 1 22,16-2-40,-2 1 68,16-1-78,-31 2 33,9 0 0,3 0-17,4 0 1347,-14 1 0,-1 1-1347,9-1 1066,1 0-1015,18-2-23,0-1-39,-25 2 0,-1 0 39,15-2 105,-4 1-122,-2 1-5,-1 3-23,0 0-5,-1 4-17,-1 1 273,-1 4-267,-3 0-6,-8-1 50,13 2-5,-12-4 1,15 2 49,-9-4-50,-8-2 67,11 0-45,-12-1-17,8-1 17,-10-1 1,-3-2 83,0-3-78,-7 0 100,3-3-5,-7 0-11,3-6-17,0-8-28,-2-8-50,-1-10 5,0-9 34,-3-7 5,-1-3 6,-3 0 6,0 4 16,-1 6-5,0 9 0,-2 10-12,-2 10-55,1 10-34,0 7-62,1 4-408,1 1 145,1 7-1625,6 11 1922,1 6 0,-1-5 0,-3-6 0</inkml:trace>
  <inkml:trace contextRef="#ctx0" brushRef="#br1" timeOffset="252347">3709 9369 9990,'-1'-4'6884,"1"1"-6139,0 3 296,-5-59-273,3 36-586,-1-11 0,1 2 513,2 19-85,0 6 0,0 0-481,0 4 95,0 2-201,1 0 56,2 2-40,4 3 73,4 3-39,0 1 156,3 13-61,-6 1-33,2 15-40,-3 2-33,-1 4-46,1 3 1,-1-11 22,6 16-27,-6-26 21,11 30-22,-10-32-3375,13 26 3370,-12-30 22,10 22 17,-9-19-6,3 9-11,-4-8-11,0-4 0,0 0-12,-1-5 3393,1 1-3381,5 0-17,2 0 16,6 2 7,-6-8 27,9 5-44,-10-8 33,20 7 0,-11-6-5,12 2-12,-10-5-5,22 1 11,-9-4 0,25 1-22,-18-3 8,-6-2 0,0 0-31,5-2-359,8-1 1,2-1-1188,-5 1 884,-5 1 1,-5 0 0,-14 2 0,-1 0-1</inkml:trace>
  <inkml:trace contextRef="#ctx0" brushRef="#br1" timeOffset="255496">4136 9397 7509,'-30'15'473,"0"0"0,-20 10 631,37-21 470,2-1-39,2-2-477,1 0-548,-1-1-415,1 0-162,-1 1-28,0 2-1,-1 1 57,1 1 56,0 0 39,0-1 67,0-2 62,-2 0 78,-1-2 45,-3-1-5,-2-3 28,-3-4 173,-1-6 39,0-4-90,0-6 79,1-3-44,4-5 38,0-15-358,8 15 152,0-18-57,5 15-67,1-13-28,0 1 23,2-1 83,0 2 56,0 3 34,1 3-61,1 4-135,3 4-84,0 4-45,3 5-56,2 2-17,3 5 18,1 1 4,3 3 18,2 1 16,5-1 18,3-2-7,7-3-10,8-3 5,11-6-23,-12 8 1,3-2-585,-2 1 0,1 0 581,0 1 1,1-1 8,4-1 1,-1 0-7,-5 4 1,0-1 11,12-5 0,3-1 11,0 1 0,2-2-23,-11 5 1,2 0-1,-3 0-2,4-1 0,-1 0-417,-3 3 1,2-2 0,-3 1 424,2 1 1,1-1-7,-9 4 1,2-1-1,1 1 8,9-4 0,3 1 1,-2 1 4,-5 1 1,-2 2 0,0-1-10,0 1 0,-1 0 1,-1 1 8,0 0 1,-1 1 0,-2 0 3,12-3 0,0 1-9,-9 2 1,2 0-1,2-1-8,8 0 1,2 0 0,-1 0-1,-7 3 1,0-1 0,-1 1-3,-1 1 1,-1 0 0,0 1-2,-1 0 0,-1 1 0,-1 1 6,10-2 1,3 1-852,0 0 1,6 0 0,-5 1 847,3-1 1,0 1-4,-12 1 1,6 0 0,-1 0 0,-4 0-464,14 1 0,-3 0 461,-12 0 0,2 1 0,-1-1-2,-2 2 0,0 0 1,-2 0 6,12 1 1,0 0 3,-10-1 1,2 1-1,2 0-342,7 1 1,3 2 0,-2-1 356,-8 0 0,0 0 0,-1 0-9,-2 1 0,0 1 0,-1-1 5,0 0 0,0 1 1,-2-1 21,12 1 0,3 0-17,-15-2 0,3 1 0,1 0 1,-1-1-10,8 1 1,-1 0 0,2 0-3,-8-1 0,3 0 0,-2 0 0,-3 0 96,-2 0 0,-4-1 0,2 0-84,9 1 0,2 0 1,0-1 2,3 0 1,0 0 0,0 1-21,3-1 1,0 1-1,-1-1-4,-3 1 1,0-1 0,1 0 19,-9 1 0,2-1 1,-1 1-1,-6-1-9,6 1 1,0-1 7,10 1 1,7 0-1,-4 0 12,-2 1 1,-2 0-13,-10 0 0,1 0 1,2 0 4,5 2 1,1 0 0,-2 1 312,-8-1 0,-1 1 1,1 0-330,6 1 0,1 0 0,-4 0-5,0 1 1,-2-1-1,12 1 1,-1 0 199,-11-1 0,0 0-201,-2-1 1,4 1 0,-2 0 14,11 1 0,-1 2 500,-15-3 1,0 0 0,-3 0-512,-4 0 0,0 1 196,9 4 1,-1 2-152,7 7-31,-16-1 0,-3 2-8,-3 6 0,-9 20-6,-17-20 1034,-3 28-1022,-5-2-15,0-8 0,-1 3-11,0-5 1,-1 0 82,1 0 0,-1 0-72,0 1 1,-2-1 2,1-6 0,-2 0 3,-3 9 0,-2 1 8,-8 8 1,-2-1 2,2-8 0,-3-2 106,-6 6 1,-3-2-130,0-9 1,0-3 0,4-7 0,-1-2-23,-14 7 1,-3-1-74,1-5 1,-3-1-587,6-5 1,-2 2 0,-2-1-517,-4 0 0,-2 1 0,2-3 1195,3-1 0,1-2 0,3-2 0,-3 2 0,6-3 0,-9 1 0</inkml:trace>
  <inkml:trace contextRef="#ctx0" brushRef="#br1" timeOffset="613496">9017 13763 8270,'0'-8'4915,"-12"-37"0,-8-6-3083,2 20-1656,-2-20 1,-5 2 478,-11 29-358,7 7 140,-24 2-135,7 12-88,-15 13-114,22 5 1,1 6-750,5 4 0,2 2 660,-1 1 1,3 2 225,5 7 1,4 2-235,7 1 0,3 0-12,2-1 1,3 0 117,6 3 0,8-5-90,11-10 1,5-6 53,26 5-3158,5-9 3157,-11-21 634,-1-16-547,-14-5 1,1-6-65,0-4 0,0-2-39,-2-2 0,-1-4 58,-9 0 0,-1-5 0,-3 5-392,-4 5 0,-1-1 320,1-9 1,1-6 0,-3 4 7,-2-1 1,-2 0 23,0 4 1,0-1 0,-1 1 42,0-5 1,0 2-42,0 6 0,-2 3 170,-5-4-61,-2 22 2951,-1 4-3176,0 14 94,2 17-49,1 4 975,-1 30-972,3-12 1,1 4-15,0 4 1,1 1-528,2 13 1,2 0 529,2-9 0,2-3 0,-2-10 0,2-1 3,4 2 0,1-2 17,11 11-14,-7-19 0,2-2 14,13 4 16,3-13-22,-14-22 29,8-20 1058,-4-13-1056,-7 2 0,0-3-11,-5 3 0,0-1-152,1-7 1,-3-1 159,-4 9 1,-1 2 4,1-16 68,-4 2 79,-6 17-68,-3 4-39,-2 8-56,1 12-17,2 4-39,2 1 325,1 4-269,1 4-39,2 4 5,0 4 12,1-4-12,0 1 17,-1-5-22,-1-1 33,-1-3 264,1-2-286,-6-2 0,3 0 6,-6 0 5,4 0-17,2 1-67,1-1 40,0 4 16,0 5-5,-3 8 22,1 7 22,1-2-22,0 5 34,4-1-46,3-3 1,3-1 11,0-13 0,3-4 34,7-7-17,6-7 11,10-11 11,-1-8 0,-4-6 11,-8-2-22,-10-1-22,-16 2 16,-13 2 1,-16 8-18,-9 7 12,7 8 22,-14 5-33,24 8-12,-9 7 12,17 11-17,6 13-17,6 11 28,5 9-11,9 6-286,-2-28 1,3 0 287,1 0 1,2-2 14,18 26-329,7-10 329,9-11 22,8-14-17,7-10-17,-29-11 1,0-3 10,0-3 1,0-3-1,-1-4 1,-2-3 11,-2-3 0,-2-3 13,-3-1 1,-3-3 0,-2-3 0,-4-1-6,-2-2 0,-3-1-6,-2-1 1,-1 0 0,-2 1 0,-2 0 41,-6-29-5,-5 10 34,-6 9 44,0 14-39,3 11 512,4 9-618,4 7 348,3 4-354,3 8-6,2 0 40,11 27 22,14 9-44,-1 1-187,-6-16 1,3-1 185,15 11-8,-14-15 0,2 0 3,-1-2 0,0-1-45,19 20-57,-15-4 63,-17 1-51,-24 2-134,-18 0-291,-19 0-23,20-23 0,-2-2-1994,-27 6 2543,9-14 0,23-6 0,11-7 0</inkml:trace>
  <inkml:trace contextRef="#ctx0" brushRef="#br1" timeOffset="614546">10550 13157 19412,'0'-3'4116,"0"1"-2884,0 2-985,-63-24-107,36 26-79,-13-9 1,2 5 11,10 31-57,1 10 1,4 8-17,14-15 0,3 1-5,2 12-9,7-13 0,6-1-59,20 3-73,17 3-287,-15-22 0,2-3 259,4-3 1,1-3-12,2-1 1,0-3-4,-2-3 0,-2-4-64,26-9 140,-14-11 145,-15-6 79,-12-3 51,-10-2 66,-7 3 85,-7 2 72,-2 6 601,-3 6-668,1 7-58,1 5-171,2 3-135,2 3-5,2 6 50,4 4 22,7 8-16,12 3-12,12 1-5,12-6 22,6-6 23,0-9 22,-6-10 11,-10-9 11,-10-9 23,-13-7-6,-7-2-16,-13-3 44,-6 1 34,-9 2 0,-3 5 11,-2 6 16,-4 10-150,10 7-6,-5 13-17,10 10-11,-2 11-11,1 11 0,7 6-28,5 5-124,15 3-117,13 0-89,18-3 192,-16-26 1,4-4 22,0-2 0,2-3 22,-1-4 0,0-3-47,25-7 78,-8-12 95,-8-12 46,-6-9 38,-8-5 34,-9-4 34,-7 0 56,-6 2 246,-3 4-314,-1 16 85,-2 2-119,1 16-122,-1 1-28,1 3 44,7 19 17,2 2-5,7 20-12,2-2-11,0 2 6,0-3 28,-4-7 5,-3-11 46,-4-11-7,-4-12-27,1-13 39,1-20-23,4-3-16,1-1 10,6 3-4,1 10 10,6-1-50,6 7-6,-9 11 1,7 7 5,-7 12 0,7 8-34,3 12-100,7 12-146,-2-4 45,0-3-707,7-9-2357,3-13 3299,-12-7 0,1-1 0,4-1 0,-3-3 0</inkml:trace>
  <inkml:trace contextRef="#ctx0" brushRef="#br1" timeOffset="616779">12398 13067 10220,'3'-5'7780,"-1"1"-5221,-2 4-1618,-9-63-156,-4 39-516,3-13 0,-5 3 117,-15 24-240,3 4 184,-30 22-179,11 9-381,11-3 1,2 5 248,5 1 1,4 1-12,2 2 1,3 1-4,4 0 1,3 0-6,3 25 0,13-16-174,33 2 191,7-26-3,-9-6 0,3-5 22,-3-8 1,0-6 21,-1-3 1,0-5 0,-4-4 0,-2-3 2,-3-4 1,-3-2 5,-4-3 0,-4-2-345,-3-2 1,-4-2 313,-3-2 1,-4-1-9,-3-3 0,-2 0 8,-1 0 0,-1 0 37,-1 2 0,-1 2-42,2 5 0,0 2 289,-6-18 462,3 19-653,3 15-6,1 11-168,3 12 761,1 13-722,1 19 6,5 18 3,1-21 0,1 0-31,8 26-96,5-11 1,4 1-479,-3-16 0,3 0 423,9 14 0,5-3-1,-4-14 1,2-5-14,-1-6 0,0-4-24,-2-6 0,-1-3 21,21-7 129,-10-15 95,-10-15 5,-6-10 1,-10-7 11,-6 9 134,-6-17 1091,-4 24-1058,-4-8 71,-4 23-182,-7 9-51,-3 14 1,0 8-46,4 10-27,7 6 39,19 7-12,-2-13 1,20 5 28,-4-21-6,8-1 5,0-13 6,-3-11 45,-5-13 6,-10-10-73,-7 6 134,-15-20-10,-5 18 4,-10-13 34,-3 19-16,0 8-57,1 10-67,2 7-16,3 11-18,1 9-38,4 10 33,5 7 17,5 8-45,11 6-28,9 0-368,15-1 340,13-9 45,9-13 28,0-12 22,-8-16-11,-11-12 34,-13-13 44,-9-8-5,-7-4 5,-4-1 6,-4 3-17,1 3 306,0 7-361,6 7-1,3 9 0,8 6 0,11 14-11,-5 0 0,14 17-11,-15-2 0,0 3 0,18 17 5,-14-12 0,-1-2 1,3 5 27,-4-13 29,-8-11-29,-5-8 40,6-21-18,1-5-10,9-18 16,1 1 12,-2 4-12,-3 7-27,-4 9-1,-5 11-5,-1 5-11,1 8 10,4 4-4,9 4-3416,22 1 3399,-11-5-45,-5-4 0,2-3 50,14-9 34,10-9 22,-9-16 0,-14-13-6,-14-13-28,-16 25 1,-5-2-262,-4-3 0,-3-2 253,-3-2 0,-3 1 14,-1 0 0,-2 2 16,0 5 1,1 2 67,-12-17 0,6 20 3033,6 15-3134,6 12 135,5 16-163,4 14 11,8 20 3,-1-15 1,2 2-64,3 5 0,2 2 43,3 5 1,2 1-40,2 2 1,2 1-88,2 1 1,1-1-143,2-3 0,1-1-239,0-5 1,0-2-564,-2-6 1,0-5-3692,19 9 4034,-14-17 1,-15-15-1,-9-4 1</inkml:trace>
  <inkml:trace contextRef="#ctx0" brushRef="#br1" timeOffset="616946">14061 12643 23124,'36'-23'-138,"0"0"1,0-1 0,17-8 0,-1 7-1375,-9 19 0,-2 5 1512,-5-2 0,-4 2 0,7-1 0,-19 2 0</inkml:trace>
  <inkml:trace contextRef="#ctx0" brushRef="#br1" timeOffset="617495">15441 12526 18063,'5'-60'1467,"-1"0"0,-1 7 1,-3 8 337,-9 5-1307,-2 18 118,-1 13-504,-2 21 33,-4 22-61,5-3 0,-1 4-28,-3 13 0,-1 4-878,6-9 1,0 2-1,1-1 822,-3 14 0,2 2-2,6-14 1,1 5 0,2-1 0,3-3-370,3-3 1,3-2 0,2 1 321,4 16 1,4 3-1,2-7-24,6-4 1,8-8-259,9-7 1,7-2 0,0-5-1279,6-3 0,3-5 1609,0-1 0,4-1 0,-7-3 0,-12-6 0,-4-2 0,-6-5 0,1 0 0</inkml:trace>
  <inkml:trace contextRef="#ctx0" brushRef="#br1" timeOffset="618854">16828 12865 10203,'1'-7'4736,"0"-29"0,-1-7-3969,-3 15-258,1-18 1,-4 2-180,-4 26 203,-12-6-169,-3 14-134,-13 1-113,-6 16-49,-6 13-46,10 5-3,10 5 1,2 4-17,9-6 0,1 2-349,-7 14 1,4 2 308,8-7 1,4 0-3,6-2 0,4-1 5,6-4 0,5-2 12,24 17 33,1-18-139,-4-17 1,2-4 227,11-9-41,-13-3 0,-1-4 70,9-23 28,-8-16-68,-13 6 84,-11 6 1,-4-1 134,0-13-123,-3 15 0,-1 0 196,-2-14 607,0 10-702,-1 12 210,0 10-507,1 10-28,0 9 33,3 11-27,5 13-51,7 14-163,8 7-224,7 5 70,-13-26 1,4-1-785,7 3 1,2-4-48,13 8-712,-9-17 1,1-4-5204,14-8 7147,15-11 0,-28 3 0,-7-6 0</inkml:trace>
  <inkml:trace contextRef="#ctx0" brushRef="#br1" timeOffset="619537">17369 12865 7347,'-4'-8'4867,"0"1"-4447,4 7-3383,0 0 1742,-7-34 218,10 26 449,-5-20 560,7 32 274,-1 7 425,-7-4 668,-2 1 1018,-3-2-906,1-3 2407,-1-2-2369,3-2-452,1-1-175,2-2-124,1-2 164,1-1-633,0 3 587,-2 0-772,1 3 61,-1 1-129,0 0 18,-3 1-18,-2 3-16,-3 1-18,4 0 52,-1 0 116,7-5 382,-2 1-560,9-1 5,7-2-28,13-3-28,4-3 17,5-3-22,-5 0-23,-4-1 0,-10 1-39,-7 3-112,-6 0-89,-3 3 10,-3 1 34,1 1-134,-1 2 420,1 1-471,0 0 6,1 4-488,1-2-872,1 3-2522,2-3 4330,0-1 0,-2 0 0,0-1 0</inkml:trace>
  <inkml:trace contextRef="#ctx0" brushRef="#br1" timeOffset="620922">17293 12781 23388,'-3'-34'607,"0"-1"1,-3-20-608,6 55 17,0 4 67,0 16-67,1-1 17,0 23-1,1-6 1,2 12-23,0-1 6,3-5 5,1-6 1,1-8 38,-1-10 388,-1-9-287,-2-9 1,2-12-79,3-11 28,7-22-73,-5 11 45,6-18-34,-3 17 6,13-17-39,-6 19 5,13-3-16,-11 23-6,6 2 0,0 5-28,7 12 11,-11 1-39,12 12-33,-11 1-85,9 7-134,0 2-197,3-1-827,12-3 671,-14-12-751,14-3 130,-21-11 212,3-6 420,-4-7 644,-12 2 28,-2-7 29,-12 6-12,0-5-5,-5 1-1,0-2 170,-4-6-52,2 7 213,-2-9 89,3 10 186,-1-3 16,-1 3-118,1 4 192,-3 0-298,0 2-218,0 3 196,0 0 162,2 0-386,0 1 336,1-3-364,2 6 128,1-1-32,1 3-52,0 0-189,7 9-12,5 6-12,11 12-10,13 20-28,0 2 27,-1 1-16,1 3-11,-10-11 5,3 6 11,-10-12 51,-10-13 17,-16-12-12,-4-7 17,-15-11-22,3-7 22,-4-19-16,11 1-46,7-7 12,12 16-118,11-1-107,12 9-72,13-3-280,22 3 146,-3 2 190,-1 4-202,1-1 163,0-4 302,-4-3-3291,-2-5 3392,-29 7 202,-11-2 123,-9 5 347,-10-4-403,-1 6-129,-8 4-145,4 5 3335,3 7-3436,3 0-12,3 11 12,6 3 5,11 14-39,8-3 11,18 4 6,-6-14-6,19-2 11,-5-9 20,-13-5 0,0-3 48,18-9 28,-2-11-6,-28-3-3034,-4-18 3168,-12 19 499,0-22-353,-6 27-117,-3-2-191,1 12-34,-4 21 0,2 16-38,-1 29 10,3-21 0,0 2 1041,2 9 1,0 1-1182,0 6 1,1 2-341,-1-14 1,0 0 0,1-1-792,-1 12 0,-1-1 1277,-1 8 0,-1-6 0,0-11 0,-2 0 0</inkml:trace>
  <inkml:trace contextRef="#ctx0" brushRef="#br1" timeOffset="621421">19524 12062 17484,'-1'-6'4627,"1"1"-2571,0 5-1922,-19-14 0,19 32-44,0 6-54,14 10 1,9 4-925,7 8 1,4 3 887,-8-12 0,1 2 0,1 2-2,1 3 0,0 1 0,-2 2-41,-1 3 0,-2 2 0,-4 1-153,-3 2 0,-3 1 0,-7 0-680,-7 1 1,-5 1-1,-7-1 566,-4-10 0,-5-1 0,-2-1 0,2-4 0,-4 10 1,-2-6-1,-8-4 0,0 0 0</inkml:trace>
  <inkml:trace contextRef="#ctx0" brushRef="#br1" timeOffset="625571">19434 14547 15233,'21'-57'2393,"0"0"1,-1 2 0,-6 11-1493,-12 26-553,-4 3-326,-3 16-22,-5 18 11,-4 22-22,-2 20-45,8-22 0,3 2-637,0 3 0,2 2 222,3 2 1,1 1-687,2 2 1,2-1-2460,1 1 1,0-2 3615,1-7 0,-1-3 0,3 10 0,-5-23 0</inkml:trace>
  <inkml:trace contextRef="#ctx0" brushRef="#br1" timeOffset="625972">19630 14112 14691,'-51'-23'688,"1"-1"1,-1 1 0,-9 4 0,-2 3 0,5 6-1318,8 9 0,0 7 741,0 2 0,-3 4 0,3 3 53,-1 7 0,2 6-70,8-4 1,0 3-1,2 3-37,2 4 0,2 2 0,2 3-34,2 3 0,3 3 0,3 2-34,3 3 1,3 2 0,4 0-460,3 1 0,3 1 0,5-1 403,5 0 1,5-1 0,5-1-12,4-3 1,4-2-1,5-3 31,5-2 0,4-3 1,4-3 5,3-2 1,4-5 0,2-2 42,3-3 1,3-4 0,1-3-287,3-2 0,2-4 1,0-3 366,4-2 0,0-4 0,0-3-204,-14-1 0,0-2 0,0-1 0,0-3 204,1-1 0,0-1 0,-1-3 0,0-1-2,-2-1 1,0-2 0,-1-2 0,-2-1 11,12-8 0,-3-3 0,-3-2-38,-6-2 1,-4-1-1,-4-3-28,-7 0 0,-4-3 0,-4 0-30,-6-2 0,-3-1 0,-7 1-14,-4-1 1,-6 1 0,-5 0-10,-3 2 1,-5 1-1,-6 3-298,-15-3 1,-9 4 0,2 4 196,-5-3 0,-4 6-196,12 13 0,-3 2 0,-2 2 0,2 3 285,-2 4 1,2 4-1,3 0 1,-7-3-1,3 2 1,6 3-1,1 1 1</inkml:trace>
  <inkml:trace contextRef="#ctx0" brushRef="#br1" timeOffset="626581">19222 15437 13197,'-12'-49'179,"-16"28"1000,1 44 0,-3 16-1187,-3-5 1,-2 4-1,0-2 469,-3 4 0,-1 2-685,4-6 0,-3 6 0,0-1 0,6-5-174,1-1 1,2 0-811,-4 6 0,-3 6 0,6-4 1019,10-3 0,4-3 0,0-7 1,2-3-1,3 14 0</inkml:trace>
  <inkml:trace contextRef="#ctx0" brushRef="#br1" timeOffset="626889">19560 15308 15922,'-3'-4'5085,"0"0"-4351,3 4-330,3-9-337,9 20 23,19 14-68,0 14-864,-2-2 0,2 3 825,-4-5 0,2 1-53,10 9 0,2 1-126,2-2 0,3-1-480,-8-11 0,2 1 0,-2-3-472,1 2 0,0-1 1148,-3-2 0,2 2 0,-7-6 0,-4 0 0,8 8 0</inkml:trace>
  <inkml:trace contextRef="#ctx0" brushRef="#br1" timeOffset="627620">18342 16434 18683,'-15'-43'735,"0"1"1,2-6 0,5 7-70,14 12-313,7-8-196,7 16-56,7 11-73,-2 5-5,20 24-79,-4 27 11,0 2 14,-24-18 0,-4 4-132,-8 10 1,-6-1-404,-4 16 445,-7 0 1,-8 1-221,-3-20 1,-5-1 450,0-4 0,-3 2 0,-1-4 111,-8 5 1,-2-4 2,-3-2 0,2-6 207,-7-8-274,21-11-67,15-8-135,18-14-28,24-8 45,-1 0-59,11 5 1,3 3 7,3 2-165,3 0 0,3 1 84,-12 4 1,2 1-109,1-1 1,4 0 0,-2 0-198,14-2 1,-1 1-754,-13 1 0,1-1 0,-4 2 254,-1-1 1,-3 0-3484,1-3 0,-4-1 4158,1-4 1,-6 2-1,-18 6 1</inkml:trace>
  <inkml:trace contextRef="#ctx0" brushRef="#br1" timeOffset="627970">18456 16239 8606,'-48'-3'1064,"1"0"0,-1 0 1,0-1-1,-2 1 0,1 0 1,-1 2-485,-9 5 1,-2 3-1,4 2-1374,-3 4 1,0 2 895,4 1 1,-2 1 0,3 3-336,14-1 0,2 2 0,2 3 268,2 0 1,3 3 0,1 2-22,-9 18 0,6 3-77,5 6 0,8 2 27,11-16 1,3 1-1,4 0-54,5 3 1,5 0-1,3-1-363,5 2 0,4-2 0,4 0 370,6-2 1,5-1 0,3-3 35,6-2 1,3-2-1,4-4 32,3-3 0,4-3 1,1-4-104,-11-6 0,0-3 0,1-1 0,1-2 171,-1-1 0,1-2 1,1-1-1,-1-2 25,-1-1 1,0-2-1,0-2 1,0-1 42,13-3 0,-1-3 1,0-2 41,-4-4 1,0-2 0,-2-3-30,-2-2 1,-1-3-1,-3-2-403,-3-2 1,-3-2 0,-2-2 381,-3-1 1,-4-1 0,-2-3-38,-6-1 1,-2-1 0,-4-2 75,-4 1 0,-2-1 1,-5 0-16,-3-21 0,-8 2 28,-8 5 1,-9 3-46,-10 5 1,-8 6-88,-8 6 1,-6 5-138,-5 6 1,-3 4-334,-1 6 0,1 5-1938,3 4 0,2 3 2375,11 5 0,4 1 0,-8 2 0,25 1 0</inkml:trace>
  <inkml:trace contextRef="#ctx0" brushRef="#br1" timeOffset="628805">20183 16449 17496,'10'-31'302,"1"-1"0,13-23 79,0 35 51,5-4 33,4 2-6,1 0-156,0 5-158,-1 6-122,-3 5-63,-2 9-4,-1 7-57,-1 8-73,-2 7-11,-6 3 96,-8 3 173,-10 0 101,-14 0 44,-10-3 62,-11-4-128,5-9 374,-18-6-150,21-7-7,-11-5-15,22-3-152,7-5-129,7 0-84,7 0-6,9 3 46,8 7-24,15 11-4,9 11-12,-17-6 0,1 2-54,13 8 1,-1 1-269,-12-8 1,0 1 217,12 8 1,-5 0-122,-6 8 57,-11 7-123,-39-3-112,-31-4 142,14-19 1,-6-4-625,0-4 0,-4-3 0,3-1 113,2-1 0,1-2-1542,-19-5 1,6-5 2313,16-6 0,7 2 0,16 5 0</inkml:trace>
  <inkml:trace contextRef="#ctx0" brushRef="#br1" timeOffset="629183">20539 15927 12293,'-10'-2'2405,"-28"-3"1,-11 4-1818,11 10 0,-2 2-746,-16-7 0,-4 4 456,14 12 1,0 6 0,6 0-795,9-5 0,1 2 565,-8 8 0,-3 6 0,4 0-472,1 10 0,5 2 395,6-7 1,1 4 0,2 0-14,3 2 1,3 1-1,3 1-17,3-1 1,3 0 0,4 0-2,5-3 0,3 1 0,4-3 24,4-1 0,3-2 0,5-2 22,4-3 1,5-2-1,3-3 10,4-1 0,3-4 0,3-3 37,3-1 0,4-4 0,1-2 56,4-4 0,2-2 1,0-3 25,4-2 0,0-2 0,1-4-447,-14-2 1,0-2-1,0-1 1,0-2 408,1-1 0,-1-2 0,-1-1 0,0-2-19,-1-1 1,0-2 0,-2-2 0,0-1 28,10-8 0,-1-1 1,-3-4-31,-6 0 1,-2-3-1,-4-2-295,-5 1 1,-4-3 0,-4-2 234,-5-1 1,-4-1 0,-5-2 88,-4 1 1,-5-1 0,-7-1-185,-9-5 1,-9-2 0,-5 5-123,-2 9 0,-3 2 0,-4 4 3,1-1 0,-3 3 0,-6 7 196,-8 9 0,-8 5 0,0 5 0,12 0 0,9 0 0,3 1 0,-12 4 0,0-1 0,-1 0 0</inkml:trace>
  <inkml:trace contextRef="#ctx0" brushRef="#br1" timeOffset="632081">17586 17427 8926,'0'-3'5192,"0"1"-436,0 2-3591,-13-31-314,10 23-330,-11-23-303,12 31-56,-3 5 34,-10 11-128,-4 4-32,-12 9 1,-6 4-799,1-4 1,-3 2 701,1 0 0,-4 2 1,0-1-585,1-1 1,0-2 0,0 1 204,0 0 0,0 0 1,1-1-1054,3-1 0,0 0 1,3-1 1491,-7 7 0,4-3 0,-4 6 0,22-18 0</inkml:trace>
  <inkml:trace contextRef="#ctx0" brushRef="#br1" timeOffset="633185">16167 18175 10248,'2'-9'2985,"8"-25"1,1-3-2174,-5 13-446,5-13 1,0 1 894,-6 17-314,-2 5-387,0 2-544,-2 7 147,-1 10 139,-5 12-134,-8 19-179,-11 21-37,6-13 1,-1 3-623,3-7 1,2 1 624,-1-1 0,2-2-33,2 23 50,8-25 39,6 1 252,6-16-89,2-12 162,13-17-84,3-13 0,15-15 40,4-7-46,-21 19 1,0 0 49,12-13 1010,-7 7-1200,-15 15-89,-9 9-62,-2 2 62,-1 21-79,-1 8 12,0 9-73,-1 17-303,-3 8 160,2-27 0,0 0-135,1 5 0,2-2-903,6 16-1335,9-11 578,-1-15-7511,17-14 9572,-11-14 0,3 0 0,-15-3 0</inkml:trace>
  <inkml:trace contextRef="#ctx0" brushRef="#br1" timeOffset="633568">16867 18096 12931,'-44'-25'819,"0"0"0,0 0 1,-1 0-1,0 2 0,-2 0 1,2 3-1,4 6-455,-4 10 1,4 5-673,-2 0 1,-2 1 360,-7 5 1,-1 4-71,12 2 0,-1 5-26,1 2 0,-3 4 0,2 2 15,6-1 0,2 1 0,1 2-551,-6 6 0,1 3 0,3 1 464,-3 14 0,5-1 53,7-11 1,7 3-182,9 0 1,6 3 0,4-4 216,7-10 1,3-1-224,1 17 1,8-4 139,23-16 0,5-8 92,-18-9 0,2-1-219,19 6 0,5-2 325,-1-6 1,4-4 44,-1-3 1,4-4-1,0 0-129,-10 1 0,0 0 1,4-5 116,-3-2 0,6-3 0,2-2 0,-4-2 0,-7 0-339,-2-4 1,-6 0 0,1-2 286,13-4 1,2-1 0,-9-3 91,-9-9 1,-10-4-26,-13-3 1,-7-1-29,-3-1 1,-5 0-29,-9-6 0,-10 4-45,-9 12 1,-6 6-35,4 7 1,-2 3-42,-15 1 0,-5 4-292,-5 5 1,-1 4 19,11-1 1,-2 3-1920,0 2 1,-3 2 0,7 1 2229,-14 5 0,24-3 0,4 1 0,11 2 0</inkml:trace>
  <inkml:trace contextRef="#ctx0" brushRef="#br1" timeOffset="634044">18510 17543 21282,'-1'6'95,"8"17"-204,5 11 0,4 5-1105,1 2 0,0 2 110,3 3 0,0 0-3393,2 2 0,-1-2 4497,-2-4 0,-1-4 0,5 10 0,-11-22 0</inkml:trace>
  <inkml:trace contextRef="#ctx0" brushRef="#br1" timeOffset="634719">19101 18144 17748,'-41'-20'214,"0"0"1,1 2 0,2 8-31,-18 28-2868,19-5 0,-1 0 2779,-15 5 17,15-7 0,2-1 1560,-10-2-1358,-5-3 842,11-2-898,14-3-62,12-1-90,10 1 3342,3-1-3448,1 0 28,3 0 22,1 4 29,5 4 44,0 8 23,0 8-18,-4 5-32,-2 6-80,-3 2-4,-1-2 60,0-3 46,0-7-6,0-6-39,1-7 95,0-5 247,1-3 531,2-4-722,-1-2-5,8-7-90,1-2-34,8-5-56,3 1-33,4 2-1,8 5-5,4 4 0,7 9-11,4 5-39,3 9-29,-1 6-55,-1 6-57,-7 5-16,-16 3 22,-23 1-39,-30 0 90,1-19 0,-5-2-276,-8-1 0,-3-2-128,-4-1 1,-2-2-1125,-1-4 0,1-2 698,10 0 1,0-4 378,-10-9 0,4-2 0,13 5 0,-15-13 0</inkml:trace>
  <inkml:trace contextRef="#ctx0" brushRef="#br1" timeOffset="635100">19088 17944 10371,'2'-4'5887,"0"1"-5097,-2 3-197,-70-20-338,40 21 0,-3 3-582,-9-6 1,-5-1 0,2 5 637,-14 12 0,2 7-168,16-7 1,0 1 0,-1 3-99,-9 8 0,-1 4 0,3-2-542,-2 2 0,1 3 429,5 1 1,0 5 0,6-2-81,4 5 0,6 2 39,6-9 1,0 3 0,3 0-292,-1 12 0,6 0 341,5-8 1,7-1-65,7-7 1,5-2 49,26 20 112,-6-28 0,6-3 21,10-2 0,4-5 66,11-2 1,3-4-43,-15-6 0,1-3 0,2-2-172,-5-2 1,1-2 0,2-1 0,-1-2 141,6-2 1,0-2-1,0-1 1,0-2 44,0-1 1,0-2-1,-1-1 1,-1-1-5,-3 0 0,-1-2 0,-1 0 0,-3-1 26,4-7 1,-4-1-1,-4-1 4,-7 2 0,-4-1 1,-3-2 127,5-14 1,-7-1-128,-8 4 0,-8 0-45,-9 4 0,-9 3-56,-8 6 1,-8 3-88,-9 3 1,-7 5-421,-3 7 0,-6 3 1,3 2-60,1 0 1,1 2-986,-17 0 0,4 3 1526,8 8 0,35-4 0,3 2 0</inkml:trace>
  <inkml:trace contextRef="#ctx0" brushRef="#br1" timeOffset="635767">20834 17301 8041,'1'-6'4150,"-1"0"-1612,0 6 3830,0 0-5438,1-55-414,-2 37-410,0-38-50,0 52-258,1 4 180,-3 4 72,-1 14-44,-3 3-65,-2 9 0,-2 2-64,-4 6-1966,-7 8 1,-1-1 1663,0-5-636,-3 2 0,0 2-2120,-2 5-527,10-15 0,1 0 3708,-2 10 0,9-18 0,6-12 0</inkml:trace>
  <inkml:trace contextRef="#ctx0" brushRef="#br1" timeOffset="636350">20766 17952 20285,'-38'-22'173,"-1"1"1,3 2 0,2 11-152,-5 33-50,-4 10-28,-1 10-455,22-20 0,1 2 441,1 2 0,3 1-9,3-1 1,3 0 201,-3 27-224,18-8 34,14-10 227,16-12-76,10-13 50,6-9 118,0-13 112,-6-8 157,-11-8 56,-13-3-218,-13 2 218,-18 4-582,-15 5-23,-3 8-37,-2 6 1,-2 4-88,-14 7-5,12-3 0,0 3-817,-19 15-510,18-3 111,9 0-5488,18-3 6861,8-7 0,1-1 0,1-5 0</inkml:trace>
  <inkml:trace contextRef="#ctx0" brushRef="#br1" timeOffset="636727">20856 17881 16874,'-40'-18'551,"0"-1"1,0 1 0,-18-8 0,3 9-367,16 17 0,2 5-746,-3 3 1,1 3 593,-1 6 1,3 4-70,1 4 0,3 4-48,3 4 0,3 3-20,4 5 0,4 0 40,4-7 0,4 1-164,1 19 1,6 1 70,7-20 1,5 0 24,2 15 1,7-2 38,8-15 1,4-5 61,7-3 0,2-5 73,4-3 0,2-4 70,-1-4 0,1-3 64,-5-6 1,0-4 33,-6-4 1,-2-3 516,18-26-262,-15-13-264,-22 20 1,-3-1-34,-3-4 0,-2-2-122,-3-1 0,-2 0 24,-2-1 0,-2 2-25,-1 2 0,-2 3-73,-14-22-252,-2 13-835,-2 12-5276,0 9 6391,5 8 0,9 7 0,6 2 0</inkml:trace>
  <inkml:trace contextRef="#ctx0" brushRef="#br1" timeOffset="637200">20821 17145 19404,'48'2'58,"1"0"0,0 0 1,0 2-1,-1 1 0,-2 3-78,11 9 1,-2 4-1077,-13-6 0,1 0 1,2 0 992,3 1 0,1-1 1,1 0-203,3 1 1,1-1-1,0 0-625,2-1 1,-1 0-1,1-1 930,3 1 0,-1 0 0,-5-2 0,-5-1 0,-4-1 0,-7-1 0,1 0 0</inkml:trace>
  <inkml:trace contextRef="#ctx0" brushRef="#br1" timeOffset="637917">22186 17610 9195,'-6'0'7993,"2"-1"-2952,4 1-4643,-21-33-326,16 25-156,-16-25-22,21 34 11,0 0 123,1 1 33,-1-1 667,1 2-660,-1-2-12,0 0-40,-1 1 7,-1 0 72,-2 3-11,-2 0-28,1 2 11,1-4 208,3-1 503,1-2-448,12-9-195,6-3-85,6-5 12,13-2-6,-2 6 0,12 2-33,0 5-12,0 10-28,-1 13-11,0 16 8,-24-10 0,0 3-275,-1 4 1,0 3 243,0 2 1,-1 1-68,-1 2 1,-2 0-149,-1-1 0,-1 1-751,-4 5 1,-2-2-160,2 14-2599,-13 8 3775,-7-35 0,2-7 0,-1-9 0</inkml:trace>
  <inkml:trace contextRef="#ctx0" brushRef="#br1" timeOffset="638485">22342 17852 16768,'-46'-27'662,"0"0"1,7-1 0,13 1-619,29 8 41,28-11-34,20 11-829,-13 6 0,4 1 766,-1 4 1,4 0 0,-1 1-87,16-2 0,2 2-54,-13 1 1,2 0 0,-4 2-3,-1-1 0,0 1-280,14-2 0,-4-1 160,-4-1 41,-9 0 1,-3-1 526,-7-5-166,-3-3 388,-16-2-258,-17-1-62,-16-3-76,-5 5 1,-5 1 13,-1 0 0,-2 1 212,-2 0 1,-2 0-140,-7-1 1,-2 3-463,2 2 0,-2 1 521,-15-1 1,-4 1-55,19 5 1,-1 2 0,-1 1 71,-12 5 0,-2 3 0,2 1-785,7 2 1,2 1 0,0 1 531,2 0 1,0 2 0,3 2 10,-14 12 0,6 5-262,15-4 0,3 4 203,7 1 0,0 5 0,4 0-17,-1 12 1,8 3-345,7 9 0,8-1 364,7-19 0,6-2-3,13 8 0,9-3 20,3-8 0,7-2 6,5-2 0,7 1 1,1-3 14,-2-5 0,0-2 0,3-2-372,-6-3 1,3-1 0,0-1-1,-3-2 348,-2-2 0,-3-3 0,4-1 19,3-1 1,4-2 0,0 0 0,-7-1 16,5 0 1,1-2 52,0-2 1,7-1-1,2-2 1,-9-2 278,8-6 1,-4-3-235,-4 0 1,2-2 0,-6-2-35,-7-2 1,-5-5 56,-2-7 0,-6-4 9,-13 4 0,-5-4-49,-1-21 1,-7-3-90,-9 8 0,-8 0-58,-2 12 0,-4 0 0,-5 4-130,-17-7 1,-13 8 159,3 15 0,-9 2 0,-2 2 0,9 2 0,2-3 0,0 3 0,-5 5 0,-1 1 0,1-1 0</inkml:trace>
  <inkml:trace contextRef="#ctx0" brushRef="#br1" timeOffset="651943">23460 14928 9766,'9'5'-607,"-7"-2"0,9-1 1</inkml:trace>
  <inkml:trace contextRef="#ctx0" brushRef="#br1" timeOffset="664343">12245 16178 19087,'-2'-6'4290,"1"1"-3472,1 5-774,-25-28 12,17 43 34,-18 9-90,24 27 5,2-18 1,0 1 8,0 2 0,-2 0-336,-2 22 344,1-18 1,-2-1 39,-4 10 11,-1-15 207,2-14 112,4-10-162,-1-16-135,-1-12-22,-2-16-23,0-14-16,2-11-9,3 26 0,2-1 29,-1 0 1,2 0-58,1 1 1,1 0 41,6-23 0,4 11-39,3 13 6,2 11-29,6 11 35,6 6-7,12 8-22,7 6 23,6 8-40,1 8 1,-5 4 33,-10 5 229,-15 5-240,-17 5 11,-24 3 22,-14 0 6,-15-6 6,-2-11 72,5-13-22,10-12 0,12-11-11,9-6-62,8-7 6,8 0-28,4 2 0,7 5 5,16 6 6,-8 2 0,22 8-17,-6 3-33,15 9-344,2 4 270,-3 4 12,-13 5 84,-17 2 28,-24 5 28,-24-1-39,-25 2-308,18-19 0,-3-3 277,-1-1 0,0-2-118,1-2 1,1-3-782,-20 1-1854,16-13 2076,18-12 1,10 5 0,9-3 0</inkml:trace>
  <inkml:trace contextRef="#ctx0" brushRef="#br1" timeOffset="664558">13053 16272 24934,'7'46'-185,"2"2"-599,1-3-1681,1 0 2465,0 1 0,-6-22 0,0-4 0</inkml:trace>
  <inkml:trace contextRef="#ctx0" brushRef="#br1" timeOffset="664750">13070 15957 18716,'-4'-6'4655,"1"0"-4403,3 6-660,0 0 44,-17-39-1692,28 44 2056,-5-17 0,14 33 0,0 2 0</inkml:trace>
  <inkml:trace contextRef="#ctx0" brushRef="#br1" timeOffset="666299">13361 16177 20453,'0'-6'4156,"0"2"-3360,0 4-785,10-18-17,2 30 12,7-5 0,-5 36-12,-6 2 45,-5-3 0,-6-8 34,0-12 196,-1-10-39,2-16-135,2-12 11,0-13 23,6-8-3392,11-12 3285,-2 16 6,21-12-28,-8 28-33,7-3-85,6 13-89,-5 7-101,12 8-171,-17 3 0,0 0-93,13 9-352,-10-4 0,-1 1-2643,15 6 242,-19-9 1,1 0-2647,26 6 5366,1-8 1658,-22-10 5876,5-20-4571,-28 2 1143,2-21-1379,-12 6-789,-1-9-375,-4 0-185,-3 4-168,-2 7 3134,-3 10-3554,-4 9-146,-1 10-44,0 7-12,-5 15 6,2 9 11,-3 14-28,4 4-112,13 8-23,15-12 79,6-8-45,17-15 51,1-13 106,10-5 135,4-23 16,-14-8-78,-7-7 117,-15-6 12,-9 6-23,-3-7-6,-3 4 1,-3 5 78,0 8-207,1 11 33,2 5-95,1 8 1,0 5 4,-1 8-44,-1 23 17,2-6-11,2 21 5,12-19-22,21 12 56,9-15-384,15-4 356,-16-16-6,6-7 11,-15-10 12,10-14 5,-12-5 40,-3-10-29,-15 12 17,-3-6 51,-4 6 489,0-9-528,-2 15 49,-1 1-66,-2 16-45,0 0-62,0 7 73,0-2 6,7 13-1,3-3 1,4 3-23,5-4-17,0-5 34,-4-2 17,3-2 6,-14-3-18,1 0 146,-5 0 29,0 1-197,0-5 22,-1 4 1,1-5 5,-1 3 12,1 1 33,-1 0-45,0 0-11,0-1-11,0 1-12,-1 0-330,1 1 180,0 2-29,1 0 113,0 1-85,0-1 40,-1 0 66,1-1 220,-1 1-80,-1-2-27,0-1 28,-2-2 0,1 1-34,1-1-17,1 1-9853,1 0 9691,-2 8 0,1-4 1,0 5-1</inkml:trace>
  <inkml:trace contextRef="#ctx0" brushRef="#br1" timeOffset="666993">14579 16108 21343,'-5'-2'2258,"1"1"-606,4 1-1439,6 4-50,-1 1-62,8 3-34,-1 1 28,4-1-17,2 0-33,-2-2 56,5-3 101,0-4-12,0-3-67,3-4-33,-5-5 5,-2 0 23,-3 1 55,-5 3-33,-5 4-22,-2 2-23,-2 1-61,1-2 61,-1-2-22,0-3-57,0 2 52,-1-5 27,0 6-17,0-1-61,0 4-118,1 1 112,2 7 1,1 2-1,3 7 17,0 7-11,0 8-17,-1 6 5,-1 4-27,0 3-90,-1 1-465,0-1-1574,1 0 2151,0 0 0,0-18 0,-1-5 0</inkml:trace>
  <inkml:trace contextRef="#ctx0" brushRef="#br1" timeOffset="667408">15060 16088 22352,'-2'-4'3333,"0"1"-1720,2 3-1613,-19-38 16,14 37-32,-13-20-7,19 53-16,6 7-67,8 2-18,13-4-44,12-9-28,13-11-210,6-12 390,1-17 44,-5-11 50,-27 2 0,-4-3 141,10-18-68,-9 1 219,-17 8 72,-6 16-22,0 1-202,-4 8-111,-3 13 233,-8 14-340,-9 20 0,7-9 0,-1 2-344,-2 10 1,-1 4 258,-2 9 1,-1 4-1139,7-14 1,-1 2 0,0 2 1222,-2 11 0,1 1 0,1-5 0,0-4 0,2-5 0,2 1 0,0-1 0</inkml:trace>
  <inkml:trace contextRef="#ctx0" brushRef="#br1" timeOffset="669798">28088 13899 10220,'3'-63'2666,"1"0"0,1 9 0,-6 9-2106,-17 16 729,-23 3-914,9 13-67,-4 3 0,-3 4-671,5 8 1,-1 4 530,-13 4 0,-3 5-49,5 6 1,-3 5 0,3 2-83,3 1 0,3 3 1,-1 0-317,0 1 1,1 2 0,3 2 278,2 6 0,4 3 0,4 0-432,7-5 0,4-1 0,1 3 407,-1 7 1,1 3 0,8 1-19,10 2 0,9 0 0,6-3 18,2-11 1,5-2 0,6-4-6,12 1 0,7-3 1,0-7 15,-10-11 1,-1-4 0,4-3 11,12-1 0,5-4 1,-2-3 14,-8-3 0,-1-4 0,3-2 31,4-2 1,4-3 0,1-1 0,-2-1-3,-9 0 0,-1-1 1,-1-1-1,0-2-319,6-3 1,1-2 0,-1-1 0,-6 0 309,-5 2 1,-5 0 0,0-3 18,2-4 0,-2-3 0,-4-1-4,-1-9 0,-5-3 14,-8 9 1,0-2 0,-5-1-20,-7-6 0,-5-2 0,-2 3-21,-2-3 1,-7 2-12,-6 6 0,-6 0 1,-4 5-7,-14 4 1,-6 5-67,5 4 0,-2 1 1,-3 3 45,-2 2 0,-2 2 0,-1 2-176,-8 2 1,-2 3 0,2 2-490,11 2 0,0 3 1,2 1-1066,-18 2 0,4 3 1745,17 6 0,6 2 0,9-2 0,1 1 0</inkml:trace>
  <inkml:trace contextRef="#ctx0" brushRef="#br1" timeOffset="670105">27914 14118 21226,'11'-49'1111,"1"0"0,-1 4 0,-4 13-1027,-6 28-23,-1 13-16,0 2 22,2 21 12,2 26-116,-2-25 1,0 2-60,0 0 1,-1 3-1893,0 17 0,-2-1 1901,0-20 1,0-1 0,0 6-1,-1-3 1,1-7 0</inkml:trace>
  <inkml:trace contextRef="#ctx0" brushRef="#br1" timeOffset="672368">27298 14897 19972,'20'-38'1026,"0"0"1,0 1 0,-9 15-820,-15 25 12,-8 9 61,-14 11-56,-16 16-587,14-13 0,-2 1 405,-3 5 0,-2 2-490,-4 5 0,-1 1 389,-2 4 0,0 2-109,13-15 0,1 1 0,1 1-838,-11 16 1,3 1 444,5 2 0,5-3 0,-4 7 0,14-10 1</inkml:trace>
  <inkml:trace contextRef="#ctx0" brushRef="#br1" timeOffset="672850">28117 14946 12169,'-1'-8'3786,"-5"-22"1,-3-5-2202,-3 6-986,1-8 1,-1 1 324,-5 14-387,7 9-363,3 7-73,6 8 16,9 12-33,11 15-39,17 17-1772,-1-6 1,2 1 1670,-10-12 0,2 1-139,2 0 1,4 3 0,-1-3-1025,5 3 1,0-2-1400,-6-4 1,0 1-1,0-1 2618,11 8 0,-5-3 0,0 0 0,-26-21 0</inkml:trace>
  <inkml:trace contextRef="#ctx0" brushRef="#br1" timeOffset="673343">28623 14728 12202,'-5'-3'7187,"1"1"-4263,4 2-2028,31-38-678,-6 33-39,23-4 1,8 4-1109,-11 17 0,2 6 958,1-2 1,4 1 0,-2 0-24,5 2 0,0 0-8,-7-1 0,4 0 0,1 0-84,5 3 0,1 0 0,-1-1-590,-9-3 1,-2 0 0,4 1 403,-1 0 1,4 1-1,-1-1 1,-4-1-1287,-3-1 1,-4-1 0,0-1 1247,4 2 1,1 0 0,-5-1 0,1-1 0,-5-1-1,2 1 1</inkml:trace>
  <inkml:trace contextRef="#ctx0" brushRef="#br1" timeOffset="675412">26584 15798 24127,'7'-12'185,"-13"41"-241,-8 28-109,0-9 0,-1 2-1032,3-14 0,0 0 244,-3 9 1,1 2-1851,1-2 0,2 0 2803,4 2 0,2-4 0,-1 4 0,6-7 0</inkml:trace>
  <inkml:trace contextRef="#ctx0" brushRef="#br1" timeOffset="675888">26675 15855 13013,'-27'-36'1406,"1"-1"0,-1 0 0,-13-14 0,0 6-860,8 16 0,-2 5 50,-9 4 1,-3 5-390,5 8 1,1 4-155,0 2 0,2 6 6,0 10 0,2 5-40,7 2 1,2 4-286,-7 8 0,2 7 270,7-1 0,2 3 0,2 2-937,3-2 0,3 0 0,0 0 921,0 2 1,2-1 0,1 1-36,4 1 1,2 1-1,4-2 90,5 9 0,6-2-94,3 8 1,10-1 25,6-20 1,6-4 0,3-3-6,-2-7 0,2-3 1,4-3-250,9 1 0,4-2 1,-3-4 286,5-3 1,0-4 11,-10-4 1,0-1 0,-1-3 40,8-5 1,-1-5-478,-5-3 1,2-4-1,-5 0 458,2-2 0,-4-6 40,-5-8 0,0-8 0,-7 4 500,-12 9 0,-3-1-536,2-8 1,0-4 0,-4 2 48,-5 3 0,-5 0 213,-2-7 1,-6 1-197,-13 1 0,-6 3-79,-3 10 1,-4 3-26,-1 2 1,-2 3 7,-4 4 1,-1 4 466,9 5 1,-2 0-481,-10-2 0,0 1 13,-14-2-66,10 4-12,31 5 3020,10 2-3070,10 10 788,0-2-1965,15 17-3487,-3-5 4776,5 5 0,-11-11 0,-5-7 0</inkml:trace>
  <inkml:trace contextRef="#ctx0" brushRef="#br1" timeOffset="676564">26186 16115 18812,'6'-50'983,"-1"0"1,3 2 0,5 8-501,26 4-102,8 6-90,3 10-118,-1 9-66,-4 13-68,-8 14-11,-12 15-34,-12 19-10,-12-3 7,-11-3 1,-5 1-458,0-12 1,-2 0 487,-8 15 1,-2-1 132,4-10 1,-1-4-97,0-1 0,1-3-1,2-3 1,1-3 3,-15 15-29,12-15-33,10-10 23,13-7-6,17-8-29,2-3-55,15-8 0,6-3-90,-2 0 0,3 0-485,1 0 0,4-2 1,0 2-80,1 0 0,0 0 1,2 1 720,8-2 0,1 1 0,-5 1 0,-4 1 0,-5 1 0,-1 2 0,-1 0 0</inkml:trace>
  <inkml:trace contextRef="#ctx0" brushRef="#br1" timeOffset="677238">28578 15637 12180,'18'-52'2442,"1"-1"0,-2 5 1,-4 4-1111,-3-8-172,-7 10-476,-9 11-404,-6 11-163,-14 15-66,-15 21-29,11 2 0,-1 5-706,-9 10 1,-1 5 683,10-8 0,-1 3 0,1 0-4,-3 4 1,1 1-1,1 1-26,1 1 0,2 1 1,1 0-29,4-1 0,2 0 0,3 0 5,-3 16 0,8-2-154,10-5-1,8-2 180,7-6 1,8-4 4,10-5 1,5-4-6,8-4 0,4-6 22,7-2 0,2-6-527,5-3 0,0-4 561,2-6 0,-1-4 25,-1-5 1,-2-5 13,-5-5 0,-5-5 34,-5-5 0,-6-5-29,-7-4 1,-7-5-54,-5-4 1,-8-2-418,-7-3 1,-7-1 394,-5 2 1,-8 0-504,-3 15 1,-5 1-1,0 4 486,-3-2 1,-3 4-26,-19-4 0,-4 8-244,13 16 1,-1 4 114,-10 0 1,-2 3 21,4 5 0,2 4-1069,7 3 0,3 5 1221,4 6 0,6 1 0,-2 4 0,11 2 0</inkml:trace>
  <inkml:trace contextRef="#ctx0" brushRef="#br1" timeOffset="677753">28304 16044 18470,'-6'-49'706,"0"0"0,1 5 0,4 6-505,15 11-83,8 2-46,11 3-32,9 3-12,7 8-45,-1 5-28,-4 13-22,-5 8-34,-5 13 17,-6 6 101,-10 2 184,-16 4-55,-15-10-73,-7-4 145,-13-9 79,6-8 314,-10 1-359,15-6 219,3-2-152,16-2-123,0 0-107,3 0 1,5 0 22,8 0-39,13 0-23,13 2-61,8 5 22,6 7-1713,-20-3 1,-1 2 1684,12 6-22,11 7-51,-32-9-128,-13 16 123,-13-13-56,-21 9-331,-23-11-762,-13-3-2150,22-7 0,-1-1 3394,6-1 0,3-3 0,-2 1 0,23-4 0</inkml:trace>
  <inkml:trace contextRef="#ctx0" brushRef="#br1" timeOffset="678763">30434 15460 16930,'0'-7'2963,"1"-27"0,1-4-2532,-1 15-75,1-17 0,0 1 148,-3 25-236,-1 1-262,-1 7-68,-6 20 96,-1 2-17,-15 31 16,1 3-8,10-16 1,1 3-21,4 5 1,3-1 11,3 16 5,13-19 1,5-4 33,17-7 16,6 2 259,16-26-140,-17-17-6,17-15 44,-13-11-316,-12 5 317,0-7-12,-11 12 28,0-1-201,-9 14-118,-5 12 62,-4 12 22,0 8 211,-3 17-317,0 25 50,0-9-154,4-3 0,3 0-36,5-3-87,3-3 0,5-1-518,20 8 64,-6-19 0,4-2 64,-5-8 1,1-6-95,4-5 0,-1-7-730,14-25 943,-16-9 202,-17 5 1,-2-5 569,-4-11 1,-1-3-346,-1 10 0,-1-3 586,-1-9 0,-1-5 1,-3 4-449,-4 3 0,-2 2 319,3-11 0,-5 0 151,-7 9 1,-6 4-282,-2 11 0,-5 3 134,-3 2 0,-6 1 0,-1 3-99,-17-5 0,-4 7-897,9 7 0,-3 3 0,2 4 748,-5 4 1,0 5-24,9 3 1,-2 4-1,-1 6-297,5 5 0,-1 6 0,1 3 1,1-1 272,-7 7 0,3 0 0,0 3 2,7-6 1,-1 2 0,2 1 0,7 2-5,5 7 0,6 3 0,5-4-1,4-3 1,5 0 252,2 24 1,13 1-255,12-23 0,9-2 0,3-1-17,1 3 1,4-2 0,6-1-266,-3-9 1,6 0-1,2-1 1,0-2-1,-4-2 291,8 1 1,-2-3 0,3-1 8,5-2 0,6-1 0,0-1 0,-8-4 361,5-2 1,0-4-360,-11-2 1,5-1 0,1-2 0,-3-2 1,5-3 1,-2-4 0,3-3 20,0-2 0,3-4 1,1-2-1,-5-1-14,-10 0 0,-3-2 1,-1-1-1,-2-3 7,3-4 1,-1-3-1,-2-2 1,-7 1-30,8-14 0,-10-2 8,-12 8 0,-4-2 0,-4 2-192,-6-8 0,-7 0 170,-5-10 0,-13 1-75,-9 19 0,-9 2 0,-4 5-209,-2 6 0,-4 4 1,-1 3-147,-3-1 1,-1 4-1,-3 3 441,3 7 0,-3 3 0,2 2 0,8 0 0,7 0 0,2 1 0,-19 1 0,1 0 0</inkml:trace>
  <inkml:trace contextRef="#ctx0" brushRef="#br1" timeOffset="680057">26509 16628 11133,'1'-4'8223,"0"1"-7501,-1 3-218,-23 16-163,-8 19-268,2-6 0,-4 4-662,-3 8 1,-2 3 563,9-12 1,-1 1 0,0 1-487,-3 2 0,0 1 0,0 0 292,-1 1 1,1 1 0,0-1-249,1 0 0,1 0 0,2-1-579,2-2 1,1 0 0,2-1-3267,-7 12 0,3-2 4312,8-9 0,3-4 0,-1 7 0,11-20 0</inkml:trace>
  <inkml:trace contextRef="#ctx0" brushRef="#br1" timeOffset="680391">26550 16754 11194,'-3'-4'7276,"1"1"-4543,2 3-2458,-3-29 22,15 29-85,9-13-105,27 47-121,-16-9 0,3 1-635,6 7 0,2 0 590,5 6 0,3 0-27,-14-12 0,0 1 1,1 0-134,2 1 1,0 0-1,0 0-472,0 1 1,0-1-1,0 0 691,0 3 0,0-1 0,-5-2 0,-1-4 0,-5-1 0,18 17 0</inkml:trace>
  <inkml:trace contextRef="#ctx0" brushRef="#br1" timeOffset="680768">26686 16713 15457,'-3'-2'3248,"1"0"-2261,2 2-607,79-33-602,-48 30 0,3 2 324,21-4 1,9 0 0,-5 5-628,-8 7 0,-1 5 554,5 2 1,4 3 0,-2 0-79,-10-3 1,-2 0 0,2 1-514,-3-1 0,2 1 0,2 0 0,-1-1-108,2 1 1,0 0 0,1 0 0,-1 0 669,5 1 0,1 0 0,-2-1 0,-4-1 0,11 3 0,-5-1 0,-6-3 0,0 0 0</inkml:trace>
  <inkml:trace contextRef="#ctx0" brushRef="#br1" timeOffset="681349">26375 16943 14180,'0'-6'6385,"0"2"-3971,0 4-2246,-2-51-162,2 38 44,-2-32 186,11 82-74,-1 22-143,-2-24 1,0 2-658,-1 17 0,-3 3 531,-2-5 1,-2 2-748,-2 2 1,-2 4 0,0-4-1200,0 4 1,-1-2 2052,-1-9 0,-1 2 0,2-11 0,-1 0 0,2-2 0</inkml:trace>
  <inkml:trace contextRef="#ctx0" brushRef="#br1" timeOffset="681977">24938 17075 20615,'49'-27'277,"1"0"1,0 0 0,2 1 0,1 0 0,0 3-142,0 2 1,0 3 0,0 0-1222,3 0 1,0 1-1,1 0 1152,-1 1 0,-1 1 1,0 1-33,-3 1 1,-1 0-1,-1 1-26,-4 1 0,-2 1 1,-1 1 93,10-3 0,-3 0-266,-10 3 1,-4 0-69,10-4-7504,-22 4 7735,-19 2 0,-5 3 0,-4 2 0</inkml:trace>
  <inkml:trace contextRef="#ctx0" brushRef="#br1" timeOffset="683050">30588 16288 13945,'25'-47'1323,"1"-1"0,-1 1-1,-1 2 1,-1 2 0,-8 15-830,-11 23-347,-6 6 89,-15 21 28,-19 23-193,8-10 0,-3 4-983,6-7 0,-2 2 1,0 1 902,-4 4 1,-1 1 0,-1 0-44,-2 5 1,-2 0 0,1 0-98,-3 2 1,0 1 0,0-1-115,0 1 1,1-1 0,0 0-105,3-2 1,1-1-1,1 0-106,5-4 1,0-2 0,3 0-661,-5 10 0,5-3 1134,8-6 0,2-5 0,1 3 0,10-14 0</inkml:trace>
  <inkml:trace contextRef="#ctx0" brushRef="#br1" timeOffset="683333">30719 16251 20498,'-2'-36'599,"14"24"-341,24 52-202,-8-12 0,5 3-1049,0-4 0,4 2 0,1-2 961,-1-2 0,0-1 0,0 0 6,1-1 0,0 1 0,1-2-62,1-1 0,1-1 1,-2-1-87,12 5 1,1-1-33,-9-4 1,2 1 0,0 0-326,0-2 1,0-1-1,2 0-2746,5 1 0,2 0 0,-4-2 2796,-1 0 1,-3-2 0,1-1-1,-10-3 1,-24-6 0</inkml:trace>
  <inkml:trace contextRef="#ctx0" brushRef="#br1" timeOffset="683777">31175 16077 11990,'-1'5'4150,"1"-1"-464,0-4-3070,75 44-1486,-41-32 0,4 0 889,3 4 1,8 4 0,2-1 0,-3-2-570,4-2 0,-2-2 0,1 1 509,-4-1 1,2 1-1,0 0 1,-4 0-35,-2-1 0,-3 0 1,0 1-298,5 3 1,0 0-1,-3 1-4544,10 6 1,-4 0 4135,-9-5 1,-2-1 0,-5-1 0,-8-3 0,-16-9 0</inkml:trace>
  <inkml:trace contextRef="#ctx0" brushRef="#br1" timeOffset="684324">30770 16406 19636,'9'-45'858,"1"0"1,-1 5 0,-2 8-489,-4 19 296,-1 6-610,-2 5 17,0 14 73,-8 23-88,2-4 1,-2 5-485,-4 11 0,-1 5 407,3-11 1,-1 1-1,0 1-569,-1 4 0,1 1 1,-1 0 426,0 2 1,1 1-1,0 0-231,1-1 0,0 1 0,2 0-895,1-3 1,0-1-1,2 0 1287,1-1 0,1-1 0,0-5 0,1-3 0,1-4 0,1 19 0</inkml:trace>
  <inkml:trace contextRef="#ctx0" brushRef="#br1" timeOffset="684691">31024 16226 15922,'0'-4'3915,"0"1"-2784,0 3-862,46 9-140,-11 22-135,5-9 1,4 4-989,-8 8 1,0 2-374,9 2 1,3-2 924,-2-4 0,-3-2 0,-11-10 0,-3-3 0,6 3 0</inkml:trace>
  <inkml:trace contextRef="#ctx0" brushRef="#br1" timeOffset="687191">27746 18130 13883,'-6'-9'6027,"0"2"-5338,6 7 800,0 0-738,7-76-174,0 36-526,-1-11 1,3 1 368,7 7 36,0 9-243,-1 10-146,-6 12-39,-4 9-6,-2 16 6,0 14 276,0 19-315,-4-11 0,-1 2 16,-3 16-166,-1-14 1,-3-1 127,-5 8 61,-2 5 11,4-14 135,5-15 168,4-13-62,2-18-3415,8-20 3152,-1 1 99,12-22-32,3 14-11,9-8-56,3 7-34,1 9 40,-1 10-23,0 9-17,3 5 11,4 10-22,4 4 11,0 8-207,-1 5-532,-1 3-1260,-1 4-5574,3 1 7590,-6-3 0,-14-11 0,-9-8 0</inkml:trace>
  <inkml:trace contextRef="#ctx0" brushRef="#br1" timeOffset="687384">28746 17989 24643,'39'9'-3759,"10"-1"3759,-13-3 0,-1 0 0,4 0 0,4-3 0</inkml:trace>
  <inkml:trace contextRef="#ctx0" brushRef="#br1" timeOffset="688616">29674 18057 10612,'2'-6'7488,"0"2"-1931,-2 4-5361,-4-57 90,-11 37-141,-2-40 34,-23 53-39,-3 5-89,-17 9-35,20 2 1,0 5-1278,6 2 1,0 1 1240,2 1 0,2 3 14,4 2 1,4 1 541,-1 18-608,9 17 77,26-15 1,27-2-6,4-23-9,-10-12 1,2-3 30,26-3 20,-24-5 0,2-4-158,2-7 0,-3-4 206,-10 0 0,-2-3 8,-1-4 0,-5-2 25,-4-9 2052,-9-6-1794,-11 12-163,0 5-123,-2 9-56,0 13-27,2 7 27,-5 7 396,-5 12-435,-2 6-50,0 10 55,8 0-16,5-5-39,11 6-34,23-2 61,14-3 34,7-6-3,-12-17 1,0-4 19,0-2-3,-5 0 1,-1-3-38,-4-7 68,10-7-22,-13-3 5,-2-7 12,-13 1-12,-6-5 17,-5-6-23,-1-5 7,0-4 10,3 3-22,2 7-6,3 8-5,-2 10 11,2 6-11,-2 4-23,7 0 12,3 1 5,3 1-28,23 0 1,-5 4-29,20 6 22,-12 10 7,-6 11-24,-15-1 52,-9 26-18,-15-17 17,-5 17-11,-4-21-45,1-8 57,6-7-1,13-6-34,9-5 29,14-10-12,10-8 6,5-11 12,2-8-7,-11 3 6,-13 2 1,-1-1 21,4-9 6,9-10-11,-20 17 6,-9 10 0,-5 6 38,-3 5-21,-2 4-18,-2 0-55,-1 6 11,-3 4-6,0 2-56,0 15 73,4-4-28,2 14 23,11-7 5,9-2-23,14-6 6,23-9 23,-16-6 28,20-8-34,-27-8 22,6-8 68,-9-3 83,-10 4-27,-10 7 229,-7 6-263,-8 8-39,-7 10-73,-9 14-6,0 4-19,0 0 0,-1 4-426,-1 5 0,1 1-538,0-2 1,1 2 988,-4 17 0,4-5 0,8-19 0,-2 14 0</inkml:trace>
  <inkml:trace contextRef="#ctx0" brushRef="#br1" timeOffset="1.91699E6">2037 8659 20940,'3'-59'1025,"-1"13"-683,-1 57-11,0 10-79,0 14-95,-3 15-57,-4 8-1771,2-20 1,-1-2 1675,-1 15 7,3 10-7,9-32 40,2 0 157,1-13 363,-3-9-55,-3-11-309,-1-11 3337,0-14-3420,0-12-12,-1-11-44,-5-9-295,2 27 0,0-1 266,0-2 1,0 0-9,0 2 1,0 1 86,4-23 28,1 20-73,-1 16-55,0 14-18,0 15 12,1 11 510,2 18-511,0 14 9,-3-19 0,-1 1-235,0 3 1,0 1 225,-1 1 1,0 0-6,0-2 0,0-1-93,0 26 88,0-14-7,0-17 136,0-16 32,0-12-83,0-14 454,0-14-488,0-16-1661,0 8 0,-1-2 1644,0-17-1151,0 3 1,1 1 1139,-2 6-36,2 5 0,0 0 41,0 5 12,0 1-28,0 17 40,0 16-40,0 8 2204,0 22-2199,1 12-42,-1-11 1,1 2 982,-1 6 0,0 3-3394,0 4 0,0 1 2448,0-4 0,0-3 0,0 13 0,0-23 0</inkml:trace>
  <inkml:trace contextRef="#ctx0" brushRef="#br1" timeOffset="1.91784E6">2014 10565 22582,'16'-12'369,"-1"8"-301,-11 11 223,-1 9-185,-3-8 180,-6 7 83,-3-5 399,-8 0-298,2-5-178,-3-10-191,8-2 33,-1-16-39,4-4-39,2-8 34,7-6-79,3 13-11,2 5-6,4 13-5,3 7 28,20 17-28,3 6 2,-11-1 1,-1 2-9,9 13-185,-15 16 1,-6 3 55,-7 7-509,-7-16 1,-3 7-1,-5-3 571,-11 4 0,-7-2 73,4-8 0,-2 2 0,-1-2 40,-1-4 1,-2 0 0,1-4 12,-6 6 0,0-6 107,1-5 0,-1-9 321,-11-19-190,10-19-22,11-28-23,26-11-2935,11 2 2750,4 16-1125,23 2 1081,-16 26-111,10 7 1,2 5-708,19 22-82,-21-10 1,0 2 893,-1 6 0,-5-1 0,-5-3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4:04:19.1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931 1965 22569,'-3'-8'800,"-7"-22"1,1-7 448,5-1-518,-4-5 0,1-1 228,7 0 39,0 8-302,0 10-224,1 10-376,-1 8 813,2 7 847,3 11-1756,0 14 0,0 17-56,-5 15 90,-4-5-1899,-3-8 0,-2 1 2287,-4 17-246,3-19 1,0 0-1006,-7 20 2163,8-27-306,0-6 416,5-21-1444,1-7 0,-3-9 0,2-11 0,0-10 0,2-9-420,6-6 85,1-4-11,6-4-115,3 1-593,2 5 2649,1 10-574,-3 12-1021,-5 11 0,-5 7 0,-3 7 0,0 7 0,-1 9 0,-1 12 0,-3 9 0,-1 8-646,-1 3-275,2 3-396,2-1 1754,5 1-1960,7-4-4738,11-8 6052,2-13 1,-5-12 0,-8-10 0</inkml:trace>
  <inkml:trace contextRef="#ctx0" brushRef="#br0" timeOffset="294">1500 2004 30102,'-5'1'2665,"1"-1"-2665,4 0 0,-41 0 0,39-2 0,-22-3 0,53-4 0,8-4 0,2-1 0,-2-1 0,-3 0 0,-4 1 0,-1 3-1133,-3 3 1380,-4 3 0,-9 2 0,-6 2 0</inkml:trace>
  <inkml:trace contextRef="#ctx0" brushRef="#br0" timeOffset="1317">2605 1833 29525,'0'-8'718,"0"-26"0,-1-6-506,0 10-152,-1-10 1,1 2-116,-1 19-193,1 10-15,1 12 341,2 12-873,3 14 735,1 14 15,2 12 41,-4-23 1,0 0-1657,0 10 1,-1-1 1786,1 15 13,-2-19 1,0-3-46,-1 2 226,-1 1 41,-2-9 318,-1-12 244,-2-7 552,-2-9 445,-1-8-1921,-2-9 0,0-11 0,2-12 0,3-12-165,7-9-1769,2 28 1,1 0 1588,1 1 1,1 1-228,13-24 1903,-1 11 520,2 8-140,1 10-1311,3 5-400,13 8 0,-11 6 0,15 8 0,-12 8 0,6 7 0,0 10 0,-6 5 0,-5 7-972,-11 5-1232,-14 8 726,-17 4 1397,2-27 1,-5 0 574,-9 5 1,-2-2 954,-14 8-416,15-16 1,0-5-724,0-6-310,0-3 0,13-13 0,16-21 0,6 7 0,9-12 0,10 13 0,5 2 0,9-1 0,8 7 0,-7 7 0,-3 4 0,-1 11 0,-3 2 0,10 8 0,-1 3 0,-7 10-700,-14-11-1501,-19 16 1083,-22-11 1492,-18 11 301,14-22 1,-3-1 272,-3-1 1,-1-2-751,0-3 1,-1-3-199,-27 2 0,9-11 0,15-13 0,16-10 0,19-16 0,3 18 0,6-2 0</inkml:trace>
  <inkml:trace contextRef="#ctx0" brushRef="#br0" timeOffset="1551">3463 2049 32767,'0'45'-1864,"0"0"0,-2-7 0,2-5 1508,4 4 1,-3-23-1,-1 0 1</inkml:trace>
  <inkml:trace contextRef="#ctx0" brushRef="#br0" timeOffset="1760">3510 1714 28875,'-29'-9'-2019,"5"-5"0,25 26 0</inkml:trace>
  <inkml:trace contextRef="#ctx0" brushRef="#br0" timeOffset="3551">3750 2057 32288,'-2'-10'479,"0"3"-479,2 7-1642,0 0 2754,25-16-582,-10 24-530,16-14 0,-15 33-6,-7 5-6,-2 3 30,-8 6-669,-7-8 306,-2-9-577,-6 0 2391,8-16-1020,-2-3-449,6-17 0,2-13 0,3-1 0,14-30 0,5 14 0,-5 12 0,2 1 0,12-10 0,-1 10 0,-9 12 0,9 7 0,-7 13 0,13 8 0,-4 11 0,2 6 0,1 3 0,0 2 0,16 3-643,-15-12-2474,24 3 1278,-18-16 1156,8-1 1341,-3-9 841,-7-12 893,-4-9-659,-5-10-1733,-5-6 0,-4-5 0,-7 9 0,0-15 0,-9 19 0,-2-6 0,-13 21 0,-7 8 0,-2 7 0,-10 11 0,0 14 0,1 2 0,4 9 0,13-10 0,7-1 0,3-4 0,8-4 0,5-6 0,6-6-556,5-8 176,2-8 996,0-8-296,-1-6-320,-4-3 0,-6 5 0,-1-6 0,-7 11 0,1-4 0,-4 12 0,-4 7 0,-4 9 0,-5 10 0,-5 11 0,2 5 0,3 3 0,8-3 0,11-1 0,12-6 0,14-4-638,9-6-57,-5-7 322,20-6 563,-20-9 661,12-7-186,-14-19-665,-16 8 0,-2-9 0,-11-1 0,-7-1 0,0-1 0,-8-1 0,0 15 0,0-2 0,1-4-87,4 8-1246,2-6 879,9 1 1064,-2 9 145,7 0-3007,4 8 5013,-1 4-2761,9 1 0,-2 9 0,5 7 0,2 9 0,1 6 0,-2 6 0,-1 2 0,-4-1-2029,-1-2-59,-3-5 825,-3-9 401,4 3 596,-6-13 573,6 1 433,-2-12 1200,3-8 724,4-7-1807,2-12-857,-10 8 0,1-10 0,-11 9 0,1-6 0,4-4 0,-4 11 0,6-2 0,-6 14 0,0 1 0,-1 4 0,-1 4 0,0 5 0,-2 2 0,2 10 0,-1-3 0,5 7 0,2-4 0,4-3-1748,3-4 1127,3-5 1482,3-3 626,1-3-1466,-3-3-21,-5 0 0,-5-4 0,-6-3 0,-2-2 0,-2-3 0,-1 0 0,-2 0 0,0 2 0,0 0 0,1 3 0,0 1 0,0 2 0,-1 0-2198,1 1 2524,0-1 349,-1-1-430,1 0 240,-2 1-560,1 0 254,-1 4-461,0 0 927,0 2-645,0 0 0,0-1 0,2-2 0,0 1 0,1-1 0,-2 2 0,1 1 0,-2 7 0,-2 11 0,-6 19 0,-8 22 0,4-19 0,-2 1 0,-2 8 0,-2 1 0,-1 7 0,-1 2 0,7-16 0,0 1 0,0 1-590,0 1 0,1 2 0,1 0 266,-1 5 1,1 2 0,1-6-1,1-4 1,1-4 0,2-4-1,-1 1 1</inkml:trace>
  <inkml:trace contextRef="#ctx0" brushRef="#br0" timeOffset="4785">6526 2273 11607,'0'-5'5850,"0"0"-4516,0 5 933,-4-64-701,2 37-928,-1-12 0,0 3 516,0 16-207,-2 7-465,1 4-533,0 4 327,0 3-358,2 2 1091,2 0 175,-2 0-37,1-1-1279,-1-1 690,1-1-4441,0-2 4342,0-3-329,4-3 283,1-2-340,2-1 279,1 1 1338,-2 4-468,-2-2 95,-2 5-715,-1-4-602,-1 2-360,0 0-558,0 1-129,0 2-289,1 2 308,-1 2 122,-2 9 1076,0 5 360,-4 13 210,0 8-15,-1 12-206,4 13-243,2-23 1,1 2-210,1 5 1,-1 2 82,1 4 1,0 0-598,2 1 0,0 0-206,1-2 0,1-2-585,3-5 0,0-2-2364,3-5 1,0-3 3328,8 12 1,-6-20 0,-5-13 0</inkml:trace>
  <inkml:trace contextRef="#ctx0" brushRef="#br0" timeOffset="5060">6450 2105 26653,'-7'-2'1244,"2"0"-721,-25-11 1,-5-2 77,10 3-512,-12-4 1,6-1-345,27 7-992,22-1 3106,20-2-1226,1 2 1,3 1-80,-12 2 1,2-1-400,18-3 0,2 0-155,-16 4 0,-1 1 0,9-2 0,2 0-1644,-2 3 1,-2 2 2050,-5 1 1,-4 1 0,9 0 0,-19 2 0</inkml:trace>
  <inkml:trace contextRef="#ctx0" brushRef="#br0" timeOffset="5478">6882 2397 32767,'47'-12'0,"0"0"0,2 7 0,-7 9 0,-9 25 0,4 21-437,-26-9-519,-12 13 722,-17 0 566,-15-5-25,-7-13 363,-4-17-352,16-15-318,-3-20 0,20-14 0,2-13 0,14-6 0,17-11 0,-1 21 0,22-8 0,-4 25 0,16-1 0,3 8-2175,0 7 2388,-1 3 1,-27 4 0,-4 0 0</inkml:trace>
  <inkml:trace contextRef="#ctx0" brushRef="#br0" timeOffset="5877">7596 2299 29179,'3'-8'3588,"-2"2"-3588,-1 6 0,0 0 0,-31 9 0,31 5 0,-18 7 0,43 1 0,5-6 0,10-4 0,-11-6-23,11-7-146,-16-8 361,4-8-192,-5-10 0,-9-23 0,-9 18 0,-5-12 0,-11 22 0,-5 4 0,-10-2 0,-6 10-792,-4 6 543,0 10 883,5 8-227,8 11-407,10 8 0,8 7 0,12 16 0,2-16 0,2-10 0,3 0 0,12 9-2427,12 11-808,-11-23 1,2-1-6597,21 10 8047,-4-7 0,-22-20 1,-18-7-1</inkml:trace>
  <inkml:trace contextRef="#ctx0" brushRef="#br0" timeOffset="6267">8113 2435 30225,'-2'-41'-34,"-1"0"1,4 4-1,-5 10-733,-9 22 1402,6 4 244,0 8 187,4 4-1169,8 9-602,2-3-239,14 3 791,4-5 249,11 1-421,17-4-143,-5-8-279,0-5 884,-6-11 849,-11-7 265,2-9-214,-6-16-421,-13-4-472,-6 8-229,-9 6-224,-8 15-451,-7 4 147,-11 3 239,-18 10 361,4 11 457,0 3 274,10 12 21,11 2-478,2 14-261,9 21 0,15-3 0,4 0-480,21-4-4436,-7-28 1,3-1 4677,-4-2 1,1-2-1,19 15 1,-25-25-1</inkml:trace>
  <inkml:trace contextRef="#ctx0" brushRef="#br0" timeOffset="7518">1384 3403 7500,'-6'5'3033,"2"-2"-882,4-3-7,0 0-1039,60-12-199,-12 7-46,6-3 0,5 0-92,-8 4 1,2 1-189,-9-1 0,1 0 0,3 0-828,8 0 0,2-1 0,1 0 347,-8 1 1,0 0 0,2 0 0,0-1-596,6 1 0,0 0 0,2 0 0,1-1 560,-9 1 1,1 0-1,1 0 1,1 0-1,0 0-47,4-1 1,1 1 0,1-1 0,1 0 0,0 1-285,-7-1 0,1 1 0,1-1 0,0 0 0,0 1 0,1-1 282,-6 0 1,1 1-1,0-1 1,1 0 0,-1 0-1,1 0 1,1 1-135,2-2 1,0 1-1,1 0 1,0 0-1,1-1 1,-1 1-1,1 0 133,2 0 0,-1-1 0,0 1 0,1-1 1,1 1-1,1 0 0,1-1-44,-6 2 0,2-1 1,1 0-1,1 0 1,0 1-1,-1-1 0,-1 1 1,-2-1-1,-2 1 53,9-1 1,-4 1-1,-2 0 1,-1-1 0,3 1-1,2 0-18,-3 0 1,2 1-1,2-1 1,1 0-1,0 0 1,-2 1 0,-2 0-1,-5 0 11,9-1 0,-5 1 0,-2 1 0,1-1 0,2 0 6,-1 1 0,2-1 0,0 0 1,1 1-1,0-1 0,-2 0 1,-3 1 0,-1-1 0,0 1 1,0 0-1,-1-1 0,-1 1-25,8-1 1,-1 1 0,0-1 0,-1 0 0,-1 1-32,-4-1 0,0 0 0,-1 1 0,-1-1 0,0 0 99,8 0 0,-1 0 1,0 0-1,-2-1 13,-5 0 1,-1 1-1,-1-1 1,-1 0 124,11-1 1,-2 0-1,-1 0-141,-6 0 1,-1-1-1,-1 1 263,-5 0 1,-1 0 0,-2 1-261,17-4 0,-2 1 518,-6 1 1,-2-1-1053,-8 1 0,-1 0 484,-5 0 1,-4 2 0,3-2 0,-12 3-1</inkml:trace>
  <inkml:trace contextRef="#ctx0" brushRef="#br0" timeOffset="8344">9583 1987 27462,'0'-4'2430,"1"1"-3822,-1 3 3040,-19-44-4179,-4 47 4194,-7-37-2738,1 61 2119,16-6-1112,2 4 593,8 0-483,16 0-2090,-2-10 2687,16-3-1461,-6-11 2663,8-7-1357,1-6 922,3-18-430,-12 7-433,0-17-543,-16 11 0,-3-8 0,-10 5 0,-14 7-522,2 12-1309,-17 7 1173,-2 18 1133,9 0 319,-9 18-183,28-1-1252,4 11-443,21 3-3601,17 2 4549,6-6 1,-11-15-1,-10-11 1</inkml:trace>
  <inkml:trace contextRef="#ctx0" brushRef="#br0" timeOffset="8677">9852 2337 28547,'-10'-3'2130,"2"0"-2730,8 3 1878,0 0-644,-66 1-106,37 12-403,-11-5 0,3 4-125,19 29 0,10-11 0,16 19 0,0-28-1861,19 12 347,-1-17 875,19-4-281,-14-5 258,13-13 2006,-21-5 844,-1-9-124,-11-9-2064,-11 8 0,-21-13 0,-8 19 0,-6-4 0,-10 11 0,9 6-2753,-13 13-7078,16 4 9569,8 4 0,18-5 1,4-11-1</inkml:trace>
  <inkml:trace contextRef="#ctx0" brushRef="#br0" timeOffset="10713">13777 4136 13586,'2'-50'1495,"-1"-1"1,1 0 0,0-17-1,0 11-134,-1 22-510,-2 10-396,-1 2-355,-2 12-111,-2 15 62,-2 15-7,-4 19-21,-6 20-408,9-22 0,-1 2 334,-1 4 1,1 2-121,0 2 0,2 0-179,0 3 0,1-1 73,3-10 0,0 1-2843,3 20 0,3 0 3120,1-26 0,0-1 0,0 7 0,0-5 0,2-8 0</inkml:trace>
  <inkml:trace contextRef="#ctx0" brushRef="#br0" timeOffset="11139">13890 3612 11101,'-45'-34'765,"1"1"0,-1-1 1,0 1-1,1-3 1,2 2-1,-3 7-345,-4 13 0,-2 7 0,2 5-522,-9 7 0,1 6 372,9-2 1,-1 3 0,0 3-404,3 3 1,0 4 0,3 3 201,3 3 0,2 2 0,2 4-17,4 2 1,3 2-1,3 3-182,3 4 1,3 3 0,3 1 183,3 3 0,2 1 1,4 2-33,2 2 0,2 1 1,4 0-10,4 2 0,3-1 0,3-1-378,3 0 0,4-2 0,4-1 382,3-2 0,4-2 0,5-2-23,3-5 0,5-2 1,2-4-16,5-4 1,4-4-1,2-3 12,-10-10 1,1-2 0,2-2 0,1-3 9,2-1 0,1-2 1,0-2-1,1-2 10,0-2 0,2-2 1,-1-2-1,-1-1 12,-1-2 1,0-1 0,-1-2 0,0-3-313,4-6 1,0-3 0,-2-1 0,-4 0 310,-2 1 0,-5 1 1,1-5 25,7-10 1,-1-5 0,-7-1-28,-8-6 1,-5-3 8,-6 8 0,0-3 0,-2-2 11,-4 0 0,-1-2 1,-3 0 8,-2 0 1,-2 1-1,-2 0 4,-2 3 0,-3 0 1,-2 2 297,-7-15 0,-8 4-330,-7 7 1,-8 5-37,-11 5 0,-6 6 215,11 12 1,-2 3 0,-4 3-587,-13 0 0,-3 4 0,3 1 629,-4-1 1,-1 3-245,3 6 0,-4 3 0,12 0 0,4 0 0,15 2 0,-1 1 0</inkml:trace>
  <inkml:trace contextRef="#ctx0" brushRef="#br0" timeOffset="11796">12964 5138 10203,'2'-6'3943,"0"2"-1512,-2 4-1585,28-63-169,-17 43-338,6-17 0,-1 6-237,-11 25 99,0 3 359,-5 10 135,-6 11-253,-12 21-288,3-10 0,-3 4-616,-6 8 0,-2 3 534,-5 8 1,-3 1-491,9-15 0,0 1 0,-1 0 416,0 1 0,-1 0 0,-2 3-54,1-2 0,-2 2 0,1 1 0,2-5-42,-8 12 0,2-2-11,5-7 1,0 1 0,3-4-539,8-10 1,3-2-3533,-9 23 4179,2-2 0,12-21 0,7-15 0</inkml:trace>
  <inkml:trace contextRef="#ctx0" brushRef="#br0" timeOffset="12164">13324 5120 12096,'10'-34'2498,"0"-1"0,1 4-1462,2-10 1,1 1 520,-2 14-168,0-2-1036,-6 13-258,-2 7-55,-1 9 88,5 6 35,9 6 33,15 11-56,-1-4 0,5 3-48,2 2 1,2 0-553,2 1 1,2 1 496,-8-6 1,1 2-1,0-1-6,14 6 0,4 2-13,-13-9 0,3 2 0,4 1 1,-1-2-19,6 1 0,1-1 0,1-1 0,-3 0-772,-6-3 0,-1 0 0,-1 0 0,2-1 741,9 2 0,4-1 0,-3 0 1,-7-2-38,4 1 1,-3 0-499,3 2 1,4 2 0,-5 1-858,3 5 0,-3 1 1138,3 3 1,-4-2 0,-21-9 0,-4-2 0,-2 3 0</inkml:trace>
  <inkml:trace contextRef="#ctx0" brushRef="#br0" timeOffset="13414">11959 6355 21121,'10'-28'598,"1"9"-66,3 27-427,-1 6-21,-4 3 103,-4 1 78,-12 2 32,-5-1-175,-12-1-5,-2-4-136,0-5 130,5-5 14,4-8-14,5-5-95,5-10-153,3-7 148,12-4 11,15-7-16,-1 14 263,19-3 36,-10 17-46,10 1-6,0 9-45,0 11-56,1 9-46,0 13-36,-7 10-647,-12 10 402,-19-23 1,-6 2 24,-8 5 1,-7 0 17,-8 6 0,-6 1-510,4-12 1,-3 1-1,-1 0 584,-4 3 0,-2 0 0,0 0 26,-1 0 0,-1-1 1,0-1 31,3-4 1,1-2 0,1-1 38,-7 3 1,4-4 128,-10-1-84,26-27-50,23-15 258,18-12-275,19-6-12,-13 16 1,2 1 14,4 2 0,1 2 678,1 2 1,0 1-667,2 4 1,0 2-7,2 1 0,0 2-39,2 0 1,2 2-264,4 0 0,0 0 144,4 0 1,1 0-610,2 1 1,1 0 90,-1 0 0,-1-1-888,-4 0 1,-1-1 978,-2-3 0,-4-1 0,4 3 1,-12-7-1</inkml:trace>
  <inkml:trace contextRef="#ctx0" brushRef="#br0" timeOffset="13824">12552 6196 12422,'-47'-21'1071,"0"0"1,0 0 0,-9-3 0,0 4-498,-3 7 0,-3 7-247,16 8 0,0 4 0,1 0-827,-12-1 1,-1 4 607,5 5 1,-3 4-1,4 2 37,2 6 1,4 4-69,8-4 0,0 2 0,2 2-33,3 1 0,3 3 1,2 1-27,3 3 0,2 1 1,3 3-13,1 1 0,4 3 0,1 2-27,2 12 1,3 4 0,3-2-22,1-7 1,3-1 0,3 0-232,3 9 0,2 1 0,3-6 178,3 0 1,5-6-1,2-14 0,4 0 0,4-6 99,12 2 1,8-7-74,4-6 1,8-2 0,1-6 48,-3-5 0,0-4 0,3-4-397,-5-2 0,2-2 0,0-2 0,-4-2 420,-1-1 1,-3-2-1,1-3 23,8-5 1,2-2 0,-4-2-39,-12 3 0,-3 0 1,0-3 65,8-4 0,0-2 0,-2-4-259,0-5 0,-2-4 1,-4 0 256,-9 4 0,-3 0 1,-2-1-31,-2 2 0,-2 0 1,-4-2 16,-1-18 1,-7 1 44,-7 12 0,-4-1 676,-3-8 0,-8 0-682,-15-1 1,-6 4-65,8 17 0,-3 3 19,-21-6 1,-5 7-51,15 15 0,-3 4-235,0 2 0,-4 1 0,3 2-250,-1 0 1,1 4 313,-21 6 0,7 2 0,24-1 0,-11 8 0</inkml:trace>
  <inkml:trace contextRef="#ctx0" brushRef="#br0" timeOffset="14713">15625 6175 19462,'-5'0'5954,"0"0"-4363,5 0-493,-62-38-1267,41 16-49,-14-4 0,6-2-231,27-1 132,13-1 72,18-8 270,5 7 392,13-3 99,-14 18 687,6 3-415,-11 10-104,5 5-188,-2 11-752,8 21-536,-12-7-451,12 23-244,-17-13-224,-1 12 1181,-16-17 1,-4 1-135,-13 22 320,-7-3 521,-20-14 684,6-19 567,-16-3-372,19-11 281,-5-18-791,26 1-454,-1-14-333,18 7 382,14-4-112,5 9 33,12 4-89,-13 11-79,11 8 184,-3 8 232,14 8 7,3 4-442,-22-9 1,-1 1-619,10 16-129,-9 0-104,-30 3 100,-41 6 422,7-8 217,-14-9 0,-5-3-52,18-14 1,1-3 49,-8 3 0,-1-1-357,5-6 1,2-5-9236,-19-20 9599,11 1 1,14-4-1,26 10 1</inkml:trace>
  <inkml:trace contextRef="#ctx0" brushRef="#br0" timeOffset="15106">15832 5687 13441,'-46'-10'1301,"0"0"0,0 0 1,-2 3-1,0 2 0,4 3-863,-1 5 1,-1 5-1841,-2 5 0,-5 4 0,4 1 1766,-3 6 1,0 4-206,4-1 1,-3 3 0,5 3-366,10 0 0,3 2 1,4 2 224,1 3 1,2 4-1,4-2 485,-4 11 1,6 2-587,9 2 1,4 4 0,5-5-331,1-11 0,7 0 300,5-1 0,4 8 0,4-2 0,-1-8-109,5-4 0,6-4 123,5-1 1,9 2 0,3-1 0,-6-8-78,4-4 1,3-6 106,-4-2 1,6 0-1,2-2 1,-1-3 16,13-5 1,0-4-1,1-2 96,-15 0 0,1 0 0,0-1 0,-1-1 17,14-1 1,0-1-1,-1-5 125,-13-2 0,0-4 0,-2-2 1,-4 0 261,-5-2 0,-3-1 1,0-1-367,8-3 0,1-1 1,-4-3 56,2-16 1,-8-6 242,-17 13 0,-4-2 0,-2-1-384,0-2 0,-1 0 1,-3-3-7,-2-5 0,-4-3 0,-5 3-12,-4 8 0,-4 3 0,-2 2-13,-4-8 0,-7 5-28,-15-2 0,-10 7-28,5 17 0,-6 5 0,2 0 39,9 2 0,0 0 1,-4 2-405,-12 3 1,-8 2 0,-1 2-1,5 4 453,3 4 0,4 4 0,0-1 0,2-4 0,1-1 0,4 2 0,1 6 0,0 0 0</inkml:trace>
  <inkml:trace contextRef="#ctx0" brushRef="#br0" timeOffset="16094">11476 7603 13073,'10'-37'658,"1"0"1,0-19 1928,-22 60-2351,-27 28-147,10-6 428,-4 6 1,-4 6-492,6-6 0,0 3 1,-1-2 67,-6 9 1,-4 3-107,4-5 1,-5 7 0,-1 0 0,3-4-8,4-3 1,1-3-1,-1 2 6,-6 6 0,-2 2 0,2-1-21,4-5 1,1-2-1,3 1-627,-7 10 1,4 0-54,2-2 0,4 0-2451,3 0 0,7-2 3165,8 6 0,9-21 0,4-17 0</inkml:trace>
  <inkml:trace contextRef="#ctx0" brushRef="#br0" timeOffset="16751">12431 7558 13360,'-4'-7'5268,"0"2"-3909,4 5 228,-24-61-1132,18 38-314,-7-12 0,3 1-15,16 22-29,5 5-216,11 4 307,12 12-62,17 10-603,-19-3 0,2 2 483,8 5 1,3 1-11,7 4 1,3 1 16,-14-7 0,2-1 0,0 1-640,5 2 1,0 0 0,1-1 637,2 2 0,0-1 0,1 1 26,0 0 0,-1 0 1,3 0-753,-8-3 1,3 0 0,-1 0 0,-3-1 613,-2-1 0,-3-1 0,3 1-465,14 5 0,2 1 1,-4-1 426,2 2 0,-5-2 0,-12-7 1,-3-1-1,-6-2 0,-1 1 0</inkml:trace>
  <inkml:trace contextRef="#ctx0" brushRef="#br0" timeOffset="18191">9769 9210 16857,'-2'-5'2639,"1"0"-2035,1 5 365,-3-59-252,0 35-504,1-11 0,0 2 6,-1 20-242,0 7 1,-1 12 128,-9 29-89,2-3-194,-1 3 1,0 3 165,2-6 0,1 0 2,-2 10 1,2 1-6,2 1 0,3-1-12,4-3 1,3-1 14,4-4 0,4-3 11,19 17-90,6-18 190,0-18 18,-1-20 0,0-16-1,0-15 1,-1-10-45,-1-4-34,-1 2 0,-1 6 6,0 10-51,-12 16 377,1 7-382,-9 18 134,3 10-118,2 15 12,-1 14 0,0 10-39,-2 6-245,-5-31 0,0 0 66,9 26-51,7-8-112,6-13-1,7-13-32,8-13-102,9-18 292,-23-3 0,1-3-261,3-6 1,0-5 475,1-5 1,-2-3 22,-1-5 0,-2-4-1,-3-4 1,-3-3 11,-2-3 0,-4-2 22,-1 0 1,-2-2 30,-4 2 1,-3 0 44,-1 4-1,-6-1 29,-12-3 0,-5 3-134,5 17 0,-5 2 13,-18-9 1,-7 5-1,4 16 1,-4 5-12,-14-2 1,-3 3-438,15 8 1,0 2 0,-1 3 417,-3 3 0,1 3 0,-1 2 0,-1 2 0,0 2 0,1 3-4,-1 3 0,0 2 0,1 2 0,0 3 0,0 2 0,2 3-388,-1 2 0,1 3 0,1 2 377,2 4 0,1 3 0,1 4-14,7-2 1,1 4 0,2 2 0,2-1-445,5-4 1,2-1-1,2 0 1,1 0 440,-6 14 0,3 1 0,4-1-13,7-6 0,5-1 0,4-2-136,8 5 1,6-1 131,-1-13 0,3 1 1,4-3 17,4-3 1,4-4 0,5-3 9,13-1 1,7-6-1,-2-3-2,4 1 1,3-5-1,1-7 1,5-4-1,-3-4 9,-15-5 1,-2-2 0,2-2-111,11-3 0,4-2 0,-1-2 131,-1-3 0,0-3 1,-2-2 25,0-1 1,-2-3-1,-2-1 6,-4-1 0,-1-2 0,-3-1 85,-4-1 1,-3-2 0,-2-1-107,-4-1 1,-3-2-1,-2-1-7,-4-1 0,-2-1 0,-3-3 24,-1-10 1,-5-4-1,-2 2-24,-3 9 0,-2 1 0,-4-1-8,-3-4 1,-3-1 0,-2 5-13,-3 4 1,-6 5 7,-11 0 1,-9 6 522,-11 7 1,-7 7-666,-3 1 0,-2 4-34,0 0 1,-1 6-1361,13 10 0,-2 5 0,6 0 1305,5 0 0,3 2 1,-8 0-1,5 2 1,12 0-1</inkml:trace>
  <inkml:trace contextRef="#ctx0" brushRef="#br0" timeOffset="19556">14363 8556 21315,'-39'-40'420,"0"9"-6057,-9 33 5648,10 1 1392,-18 8-1398,24-4 1,-1 1-6,0 0 0,0 0 432,1 0 1,1-1-410,-16 5-124,29-8-17,-1 1 3247,16-4-3179,3 2 156,2 8-33,2 4 11,4 9-51,-1-3 107,4 11 140,-1 10-122,-1 3-96,-2 0 78,-5 7-96,-1-25 24,-3 22-1,-1-20 90,-2 6-40,2-14 320,0-6-6,3-11 398,0-4-471,0-8-279,7-15-68,5-9-11,13-13 0,8 5 0,-1 10 6,9 2-46,2 13 40,-8 3-16,17 12-1,-24 14 6,6 4-6,-11 8 0,-3 2-17,-1 2-16,11 24-230,-26-3 50,-16-6 113,-5 11-35,-4-29 1,-7-2-216,-9 0 1,-3-2 21,-1-1 1,-2-2-684,-8 0 0,2-5-1781,14-8 0,3-5 2809,-14-7 0,23 0 0,15-2 0</inkml:trace>
  <inkml:trace contextRef="#ctx0" brushRef="#br0" timeOffset="19964">14143 8351 11463,'-61'-7'1723,"-1"0"1,-1 2-1,-1 6-1040,17 4 0,-1 5 1,1 1-2091,5 0 1,0 1 0,2 1 1532,-20 7 0,2 3 42,9 5 0,5 4 140,14-1 0,3 4-241,-4 13 0,3 3-48,10-9 1,3 2 8,3 15 0,7 4-17,8-20 0,4 1 1,2 0-16,1 1 0,2 0 1,4-1-52,7 5 1,4 0 0,5-6 63,3-9 1,3-5-1,4-2-5,4-2 0,4-3 0,2-3-615,5-2 0,2-3 0,1-2 609,-13-5 1,1 0-1,0-2 1,1-1 15,0-1 0,1-2 0,0 0 0,-2-1 308,4 0 0,-3-2 0,3-3-192,0-2 0,3-3 1,-1-2-1,-5-2 34,-5-1 0,-3-1 1,1-4-8,15-5 0,1-4 0,-7-3-130,-16 3 0,-6-2 1,-3-2 59,6-20 0,-9-4-39,-11 16 1,-3-2-1,-3-1-18,-2-2 0,-3-1 0,-2 0-10,-3-2 1,-3 1-1,-1 1-3,0-8 0,-8 1-8,-9 10 0,-8 1 1,-4 6-55,-13 5 0,-8 7-211,16 7 0,-3 0 0,-3 2 0,0 5-1055,-1 5 0,-1 4 1,0 3-1,1 1 1311,-14 1 0,2 3 0,4 0 0,-5 2 0,8 1 0,22-2 0,0 0 0</inkml:trace>
  <inkml:trace contextRef="#ctx0" brushRef="#br0" timeOffset="470680">2059 11216 21143,'38'-23'268,"0"1"0,0 5 0,3 2 0,1 2-233,19 1 1,3 3-1357,-10 0 0,3-1 0,-2 1 953,-3 0 0,0-1 0,-3 1-291,12-3 0,-1 0-1904,-13 2 1,2 0-1,-5 1 2566,0-1 1,-5 1 0,-2 1 0,-4 0 0,0 0 0</inkml:trace>
  <inkml:trace contextRef="#ctx0" brushRef="#br0" timeOffset="470913">2548 11118 21233,'-39'30'284,"0"1"1,3 10 0,13 2-267,32 8-74,-4-19 0,2 1-62,5 0 1,4 1-560,6 1 0,1 1-902,2 2 1,2 1-3338,5 3 1,-1-2 3686,7 5 1,-14-18 0,-18-20 0</inkml:trace>
  <inkml:trace contextRef="#ctx0" brushRef="#br0" timeOffset="471313">3079 11588 25819,'-21'-29'-79,"-1"0"1,-8-5 78,43 74 0,7 10-28,-2-6-177,-1-12 1,2-1-390,9 12 157,-6-14 1,0-1-12,7 2-213,7-5 398,1-20 369,1-12 157,3-18 219,-12-12-168,-10 5 335,-2-6 275,-10 6-391,-1 3-147,-6 5-195,-1 16-203,-1 5-55,0 7 56,0 11 17,-2 16-29,-1 19-25,2-16 1,0 1-540,-1 7 1,0 1-143,1 7 1,1-1-171,-1-7 1,2 0 898,1 19 0,2-4 0,-2-15 0,3 17 0</inkml:trace>
  <inkml:trace contextRef="#ctx0" brushRef="#br0" timeOffset="471812">3895 11831 22117,'5'-50'1047,"-1"1"0,1 5 1,-4 10-970,-5 25-179,0 11 112,3 15 17,1 18-33,2 20-15,-1-21 1,1 3 10,0 2 1,1 2-232,-2 1 1,1 0 239,-1-1 0,0-1 8,0-5 1,-1-1-3,1 17 78,-1-20 62,0-17 263,-1-16-359,-6-16-44,-2-20 27,-6-23-179,8 22 0,1-2 163,1-5 0,1-1-9,2-3 1,1 1 2,1 11 0,2 0 17,2-9 0,0 3 11,3-1 1,3-11 4,-4 32-44,3 10-11,8 4 34,12 3-23,17 3 16,14 5-5,-25 3 1,-1 2-32,0 2 1,-2 2-21,21 18 12,-19 4 860,-27 5-832,-30 1-8,0-17 0,-4-3 13,-8 0 1,-3-1-334,-4-2 1,0-1 310,1-2 0,1-3-61,7-1 0,2-2-869,-9 0-1333,28-11-3332,33-7 5612,14-5 0,-5 5 0,-9 4 0</inkml:trace>
  <inkml:trace contextRef="#ctx0" brushRef="#br0" timeOffset="472446">4724 11714 23125,'-47'10'849,"-1"1"1,7-2 0,7-2-565,16-4-134,11-2 107,6-1-224,14-8-12,9-4-11,16-10-28,3-4 57,-3-2 38,-9 0 28,-11 1 1,-10 1-29,-10 5-5,-8 3-62,-7 5-22,-6 7 11,-4 5-28,-1 9 17,2 7 16,5 8-10,6 7 22,7 8-29,13 6 1,10 4-11,17-1-1,-11-24 1,3-2-171,4 0 0,2-4 179,2 0 0,0-4 0,1-1 0,0-4 2,28 3 24,-7-9 16,-4-12-112,-5-9 123,-3-13 22,-8-11-44,-7-7 45,-8-8 100,-6-1 34,-6 2 84,-4 8 39,-5 10-44,-2 12-68,-2 9-106,0 9-62,3 6 287,1 2-365,2 4 155,0 10-127,8 13 22,7 19-20,-1-16 1,3 1-328,2 4 0,3-1 305,1 2 1,1 0-38,0-1 1,-2 0-31,-3 0 0,-3 0-169,-5-1 1,-6 0-93,-7 1 1,-6-1-698,-7 1 1,-5-3 1055,-12 2 0,-1-4 0,-6 5 0,-1-9 0</inkml:trace>
  <inkml:trace contextRef="#ctx0" brushRef="#br0" timeOffset="472972">6093 11551 17540,'0'-3'6207,"1"0"-4863,-1 3-1305,-8-22-17,1 26-33,-9-4-6,10 28 6,-1 2 5,15-1 12,6-8 16,12 2 62,13-7-28,-12-8 124,5-11 72,-18-11-140,-2-2 277,-12-16 1,-6-3-290,1 10-32,-11-32 10,2 47-44,0 4-79,-5 4 0,7 5-196,-3 14-688,9 9-2163,3 13 3092,16 13 0,-7-23 0,9 0 0</inkml:trace>
  <inkml:trace contextRef="#ctx0" brushRef="#br0" timeOffset="473379">6395 11958 24301,'-23'-30'476,"0"11"-414,13 33 10,-6 21-60,6-13-12,-1 17 11,9-26 73,9 12-39,-2-15 151,11 6-90,-10-12 432,5 1-364,-7-6 55,2-6-21,-1-4 4,0-6-49,-3-5-57,-7 3-67,1 3 12,-7 3-18,3 7-83,-3 0-90,5 3-269,-3 10-997,1 9-604,0 3 2010,1 9 0,4-16 0,1-1 0</inkml:trace>
  <inkml:trace contextRef="#ctx0" brushRef="#br0" timeOffset="473789">2100 12524 20760,'59'7'55,"0"0"0,1 1 1,-1-1-1,-9-2 0,1 1 1,1-1-1,0-1 0,-1-2-1035,2-1 0,1-2 0,-1 0 0,0-1 0,-1 0 1069,7 0 1,-3 1 0,1-1 0,4-1 12,-9 0 1,3-1 0,1 0 0,1 0-1,-1-1 1,0 1-234,5-2 0,-2 1 1,1-1-1,2 0 0,5-1 168,-15 2 0,3 0 1,3-1-1,1 0 1,1 0-1,1 0 1,-1 0-1,0 0 0,-3 0-91,4 0 1,-2 0 0,0 1 0,0-1-1,0 0 1,0 0 0,2 0 0,0 0-1,-5 1 0,0 0 0,2 0 1,0-1-1,1 1 0,-1-1 0,1 1 1,-2 0-1,0 0 0,-2 0-592,6 0 1,-1 0 0,0 1 0,-1-1 0,0 1 0,-2 0 0,0 0-1,-1 0 646,2 0 0,0 0 0,-1 0 0,-1 0 0,-2 1 0,-1 0 0,-4 0 0,15-1 0,-3 0 0,-5 1 0,-4 0 0,8 0 0,0 0 0</inkml:trace>
  <inkml:trace contextRef="#ctx0" brushRef="#br0" timeOffset="475279">2495 11298 13654,'-3'-47'1379,"1"0"1,0 8 0,1 6 1103,-2 7-2102,3 16 713,0-5-663,3 5 164,2-3-348,3 2 789,0 3-963,0 3-17,0 4 45,1 12 28,-3 14-23,-3 19-67,-7-3 0,-2 3-28,2-13 1,-1 2-240,-5 18 1,0 0 241,4-18 0,1 0 3,-1 7 0,1 0-17,1-4 0,1-2-63,-1 25 74,3-13-50,0-12 61,1-12 180,0-11 364,0-6-32,2-32-462,3-6-55,-2 1 0,2-3-178,0-2 1,1-2 171,1-6 0,-1-1-446,1-6 0,-1 0 443,1-3 0,-1 0 0,0 2 1,-1 1 5,-1 7 0,-1 2 19,0 8 1,-2 4 34,-3-10-40,-3 22-40,-4 22 391,-1 23-390,-2 24 5,6-12 1,2 1 285,-1-5 1,2 2-289,0 4 1,1 5 0,0-3-445,1 3 0,0 0 455,0-3 1,0 3 0,0-3-4,1 5 0,2-5-82,0-5 1,0-3 70,4 16 5,1-20 152,-3-16 327,-1-17-429,1-17-21,3-22-7,-1 12 1,1-3 0,0-5 0,0-3 49,2-2 0,0-1-64,-1 1 1,0-1 5,-1 4 1,0 2 173,3-24-132,-5 19-27,-3 20-51,-2 14 0,-2 16 5,-3 19-268,-5 28-3019,2-2 0,-1 3 3045,2-8 0,0-2 1,1-1-1,0-5 1,2-4-1</inkml:trace>
  <inkml:trace contextRef="#ctx0" brushRef="#br0" timeOffset="476149">4525 13683 18431,'5'-45'1252,"-1"0"0,1 0 0,2-17 0,-3 16-648,-6 35-430,0 6-140,-2 10-29,-3 17 12,-1 21 0,-1 19-1909,5-16 0,1 2 1617,1-14 1,0 0-1575,4 18 1,1-2 1281,5 4 0,-1-8 0,-1-21 0</inkml:trace>
  <inkml:trace contextRef="#ctx0" brushRef="#br0" timeOffset="476515">4962 13173 15995,'-4'-4'3053,"1"0"-1497,3 4-1231,-71-2-146,46 18-126,-15-8 1,5 5 2,29 27 22,17 2 6,16-4 6,17-8-6,-13-18 0,0-2 302,18 0-100,-8-8 274,-21-11 79,-12-16-415,-3 5 229,-7-18-49,-7 12-124,-9-5-118,-8 4-50,-7 5-78,1 7-90,4 6-896,5 12-415,11 3 1367,3 20 0,8-15 0,-1 7 0</inkml:trace>
  <inkml:trace contextRef="#ctx0" brushRef="#br0" timeOffset="478096">5103 13785 16387,'-5'0'4884,"2"0"-3114,3 0-1624,-18-5 27,27-1-33,0-6-45,39-1-67,-3 3 3,-9 3 0,-1 0-25,1 2-160,-3 1 0,0 1-1706,-4 6 1860,9 3 0,-23-2 0,-4 2 0</inkml:trace>
  <inkml:trace contextRef="#ctx0" brushRef="#br0" timeOffset="499159">6967 13514 15586,'0'-25'-1916,"-1"9"1821,-1 20 56,0 2-56,-1 0-135,1 0-1389,-3 3-3450,2 0 5069,-1 0 0,4-4 0,-1-2 0</inkml:trace>
  <inkml:trace contextRef="#ctx0" brushRef="#br0" timeOffset="500183">6963 13586 22128,'-8'-58'275,"4"21"-208,5 48 67,3 26 12,-2 14-79,1 5-631,-3-13 1,-1 2 602,-1-6 1,-1 2-12,0 19 0,-1 1-20,1-13 0,0 0-2,1 1 0,1-3-315,3 12 354,1-16 140,0-15 386,-1-13-39,-2-12-358,-2-17 815,-3-13-945,-2-20-41,4 17 0,0-2 29,0-5 0,2-2-27,0-5 1,0-1-3,3-3 0,1 0 8,0 0 0,0 1-3,2 3 1,1 2 19,-1 5 0,0 1-24,7-24 2,9 4-12,-5 22-10,19-3 4,0 22-4,1 2-24,28 13 1,-20 16 19,-11-3 1,-2 4-37,12 25-28,-14 8 75,-25-16 1,-7 0 14,-8 13-255,-12-13 1,-7-2 242,0-13 1,-2-2-7,-8 4 1,-2-1-37,2-5 1,1-3-107,7-3 0,2-2-848,-12-3-3407,22-10 4409,11-3 0,8 2 0,2 3 0</inkml:trace>
  <inkml:trace contextRef="#ctx0" brushRef="#br0" timeOffset="500876">7503 13968 17025,'-5'1'4436,"1"0"-2755,4-1-1424,0 4-195,8-3 50,11 3 6,9-7 5,11-4-34,0-8-10,1-8 10,-1-10-44,-9 2 151,3-21 34,-20 18 16,2-13-61,-21 20-73,-11 8-34,-14 10-22,-8 7-5,-6 9-18,4 9-16,3 11-6,9 8-5,9 8-6,9 4-6,13 1 1,13-4-1,13-7-213,12-4 208,10-6-6,7-6 23,3-8-6,-1-6 0,-5-9 17,-7-7-6,-7-8 17,-9-5 17,-7-7 6,-7-2 11,-4-6-1,-1-4 1,3 0 5,3 3-5,1 9 207,-3 10-236,0 8-10,-2 6-7,5 5-10,6 6-6,5 8 0,5 9-11,2 10-28,-1 5-57,-3 4-83,-4 1-225,-6-2-402,-3-4-779,-2-5-1775,0-7-5653,4-10 8165,-3-8 0,-5-5 0,-6-2 0</inkml:trace>
  <inkml:trace contextRef="#ctx0" brushRef="#br0" timeOffset="501269">8769 13856 22184,'8'-41'920,"-1"1"0,1 4 1,-5 9-798,-8 24-106,1 8 39,-4 23-56,2-2 6,-7 36-706,2-6 694,4-17 1,0 1-37,-1 1 0,0 0-48,2 1 1,1-1-49,0-3 1,2 0-56,3-5 0,0-2-128,5 16-329,3-16 51,0-17 178,-1-18 85,0-16 129,-2-20 84,0-17 103,-3 9 1,1-2 49,-2 14 1,2-2-230,2-24 1,2-1 386,1 16 0,2 0 47,1 2 0,1-4 1,1 3-127,0-2 0,2 1 56,7-12 1,1 4-152,-7 25 1,1 2 35,3-4 1,1 2-23,16-15-79,-4 15-162,-4 16-251,-1 13-231,0 17 376,-2 18-6436,-6 20 6755,-8 1 0,-8-16 0,-3-16 0</inkml:trace>
  <inkml:trace contextRef="#ctx0" brushRef="#br0" timeOffset="501434">8732 14087 20996,'4'-47'242,"-1"0"1,5 1 0,6 8-601,24 16-1414,19-4 447,-25 15 0,2 2 1325,3 0 0,-2 2 0,5-1 0,-6 4 0</inkml:trace>
  <inkml:trace contextRef="#ctx0" brushRef="#br0" timeOffset="501826">9422 13874 17462,'-5'0'4694,"2"0"-2812,3 0-1781,-40 10-73,35-7 39,-20 8-6,51-12-10,10-5 10,3-6 7,0-8 16,-3-6 5,-4-6 34,-6-1 68,-8 0 10,-8 3 130,-14-1-263,-1 14-18,-9 1 40,-2 13-3404,-12 7 3353,5 2 6,-15 13-28,12 6-17,-4 13-39,5 7-68,9 6-223,9 2-544,16-1-966,8-21 0,3-3-1359,14 10 3199,2-11 0,-1-5 0,-12-9 0,13 5 0</inkml:trace>
  <inkml:trace contextRef="#ctx0" brushRef="#br0" timeOffset="502326">10159 14012 24144,'-39'-19'185,"-1"-1"0,-6 8 0,5 10-163,8 27-5,-11 16-12,18-3 1,10 2 0,8-9-23,16 10 17,1-21 0,21 13-45,21-15 23,8-6-592,-21-8 0,0-2 608,15-7 9,-22-1 0,1-5 88,0-4 0,0-4-75,7-10 1,-1-1-12,-6 4 1,-2-3-475,4-13 0,-4-1 486,1-8 9,-10 12 0,3-7 0,-2 2 33,0-4 0,-1 0 15,-1 2 1,1-1 0,-3 1 96,-1-3 0,-3 2 33,-4 9 1,-3 3-20,-2-10 72,-13 13-55,-13 19 678,-4 5-858,-1 10 160,-1 28-159,11 9 1045,-2 11-1066,12-6 1,2 1-3,1 7-23,4-13 1,2 7 0,2-4-552,3-3 0,3-1 425,6 16 1,3 0-171,1-12 0,1-4 33,-5-10 0,1 0-1411,5 7 0,-1 0-3730,-2 2 5427,4 8 0,-18-28 0,-4-12 0</inkml:trace>
  <inkml:trace contextRef="#ctx0" brushRef="#br0" timeOffset="502493">10527 13907 22867,'16'-32'-1027,"-1"0"0,18 3 1,6 10-1752,-1 17 0,3 6 2778,13-2 0,-6 1 0,-17 0 0,-2 0 0</inkml:trace>
  <inkml:trace contextRef="#ctx0" brushRef="#br0" timeOffset="503183">10184 13856 9044,'-5'-2'4783,"1"1"3327,4 1-7639,-26-47-230,9 34-56,-27-31 11,11 54-17,-10 12-1791,12 1 0,1 2 1629,-11 12-99,12-6 1,4 1 64,4 14-50,3 13-84,16 0-208,16-4-613,7-26 0,5-3-1498,14 5 2028,-7-14 0,-2-4 1,-8-8-1,-1 0 0</inkml:trace>
  <inkml:trace contextRef="#ctx0" brushRef="#br0" timeOffset="503467">10188 13798 12528,'-3'-3'5696,"0"0"-4251,3 3-459,-75-23-230,34 22-437,-9-7 0,-1 5 186,5 28-119,0 16-617,24-15 0,0 2 307,-1 4 0,2 1-51,-1 2 0,1 1-28,3-1 0,4 1-36,2-2 0,7 0-208,17 25-28,6-32 1,7-4-407,11-2 0,7-5 233,15 0 1,0-5 0,-23-4 0,-3-1 0,2-3-1,0 0 1</inkml:trace>
  <inkml:trace contextRef="#ctx0" brushRef="#br0" timeOffset="504284">10016 13902 21125,'-13'-31'532,"1"1"1,-10-16-147,-2 69-50,-8 12-216,10-12 1,-2 4-18,-15 19 1,1 0-2125,15-17 0,0-1 2026,-9 11 1,4-1-12,5 5-1479,12 5 1479,5-9-627,42 3 347,14-31-26,-18-4 0,3-2-551,9-7 0,3-2 863,-1-2 0,-2 0 0,19-4 0,-7 0 0</inkml:trace>
  <inkml:trace contextRef="#ctx0" brushRef="#br0" timeOffset="505077">11787 13581 13939,'0'-4'2957,"0"1"-1596,0 3-1165,-67-1 28,40 21-131,-13-9 0,4 4 58,20 30 140,8-5 213,11-9 163,8-13 206,17-13-660,-8-9 162,14-16 18,-12-5 49,2-13 135,-4-14-280,-10 9-174,-4 4-17,-13 15-94,-3 12-96,-10 3-146,-4 10-257,-1 14-511,2 12-2458,4 15 3456,8 13 0,5-24 0,5 0 0</inkml:trace>
  <inkml:trace contextRef="#ctx0" brushRef="#br0" timeOffset="505400">11803 14072 18078,'-6'0'2342,"2"0"-1424,4 0-526,-72 29-224,42-12-110,-11 1 1,4 2 177,27-3 162,17-5 22,9-4-39,10-4 78,11-10-185,-5-3 12,2-9-51,-14 1-106,-8 3 84,-6-3-62,-5 3-67,-11-5-112,-5 5-34,-4 3-369,-7 7-913,2 5-4705,-3 7 5201,5 1 0,10-1 0,7-3 0</inkml:trace>
  <inkml:trace contextRef="#ctx0" brushRef="#br0" timeOffset="506025">5051 14897 16058,'57'1'269,"0"0"1,0 0-1,0 0 1,0 0 0,0 0-1,0 0 1,-3 0-220,8-2 1,-2 0-1,2 0-756,-9-1 0,1 1 1,1-1-1,2-1 742,-7 1 0,2 0 0,0-1 0,1 0 0,1-1-446,6 1 1,2-2 0,0 1 0,2-1 0,0 1 438,-5-1 1,0 0 0,2 0 0,0 0 0,1 0 0,0 0-126,-4 1 0,0-1 0,1 0 0,1 0 0,0 0 1,0 0-1,0 0 102,-4 0 0,0 1 0,1-1 1,0 0-1,0 0 0,0 0 1,0 0-1,1 0-165,1 0 0,1 0 1,0 0-1,0 0 0,1 0 1,-1 0-1,1 0 1,-1 0 90,1 0 1,0 0 0,1 0 0,-1 0 0,0 0-1,1 0 1,-1 1 0,0-1-428,0 1 1,0-1 0,0 1-1,1 0 1,-2 0 0,0-1 0,0 2-1,-3-1 495,3 0 0,-2 0 0,1 1 0,-2-1 0,-2 1 0,-2 0 0,-2 0 0,14-1 0,-3 1 0,-4 0 0,-6 0 0,10 0 0,-1 1 0</inkml:trace>
  <inkml:trace contextRef="#ctx0" brushRef="#br0" timeOffset="509131">13184 14000 16269,'5'-48'1521,"0"0"1,0 4 0,-4 9-1102,-8 21 577,-20-2-862,8 8 122,-30 5-38,6 19-163,14-3 0,0 2-28,-17 14-23,14-2 1,3 1-40,-1 12 9,10-12 0,3 2-37,5 13 18,17-7 55,12-9 78,17-12 18,13-7 22,8-16 33,5-9-311,-31 4 0,-1-4 267,-2-1 0,-1-2 134,15-24 0,-12-1-112,-12 9 520,-6-17-469,-8 32 112,-1-11-208,-4 28-140,0 4 28,-4 12 40,-6 11-18,-4 14-27,-2 9 476,5 1-549,11 8 67,8-19 6,17 8 22,9-24 17,16-1 5,8-10 12,4-16-288,-28-3 1,-1-3 270,0-5 0,-1-3 8,1-4 0,-2-3-3,-1-4 1,-1-2-6,-1-5 0,-2-3 8,-1-2 0,-1-2-590,-1-4 0,-2 1 584,0 0 1,-1 1 27,-2 4 1,-2 2 30,-2 7 1,-1 2 100,0-15-33,-5 20-68,-4 14 342,-2 10-504,-3 11 1301,-6 15-1212,-7 23-11,4-13 1,0 4-515,-1 7 1,0 3 507,-2 3 1,2 2 0,1 1 0,2 0-12,3-3 1,2-1-20,4-4 0,4-1-249,5-6 1,3-2 228,12 14 20,6-22 0,6-5 42,24-5 14,-3-11 0,1-6-6,-21-3 1,-1-5-1,16-11 1,-2-6 13,-17 2 1,-2-4 2,7-8 0,-1-4-575,-1-5 0,-4-4 581,-2-4 0,-3-3-9,-2-4 1,-1-1 13,-3 0 0,-2 1-309,-2 3 1,-2 3 347,-3 7 1,-2 3 389,-2 9 0,-3 4-280,-5-11 347,-5 21-504,-7 14 1196,-7 19-1229,-8 18-1,2 6-5,3 6 0,0 6-36,8-8 1,1 1 16,1-1 0,-1 3 0,3 0-82,1 13 0,5 0-207,5-1 0,5-1-614,5-4 0,6-1 933,9 0 0,2-4 0,4 3 0,3-10 0</inkml:trace>
  <inkml:trace contextRef="#ctx0" brushRef="#br0" timeOffset="511177">15876 13874 9923,'0'-6'6430,"0"0"-6144,0 6-23,0 0-717,2-35 326,-1 26-35,1-26 225,-2 35 851,0 0-533,0 2 29,-1-1 3338,1 1-3590,0-6 84,0 1-44,0-3 10,0 4 448,0 0-459,0 0-112,0 0-56,0-2 101,0-6-73,0 4 145,0-8-72,0 5-6,0-4-61,1 5 61,1 0 28,-1 2 79,2 0-129,-2 2-90,0 3-78,-1 1-6,0 3 51,0 2 66,-3 26-27,-1 6-22,-3 26 21,-1-3-3396,-3 0 3385,2-16-588,-5 9 622,4-24 34,-4 8 50,6-19 135,3-10-62,3-5 3241,1-4-3246,1-14-79,5-14-90,-1-2 897,5-6-902,3 5 33,15-20-55,-7 14-12,-2 11 0,1 2-11,2 3-28,7 1 0,0 10 0,0 7-11,1 10-23,-1 10 40,-7 4-62,9 25-17,-10-8-90,9 19-61,-4-13-33,3-4 10,4-8 23,5-9 163,-7-10-29,9-7 90,3-18 106,1-5 23,6-16 6,-14-4-46,-8 7 113,7-15-6,-15 21 67,4-6-11,-14 20-123,-6 7-202,-4 4 28,-1 6 112,-3 7-5,-3 10-12,2 6 6,2 4-11,7-1 0,7-3-11,8-1-1,8-7 18,1-4 55,2-8 73,-4-5-39,-7-7 185,5-17-62,-10-4 0,3-17 7,-9-1-18,-7-1-28,-8-2-28,-6 6-56,-6 5-67,-4 9-73,-2 11-84,1 7-112,4 7 100,7 5-604,1 18-331,9 4-1092,8 16-3729,14-2 5908,8-7 0,-6-12 0,-7-11 0</inkml:trace>
  <inkml:trace contextRef="#ctx0" brushRef="#br0" timeOffset="512243">17471 14032 24049,'-38'-19'138,"0"0"1,-1-1 0,-14-4-1,4 9-93,0 29-28,3 10-11,7 8-34,8 4-12,9 4-4,10-1-18,11-4 23,14-5 67,15-11 28,19-12 11,14-17-334,-26 0 0,0-5 326,0-3 0,-1-4 30,-2-4 1,-2-3 10,-5-2 1,-2-2 0,-4-4 1,-2-2-10,-4-4 1,-2-1 2,-2-1 0,-1-1 33,-1 2 1,-1 0 39,-1 6 0,-1 2 202,3-18-79,-4 20-162,-2 17-163,-1 10-139,-1 7 61,-2 11 117,-1 14-27,-2 22 11,2-16 0,1 3-45,0 5 0,0 1-232,0 3 1,2 0 119,1-2 0,2 0-25,2-4 0,4-1-29,2-4 1,3-3-249,23 17 117,4-13 207,3-16 157,-4-13 73,-4-16 62,-6-10 968,-6-10-901,-4-4 39,-4 1 67,-3 4 73,-3 8-61,-5 8-141,-2 9-173,-3 3-163,0 3 29,-1 4 89,-2 5-23,1 8-44,0 8-56,6 2 45,8 0 72,8-3 45,10-6 51,3-8 11,-2-10 33,-3-11 28,-6-9 40,-8-7 5,-7-4-56,-7 1 45,-6 3-95,-2 9 73,-7 2-129,4 11-45,-6 1 28,0 11-23,0 9-10,-1 10-29,4 8-61,7 6 33,10 2 6,14 2 0,17-3 28,17-4 34,-5-12 19,-7-15 0,0-3 42,11-8-14,-14-3 1,-2-4 69,9-19 11,-10-12 6,-10-11 12,-6-10-288,-10 28 1,0-1 249,0 0 1,-1 0 137,4-25 17,-2 14-34,-4 17-89,-2 13-90,-1 9-207,0 4 128,0 14 501,5 12-472,8 25-9,-2-18 0,2 1-366,4 5 0,1 1 251,3 2 1,2 0-127,0 1 1,0 0-242,-2 0 1,-2-1-905,-4-1 0,-6 0 1417,-12 1 0,-4-3 0,1 4 0,-16-8 0</inkml:trace>
  <inkml:trace contextRef="#ctx0" brushRef="#br0" timeOffset="513033">19803 13834 24676,'-4'26'185,"-4"12"-185,-1 4-11,5 18 28,13-14-17,14-1 5,1-22 40,10-7 33,-4-10 46,7-9 66,6-17-117,-14 0 73,7-17-28,-17 8 50,2-6 44,-6 9-44,-6 10-240,-5 9-68,-4 6-34,0 6 157,0 8 23,0 11 5,7 16-11,-1-10 11,22 20-11,-9-30-11,7 1 0,2-3 16,-2-5 68,32 4-22,-36-17 111,21-20-106,-27 2 62,11-27 61,-9-10-39,-1-3-196,-9 25 1,0 0 234,1-14 1,-3 13-113,-4 13-6,-1 10-161,-1 8-214,-1 1-16,-1 7 139,-1 3-486,0 14-2236,7 16-4968,13 3 7106,9 2 1,-5-22 0,-6-10 0</inkml:trace>
  <inkml:trace contextRef="#ctx0" brushRef="#br0" timeOffset="513250">20898 14004 19451,'0'-3'5337,"0"0"-3483,0 3-1982,-2-24 100,0 22-51,-2-9-184,0 34-280,1 12-1558,9 18-2144,7-6-5586,10 4 8061,-4-24 1,-7-11 0,-8-12 0</inkml:trace>
  <inkml:trace contextRef="#ctx0" brushRef="#br0" timeOffset="513433">21012 13775 21836,'-12'-42'1002,"-1"0"1,0 0 0,2 7-1008,5 20-511,0-1-150,4 15-269,10 13-29,0 2-4805,20 25 5769,-5-6 0,-2-5 0,-8-9 0</inkml:trace>
  <inkml:trace contextRef="#ctx0" brushRef="#br0" timeOffset="513999">21208 14328 25371,'28'-34'159,"0"0"1,-1 0 0,12-16 0,-4 1-124,-15 13 0,-3 0-676,2-4 1,-2-3 650,1-5 1,-1 0-4,-4 9 0,-1-2 20,2-20 0,-3 1 36,-6 23 1,-1 1 36,0-12 0,-3 2 542,-10-4-475,-5 20 108,1 14-338,4 9-5,2 13 61,-4 13 12,-6 18-6,-7 21-151,10-19 0,1 1 142,1-7 1,2 3-34,-2 25 0,4 2 5,6-19 1,2 0 2,5 20 1,4-3 22,0-23 0,6-3-20,20 8 0,5-4 8,-9-17 1,3-4 8,13 7 0,2-5-246,-11-13 1,-1-6 256,-1-7 1,-2-6 7,-2-4 1,-1-5 2,-1-8 1,-2-4-7,-5 6 1,-3-4 0,0-6 1,-1-6 0,-2 2 2,1-9 0,-2-1-415,-1 3 0,1-4 0,-3 2 453,1-10 1,-3 2 14,-3 6 0,-3 3 5,-4 8 0,-3 4 81,-10-22-72,-1 24 896,-10 8-930,12 19 436,-8 13-481,2 20 6,-6 25-17,9-15 0,1 3 99,0 8 1,2 3-243,1 5 0,3 3-229,4 4 0,3 0-569,6 1 0,5 1 958,0-19 0,2 1 0,0-5 0,-1-4 0,1-4 0,1-3 0,-1 0 0</inkml:trace>
  <inkml:trace contextRef="#ctx0" brushRef="#br0" timeOffset="515344">23300 13962 18543,'4'-8'1478,"15"-37"1,1-15-1123,-12 25 0,-1-3-1520,7-13 0,2-7 1,-3 3 1471,-4-1 0,-3 2 14,0 2 0,1 1 441,0 7 1,-1 3-238,3-18 420,-4 25-895,-3 22-18,-2 22 7,-4 22-24,-6 27-27,2-20 0,-1 4 633,-3 8 0,-1 2-614,-2 4 1,0 2-13,3-18 0,0-1 1,0 2 1,-1 5 0,1 0 0,0-2 5,0 1 0,2-1-1,0 8 1,4-3 182,12-2-213,6 1 34,7-20 16,6-17-16,4-23 11,7-19-12,-16 7 1,1-2 267,3-6 1,1 0-266,1-3 1,2 1 16,0 0 1,0 1 4,-1 4 1,0 1 13,16-13-55,-12 17-23,-12 12 6,-6 17-5,1 11-29,2 14-16,6 9-40,5 5-39,8 2 221,10-4-187,-18-24 0,2-1 13,3-3 1,1-2 19,2-4 1,1-2 27,0-3 1,0-4 50,-2-3 0,-2-5 50,26-16 6,-11-13-1629,-25 10 1,-3-1 1645,5-12 122,0-13 52,-17 25-46,-4-2-84,-14 9 132,-11 11-215,-13 9 3397,-6 12-3420,-4 11-6,1 9-11,4 5-23,9 2-10,13 0-23,13-1 28,20-5 17,15-7 17,14-9 62,17-17-7,-10-13-16,-5-7 45,-12-15 17,-15 0 39,1-12 39,-8-3-78,-7 13 431,-2-13-589,-3 35 18,1-4-62,1 47-146,5 10 96,1 5-219,13 9-235,2-8-465,8 11-927,3-3-159,1-6 100,0-11 325,-2-13 862,-3-15 1071,-3-16 711,-4-13 1215,-1-24-1310,-8 11 845,2-17-173,-7 22-49,2-2-707,-3 12-550,-4 10-212,-3 9 33,1 12 1,1 8-12,4 13-28,5 6 6,10 12 39,-5-16 0,11 8 39,-8-24-3308,8-6 3314,-10-9 101,9-27-12,-13-6-67,2-8 62,-5-8-78,-2 6-51,2-8-241,8 1 45,-5 21-448,13 3-471,-6 21-610,10 9-981,1 10 1002,1 9-5645,5 13 7349,-10-10 0,-6-4 0,-15-14 0</inkml:trace>
  <inkml:trace contextRef="#ctx0" brushRef="#br0" timeOffset="515643">25457 14016 24979,'12'-2'196,"6"-2"-219,36-12 12,-6 1 5,11-5 34,-18-2-28,-15 3 51,-9-6 83,-12 4 35,-9-4 172,-17 1-223,0 10 84,-17 1 38,4 16-66,-9 11-135,9 1-11,-2 21-5,15 1-1,1 1-168,7 19-546,15-24 1,3 1-861,5 23 1097,11-12 0,1-4 0,-5-17 0,12 12 0</inkml:trace>
  <inkml:trace contextRef="#ctx0" brushRef="#br0" timeOffset="517597">27366 13856 17820,'-4'-3'3607,"2"2"-2626,2 1-650,-41 27-214,31-12 34,-26 30 12,47-19 44,20 13-89,5-12 10,14-3-66,-15-15 72,7-10-5,-9-10 6,8-10 61,1-23-62,-13-1-72,-5-2 83,-14-2-5,-7 15-5,-4-3-35,-8 13-16,-19 11-50,-6 14-23,-3 5 6,-8 16-6,10 7-6,9-3 1,2 2-28,-13 25-350,20-20 1,2-1 315,3 11-227,7 10-171,17-10-688,12 9-1466,4-23 1,6-3-2309,10-5 1,2-3 3803,-10-2 1,-1-3-1,27-1 1,-50-11 0</inkml:trace>
  <inkml:trace contextRef="#ctx0" brushRef="#br0" timeOffset="518589">27968 14011 12057,'2'-6'7349,"0"1"-6518,10-22 1,3-5 457,-8 10-861,8-12 1,-3 4 13,-11 22-291,-1 4-67,-4 14-17,-4 8-72,-9 17-102,-2 9-324,0 7-964,6 3-4665,10 0 6060,8-9 0,0-18 0,1-13 0</inkml:trace>
  <inkml:trace contextRef="#ctx0" brushRef="#br0" timeOffset="518796">28244 13713 12018,'-2'-5'5506,"0"1"-5742,2 4-861,-23-28-3076,18 31 4173,-17-21 0,22 30 0,1-5 0</inkml:trace>
  <inkml:trace contextRef="#ctx0" brushRef="#br0" timeOffset="519560">28470 14109 15529,'15'-52'1172,"-1"0"1,1 0 0,-1 0-1,4-12 1,-1 3 0,-2 8-650,-4 16 1,-2 4-410,1 1 1,-2 0 235,1-2 0,-2 1 132,2-12-66,-7 22-428,-4 15 130,-5 25-74,-7 20-44,4-5 0,-1 3-228,-2 9 1,0 5 109,2-3 0,0 5 1,1-4-628,-2 5 1,2 1 445,1-1 1,0 3-1,2-3-706,2 2 0,2-1-999,0-9 1,1 3 0,0-1 2003,3 0 0,1 1 0,0-5 0,-1-3 0,0-4 0,4 23 0</inkml:trace>
  <inkml:trace contextRef="#ctx0" brushRef="#br0" timeOffset="520433">28390 14246 18057,'-1'-57'782,"0"1"1,7-1-1,6 7-793,10 10-26,4 16 1,4 1-793,27-3 807,-18 9 0,3 0 8,1 1 0,2-1 8,10-6 0,-2 0 20,-16 8 0,-2-1 42,8-8 0,-4 0 196,-4-5 655,-2-5-167,-15 8 577,-11 5-1037,-5 10 187,-2 3-388,-1 7-2877,-2 10 2832,-1 2 16,-5 25-16,-2 10-29,3-14 1,-1 3-155,-1 2 1,0 1 153,-1-1 1,0 0-3,1-2 0,1 0-1,-1 0 1,2-3-3,-1 10 0,3-2 34,5-28 3370,2-3-3208,7-12-28,15-20-28,8-5-56,4-4 34,3 1-40,-7 11 426,7 1-493,-5 9 1,1 12-12,-12 5 11,6 12 0,-9 3-5,9 8 5,11 6-11,-1-7-3403,12-2 3408,-14-16-10,12-5 9,-9-13 58,8-9-2147,0-21 2163,-19 8 107,-3-17 39,-19 18 2258,-3-5-2347,-9 7-11,-8 5-113,-4 10-11,-5 5 12,7 9 3374,-4 9-3380,2 13-29,3-4-16,-1 30 33,12-26-33,3 27 6,10-15-35,19 18 35,8-14-313,-12-19 0,2-4 340,10-1-11,5-7 29,-11-13 4,6-7 24,-4-9-1,5-21-22,-12 10 44,7-21-16,-10 17 28,10-8-12,15 3-38,-1 12-313,11 7 307,-19 13 16,6 6 647,-12 8-674,14 16-6,-13 7-68,1 16-21,-18-12-695,-2 14-3429,-7-6 3393,-1 4 1,-3-18 0,-3-12 0</inkml:trace>
  <inkml:trace contextRef="#ctx0" brushRef="#br0" timeOffset="526259">4739 15733 22470,'-15'-24'325,"3"8"-309,12 20 35,0 9 27,-2 2-39,-2 1 45,-18 17-39,-8-6 67,-20 11 168,3-14 118,5-10-6,12-14-224,14-6 145,8-25-184,10 1-56,7-17-39,10 9-12,9 5-16,-1 11-1,17 6-27,-12 13-12,17 9-27,-10 17-23,-5 17 44,-11-1-13,-16 1 0,-8 4 2,-6-8 1,-6 2-502,-1 0 0,-2 3 1,-4-1 519,-5-1 0,-3-1 1,-1-1 21,-5 4 1,-1 0 0,-2-1 20,0-1 0,-1-2 0,0-1 35,2-5 1,1-1 0,1-4 65,-9 3 0,2-7 67,-15-7-27,26-33-68,24-19-34,23-16-8,7 17 0,5 3-272,-8 9 0,2 2 244,16-6 0,2 4-37,-9 13 1,0 3-37,11-1 0,3 2-123,4 4 0,1 4-485,4 3 1,1 3-2463,4 4 1,-1 1 3128,-7 1 0,-3 0 0,-16-3 0,-4-2 0,4 4 0</inkml:trace>
  <inkml:trace contextRef="#ctx0" brushRef="#br0" timeOffset="526800">6854 16023 17585,'0'-6'5053,"0"1"-4045,-13-55-347,3 38-446,-1-13 1,-2 4 13,-9 22-128,-5 13-67,-7 12-29,-5 17 1,0 13-385,5 9 284,13-2 39,16-2 0,19-10 51,16-10 38,15-11 18,6-11 66,0-16 46,-7-10 61,-10-13 23,-14-6 10,-10-7-72,-13-2-95,-8-2-1,-9 3-38,-3 9-57,0 9 155,4 12-586,5 7-958,6 15 421,7 1-3496,14 19 4470,4-8 0,-1-2 0,-4-8 0</inkml:trace>
  <inkml:trace contextRef="#ctx0" brushRef="#br0" timeOffset="527133">7319 15860 24967,'18'-11'-50,"4"17"-1,-4 19 1,0 8-20,-2 1 0,-3 2-39,-2 1 0,-3 1 36,-4 0 0,-3-2 163,-12 26 179,-8-20 89,-5-23-67,3-30 147,10-42-293,9 5-302,7 3 1,5-2 201,2 13 0,4 1-23,4-8 0,4 0-36,2 5 0,3 3-104,1 5 1,2 4-261,1 5 0,1 3-807,1 5 1,0 4 1184,6 3 0,-3 2 0,4 1 0,-3 4 0</inkml:trace>
  <inkml:trace contextRef="#ctx0" brushRef="#br0" timeOffset="527668">9324 16005 16521,'34'-49'1715,"1"-1"1,-2 10 0,-14 6-701,-32 6-343,-9 18-320,-11 2-111,-9 16-132,10 9 1,0 4-99,-13 14-1724,7 9 0,5 2 1691,8 0 2,6-3 1,5 2-32,17 9 34,13-19 1,7-1 24,4-9 0,4-4-225,4-1 1,3-4 221,8-7 1,2-5 13,-8-2 1,1-3 27,8-3 1,-1-3 16,-5-2 1,-3-3 30,-7-4 0,-4-4 123,9-24 28,-21-9-83,-25-4-96,-4 26 0,-4 1 1395,-7 0 1,-3 2-1438,-2 1 0,-3 3-6,1 3 1,-3 3-51,1 5 1,0 4-181,-1 5 1,0 6-826,0 4 0,1 6 1036,-2 6 0,4 3 0,-6 3 0,9 3 0</inkml:trace>
  <inkml:trace contextRef="#ctx0" brushRef="#br0" timeOffset="530042">11591 16003 15524,'0'-9'3313,"-3"-23"1,-1-5-2810,-2 17-171,-1-17 0,-4 3-42,-6 25-196,-11 2-67,-7 14-39,-9 14 8,19-2 1,1 4-365,-3 5 1,2 3 310,0 5 0,3 3-48,1 2 1,4 2-116,4 1 1,3-1 78,2-10 0,5 0-255,9 10 0,9-4 22,9-14 1,3-2 198,-2 2 1,4-3-527,13-6 1,3-9 116,-12-5 0,-1-5 101,11-3 1,0-3 257,0-5 0,-1-5-213,-1-5 1,-2-3 551,-2-4 0,-2-4 112,-4-2 0,-3-4 109,-3-5 0,-4-2 50,-2-4 1,-2-1 38,-1-3 1,-2-1 47,0 3 1,0 0 52,-1 3 1,0 3-46,0 4 1,0 3 113,-2 5 0,0 3-86,7-18-223,-6 18-191,-4 17 394,-4 12-400,1 16 998,2 16-981,0 20-64,-3-15 0,-2 1-11,-3 6 0,-3 1-387,-2 7 0,-4 1 367,-3 4 0,-2 2-509,-1 0 1,-1 1 477,2-4 1,2-2 13,3-9 1,3-2-1,0 17 12,11-25 78,4-17 11,8-19 764,7-18-792,7-17 1139,7-11-1133,-12 17 0,-1 2-45,11-13 0,-12 17 0,0 2-17,2 5 0,1 2 6,-7 12-6,-5 14 12,-3 9-12,0 13-11,0 9-11,4 4-29,5 0 46,8-7 44,10-6-33,10-12 17,3-10 5,0-16-33,-8-11 55,-7-13 34,-8-5 34,-9-6 56,-7 3 308,-6-1-303,-4 17 73,-1 3-100,-1 17-141,0 0-61,0 5 28,-1 6 0,1 9 5,-1 11-72,1 11-230,1 8-342,7 3-4938,18 8 4267,0-21-1237,-1-14 1,2-4 1990,7-5 0,-5-3 0,-13-6 0</inkml:trace>
  <inkml:trace contextRef="#ctx0" brushRef="#br0" timeOffset="530210">13123 15730 23831,'-25'-26'-1552,"-1"0"1,-13-15-1,44 50 1,-1-3-1</inkml:trace>
  <inkml:trace contextRef="#ctx0" brushRef="#br0" timeOffset="530651">13268 16301 19692,'-4'1'3231,"1"0"-329,3-1-2701,-23-26-105,34-10-85,-22-9 14,31 8 0,9-1-17,-9 9 1,-1 0-449,4-6 1,1-1 461,1-5 1,-2-1-7,-4 6 1,-1 0 5,4-8 1,0-2 19,-2-3 0,-1 1-6,-6 10 1,-2 1-18,-2 5 1,-2 2 300,-3-14-68,-5 18-163,0 6 35,-2 7-63,-4 18-55,-1 5 5,-14 25 0,-4 14-167,8-15 1,1 4 127,-2 14 0,3 2-749,5-5 0,2-2 721,1 0 0,4 0-143,8-3 1,4-1-165,2-10 1,4 1-590,8 2 0,5 2 0,-2-4 271,1-1 0,1-3-240,11 9 0,6-6 921,5-16 0,-2-5 0,-9 0 0,-2-4 0,0 0 0</inkml:trace>
  <inkml:trace contextRef="#ctx0" brushRef="#br0" timeOffset="531066">14194 16220 21971,'0'-62'1141,"0"0"0,1 5 0,-7 10-492,-26 11-436,-4 15-146,-2 9-11,3 14 28,-16 20-61,8 7-23,12-6 0,0 3-17,7 3 0,3 4-3,5-2 1,4 2 19,2-2 0,4 0-11,18 18 16,19-22-5,17-13 6,-3-12 5,15-17 17,-10-14-3,-15 0 0,-1-6-354,-6 2 1,-3-4 350,2-11 1,-2-3 10,-8 2 1,-2-1 2,0-3 1,-2 1-6,-3 10 0,-1 1 131,2-10 0,-2 2-74,-2-2 169,1-10-178,-8 38 10,-2 11-145,-3 12 45,-2 15 11,-6 19-22,-1 23 5,0-2-151,5-2 0,1 3-33,4-13 0,2 1-298,1-2 1,2 3-1,2-2-1771,6 10 0,5-3 2270,11 0 0,2-5 0,4 5 0,5-13 0</inkml:trace>
  <inkml:trace contextRef="#ctx0" brushRef="#br0" timeOffset="531401">14732 15953 26424,'-7'-32'-23,"1"-1"1,8-11 11,24 58-40,3 6 1,2 3-118,12 18-197,-12-11 0,-3 2 69,3 21 269,-16-6 66,-17-13 90,-11-14 95,-9-18-22,-2-16-29,1-12 360,6-11-421,5-2-23,8 1-72,9 4-84,10 4-101,14 6-319,12 7-550,13 7-1203,8 5-1685,-27 7 1,0 2 3924,24 3 0,-21 1 0,-19-3 0</inkml:trace>
  <inkml:trace contextRef="#ctx0" brushRef="#br0" timeOffset="531768">15388 15942 26351,'-43'-35'280,"10"8"-285,31 27 10,7 5-5,7 3 11,10 5-27,6 0 32,5-3 1,-4-4 28,-1-12-6,-12-2-5,0-17 16,-12 0 23,-3-9-23,-9 3 1,-7 7-23,-1 8 28,-18 6-6,10 6-44,-11 7 16,10 8-33,4 13-11,3 8-12,8 8-117,7 7-135,15 3-358,16 2-237,-7-27 1,3-1-395,6-1 1,1-2-596,22 8-3046,-10-16 1,0-3 4465,5-3 1,6-1 0,-36-6 0</inkml:trace>
  <inkml:trace contextRef="#ctx0" brushRef="#br0" timeOffset="532475">15884 16056 25141,'-7'-42'511,"-1"1"1,2 2 0,-1 11-338,1 23-130,2 2-44,3 3-5,-1 0 10,-1 6-21,-2 3 4,0 8 24,1 1-12,1-2 16,3-4 12,0-4 0,0-5 387,0-2-393,3-7 40,-2 2-17,3-3-34,-3 4 22,0 2 1,-1 0-23,0 0 6,1-2 0,0-1-12,1-1 12,0-2-17,0-2 0,0-1 6,1 0-1,-2-1 18,1-1-18,1-2 51,1-1 12,2-1-7,0 3 29,-1 3-51,-1 5-5,-3 3-57,-1 1 46,-1 6-12,-1 7-11,-4 11 39,0 10-61,1 6-6,1 6 33,4 2-61,7 0 62,4-3 27,5-7-38,0-11 66,-5-12 40,-1-9-11,0-13-40,5-9-39,6-14 34,9-8 0,8-4-489,9 3 477,-20 22 1,2 2-18,2 4 1,0 3-11,19-2-34,-16 11 0,-2 5-106,8 17-282,-13-1 0,-3 5-346,-9 7 1,-5 4-3645,-2 8 1,-4 1 4405,-3-1 0,-2-3 0,-1 14 0,-4-24 0</inkml:trace>
  <inkml:trace contextRef="#ctx0" brushRef="#br0" timeOffset="532884">16990 16423 25836,'-15'-38'-1520,"-1"0"1,4 2 0,1 12 0,7 24 0</inkml:trace>
  <inkml:trace contextRef="#ctx0" brushRef="#br0" timeOffset="664837">18335 15960 11769,'2'-54'920,"1"0"1,-1 8-1,-6 7 1886,-18 2-2728,-13 21-1110,-11 14 1037,3 9 411,6 9 1,-1 5-414,11-2 0,1 3-20,-12 9 0,0 4-28,8 5 1,5-1 5,-6 17 39,17-25 0,6-1 2119,19 8-2130,14-4 42,4-17 0,4-3 8,-2-6 0,2-4-251,9-7 0,-1-5 307,13-10 81,-15-9 1,-2-4-21,-13 8 1,-1-1 11,8-11 0,-1-2 1399,-12 8 0,-3 2-1198,8-21-184,-10 15 856,-5 8-946,-6 17-151,0 1-11,-4 10 902,-5 10-823,-2 2-35,-16 25-27,7-9 33,-5 18 169,13-10-180,7-2 28,11-5 0,1-9 23,22-7-1,0-16 17,16-7 28,-3-15 1,-1-6-1,1-7-62,-16 11 7,6-4 21,-17 14-44,4 2-39,-5 4-6,-1 7 0,0 9 39,3 8-11,2 12 0,1 6 17,-3 5 5,-4-3 6,-4-9-28,0 1 45,-4-15 67,7-2-51,-3-13 18,12-14 10,1-5 79,15-15-123,-11 12 17,5-6-40,-15 20-22,3 1 0,-3 5-17,1 10 17,0 4 12,2 9-68,2 2-219,4 3-493,5-1-643,8-1-712,10-3-991,11-3 2013,-27-10 1,0-2 705,1 0 0,-1-3 821,30-7 957,-5-7 539,-8-10-1,-8-9-420,-6-7-465,-4-5-246,-1-3-141,-3 2-44,-3 10-128,-9 11-326,-7 12-168,-8 9 6,-12 11 442,-11 10-414,-16 13 11,-7 6 5,1 4-16,10-3-17,13-5 17,12-6 22,16-11 17,15-10 6,21-19-29,-13 0 1,2-3-253,5-8 0,0-3 275,3-6 0,-1-4-693,0-5 0,0-3 699,-1-5 0,-2-1 30,0-1 0,-3 0-219,-3 4 0,-2 2 371,-6 9 0,-3 2 148,3-11-202,-14 21 234,-6 15-525,-4 8 1407,-6 13-1262,-9 16-10,-11 23-51,11-16 0,0 3-495,-1 7 0,2 4-1555,0 7 1,2 1 1590,3-2 0,1-4 0,3-13 0,2-5 1,-1 8-1</inkml:trace>
  <inkml:trace contextRef="#ctx0" brushRef="#br0" timeOffset="666046">21210 16153 20911,'58'4'607,"0"1"0,-4-1 0,-5-6 65,3-18-196,-8-10-157,-4-12-541,-22 15 0,-1-2 300,2-6 1,-2-3-287,0-5 1,0-2 215,-1-5 0,-1-1-317,0-3 0,-1-1 351,-3 1 0,0 0 36,-3 6 1,-2 1-19,-2 9 1,-1 3 125,-6-13 183,-3 23-436,-7 15 513,-7 19-469,-10 17 28,9-3 1,1 6 301,-3 7 1,1 4-308,-1 6 0,3 2-418,4 5 1,3 1 383,3 1 0,5 0-44,6-1 0,6 0-26,5-3 0,7-2 9,6-3 0,6-5-37,3-3 1,4-5-342,0-6 1,2-4 287,-3-6 0,0-6 98,-5-5 1,0-6 86,21-19 61,-10-20-5,-26 12 0,-2-3 25,-3-1 1,-2 0 203,3-30 96,-5 11 338,-5 14-501,-2 15 811,-3 10-1074,0 7 666,-2 9-554,0 8-78,-4 12-40,2 9 29,4 7-23,12 3 6,11-2 39,20-2-6,-11-16 79,10-6 28,-20-19 0,2-13 23,-3-13-35,-5-14 23,-5-4 45,-4-1 117,-1 3-72,-3 17-157,0 7-51,-1 15-145,0 4 33,-1 6 96,-2 8 0,-3 18 27,1-5 23,1 19-28,6-13 0,5 7 23,5-3-23,5-5 11,-4-13 0,0-4 11,-9-11 40,0-2-34,-1-1 67,-2-1-112,1 0 23,-1 0-6,1 0 11,0 0 0,0 0 6,2 0-6,0 0 1,1 0-12,-3 0 0,0 0-3277,-1 0 0,-1 0 0</inkml:trace>
  <inkml:trace contextRef="#ctx0" brushRef="#br0" timeOffset="666903">22126 16078 13513,'-6'2'8138,"0"-1"-7790,6-1 347,0 0-488,3 1-78,4-1 112,13 1-107,13-1-67,3 1 73,-4-4 0,0 0 207,6-6 12,12-12-85,-28-7-83,-8-8-113,-8 4 62,-7-10 39,-13 3-83,-3 2-6,-10 3-34,1 18-45,6 9 28,-12 7-11,7 7-28,-19 14 0,16-2 11,-9 16 0,15-5-3386,0 12 3381,9-7-57,8 23 23,19-17 36,0-11 1,4-1-18,8-6 1,4-4-6,5 0 0,1-4-6,-6-3 1,1-2-161,18 0 1,-1-4 39,-7-4-14,-3-3 0,-2-4-36,-13-11 167,-2-4-21,-7-16 66,-10 10 3404,-1-9-3376,-6 11 56,0 5 57,-4 4-23,3 5-101,0 5-11,3 3-123,0 2 39,1 5 61,0 0 51,7 18-28,5-1-5,11 14 44,6-5-11,8-3-28,-6-8 101,17-5 11,-15-12 0,12-9-5,-13-14-29,-4-15 73,-3-13 51,-1-9-239,-2-2 222,-2 2-90,-4 13-16,-4 12-96,-6 14-146,-4 9-548,-2 7 179,0 18-684,1 6-1088,7 19-5745,7 3 8021,5-3 0,-6-15 0,-4-11 0</inkml:trace>
  <inkml:trace contextRef="#ctx0" brushRef="#br0" timeOffset="667437">23252 16207 25472,'41'-23'67,"0"0"0,-9 5 1,-4 0 27,10-18-22,-18-1 27,3-11 91,-7 1-1,-7 11-83,-11 13-74,-12 13-16,-14 9-11,-13 10-62,-8 9 0,-1 13 50,7 9 6,14-3 0,9 13 22,20 2-10,16 1-12,1-24 0,6-2 0,7-6 0,3-5-222,6 0 1,1-4 212,2-3 1,1-4-376,-2-5 0,-1-4 398,-2-5 0,-3-5 8,-2-7 1,-3-5-12,-1-9 0,-3-4-6,1-9 1,-2-5-520,-7 13 1,-1-2 0,0-1 515,2-4 0,-1-1 0,0 0 5,0-2 1,-1 0-1,0 1 4,-2 1 1,0 1-1,-2 1 31,2-16 0,-3 3-171,-4 11 1,-5 4 285,-7-18-79,-12 26-78,0 21 304,-11 18-315,2 18 5,-7 23 6,15-13 0,1 4-243,0 10 1,2 3 233,2 8 1,2 3-20,4-16 0,2 2 0,2 1-596,6 14 1,4 3 0,1-3 466,-3-17 0,0-2 1,3 2-533,7 17 0,5 2 0,0-5-3814,3 0 0,0-4 4503,2 5 0,-1-3 0,-8-20 0,-3-4 0,1 2 0</inkml:trace>
  <inkml:trace contextRef="#ctx0" brushRef="#br0" timeOffset="667971">25334 15890 22850,'27'-57'408,"0"1"1,-3 5 0,-12 7-247,-31 14 1,-22 8-96,11 15 0,-3 2-255,-6 3 1,-1 3 215,-4 3 0,0 4-9,1 3 1,2 2-9,5 4 0,3 4-8,7 1 0,6 3-9,-1 29-39,33 5 23,6-27 0,6-2 22,9 2 0,6-2-338,6 1 1,3 0 342,4-3 1,0-1 22,-4-1 0,-1-2-14,-8-4 0,-3-1-8,7 10 361,-31-11-378,-35-6 17,-29-6-12,12-4 1,-3-3-206,-6-2 0,-3-2 216,-2-2 1,0-1-57,3-2 1,2-3-463,4-2 0,2-1-554,8-1 0,3-2-6775,-16-22 7280,21 6 0,14 13 0,10 11 1</inkml:trace>
  <inkml:trace contextRef="#ctx0" brushRef="#br0" timeOffset="668791">25795 15478 24620,'2'-40'194,"1"-1"0,0 0 1,-2 18-162,-4 35 40,-3 14-34,-6 24-28,4-16 1,-1 3-184,-3 16 0,1 0 178,2-14 0,1 0-200,-3 17 0,2 0 197,4-21 0,2 0 5,-2 14 1,2-2-4,0 12 85,3 4 67,0-48 224,3 1 101,5-27-398,11-12 467,9-15-484,1 5 0,1 1-27,9-8-29,-12 13 0,1 4 17,7 1 6,3 3-6,8 1-34,5 8 6,-17 6-22,7 9-6,-20 6 5,2 10 6,-7 8 17,-3 7 6,-3 17 5,-2-13-5,5 17-40,9-13 12,4-4-12,8-3 34,-4-21 6,-6-9 5,6-9-3347,2-17 3347,-6 1-26,-6-5 0,0-4 65,-1-10-28,4-8 68,-9 3 39,-9 14-6,-2-4-50,-7 8 3332,-5 9-3389,-7 7 53,-4 6-86,-5 9-22,-1 4-29,-2 18 63,8 2-12,6 10 0,12-11 6,15 7-6,26-2 28,6-6 1,5-6-1,3-20 6,-30-9 22,13-14 28,-25-17-28,-3-7 6,-11-13 11,-8 9-62,0 12 18,-4-1-24,4 17-133,-2 2-46,5 14-296,0 13 50,4 5-1047,-1 15-2146,7 2 3630,11 14 0,-6-19 0,5-3 0</inkml:trace>
  <inkml:trace contextRef="#ctx0" brushRef="#br0" timeOffset="669396">26766 16093 24850,'9'-7'403,"-1"1"-134,2 8 51,-2-1-208,-3-4 67,3-4 6,9-23-146,-5 9 73,10-24-11,-10 15 11,1-10-51,-3 10 90,0-10-39,-5 15-44,-1-10-24,-2 10 1,-2 3-34,0 7 57,-2 0-52,0 8-10,-1 1-12,1 4-5,-2 6 28,0 2-28,-7 15 22,2 1-11,-4 14-11,4 1 16,3 4-5,3-7-50,6 19 50,8-16-11,8 16 11,19-6-6,-10-18 12,21 3 11,-25-22 16,16-1-50,-4-13 23,-6-3 22,7-17 34,-6-23-1,0-7-47,-16 24 0,-1 0 19,-1-8 1,-2 2-34,-1-2 36,-3 0 1,-1 2-42,-4 12-35,-1-12-184,-2 29-263,-2 2-330,-4 12-814,-5 8-2093,-4 14-6107,1 9 8687,4-9 0,5-8 1,5-15-1</inkml:trace>
  <inkml:trace contextRef="#ctx0" brushRef="#br0" timeOffset="669737">27402 16191 25438,'28'-38'113,"-1"-1"1,0 1-1,8-11 1,-3 5-47,-10 12 0,0 1-1096,2-13 1,-1-3 1045,2-2 0,-1-3-8,-7 10 0,0-2 1,-1 1 6,0-9 1,-3 2 14,-3 6 0,-3 2 329,-2 9 0,-3 2-354,-7-8 332,-6 18-361,-10 15 12,-9 16 17,-9 16-20,2 13 0,1 7 8,10-7 1,2 1 273,-6 8 1,5 4-311,16 5 0,10-1-520,9-13 1,5-1 361,-1-1 0,3 2 1,4-2-281,1-5 0,4-3 0,2 0-1566,6 4 0,4 0 0,-2-3-651,2 1 0,-1-2 2117,10 3 0,-6-6 1,-16-14-1,-3-4 0</inkml:trace>
  <inkml:trace contextRef="#ctx0" brushRef="#br0" timeOffset="670162">28275 16137 16353,'4'-8'3162,"14"-27"0,0-6-2216,-6 5-473,6-13 1,-4-1-284,-16 17 90,-17-12-50,-12 19-113,-20-2-92,20 18 1,0 2-331,-4 3 0,1 3 299,-1 4 1,2 4 5,-26 13 11,15 14-33,16-2 211,13 27-183,19-13 2,2-11 1,3-1-9,25 17 22,12-11 40,9-16-148,5-17 147,-29-12 1,0-5-20,0-6 0,-1-5 22,0-7 1,-1-5-338,0-8 0,-1-4 292,2-5 1,-2-4-11,-9 18 1,0-2-1,-1 0 37,1-7 1,-1-2 0,-2 4-5,0-2 0,-1 2 34,-2-11 0,-4 3 290,-10 3-260,-7-3-44,-4 18-46,-1 17 319,-1 16-324,-10 34-11,6-2 189,1 5 0,0 6-212,5-3 1,1 2-659,-3 13 0,1 5 421,6-18 1,2 2 0,1 0-328,0 1 1,1 0 0,1 1-940,3-1 1,0 1 0,1-2 1525,0 12 0,1-4 0,0-17 0,0-4 0,-1 2 0</inkml:trace>
  <inkml:trace contextRef="#ctx0" brushRef="#br0" timeOffset="670846">29513 15535 20770,'21'-40'808,"0"0"0,0 0 0,4-12 0,-4 8-174,-10 11-572,-14 19 22,-5 10-45,-9 19 20,1 16-31,-2 23-23,11-18 1,2 2-260,2 6 0,3 2 260,4 2 0,3 1-470,2 0 0,3-1 447,1-3 1,2-1-12,-1-6 0,-2-1 61,5 24 6,-10-28 505,-7-11-325,-1-22 5,-3-13-51,2-17 18,3-17-1,11-8-44,13 3-57,16 9-16,9 14-11,2 14-57,-3 11-22,-4 15 23,-5 13 0,-4 15-68,-6 11 247,-11 6-151,-16 2-23,-28-2-9,-12-28 1,-7-5 3,11-6 0,-3-3 7,-5-4 1,-6-2 0,3-4-34,-6-7 1,1-3-74,-9-1 1,1-4-1155,8-9 1,6-2-4041,-4-9 5287,25-8 0,23 28 0,2 0 0</inkml:trace>
  <inkml:trace contextRef="#ctx0" brushRef="#br0" timeOffset="671270">31006 15641 20352,'45'-12'748,"0"-1"1,-5 1 0,-10-3 522,-21-14-963,-13 5 107,-7-3-303,-10 9 30,2 7-103,-6 3 335,6 6-386,-6 7 12,9 2-11,0 7 0,8-4 28,1 2-12,3-3-5,1 2-33,1 0-1709,2 5-1742,1-5 3484,3 4 0,-3-10 0,2-1 0</inkml:trace>
  <inkml:trace contextRef="#ctx0" brushRef="#br0" timeOffset="671821">30165 15911 14555,'0'-4'6094,"0"1"-2672,0 3-3310,12-35-44,-9 26 21,12-26 29,-4 35 5,11 3-5,11 1 16,9 0-72,-8-1 201,15-10-134,-27 1 202,20-18-130,-27 4-5,4-12-112,-13 11 207,-8-5-184,-7 11-51,-10-2-51,0 10 12,-19 7 6,16 3-23,-27 15 16,23 2-4,-9 14-29,16 1 17,11 6-73,17 4 6,6-7-71,5-13 1,6-2-1411,11 2 0,4 0 1548,6 0 0,-2-1 0,-7-4 0,-4-3 0,12 2 0</inkml:trace>
  <inkml:trace contextRef="#ctx0" brushRef="#br0" timeOffset="672488">31139 15707 8707,'9'-8'9416,"-2"2"-8385,-7 6 2386,0 0-2835,43-61-212,-34 42-267,13-16 1,-7 3-3,-28 24-34,-9 3 11,-9 2-44,-7 6-6,-2 5 5,2 7-27,7 7 11,6 5 5,9 5-5,7 5 28,8 4 0,10 3 11,11 2-12,14 0-214,-12-23 0,2 0 192,4-1 1,2 0-4,3-1 1,1-1-6,0-1 0,-1-2-6,-3-2 1,-3-2 2,13 6 0,-20-8 51,-19-2 11,-18-2-17,-22 0-23,-22-2-447,24-4 0,-2 0 417,-2-1 0,0-1 2,3-1 1,1 0 137,4-2 1,1-1-547,-19-7-1288,13-5-6134,11-2 7825,11 2 0,9 6 0,5 6 0</inkml:trace>
  <inkml:trace contextRef="#ctx0" brushRef="#br0" timeOffset="673622">31639 15826 23629,'7'-43'270,"1"0"1,-2 4 0,-8 8-204,-25 23-33,-4 3-12,-2 11-5,1 7 5,3 10-5,3 7-22,8 5 5,8 2 22,9-1-50,12-2-39,12-7 112,9-9 173,3-9-5,2-13-56,-3-11 73,-2-11 50,-5-6 17,-6-2-23,-5 4-50,-6 6-84,-4 8-90,-3 8-66,-3 6 32,-2 13-21,-1 6-23,-1 15-39,1 4-247,3 6-537,8 2-824,7 0-930,12-4-694,9-8 263,4-13 1664,0-14 1658,-7-17 1949,-6-19-1154,-11 3 1204,-2-17-398,-4 12-581,3-7-433,1 4-262,0 8-225,-1 9-179,-4 8-123,-4 7-50,-3 5-34,1 14 22,-2-4 12,1 19 16,-3-7-61,-1 7-11,-1-3 39,-1-5 27,2-7 164,2-7 60,2-7-65,5-8-47,6-8-3380,10-16 3275,-6 9 33,6-9-51,-9 15-10,3 2-29,-1 6 17,1 7 23,2 7-23,6 11-5,-8-1 3352,4 14-3425,-10-8 11,1 7 28,-3-3 34,-1-3-6,-2-7 78,0-6-39,0-5 34,5-11-45,1-5 39,7-11 51,3-5-101,5-10-12,-7 13 1,5-6-17,-8 17 11,2 3 0,-1 5-12,2 10 18,-6 2-12,3 11-33,-7 1-84,3 12 134,-4-10-5,6 11-17,-6-20 33,9 8 0,1-15-3374,16-7 3368,-10-4 85,17-25-39,-21-1-45,2-6 5,-9-3 56,-8 12 34,-1-1-5,-4 9 3358,-4 11-3437,-3 5-17,-4 8-11,-7 12 0,4-1-409,-10 37-28,17-24-342,-5 22-4015,15-11 4794,4-5 0,-2-5 0,1-12 0</inkml:trace>
  <inkml:trace contextRef="#ctx0" brushRef="#br0" timeOffset="673755">33000 16157 22839,'6'0'3512,"-2"0"-3981,-4 0 0,0 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4:13:16.8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2880 2418 16241,'-63'-5'984,"0"0"0,3 2 0,6 8-836,22 9 1,3 5-462,-1 3 0,2 1 355,2 2 0,4 1-8,-11 27 3,19-3-26,22-6-11,17-8-11,19-9-23,12-9 37,-20-13 0,-1-3 25,12-2 366,4-6-69,-37-1-146,-5-2-140,-23 3 408,-18 5-368,-21 11-12,19-1 0,-1 1-160,-3 5 0,0 2 185,1 1 1,0 2-29,4 0 1,3 0-20,-15 21-51,21-4-39,23-4-61,24-5-269,22-7-93,-12-13 0,3-3-1226,7 0 1,1-3-2295,5-4 1,1-1 3841,-5 0 1,-3-2 0,13-3 0,-25 2 0</inkml:trace>
  <inkml:trace contextRef="#ctx0" brushRef="#br0" timeOffset="351">3251 2678 7638,'1'-5'5002,"0"0"3937,-1 5-8861,0-39-5,-9 43-40,-5-21-21,-10 58-24,-2 8-60,0 4-113,3 4-207,-2-1-1668,11-22 0,-1-2 1954,-3 9 206,-3 1 74,15-37 50,2-28-67,4 1 431,4-38-381,-1 33 355,4-17 280,-5 28-196,1 1-316,-2 10 3338,3 7-3486,10 12-106,1-1-90,21 15-335,5-2-506,-12-8 0,1 1-1736,4 4 0,-1 1 1922,-3-2 0,-2 0 1,8 8-1,-17-12 0</inkml:trace>
  <inkml:trace contextRef="#ctx0" brushRef="#br0" timeOffset="601">1910 3916 20636,'56'-15'64,"0"0"0,0 0 0,-1 0 0,2 1 0,0-1 0,1 1 0,1 2-67,-5 1 1,1 2 0,0 0 0,-1 1 0,-2 0-570,-4 0 0,-2 0 0,0 1 0,2-1 560,2 0 1,3-1 0,0 0 0,-1 1 0,-5 0-109,3 0 1,-4 0-1,1 0-394,8-1 1,1 0 0,-2-1 513,-3 2 0,-2 1 0,-4 0 0,-6 1 0,-4 0 0,21-2 0</inkml:trace>
  <inkml:trace contextRef="#ctx0" brushRef="#br0" timeOffset="14891">3812 2663 15081,'8'-12'3591,"-1"4"-2067,-7 8-24,0 0-1136,29-66 18,-19 47-161,6-18 0,-2 6 104,-12 28-157,-2 2-129,-5 7 6,-4 5-17,-6 10-17,-3 3-5,0 3-6,6-1 5,5-2-5,6-4 6,4-7 72,9-1 135,6-12-151,-1-2 16,7-15 17,-8-1-22,-1-2 230,-1-8-85,-10 9-56,-4-6-72,-8 9-34,-6 4-56,-2 5-168,-1 3-274,5 11-102,3 1-2413,4 17 2957,3 7 0,0-11 0,1 1 0</inkml:trace>
  <inkml:trace contextRef="#ctx0" brushRef="#br0" timeOffset="15182">3896 3048 22503,'0'58'269,"4"-11"-118,15-39 208,-4-4 212,-6-2-140,-6-7-100,-1-4 33,-1-7-73,-2-2-67,-2 1-168,-6 5-156,1 6-1615,-5 7 1715,4 8 0,2-3 0,2 1 0</inkml:trace>
  <inkml:trace contextRef="#ctx0" brushRef="#br0" timeOffset="21676">8561 2830 11452,'0'-45'2432,"0"1"0,-1-1 0,1-20 1,-1 8-1805,0 7-108,-2 9 214,1 26-527,0 6 94,0 3-318,1 15 99,1 3-82,2 45 6,-1-17-62,1 16 0,0 5-745,-1-19 1,0 2-511,0 6 1,-1 5 0,1-3-3029,0 8 1,0-2 4338,0 2 0,1-5 0,0 0 0,0-29 0</inkml:trace>
  <inkml:trace contextRef="#ctx0" brushRef="#br0" timeOffset="22065">8625 2432 13044,'-34'-43'1158,"0"0"0,0 1 1,1 4-1,0 2 1,-2 9-748,-6 11 1,-1 9-766,-4 6 1,-1 7 431,-4 6 1,1 7-542,-4 10 0,2 8 513,15-6 1,1 3-1,2 3-624,-2 7 1,1 4-1,4-1 581,4-7 1,3 1-1,1 4 1,2 7 1,1 7-1,3 1 1,3-3-375,5-2 0,4-1 1,2 3 344,1 0 0,1 4 0,2 0 0,6-4-141,9 3 1,6-5 0,5-3 166,6-4 1,5-3 0,3-4 7,7-5 0,3-4 0,0-4-8,-8-7 1,1-3 0,2-3-5,13 0 1,3-4 0,3-4 9,-13-5 0,2-3 1,1-1-1,0-2 15,1 0 1,-1 0 0,1-3-1,1-1-72,-7-1 1,2-1-1,0-2 1,-2-2-1,-3-1 98,0-4 0,-2-2 0,-3-2 0,-2-3 21,9-10 0,-2-4 0,-5-2 192,-5-2 1,-3-3 0,-4-2-255,-5-1 0,-3-2 0,-4-1-19,-4-1 1,-3 0 0,-5 0-14,-4 1 1,-4-1-1,-5 2-18,-3 3 0,-5 1 0,-5 2-16,-6 5 1,-4 2 0,-4 4-59,-6 4 1,-5 4 0,-2 4-267,-6 4 0,-4 5 1,-1 3-1111,11 5 1,-1 2-1,-1 2 1,2 1 1415,-12 1 0,2 3 0,4 1 1,-4 0-1,8 0 0,-8 6 1</inkml:trace>
  <inkml:trace contextRef="#ctx0" brushRef="#br0" timeOffset="22848">7930 3850 14141,'29'-34'1520,"0"0"1,0 0 0,13-13 0,-14 14-1135,-27 30 0,-8 6-83,-12 16-82,-13 9 0,-3 3-168,8-5 0,-4 2-826,-3 4 1,-6 6-1,-2 3 1,3-3 785,-2 2 0,3-2 0,-2 3-12,5-6 1,-1 2-1,-2 1 1,0 1-8,3-1 0,-2 2 1,0 1-1,1 0 1,1-2-77,-2 2 1,2-1 0,1 0 0,-1 0-41,-1 2 0,0-1 0,0 0 1,2 0-1440,-8 9 0,2 0 0,7-7 1561,11-11 0,3-4 0,-15 21 0,21-25 0</inkml:trace>
  <inkml:trace contextRef="#ctx0" brushRef="#br0" timeOffset="23365">8186 3738 14521,'-3'-4'4627,"0"0"-2482,3 4-1882,3-21-61,35 31-85,23-6-628,-24 9 1,4 6 525,7 2 0,4 3 0,-2 0-451,-11-5 1,-2 1 0,2 2 439,2 0 0,4 3 0,-1-1 1,-4 0-5,-3-1 0,-3-1 0,2 2-98,14 12 1,2 3 0,-3-1-549,-14-10 0,-2-2 1,2 3 423,3 2 0,3 3 0,0 0 0,-7-5 1,3 1-1,-5-2 0,-3-4 0,-1 1 1</inkml:trace>
  <inkml:trace contextRef="#ctx0" brushRef="#br0" timeOffset="24132">6710 5301 11059,'-5'-4'5824,"1"1"-4203,4 3-440,-38-69-378,27 31-480,-7-14 0,4 0-205,27 9-108,5 4-142,12 13 99,2 14 55,10 1-10,11 24-1,-12 13 6,-6 10-6,-19 20-528,-19 4 525,-4-19 1,-5 2-18,-13 13 1,-6-1 5,0-7 0,-3-4 11,0 0 1,-1-3 24,1-8 1,0-5 73,-13 8-46,-1 2-240,19-14 212,17-12 62,23-6 1,17-5-40,21-4-17,-5-2 0,0-1-36,-11 2 0,1-2-197,19-3 0,2-2 93,-5 1 0,-1 0-166,-8 1 0,0 0-100,14-3 0,-2-1-1269,-17 0 0,-3-2-1818,-1-1 1,-1-1 3092,20-20 0,-32 15 1,-12 9-1</inkml:trace>
  <inkml:trace contextRef="#ctx0" brushRef="#br0" timeOffset="24508">6858 4983 9425,'-44'0'1147,"0"-1"0,0 0 0,0 3 0,1 1 0,3 1-920,0 1 0,-1 5 144,-8 9 1,-5 7-1,7-1-1145,11-6 1,0 2 894,-12 11 1,-5 6-1,9-3-454,16-8 0,4 1 411,-2 4 1,-1 4-1,3 3-39,6 5 0,4 2 1,1-1-40,-7 10 0,5 3-225,9-4 0,5 5 0,7-6 188,10 0 1,10-3-19,6-4 1,7 1 0,4-5 16,-3-8 1,4-4 0,3-2-408,-4-6 0,4-2 0,0-2 1,-2-4 455,0-2 0,-2-4 0,3-3 52,9-1 1,4-5 0,-1-3-46,3-6 1,1-4 0,-1-2 100,-15 4 0,0-1 0,0-1 0,0-3-97,4-2 1,1-3 0,-2-1 0,-3-2 156,0-4 0,-4-3 1,-4 1-71,5-7 0,-4-2 37,-4-9 0,-8-5-473,-13-7 1,-9-2 382,-3 20 0,-3-1 0,-2-1-4,-5-6 0,-4-2 1,-4 4-49,-5 9 0,-4 2 1,-1 4 3,-6-7 0,-5 4 80,2 13 0,-5 1 0,-1 5-107,-8 5 1,-3 5-1,1 1-22,10-2 0,0 0 0,-3 4-501,-5 3 0,-6 4 0,2 2 0,5 2 460,-6 7 0,5 1 1,-4-2-1,6 1 1,1 10-1</inkml:trace>
  <inkml:trace contextRef="#ctx0" brushRef="#br0" timeOffset="25398">9462 4832 8982,'-3'-4'5976,"2"0"-3108,1 4-1938,-34-70-202,26 42-504,-11-15 0,7 2-56,25 19-134,21-2-40,-4 11-5,13 1-34,13 16 17,-4 8-290,-15-2 0,0 4 239,14 23-10,-13 10-12,-19 8 84,-24 8 34,-8-13 47,-11-15 1,-5-1-316,-16 8 396,13-15 1,-1-2 324,-12 1 79,10-13-101,11-15 288,10-3-259,4-17-320,8 6-107,5-6 393,8 9-432,11 5-5,12 4-6,14 10 0,-17-2 0,1 3-292,6 3 0,1 2 270,3 3 0,0 1-20,0 3 0,-1 1-12,-4 2 1,-4 2 19,-7 0 1,-7 2-73,-4 28-28,-40 3 41,-2-28 0,-6-3-645,-12 0 1,-5-4 490,-4-2 1,-4-4-275,-1-3 1,0-4-408,4-3 1,2-4-1245,6-5 0,2-5 2172,7-6 0,5-3 0,-3-2 0,14-6 0</inkml:trace>
  <inkml:trace contextRef="#ctx0" brushRef="#br0" timeOffset="25766">9532 4402 17053,'-46'-5'372,"0"-1"0,0 1 0,0 2 0,1 2 0,4 8-246,-5 16 0,3 9-1007,-2 5 0,1 5 937,14-9 0,2 3 0,2 2-562,-1 5 1,2 3 0,3 1 531,1 5 0,3 2 0,3 1-26,1 2 0,4 1 0,3 1-4,5-2 1,4-1-1,4 0 4,4-5 0,3-1 0,4-3-39,5-5 0,3-2 0,4-4 65,3-4 0,4-4 0,2-3 9,4-3 1,4-4-1,1-3-442,4-2 0,3-4 0,2-3 461,4-3 0,2-4 0,0-2 10,-13-1 1,0-1-1,0-3 1,0-1 34,1-1 1,0-3-1,0-2 1,-1 0-193,-1-3 1,-1 0 0,-1-3 0,-1-1 194,-2-1 0,-2-2 1,-1-2-1,-1-1 0,7-10 1,-3-4 0,-4-2 4,-5-1 1,-4-2 0,-4-2-92,-5-1 1,-5-2 0,-4 0-60,-4 1 1,-6-1-1,-3 1 26,-6 2 0,-3 1 1,-6 1-20,-4 4 0,-5 1 1,-5 4-7,-6 3 1,-5 4 0,-4 4-94,-6 3 0,-5 5 0,-2 3-162,10 6 0,-2 3 1,0 3-1,-2 1-1448,-2 3 0,-2 3 1,0 2-1,2 1 1745,5-1 0,0 2 0,2 1 0,3-1 0,-19 6 0,8 0 0,25-4 0,-1 0 0</inkml:trace>
  <inkml:trace contextRef="#ctx0" brushRef="#br0" timeOffset="26474">6112 6217 18221,'33'-45'903,"0"1"1,-2 4 0,-11 12-562,-19 24-92,-21 20-122,-24 23-86,7-7 0,-5 4-1027,6-6 0,-2 2 0,-2 1 985,-7 5 0,-2 2 0,-1 0-10,8-7 0,0 1 0,-1 0 1,0 1-39,-1 2 0,-1 0 1,0 1-1,3-2-42,-5 4 1,3-2-1,-2 4-636,5-1 1,-2 3 0,1 0 0,5-2 614,4-4 1,5-1 0,-1 0 0,-1-1 0,-1 1 0,6-5 0,7-4 0,0-1 0</inkml:trace>
  <inkml:trace contextRef="#ctx0" brushRef="#br0" timeOffset="26907">6109 6166 21164,'43'-19'964,"8"23"-903,-22 27 1,-1 11-743,8 2 0,0 2 684,-8-12 1,-1 0 0,2 1-571,1 2 1,1 1 0,0-1 528,2 3 1,0-1 0,2 0-78,1 1 1,0 0 0,1-1-250,3 1 0,0 0 0,1-1-988,1 1 1,1-1-1,-1-1 1078,-4-4 1,-1-2-1,-3-2 1,3 2 0,-5-5-1,5 4 1</inkml:trace>
  <inkml:trace contextRef="#ctx0" brushRef="#br0" timeOffset="30058">3960 7616 8807,'11'-55'1319,"0"0"1,-1 5 0,-2 7 1974,1 6-2863,-5 14 999,-2 11-1430,-2 12 860,-1 17-782,-3 20-44,-4 24-217,-1-9 1,1 2 179,2-16 1,1 1-10,-3 19 1,3-1-127,7-23 1,1-3 142,2 6 1,2-2 67,15 12 180,7-22 105,4-25-16,7-24-169,-18 2 1,0-3 1336,2-6 1,-2-1-1346,1-2 0,-2-1-17,-2 2 1,0 0-18,-2 0 1,0 2-59,2-6 360,-2 4-450,-13 27 11,0 17 17,-2 3 1,2 33-24,-2 6-434,-2-16 0,1 3 381,0 4 1,0 2-183,0 1 1,2 3-670,4 10 1,3-2 514,-4-19 0,3-1-478,7 9 0,5-5-1448,13-10-552,15-5-364,5-28 1803,-24-9 1,0-5 728,2-7 0,0-5 548,1-6 1,-1-3 313,0-7 0,-1-2 140,-1-6 1,-1-3 232,-8 7 1,-1-4 0,-2 2-68,-3 6 0,-2 0 1,-1 0-191,0 1 0,-1 1 0,-2 1 637,-2-15 1,-5 3 5,-7 12 0,-4 1-148,-5-8 0,-5 1-141,-8 5 1,-7 4-103,-3 12 0,-5 4 1,2 2-305,-5 0 1,-3 4 15,1 9 0,-6 2 0,-3 4 0,6 2-127,1 5 1,3 3-1,-1 0-555,-10 0 0,-2 1 0,1 4 524,1 6 0,1 4 0,4 2-14,7-2 1,4 2 0,-3 4-21,-1 7 0,-4 5 0,2 1 1,3-2-357,2 0 1,4-3 0,0 6 311,3 2 1,-1 5 0,2 2 0,7-3-9,7-3 0,6-1 0,2 1-1,-3 11 1,3 1 0,6 0-17,5-4 0,7-1 1,8-2-13,6-11 0,7 0 0,3-3 0,0-4 36,0 1 1,1-5-1,6-2 4,8-3 1,7-2 0,2-4-1,-1-4 2,4-5 0,0-6 0,6-3-14,-8-2 1,5-2 0,3-1 0,-2-1-1,-4 0 9,-3 0 1,-5 0 0,1-1 0,5-4 16,-3-3 0,6-3 0,2-2 1,-2-1-1,-3-1 0,-8 3 5,1-3 0,-7 0 0,3-4 11,-2 1 0,5-5 0,1-1 0,-3-2 0,-6 1 26,0-8 0,-7 0 0,-1-4 4,5-9 0,-1-4 0,-5-1-361,-7 0 0,-4-2 0,-5 1 366,-6 0 1,-4 1 0,-5 0 21,-5 4 0,-4 0 0,-5 3-42,-4 4 0,-5 2 0,-1 4 203,-7-7 1,-7 7-230,-7 8 0,-7 4 0,0 4 153,-6 4 1,-3 5-272,5 0 0,-5 1 0,3 5-435,11 5 0,3 3 0,1 3-4380,-14 3 1,5 3 4545,15-1 1,6 1 0,-6 6 0,29-11 0</inkml:trace>
  <inkml:trace contextRef="#ctx0" brushRef="#br0" timeOffset="30991">7526 7446 20173,'-35'-10'457,"-1"0"1,-9 10-1,1 8-373,15 7 0,2 5-730,-15 12 0,2 4 682,15-6 1,2 3-21,-5 8 1,3 6-13,10-7 0,3 3 0,2-1-4,1 12 0,3-1-6,3 0 0,6-3-2,10-7 0,6-6 10,2-10 1,5-4 177,8 4 0,4-3-104,8-6 0,1-5-20,-16-4 0,0-3 154,5-3 0,-4-3 583,-10-9-463,-5-8-173,-16-10-56,-15-4 5,-25-10-83,5 14-7,5 10 1,-2 2-22,-17 5 765,-14 2-780,22 13 1,2 4 7,-13 4-16,17 3 0,4 3-111,5 11-130,1 10-744,18 1-1564,22-1-2339,9-19 1,2-3 3869,11 5 0,7-6 1,-35-15-1</inkml:trace>
  <inkml:trace contextRef="#ctx0" brushRef="#br0" timeOffset="31383">7796 7330 13807,'-38'-33'894,"1"1"0,-1 0 1,1 0-1,-9-4 1,-1 3-1,-1 9-586,-2 12 0,-2 8 0,3 3-1481,-6 2 1,1 5 1323,9 2 0,-2 3 0,2 4-61,1 8 0,2 4 0,1 0-74,-12 4 1,2 6-3,16 1 0,-2 7 0,3 3 0,5-2-20,6 2 1,5-1 0,0 2-308,-5 8 1,-1 3 0,5 0 287,7-13 0,1 1 0,4 0 0,2 1-43,4 14 1,5 0-1,3 0-381,3-2 1,2 0-1,5-2 432,0-12 0,3-1 1,3-1-1,4-6 6,10-1 0,5-7 0,3-3-440,4-3 0,3-4 0,-1-2 456,-8-5 1,-1-3 0,3-2-12,5-3 0,4-3 1,0-3-1,-3-2 52,-2-3 1,-2-3 0,2-2 2,1-1 0,3 0 1,0-3-1,-4-3-109,4-9 0,-3-3 1,-5-1 109,-7 5 0,-4-1 1,0-4 29,2-8 0,-2-5 1,-4-1 128,-8 5 0,-4-1 0,-1-2-166,3-11 0,-2-2 0,-4-3-11,-6 7 0,-3-3 0,-2 0 0,-3 3-27,-4-7 1,-4 3 0,-4 0-45,-6-6 0,-6 1 0,-3 8-43,-6 5 1,-10 8-901,3 18 1,-7 2-1,-3 3 1,4 4 981,-15-1 0,1 4 0,12 0 0,0 1 0,6 3 0,-16 3 0</inkml:trace>
  <inkml:trace contextRef="#ctx0" brushRef="#br0" timeOffset="142094">9990 5706 9425,'3'-7'4917,"-2"2"-3443,-1 5 4065,0 0-4996,-1-20-257,0 15-202,-1-15 28,2 20 1036,0 0-638,-1-3-387,1 0-50,2-9-28,2-3-6,6-6 0,7-5-17,1 6-16,-1 2 22,2 3 17,-8 7 56,0-1 111,-4 4-100,-5 2-39,-2 3-34,-11 22-5,-8 11 8,-7 13 0,-2 5-759,6-14 1,0 0 730,-8 15 0,-3 3-541,11-20 1,0 1-1,-1 1 536,-3 3 1,0 2-1,-2 4-5,-2 3 0,-3 5 1,0 1-1,2-2-445,5-7 1,1-1 0,1 1 0,0 0 237,-2 6 0,0 2 0,3-1 0,2-5-314,5-5 0,3-4 0,2 1 517,3 8 0,2 1 0,2-8 0,1 5 0,4 15 0</inkml:trace>
  <inkml:trace contextRef="#ctx0" brushRef="#br0" timeOffset="142711">10164 5661 13037,'-3'-3'6537,"0"0"-2840,3 3-3552,-50-24 174,48 26 57,-26-12-74,72 38-196,-14-8 1,3 0-614,8 5 0,2 2 560,8 4 0,2 3-33,-13-8 1,1 0 0,0 2-10,3 3 0,1 0 0,1 2-686,2 2 1,1 2-1,0 0 659,-11-9 1,0 1 0,1 1 0,0-1-95,2 2 1,0-1 0,0 1 0,2-1-451,0 0 0,1 1 0,1-1 0,1 0 560,4 3 0,3 0 0,-1-1 0,-6-3 0,-6-4 0,-4-3 0,-1 0 0,15 7 0,1 1 0</inkml:trace>
  <inkml:trace contextRef="#ctx0" brushRef="#br0" timeOffset="143354">9462 7380 8220,'-4'0'9696,"1"0"-4448,3 0-4430,-58-48-348,43 27-361,-16-8 1,8-1 30,37 10-28,16-1-34,20 5-42,-17 9 1,3 3-268,6 2 0,2 3 239,1 4 1,1 5-346,-1 4 0,-2 5 331,-4 5 1,-4 6 10,-6 3 1,-5 5-6,-6 3 0,-6 3-101,-6 12 1,-5 0-49,-2-16 1,-2-2-717,-4 14 0,-1-3-4748,-1 7 5613,2-2 0,5-22 0,2-17 0</inkml:trace>
  <inkml:trace contextRef="#ctx0" brushRef="#br0" timeOffset="143560">9512 7788 23041,'6'-52'59,"-1"0"1,4 3 0,7 9-374,10 23 1,6 5-1591,4-3 1,2 2 1903,8 0 0,-2 2 0,7-3 0,-5 6 0</inkml:trace>
  <inkml:trace contextRef="#ctx0" brushRef="#br0" timeOffset="144210">9984 7239 12808,'-20'-52'2548,"0"0"1,-2 5-1,-4 7-1988,0 17 0,-3 5-865,-6 4 1,-3 5 550,-6 6 1,-1 5-34,-6 6 0,-1 6-48,-5 8 0,0 5-666,17-3 0,-1 2 0,2 3 564,-4 5 1,1 2 0,1 3-20,-1 5 1,0 1 0,2 3-17,10-9 0,1 1 0,0 1 0,1 1-297,2 0 1,1 1 0,1 1 0,3 1 275,-5 12 1,3 1-1,4 0-9,5-5 0,3 0 0,6-1-242,7-5 1,5-2-1,5-3 227,16 14 1,15-8-374,4-25 1,13-5-1,3-4 1,-5-1 387,-5-1 0,-4-2 0,5-3-6,6-2 0,4-3 0,2-2 1,-6-3 14,0-3 1,-4-4-1,0-2-13,0 0 1,0-2-1,2-1 24,-9 1 1,2-1-1,-1-1 1,-2-1-16,10-7 1,-3-1 0,-2-2-17,-8 0 0,-1-2 0,-4-2 76,-6 0 0,-3-2 0,-3-1-63,4-20 0,-7-2 14,-9-3 0,-8-1 585,-9-2 1,-7 0-583,-5 1 0,-7 3-3,-7 3 0,-7 4-3,-7 6 0,-6 7-2,11 16 1,-2 3-1,-3 4-9,-4 2 0,-2 3 0,-1 3-11,-3 2 0,-1 3 0,0 1-19,0 4 0,0 2 0,0 1-185,4 0 0,1 2 1,1 2-2690,3 3 1,1 2 0,3-1 2719,-1 2 1,6 0 0,-16 12-1,40-18 1</inkml:trace>
  <inkml:trace contextRef="#ctx0" brushRef="#br0" timeOffset="145143">11869 7120 19748,'-9'-52'1333,"0"-1"0,-1 5 0,0 10-1014,1 23-202,-7 7-83,4 13 28,-9 14-1,-3 14-25,5 2 1,0 4-20,3-2 0,1 2-909,0 12 1,3-1 894,4-16 0,5-1-156,10 12 1,7-3 140,22 7 15,-14-20 0,6-2 11,21-9 0,4-7 8,-11-5 1,0-3-18,8 1 1,2-2 8,-4-5 0,-2-3 19,-14 0 1,-1-3 13,7-5 1,-2-3 25,8-16 0,-15-10-51,-22 13 34,-15-8-28,-9 7-20,-5 10 1,-5 0-4,1 3 1,-3 2-270,-11-2 1,-1 2 271,0 2 1,1 3-6,7 2 0,-1 0 11,-8-3 0,-1 1-9,9 1 1,0 0 8,-14-7 0,1-1 8,-11-6 710,23 7 1,6 0-722,14 6 0,0-8-22,19 12 339,16-9-328,37-6 0,-21 10 0,1 0-205,3-1 1,2 2 206,5 0 1,1 4 0,1 4 0,1 3-6,-2 4 0,-1 3 4,3 5 1,-6 7-16,-17 6 0,-6 4-9,5 20-16,-20-13 0,-4 2-217,-12 24-665,-1-14 0,-2 2-911,1-10 1,0 0 1608,-2 7 0,2-3 0,1-4 1,5-8-1</inkml:trace>
  <inkml:trace contextRef="#ctx0" brushRef="#br0" timeOffset="145569">12404 6707 16560,'-42'-15'819,"-1"0"0,1 0 0,-1 3 0,0 0 0,0 4-408,-17 0 1,-1 6-1411,-1 5 1,-1 3 1140,20 1 0,1 1 0,1 2-45,0 3 0,2 3 0,0 3-24,-16 14 0,5 3-57,12-5 1,3 5 3,6 5 1,2 6 0,5-1-7,4 7 0,4 2-7,1-2 1,1 3-1,6-1-11,8-9 1,4-1-1,4-1 4,3-1 0,3 0 0,4-2-4,5-1 1,4-2-1,4-3-2,4-2 1,4-2-1,2-4-591,5-1 0,3-4 0,2-3 586,4-2 0,2-4 0,1-3 8,-13-3 0,1-2 0,0-1 0,-1-1 12,17-3 1,1-2-1,-4-2 2,-12 2 1,-2-2-1,1-3 67,13-8 1,1-4-1,-6-3-5,-3-5 0,-4-5 48,-5 3 0,2-4 1,-7-2 32,-3-14 0,-9-3-400,-6-5 1,-9-3 287,-9 17 1,-3-1 0,-4 0-26,-4-3 0,-3 0 0,-4 0-21,-3 0 0,-5 0 1,-3 3-5,-3 1 1,-4 2-1,-3 4-73,-4 3 1,-3 3 0,-3 6-483,-3 3 1,-4 6 0,-1 3 562,7 6 0,-3 3 0,1 2 0,4 1 0,-10-1 0,4 2 0,0 5 0,1-1 0</inkml:trace>
  <inkml:trace contextRef="#ctx0" brushRef="#br0" timeOffset="183362">1031 10520 23730,'5'-41'442,"1"-1"0,0 3 1,-3 13-398,-4 23 0,0 14 5,1 9-16,-3 18 5,-1 11-11,-4 11-252,1-19 0,0 0-504,-4 18-2052,4-17 1,-1-1 2779,1-1 0,1-5 0,3-18 0</inkml:trace>
  <inkml:trace contextRef="#ctx0" brushRef="#br0" timeOffset="183629">1500 10588 19316,'0'-4'3871,"0"1"-1861,0 3-1982,-9-20 0,7 29-6,-8-7-111,4 52-146,2-12-625,-2-9 0,1 0-8971,-1 11 9290,0-5 1,4-14 0,2-19 0</inkml:trace>
  <inkml:trace contextRef="#ctx0" brushRef="#br0" timeOffset="184003">1566 10123 23013,'-13'30'56,"0"-1"0,-4 22-67,24-20 33,3-9 12,2-8 100,-2-6 124,-2-7 11,-2-9-57,-2-6-38,-1-10 67,-2-12-168,-5 11 27,-3-9-38,-5 19-73,-5 0-34,-4 8-123,-4 9-582,-1 8-3417,3 9 4167,6 1 0,9-6 0,4-6 0</inkml:trace>
  <inkml:trace contextRef="#ctx0" brushRef="#br0" timeOffset="184361">1180 10057 23147,'-41'0'58,"1"-1"0,4 2 0,8 6-36,20 33-16,6-11 22,9 12 11,4-20 34,5 1 67,0-8 168,-3-7 39,-4-11-100,-1-8-57,-3-11-11,-1-7 28,-4-8-111,-4 10-24,-1 2-77,0 15-90,2 7-219,1 5-4783,12 15 5097,4-2 0,-1 4 0,-2-10 0</inkml:trace>
  <inkml:trace contextRef="#ctx0" brushRef="#br0" timeOffset="184652">1983 10759 21959,'-3'1'2258,"0"0"-1132,3-1-1087,55-10-22,-30 5 0,13-3 0,2 1-6,-1-1-314,2 0-319,-9 2-1052,-11 2 826,-9 2 0,-7 1 0,0 0 0</inkml:trace>
  <inkml:trace contextRef="#ctx0" brushRef="#br0" timeOffset="198364">3960 10151 18941,'-28'-39'1267,"0"0"1,4 3 0,2 11-1049,7 24-147,-6 12-27,-15 11-17,12-2 0,-2 4-288,-5 5 1,-1 3 264,-3 6 1,0 2-410,0 5 1,1 1 389,3 1 0,2 1-31,6-2 0,5 1-48,5-6 1,6 0-60,8-4 1,7-2-48,7-4 1,5-3-170,10-3 1,4-4-645,8-2 1,5-5 367,5-3 0,3-4 151,2-2 0,1-3 322,-2-3 0,-1-4 255,-5-2 0,-3-4 160,-7-2 0,-3-4 78,-6-1 1,-2-3 427,15-23-11,-9-2-39,-12 3 879,-8 6-817,-9 8-106,-11 10-348,-9 10 908,-17 16-981,-13 11-162,16-2 0,0 2-48,-1 2 0,1 1-31,2 1 1,4 1-46,-8 21 338,20-6-327,16-12-1760,24-12 1,6-5 1693,8-4 27,8-4 1,4-4-111,-21-3 1,0-4 224,7-2 1,-1-2 24,-7 0 1,-4-2 179,11-18 50,-21 0-11,-20 0 33,-14-1 3217,-13 1-3277,-11 1-51,-7 3-1,-8 4-178,16 12 529,-7 5-720,19 16-454,-3 8-2699,6 16 2473,8 0 0,8-13 0,5-12 0</inkml:trace>
  <inkml:trace contextRef="#ctx0" brushRef="#br0" timeOffset="199182">4807 10654 24508,'-3'-33'11,"0"0"1,-2-15-1,6 62-28,2 21 11,0 6-16,0 14 11,-1-10 5,-2-11 1,0-5 44,0-15 336,0-3-101,-1-12-229,0-6 45,-2-13 34,-1-6-7,-1-13 12,2-6-23,1-1 23,10-7-101,-3 20 0,13-4-11,6 19-17,-3 5-28,26 2 50,-13 16-33,15 6-6,-17 4-67,11 22-16,-16-7 16,7 20 11,-17-7 39,-9 0 40,-7-12 16,-5-5 129,0-16 96,-2-4-230,2-7 162,-4-19-123,3 4 78,-3-30-61,9 12-23,7-16-16,8 11-23,7 7 17,-1 9-17,6 6-16,-3 9-23,17 4-17,-5 11-101,8 11-212,-9 12-3835,-1 12 3437,-11-4-3922,-10-2 1,-2 0 4677,0 11 0,0 4 0,-9-30 0</inkml:trace>
  <inkml:trace contextRef="#ctx0" brushRef="#br0" timeOffset="199664">5729 10758 23248,'12'-47'853,"1"0"1,-2 5-1,-2 11-511,-6 21-320,0 10 12,2 12 16,8 33-44,-2-5-1,-3 0 1,-1 4-18,-4-7 1,-1 2-610,-3 13 0,-2 2 523,-2 3 0,-2 1 3,-1-1 0,-2-1 53,2-5 0,1-3 33,1-9 1,2-3 31,0 11 100,4-24-17,0-23-55,0-22 5,0-26-45,0 12 0,0-2 551,0 3 0,0-2-553,0-6 1,0-4-1,0 1-537,0-5 0,0 1 544,0 3 1,0-3 0,1 3 14,0-7 0,1 5 5,0 5 1,2 2-9,2-17-304,6 16 1,1 4 292,2 4-17,2 3 0,3 3-11,7 11-6,11 3 6,5 11-12,1 16-16,-1 15 11,-9 19 362,-22-16 0,-6 1-360,-8 4 1,-7 1-9,-7 1 1,-7-2-29,-8 0 1,-4-2-116,-4-3 0,-2-2-39,1-5 0,1-3-467,6-5 0,2-2-6302,-12-1 6985,21-13 0,13-1 0,9-3 0</inkml:trace>
  <inkml:trace contextRef="#ctx0" brushRef="#br0" timeOffset="200690">6329 10800 17904,'-4'3'5742,"1"-2"-3748,3-1-1921,26-71-17,-3 18-399,-9 15 0,1-5 0,0 1 368,1-7 0,-1 1-6,0-5 1,-3-2 8,0 1 0,-2 0 5,-2 5 1,-1 1 92,-3 1 0,-1 5 9,-1-9 402,-6 4-318,0 34-124,-3 3-84,3 7-22,-1 13 44,-1 13 801,1 6-826,-1 10 1,2 4-35,1-5 1,1 2-534,-1 20 1,1 3 463,3-7 0,3 1-71,1-1 1,3 0-84,3-4 0,4-2-79,3-7 0,2-3 143,-4-10 1,3-4-480,10 1 0,4-6-768,23-4 1303,0-3 84,2-28-66,-23-17 351,8-16-61,-23 21 1,-1-2 223,0-3 0,-2 0-72,4-9 402,-4 0-83,-14 28 665,-4 3-1147,-5 5 501,-3 8-641,-3 4 297,2 8-325,3 3 22,7 3-44,11-1-23,10-4 6,13-6 0,7-6 50,-1-12 28,-7-7 23,-14-13 10,-12-6 46,-15-4 50,-7 0-45,-8 6 0,-1 8 1,0 10-57,2 6-6,2 11-16,2 6-22,2 12-12,1 9-11,3 11 17,5 10-17,12 6-1724,9-22 0,4-2 1724,12 13-9,-1-19 1,5-3-351,17-3 365,-19-11 0,2-2-9,-2-3 0,1-4-84,-1-4 1,-1-4 89,1-3 0,-1-3 5,1-5 1,-2-4-1,0-3 0,-2-4-16,-1-5 0,-1-3-153,-1-6 0,-2-5 161,-5 3 0,-1-4 0,-1 3 994,1-4 0,-2 0-972,-2 2 0,-1-2 1,-3 3 13,-3 5 1,-3 2 56,0-7 0,-3 0-9,-2 8 0,-3 3 151,-7-20-2429,-4 16 2289,6 20 274,1 8-374,6 10 746,-3 10-713,-3 17-17,-3 27-22,5-15 0,1 5-7,0 8 0,3 5-20,6-7 1,3 3 0,0-3 1090,0 4 1,4-1-1127,3-5 0,3 1 1,2-5-91,3-5 1,0-3-121,5 8 0,0-2-274,-3-5 0,-2-2-317,-4-5 1,-1-1-2516,5 13 3389,-8-17 0,-7-14 0,-3-8 0</inkml:trace>
  <inkml:trace contextRef="#ctx0" brushRef="#br0" timeOffset="201198">7592 10519 25303,'35'-9'-657,"0"1"0,4 0 0,2 2-114,8 3 1,1 3-843,0-3 0,-1 0 1025,-5 0 0,-1-2 433,-8 0 1,-2-2 1040,14-6-102,-18-1 637,-13 1-93,-10 2-191,-8 3-236,-7 3 653,-11 5-983,-7 5-201,-4 4-174,1 5-112,5 5-78,12-5-6,9 8 11,18-5-39,15 4-39,20-1-1674,-8-12 0,1-2 1735,18 2 12,-17-6 0,-3-2-5,0-7 50,0-6 10,-14-7 12,-12-7 78,-11-11-89,-7 10 3418,-12-7-3402,-3 20 6,-7 2-28,-3 11 39,-9 22-78,12-3-11,-9 25-17,17-7-29,-2 15-164,12-16 0,5 1-239,4-2 1,4-2-671,6 31-495,4-33 1,4-1 1607,21 17 0,-12-13 0,-2-7 0</inkml:trace>
  <inkml:trace contextRef="#ctx0" brushRef="#br0" timeOffset="202183">10252 10457 20817,'17'-48'1490,"-1"0"0,-1 4 0,-4 14-1429,-10 27-50,-1 11 46,-1 1 33,-5 34-102,-2-1 35,-3 12-9,2-19 0,0-1 3,-4 13-23,4-14 0,0-1-5,-2 4 11,2-4 84,4-15 146,0-3 22,0-11-174,-3-17-44,0-3 39,-6-40-68,8-2-121,3 24 0,1-3 127,5-14 1,4 0-760,-2 18 1,0 0 764,2-6 0,1-1 5,0 8 0,0 4 17,1-2-27,7-7-24,3 20 18,11 7-12,0 6-2,2 7 0,4 3-6,0 7 0,1 1-125,-1-1 0,0 1 105,4 10 0,-6 3-66,-2 17 815,-16-14 1,-5 2-719,-7 1 0,-6 1 3,-8 0 0,-5-1 5,-6 0 1,-5-4-296,-4 0 0,-2-4 304,0-3 0,-1-3 70,-21 9-23,18-12 174,6-13 429,17-13-540,0-11 10,10-9-33,10-2 585,0 8-635,11 1-29,3 11-11,30 0 12,7 9-566,-17 5 0,1 2 540,-10 0 0,0 3-1535,15 8 1,-3 2 1509,-1 3-67,-6 5 0,-6 4 56,-16 10 11,-15 21 11,-34-10 11,7-24 1,-4-3-12,-6-1 0,-3-2-252,-2-3 1,-1-3 142,-1-3 0,1-2-168,4-3 0,1-3-546,-23-8-6648,21-10 7488,19-5 0,13 4 0,7 7 0</inkml:trace>
  <inkml:trace contextRef="#ctx0" brushRef="#br0" timeOffset="202398">11080 10394 25023,'-5'34'58,"1"0"0,-1-1 0,1-2-198,0 13-286,3-1-817,12-4-3893,9-6 5136,4-9 0,-6-12 0,-7-6 0</inkml:trace>
  <inkml:trace contextRef="#ctx0" brushRef="#br0" timeOffset="202575">11280 10162 24620,'-10'-41'444,"-1"0"1,1 4 0,3 10-944,6 20 191,1 9-986,6 13-5495,5 16 6789,3 7 0,-4-10 0,-4-11 0</inkml:trace>
  <inkml:trace contextRef="#ctx0" brushRef="#br0" timeOffset="204398">11586 10337 25909,'3'51'31,"0"0"1,-1-4 0,-1-3-32,-1 9 11,-5-8-5,-2-9 106,-1-13 173,2-11-5,2-13-128,2-14-35,1-15 6,13-32-100,-3 14-166,4 11 1,2 0 221,10-6-51,7-3-68,-2 14-10,1 14-40,4 9 40,-4 8-96,-1 6 1,2 5-186,20 11-330,-14-2 0,1 2 95,-5 1 0,-1 0-403,2 1 1,1 0-1038,11 3 1,-1-2 1223,-15-8 1,1-2-614,12 3 1,-2-3 458,4-5 1412,6-5 728,-11-14 527,-8-10 117,-6-13-168,-4-7-341,-4-8-330,-2-3-136,-3 1-5,-4 10-185,-4 11-335,-10 14 470,-10 10-756,-14 14 11,-13 8-51,-4 15-11,1 8-11,8 7-11,10 2 151,12 0-168,13-6 6,15-6-40,13-8 51,11-11 73,5-10 5,-2-16 50,-5-10 68,-7-13 39,-7-6 6,-7-3-1,-5 0 1,-5 3 0,-1 7-34,-2 9-68,-1 10-116,0 6-40,-3 7 56,-2 8-6,-3 11-28,-2 13-5,2 7 6,8 3-29,11-1-22,9-4 22,9-4 6,4-8 28,-3-7 6,-5-8 28,-5-7 16,-5-7-5,0-8-6,1-10-3414,6-18 3380,-6 10 18,6-16 22,-8 18 33,1-2 101,-4 9 45,-7 9-11,-3 5 3201,-2 4-3285,0 1-123,3 1-6,0 1 17,2 1 27,0 0 80,-3-2 45,-1 0-169,-2-7 0,0 4 0,-1-4 0,1 5 0,0 1 0,1-3 0,0 1 0,-1-4 0,0 3 0,0-3 0,0 0 0,-1-2 0,1-2 0,-1 2 0,0-4 0,-1 0 0,-3-6 0,0 3 0,-1-1 0,4 7 0,-1 0 0,3 3 0,-2-1 0,2 2 0,-1-1 0,0 4 0,0-1 0,1 2 0,-2-1 0,3 2 0,-2-1 0,5 6 0,1 1 0,8 6 0,8 0 0,2-3-3392,31 1 3392,-22-6 0,32 1-920,-13-11 920,-15 1-6,1-7 12,-21-15-6,-8 11 0,3-20 0,-9 17 2937,-1-1-2937,0 6 1375,-2 4-1375,0 6 0,0 1 0,1 3 0,0 10 0,0-2 0,-1 20 0,1 12 0,0-4 0,1 0 0,0 2-416,4 12 29,-1-14 1,2 0-801,9 18-639,4-7-1406,7-12-5909,7-11 9141,0-12 0,-10-7 0,-9-5 0</inkml:trace>
  <inkml:trace contextRef="#ctx0" brushRef="#br0" timeOffset="204757">13690 10434 19955,'6'-46'2175,"-1"0"0,1 0 0,-3 9-1537,-4 25-374,-1-1-203,0 12-61,0 6 51,-2 26-46,1-8 1,-1 32-12,15 1-61,8 0 19,-1-24 1,3-4-4,13 5-2,-3-15 0,3-4 31,14-3 30,-13-4 0,1-3 76,17-15 12,-5-13-40,-14-2 44,-13 0 1,-2-3 123,6-15-37,-9 14 1,-1 1 244,2-9-403,-8 15-29,-5 12 0,-4 11 0,-7 29 0,0-5 0,-6 20 0,-3 5 0,3-8 0,-1 2-617,0 0 1,-2 4 0,1 1 602,-1 2 1,1-1 0,0 3-1127,-1 7 1,-1 2-1,2 1-749,4-10 0,0 1 0,2 0 1,0-1 1656,1-3 1,1 0 0,1-1 0,0-4-1,-1 20 1,2-8 0,4-23 0,-1 0-1</inkml:trace>
  <inkml:trace contextRef="#ctx0" brushRef="#br0" timeOffset="205241">15945 9868 19692,'1'-54'1520,"0"-1"0,0 12 0,-3 7-1201,-5 9 391,-1 29-558,0 21-29,-2 27-87,3-11 1,1 5-894,-1 11 1,1 4 850,2-14 1,0 2-1,1 1-54,0 3 1,0 1-1,1 1-191,0 1 1,1 1 0,0 0-506,1 0 0,0 1 0,1-1-1227,1 0 0,1-1 1,0-1 1662,1-7 0,-1-2 0,1-3 0,1 1 0,0-5 0,2 2 0</inkml:trace>
  <inkml:trace contextRef="#ctx0" brushRef="#br0" timeOffset="206598">15558 10402 24150,'-3'-42'28,"-1"-1"0,12 4 0,10 7-84,30 19 0,10 9-972,4-4 1,2 2 975,-20 1 0,0 2 0,-1-1-136,18 0 0,-2 1-112,-8 0 1,-4 0 297,-9 1 0,-3 1-341,9-2 584,-23-2-213,-19-2 212,-13-4 260,-6-2 1061,-2 0-1018,2 2 28,6 3 6,4 3-68,5 1-245,1 1-152,5 2-67,7 2-39,13 5 5,12 8-22,11 11-3,-20-8 0,1 2-26,6 9 1,-1 2-338,10 12 329,-17-10 1,-6 1 25,-11 9 27,-16 5 35,-21-11 38,-21-14 6,-9-12 84,-1-18 62,10-9-12,13-14-61,18-6-79,15-2-11,19 1-50,14 3-34,17 7-3,-17 16 1,1 2-66,4 1 0,0 2-11,3 1 1,1 1-67,-1 1 0,1 1-116,-1 0 1,0 1-225,-3-1 1,0 0-1033,27-3-228,-11-3 676,-8-1 722,-8-2 560,-7-2 302,-6 0 270,-8 1 618,-6 1-316,-7 2 25,-8 2-406,-5 4-184,-6 2-192,0 7-139,1 3-51,3 7-28,6 6-39,5 3-50,10 4-17,8-1 5,11-2-16,8-4 22,6-6 11,4-7 6,-2-12 16,-5-9 29,-10-13 11,-9-9-23,-8-5 34,-7-2 39,-6 2-5,-5 6 16,-8 8 18,-8 10-35,-9 8-10,-6 11-7,-3 8-44,1 13-44,4 8-18,5 10-11,8 6-56,10 2-89,13 0-124,17 0-234,19-2 111,-9-24 0,4-3-510,5-1 1,2-3 125,5-3 1,1-2-284,2-4 1,1-2-334,-1-5 1,0-2 175,-2-4 1,-2-2 683,-3-4 0,-2-2 583,-4-3 0,-3-2 632,18-24 353,-25 12 1,-3-1-102,6-14 60,-11 13 0,-3 0 842,-2-7-358,-1-7-337,-9 7-262,-5 8-247,-4 9 370,-3 8-667,-2 10-258,4 6 29,-3 12-17,4 9-40,0 10-16,3 6-11,9 1-12,10-1 6,13-5 17,11-10 17,5-10-18,1-12 52,4-19-35,-16 1 57,2-22-6,-21 5 17,-1-11 33,-11 1 51,-16 0-96,-7 17-44,-6 5 28,-8 17-28,3 12-6,-8 9-17,3 13-22,7 9-33,9 5-29,11 7-83,16 2-135,20 2 30,-3-27 1,5-1-603,17 4 1,3-2 29,-11-8 0,0-3-1323,19 6 0,3-4 1501,-12-9 1,-4-4 0,18 7-1,-7-6 1</inkml:trace>
  <inkml:trace contextRef="#ctx0" brushRef="#br0" timeOffset="206984">18767 10152 19501,'17'-58'1816,"1"0"1,-3 10 0,-4 6-1156,-5 9-420,-7 18 56,-6 5-129,-6 7-23,-10 8 40,-14 17-112,3 6-40,1 6 7,12 3-35,14-6-44,4 8-17,22 0 45,-1-15 0,20-2 11,-8-18 28,7-7 5,-3-10 68,-3-30-67,-15 14 10,-6-25 7,-13 30-6,-7-11-1,-6 10-32,-7 6-29,4 7-118,-3 21-55,12 3-432,-6 19-1965,6 20-5244,0 8 7385,6-26 0,1-1 0,0 3 0,1-16 0</inkml:trace>
  <inkml:trace contextRef="#ctx0" brushRef="#br0" timeOffset="207248">18982 10487 19244,'4'2'5802,"-2"-1"-4872,-2-1-454,-65-2-342,40 3-36,-17 1 0,3 4-19,26 5 22,1 8-40,20-1-16,9-1-17,4-5 6,11 0 22,-2-6 50,13-1 23,-11-7 11,-3-5-62,-17-6-67,-11-4-83,-6 3-1849,-31-4 1921,-13 11 0,9 0 0,5 6 0</inkml:trace>
  <inkml:trace contextRef="#ctx0" brushRef="#br0" timeOffset="208706">2746 11629 7442,'-49'-4'974,"0"0"1,0 0-1,-18-2 1,14 1 482,33 5-416,10-1-593,4 1 964,31 5-1059,-1-2 30,16 4 1,7 1-222,-7-2 1,2 0-557,0 0 1,4 1 0,1-2 456,0 0 1,0 0 0,2-1-901,6 0 0,1 0 1,-1-1 877,-8-1 0,-1 1 0,4-1 44,-1-1 0,6 0 0,1-1 0,-1 0 0,-5 1-29,1-1 0,-4 0 0,8 0 23,-7-1 0,8 0 1,4 0-1,2-1 1,0 0-1,-5 1 0,-6-1-27,1 0 0,-7 1 0,1-1 0,7 0 36,-2 0 1,7-1 0,4 0 0,4 0 0,0 0 0,-1 0 0,-2 0 0,-5 1-348,-1-1 1,-3 1 0,-2 0 0,1 0 0,1 0 0,3-1 306,1 1 0,2-1 0,3 1 1,1-1-1,0 0 0,0 0 1,-1 1-1,-1-1-193,2 1 0,-1-1 0,-1 1 0,0 0 0,0 0 0,0-1 1,1 1 179,-6 0 0,1 0 0,-1 0 0,1-1 0,0 1 0,0 0 0,0 0 0,0 0-95,1 0 0,1 0 0,0 0 1,0 0-1,0 0 0,1 0 1,-1 0-1,1 0 65,1 0 1,1 0-1,1 0 1,-1 0 0,0 0-1,0 0 1,-2 0 0,-2 0-12,0 0 1,-4 0-1,-1 1 1,1-1-1,0 0 1,2 0-1,3 1 13,-3-1 0,2 0 1,2 1-1,2-1 0,1 0 1,0 0-1,0 1 0,-2-1 1,-1 0-1,-3 1-1,0-1 0,-1 1 1,-3-1-1,0 1 0,0-1 1,1 1-1,2-1 1,3 0 0,-5 1 0,4-1 0,1 1 0,1-1 0,1 0 0,1 1 0,0-1 1,-1 0-1,0 1 0,-1-1 0,-2 0-3,6 0 0,-1 1 1,-1-1-1,-1 0 1,1 0-1,-1 0 0,0 0 1,0 1-1,1-1-2,-5 0 1,1 0 0,-1 0 0,2 0 0,-1 0 0,-1 1 0,0-1-1,0 0 1,-2 0 0,0 0-1,3 0 0,-2 0 0,-2 0 0,0 0 0,0 1 1,2-1-1,1-1 0,3 1 6,-2 0 0,2 0 0,2-1 0,2 1 0,0-1 1,2 1-1,-1-1 0,-1 0 0,-1 1 0,-2-1 1,-3 1 12,7-1 0,-4 1 0,-1-1 0,-2 1 0,1-1 0,0 1 0,3-1 0,3 0 0,-10 1 0,2 0 0,2-1 0,1 1 0,1-1 0,1 1 0,0-1 0,-1 0 0,0 1 0,-1 0 0,-1-1 0,-1 1 11,2 0 1,-1-1-1,-1 1 1,0 0-1,-1-1 1,0 1-1,-1 0 1,1 0-1,-1 0 1,2 0-3,-2 0 0,1 0 0,0 0 1,0 0-1,-1 0 0,1 1 1,0-1-1,-1 0 0,0 1 0,1-1-6,4 0 1,1 1 0,-1-1 0,1 0 0,-1 1 0,0-1 0,0 1 0,0 0 0,0 0-13,-1-1 1,-1 1-1,1 0 1,-1 0-1,1 1 1,-1-1-1,0 0 1,0 0-1,-1 1-9,-1-1 1,0 0 0,0 1 0,0-1 0,-1 1 0,0 0-1,1-1 1,-1 1 0,-1 0-4,6 0 1,0 0 0,0 0 0,-1 0-1,0 0 1,0 1 0,0-1 0,-1 1 12,-2-1 1,0 1 0,0-1 0,-1 1 0,0-1 0,0 1 0,0 0 0,-1 0-66,6 0 1,-1 1 0,0-1 0,-1 1 0,1-1-1,-2 1 1,1 0-131,-4-1 0,0 1 1,-1 0-1,0 0 1,0 0-1,-1 0 0,0 0 182,9 1 0,1-1 0,-1 1 0,-1 0 0,-4-1 0,-4 0 0,-1 1 0,-4-1 0,-4 0 0,1 0 0,5 1 0,0-1 0,-1 0 0</inkml:trace>
  <inkml:trace contextRef="#ctx0" brushRef="#br0" timeOffset="223924">21935 10775 15732,'14'-50'1674,"-1"0"1,-1 5-1,-2 8-862,-3 12-352,-3 12-416,-3 7-72,-1 8 152,0 11 22,-3 13-68,-5 18-44,-6 18-460,4-25 1,-2 1 433,0 4 1,-1 0 2,-1 0 0,0-1 11,1-3 1,-1-2-4,3-4 0,0-4 300,-7 13 936,8-23-1149,4-17-56,3-16 46,2-20-24,1-13-38,1 13 0,2-2 81,-1-3 1,2-1-80,2-2 1,2-1-12,-1 2 0,2 1 14,1 2 0,2 1 9,0 5 0,1 1 60,17-23-80,3 13-5,2 11 5,1 13-12,2 11-16,2 14 6,5 13-17,5 17 28,-23-13 1,-1 2-58,1 3 1,-2 2-51,-1 2 1,-2 1-155,-3 2 1,-2 1-362,-3-1 0,-2 2-4311,-3 5 1,-3-2 4635,2 17 1,-6-12 0,-2-30-1</inkml:trace>
  <inkml:trace contextRef="#ctx0" brushRef="#br0" timeOffset="224139">21937 10853 14818,'-3'-5'5797,"0"0"-4026,3 5-1542,0-66-206,20 42-49,-14-12 1,4 2-294,43 20-678,3 6-851,-16 3 0,2 1 1848,8 1 0,-2 1 0,7-1 0,-6 3 0</inkml:trace>
  <inkml:trace contextRef="#ctx0" brushRef="#br0" timeOffset="224749">22570 11005 23612,'37'-31'75,"1"0"0,-1-1 0,3-6 0,0-2 0,-6 3-915,-7 4 0,-3 0 860,9-20 0,-3-2 5,-13 16 0,-2-1 11,4-17 1,-2 0-12,-7 19 0,-1 1 59,-1-7 0,-4 4 694,-10 2-403,-8-3 1,1 19-214,-6 8-106,10 12-39,-3 15-2451,-9 34 2446,6-2-5,3-7 1,-1 7-1,2-5-120,3-7 1,0 1 112,-1 8 0,-1 5 0,3-4-6,2 0 1,3-2-1,1 8 1,4 0-29,7-1 0,5-3 31,1-12 0,3-3-3,1-3 1,3-5-12,35 2-301,1-18 318,-20-8 0,2-5 8,12-10 0,0-7-8,-7-2 0,-2-5 618,-10 4 1,-1-3 0,-2 0-614,-2-3 1,-3-1 0,3-15 0,-3-3-168,-7 7 0,-1-3 179,-2 1 0,1-3 0,-2 2 2,2-11 1,-3 1 58,0-4 1,-3 5 33,-6-2 112,-12 9 33,-8 24-61,-8 4 327,-3 13-422,-10 31-56,11-1-9,5 9 1,2 5-26,4-1 0,1 2 509,-3 12 1,2 6-529,4-7 1,1 2-1,1-2-132,1 3 1,1-1 79,3-4 0,0 2 0,4-4-203,6-2 0,2-3-817,4 8 1,4-1-1755,5-4 0,2-4 2834,-1-6 0,-1-5 0,2 1 0,-16-19 0</inkml:trace>
  <inkml:trace contextRef="#ctx0" brushRef="#br0" timeOffset="227606">25423 10596 20352,'16'-54'1025,"1"0"0,-3 6 0,0 9-588,-2 15-398,-5 13 45,-2 9 68,-4 12 60,0 15-32,-5 19-113,-4-6 0,-3 4-42,0-2 0,-3-1-297,-1 2 0,-1-1 283,-2-1 1,0-1 10,-8 16-37,11-25 1,1-1 154,-4 10 449,8-18-404,6-17-34,8-17-73,7-19-30,6 0 0,2-4-48,0 2 0,2-2-832,7-8 1,1 1 848,-9 15 0,1 2-3,4-3 0,1 3-1287,-1 5 0,-1 3 1262,15-13-17,11 6 28,-30 29-22,8 10 5,-13 5 1473,6 14-1529,-1 0-190,19 18-45,2-6 1590,-13-19 1,0-3-1502,13 6-262,13-5 55,-11-15 6,18-9 364,-16-13 79,2-16 21,-22 3 68,2-14-22,-8 5 140,10-18 22,-8 13-68,-1 6 214,-11 19 266,-6 12-608,-6 6-34,-10 13 23,-19 22-11,-1 4-214,13-13 0,3-1 164,-1 8-46,17 12 34,14-19 28,15 9-17,11-17 6,10-10 5,-7-5 18,13-12 44,-4-14-40,-10 1 37,-14-4 1,-6-3 69,-8-10-61,1-8 84,-20 0 5,-9 11 11,-21-13-78,-4 17-303,-9 7 225,16 16-29,-3 14-27,12 8-157,-7 21-242,13 2 74,5 1-2067,21 10 739,3-22-3213,13 0 1,2-2 2838,0-6 0,12 4 1,-29-20-1</inkml:trace>
  <inkml:trace contextRef="#ctx0" brushRef="#br0" timeOffset="228640">27063 10560 11698,'4'-6'7484,"-1"1"-4319,-3 5-1004,0 0-1830,-57-36-225,29 36-28,-13-11 1,-2 7-54,17 22 0,3 9-28,1-4 1,1 2-4,2 4 0,3 0-22,4 16-11,16-6 39,15-10 34,16-10-1,14-12-5,8-15 23,2-16-420,-30 5 0,-2-2 408,13-17 76,-10-11 0,-4-3-70,-2-3-15,-9 15 0,1-6 0,-3 2 6,-1 1 0,-2 2-657,3-13 1,0 2 667,-3 11 1,0 3 61,1-3 0,0 3 339,1-16-156,-1 9-108,-6 14-111,-5 23 609,-1 6-676,-8 19 1510,-6 12-1516,3 0 0,-1 3-17,0 7 0,-1 2-435,1 8 1,0 1 364,3 3 0,3 0 25,0-12 1,3 0-172,10 12 1,6-3-160,16 6 145,-4-18 1,4-4-29,-2-14 1,2-5-336,25 4-141,5-20 594,-12-16 141,-4-6 32,-5-14 102,-9 2 100,4-9 124,-7 3 162,-9 10 17,-8 10-201,-8 10 684,-9 8-786,-6 8-78,-9 6-101,0 8-11,4 4 17,8 3-45,19 5 0,4-9 0,24 4-45,2-17 45,23-3 6,-18-8 0,11-13-1,-27-8 40,2-12 5,-12 2 29,-7-27 10,-7 19 68,-4-13-17,-5 24 11,-6 13-27,-5 10-40,-5 11-23,-6 12-27,-3 13 33,1 11-61,6 8-29,9 2 1,9 0-40,15-3 23,11-6-11,18-4-29,13-7 54,-19-18 0,1-2-6,2-3 0,0-2 25,1-2 1,-1-4-99,-1-3 0,-1-4 90,-2-3 0,-1-3 22,-2-5 1,-1-2-7,-2-5 1,-1-2 17,-1-2 0,-2-2 36,-1-1 0,-1 0 16,-2 2 1,-1 1 95,9-22 84,-8 12 73,-7 12-6,-5 12-84,-3 7-156,-1 5-102,0 6 35,1 7 235,4 13-230,5 16-6,3 1-23,4-1 1,2 2-23,-2-12 1,1 1-399,8 14 1,2 0 182,-4-9 0,-2 0-322,-4 0 0,-5 0-2012,-10 1 1,-6-1 2582,-20 24 0,-1-22 0,2-16 0</inkml:trace>
  <inkml:trace contextRef="#ctx0" brushRef="#br0" timeOffset="230357">2741 13210 12724,'13'-46'1848,"0"0"0,1 0 1,4-16-1,-3 7-672,-7 12-201,-1 4-107,-1-2-173,-3 15-359,-2 12-230,-4 12-44,-4 15-12,-6 14-16,-5 20-32,7-16 1,1 2-3,-1 3 0,2 2-164,1 1 0,1 0 130,3-2 0,3-1-33,10 26 6,13-14 21,13-18 96,15-18-28,-16-13 23,10-21 22,-20-9 13,-8 3 1,-1-2-14,5-12 11,-10 10 0,-1 0 90,-3-10-18,-1-8 35,-3 7 39,-2 14-96,-2 13-100,-2 13-6,-3 17 306,-2 14-323,-3 15-16,3 9 5,4-1-11,8-5-6,8-9 22,10-9 7,5-11 38,1-11 34,0-14 6,-3-11-6,-1-14 33,1-14-78,-10 13 17,3-12-22,-10 13-17,-1 6-12,-2-2-55,-3 17-185,0 1-2028,-1 5-62,2 3 2325,4 1 0,-3 1 0,3 0 0</inkml:trace>
  <inkml:trace contextRef="#ctx0" brushRef="#br0" timeOffset="230640">3618 12935 26586,'-15'-43'0,"5"20"-123,11 68-202,1 5-33,-1 5-1412,1 3-5523,3-12 7293,1 1 0,0-19 0,-2-14 0</inkml:trace>
  <inkml:trace contextRef="#ctx0" brushRef="#br0" timeOffset="230823">3807 12730 23506,'-24'-32'-9831,"8"17"7373,27 41 0,-2-5 1,-7-15-1</inkml:trace>
  <inkml:trace contextRef="#ctx0" brushRef="#br0" timeOffset="231382">3980 13323 25901,'20'-38'30,"0"0"0,0-1 1,1-1-1,0-2 1,-3 5-6,-2 2 0,-2 1 0,7-24 0,-3-3 6,-3 8 0,-3 0-1428,-1-7 0,-3 4 1425,-4 21 0,-2 3 1050,-5-26-938,-8 23 443,-3 8-605,-5 10 157,1 20-112,-1 13-1,-1 15 28,-1 18-39,12-18 1,0 3 502,1 6 0,1 2-525,2 5 0,2 2-17,3 3 0,3-1 8,0-11 1,4 0-43,14 12 0,7-3 26,-3-21 0,2-2 8,14 9 0,4-4 11,-4-15 0,1-6 8,0-3 1,0-5 8,-9-2 0,-1-5 5,14-11 1,-3-7 8,-15 1 0,-1-5 6,11-12 0,-2-6 5,-12 0 0,-4-4-1058,-2-7 0,-4 0 1050,-4 10 0,-1-2 22,-2 2 0,-1-4 0,-2 4-530,0 0 0,-2 2 597,2-16 1,-3 2-5,-4 23 1,-3 4 189,-9-13-180,0 20 522,-5 12-606,9 17 1908,-6 17-1914,0 26-14,7-10 1,1 4 153,-2 13 1,2 1-188,1-6 0,1 1-41,3-7 1,0 3 0,3 0-352,4 0 1,2 1 0,3-2-688,2 1 1,2-1 0,2 0 688,2 0 1,2-1 0,0-6-1,1-9 1,0-5 0,6 3-1</inkml:trace>
  <inkml:trace contextRef="#ctx0" brushRef="#br0" timeOffset="232733">6845 13074 20380,'2'-45'1068,"0"0"1,0 1-1,0-18 1,-1 2-663,-4 11 0,0 2-140,0 7 0,-1 3 126,-2-23-112,3 20-162,2 17-107,1 14 17,3 11-11,4 14-6,6 17 6,2 23-9,-9-18 1,-2 3-556,-3 7 1,-2 2 543,-3 5 0,-3 0 11,-2 1 1,0-2-18,0-3 1,1-2-12,1-8 1,2-2-9,0 21 17,7-21 11,1-15 22,6-14-5,7-16 17,10-17-23,10-15-3,-15 13 1,1-1 368,1-1 0,1 0-386,-1 1 1,1 1 14,20-18-12,-5 12 12,-8 14-17,-7 13-28,-3 13 5,0 11-28,5 11-83,3 8-85,6 5-195,4 1-285,8-3 310,-20-23 0,1-2 80,1-2 1,1-3 0,28 3 170,-5-13 261,-7-14 100,-8-11 96,-6-13 68,-8-7 27,-5-2 56,-7 1 34,-6 6-28,-3 8-112,-6 8 192,-3 10-478,-6 6 64,-5 9-142,-7 10-6,-1 10-22,0 9 5,7 5-50,7 3-62,10-2 62,6-11-117,18 0 190,-1-17 72,11-2-10,-9-19 117,1-19-96,-11 3 85,-1-18 50,-10 12-44,-1-7 134,-2 0-169,0 16 80,0 2-102,0 18-179,-1 1 23,1 11 39,0 6-51,5 14-173,4 9-208,9 4-475,7 2-1132,9 0-1507,7-3-1075,5-8 739,2-12 2935,-4-12 3042,-6-19 1529,-9-11-163,-6-11-1142,-6-5-869,-3-4-408,1-1-258,1-1-168,2 4-118,-4 10-185,-4 11-229,-5 11-95,-3 11 16,4 12 12,3 12-12,5 13-5,3 5-11,1-1-12,0-7 17,-1-8 12,-5-11 55,-3-9 23,-2-12-17,2-11 11,2-11-5,0-10-29,-1-4-33,-1 2-28,-2 4-280,5 3 56,-3 14-756,13 1-1204,4 13-3636,16 1 5848,-1 4 0,-14-1 0,-11 1 0</inkml:trace>
  <inkml:trace contextRef="#ctx0" brushRef="#br0" timeOffset="233116">8900 13124 26452,'-9'9'420,"8"-1"-274,15-8-74,11-1 1,5-5 28,6-9-56,-12 1 56,1-12 33,-15 4 23,-2-7 11,-6 1 95,-12 1-185,1 12 6,-16 3 6,1 12 28,-8 8-23,-5 10-21,-6 19-74,12 2 0,5 1 0,17 1-52,18-7-306,18 9-2691,7-19 1,5-3 815,-10-5 1,1-2 2232,17 3 0,-4-4 0,-14-5 0,0-3 0</inkml:trace>
  <inkml:trace contextRef="#ctx0" brushRef="#br0" timeOffset="235962">11356 12995 18694,'0'-3'4801,"0"0"-4213,0 3-611,1-20-16,-1 15 39,0-12 62,0 23 61,-2 5 11,-6 7-16,-12 5 39,-11 3 83,-8-5 108,-2-7 33,8-11-39,11-12-146,11-12-96,12-30-72,6 13-20,1 5 1,4 2-14,11-4 21,6-1-27,-3 16-45,-4 13 28,-1 16 6,0 15-51,1 17-39,-3 14 45,-12-23 0,-3 2-560,-4 2 1,-6 2 589,-6 3 1,-6 2-18,-10 4 1,-6-1 36,6-12 0,-2-1 1,-3 0-424,-1 0 0,-3-1 0,1-1 479,0-4 0,0-1 0,1-3 76,-11 3 0,1-6 53,6-12 0,4-5-95,-5-9 39,10-20-45,25 2-67,13-8 5,20-2-16,-1 16 0,5 3 317,10-1 0,3 4-354,9 1 0,2 3-177,4 2 1,1 2-432,1 5 1,-1 2-3073,-3 3 1,-2 2 3727,-9 1 0,-4 1 0,9 4 0,-26-5 0</inkml:trace>
  <inkml:trace contextRef="#ctx0" brushRef="#br0" timeOffset="236985">13039 13352 17154,'18'-39'1309,"0"0"1,0 0-1,5-14 1,-5 4-235,-11-1 133,-6 11-653,-7 13-222,-5 11-300,-10 10 70,-12 16-86,-13 13-14,19-4 0,-1 3-252,-1 4 1,0 2 209,1 3 0,2 3-31,1 2 0,2 1-51,3 1 1,3 1-38,4-2 1,4 0-149,5-4 1,4-1-216,19 23-27,21-16 270,-10-26 1,5-6-178,6-5 1,4-6 350,5-6 1,2-6-506,6-7 0,-1-4 611,-17 4 0,0-1 0,-1-3-239,1-2 0,-1-1 0,-1-3 261,-2 0 0,0-1 1,-2-3 32,4-9 1,-1-2 0,-4 1-11,2-1 1,-3 0 66,-5 4 0,-1-2 0,-4 3 110,-3 4 0,-2 1 17,2-6 0,-3 1 92,-3 7 0,-3 2 400,1-16-581,-5 23 289,-5 13-632,-2 13 1161,-2 11-942,-4 16 1619,-8 26-1639,0-1 1,-2 3-645,4-13 0,0 0 628,-3 3 1,-1 4 0,0-4-7,-1 2 0,1-1 5,-4 10 1,1-1-1,4-9 1,2-3-9,4-7 0,3-4 12,1 2 50,7-13 100,16-31-122,0-2 16,26-25 34,-18 12 0,0 0-23,17-16 525,-14 12 1,-2 2-481,1 0-45,1 2-61,-10 11-17,-5 11 34,-5 6-6,7 10 5,0 8 223,5 9-222,2 5 5,8 5-5,-7-15-29,17 2 18,-8-20 27,11-2-11,-2-13-3352,4-17 3380,-18 2 67,5-16 152,-15 7-124,-3 7 191,-2 0-67,-9 19-185,0 1-90,-3 6 3386,0 4-3346,0 7-1,0 9-55,0 12-208,4 0-442,5 6-6,1-13-2515,8 4 3204,0-7 0,-5-7 0,-2-5 0</inkml:trace>
  <inkml:trace contextRef="#ctx0" brushRef="#br0" timeOffset="237161">14559 12842 23271,'-20'8'-2458,"2"-6"0,26 19 1,-6-14-1</inkml:trace>
  <inkml:trace contextRef="#ctx0" brushRef="#br0" timeOffset="238177">14717 13525 26939,'46'-43'33,"-1"1"1,-13 11 0,0 0 0,-4 0-37,3-9 0,-5 1-450,-2 6 1,-1-3 465,1-7 0,-1-6 0,-2 4-1170,-5 2 0,-2 1 1165,5-10 0,-2 0 34,-7 12 0,-3 3 877,-5-13-723,-7 6-140,-2 17-67,-2 17 319,-1 14-319,2 3 2177,-11 18-2177,-2 16-6,7-10 0,0 4-640,-2 18 0,1 3 589,5-7 1,2 1-62,1 9 1,4-1-66,8-14 1,5-3-84,3-2 0,4-2-130,4-4 1,4-3-483,2-3 0,3-3-92,3-5 1,0-3-117,21 4 246,-20-14 0,1-4 537,1-9 0,0-4 644,-1 0 1,0-3 313,3-7 0,-3-3 70,-11 1 0,-5 0-52,9-15 502,-6-5-133,-12 13 140,-2-2-886,-6 13 1341,-8 6-1581,-3 11 515,-10 6-555,-7 10-16,-18 22 6,11-6-150,7-3 1,0 2 143,-4 12-6,-2 12-33,13 1 44,10-19-5,14 0 22,7-23 12,13-4-12,11-16 0,-3-5 14,-1-8 0,0-5 3,-9 3 0,-1-2-234,11-14 1,-1-4 225,-6 0 0,-4 0-4,-4 8 1,-2-3 56,0-3 0,0-3 0,-3 4 47,-3 7 0,-2 1 9,6-17 0,-3 4-6,-6 14 68,-5 13-124,0 13-84,0 2-84,-3 8 101,-3 15 17,-9 22-17,4-10 0,-1 2-432,-3 7 0,-1 0 429,3-7 0,-1 0-8,-1 7 0,2 0 216,6-3 0,4-1-219,2-1 0,4-1 3,3 0 0,7-5-6,26 3 0,10-17 23,-5-12 2,-14-9 1,2-4-7,4-10 1,1-5 5,0-3 1,1-3-709,7-12 1,-4-1 704,-14 11 1,-2-1 11,-2-2 0,1-3 0,-3 3-248,-1 0 1,0 1 325,5-13 0,-2 1 828,-3-7-737,-11 20 11,-8 15-197,-3 11 1459,0 4-1459,-1 7 740,1 13-740,-1 19 0,1 22 0,1-1-320,4-9 0,3 1 320,0-15 0,4 0 0,9 23 0,3-1-7,-8-24 1,2-2-299,6 8 0,-3-1-1185,-8 6-7186,-22 7 8676,-16-13 0,0-15 0,6-12 0</inkml:trace>
  <inkml:trace contextRef="#ctx0" brushRef="#br0" timeOffset="238956">15831 12835 16695,'1'-51'1869,"1"0"0,-1 4 0,2 6-788,2 1-230,1 3-140,-1 4-117,-1 6-123,-1 8-186,-2 9-251,-1 6-152,0 7 68,-2 11 78,-3 18-14,-2 1 0,0 4-37,-4 20-418,2-11 0,0 2-159,4-15 1,0 0-2700,-1 9 0,2 0 3299,0-7 0,2-3 0,0 1 0,2-22 0</inkml:trace>
  <inkml:trace contextRef="#ctx0" brushRef="#br0" timeOffset="240073">18971 12876 24105,'-3'26'235,"2"2"-201,2 1-12,2-7 90,10 7 84,0-14 107,12 2 33,4-12-67,7-11-23,3-11-100,-9-3 140,-2-17 89,-15-12-202,-3-5-95,-10 22 1,-3 0 95,-7-14-23,-7 11-89,3 14 38,-5 9-100,4 10-22,-11 11 22,-3 12-17,-5 16-28,2 10-298,5 10 289,17-25 1,2 0-67,2 1 0,3 1-116,4 0 1,3-1-73,7 19-353,14-16 0,7-4 0,-1-11 0,3-4-726,17 8 0,4-4 516,-3-9 0,1-7 232,-2-4 1,0-5 33,-2-3 0,-4-3 605,-11 1 0,-1-4 215,5-10 1,-3-3 568,4-14-260,-14 10 0,-2-2 607,6-22 1,-7 3 10,-5 9-184,-6 13 541,-6 14-1387,-7 10 695,-8 15-779,-11 12-11,-12 16-20,12-15 0,-1 1 45,0 2 1,-1-1-102,2 0 0,-1-1-170,-16 20-114,1-5 175,10-13-39,-10-4 269,16-21 72,-7-12 62,14-20 28,6-15 40,4-7 5,9-2-40,5 6-145,3 15 45,9 5 213,-3 19-331,22 8-17,-13 10-5,24 19 5,-23-6-33,11 9-216,-14-7 1,0 1-923,19 19-3604,-3-7 0,0-1 4781,-14-13 0,-2-3 0,20 15 0,-27-24 0</inkml:trace>
  <inkml:trace contextRef="#ctx0" brushRef="#br0" timeOffset="241123">20495 12937 17624,'0'-6'5255,"0"1"-2791,0 5-2352,-71-47-78,39 48-20,-12-16 0,0 7 3,13 54-48,16-17 0,1 1-292,1 2 1,2 1 73,2 1 0,2 1-185,0-1 0,6 2-636,9 5 0,4-1-22,8 14-379,9-21 1,6-5-135,-3-15 1,3-4 233,10 1 0,2-2 1262,-9-6 0,0-3 775,15-9 1,-1-6 649,-20 1 0,-2-3 326,11-6 0,-2-4-94,-14-1 1,-4 0-793,4-10 443,-9-10-298,-14 24-67,-6-1-414,-4 8 636,-5 8-983,-5 6-62,7 4-33,-4 6-1,8 5 35,2 5-35,6 3 12,11 1-6,8-1 12,9-5 33,5-7-23,0-7 51,-2-8 67,-4-14-78,-12 3 106,-5-13-39,-15 7-39,-5-5 6,-7 3-7,-6 5 12,-1 7-50,-1 6-34,3 7 0,1 10-6,-1 9 18,0 13-63,1 8-111,7 8-113,11 5-257,21 0-200,-1-25 1,4-2-95,9-1 0,4-4-306,6-1 1,3-4-351,12-3 0,1-5 1191,-17-3 0,-1-2 30,12-4 1,0-6 554,-15-7 0,-4-2 193,23-11 250,-23 3 0,-3-3 1173,-4-8-61,0-7-438,-11 10-498,-8 10-252,-4 10-297,-3 6-263,0 6 358,-2 4-476,-1 6 91,-3 13-46,-4 12-11,-2 15-6,-1 7-14,7-24 1,2 0-15,-1 1 0,2 0-5,0 32-12,2-8 6,4-13 50,0-17 29,1-16-1,-1-19-39,-2-17-5,-3-19 0,-3-18-355,3 26 1,0 0 350,-1-3 1,2 1-3,4 0 0,2 1 0,1 5 0,3 0 14,6 0 0,3 2 3,8-8-6,20-4-27,-7 23 4,14 2-4,5 7-1,0 12 17,-4 11-6,-8 12 6,-12 10 23,-16 5 5,-26 3-12,-25-3-345,6-20 0,-4-2 295,-6-3 1,-1-2-65,0-3 0,0-2-129,0-3 0,4-3-630,-7-2-7360,18-15 8217,29 5 0,0-3 0,1 8 0</inkml:trace>
  <inkml:trace contextRef="#ctx0" brushRef="#br0" timeOffset="241491">22225 13248 26486,'0'-56'72,"0"0"1,2-2 0,2 5 11,8-3-663,-5 18 0,0-2 627,0-3 0,-1-1 103,-1-8 0,-1 2-76,-1 16 1,-1 1 69,-4-6 1,-1 4 499,-7 3-449,-5 2 91,4 13-298,2 12-1,3 15 7,0 7-1,-3 31-3,5-18 1,1 4-286,0 13 1,0 3 161,0 7 1,2 2-138,2 2 0,2 1-276,1-13 0,1 0 0,0-2 57,1 1 1,2-2-1527,4 12 1,1-3 2013,5 0 0,-5-15 0,-3-14 0</inkml:trace>
  <inkml:trace contextRef="#ctx0" brushRef="#br0" timeOffset="241665">22319 12978 23943,'-29'-33'543,"-1"0"0,1 1 1,-12-13-1,16 8-526,29 19-23,23-1-179,17 6-224,-10 6 0,3 1-1498,7 2 1,1 2 1906,10 3 0,-4 2 0,9-2 0,-7 5 0</inkml:trace>
  <inkml:trace contextRef="#ctx0" brushRef="#br0" timeOffset="242140">23774 13007 15978,'3'6'1809,"-1"-1"-549,30 10 1,8-4 1046,-18-17-1761,16 10 0,-3-7-25,-31-46-331,-3 15 1,0-1-486,2-28 401,5 4 0,3-4-697,0 13 1,3-2 634,-1 2 1,3-4 0,0 1-455,-1 6 1,1 0 0,0 1 482,0-1 0,-1 1 0,0 2 5,1-8 1,-2 3 195,-3-6 1,-4 6 99,-5 11-330,-8-9 1087,-5 47-1108,-11 21-12,3 10 3,-4 15 0,1 5 412,10-21 1,1 3-437,-5 20 1,0 10 0,2-7-544,5-13 1,2 1 440,0 4 0,0 9 0,-1 0 0,3-5-90,1-7 0,2-4 0,0 2-95,-1 17 1,0 4-1,2-5-297,6 7 1,3-6-242,2-7 0,3-5-654,2-8 0,2-4-4521,13 13 6010,-7-21 0,-12-16 0,-6-9 0</inkml:trace>
  <inkml:trace contextRef="#ctx0" brushRef="#br0" timeOffset="242766">23846 12712 19851,'-19'-39'655,"1"0"1,0 0-1,-7-16 1,8 4-572,20-5-168,22-1-311,-2 28 1,7 2 354,4 5 1,7 3 0,-2 1-542,5-2 0,2 2 584,2 4 1,5 0 0,-4 3 10,1 2 0,-2 2 181,8-2 0,0 0-117,-7 1 1,-5 1 27,8-2 330,-15 2 23,-30 5 261,-2 1-636,-5 1 1290,-3 6-1273,0 1 417,-8 31-434,2 1-79,2-7 1,0 2 2,3-2 1,1 0-461,0 2 1,2-2 462,-1 20-124,4-16 1,0-2 128,3 8-10,2 11 16,-1-28 62,-3-12 157,2-9 881,2-10-1072,11-11-11,12-12 17,12-8-28,4 3-67,-7 12 260,-12 12-277,-10 17 5,-7 12 51,-2 14 6,5 20-6,-4-16 11,10 15 0,2-24 6,10 1 17,5-11 11,3-11-6,-8-10 190,15-21-44,-16-5-76,-9 5 1,-2-2 186,6-25 130,-9-1 5,-7 6-106,-5 13-123,-3 11-141,-1 11-162,0 8-33,-2 4 28,0 9-275,1 9-605,0 15-1378,10 10 2364,11 13 0,-7-25 0,5-2 0</inkml:trace>
  <inkml:trace contextRef="#ctx0" brushRef="#br0" timeOffset="243307">26817 12991 24766,'13'-43'167,"0"-1"0,-1 1 0,1 0 0,-1 0 0,-2 2-122,1-7 0,0 0-1157,1-8 0,1-2 1115,-4 16 1,1-1 0,0-1 7,0-3 0,0 0 0,0-1 4,-1-1 0,0 0 0,-2 1 3,0 0 1,-1 1 0,-2 0 37,1-16 0,-3 2-1385,-5 5 0,-1 5 1380,-3-8 956,-5 13-1181,6 39 1,-8 25 173,1 4-211,-2 12 1,-1 6 196,0 0 0,0 4-55,1 5 0,-1 5 0,2-3-93,-2 4 0,1 2 46,4-4 0,1 3 0,3-3-97,5-1 1,3-1 901,4 10 1,5 1-948,4-7 1,5-1-278,5-6 0,3-3-653,3-6 1,2-4-2162,1-5 0,1-5 3349,-4-6 0,-2-4 0,9 1 0,-16-10 0</inkml:trace>
  <inkml:trace contextRef="#ctx0" brushRef="#br0" timeOffset="243948">27621 12566 16867,'15'-59'1729,"0"1"0,-3 5 0,-7 7-1029,-20 9 34,-10 12-583,-5 12 1,-7 15-124,-7 16-22,-5 16-9,24-10 0,2 2-166,2 2 1,3 2 137,4 0 0,3 0 3,2 27 0,18-8 173,14-9-145,12-12 5,9-14 18,7-16 55,3-14 56,0-15-16,-29 11 0,-2-2 167,16-24 74,-10 0 84,-12 5 5,-7 9-84,-7 12 142,-3 9-534,-1 7-5,-1 7 38,-5 9 23,-3 11-50,-4 11-12,1 5 34,4 9-5,3-15-1,7 8 6,7-20-5,7 3 27,8-9 17,5-7-11,5-14 23,7-10 5,3-14-1668,-18 4 0,-1-2 1673,8-13-1117,-11-3 1,-4-1 1105,-6 2-59,-1 1 1,-3 0 227,-4-7 50,0-5-17,-3 16 2137,0 16-2372,0 12 3249,-1 7-3305,1 6 340,0 9-295,0 13-17,4 27 39,5 4-374,3 3 332,-2-27 0,2-1-47,12 21 21,-8-22 1,2 2-76,0 3 1,-1-1-121,4 17 72,-11-6-470,-30-11-1058,-19-15-2244,9-8 0,-1-3 3116,-29 1 0,29-6 0,20-3 1</inkml:trace>
  <inkml:trace contextRef="#ctx0" brushRef="#br0" timeOffset="244357">28636 12742 25761,'0'-47'126,"0"0"0,0 0 0,0-7 0,2 2-76,4 0 1,1 5-430,2-1 409,1-1 1,0-2 8,-4 16 1,0 0 44,0-16 0,-1 0-6,-3 12 1,-2 2 5,-2 0 0,-3 4 157,-7 3-185,-10 13 66,-1 13-77,-5 11 8,0 13-36,1 33-23,18-22 1,3 1-130,-1 1 0,2 2 127,6 6 0,3 1-34,7 5 0,2 1-45,3 2 0,2 1-616,6 8 0,2-2 431,-1-10 1,0-4 75,-5-9 0,-1-1-566,3 3 0,-2-1-9069,7 21 8532,-7-14 0,-8-11 0,-11-27 0</inkml:trace>
  <inkml:trace contextRef="#ctx0" brushRef="#br0" timeOffset="244540">28568 12400 24710,'26'-27'-1682,"0"-1"0,11 2 0,4 8 1682,5 17 0,-1 5 0,17-3 0,-3 1 0</inkml:trace>
  <inkml:trace contextRef="#ctx0" brushRef="#br0" timeOffset="245723">30064 12249 19714,'5'-46'1030,"-1"0"1,0 0-1,1-17 1,-2 6-804,-1 19 0,-1 4 495,-1-28-262,0 30-186,1 4-251,4 20 5,7 24-17,3 9-1707,1 14 0,0 4 1685,-1 10 5,-7-10 1,-1 8-1,-3-4-413,-6 0 0,-4 0 351,2-2 1,-2 3 0,-1-3-12,-3-1 0,0-2-162,-1 5 1,3 0-189,4-14 1,4-1-763,9 10 1,4-2 65,8 7-178,3-24 1,5-7-4081,29-17 4907,-9-5 650,-6-12 0,0-5 1343,-17 3 1,-1-2-23,16-15 1,0-2-362,-14 10 1,-3 1-628,-1 1 0,-3 2 372,-1-4 1155,-12 7-1290,-7 4-329,-4 0-128,-7 5 2985,3 7-3344,0 2 171,7 5-105,5 8 29,7 0 27,13 6-16,13-6-12,9-3-5,-7-7 84,10-12-45,-27 2 124,12-24-35,-24 9-66,1-5 27,-11 1-28,-7 8 18,-6-7-80,-3 11-10,-3 5-6,0 12 11,2 4 0,-14 20-11,8 1 17,-5 8-39,7 6-45,9 6-6,5 4-95,14 7-163,27-4 242,-5-19-21,-1-13 1,2-4-3513,15-4 3516,1-3-312,-12-11 1,-2-4 433,-1-3 20,1-8 1,-3-4-26,-7-3-258,-2-5 1,-2-1 274,-5 2 101,6-21 163,-9 24 2643,-4 6-2879,0 7 877,-6 11-1084,1 2 924,2 7-767,6 7-6,8 10-6,8 6-5,7 2-17,3-1 33,-2-6 51,-8-7 130,-10-9-52,-8-10-128,-2-12 39,-1-10 22,2-10-39,2-6-17,1 2-33,4 2-90,5 8-242,3 8-55,-1 9-1511,7 6-3385,1 10 5305,2 1 0,-15-2 0,-10-2 0</inkml:trace>
  <inkml:trace contextRef="#ctx0" brushRef="#br0" timeOffset="246298">31698 12455 25079,'55'-11'146,"-4"-3"-79,-11-6 12,-4-5 16,-6-6-55,-10 5 32,2-24-27,-9 12 39,3-15 67,-8 15 68,-3 9-57,-7 9-83,-4 10-35,-7 6-4,-11 12-7,-9 8-5,-14 24-17,16-8-11,-3 21-11,26-12 0,10 10-460,19 1 479,-2-26 1,5-2-18,6-1 1,4-2-3,5-1 0,1-4 13,1-3 1,1-4 2,-1-3 1,-2-4 0,-3-6 0,-2-5-4,-3-3 1,-3-5-17,-2-7 0,-4-5-9,-1-6 1,-4-4 11,-1-9 0,-3-4-757,0-7 1,-1-4 770,-5 18 1,0-2 0,0 0 16,0-2 1,-1 1-1,1-1-2,-2 2 1,0 1 0,0 1 8,1-15 1,-2 3 59,-5 4 0,-1 6-31,-3-9 22,-14 11-33,0 34 396,-9 9-385,-4 21 28,0 22-56,18-10 0,2 5 267,3 8 1,4 5-308,5 7 1,6 3-506,1-14 1,2 0-1,4 2 483,3 2 1,3 1-1,2 0-86,4 2 1,1 1 0,1-1-358,2-1 1,1 0 0,0-1 476,0 2 0,1 0 0,-3-6 0,-2-4 0,-2-4 0,-6-6 0,1 0 0</inkml:trace>
  <inkml:trace contextRef="#ctx0" brushRef="#br0" timeOffset="248232">2395 14542 18992,'-17'-60'1170,"-1"0"1,4 5-1,-4 12-716,-9 24-219,-4 7-151,-8 3-77,5 31 1,-5 16 0,5-3-17,9-14 1,1 3-222,-9 13 1,-3 8-1,8-4 205,11-6 0,6-2-29,0 0 1,2 1-20,0 4 1,4-1 136,19 17-103,25-24 84,24-25 13,-26-12 1,0-5-455,2-5 0,-3-5 505,-2-4 0,-3-3 17,-4-1 0,-3-3-254,-5 1 0,-3-1 248,-4 1 0,-2 0 418,1-27-281,-6 8 1,-5 12-17,-4 12 848,-2 13-1089,0 8 524,1 12-512,0 14 160,0 16-178,2 12-11,0 5-28,6-1-50,4-4-45,6-7-11,5-8-56,4-11 39,6-11 95,5-15 39,1-10 62,-1-11 34,-3-4 11,-4-3 22,-1 0 17,-2 0-11,2 4-28,-2 2-62,-1 7-11,-3 7-11,-3 7 11,-3 13 33,-4 10-5,-3 17-17,-3 9-11,-2 6-3414,-1 10 3386,3-20-22,4 5 33,5-26 34,6-3 16,6-12 12,6-15 0,8-13 16,4-11 3404,1-6-3386,-4 2-29,-4 5-72,-7 10 10,-4 8 12,-5 10-61,0 10-34,2 11-62,1 12-84,2 11-157,5 7-391,6 2-106,-12-24 0,3-2 153,4-2 0,3-2 238,6-3 0,2-4 294,4-2 0,2-3 190,2-3 1,0-5 248,8-5 1,-3-4-82,-17 3 1,-2-2 240,6-8 0,-4-3 440,-5-15 17,0-12-107,-14-3-67,-9 0-121,-12 20 1,-2 1-378,-2-6-29,-11-2 19,-6 31-58,-10 10-50,-15 12-48,21 0 1,-1 3-12,0 5 0,1 3-3,2 3 1,1 1 64,4 2 0,4-1-143,-5 28 55,20-11-94,22-14 22,34-19 73,-10-13 11,-8-8 1,1-6-212,13-22 270,-20 10 0,0-5 22,-1-2 1,-4-4 67,2-15 0,-4-1-339,-8 14 1,-2 0 376,2-20 1,-4-2 50,-6 19 1,-2 1 24,2-7 0,-1 0-11,-2 8 1,1 3 408,-1-14-313,-4 20-285,1 18-57,-3 8 202,0 14-191,-5 19 5,0 11 1,-1 8-76,-2 8 0,-1 1-498,4-14 1,0 0 0,-1 3 151,-3 9 0,-2 3 0,1 0 416,-2 1 0,1 1 0,0-4 0,-1 6 0,0-5 0,2-1 0,-1-1 0</inkml:trace>
  <inkml:trace contextRef="#ctx0" brushRef="#br0" timeOffset="250122">6596 15017 12948,'12'-58'2899,"0"-1"0,0 6 1,-5 6-1746,-15 5-314,-6 3-229,-8-3-225,-3 13-207,-11 17-162,8 12 11,-20 25-6,3 19-541,15-11 1,-1 4 518,-2 7 0,1 2-37,0 5 1,2-1-4,7-10 1,2 2-151,0 18 0,5-2 10,5 0-190,13-4 1,10-2-558,24-10 630,-4-17 0,4-4 67,21-5 14,-6-20 1,-1-7 153,5-5 43,-15-4 1,5-5-1,-4-2-573,-4-4 1,-2-3 643,-2 1 0,1-3 0,-3 2-21,-3-2 0,-3-2 60,-4 0 1,0-4-1,-4 4-29,-3 7 0,-1 0 76,5-13 0,2-5 1,-2 4-177,-2 9 1,-1 1 241,6-14 1,0 3 164,6-9 817,-8 20-979,-8 17 81,-6 11-249,-3 12 1473,-2 12-1395,-3 20-44,-6 21-48,2-21 0,-2 3-78,-2 3 0,-2 2 47,-2 1 1,0 1-15,0-2 0,1-1-14,3-3 1,0-2-20,4-6 0,3-2-102,4 16 104,8-20 85,8-14 33,9-20 12,9-13-1,8-15-39,-6 3 62,-11 6 0,0 0 0,3-7 743,9-10-799,-21 22 8,-6 10-64,-7 7-34,-2 10 90,1 8-28,2 11-23,1 9 23,2 6-17,-3-7-62,8 11 34,-1-17 6,7 5 61,7-17-28,-7-10 73,12-15 56,-7-11 29,6-13 49,0-7 68,-4 0 89,-5 4 6,-6 8-107,-5 10-106,-4 10-156,-4 6-63,0 4 6,-1 3 23,0 8 5,0 9-44,1 9-186,2 6-313,3 2-678,6-1-1888,4-3-6705,7-7 7853,-7-10 1,-2-8-1,-11-7 1</inkml:trace>
  <inkml:trace contextRef="#ctx0" brushRef="#br0" timeOffset="250290">7800 14658 19613,'-51'9'-1832,"11"-9"1,39 14-1</inkml:trace>
  <inkml:trace contextRef="#ctx0" brushRef="#br0" timeOffset="250647">7829 15315 24607,'27'-38'68,"-1"0"0,1 0 1,0 1-1,-1 0 1,1 2-36,4-2 1,0 1-485,1-6 1,-1-2 484,-1-3 0,-2-3-383,-3-3 1,-2-2 384,-4 1 1,-1 1 72,-5 4 0,-2 2 109,-4 10 1,-2 4 679,-3-11-742,-10 24-31,-7 14-125,-10 19 578,-6 14-581,10 3 0,2 2 3,-8 18-8,10-9 0,2 3 232,8-11 1,1 0-334,0 9 0,1 1-146,3 1 0,2-1-266,5 1 0,3-1-619,3 1 1,6-1-3777,14 6 1,4-4 4857,-6-12 0,0-4 1,0-2-1,-3-6 0,-1-8 1</inkml:trace>
  <inkml:trace contextRef="#ctx0" brushRef="#br0" timeOffset="251049">8831 15106 19275,'23'-57'1740,"0"0"0,-1 6 0,-8 7-933,-20 12-330,-9 12-354,-18 14-50,-14 17-43,18 1 1,-1 2-141,-3 7 0,1 2 104,2 3 1,2 2-4,4-1 1,4 2-8,-6 23-101,19-8 111,20-11-67,18-14 12,19-14 58,-19-10 0,1-3 31,2-4 0,1-5-1580,6-11 0,-3-4 1571,-11 9 1,-2-2 41,6-15 1,-3-3-172,-13 9 1,-2-2 199,4-13 0,-2-3 38,0-2 1,-2-2-227,-1 0 0,0 1 322,-2 4 0,0 2-9,-2 7 1,0 4 154,2-18-85,-5 22 2749,-2 18-3103,-3 10 577,-3 38-500,-1 3 0,0 3-8,0-2 0,-1 3-85,0 2 1,-1 3 0,0-1-51,-1 5 1,1 0-152,-1 13 1,0 1-250,2-3 0,3-2-919,5-5 1,3-2 1453,5-3 0,2-5 0,3 5 0,3-13 0</inkml:trace>
  <inkml:trace contextRef="#ctx0" brushRef="#br0" timeOffset="251722">9654 14861 23926,'-26'-43'634,"0"0"1,5 5 0,2 8-136,4 19-247,9 6-331,0 4 46,4 5 44,2 17-11,-1-1-28,3 27 22,6 4-11,-1-7 1,2 3-426,1-7 0,1 1 277,2 6 0,1-1-9,5 8-319,4-2-482,-9-24-5367,-1-3 3839,-8-14 2503,-19-31 0,9 13 0,-10-15 0</inkml:trace>
  <inkml:trace contextRef="#ctx0" brushRef="#br0" timeOffset="251881">9559 14930 22330,'-2'-43'1187,"0"0"1,1 3-1,0 12-1114,-1 24-79,1 8 23,-1 3 73,-3 17-68,-11 29-137,6-22 0,-1 3-716,-4 10 0,0 1-1362,1-1 1,1-1 1565,2-4 1,2-2 0,-2 11 0,7-22 0</inkml:trace>
  <inkml:trace contextRef="#ctx0" brushRef="#br0" timeOffset="252632">12365 15025 22099,'1'-55'1260,"1"0"1,-1 5 0,-1 6-679,-5 2-229,-1 15-252,0 14-241,1 12 117,2 6 12,-3 16 17,-3 12-23,-2 18-3,4-15 1,0 1-677,0 14 645,1 6-133,17-13 144,8-16 63,19 4 61,13-27-45,8-20-22,-28 2 0,-1-3 16,-2-3 1,-1-3 10,-3 1 1,-3-2 73,13-21-12,-11 6 719,-8 9-679,-8 12-152,-4 9-33,-4 9-17,-2 8 50,-5 10 1,-2 10-12,0 5 0,4-1-33,7-3 39,8-7 16,10-8 6,11-6 29,11-14-24,8-11 35,1-13-232,-5-11 253,-8-6 4,-20 15 0,-3-1-65,5-11 112,-3-13 11,-11 31-89,-2 1-101,-1 12-330,-2 7-208,0 7 81,0 9-1112,6 9-2357,8 11 3982,5-2 0,-4-9 0,-5-10 0</inkml:trace>
  <inkml:trace contextRef="#ctx0" brushRef="#br0" timeOffset="252816">13423 14814 25998,'-25'27'-292,"1"-1"1,1 0 0,7-1-1658,18 13-6301,6 2 8250,3-10 0,-3-11 0,-3-9 0</inkml:trace>
  <inkml:trace contextRef="#ctx0" brushRef="#br0" timeOffset="253006">13496 14519 23147,'-11'-49'894,"0"-1"1,2 7-1,0 7-966,3 19-422,3 8-223,3 15-666,7 16-2336,6 20 3719,-1-9 0,0 0 0,2 5 0,0 0 0</inkml:trace>
  <inkml:trace contextRef="#ctx0" brushRef="#br0" timeOffset="253581">13693 15206 25449,'29'-39'78,"0"-1"1,0 1-1,-1 0 1,-1 1-1,-1 1-19,2-3 0,-2 1-908,2-8 1,-2-2 893,-1-5 0,-1-2 16,-2-2 1,-3-1 13,-3 2 1,-3 2 30,-3 7 1,-3 2 380,-2 11 1,-3 2-287,-5-9 306,-2 20-551,-3 12 127,0 10-100,-4 11 1152,-6 17-1141,-7 20-2,11-15 0,0 4-1622,-3 19 0,3 0 1624,4-15 1,3 1-12,-2 20 1,5-1-256,8-24 0,3-1 213,3 7 0,4-1-6,3-7 1,5-3-12,1-5 1,3-4-136,29 7 99,0-16 45,-2-23 28,-2-16 50,-26 5 0,-1-4 22,-1-5 1,-2-6 28,4-18 0,-4-3-422,-6 15 1,-1-2 390,-1-2 1,-1-4 0,-2 2 49,0-4 1,0 1 27,1-11 0,-1 0 1006,-2 7 0,-2 4-1006,-2 9 0,-1 3 641,-2-17-587,-4 24-53,-1 17-138,0 9 1102,-1 13-1074,-5 14-9,-1 9 1,0 5-37,-5 23-239,1-3 1,1 5 154,4-10 1,3 2-63,0-9 1,1 3 0,1-1-165,1 1 0,0-1 1,3 0-425,2-3 0,1 0 1,3 0 778,6 19 0,2-5 0,-5-24 0,1-4 0,12 21 0</inkml:trace>
  <inkml:trace contextRef="#ctx0" brushRef="#br0" timeOffset="254265">15704 14606 19070,'14'-59'1941,"-1"1"1,-2 6 0,-2 5-1447,-4 13 1,-3 4 132,-2-10-298,-3 18-240,-2 12-230,1 8 44,0 13 108,-4 16-7,-7 26-723,4-16 1,-1 4 719,-2 7 1,-1 3 3,-2 3 0,0 0-413,0 0 0,0-1 418,0-3 0,2-3-11,2-5 0,1-3-131,4-6 0,1-3 120,-1 13 22,5-18 101,3-15 1338,1-10-1338,6-14 865,9-12-949,10-16 0,8-6-20,-15 23 1,2 0-20,18-18 5,0 11 286,-5 11-296,-4 11-7,9 16 23,-14 3 11,17 20-16,-15 2-1,8 13-5,-8 1-39,-9-3 22,-12-4 33,-18-7 6,-17-8-31,-2-14 1,-2-3-37,-15-1-31,10-8 1,1-4-329,-6-13-486,-2-11-1043,20-4-2879,28-1-918,12 10 5741,19 1 0,-18 18 0,0 0 0</inkml:trace>
  <inkml:trace contextRef="#ctx0" brushRef="#br0" timeOffset="254666">16494 14822 25606,'-43'1'114,"1"0"0,2 1 0,11 2-125,25 0 0,1 5 11,6-2 22,5 2 17,8-1 23,9-3-1,6-3 40,2-8 28,0-7-34,-3-13 6,-2-6 45,-4-4 44,-6-1 68,-6 8 44,-7 7-56,-3 11-139,-6 7-85,-7 8 1,-23 12-12,-1 6-6,-4 3-16,6 7-6,15-5-39,0 17-28,9-13-454,16 1 1,6-1-264,4-6-661,21 20 1462,8-21 0,-26-13 0,12 3 0</inkml:trace>
  <inkml:trace contextRef="#ctx0" brushRef="#br0" timeOffset="255707">19313 14913 22425,'11'-46'812,"0"0"0,1 5 0,-7 11-517,-15 22-295,1 10 76,-12 9-30,-27 24-46,21-14 0,-1 3-11,-10 8 0,1 2-296,5-3 0,3 1 181,3 1 0,4 0 66,-7 17-427,20 11 369,18-33-11,14-5 1,7-3-23,31-11-305,-13-7 0,4-5 453,-2-5 1,0-3 49,0-5 1,0-1 13,-2-2 1,-2-2 25,-6 0 0,-3-1 50,-5 1 0,-3 0 165,13-17-10,-16 6 473,-14 9-585,-6 10-203,-6 7-16,-7 14 940,-8 10-907,-10 18-16,2-2-35,-2 14 1,15-9-56,15 17 45,18-15 11,22-4 39,-2-22 0,-4-11 1,3-5 55,15-12-411,-16 2 1,-1-4 463,-11-3 1,-3-3 177,15-26-114,-14-6 208,-14-2-22,-14-1-74,-12 8-105,-11 6-90,-9 14-40,-7 9-44,-7 11-11,-3 14 5,-2 11-67,1 15-157,4 8-364,8 4-549,10 2-1164,17-4-4168,25-4 6486,10-9 0,-1-13 0,-6-8 0</inkml:trace>
  <inkml:trace contextRef="#ctx0" brushRef="#br0" timeOffset="256141">20499 14834 26659,'-13'-38'0,"-4"23"23,-4 64-12,9-19 0,-2 2-11,0 0 0,-1 1-245,1 0 0,0-1 201,-11 25 163,8-13-125,7-15 74,7-15 83,4-9-22,8-13-17,9-11 39,10-12 0,6-10-45,3-7-5,0-3 11,3 3-39,-3 6 292,-5 11-349,-8 13-27,-10 9-11,-4 7 11,2 9 5,4 9-39,5 10-123,1 6-196,1 5-425,0 0-786,3-1-1897,5-6 3472,8-6 0,-18-12 0,0-4 0</inkml:trace>
  <inkml:trace contextRef="#ctx0" brushRef="#br0" timeOffset="256597">21179 14752 25746,'-6'46'532,"-4"4"-420,-7 5-89,-1-3 10,-1-3-27,4-8-23,2-10 6,5-11 129,4-9 27,3-7 454,1-6-380,2-8-169,5-12-78,9-15 56,11-14-23,-9 23 1,1-1-3,3-1 0,1 2 11,-1 2 0,2 2 31,22-16 11,-6 11-56,-3 11 11,-3 10-11,0 8-39,0 12-6,3 11-123,-2 11-269,-3 8-526,-3 6-1166,0 3-2939,1-2 5068,4-4 0,-15-21 0,-2-7 0</inkml:trace>
  <inkml:trace contextRef="#ctx0" brushRef="#br0" timeOffset="256932">21855 15029 9145,'3'-4'9830,"0"0"-2997,-3 4-6111,20-63-341,-16 46-303,8-18 1,-3 6-29,-10 27-33,1 1-22,2-1 5,7-2 33,13-3-44,14-4-28,9-3 39,2-4 5,-5-5-5,-7-3 28,-8-4 62,-7-6-62,-10 13 45,-8-3 16,-11 15-44,-7 3-39,-10 6 50,-4 10-17,-4 9-45,-10 19 12,14-7-43,9-5 1,2 1-546,0 26-594,7 2-654,12 0-7200,27-5 9030,1-18 0,-3-5 0,-8-12 0</inkml:trace>
  <inkml:trace contextRef="#ctx0" brushRef="#br0" timeOffset="257407">22848 14729 26230,'-54'-17'43,"1"0"0,-3 6 0,9 12-15,8 42-17,16-14 0,1 3 0,3 7 0,3 1 28,-2 15-39,16-20 0,7-1-19,20 1-18,6-15 1,4-2 8,18 2-14,5-14 0,1-6-781,-3-9 817,-2-2 1,0-4 13,-18-2 0,-2-2 0,9-8 1,0-4-1,-1-3 1,0-6 17,-8 2 0,0-5 0,-2 3-776,2-4 0,-2-2 774,-2-2 0,0-4 1,-3 3 31,-2-5 0,-4 0 24,-4 11 0,0-1 0,-2 1-37,2-15 0,-3 3 256,-5 5 1,-3 4-121,-3-8 135,-8 8-275,0 37 595,-1-1-690,0 14 33,-14 27 12,2-2 0,-7 21 0,0 6 189,12-24 0,-1 0-206,-3 12 0,-1 6 0,1-2-78,1 6 0,2-1-31,3-8 1,0 1 0,2 0-68,2-4 1,1 1-1,2-1-465,5 3 1,2 1 0,1-5-46,0 1 0,3-2 714,10 10 0,1-7 0,-5-20 0,4 5 0</inkml:trace>
  <inkml:trace contextRef="#ctx0" brushRef="#br0" timeOffset="257914">23309 14676 24715,'-16'-41'110,"1"-1"0,5 5 1,11 9-234,31 20-331,30 5-308,-20 5 1,3 1-1576,1 1 1,1 1 1904,-1 0 1,-1 1-510,1 4 0,-6 0 1588,-3 0-653,17 7 869,-35-9 566,-3 1-57,-12-2-100,-14 0 1501,-9 1-2303,-1-1 233,-7 2-271,8-3-230,1 0-107,8-1 17,14 1-39,13 2-62,4 0 6,39-2-12,-24-3-2,7-6 0,1-4 42,4-9-6,-16 0 0,-1-2 6,0-11 123,-8-29-62,-17 27 48,-9-3 0,-7 2 42,-15 4-11,-22-4-39,-2 21-29,0 17-72,12 5 45,-10 31-51,19 3-726,8-10 1,1 2 681,-1 18-1543,11-11 0,4 1 1408,7 1-384,16 9 1,7-1-741,14-5 1264,3-12 0,10 4 0,-8-8 0,0-1 0,0-6 0,1 1 0</inkml:trace>
  <inkml:trace contextRef="#ctx0" brushRef="#br0" timeOffset="258489">26278 15271 24105,'-2'-45'348,"0"1"1,0-1 0,2-16 0,2 1-318,8 5 0,4 2-1154,0 0 1,2-1 1161,2-5 0,-1 0-17,-2 11 1,-1-3 72,0 0 0,-1-4 0,-2 3 76,-2-1 0,-1 1-50,-1 4 0,0-1 1,-2 3 313,-4 2 0,-2 5-245,-2-13-140,-1 26 225,-2 15-359,1 22 89,-9 21-11,4-1 1,0 5-407,-4 11 0,0 5 415,3-11 1,1 3 0,0-2-83,-1 12 1,0 0 59,4-8 0,0 3 1,2-1-130,3-1 1,1-1 0,1 1-40,2-1 0,1 0 1,3 0-143,1 2 0,4 0 0,2-5-640,9 4 1,5-6-2031,1-7 0,1-3-221,17 8 3220,7-15 0,-35-19 0,6-2 0</inkml:trace>
  <inkml:trace contextRef="#ctx0" brushRef="#br0" timeOffset="258848">26746 14919 19535,'-5'-57'1445,"0"0"0,2 8 0,-3 9-152,-8 12-788,6 16-292,1-1-208,4 11-44,3 1 56,17 5-6,8 0-16,25 0-1,7-3 12,5-9 5,-4-8 17,-6-8 11,-11-6 39,-11 0 79,-11 1 28,-9 6-17,-10 5-34,-10 7-38,-11 6-12,-11 5-6,-8 10-44,-5 10-18,2 12-21,11-1-7,12-1 1,3 2-67,1 13-40,5-11 1,4 1-415,14 18-550,19-1-330,-2-27 1,5-3-3093,9 0 1,2-3 3850,0-4 0,-2-2 0,16 3 0,-22-10 0</inkml:trace>
  <inkml:trace contextRef="#ctx0" brushRef="#br0" timeOffset="259206">27751 14670 21169,'-1'-45'1008,"-1"1"0,1 0 1,-1-16-1,-5 11-649,-12 21-214,-1 12-128,4 15 299,-9 30-305,4 14-6,6-4 1,0 4-683,1 4 1,-1 2 667,0 5 1,-1 2-16,3-9 0,-1 1 0,1-2-18,-1 3 0,1-1-59,1-5 0,-1 3 0,2-3-154,0 0 0,1 0-210,-2 9 0,-1 0-424,3-3 1,-1-2-149,2-7 1,-1-3-618,-6 15 897,0-27 897,1-31 790,-1-29-199,8 5 0,1-3-86,0-9 0,2-3-152,3-5 0,4-1-253,5-1 1,4-1-230,6 3 1,5 3 2,4 4 0,5 4-56,2 7 0,3 5-174,3 6 1,3 4-286,1 6 0,2 3-393,2 2 0,1 3-1400,2 1 1,-1 1 2293,-5 1 0,-4 0 0,12 0 0,-25 0 0</inkml:trace>
  <inkml:trace contextRef="#ctx0" brushRef="#br0" timeOffset="259523">28385 14703 18739,'0'-5'4644,"0"2"-4076,-11-25 0,-3-8 272,7 2-557,-6-9 1,3-2 85,17-2-836,8-9 525,-4 23 1,0-1 0,3-3 0,0-2 5,0-1 1,0-1 13,-1 1 0,-2 1 28,-2 3 1,-1 2 322,0-20-227,-5 19-135,-3 18-123,0 10-67,0 8 78,-2 10 548,-1 16-497,-2 27 5,2-15 0,-2 5-450,0 9 1,-1 4 417,1-14 0,-1 1 1,0 1-536,-1 2 1,-1 1 0,-1 0 478,-1 1 1,0-1 0,-1 1-107,0-2 0,0 0 0,0-1-478,0-3 1,0 0 0,2-1-615,-3 14 1,3-1 1274,3-3 0,2-5 0,0 4 0,5-13 0</inkml:trace>
  <inkml:trace contextRef="#ctx0" brushRef="#br0" timeOffset="259657">28328 14903 21058,'0'-50'1135,"1"0"0,1 3 0,1 4-967,9-8-341,9 6-510,8 8-1273,14 8 1956,16 9 0,-25 10 0,1 3 0</inkml:trace>
  <inkml:trace contextRef="#ctx0" brushRef="#br0" timeOffset="260157">29918 14531 18380,'17'-41'1323,"-1"-1"1,0 0-1,6-17 1,-2 3-762,-5 12 1,-1 3-109,-5 8 0,0 3 129,0-10-438,-6 22-229,-3 12-4212,-9 34 4285,1-2 268,-1 10 1,-1 5-267,2-5 1,0 4-82,1 1 0,0 5 1,0-1-116,-1 14 1,2 0-253,2-14 1,0 2-1,1-3-112,1 9 1,2-4 89,0-10 1,1-3-1512,0 5 1,0-2 1989,1 19 0,-1-17 0,-1-10 0</inkml:trace>
  <inkml:trace contextRef="#ctx0" brushRef="#br0" timeOffset="260574">29836 14764 17876,'-11'-50'1768,"1"1"0,0-2 1,3 6-1360,9 6-342,11-5-257,35 10-785,-4 14 826,2 10 1,5 3 11,-5 4 0,2 1 88,-8 1 1,3 0-1,2 0 34,8 1 0,2 0 0,-2 0 15,11-1 0,-1 0 33,0 1 1,-4-2 168,0-1-40,-29 1 369,-22 0-167,-62 9 17,5 5-514,4-2 1,-1 1 233,-5 9-28,3 9-74,25-3 29,4 10 56,29 12-22,19-9-46,11-1-8,-8-23 1,1-2 19,28 3 117,-17-8 1,1-2 67,-11-4 1,-2-4 279,29-11 318,-35-6-481,-14-21-89,-11-4-50,-9-14-68,-7 2-56,-9 5-308,2 21-95,2 10-2039,-4 22 2375,3 8 0,3-1 0,5-1 0</inkml:trace>
  <inkml:trace contextRef="#ctx0" brushRef="#br0" timeOffset="261906">2282 16353 23259,'5'-52'56,"0"32"-22,-2 83-40,-2-23 1,-1 1-838,-3 4 1,-1 0 842,-2 0 0,-2 0 25,-2-3 1,-1-1-15,-2-3 0,-2-2 160,1-5 1,-2-2 41,-8 11 285,6-22-431,11-18 274,4-27-307,6-17-6,0 12 0,2-3 3,2-6 0,1-1-567,2-5 1,0-1 571,1-4 1,0-2-18,-2-1 1,0 0-3,0-2 0,1 1-12,0 3 1,0 1 2,2 5 1,2 2 5,0 7 0,2 4 743,18-19-741,0 20-44,2 15 167,-1 16-173,-2 19-16,-8 20 50,-9 21-310,-15-21 1,-5 2 297,-5 5 1,-5 2-9,-7 4 1,-4 0 10,-4 1 1,-4-1 28,0-2 0,-2-3 36,5-7 0,0-3 268,-14 11 1412,20-24-1226,14-15-195,8-7-242,3-5-85,2-1 1,5-1 713,6 0-690,12 1-24,9 3 18,11 4-6,4 6-372,6 3 293,4 5 34,-29-7 1,0-1-10,1-2 1,-1 1 3,18 0-23,-15-5 0,1-3 29,9-8-24,16-6 124,-24-9 23,-11-5-1,-10-6 51,-5-3 61,-6 1 360,-3 7-259,-1 10 125,-2 10-332,1 8-106,-1 2-45,1 2-62,0 1 34,0 5 78,1 8-50,0 9-224,0 7-454,2 4-1154,3 1-4621,8-1 5672,4-8 0,-8-14 0,-5-9 0</inkml:trace>
  <inkml:trace contextRef="#ctx0" brushRef="#br0" timeOffset="262074">3231 16178 15900,'0'-8'5914,"0"3"-5415,0 5-4353,0 0-1394,-16-41 5248,16 44 0,-16-41 0,20 51 0</inkml:trace>
  <inkml:trace contextRef="#ctx0" brushRef="#br0" timeOffset="262524">3514 16450 23756,'-14'-58'745,"-1"1"0,3 5 0,-3 7-247,-15 13-436,10 14 73,-13 7-191,6 21 21,-9 12-38,-2 17-1674,20-7 0,4 1 1724,-5 14-16,13-14 0,4 0 49,13 1 1,7 2 0,12-12 62,17-16-34,-13-8 101,16-15 51,-21-8 201,4-19-236,-14 11 119,-7-12 10,-10 20-38,-2 0-79,-2 8-95,0 8-135,-1 5 3370,1 6-3347,-2 11 16,-2 18 29,-3 23-422,3-19 1,-2 3 373,1 4 0,-2 3-91,0-5 1,-1 2-1,1-1 10,-1 3 0,-1 0-120,-1 0 0,-1 2 1,0-3-369,-2 2 1,-2-1-564,-3 8 1,-2 0 1173,0-6 0,0-6 0,-2 5 0,6-19 0</inkml:trace>
  <inkml:trace contextRef="#ctx0" brushRef="#br0" timeOffset="263164">3806 16032 16527,'42'-39'2066,"-1"-1"1,-2 4 0,-9 9-1339,-22 21-44,-4 12-24,-12 19-436,-4 9 0,-2 3-134,-9 22-719,2-5 0,-3 2 654,6-14 0,0 1-10,1-2 0,-1 4 0,1-4-10,0 2 1,1-2-9,-3 13 1,5-6-9,7-18 333,2 9-176,9-31 380,5-9-397,2-7 89,18-35-145,-10 12-12,-1-2 1,1-2 33,7-17-28,-7 17 1,1 1 16,10-13-34,-1 9-16,-11 25 1020,-6 8-1066,6 5 40,11 17-50,4 9 22,-11-3 0,-1 2-216,13 27 222,-10-10 10,1 6-16,-5-18 0,4 4 17,5-12 6,-3-12-12,-2-10-11,6-18 50,12-26-27,-7 5-346,-4-7 0,-3-5 365,-12 15 0,-2-1-28,4-7 0,-1-2 28,-3 2 0,-3 1 61,-2 5 1,-2 1-3,5-21 474,-8-1-418,-7 46-95,-3-2-73,2 14-29,-1 11 52,3 1-12,-4 39 0,3 1-43,1-12 1,1 2-20,0 17-168,4-12 1,1-1-90,2 4-656,4 5 1,3 0-2987,8 1 3961,-5-16 0,0-3 0,1-8 0,-4-9 0</inkml:trace>
  <inkml:trace contextRef="#ctx0" brushRef="#br0" timeOffset="263332">4432 16313 25550,'-25'-42'203,"0"-1"1,4 3 0,12 7-221,24 17-274,44-7-121,-29 16 0,4 2-719,16-3 0,4 2-3785,-4 5 1,-2 2 3601,-11 0 0,-3 0 0,11 4 0,-33-3 0</inkml:trace>
  <inkml:trace contextRef="#ctx0" brushRef="#br0" timeOffset="263489">5084 16483 27970,'-28'-23'-252,"0"0"0,-10-14 0,26 37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4:17:44.8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2363 2701 14723,'0'-55'2412,"0"1"0,1 8 0,-2 9-1425,1 17-786,0 14-173,-1 2 17,0 15 78,-2 14-61,-5 24-73,2-15 0,-1 2-369,-3 6 0,-1 1-4,1 2 0,-1 0-960,3-2 0,1-1 1344,3 0 0,2-4 0,0 4 0,6-12 0</inkml:trace>
  <inkml:trace contextRef="#ctx0" brushRef="#br0" timeOffset="340">2508 2218 20974,'-43'-2'141,"0"1"1,4 0 0,9 8-114,22 24-28,9 1 40,12-4 16,13-6 16,13-9 12,5-10 62,-3-11 117,-7-8 96,-12-5-11,-12-4-29,-13 0 67,-10 4-147,-11 4-53,-6 7-41,-2 7-77,0 10-211,6 10-782,9 9 953,18 14 0,0-18 0,8 2 0</inkml:trace>
  <inkml:trace contextRef="#ctx0" brushRef="#br0" timeOffset="666">2973 2928 24984,'-32'-33'129,"21"2"-163,63 17-150,9-2-292,-29 8 0,0 0-375,4 1 1,-2 0 0,3 0-1,-4 1 1</inkml:trace>
  <inkml:trace contextRef="#ctx0" brushRef="#br0" timeOffset="1415">8101 2730 21327,'1'-46'862,"0"1"1,-2 4 0,1 11-583,3 24-152,-7 53-100,-3 13-64,0-6 0,0 5-936,-2-2 0,0 1 729,3-15 1,1 0-1,-1 1-545,1 1 0,1 0 0,0 0 788,1 5 0,2 0 0,-1-5 0,1-3 0,0-5 0,2-3 0,0-1 0</inkml:trace>
  <inkml:trace contextRef="#ctx0" brushRef="#br0" timeOffset="1798">8335 2526 13387,'-41'-28'856,"0"0"0,0 0 0,0 0 0,-14-5 0,0 3 0,-1 8-475,6 11 0,1 7 0,-1 4-991,-3 3 1,-1 5 0,1 3 753,-1 5 0,-1 4 0,2 4-71,-1 6 0,1 4 0,2 4-47,13-6 1,0 1-1,2 3 1,2 1-20,1 2 0,1 2 0,1 1 0,3 1-2,2 1 1,2 1 0,2 1-1,3 1-14,3-1 1,3 2 0,3 0 0,4-1-19,4 16 1,6 0 0,8-2-429,7-2 0,7-2 0,7-4 404,-2-14 1,4-3-1,4-2 1,1-4-19,6 0 0,3-4 1,3-3-1,1-1 13,4-3 0,3-3 0,1-2 0,0-2 23,-10-4 1,1-1-1,1-1 1,-1-2 0,1-1-125,0-1 1,1-2 0,0-1-1,0-1 1,-1-1 176,-1-1 0,1-1 0,-1-1 0,-1-2 1,0-1 35,9-3 0,-1-3 0,-2-2 0,-2-2 32,-4 1 0,-2-2 1,-2-3-1,-3-5-181,-1-11 0,-3-6 1,-4-3-1,-3 4 126,-5 6 1,-3 1 0,-4-3-8,1-13 0,-3-4 1,-10 3 3,-12-3 1,-10 2 9,-1-4 0,-7-3-124,3 12 0,-5-1 0,-5 1-250,-2 10 1,-6 0 0,-1 2 0,1 3 83,1 0 0,1 4 0,-5 2-1463,-5 4 1,-5 0-1,-1 4 1,4 4 1682,-12 3 1,4 5-1,5-1 1,4 2-1,-8 4 1</inkml:trace>
  <inkml:trace contextRef="#ctx0" brushRef="#br0" timeOffset="2458">7664 3992 13760,'18'-46'2190,"-1"0"0,0 7 0,-8 7-1378,-17 15-443,-15 18-38,-21 24-208,12-1 0,-1 5-1076,-10 11 1,-1 5 942,10-9 1,-1 3 0,0 0-36,-4 6 0,-1 2 0,0 1-74,8-10 0,1 1 0,-1 0 0,1 1-561,-1 0 1,1 1 0,-1-1-1,2 1-242,1-2 1,0 1 0,2 0 0,0-1 921,-6 13 0,1 0 0,4-5 0,2-4 0,4-5 0,7-6 0,0 0 0</inkml:trace>
  <inkml:trace contextRef="#ctx0" brushRef="#br0" timeOffset="2741">7972 3876 22884,'29'51'3,"-1"1"1,1-1 0,-2-7 0,3 1 0,1-2 0,-2-5-1219,10 5 1,3-2 948,-1 0 1,4 2 0,-1-2-3012,-4-5 0,-1-2 0,-2-2 2353,8 7 0,-3-1 0,3 0 0,-9-8 0,-23-19 0</inkml:trace>
  <inkml:trace contextRef="#ctx0" brushRef="#br0" timeOffset="3448">6469 5253 16237,'1'-4'2487,"0"1"-996,-1 3-841,62-19-230,-42 19-320,14-9 1,-4 4 447,-25 18-246,-5 1-5,-8 4-101,-21 8-101,-9-7-45,-5-2 331,-3-10-236,13-9 40,-2-8-39,9-9-40,8-20-50,10 2-39,7-2-6,12 8 6,17 10-34,7 6-5,13 12-6,-5 21 11,-10 6-34,-5 23 12,-20 8-262,-9-16 1,-7 3 266,-6-3 1,-6 2-1,-1 0-1057,-3-1 1,-2-1 0,-1-1 1084,-1 1 1,-1 0-1,-2-2 10,-3 1 0,-1-1 0,0-3-201,-6 3 1,-1-4 291,7-9 1,-3 0-1,3-4 14,-2-2 0,2-8 115,-21-14-44,42-29-119,17-1-16,16 5 0,5 3-45,9 0-31,14 2 0,6 2-237,-14 13 1,2 2 152,20-3 1,0 2 35,-17 4 1,-2 1-191,11 2 0,0 0 826,-13 2 0,2 0-4672,17 2 1,1 0 4114,-18 0 0,-2 0 0,-5 0 0,-6-1 0,-7 0 0</inkml:trace>
  <inkml:trace contextRef="#ctx0" brushRef="#br0" timeOffset="3814">6729 5060 15122,'-48'-22'763,"0"0"0,1-1 1,-1 1-1,0 2 1,-1 2-1,1 3 0,1 7-541,-6 11 1,2 8-1,-1 3-1210,-4 3 0,-1 4 0,0 3 1055,14-2 0,-1 2 1,1 2-1,2 2-17,-1 2 1,1 2-1,1 2 1,2 2-25,1 1 1,0 1-1,2 2 1,3 1-15,1 2 1,1 0 0,3 2-1,2 1-12,1 0 0,3 1 0,2 1 0,3 0-21,2-1 0,2 1 0,3 1 0,3-2-18,4 14 0,4-1 0,8-2-8,4-6 0,7-2 1,5-5-572,9-6 0,7-4 0,1-5 597,-6-8 1,2-3 0,5-5-45,10-3 1,8-5-1,3-3 1,-5-2-61,2-2 1,-3-4-1,5-1 110,-13 2 1,4-1-1,0-1 1,0-1-1,-3-2 23,2-3 1,-3-1-1,-2-2 1,0-2 14,-4 0 1,0-3 0,-2-1 0,-1-1-417,7-10 0,-2-3 0,-4 0 404,5-7 1,-6-5-7,-16-1 1,-4-5 0,-6 1 91,-7-4 0,-6-2-118,-3 3 1,-2-3-1,-5 2-13,-5 10 1,-4 2-1,-4 1 213,-4 1 0,-4 2 0,0 3-235,-7-6 0,-5 4-172,-5 10 0,-7 3 1,3 5-1017,-6 5 0,-1 5 1244,0 2 0,-4 2 0,7 2 0,13 3 0,4 3 0,-27 6 0</inkml:trace>
  <inkml:trace contextRef="#ctx0" brushRef="#br0" timeOffset="4558">8779 4932 11334,'-11'-3'6962,"2"2"-5471,9 1-523,-13-69-301,10 36-463,-3-10 1,2 0-9,11 14-129,6 6-44,11 7-41,10 8-26,12 11-7,10 12-110,-25-2 0,0 3 99,2 4 1,-2 4-18,-2 2 1,-4 3-12,-4 3 1,-5 1 44,-5 1 0,-8 1 53,-8 1 1,-8-1-241,-6 1 1,-6-3 287,-5 0 0,-5-4 39,0-3 0,-2-3 50,4-5 1,0-3 225,-19 1-13,17-17-33,15-14-28,11-11 153,15-7-316,11-3 470,14 6-548,9 8-39,5 10 6,5 13-29,5 10-8,-25-1 0,1 1-14,-1 3 0,0 1-37,-2 2 1,-2 1-109,10 21-7,-23 7-38,-36 6 89,1-24 0,-10-1-346,-18-1 1,-12-1 0,4-4-509,9-1 0,-1-2-108,-10-1 1,-8-1 0,11-7 488,17-9 0,6-2 0,-21 2 0,18-5 0</inkml:trace>
  <inkml:trace contextRef="#ctx0" brushRef="#br0" timeOffset="4948">8993 4492 14369,'-42'-15'1224,"0"1"0,0-1 0,-20-1 0,3 8-762,11 17 0,1 9-1158,-3 6 1,1 6 797,15-6 1,1 4 0,0 2-72,1 4 1,0 3 0,3 2-32,2 3 0,2 2 0,2 3-10,4 1 1,3 3 0,4 0 3,3-1 1,4 1-1,5 0 4,5-3 0,6-1 0,4-2-2,4-4 1,5-2-1,5-4-11,5-3 0,5-3 0,3-3-550,4-3 1,4-2 0,1-3 534,3-2 0,1-2 1,1-2 25,1-1 0,0-3 0,0-1-84,-2-2 0,0-1 0,-2-3 120,-2-4 0,-2-2 0,0-2-206,-5-2 0,-2-3 1,-1-2 234,14-14 1,-5-6-3,-8-4 0,-6-5 124,-7-6 0,-8-3-124,-6-5 0,-8-2-31,-10-4 0,-7 0 212,0 20 1,-3 1 0,-4 1-221,-3 1 1,-4 1 0,-3 2-7,-3 3 1,-2 1 0,-3 4-26,-2 2 0,-3 3 0,-1 3-94,-2 3 1,-3 4-1,0 1-228,-1 4 1,0 2 0,-1 2-1553,0 4 1,1 2 0,2 2 1884,-14 2 0,6 2 0,17-1 0,6 0 0,-3 3 0</inkml:trace>
  <inkml:trace contextRef="#ctx0" brushRef="#br0" timeOffset="5607">5774 6557 11283,'2'-7'7754,"0"1"-6213,-2 6-99,0 0-1017,-72-13-271,40 28 0,-3 7-1034,-9-7 1,-7 0-1,2 7 883,4 12 0,2 7 0,0 2-69,7-9 0,0 1 0,-1 1 0,1 0-10,-1 1 0,0 1 1,1 0-1,0 0-107,2 0 1,0 0-1,1-1 1,1 1-458,-6 9 0,2-1 0,2 0 633,7-2 1,1-1 0,4-4-1,1-4 1,4-4 0,0 19 0</inkml:trace>
  <inkml:trace contextRef="#ctx0" brushRef="#br0" timeOffset="5898">5831 6532 23254,'43'12'104,"0"1"0,0-1 0,-1 1 0,-1 1 1,-5 4-114,0 13 1,-3 3-2059,5 2 0,-2 0 1977,-7-7 1,2 3-129,1 3 1,4 7-1,0-1 1,-7-8-1,12 14 1,-10-9 0,0-1-1,1 0 1</inkml:trace>
  <inkml:trace contextRef="#ctx0" brushRef="#br0" timeOffset="6558">4672 7822 20107,'7'-44'784,"0"-1"0,2 5 0,-7 11-354,-21 30-385,9 6 84,-13 21-96,5 16-33,0 15 0,-1 4-9,8-23 1,-1 1-790,0 7 0,-1 5 0,2-7 782,-1 14-1283,3-5 0,1-1 1288,3-5-851,1-6 1,2-3 872,3-17 409,4 6 168,2-29 713,3-6-1099,12-22-28,5-10 33,9-14-28,-16 23 0,-1 0-95,5-7 2264,-1 2-2394,-16 26 35,1 7 40,-3 8-58,4 31-5,-4-12-122,5 33-220,-6-14-318,2-9 0,0 0-225,4 11-1919,5-12 0,5-3 2838,17-7 0,-6 2 0,-4-20 0</inkml:trace>
  <inkml:trace contextRef="#ctx0" brushRef="#br0" timeOffset="6941">5269 7926 11861,'-17'-56'1566,"1"0"0,-1 0 0,-1 5 0,-2 1 1,-1 8-1276,-1 7 0,-5 7 327,-26-5 1,-2 8-1122,24 13 0,-2 4 699,-19 2 0,-10 3 1,4 5-991,-2 11 0,1 7 832,16-5 0,-4 2 0,1 2 0,4 0-22,1 3 1,3 1 0,1 3 9,-7 11 0,1 4 0,3 4-26,12-6 0,2 3 0,2 1 0,1 1-9,-1 0 1,1 1 0,1 2 0,1 1-291,1 6 1,0 3-1,3 0 1,4-3 259,4 5 0,4-2 0,5-2-3,5-4 1,4-1 0,3-4 10,3 6 1,8-6-52,18-3 1,9-9-335,-1-14 1,6-9 351,4-3 1,6-4-1,0-4 58,-6-5 1,-2-3-1,1-1 19,-1-1 0,0-1 1,-1-6 36,-10-4 1,0-5-1,-2-2 1,-5 2-183,3-4 1,-2-2 213,5-8 0,3-7 0,-7-1 17,-16 4 0,-5-2 0,-3 0-55,1-2 1,-2 0 0,-3-3-4,-3-7 0,-4-3 0,-5 3 13,-6 10 0,-4 1 1,-2 2-11,-2-8 1,-5 3 20,-5 11 1,-6 1-1,0 5 236,-4 6 1,-3 5-395,-15-8 1,-3 7-239,10 16 1,2 6-23,9 2 0,3 5-5813,-26 24 5984,32-1 1,4-4 0,14-9 0</inkml:trace>
  <inkml:trace contextRef="#ctx0" brushRef="#br0" timeOffset="7940">6975 7668 14320,'1'-6'4789,"0"0"-2969,-1 6-559,15-59-393,-13 37-602,4-13 0,-5 4-3,-14 19-112,-12 6-72,-7 4-57,2 4 51,-26 11-56,25-3-1,-3 3 1,-1 1-22,-4 2-1,-15 7 28,18-7-5,7-1-17,7 0-11,7 1 5,6 0 12,4 0 28,8 1 33,5 2 0,6 0 23,4 2-12,0 1-16,-3 2 16,-5 0 12,-6 2-6,-3 0-6,-6-1 0,-4-3 1,-5-3-12,1-4 28,3-5 102,4-4 94,3-4-56,4-5-145,3-7-45,8-7 5,7-9-22,12-1-11,8 2-6,5 8-33,4 6 22,0 11-6,4 12-5,1 12-377,-1 12 366,-7 8-1,-14 7-61,-20 8 19,-17-25 1,-8 0-31,-6 4 0,-6-1-455,-9 2 1,-3-3 347,-4 0 0,-1-3-193,-1-5 1,-1-4-430,4-5 1,0-6-913,7-5 0,2-6 1736,-15-21 0,24 8 0,12-9 0</inkml:trace>
  <inkml:trace contextRef="#ctx0" brushRef="#br0" timeOffset="8325">6840 7269 17753,'-55'-6'619,"-1"0"0,0 1 1,1 3-1,1 2 1,3 8-413,11 8 1,2 6-1,1 2-1029,-3 4 0,-1 2 0,2 3 891,-2 4 0,1 3 0,2 2-47,0 4 1,2 3-1,2 2-26,2 3 1,2 2-1,3 1-4,4 1 1,3 2 0,4-1-3,3-2 1,4 0 0,5 0-156,5-6 0,4-1 1,6-2 154,5-5 1,6-3 0,4-4-21,7-4 0,6-4 0,3-4 4,7-3 0,4-4 0,3-3 18,4-3 1,3-2-1,1-4-1,-13-3 1,0-2 0,1-2 0,0-1-114,1-1 1,-1-2 0,1-1 0,-1-2 135,0-3 0,-1-1 0,0-2 0,-1-2-275,-2-1 0,0-2 1,-1-2-1,-2-1 287,-2-1 1,-1-2 0,-1-1 0,-3-2 16,9-10 0,-4-2 0,-3-3 49,-5 0 1,-4-2 0,-5-1-58,-5-2 1,-4-1-1,-4-1 6,-4 0 0,-5 0 0,-4-1-13,-5 1 0,-4 0 0,-5 2-4,-3 2 1,-4 1-1,-5 3 4,-4 4 0,-6 2 0,-2 4-8,-6 2 1,-3 5 0,-2 2-8,-5 4 0,-2 3 0,-1 3-92,-2 3 1,-1 3-1,0 1-28,1 3 1,1 1 0,2 3-262,5 1 0,2 2 1,1 2-2654,-11 4 1,4 2 3020,15 0 0,6 1 0,-3 5 0,21-7 0</inkml:trace>
  <inkml:trace contextRef="#ctx0" brushRef="#br0" timeOffset="8858">9353 5712 13953,'23'-36'1544,"0"0"1,1 0 0,7-13-1,-9 14-624,-18 29-746,-9 13 285,-21 32-243,7-9 0,-2 3-740,-9 14 1,-2 7 478,2-2 1,-1 4-1,2-2-39,8-15 0,0-2 0,1 4-1410,-1 9 0,-2 6 0,2-1 0,4-6 1253,3 1 0,3-3 1,-5 11-1,3-6 1,8-15-1</inkml:trace>
  <inkml:trace contextRef="#ctx0" brushRef="#br0" timeOffset="9414">9188 6961 12819,'10'-50'2431,"0"0"0,-3-2 0,-6 10-1894,-9 24 348,-14-6-229,-4 18-180,-11 8-45,-15 21-269,4 12-719,18-5 0,1 2 565,9-7 0,2 1-5,-4 13 0,1 3-12,4 4 1,3 0 5,1-9 1,3 2-1,-1 16 0,16-3 42,38-21 0,7-7-11,-28 1 0,2-4 62,35-5 0,-2-15 134,-25-16-40,-1-13-21,-17-4-85,-10 4 73,-14-6 23,-16 5-112,-8 4-85,-14 7 12,1 19 1165,10 5-1316,-16 21 44,28-10-381,2 5 1,3 3-2135,8 5 2633,6 14 0,7-24 0,8-6 0</inkml:trace>
  <inkml:trace contextRef="#ctx0" brushRef="#br0" timeOffset="9825">9432 6601 15254,'-39'-49'1272,"-1"1"1,6 19 0,-3 3 0,2 6-1061,3 8 1,-1 6 115,-24 7 0,0 7-384,26-1 1,0 5 223,-12 11 0,-5 7 0,6-1-543,7-2 1,2 5 410,-1 5 1,-4 8-1,1 4 1,5-4-451,7 0 0,4-1 0,1 3 407,-2 2 0,0 5 0,0-1 0,4-3-1,3-4 1,3-2-1,3 2-37,3 14 0,4 4 1,6-7-339,10-4 0,7-3 347,-1-6 1,4 2-1,6-7-5,3-13 0,5-6 0,2-3 13,5-3 0,3-4 0,-1-3 22,11 2 1,3-6 27,-2-8 1,4-4-1,-6-2 6,-12 2 0,-1-4 36,-3-4 1,6-5-1,-1-3 1,-7 0 19,3-12 0,-6-4-42,-2 1 1,0-4 0,-5 2-23,-4-3 0,-7-1 10,-2-14 1,-7-4-16,-8 17 0,-3-1 0,-2 0-2,-1-1 0,-1 0 0,-2 0-242,-3-6 0,-3-1 0,-2 4 220,-10-4 1,-3 6-9,7 12 0,-5 6-365,-27-2 0,-3 8-189,0 8-1068,-2 7 1,1 5-3482,15 12 5120,-14 6 0,38-5 0,2-1 0</inkml:trace>
  <inkml:trace contextRef="#ctx0" brushRef="#br0" timeOffset="10265">9707 5608 14230,'-6'-55'1589,"0"1"0,1 6 0,-2 7-351,-10 10-253,5 11-318,2 7-460,5 7-162,2 6 95,6 12 62,7 10 44,12 19-159,-5-13 0,2 1-243,-3-3 0,2 2 176,4 6 1,2 4 0,-1-2-618,5 7 0,1 0 584,-1 0 0,3 2 0,0-1-515,-3-6 1,0-1-1,1-1 360,2 3 0,1-1 0,1-1-249,2 1 1,1-1 0,1 0-1155,3 0 1,1 0 0,0-2 1223,-3-3 1,0-2 0,-3-2 0,3 0-1,-4-3 1,7 5 0</inkml:trace>
  <inkml:trace contextRef="#ctx0" brushRef="#br0" timeOffset="10758">10699 6979 22649,'21'-46'268,"0"0"1,2 4 0,4 10-171,3 21 0,2 8-315,4-1 1,0 4 252,4 5 1,0 4-9,1 4 0,-1 6-14,2 6 0,-3 4-665,0 5 1,-3 3 658,-2 2 1,-3 3-18,-4-1 1,-4 2-29,-4-3 1,-5 1-18,-3-3 1,-4-1-215,-3-3 1,-1 0-467,-2 25-1007,-1-9-5893,1-12 7634,0-14 0,0-12 0,1-8 0</inkml:trace>
  <inkml:trace contextRef="#ctx0" brushRef="#br0" timeOffset="10974">11040 7328 17160,'-4'-3'2980,"1"1"-2740,3 2-94,12-68-113,18 32-551,-6-10 0,6 0 355,7 22 1,5 4-115,5-2 0,2 2-96,1-1 1,2 2-175,-2 1 1,-1 2-639,-6 2 1,-1 0-1956,-6 1 1,-3 1 2407,12-7 0,-21 7 0,-15 6 0</inkml:trace>
  <inkml:trace contextRef="#ctx0" brushRef="#br0" timeOffset="11307">11474 6477 10500,'-44'-13'1264,"0"0"1,0 0 0,-1 2 0,-1 1 0,-1 4-816,-8 6 1,-2 5 0,2 1-806,-4-1 0,-2 4 607,9 3 0,-7 5 0,0 2 0,9-2-1127,0 3 0,1 4 1069,4-1 0,-5 4 0,0 3 0,5 1 70,4 4 0,5 2 1,-1 4-110,4-4 0,-1 2 0,1 2 0,3 1-58,4 1 1,1 0 0,3 1 0,2 0-26,0 12 0,4 1 0,7-1-53,7-5 1,6-1 0,8-2-38,6-4 0,7-3 1,6-3-5,8-3 1,7-5 0,3-3 1,-6-8 0,3-2 0,1-3 0,2-1-245,5-2 1,1-2 0,2-2-1,0-1 257,5 0 1,1-3 0,1-1 0,0-1-394,-11-1 0,1-1 0,1-2 1,-1 0-1,1 0 408,1-2 1,0 0 0,0 0 0,1-2-1,-1-1 12,-1 0 0,0-1 0,0-1 0,0-2 0,0-1-191,3-4 1,2-2 0,-1-1 0,-2 0 0,-4 0 202,-5 3 1,-4 0 0,-1-1 0,-1-3 56,5-6 0,1-3 1,-5-2-1,-9-1-45,-5-13 0,-10-4 60,-5 8 0,-3-2 1,-5-2-143,-5-1 1,-6-2 0,-6 0-101,-5 4 0,-5-1 0,-3 1 0,1 3 30,-1-1 0,0 5 0,-6-1-260,-6 1 0,-5-2 0,-4 4 1,0 5 369,-13 5 0,-3 6 0,5 1 0,-2-7 0,2 3 0,-4 9 0,1 1 0</inkml:trace>
  <inkml:trace contextRef="#ctx0" brushRef="#br0" timeOffset="12690">4189 8948 17540,'-40'16'346,"1"0"0,0 0 0,-3 3 0,0 1 0,1 4-206,1 4 0,1 3 0,0 2-822,-4 1 0,-1 2 0,0 0 723,0 2 0,0 0 1,0 1-42,2-1 0,1 0 0,1 1-36,3-2 1,2 1-1,1-1 41,4-4 1,2 1 0,1-1-477,-5 11 1,4-1-2126,8-6 0,4-1 2206,-2 17 0,12-22 0,5-17 0</inkml:trace>
  <inkml:trace contextRef="#ctx0" brushRef="#br0" timeOffset="13533">3188 10243 19081,'-43'31'259,"-1"0"0,1 1 0,-8 0 0,6 3-168,16 4 1,3 6 0,5-2-1480,4-3 1,3-1 1392,-6 8 1,4 0 2,11-7 1,7-4 440,21 11-418,-4-21 0,5-3-3,7-6 0,5-4 0,15-4 0,3-6 36,-5-6 1,-1-2-5,-1 0 1,-1-3 20,-4-5 1,-4-4 119,13-14-70,-23 12 1,-2-2 384,7-31-336,-23 10-130,-13 1-50,-25 5 0,-10 9-12,10 10 1,-2 0 11,-3 3 0,-2 2 25,-13-2 1,1 2 667,14 5 1,0 0-652,-22-5 0,2 1 375,7-1-353,-1-3 1,2-2 41,4-8-22,-6-14 545,31 13-617,18-6 72,18 8-90,17-1 11,-2 15 1,1 3-11,18 3 7,-5 12 1,-2 5-3,-5 6-213,-3 3 0,0 3 173,6 20-195,-17-7 0,-2 4-317,-9-3 0,-4 1-650,-3 8 1,-6 2-1426,-8-8 1,-5-1 2217,0-5 1,-1-3 0,-6 9 0,6-20 0</inkml:trace>
  <inkml:trace contextRef="#ctx0" brushRef="#br0" timeOffset="13966">3466 9949 14684,'-37'-28'639,"-1"-1"1,1 1 0,-1 3-1,0 1 1,-1 7-329,-8 7 0,-2 8-99,-8 4 1,-1 7-75,15 0 0,1 3 1,-1 3-730,-3 4 0,1 5 0,1 2 660,-2 6 0,0 3 0,3 4-41,10-6 0,0 2 0,2 2 0,1 2-475,-1 3 0,2 3 0,2 0 1,1-1 455,-2 7 0,2-2 1,2 4-6,5-6 0,0 2 0,3 2 1,4 0-46,3-2 0,3 1 1,3 0-1,1-1-6,2 15 1,3-1-1,6 0 12,2-14 0,2 0 0,5-2 0,5-6 7,12-3 0,7-6 0,1-6 22,-5-4 1,0-5 0,4-3 6,16-3 1,5-5 0,2-5 19,-11-5 0,2-4 0,1-2 0,1-1 9,1 0 1,0-1 0,2-2 0,0-2-229,-6 0 1,2-3-1,0 0 1,-2-3 0,-2 0 272,3-4 1,-3-3 0,-1-1 0,-2-1 20,-3 0 1,-1-2-1,-2-2 1,-2 0-147,-5 0 0,-2-2 0,-2 1 0,-2 0 94,0-2 1,-4 1 0,-5-4 59,-4-16 1,-6-6 0,-9 4 85,-6 14 0,-6 4 0,-3-3-203,0-1 0,-3-4 1,-2 1-1,-4 4-64,-12-5 1,-5 4 0,-3 3-72,-6 2 1,-3 4-1,-3 3-142,11 12 0,-2 2 0,-1 2 0,0 2-2987,-18 0 0,-1 3 0,4 3 2941,12 4 0,3 2 1,3 1-1,-7 2 1,9 2-1,16 0 0</inkml:trace>
  <inkml:trace contextRef="#ctx0" brushRef="#br0" timeOffset="46035">4185 9004 7811,'-6'-2'6419,"1"1"-3142,5 1-2936,-8-7 421,7 5-459,-8-6-96,9 8-16,-1 0-141,0 3 174,4 1-106,-1 0 268,6 1-274,-3-2 151,6 2-173,-5-2 235,12 7-230,-8-5 84,19 12-67,-7-2 11,13 12-22,-2 4 45,3 7 66,1 6-175,3 2 179,-19-23 0,2 0-85,2-1 1,2 1-43,2-2 1,0 0-1654,3 1 1,-1-2 1642,18 11 30,-12-7 0,-3 0-36,2 2 42,0 4 0,-1 3 30,-2 9-83,5 8 67,-10 4-57,-13-19 215,4 13-242,-5-14 3352,0-5-3430,2-6-91,-2-8 124,20-3 0,-22-8 0,13-1 0</inkml:trace>
  <inkml:trace contextRef="#ctx0" brushRef="#br0" timeOffset="48678">5574 10406 17126,'9'-52'1465,"-1"0"1,-3 1 0,-6 7-901,-13 13-368,-4 3 10,-12 12-134,-3 10-45,-19 8-20,22 5 1,-1 3-506,-4 6 0,0 3 497,0 5 0,0 2-6,2 4 0,2 1-5,4 2 0,3 1-9,5-3 1,4 2-23,7-1 0,4-1 59,13 13 301,17-10-273,1-22 157,17-9 89,-4-15 73,9-9-51,-22 0 1,-2-4 123,12-18-207,-6 0 195,-16 9 688,-12 17-917,1 3-263,-4 8-168,0 11 218,0 4 6,0 19 11,2 11 0,3-4 0,1 2-26,0-2 1,2 1-961,3 9 1,1-1 588,6 15-264,-4-21 0,1-2-1445,14 20-1443,-4-21 1,1-1-4791,18 9 7625,-4-13 1,-22-22 0,-13-6 0</inkml:trace>
  <inkml:trace contextRef="#ctx0" brushRef="#br0" timeOffset="49052">5891 10259 10881,'-25'-43'1254,"-1"1"1,1-1 0,0 1-1,1-2 1,1 1 0,-3 8-1334,-9 5 0,-2 10 457,3 9 0,-2 6-53,-18 4 0,-4 5-211,-3 5 1,-1 6-593,11 0 0,0 4 1,3 4 514,5 5 0,3 2 1,2 1-8,-9 10 1,3 3 4,11-3 1,0 5 0,4 0-3,6-4 1,3 0-1,1 3-13,-3 9 1,1 2 0,4 3-21,7-9 0,2 2 0,3-1 0,4-1-12,3 5 1,4-2 0,5-1-274,6 3 1,6 0 0,3-7 290,8-4 0,8-8 5,-2-13 0,6-4 0,1-4 6,-3-5 0,0-4 0,4-3 15,5-1 0,5-3 0,0-1 0,-4-1-15,-1 1 0,-3-2 0,3-4 46,6-4 0,6-6 0,-3-1 0,-9 1-5,-4-1 1,-3-5 64,-2-1 1,6-7-1,-2-1 1,-7 1 74,2-13 1,-5-4-97,-3 4 1,1-4 0,-7-2-40,-10 7 1,-6-1 0,-3-1-38,-4-1 0,-3-1 0,-3 2-9,-2-10 0,-7 1-1,-9 7 1,-7 0 0,-4 7-48,-10 4 1,-7 7-53,-1 2 1,-4 1 0,1 6-75,-8 5 1,-3 10-1516,11 6 0,-6 5 0,-1 2 0,6 0 1388,7-1 1,4 1-1,-2 1 1,-7 1-1,-1 1 1,8-1-1,-11 5 1</inkml:trace>
  <inkml:trace contextRef="#ctx0" brushRef="#br0" timeOffset="56170">4284 8886 7514,'5'-8'5036,"-2"1"-4789,-3 7-214,0 0 96,-19 14 73,3-1-1,-18 14-111,13-9 83,-10 7 35,-14 2-175,9-4-145,-21 4-2218,19-13 2330,7-5 0,8-3 0,18-6 0</inkml:trace>
  <inkml:trace contextRef="#ctx0" brushRef="#br0" timeOffset="56660">4230 8928 5960,'-1'-3'4648,"1"1"850,0 2-4843,-9-12-100,7 8-370,-7-8-68,9 12-45,0 0 434,3 3-394,5 3-34,6 6-50,7 6-308,4 6-3433,5 8 3713,-4-1 0,-10-11 0,-6-8 0</inkml:trace>
  <inkml:trace contextRef="#ctx0" brushRef="#br0" timeOffset="63326">11822 2824 12347,'53'-11'172,"0"0"1,0-1-1,0 1 1,0 0-1,1 0 1,0 0-1,0 1 1,0 1 0,0 2 160,7 2 1,0 3-1,0 0 1,1 1-1199,-8-1 0,1 0 0,0 0 0,1 0 0,0 0 932,3 0 1,1 1-1,0-1 1,0 0-1,1 1-209,2-1 0,2 0 1,-1 0-1,0 0 1,-3 1 188,3-1 1,-3 0 0,1 1 0,4-1-84,-7-1 0,5 1 0,2 0 0,0-1 0,-2 0 0,-4 1 185,-6-1 0,-2 1 0,-2 0 0,2 0 0,3-1-254,4 0 1,4 0-1,1 0 1,1 0 0,-2-1-1,-3 1 112,0 0 0,-3-1 0,-1 1 0,-1-1 0,1 1 85,-4-1 0,1 1 0,-1-1 0,0 0 0,-2 0 102,9-1 0,-1 1 1,-1-1-1,-2-1-54,-5 1 0,0 0 0,-3 0 1,-1-1 334,7-1 1,-3-1 0,-5 0-54,4 1 1,-6-3 2706,12-20-2358,-55 8 1036,-8-6-1719,-21 10 1,-9 2 141,-19-6-620,15 6 0,-1 1 152,-9 0 1553,-6-2-1008,33 10-148,-3-1 902,28 6-1207,7 4 917,23 6-62,9 5-448,-10-2 0,2 2 1197,4 3 0,1 2-1694,3 4 1,1 3-611,1 4 1,-1 2 504,-9-6 1,-1 3 13,8 20 1,-6 0-1503,-8 5 1673,-19-12 1,-6 7 0,-1-10-1,-5-2 1,-7-4 0,-1-1-1</inkml:trace>
  <inkml:trace contextRef="#ctx0" brushRef="#br0" timeOffset="77529">17409 2499 17227,'9'-52'1278,"1"0"1,-1-2 0,1 4 94,-1-1-454,0 0-5969,-5 19 5106,-2 16 1319,-2 9-1420,3 12 977,2 13-848,4 20-31,-4 1 1,0 5-32,-1 0 1,-2 1-128,1 2 0,-1 1 108,-3 1 0,1-1 1370,0-11 0,2-1-1365,1 7 1,3-1-76,6 0 0,4-4-311,2-10 0,4-3-981,7 0 0,2-4-1750,17-2 3109,7-8 0,-32-8 0,-2-1 0</inkml:trace>
  <inkml:trace contextRef="#ctx0" brushRef="#br0" timeOffset="78078">18694 2244 17104,'-3'-3'4335,"2"1"-2951,1 2-1267,-66 5 40,31 24-76,-13-1 0,1 4-36,17 23-14,12-7 0,8 0-488,17 3 507,3-16 1,4-3 5,19 1 36,4-17 1,3-6 52,21-4-14,-17-6 1,0-3 75,-11-5 1,-4-3 307,18-21-246,-20 3 353,-15-29-460,-16 26-2,-8-7 0,-6-1-54,-16-6-56,8 14 1,0 2 98,-8-4-149,-7 3-112,23 20-2515,-20 1 2627,16 20 0,2-5 0,9 6 0</inkml:trace>
  <inkml:trace contextRef="#ctx0" brushRef="#br0" timeOffset="79635">12092 5136 9615,'-48'0'1005,"0"0"1,0 0-1,-18 0 1,17 0 713,41 0-666,18 0 112,31-2-765,1 0 1,5 0-1110,-1-1 0,5 0 873,2 0 0,8 1 0,3-1 0,-3 0-736,-8 1 0,-2 0 0,2 0 0,3 0 603,-4 0 1,3 0 0,2 0 0,1 0 0,0 1 0,-2-1-411,7 1 0,-1 0 1,0 0-1,0 0 0,1 0 381,-9 1 1,1-1 0,1 1 0,-1 0 0,-1-1 0,-2 1-206,1 0 1,-3 0 0,-1 0 0,2 0 0,4 0 166,-4 0 0,3 0 0,3 0 0,0 0 0,-1-1 0,-1 1 0,-4-1-197,3 0 1,-3 0 0,-2-1 0,2 1-1,2-1 139,4 0 1,4 0 0,1 0-1,0 0 1,-1-1 0,-5 0 9,10-2 0,-3-1 0,-3 0 0,-1-1 71,-7 1 0,-1-1 1,-1-1-1,-3 0 338,5-1 1,-1-2-1,-5 0-166,8-5 1,-7 0 65,8-9 1969,-33-14-1897,-39 11-28,-27-13-121,9 22 1,-5 4 555,-7-1 0,-3 2-396,-3 0 0,-2 1 16,1 1 1,1 2-59,3 1 1,2 2-66,6 1 1,3 2 2892,-19-3-2982,23 5 581,18 1-665,20 5 22,18 6 6,24 5-42,-10-5 0,4 0-329,10 1 1,3 0 322,-8-2 1,2 0-4,4 1 1,4 2 0,-3-1-48,1 3 0,0 2-22,-7-2 1,3 1-1,-5 3-305,-2 4 1,-8 4-89,-11 1 1,-8 2-1846,-18 33 2302,-13-26 0,-5-3 0,-6 5 0,-5-4 0</inkml:trace>
  <inkml:trace contextRef="#ctx0" brushRef="#br0" timeOffset="80161">17486 4656 19563,'10'-37'1616,"0"1"0,1-10-1121,-1 5 1,-2 2 142,-5 7-369,-4 14-202,0 11-39,-1 37-5,3 9-12,0-3 0,-1 4-296,2 0 0,-1 1 285,0 4 0,1 2 0,0 2 0,1 0-6,0 0 1,3 0-1,1-4 1,4-1 5,1-4 0,4-2-23,3-5 1,4-3-247,12-1 1,4-5-287,0-7 1,1-4 55,0-1 1,2-3-1670,6-7 0,-1-4 2168,0-4 0,-4-1 0,19 1 0,-7-6 0</inkml:trace>
  <inkml:trace contextRef="#ctx0" brushRef="#br0" timeOffset="80612">18719 4626 20061,'0'-8'4386,"0"2"-3530,-3-56-351,2 44-264,-2-44-219,4 64 17,4 14-11,4 14-1721,-1 4 0,-1 3 1699,2 19-289,-5 6 0,-3 1-1412,-4-1 1695,2-20 0,-1 5 0,0-8 0,0-1 0,0 15 0</inkml:trace>
  <inkml:trace contextRef="#ctx0" brushRef="#br0" timeOffset="81510">14313 6945 25420,'48'-2'-398,"0"0"0,0 1 1,6-1-1,1 1 1,3-1 208,-9 1 1,2 0-1,1-1 1,0 1-844,4 0 0,1-1 0,0 1 0,1-1 940,2 1 1,0-1 0,1 1 0,-1-1-383,0 0 1,0 0-1,0 0 1,-1-1 386,-1 0 0,-1 0 0,-1 0 0,0-1 32,-5 1 1,-1-1 0,0-1 0,-2 0-159,8-2 1,-2 0 0,-3-1 607,13-5 1,-6-1-295,-15-1 0,-5-2 145,8-22-49,-26-6 105,-26-1 79,-19 2 62,-23 8-205,17 20 0,-3 2 565,-4 2 1,-2 2-519,0 1 1,1 2-54,4 1 1,1 1 2463,-16 0-2584,22 3 391,18 1-469,21 6 55,16 5-39,22 11-30,-17-7 0,3 1-186,5 4 1,2 1 159,3 2 1,1 2 2,1 2 0,-2 3-36,-1 2 0,-3 1-205,-5 2 0,-6 2-753,-6-1 1,-6 3 996,-9 2 0,-4-2 0,-2 5 0,-10-7 0</inkml:trace>
  <inkml:trace contextRef="#ctx0" brushRef="#br0" timeOffset="82135">17702 6633 17117,'7'-52'1716,"-1"1"0,-1 5 0,0 6-881,1 7-305,-3 10-334,-1 11-133,1 9-12,1 14 33,5 28-62,-3-2-224,-1-1 0,-2 2 216,-2-6 0,0 1-3,-1 9 1,1 1-4,1 0 1,1 0-15,4 4 0,3-1 1,5 13-7,2-23 1,3-3-33,20-2-77,-12-13 1,4-3-522,6-4 1,2-5-3172,6-2 1,1-4 3812,-3-2 0,-2-2 0,14-1 0,-25-1 0</inkml:trace>
  <inkml:trace contextRef="#ctx0" brushRef="#br0" timeOffset="82495">18586 6585 21114,'-16'-50'868,"0"0"0,1 9 1,8 5-617,20 6-129,11 11-56,24 1-78,-10 8 16,22 8-16,-18 14-17,7 11 23,-8 16-1,-15 13 11,-25-10 1,-6 0 0,-8 20-498,-10-14 0,-5-2 514,3-15 1,-3-3 2,-5 7 0,0-1-104,3-6 0,3-1 68,-13 16 17,25-6 16,16-16-16,34-3-46,27-16-798,-13-4 0,5-1-617,-10-1 1,2 0 0,-1-1 1162,0 0 1,-1 0 0,-4 0 0,5 0 0,-5 0 0,8-1 0</inkml:trace>
  <inkml:trace contextRef="#ctx0" brushRef="#br0" timeOffset="83515">14222 9971 14762,'-52'0'1701,"1"0"0,-1 0 0,22 0-1522,35 0-28,24-1 1,12 1-80,2 0 1,5 0-920,5 0 1,8 0 0,0 0 865,-13 0 1,1 1 0,0 0-1,-1-1-502,9 1 1,-2-1-1,3 1 509,-4 0 1,2 0 0,2 0 0,-1 0-11,0-1 1,1 0 0,-1-1 0,1 0-16,0 0 0,-1 0 1,1-1-1,0 0-1,4-1 0,0 1 0,0-2 0,-5 0-15,1-2 0,-5-1 1,-1-1-292,-7 1 1,-2 0-1,-3-2 337,7-3 0,-5-2 13,7-6 12,-40-12-33,-40 11 19,0 6 0,-4 2 479,2 5 1,-2 2-405,-16-1 1,-4 2 305,-2 0 0,-1 1-34,3-1 1,1 0 108,-5 0 0,7 0-302,7-1 2026,18 1-2222,31 2 1451,17 0-1445,22-1 2,-9 3 1,2 0-473,9 0 1,3 1 468,4 2 1,1 1-9,-10-1 0,1 2 0,18 7 1,-1 4-4,-22-2 0,0 2-16,15 7 0,-2 5-51,-18-2 0,-6 4-252,-7 2 0,-4 1-408,0 21-608,-21-19 1,-6-1-8491,-18 18 9146,-2-4 1,6-18-1,17-22 1</inkml:trace>
  <inkml:trace contextRef="#ctx0" brushRef="#br0" timeOffset="83980">17765 9600 19003,'17'-47'1261,"0"-1"1,0 1-1,6-16 1,-3 7-388,2-1-219,-10 18-279,-6 18-315,-5 10-139,-1 10 27,1 15 57,2 15 16,1 27-2,0-19 0,0 4-557,1 5 0,2 2 537,1 3 0,2 0-3,4-2 0,3-1-6,4-2 1,3-3-54,4-4 1,4-3-200,3-3 1,3-3-384,1-4 0,2-3-1310,1-6 0,1-3 1954,4-4 0,-3-4 0,6 1 0,-6-8 0</inkml:trace>
  <inkml:trace contextRef="#ctx0" brushRef="#br0" timeOffset="84491">18809 9377 20235,'7'-43'548,"-1"0"1,0 4 0,4 8-325,24 14-167,-10 8 10,17 2-5,-5 7-12,16 8-28,8 9-5,-30-3 0,1 3-12,-1 3 1,-2 2-9,-2 2 1,-3 2-4,11 26 12,-17 1 27,-24-5 34,-18-5 6,-14-8 62,-5-11 128,6-8 202,8-9 61,13-6-117,8-6-168,6-3-118,7-3-56,6 2-11,11 2 17,9 4-6,12 3-11,10 6-11,9 6-298,-29-3 1,0 2 249,1 1 0,-2 3 6,-2 1 0,-2 1-3,15 22 11,-18 3 28,-23 2 12,-25-2-311,-26-4 212,16-19 1,-3-3-503,-4-1 0,-1-2-304,-2-2 0,0-2-2809,1-2 0,1-2 3663,6-1 0,4-2 0,-10-1 0,21-1 0</inkml:trace>
  <inkml:trace contextRef="#ctx0" brushRef="#br0" timeOffset="85723">18028 9568 19434,'-25'-44'647,"-1"0"1,1 3 0,10 10-334,20 20-18,2 1 8,5-1-2,3 3-33,-1-1-73,-1 4-168,-6 2 73,-3 4 83,-2 6-16,2 7 96,1 18-102,1 5-89,-2 1 67,3 8 28,0-6 33,3 13-327,0 2 277,-2 2-33,-1-2-88,-2-2 38,1-5-1,3-7 39,6-7 85,7-9 84,11-9-40,14-8-78,13-9-427,-24-2 1,0-2 299,1-1 1,-1-1-3,-2 0 0,-1-1 215,25-4-249,-27 6 79,-9 2-73,-19 4 40,-1 2-18,-2 3 662,-2 3-679,1-2 107,-4 3-56,-4-2-28,-10 3-17,-15 0 11,2-3 1,-2-2-18,-17 2 0,9-3 1,-2 0-610,-15-3 635,24-2 0,-1-1 19,-26-7-33,30-2 0,2-3 0,-8-6-6,-11-16 6,20 9 11,-7-6-11,5 2 5,-3-4 6,9 5-22,2 2-6,9 0-6,7 4 621,2-19-598,8 2-6,2-6-5,3 16 5,0 1 17,-3 11-17,-1-3-11,-1-2 17,-2 6-17,0 0 17,-1 4 5,0 4-5,1-3 17,0 4-34,1 2-6,-2 5-89,1 2 56,3 6 33,2 5 17,5 11-5,1 8-17,0 7 5,-4-3 17,2 14 0,-2-3-17,-1-8 1,0 3 2,0-6 1,-1 0-126,0-1 0,1 0 122,4 28 12,-3-17-1,1 18-10,-2-19 5,-2-3 5,-2-21 1,2-3 33,0-7 12,11 2-23,7-6 28,17-2-45,-3-5 34,21-6-12,-7-3-89,-14 1 0,-1 0-991,19-6 1047,-2-4 0,-33 11 0,-7 3 0</inkml:trace>
  <inkml:trace contextRef="#ctx0" brushRef="#br0" timeOffset="131302">7052 8679 19921,'-3'-52'2230,"0"9"-1950,3 40-107,-1 1-307,1 2 167,-3 9 141,-2 12 11,-8 23-112,1-2-1,-5 1 1,-2 1-45,4-12 0,-1 0-244,-6 14 1,0-1 212,6-11 0,1-2-8,-8 24 22,9-17 12,3 1-23,6-20 28,1 1 39,4-14 174,0-6 16,2-7 309,3-11-521,8-18-6,5-17-399,-7 20 1,1-2 378,1-3 1,0 0-3,-1 0 0,0 0 16,-2 1 1,-1 1 17,4-14 173,-5-6-56,-6 28 11,0-6 17,-2 18-51,-1 7-94,1 4 740,-1 3-914,-1 2 17,-1 5 123,0 12 5,-3 19-22,1 0-3,-2 0 0,-1-1 3,0 2-6,-2 0 1,0 0 5,0-5 28,-2 7-11,8-24 95,2-8 387,1-6-471,-1-22-22,-1-5 5,0-26-11,0-4 11,6-4 17,4 6-17,4 10-28,-3 17 12,-2 13-124,-5 9 51,-1 5 5,0 11 95,2 8-5,-1 20-11,1-3-37,-5-3 0,-3 2-339,-11 19-537,2-14 1,-2 1-1114,0-7 1,-1-2 1222,-12 22 0,13-22 0,9-17 0</inkml:trace>
  <inkml:trace contextRef="#ctx0" brushRef="#br0" timeOffset="132932">6900 9931 14936,'-13'-49'2100,"0"0"1,3 9-1,0 6-442,-5-2-1316,8 23 212,-6-3-615,9 14-130,0 5 141,2 4-3325,2 35 3380,0-12-404,0 17 0,1 6-128,1-16 1,1 1-1023,2 17 0,0 0 62,1-18 0,1-1 1487,5 7 0,1-5 0,-4-10 0,6 7 0</inkml:trace>
  <inkml:trace contextRef="#ctx0" brushRef="#br0" timeOffset="133305">7260 9834 13961,'-2'-40'3520,"0"1"1,-6-22-3342,-9 64-73,-6 19-38,3 3 27,-8 26-70,16-19 0,3 1-28,0 0 1,3 1-18,8 10 0,5-3 15,7 4 16,14-3-5,0-23 50,1-6 123,8-3 376,1-22-124,-9-8-212,-7-10 195,-12-12 96,-13-9-258,-8-2-56,-11-2-68,-6 19-66,-4 13-40,5 10-44,-9 8-51,-4 16-11,2 4-129,-3 14-414,20 0-28,9-6-7467,15 8 8122,7-17 0,-1 3 0,0-12 0</inkml:trace>
  <inkml:trace contextRef="#ctx0" brushRef="#br0" timeOffset="133689">7254 9263 15149,'-61'5'941,"0"1"0,0-1 0,2 3 0,1 2 0,5 2-754,4 5 1,4 4-383,8-1 1,1 3-1,1 4 294,2 7 0,3 3 0,1 3-416,-1 1 0,1 3 0,3 2 334,-2 10 0,4 4 0,4 0-14,8-6 1,4 1 0,4-1-19,3 1 0,5 0 0,3-1-6,4-1 0,3-1 1,5-2-244,4-3 1,4-2 0,3-4 221,4-3 1,3-4 0,2-4 22,4-4 1,2-4-1,1-5 19,3-3 0,0-4 0,2-4 18,-1-4 1,0-3 0,0-3-249,-1-2 0,-2-2 0,0-4 299,-4-2 0,-1-4 0,-2-2-8,13-13 1,-4-6 164,-7-4 1,-6-6 2,-7-3 1,-7-4-84,-6-5 0,-6-2-94,-9 18 0,-3-2 0,-2 1-11,-3-3 0,-3-1 1,-2 1-22,-4 0 0,-2 0 1,-3 1 12,-1 3 1,-2 1 0,-3 3-12,0 4 0,-2 2 1,-3 4 301,-17-7 1,-4 8-365,-2 9 1,-2 7-149,1 8 1,0 6-438,4 5 1,2 5-2728,6 2 0,4 4 3352,9-2 0,4 0 0,-4 4 0,17-8 0</inkml:trace>
  <inkml:trace contextRef="#ctx0" brushRef="#br0" timeOffset="134506">7510 8437 16796,'-46'-26'1790,"-1"0"1,4 2-1,11 6-1050,22 14-544,6 1-286,0 1 185,27 14 23,16 7-90,-3 0 0,5 3-655,6 2 1,2 3 634,6 3 0,0 3-10,-17-11 0,0 2 1,0 0-39,-1 1 1,-1 1 0,0 0-676,-1 0 0,-1 1 0,-1 0 715,9 8 0,-4-2 0,-12-10 0,-4-3 0,2 2 0</inkml:trace>
  <inkml:trace contextRef="#ctx0" brushRef="#br0" timeOffset="135495">8549 9490 10567,'-4'-8'4733,"-11"-30"0,-2-5-4435,6 17 38,-5-16 0,-1 2 662,5 21-221,3 6-564,1 1-317,4 7-2,3 5 16,7 19 79,7 10-78,11 26-208,-8-24 0,0 2-740,2 4 1,-1 1-2266,1 1 1,-1 0 2828,-2-5 0,-2-2 1,4 8-1,-8-20 0</inkml:trace>
  <inkml:trace contextRef="#ctx0" brushRef="#br0" timeOffset="135727">8803 9373 18683,'3'-46'1594,"0"0"1,-1 7 0,0 6-1069,-4 11-515,0 14-89,0 6-45,0 21 111,2 10-72,6 26-123,-1-23 0,1 1-322,4 4 0,3-1-385,1-1 1,3-1-521,2-3 0,2-2-795,13 9 2229,-3-19 0,-2-4 0,-10-5 0,16 2 0</inkml:trace>
  <inkml:trace contextRef="#ctx0" brushRef="#br0" timeOffset="136101">9191 9171 11979,'-30'-43'910,"-1"-1"1,1 0 0,0 4 0,-2 2 0,-1 9-528,-9 11 1,-2 8-31,-4 1 0,-2 6-99,-2 7 1,2 3-182,11-1 0,1 4 36,-14 15 0,5 8-90,16-4 1,3 5-344,2-1 0,-1 4 1,3 2 326,6 1 1,3 2 0,2-1-7,-3 13 0,5 2-21,5 3 0,3 5 0,5-4-4,7 3 0,5-2 7,-1-4 1,2 1-1,6-4-2,1-16 1,5-3 0,2-5-4,19 10 1,6-8 36,4-8 1,2-7-12,-12-5 0,3-6-11,-2-7 1,3-4 0,-3-3 80,2-7 0,-2-3-20,10-1 1,-1-6 87,-21-4 0,-3-6 1,-5-1 1,-2-8 0,-5-3-90,8-7 1,-6-6 21,-14 6 1,-7-5 0,-3 2-9,-5-4 1,-4-1 0,0 6 0,-1-4 1,-5 5 1,-11-5 0,-7 8-56,-5 8 1,-5 8-12,9 11 0,-5 6-38,-5 8 1,-5 4 0,3 5-157,-5 4 1,1 5-248,3-1 0,-2 1 1,4 3-3156,-4 9 0,5 2 3596,11-3 0,4 1 0,-3 5 0,19-11 0</inkml:trace>
  <inkml:trace contextRef="#ctx0" brushRef="#br0" timeOffset="137382">8990 7743 9072,'0'-9'7931,"0"3"-7539,0 6 946,0 0-631,-24 31-422,11-12-61,-8 9 0,-3 4-6,0-2 1,0 0-376,-2 1 0,-1 1 230,-5 5 0,-1-1-20,6-8 0,1-3 9,-15 14 61,-6 2-61,24-22 134,-1 0 56,18-14-129,7-12-112,3-1 0,20-28 6,10 0-9,-7 8 1,2-1-111,1 2 1,0-1 126,1 0 0,-2 0-8,16-16 25,-19 15 1,-3 1 52,0-6 79,3-8 38,-18 19-32,-7 8-52,-7 6 697,-5 5-808,-2 7 16,-7 10-5,-16 26-17,16-14 1,0 1-214,-6 10 0,-1 2 196,3-3 0,1 1-352,0-1 0,0 1 352,1-3 1,1 0 13,2-3 0,1-1-8,-12 20 12,8-13 38,8-13 135,6-11 397,5-10-526,2-14 684,2-11-729,5-19-5,6-11-6,5 6 19,0 10 1,2 1-430,11-12 421,-10 16 0,-2 1 6,6-6 11,-11 14-28,-8 12-45,-4 9 34,-8 16-6,-7 12-50,-13 16-241,-5 10 332,6-9-24,11-7 0,3-3 0,3-10 0,-1 17 0</inkml:trace>
  <inkml:trace contextRef="#ctx0" brushRef="#br0" timeOffset="137916">9086 7805 22179,'-29'-29'358,"1"1"0,-11-9-139,54 57 27,15 10-27,15 8-685,-16-18 1,3 1 521,3 1 0,2 0-14,1 1 0,1-1-6,-1 1 1,-1-1-18,-2 0 1,-3 0 45,-2-2 0,-3 1-222,18 19-1288,-10-3 1445,-5-1 0,-16-17 0,-2-4 0</inkml:trace>
  <inkml:trace contextRef="#ctx0" brushRef="#br0" timeOffset="138732">11300 7741 14897,'0'-3'4459,"0"1"-1502,0 2-2526,-34 60-162,10-13-757,-3 3 0,-1 2 530,8-15 0,1 0-11,-1 1 0,0-1-3,-1 0 0,0-1-17,1-1 0,0-2 133,2-3 1,0-1-168,-12 17-150,9-13-337,8-14-498,8-14-224,16-20 78,12-18 661,-4 9 0,2-4-1056,9-13 1,1-1 1548,-8 13 0,-1-1 16,9-13 1,-2 0-161,1-11 230,-13 20 1,-2 0 70,-3 2 0,-1 1 319,6-28 476,-1 0-632,-7 22 324,5-5-23,-6 22-122,4 0-202,-3 8 3270,1 6-3326,-1 11 255,-1 1-266,2 13 27,1 3 23,6 7 118,14 10-168,5-4-553,5-3 401,-13-16 1,2-1-43,0-3 0,2-1-25,10 4 1,4-1-15,13 3 0,2-2-53,-9-2 0,0-2-36,-1 0 0,-2-1-667,-5-2 0,-2-1 759,-8-1 0,-3-1 0,15 3 0,-11-2 0</inkml:trace>
  <inkml:trace contextRef="#ctx0" brushRef="#br0" timeOffset="157807">3692 13287 13645,'-47'-38'1426,"1"-1"1,0 1-1,7 8-193,13 18-192,-7 1-811,11 11-92,4 11-82,12 3 84,6 17-72,8 8-40,7 19-9,2-18 1,5 0-407,0-6 0,1-1 406,1-1 1,3-4 55,4-6 1,1-6 69,-1-7 1,2-4 56,10 1 0,4-7-45,-4-8 0,2-5 0,1-2-105,-1-3 0,0-2 0,1-2-580,0-1 0,0-2 0,1-3 563,-5 1 0,2-2 0,0-1 0,-1 0-620,1-1 1,-2 0 0,2-1 0,3-2 624,-7 5 0,2-1 0,1-2 0,1 0 0,1-1 0,0 0-255,-3 3 1,0-1 0,1 0 0,1-1 0,1 0 0,1-1 0,2-1 238,-1 1 0,3-1 0,2-1 1,0-1-1,1 0 0,0 0 0,-1 1 1,-1 2-1,-3 0-157,1 1 0,-2 0 0,-2 2 0,0 0 0,0 1 0,3-2 0,2-1 143,-4 3 1,3-1 0,1-1-1,2-1 1,0 1 0,1-1 0,-1 1-1,-1 2 1,-3 1 0,-1 2-92,11-6 0,-3 3 0,-1 2 1,-1 1-1,1-1 0,3 0-7,-9 4 1,2-1-1,0 0 1,1 0 0,1 1-1,-1 0 1,0 1-1,-2 1-653,4 1 1,-1-1 0,0 2 0,-1 1 0,0 0 0,-1 1 0,-2 2 740,9-3 0,-1 2 0,-2 1 0,-3 1 0,-3 2 0,7-2 0,-5 3 0,-5 3 0,-9 4 0,-1 0 0</inkml:trace>
  <inkml:trace contextRef="#ctx0" brushRef="#br0" timeOffset="160999">26321 2960 17675,'1'-53'2091,"1"-1"0,-1 7 0,-5 9-1727,-9 19-325,-3 13-27,3 20-57,3 18-67,3 27-140,5-19 0,2 3-1166,3 9 0,0 4 1418,1-10 0,0 2 0,0-4 0,0-4 0,0-3 0,0 1 0,0-1 0</inkml:trace>
  <inkml:trace contextRef="#ctx0" brushRef="#br0" timeOffset="161400">26619 2730 15070,'-18'-39'1334,"-1"0"1,0 0 0,-13-13-1,-7 7-869,2 22 0,-5 4 0,1 4-1590,-5-1 1,-1 5 1281,-3 6 0,-4 4 0,3 4-23,-7 9 1,1 6-94,9-1 0,-1 3 0,1 4-616,0 4 1,1 4-1,2 3 578,0 5 1,2 3 0,2 4-8,11-9 0,2 1 0,1 2 0,2 1-16,2 2 0,2 1 1,2 1-1,2 1-8,4 0 0,2 1 0,3 0 0,2-2 0,0 4 0,3-2 0,9 0-31,10-1 0,6 2 1,6-3-1,2-5 27,7-4 0,4-6 1,4 0-76,2 2 0,4 1 0,3-2 0,0-5 84,-2-7 1,1-4 0,1-3 0,0-1-385,1-1 0,0-2 1,1-2-1,-1-1 443,1-2 1,-1-1-1,0-2 1,0-3 5,-3-1 0,0-3 0,0-2 0,-2-1-76,-3-3 0,0-1 1,-1-2-1,-3-3 75,10-10 0,-2-3 0,-6-2 194,-9 7 1,-4-2 0,-4-5-197,2-19 0,-6-8 0,-6 2-22,-8 14 0,-4 2 0,-2-3-23,0-17 0,-2-4 1,-6 4 18,-5 14 0,-4 2 0,-5 3-17,-4 3 0,-5 2 1,-3 4 223,-6 3 0,-4 4 0,-3 3-437,-6 4 1,-3 3 0,-2 4-675,-5 3 0,-2 4 1,-1 3 794,11 4 1,-1 3 0,0 1 0,6 0 0,-13-1 0,6 2 0,5 4 0,1 1 0</inkml:trace>
  <inkml:trace contextRef="#ctx0" brushRef="#br0" timeOffset="161833">25895 4097 21611,'20'-45'849,"0"0"1,0 2 0,-10 17-699,-23 40-129,-1 4 9,-6 9 0,-2 6-37,-2 3 1,-1 5-1100,1-4 1,-1 3 0,0 2 775,-2 6 1,-1 2-1,0 2-1867,6-10 1,0 1-1,0 0 1,1 0 2195,-5 9 0,2 0 0,2-4 0,-2 3 0,4-6 0,-2 7 0</inkml:trace>
  <inkml:trace contextRef="#ctx0" brushRef="#br0" timeOffset="162448">25152 5339 21416,'-19'-58'739,"0"-1"1,2-2 0,6 10-528,12 19 108,21-23-225,9 27-28,19-4-33,3 22-1,1 17-39,-20 9 1,-3 5-12,11 13-488,-16 1 0,-4 3 466,-11-5 0,-5 1-6,1 12 0,-4 2 8,-9 3 1,-6-1 27,-6 3 1,-6-3 33,-6-1 1,-4-4 27,-2-5 0,-1-3 56,2-7 1,0-3 41,6-7 0,1-4 402,-12 3-307,18-14-139,17-15-67,19-8-35,16-7-38,22-1 1,-19 13 1,4 1-129,17-3 1,2 1-231,-16 4 0,1 0 135,20-3 0,1-1-332,-18 4 0,0 0-312,10-2 0,0-2-1224,-3-1 1,-2-2 2122,-4-3 0,-5-1 0,4-1 0,-15-2 0</inkml:trace>
  <inkml:trace contextRef="#ctx0" brushRef="#br0" timeOffset="162789">25579 4956 16605,'-46'-3'917,"1"1"1,-1 0-1,-9 4 1,-2 3-1,3 2-2502,8 2 0,2 2 1,0 2 1625,1 0 0,0 2 0,1 3-6,-1 6 1,2 3-1,3 3-67,6 0 0,3 1 0,0 4 15,-6 7 0,-1 4 1,4 4-12,8-2 0,1 3 0,3 2 0,2-2-43,0 8 0,3 0 0,5 2-94,4-10 0,4 2 0,1-2 0,4-3 61,5 13 1,8-4-60,6-17 1,5-2 0,3-4-169,14 2 0,8-6 312,-11-10 1,6-1 0,0-2 0,-2-2 307,-1-1 0,-2-2 0,3-2-260,2-3 0,4 0 1,0-3-1,-4-3 94,17-7 1,-2-5-7,-11 2 1,1-4-1,-1-2-24,-4-5 1,0-2-1,-3-6-33,5-12 0,-2-5 0,-5 0-49,-11 13 0,-3 0 0,-1-6-4,0-9 0,-1-9 0,-2 0 0,-5 6-7,-3 0 0,-5-1 11,-2 6 0,1-6 1,-3 0-1,-4 5 426,-9-14 1,-9 4-396,-6 6 1,-6-2 0,-5 6 60,1 9 0,-4 4 0,-4 3-212,-9-2 1,-5 4 0,2 5-96,-4 4 0,-1 7-926,13 4 0,-1 3 1,3 1 770,2 2 1,3 2-1,-27-2 1,33 3 0</inkml:trace>
  <inkml:trace contextRef="#ctx0" brushRef="#br0" timeOffset="163239">26734 3961 23562,'34'35'56,"-8"-6"0,3 2-112,4 6 0,3 2-963,-5-5 1,2 2 0,2 1 214,-2-1 0,2 1 1,0 1-1,-1-2-2473,4 6 0,-1-2 0,-1 0 2774,-1-2 1,-1 0-1,-5-5 1,-5-6-1,-6-5 1,-7-10-1</inkml:trace>
  <inkml:trace contextRef="#ctx0" brushRef="#br0" timeOffset="163889">27403 5030 14309,'-1'-5'4705,"0"1"-3467,1 4-511,27-70-525,-11 50-20,9-20 0,6 5 64,19 31-170,-6 5 0,4 3-704,-5 4 0,1 2 594,9 4 0,-2 4 23,-17-4 0,-3 2-20,4 6 0,-4 1 259,4 18-161,-5 14 12,-22-18 280,-32 6-102,-11-29 35,-19 2-124,13-13 285,-13-13-167,25-3 955,-6-6-1011,20 5-163,8 6-39,5 4-51,11 7 29,0 1-23,23 11 12,15 6-1700,-12-4 1,2 1 1704,-5-3 0,2 2 0,20 11 0,-1 2-245,-20-11 1,-2 2 238,12 6 1,-6 1-54,-6 9 70,-24-11-16,-53 6-40,15-22 0,-3-3-131,-6 5 1,-4-2 55,1-4 1,-3-3 0,2-1 913,-3-2 0,1-1-1203,4-1 0,-3-1 0,3-1-1518,-2-6 1,4-2-2990,9-3 1,4-2 4275,-7-8 0,20 6 1,11 14-1</inkml:trace>
  <inkml:trace contextRef="#ctx0" brushRef="#br0" timeOffset="164247">27995 4784 14454,'-3'-6'1812,"-27"-15"0,-12 0-938,-16 6-583,20 1 0,-6-2 1,-2 7 74,0 11 1,-3 7 0,0 2 0,5-1-1734,-11 1 0,0 4 1407,8 3 1,-6 3 0,2 3 0,8 2-16,-3 13 0,8 5-25,6-7 0,0 4 0,5 1-6,3 0 1,3 1-1,8 4-17,9-1 1,6 4 0,3 0 0,1-5-23,0 14 0,13-2-51,11-14 1,14 4 0,6-1 0,2-3 0,-4-9-432,3-5 1,-1-8-1,6 1 526,-2 1 0,5 2 0,3 1 0,0-3 0,-5-5-157,-4-6 1,-2-3-1,-2-2 1,2-2 220,-1 0 0,0 0 0,1-3 0,-1-2 32,13-2 0,0-4 0,-1-5-448,-13-3 0,0-3 1,-1-3-1,-5 0 375,-2 1 1,-3-1-1,-2-5 2,5-12 1,-3-7-1,-9 0 15,-11-6 1,-9-4-53,-1 9 0,-3-2 0,-3 0-12,-4 1 1,-5 0 0,-3 1-19,-3 3 0,-3 0 1,-6 4-24,-4 3 1,-4 2 0,-5 5-90,-5 3 0,-4 4 0,-3 4-639,-7 2 1,-3 5-1,0 2 794,4 4 0,0 1 0,3 2 0,-4 0 0,6 2 0,-8 4 0</inkml:trace>
  <inkml:trace contextRef="#ctx0" brushRef="#br0" timeOffset="164891">25040 6630 18828,'9'-47'1117,"0"0"0,-1 5 0,0 7-692,1 13-307,-3 11-85,-4 9 63,-5 19-29,-12 24-84,0-6 0,-3 4-593,0-4 1,-3 3 0,-1 1 491,-5 8 0,-3 1 1,-1 2-74,4-8 0,0 0 1,-2 1-1,-1 1-528,1 0 0,-1 1 0,-2 0 0,1 1 0,2-1 719,-5 5 0,2 1 0,0-2 0,2-3 0,-5 5 0,2-2 0,4-5 0,5-4 0,0 1 0</inkml:trace>
  <inkml:trace contextRef="#ctx0" brushRef="#br0" timeOffset="165507">23883 8013 10394,'0'-11'4915,"5"-28"0,2-5-3258,1 11-1200,0-11 0,-1 4-211,-1 24-347,-5 13 107,-4 17 67,-2 4-17,-5 14 0,-2 7-42,-1-5 0,0 2-569,-7 20 0,-1 4 563,2-6 1,1 0 5,3-1 0,2 0 19,3 1 1,3-2-20,4-19 0,3-3 103,9 30 175,7-43 66,9-6-67,10-24-39,10-19-126,-18 7 0,0-1-213,2-4 1,0 0 203,0 0 1,-1 1-23,-1 1 1,-2 3-23,11-11 1101,4 5-1186,-23 20 12,2 5 6,-15 20-12,-5 19-22,-9 19-50,1-18 0,-2 2-339,-3 5 1,-2 0 4,0 4 0,0-1-330,1 1 1,3-1-415,2-4 0,5-3-1107,10 22-1238,20-27-3433,24-26 6934,3-18 0,-16 0 0,-14 0 0</inkml:trace>
  <inkml:trace contextRef="#ctx0" brushRef="#br0" timeOffset="165874">24615 7948 12551,'-29'-51'1057,"0"-1"1,0 1 0,-1 3-1,-2 3 1,-3 8-481,-16 6 0,-4 10-1105,14 8 0,-1 3 1,-1 3 698,-3 2 1,-1 2 0,0 4-81,-1 3 1,-1 4-1,1 3-63,-1 3 0,1 4 0,2 3-15,-1 5 0,2 5 0,1 3-11,0 5 0,2 3 0,2 4-564,10-9 0,1 2 0,2 2 0,1 1 542,0 2 0,2 1 1,2 1-1,2 3-25,2 8 0,2 3 1,2 0-1,3-3 22,0-3 1,3-3 0,5 2-45,6-4 0,2 4 0,6-2 0,5-8-85,20 8 1,12-8 63,-7-8 1,6-2-1,2-4 47,6-4 0,4-4 0,1-4-178,-12-6 0,1-2 0,0-2 0,0-2 285,1-2 0,0-2 0,-1-3 0,0-2 13,-1-1 1,-1-3 0,0-3 0,-2-2 80,12-7 0,-2-6 0,-3-3-54,-4-4 1,-2-5 0,-4-3-42,-4-4 0,-3-3 1,-4-3 166,-4-3 1,-3-2-1,-4-1-180,-3-2 1,-4-1-1,-4 0 52,-3 2 1,-3 0 0,-5 1 112,-3 4 0,-5 2 1,-3 2-153,-4 5 0,-3 2 1,-5 3-37,-4 5 1,-4 2 0,-2 4 145,-3 3 1,-3 3 0,-1 3-249,-2 3 0,0 2 0,-1 3-133,1 2 1,0 3 0,1 1-334,-16 2 1,2 5 538,7 4 0,4 2 0,-4 1 0,17 6 0</inkml:trace>
  <inkml:trace contextRef="#ctx0" brushRef="#br0" timeOffset="166357">25744 6464 12595,'-3'-8'8782,"1"1"-8101,-10-25 0,0-6 192,6 13-652,-7-14 1,2 4-144,10 26-100,1 6 44,9 8 23,10 8-6,19 18-39,-12-7 0,1 3-560,4 9 0,1 4 498,1 7 0,-1 4-434,-9-12 0,-1 1 1,-1 1 267,1 2 0,1 1 0,-1 1-734,1 0 1,0 1-1,1 0-1032,0 0 0,1 0 0,0-2 1994,-2-5 0,-1-1 0,-2-4 0,2 3 0,-3-6 0,4 5 0</inkml:trace>
  <inkml:trace contextRef="#ctx0" brushRef="#br0" timeOffset="167114">26589 7765 22285,'8'-54'73,"-7"16"-28,-11 48 33,-11 7 17,-4-1 68,-22 6-91,12-8 203,-24-2-174,36-9 117,-13-3 84,24-2-218,3 1-106,5-1-101,4 2 95,0 5 84,3 13-51,1 5 46,5 15 10,0 0-10,-1 4-29,-4-9 73,-2 12-33,-2-23 67,-6 20-28,2-25-1,-3 3 264,4-13 140,2-5-83,-1-11-270,1-5-50,0-10-73,2-1-11,3 6-12,10-3-5,15 8 12,-5 4-24,34 6 1,-16 14 6,9 2-23,5 16-12,-10 6 12,-19-12 0,-1 4-22,-3 8 0,-6 2-378,-5 25 282,-18-24 0,-8-2-62,-11-8 1,-4-5 75,2-2 1,-3-4-816,-21 1 1,-2-6-662,16-7 1,0-1 223,-6 0 1,-2-4 1383,1-15 0,5-3 0,12 6 0,-14-18 0</inkml:trace>
  <inkml:trace contextRef="#ctx0" brushRef="#br0" timeOffset="167490">26524 7444 17585,'-43'5'490,"0"1"1,0 0 0,-2 3 0,1 3 0,2 5-426,2 8 0,3 6 1,0 2-1275,-4 5 0,1 2 1,1 2 1234,0 3 0,2 3 0,1 0-10,3 2 1,2 1 0,3 0-168,6-2 1,2 1-1,5-1 179,5-4 0,4 0 0,6-1 14,12 16 0,12-4-3,-2-21 0,5-1 1,4-4 2,7-1 1,5-3 0,3-3 15,6-1 0,3-3 0,2-3-171,-11-4 1,1-3 0,1 0 0,1-2 199,1-1 0,0-1 0,1-1 0,2-4 71,7-3 0,2-3 1,0-2-1,-3-2-67,-8 0 0,-2-2 0,-2-1 0,0-2-39,13-4 0,-1-2 1,-6-6 33,-8-3 0,-4-4 0,-5-3-400,-1-11 0,-5-6 353,-8 9 0,-2-3 1,-4 1-35,1-11 1,-6 0 9,-9 12 0,-5-2 0,-5 2-4,-8 3 0,-5 2 0,-3 1-28,-2 1 0,-3 1 1,-5 2-42,-9-2 0,-5 3 0,-2 5-63,0 10 1,-2 6-1,-1 3-193,-3 0 0,-1 3 1,-1 3-871,-1 4 0,0 2 1,1 2 1183,7 0 0,2 2 0,3 0 0,-1 2 0,6 1 0,-5 3 0</inkml:trace>
  <inkml:trace contextRef="#ctx0" brushRef="#br0" timeOffset="170294">23592 9105 20571,'-18'17'1450,"0"1"-1329,-5 8 0,-5 5-1049,-8 8 1,-6 4 985,10-10 1,-3 1 0,-2 3 0,1-1-720,-1 2 0,0 0 0,-1 0 0,-1 2 598,3-3 0,-1 2 0,-1 0 1,2 0-1,1-2-121,0 4 1,2-2-1,2 0 1,1-1 71,-1 1 0,2-1 0,1 2-2747,-2 9 1,1 3 0,5-6 2858,6-9 0,2-2 0,-3 8 0,3-6 0,8-13 0</inkml:trace>
  <inkml:trace contextRef="#ctx0" brushRef="#br0" timeOffset="170926">22476 10676 13267,'3'-7'6251,"-1"2"-5321,-2 5-404,0 0-235,-25-61-73,-3 48-114,1-13 0,-3 5-12,1 29 0,-2 11-757,-4 5 0,-1 3 685,-6 8 0,1 2-15,7-5 1,0 3-14,0 3 1,-2 5-1,4-1-6,1 3 0,2 1 1,2-4 0,0 3 0,4-2-21,2 6 1,6-3 5,5-4 0,4-3 189,7-6 0,3-2-116,14 17 45,4-20 498,18-12-95,-10-23-90,14-15-106,-8-27-1587,-17 8 0,-3-3 1374,-5 13 0,0-1 95,-1-13 0,-3 1 936,-3-1-830,-6-4-116,-8 16-130,-8 13-67,-6 9-33,-5 9 3245,0 9-3537,0 9-285,3 9 44,9-1-2005,0 14-325,11-15 2076,1 12 0,4-23 0,1 1 0</inkml:trace>
  <inkml:trace contextRef="#ctx0" brushRef="#br0" timeOffset="171343">22726 10309 18775,'-49'-27'339,"0"-1"0,0 1 1,-1 3-1,-1 4 1,1 8-174,5 13 0,1 9 1,0 1-679,-4 3 1,-1 3 0,1 3 565,-2 5 0,0 3 0,2 3-559,-2 6 1,2 3-1,1 3 503,12-8 1,0 2 0,2 1-1,0 2-8,1 2 0,2 1 1,0 2-1,2 0-6,2 0 1,1 1 0,2 0 0,2 1-5,3-2 0,2 1 1,1 0-1,3-1 64,0 11 1,3-1 0,5-1-83,4-5 1,4-2 0,5-1-19,10 14 0,9-5 36,10-7 0,7-7 20,-9-17 0,3-3 0,2-4-271,5-2 1,1-3-1,2-4 323,4-2 0,1-3 1,0-3 47,1-4 1,1-4 0,-1-4 29,0-3 1,-1-4 0,-2-3-6,-2-5 0,-1-4 0,-3-3-140,-2-4 1,-3-5 0,-3-1 75,-2-4 1,-3-3 0,-3-2-23,-3-3 0,-2-2 0,-3-1-9,-3 0 0,-3-1 0,-2 1-12,-2 3 1,-3 0 0,-4 1-8,-3 6 0,-2 1 0,-5 2 400,-8-14 0,-8 5-445,-10 9 0,-6 4-72,-7 8 0,-5 4-160,-4 6 0,-1 4-353,0 5 0,1 3-1863,3 3 1,3 2 2207,9 3 0,4 1 0,-6 0 0,21 2 0</inkml:trace>
  <inkml:trace contextRef="#ctx0" brushRef="#br0" timeOffset="171835">24285 9139 18380,'-25'-39'1481,"0"-1"0,2 2 0,4 11-1235,14 22-308,1 2 107,8 11 185,24 28-180,-2-3-379,4 3 0,5 5 321,-3-6 0,2 2-569,-4-4 0,1 1 0,0 1 524,0 2 1,1 1 0,-2 1-176,0 0 1,-1 0-1,-2 2-929,-3-1 0,-1 1 1,-1 0 1156,-3 3 0,-1 0 0,-2-4 0,-1-4 0,-3-3 0,5 27 0</inkml:trace>
  <inkml:trace contextRef="#ctx0" brushRef="#br0" timeOffset="172345">24692 10676 20901,'14'-47'220,"0"1"0,3 5 1,4 11 713,19 24-783,17 16-56,-25 4 0,0 5-45,1 4 1,-1 2-393,3 11 1,-2 4 352,-9-1 1,-4 1-10,-4-8 1,-3 2-11,-1 6 0,-3 1 5,-4-3 0,-1-1 3,3 25 24,-5-19 1,-1-2-148,-3-3-51,2 8-289,-2-14-4444,8-10-246,1-5 5153,9-5 0,-9-11 0,1 0 0</inkml:trace>
  <inkml:trace contextRef="#ctx0" brushRef="#br0" timeOffset="172951">24834 11079 20160,'16'-45'-202,"0"0"1,5 3-1,6 8 109,10 16 1,5 7-472,5-3 0,3 2 527,4 0 1,0 0-499,2 1 1,0-1 324,-2 0 0,-1 0-191,-3-2 0,-3-1-450,-5-2 0,-3-2-793,-6-2 0,-5-3-927,-6-3 0,-5-2 140,2-21 2386,-14 15 1,-6-2 44,-9-3 0,-5 0 100,-1 1 1,-4 0 1221,-10-5 0,-6 4 92,-1 12 0,-3 3 25,-7 3 1,-1 2-804,9 6 0,-2 1 268,-12 3 1,-5 3-347,17 5 1,-2 2-1,0 1-280,-1 1 0,-1 1 0,-1 3-343,-6 1 1,-1 2 0,2 3 194,9 1 1,3 3 0,0 2-39,-15 12 1,2 6-6,4 5-1,4 5-12,18-11 1,1 3 0,4 1-212,1 4 1,2 1 0,4 2 147,3 3 0,3 2 0,3-2-5,0 10 0,9 1-6,12-2 0,9 2 0,5-5 7,-1-16 1,4-6-1,5 2 5,0-3 0,6 1 1,2 1-1,1-3 1,-4-4-278,8 2 1,-3-6-1,6-1 284,3-2 1,7 0 0,-1-3 0,-8-3 8,4-1 0,0-4 71,-2-2 1,8-1-1,0-1 1,-8-2 20,4-1 1,1-4 94,-3-3 1,8-3-1,-1-3 1,-9-4-65,-15-2 0,-7-3 1,2-3-296,12-9 0,2-4 1,-8-4 212,-14-1 0,-8-2 0,-3-3-17,-2-4 0,-5-2 1,-5-1-33,-4-4 1,-4-1-1,-5 1-15,-5-3 1,-3 1 0,-3 2-4,2 11 0,-1 2 0,-7 0-46,-7 0 1,-8-2-1,-3 2 1,1 6-105,-5 2 1,-1 5 0,-4 1-123,10 5 0,-4-2 0,-1 1 0,-2 2 0,2 4 139,-10 2 0,-1 3 0,2 3 0,5 1 0,-13-4 0,5 4 0,6 6 0,0 0 1</inkml:trace>
  <inkml:trace contextRef="#ctx0" brushRef="#br0" timeOffset="192020">29048 8365 18520,'-20'-26'1176,"0"0"1,-12-15-779,35 36-236,-2 2 118,-17 23 17,-14 20-216,1-3 1,-6 6-904,6-8 1,-3 4 0,-2 0-1,3-1 835,-3 1 0,2-2 1,-4 3 1,3-2 1,-4 2 0,-1 2-1,0 0 1,1-3-575,-1 2 0,1-3 1,0 0-1,-2 3 559,0-1 0,-1 2 0,-2 1 0,1 1 0,-1-1-342,-1 0 1,0 1 0,0 0-1,-1 0 1,1 0 146,1 0 0,-1 0 0,0 0 0,1 1 0,1-1-1066,0 0 1,1 0 0,0 0 0,2-1-1,1 0 1261,-3 3 0,1 0 0,2-2 0,3-3 0,2-2 0,4-2 0,3-5 0,5-3 0,-1 0 0</inkml:trace>
  <inkml:trace contextRef="#ctx0" brushRef="#br0" timeOffset="192294">27657 8957 18159,'-16'-40'903,"-1"-1"0,0 0 1,-5-12-1,5 12 276,12 25-1095,3 18 520,9 22-403,16 30-154,-3-9 1,5 4-761,-2-6 1,2 1 0,3 3 701,-3-7 0,1 2 0,2 0 0,1 0-44,4 4 0,2 1 1,1-1-1,1 0-117,-4-7 1,1-1 0,0 0 0,2 0-1,-1-1-1201,3 0 0,1 1 0,0-1 0,0-1 0,-1-1 1373,6 4 0,-1-1 0,0-1 0,-4-4 0,-1-1 0,-2-3 0,-3-2 0,-5-3 0,1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4:24:14.2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1111 2617 12354,'0'-9'3515,"5"-32"0,1-6-1561,-2 9-1318,2-11 0,-1 2 181,-4 21-402,-1 13-354,0 7-83,0 11 50,0 13-6,0 21-5,-3 22-404,0-22 1,0 3 229,-2 4 0,-1 3-1206,1-7 0,0 2 0,0-3-1650,0 3 0,0-2 3013,0 13 0,0-8 0,4-20 0,0-3 0</inkml:trace>
  <inkml:trace contextRef="#ctx0" brushRef="#br0" timeOffset="224">1528 2518 23937,'-1'-2'134,"2"16"-145,8 43-73,-5-25 0,1 2-1235,1 8 0,0 0-1375,2 16 1561,-2-23 1,0-4 0,-2-13 0,0-2 0</inkml:trace>
  <inkml:trace contextRef="#ctx0" brushRef="#br0" timeOffset="458">1970 2483 18022,'0'-5'4644,"0"1"-3037,0 4-1579,-7 4 0,5 20-45,-7 13-140,5 24-431,1-27 0,0-1-2029,0 1 0,1 0 2617,-2 21 0,2-22 0,1-17 0</inkml:trace>
  <inkml:trace contextRef="#ctx0" brushRef="#br0" timeOffset="824">2070 2188 18100,'-4'-2'3316,"1"-1"-2666,3 3-588,-27 27-23,20-2-5,-16 22-34,29-15 45,6-8 128,0-9 163,-1-8-56,-2-14-140,-1-12-5,1-14-6,-4-10-6,-2-3 73,-8 4 5,-5 8-139,-4 13 16,-21 7-106,5 13-240,-15 8-1132,12 12-6073,8 11 7473,8-1 0,9-10 0,5-8 0</inkml:trace>
  <inkml:trace contextRef="#ctx0" brushRef="#br0" timeOffset="1207">1634 2122 16684,'-4'-3'2772,"1"1"-616,3 2-2005,-59 21 79,46 14-202,-17-18 0,4 1 34,32 18 67,7-19 11,0-4 84,1-1 107,-3-6-91,-5-10-139,-3-9-22,-2-10 16,-6-7 48,-3-2 67,-6 2-19,-1 6 84,-4 8-71,7 8 31,-3 4 132,7 6 232,-1 6-337,3 6-710,2 7-1392,5 1-3998,6 0 5798,2-5 1,-2-7-1,-2-6 1</inkml:trace>
  <inkml:trace contextRef="#ctx0" brushRef="#br0" timeOffset="1518">1226 1857 22922,'-8'-1'2513,"2"0"-1813,-25 6 1,-4 3 375,6 8-676,-10-2 1,3 3 149,19 16-199,10 11-308,11-8-327,1-2 48,6-9-475,-3-13 488,0-1 214,0-12 715,-3-4 74,1-16-464,-1-5 159,0-9-1,-1-1 339,-2 4-340,2 8 46,0 12-2333,7 9 1625,12 19 1,-10-9 0,5 8 0</inkml:trace>
  <inkml:trace contextRef="#ctx0" brushRef="#br0" timeOffset="1834">2528 2603 23103,'-39'16'207,"0"0"0,2-1 0,12-3 40,23-9-40,3 1 162,9-4-133,23-2-214,-4 0-45,6-3 1,3-1-359,12-4-434,12-1-2579,-7 1 3394,-22 5 0,-5 1 0,-14 2 0</inkml:trace>
  <inkml:trace contextRef="#ctx0" brushRef="#br0" timeOffset="2833">4001 2416 23187,'-20'17'162,"10"31"-123,20 5-575,-3-13 1,-2 1 547,1 14 15,-5-18 1,-1-2 45,-7 6 349,-3 9-75,-4-28 106,0-11-279,3-10 653,-4-23-726,6-12-40,-3-27-278,8 25 1,2-2 236,1-5 0,0 1-12,1 7 0,2-1 23,1-12 0,1 1-331,3-12 328,-3 19 0,1 3 6,0-3 50,3-2-73,-2 26 6,15-11 6,0 21 698,18-1-721,5 13-11,8 6-11,-10 4 10,-11 3 1,-3 4-34,4 17 17,-12-9 0,-4 3 16,-7 26 36,-21 0 353,-5-15-355,-20 0 17,-13-10 1,-2-6-7,3-8 152,5-16-62,24-13-84,-2-1 6,16-12-11,18-2-12,6 0-27,16 1 10,-6 12-3414,25 4 3404,-21 7 7,1 2 1,3 3-86,20 11 77,-12-1 1,0 3-26,-9 0 1,-2 2-187,1 5 0,-5 1 189,-4 12-40,-19 10-77,-37-3-34,-10 0 119,15-26 1,-3-1-364,-12-2 1,0-5 3009,-2 0-4301,0-6 0,2-4 1714,7-16 0,-1 6 0,23-7 0</inkml:trace>
  <inkml:trace contextRef="#ctx0" brushRef="#br0" timeOffset="4252">4934 2408 22066,'-50'13'511,"-1"0"1,3 2 0,4 2-448,16 2 1,4 2-281,-1 1 0,1 1 278,-15 25 116,14-10-172,13 12 104,20-21-66,11 8 24,15-22 10,9-10 12,6-16 38,3-11 29,-5-14 62,-8-7 100,-11-13-196,-13 19 146,-7-12 239,-8 26-323,-3 2-96,-2 10-50,-3 8-22,-4 11 0,-2 10 11,0 12-17,3 8-16,5 6 5,14 2 11,13-1 0,20-4-244,-15-24 1,4-2 246,3-3 0,2-3 2,1-3 1,0-2-3,-2-5 0,-1-4 37,25-14-29,-26-3 0,-3-4-10,9-13 2,-13 6 0,-2-2 0,-8 5 0,-2-1-3,5-10 0,-2-4-8,0-4 0,-2-2 2,0-1 1,-1-1 19,-2 3 0,0 1-17,-3 5 1,-2 2-15,-2 8 1,-2 1 33,-10-15-23,-7 17-5,-9 17 23,-4 17-12,-5 16 6,-1 18-9,15-4 1,2 3-9,-5 19-406,10-7 0,4 1 372,5-9 1,2 0-29,3 13 1,4 1-393,3 0 0,5-1 120,7-2 1,5-3-121,4-4 1,4-3-230,4-6 0,3-4-219,0-4 0,1-5-303,-1-5 1,0-5 445,-3-2 0,0-6 248,-2-5 0,-1-4 368,-2-5 1,-3-3 192,16-15 244,-17-4 0,-2-3 179,-9 8 1,-2-1 198,8-13 0,-2-2 160,-8 9 0,-2 1 1698,6-26-1343,-11 12 275,-14 14-1014,-10 12-147,-12 10-65,-19 14-192,14 4 12,-17 17-22,21 6-17,-3 13-17,8 7-6,11 2-33,18 5 11,6-20-22,25 3-6,13-26 56,-9-3 689,14-13-672,-19-20-6,-8 2 22,2-21-16,-19 17 50,6-28 6,-8 16-3258,2-16 3275,-6 27 72,-1 5-83,-2 17-57,-3 4-5,-3 8-17,-4 10 17,-1 9 3380,2 6-3419,5 5 0,8 0-85,10-1-145,13-4-50,9-7-18,4-9 18,0-9 150,-3-13 124,-5-9 45,-5-11 28,-4-6 28,-4-5 16,-3-1 51,-3 3 91,-5 5 172,-2 7-297,-4 10 17,-2 5-72,0 6-29,0 13-11,0 2 12,5 24-40,0-13 23,7 12 5,-1-15-22,2 4 22,0-9 45,-4-6 33,-2-7-55,-2-7 28,3-13-34,-3 3-17,11-19-22,-2 12 33,12-8-22,-5 12 6,10 4-12,-5 7-22,7 5-62,5 13-128,-5 5 28,-1 4-533,-1 4-857,-4-2-1489,8 6-5041,4-1 8110,-5-5 0,-12-11 0,-9-7 0</inkml:trace>
  <inkml:trace contextRef="#ctx0" brushRef="#br0" timeOffset="5600">7353 2628 10539,'3'-4'9830,"0"1"-7024,-3 3-2078,19-63-481,-16 44-74,8-16 1,-6 4 67,-10 26-202,-1 2-22,-3 3 0,1 5-34,0-1 28,-1 6 11,3-3-22,0 0-5,3-2 27,3-2 645,-1-2-644,1-6-7,0 3 24,0-4-29,0 4 11,0 0 79,0 1-51,-2-1-22,-3-1-16,-1-1 21,-9-1-22,6 2 29,-16 0-35,11 2 23,-9 3 6,6 6-6,-3 8-23,4 0 18,-10 21-18,12-5 7,-2 20-24,11-3-10,8-9 5,11 6-22,12-14-73,0-11 0,4-2-76,-2-3 0,2-3-126,8 0 1,0-4-79,14 1-437,10-8 275,-14-9 380,8-6 221,-27-2 1,-2-3 154,11-16-34,-6-2 627,-11-8-459,-14 22 695,2-21-510,-12 25-157,-2-5-213,-1 13 45,-3 2-73,-2 5-111,3 1 10,-8 10-11,7 3-11,0 11-5,5-5-1,11 14 17,1-17 6,20 13 0,-3-20 16,10 1-21,-12-10 49,4-14-5,-12-5-17,3-12-16,-12-1 16,-3 0-17,-2 7 74,-7-6-85,2 20 11,-12-8 1,0 19-7,-10 3-4,-1 8-12,-1 8 0,7 2 0,-3 19-12,14-5-16,-1 20-78,16-5-224,11 2-298,18-5-139,-10-25 1,5-3-307,6-1 1,4-3-635,5-2 0,3-2 858,4-3 0,-1-2 653,-10-1 0,0-2 137,14-6 1,-2-3 178,-21 0 0,-1-2 118,10-6 1,-2-4 903,6-19 336,-13-5 52,-12-1-315,-10 2-381,-15 4-251,-8 9-207,-14 7 195,-5 10-442,-4 6-56,1 11-23,4 7 781,3 9-814,6 6 179,6 4-191,8 2-27,17-1 0,13-4 5,16-8-39,10-7 39,2-10 34,-2-12-17,-13-2 67,6-30-17,-18-3-387,-8 8 1,0-2 358,-6-3 1,-2-1-9,0-6 0,0 0 33,0-3 1,0 1 30,0 2 1,-1 2 35,-1 6 1,-1 2 182,-2-20-22,-5 20-68,-1 14-90,0 13-100,2 7-17,2 9 6,1 11-1,1 17-27,4 21 114,0-17 1,0 2-91,4 8 1,-1 0-28,0-7 0,0 2-239,-1 1 1,-1 3 0,0-2-975,-1 3 1,-1 1 699,-2 1 0,-1 3 0,-1-7 1,1 18-1,-7-6 0</inkml:trace>
  <inkml:trace contextRef="#ctx0" brushRef="#br0" timeOffset="6652">10342 2432 18665,'-3'-54'1383,"0"0"0,0 6 1,-1 9-847,2 19 104,-1 10-607,2 11 174,0 12-186,0 26-22,1-5 8,1 0 1,0 1 2,2 22-213,-1-21 1,0 1 212,0 0 1,-1-1 21,-2 27 293,-5-13-113,-3-17 106,-3-16-83,0-20-135,0-19-28,0-19-6,4-16-36,4 23 0,2-1-37,1-4 0,0 0 37,3-2 0,2-1 2,0 1 1,2 0-12,3 3 1,2 1-15,4-1 0,2 2-2,9-9-122,15-2 122,-7 29-3160,25 1 3159,-17 10 6,17 13-22,-22 10-11,4 15 11,-11 11 11,-12 11 362,-18 8-362,-13-22 0,-6 0 8,-3-6 1,-1-2-75,-3-2 0,-2-2 68,-2-6 1,0-4 31,-13 2 3301,-6-1-3212,11-13-39,17-12-62,8-4 6,17-10 0,7 3 313,10-4-296,18 1-28,3 8-17,2 4 0,12 9 0,-3 10 0,-11 3 0,1 2 0,14 11-28,-16 5 0,-5 2 11,-12 0 6,-6-1 0,-6 2 22,-21 12-11,-19 8-1707,-6-25 0,-5-4 1704,11-8 0,-2-2-20,-18 2 1,-1-5-199,16-8 1,1-2 110,-7-2 1,1-3-563,2-8 1,4-5-1877,-8-22-236,13-6 2784,30 0 0,-1 27 0,5 1 0</inkml:trace>
  <inkml:trace contextRef="#ctx0" brushRef="#br0" timeOffset="6866">11092 2361 18603,'5'0'3641,"-1"0"-1660,-4 0-1936,-25 72-34,23-37-2160,-6 15 0,5-1 1925,16-20-59,11 6-7156,-3-18 7439,-4-4 0,-4-5 0,-8-8 0</inkml:trace>
  <inkml:trace contextRef="#ctx0" brushRef="#br0" timeOffset="7033">11189 2207 17132,'-3'-7'6077,"0"1"-5548,-7-25 0,-3-4-125,5 9-382,-5-11 0,1 2-156,9 26-566,13 19 41,-2 2-2561,20 27 3220,1 10 0,-9-17 1,-1 1-1</inkml:trace>
  <inkml:trace contextRef="#ctx0" brushRef="#br0" timeOffset="8483">11332 2392 25909,'60'-16'17,"-14"12"-17,-27 62 11,-11-7-11,-4-13-4257,-3 2 4268,-1-25 1196,0 2-1129,1-20-11,2-13 23,3-12-45,1-3 39,13-28-40,0 19-36,-5 12 1,2 0 8,12-5 3369,1 11-3425,2 11 22,-6 9-89,10 12-308,9 20-281,2 8 123,0 5-946,-18-13 0,1-1-14,-6-9 1,1-1 663,4 5 0,2-1-1796,9-4 1,0-4 720,14-5 2013,-16-4 0,-1-5-1855,13-16 3163,-17-5 3266,1-29-2364,-16 6-1474,-6 10 1,0 0 509,1-22-229,-6 6-270,-3 9-324,-9 12-341,-3 12 106,-20 8-169,-3 14-5,-16 7-73,11 5 0,9 7 1,3 2-7,3 1 1670,2 2 1,5 2-1670,10 3 168,10 8-174,15-6 6,15-10 5,9-10 34,2-10 17,-1-16 22,-7-8-23,-12-5 197,5-27-169,-20 25 113,7-24 28,-16 28-1,0 1-83,-2 7-90,-2 7-51,-1 3-21,-2 8 10,-2 6 17,-2 12 6,2 9-11,2-2-12,12 21-11,11-15 12,7 8-7,1-21 1,2-4 6,17 4 5,9 4 5,-2-18 23,-22-15-11,9-9-11,-15-14 16,-8-8-16,-6-10 10,-5-8 57,-4 0-34,-2 3 1,0 9 38,-1 10-16,-1 11-34,-1 8-17,0 7-11,1 3-11,1 6 11,0 5 11,-1 7-28,7 5-28,8 2 45,11-2 23,9-4-12,5-6-11,0-4-6,-2-9 34,-6-5 11,-4-7-5,-6-5-6,-7-4-11,-5 1 5,-6 0 23,-5 5-11,-2 4-29,-2 6 6,1 3 6,3 3-11,1 1 33,1 0-45,0 1 23,-1 2-6,-2 1 17,0 2-16,1 0-35,1-3 23,1 1 6,1-3-1,0 3-5,0 0 0,1 1-16,0 1 16,1 0 0,0-1-6,0 0 17,1-2 6,0-1 39,-1 0-34,0-1-50,-2 0 28,1 4 0,1 1-5,0 7-1,1 4 6,0 6-11,2 4-11,4 6-90,4 6-398,7 4-935,5 3-2218,1 1 3296,-4-8 0,-9-14 0,-7-11 0</inkml:trace>
  <inkml:trace contextRef="#ctx0" brushRef="#br0" timeOffset="8873">13434 2339 21489,'-3'-5'3961,"1"2"-2741,2 3-1208,-8-15-1,24 41-11,-3-18 0,29 36 22,1-18-16,8-8-12,2-9 34,-2-10 6,-6-12 11,-8-9 27,-9-10 46,-8-5 61,-7-1 157,-3 2 67,-5 8-117,-2 7-140,-2 11-96,-1 5-22,-1 14 6,-3 13-34,-2 22-12,3-14 1,-1 3-447,1 8 0,-1 3 334,1 6 1,-1 2-1382,0 7 1,-1 2 1504,-1-12 0,0 3 0,0-6 0,2-5 0,-1-2 0,-1 0 0,-1 1 0</inkml:trace>
  <inkml:trace contextRef="#ctx0" brushRef="#br0" timeOffset="9507">15030 2324 16975,'-4'-50'946,"1"0"1,0 0 0,0 0-1,1 2 1,0 3 0,-2 4-499,-7-6 0,-1 11 452,3 22-850,-3-2 275,9 26-291,0 18 0,2 29-1563,1 1 0,2 8 1529,-1-22 0,0 2 0,0-1-10,0 3 1,0 1 0,1 0-376,-1 5 1,-1 1 0,0-2-19,-1-9 0,0-1 0,0 2-1194,0 17 1,1 3 0,-1-3-1681,0-13 0,0-3 0,0-2 2404,0 17 1,1-8 0,0-7-1,0-35 1</inkml:trace>
  <inkml:trace contextRef="#ctx0" brushRef="#br0" timeOffset="10391">14863 2639 16862,'-27'-55'1447,"-1"1"0,3 5 0,2 6-1139,0 5 735,8 7-1060,18 18-257,54 6 156,-14 8-558,10 5 1,2 3 445,1 4-39,-9-2 0,3 2-1356,-4 0 0,-2-1 1541,-8-3 0,0 0 8,3 2 1,-5-4 545,-12-10-347,-5-2 263,-17-15 259,-9-2 1063,-10-17-1294,6 16 1020,0-8-1165,11 22 3555,2-1-3802,4 7-39,11 1 6,12 12-6,15 9 6,9 12 33,-10-3-38,5 14 4,-24-17-2,-12 18 0,-10 1 37,-16-11-4,0 3 1,-6-7 86,-31-32-55,19-4 83,0-15-16,26 0-85,1 1 23,21-15-39,9 11-22,23-11-29,8 12-750,-22 13 0,0 3 711,20-4-653,-12 6 0,-1 2-103,10 0 185,-15 2 0,-1-1-942,8 3 102,-8-1 700,-9 1 2040,-7 0-1004,-6-1 1338,-5-2-672,-3-2 321,-2-4-18,0-1-241,-3 0-386,-1 3-302,-2 3-180,-2 3-62,1 6-28,-1 5 1,3 9-6,4 6-1,7 3 12,10 0-5,9-2 27,9-8-16,-7-6 117,18-8-33,-16-13-6,10-7-17,-16-12-22,-8-7-29,-9-4 102,-15-8-107,0 17-28,-15-4-5,9 23 16,-20 0-22,7 12 6,-12 7-12,9 9-22,6 11 17,8 7 0,8 6-79,13 6-252,6-17 1,3-1-112,11 12-220,-2-13 1,3-1-1653,15 3-1151,-15-12 1,2-2 2627,18 7 0,-17-12 0,-14-6 0</inkml:trace>
  <inkml:trace contextRef="#ctx0" brushRef="#br0" timeOffset="10806">16536 2449 14695,'0'-5'7691,"0"2"-4230,0 3-3293,-25-59-117,18 45-40,-21-41-28,24 65 17,1 8 34,1 9-34,10 5 11,6 0-6,8-2-16,4-6 50,1-6 23,-3-10 33,-2-7 12,-2-11-1,-2-10 56,0-17-128,-8 7 28,-1-14 72,-6 16 62,-1-4-28,-6 8-50,-4 6-46,-9 7-32,-7 6-1,-8 6 6,-6 7-68,-3 7-44,3 8 39,8 8 6,12 9-18,10-4-218,16-4 1,8 1-1465,8-1 0,4-1 1586,0 4 0,1-3 0,-2-7 1,-4-5-1,-1-3 0</inkml:trace>
  <inkml:trace contextRef="#ctx0" brushRef="#br0" timeOffset="11823">2705 3390 11110,'-8'3'348,"1"-1"-253,7-2 1501,0 0-252,46 30-66,-6-20-2780,16 7 1,5-2 1635,-26-12 1,2-3 27,16 1 1,9 1-1,-6-1-242,-11-1 0,2 1 115,-2-1 0,6 1 0,2-1 0,-2 1-7,4 0 0,-1-1 0,3 0-413,-3 1 0,4 0 1,0-1-1,1 0 409,-8 1 1,0-1 0,1 0 0,0 0 0,1 0-255,3 0 0,1 0 0,0 0 1,1-1-1,0 1 284,4-1 1,1 1 0,1-1 0,0 0 0,0 0-7,-7 0 1,0 0 0,1 0 0,0 0-1,1 0 1,0 0-12,-6 0 1,1 0 0,1-1-1,-1 1 1,1 0 0,0 0-1,1 0-81,2 0 1,0 0 0,0 0 0,1 0-1,0 0 1,1 0 0,0 1 68,-6-1 0,2 0 0,-1 1 0,1-1 1,0 1-1,0-1 0,0 1 0,1 0-28,1-1 0,1 1 1,0 0-1,0 0 0,0-1 1,1 1-1,-1 0 0,1 0 22,2 0 0,0 0 0,1 0 0,-1 0 0,1 0 0,0-1 0,0 1 0,0 0-5,-5 0 0,-1 0 0,1 0 1,0 0-1,0-1 0,0 1 1,1 0-1,-1 0 0,0-1 7,2 1 0,-2 0 0,0 0 1,0-1-1,1 1 0,1 0 0,1-1 1,2 1-1,1-1 24,-6 0 0,2 1 0,1-1 0,3 0 1,0 1-1,2-1 0,-1 0 0,0 0 1,-1 0-1,-1 0 0,-2 1 0,-2-1 1,-3 0-25,12 0 1,-4 0 0,-3 0-1,-1 1 1,0-1 0,0 0 0,2 0-1,3 0-8,-8 0 1,3 0 0,1 0 0,1 0 0,1-1-1,0 1 1,-1 0 0,0 0 0,-3 0 0,-1-1 0,-4 1 33,10 0 0,-3-1 0,-2 1 0,-2-1 1,0 1-1,0-1 0,2 1-20,-4-1 0,0 1 1,-1-1-1,2 0 0,-1 1 1,2-1-1,0 0 0,2 0-14,-4 1 1,0-1-1,1 0 1,1 1-1,0-1 1,1 1-1,1-1 1,0 0-1,1 0 1,1 1-5,-5-1 1,3 0 0,0 0 0,1 1 0,1-1-1,0 0 1,0 0 0,-1 1 0,-1-1 0,-1 0 0,-2 0-1,-2 1-5,10-1 0,-4 0 1,-2 0-1,-1 0 0,0 0 1,1 0-1,3 0 1,5 0 1,-11 1 1,5-1 0,2 0 0,2 0 0,2 0 0,0 1 0,0-1 0,0 0 0,-2 0 0,-2 0-1,-3 1 1,-3-1 0,-5 1-2,14-1 1,-7 0 0,-4 1-1,-1-1 1,3 1 0,7-1-1,-10 0 0,3 1 0,4-1 0,2 1 0,1-1 0,1 0 0,-1 0 0,0 1 1,-2-1-1,-3 1 0,-3 0-2,9-1 0,-3 1 0,-3 0 0,-1 0 1,1 0-1,0 0 0,3 0 0,-6 0 0,1 0 0,1 0 0,1 0 0,0 0 1,0 0-1,-1 0 0,1 0 0,-2 1-2,4-1 0,-1 0 1,0 1-1,-1-1 1,1 1-1,-1-1 1,1 1-1,0 0-20,1 0 0,2 0 0,0 0 0,1 0 1,-2 0-1,-1 0 0,-3 1 0,-2-1-29,9 0 1,-4 1 0,-2-1 0,0 1 0,1-1-184,-5 1 0,3 0 0,0 0 1,-2 0-1,-3 1 0,-7-1 231,6 0 0,-6 1 0,-3 0 0,11 0 0,-6 0 0,13 0 0</inkml:trace>
  <inkml:trace contextRef="#ctx0" brushRef="#br0" timeOffset="12506">17813 2154 17675,'-8'-44'1180,"0"0"0,-2 0 0,-1 10-693,2 24-336,-3-2-123,3 13 22,2 9-22,-4 11-28,2 9 0,2 6-11,4 0 22,10-4 34,5-7 0,9-7-17,-2-9 34,6-4 84,3-15 16,0-2-16,1-11 22,-15 0-95,-7 5 61,-7-2-67,-14 6-83,4 4-29,-17 4-146,8 12-1333,-8 14-155,9-2-8152,-2 17 9104,13-19 1,2 1-1,3-12 1</inkml:trace>
  <inkml:trace contextRef="#ctx0" brushRef="#br0" timeOffset="12806">17851 2461 23539,'-32'21'162,"0"1"1,-11 18 22,67-15 101,6-5 414,6-8-454,-12-7 197,2-10-258,-17-1 179,1-19-230,-7 5-55,-6-12-180,-15 5-174,0 11-2430,-20 2 2705,10 12 0,5 2 0,7 0 0</inkml:trace>
  <inkml:trace contextRef="#ctx0" brushRef="#br0" timeOffset="19832">17199 3281 20638,'-49'12'2235,"6"-2"-1647,37-10-134,-2 1 27,4 0-190,2-1-145,9 0-45,9-4-28,15-2-1,27-7-38,1 1-17,3 0 5,-21 6 1,-3 0-7,3 0 1,0 2 0,-1 0-6,-3 1-5,9 1 11,-23 2-17,-11 0 22,-6 1 34,-5-1-179,0 2-2280,0-2 2403,9 2 0,-6-2 0,5 1 0</inkml:trace>
  <inkml:trace contextRef="#ctx0" brushRef="#br0" timeOffset="24167">20174 2838 10478,'-5'-9'4760,"2"2"-2273,3 7-660,0 0-461,3-72-823,0 46 115,1-21 1,2 2 18,1 26-268,3-5-246,-5 15-113,-1 7 6,0 11-3403,1 11 3375,-1 5-77,-2 5 1,0 4 70,-3 18-5,-1-13 0,-2 0 50,-7 18 11,-5-10 113,-1-13 139,-1-14 23,0-12-106,1-18-57,2-11 3205,5-5-3227,3-34-95,7 8-162,2 12 0,2 0 136,2 5 1,2 2-6,2 2 0,2 1-9,9-13-163,18-5 147,-5 23-17,20-7 0,-4 18-11,4 7 11,1 10 28,-1 11-39,-3 13-12,-8 13 18,-11 10-12,-13 7 11,-15 1 18,-14-4 10,-9-12 40,-3-14 44,1-16 23,5-15-40,4-13-33,6-16-28,7-13-16,9-6-7,9-2-10,8 7 10,4 11 516,2 12-532,3 12 184,3 9-196,4 11-49,2 10-52,0 13-223,1 11-82,-23-17 1,-1 1-510,1 3 0,0 0-140,0 0 0,1-1-59,-1-2 0,2-2-1328,26 12 101,1-15 1177,1-17 1114,-12-11 661,-11-7 0,0-6 1205,7-16-777,-9 7 1,-2-3-183,-7 2 1,-1-1-222,-1 0 1,0 0-76,-2 0 0,0 1 486,8-22-167,-8 11-286,-13 11-296,-15 12-208,-3 10 39,-35 19-38,6 11-362,11-3 1,0 4 301,6 1 1,3 2-3,3 0 0,3 2 256,-5 27-285,16-5 11,21-10 7,26-11 10,-5-15 30,24-11 26,-19-19 1,11-13 39,-4-15 165,-25 18 0,-1-2-146,-2 0 1,-1-1 181,9-26 40,-8 5-51,-9 8-61,-3 12-73,-5 12-96,-1 9-50,-3 10 279,-5 13-295,-11 27-6,4-5-26,3-3 1,1 2-623,1 21 247,5-20 1,3 2-318,5-2 1,5-2-473,4 0 0,5-3-729,5-3 0,5-4 1930,6-3 0,0-3 0,5 2 0,-3-9 0</inkml:trace>
  <inkml:trace contextRef="#ctx0" brushRef="#br0" timeOffset="24711">22162 2786 15664,'30'-50'2306,"-1"1"0,-4 5 0,-5 6-1153,-7 3-469,-11 13-371,-12 11-201,-8 10-67,-11 12-23,-7 15-5,-5 14-9,19-14 1,0 2-339,0 2 0,0-1 327,0 1 0,0-1 3,2-3 0,0-2 39,-12 11 96,10-16 27,7-17 18,5-18 55,4-13 6,2-13 6,8-5 670,4 2-710,6 9-106,-1 11-56,0 13-23,1 10-16,5 14 16,6 13-33,6 16 11,3 9-232,-15-22 1,0 0 214,3-1 0,1 0-11,1-2 0,2-2-22,1-1 0,0-2-140,26 10-46,-2-13 18,0-13 112,-1-17 83,-3-15 23,-7-14 23,-9-12 49,-10-2 91,-9 3 55,-6 9 17,-4 10 45,-5 9 84,0 10-308,0 7 430,1 4-486,2 12 11,0 9-22,0 19-1,3 13-21,3 11-174,1 2-310,-2-29 0,0-1-917,5 27-1893,1-6 3327,2-9 0,-6-21 0,-1-8 0</inkml:trace>
  <inkml:trace contextRef="#ctx0" brushRef="#br0" timeOffset="24895">22710 2439 24861,'-32'-14'-1748,"3"-6"1,37 35 0</inkml:trace>
  <inkml:trace contextRef="#ctx0" brushRef="#br0" timeOffset="27003">23015 2819 7095,'2'-3'8659,"0"1"-3982,-2 2-3625,19-46-244,-14 31-220,13-32-292,-19 44-189,1 2-96,-3 10 6,0 4-17,-3 13 33,1 5 29,-2 6-6,-2 3 0,-1 3 11,-2 0 34,0-5 39,0-7 112,2-7 241,3-10 0,2-8-225,2-14-121,1-9-13,0-12 0,4-10-44,6-8-12,8-6 12,5-2-345,5 4 294,0 7-28,1 14 6,0 9 22,4 13-17,13 12-33,-13 4 0,17 19 0,-17 5 11,8 13 11,-6 5-5,-9 7-23,-11-20 22,-7 0 46,-11-16 27,1-8 68,-6-1 339,1-14-379,-3-11-33,3-10-34,3-11 0,8-7 1,10-5-29,11-2 17,10 4-11,8 7-12,3 12 6,0 11-11,-1 7-11,-3 11 6,-2 7-12,-3 12-28,-4 11-73,-4 10-223,-8 7-359,-7 5-359,-6-1-280,-3-5-168,2-12 320,6-16 689,9-15 453,7-20 263,5-13 275,0-14 252,0-8-259,-2-4 382,0 2-345,-12 23 1,0 2-233,6-7 207,2 2-195,-17 22-213,-2 2-62,-5 11-11,-2 12 5,0 14-5,0 12-11,0 5 5,3 1-6,5-4 395,5-8-383,6-7 28,2-11 61,1-10 29,1-14-18,-1-13-5,1-15 0,-3-10-17,-1-10-28,-10 19 1,-1-1-23,5-12 27,1-12-16,-8 35-28,0 3-134,-4 11-146,-2 10-549,-1 11-1826,1 14 2627,1 16 0,0-16 0,1 1 0</inkml:trace>
  <inkml:trace contextRef="#ctx0" brushRef="#br0" timeOffset="27576">24781 2814 26071,'-6'-14'45,"0"20"-51,1 35 18,-1 14-7,-4-1 6,-3 1-5,4-21 33,-4 1 79,4-25 55,-2-3-66,2-14-6,1-19-68,4 2 62,1-23 51,10-6-107,-1 7-14,2 12 1,2 1 18,8-7-10,8-4-17,0 11-34,1 11 11,4 10 6,6 7-5,20 15-6,-17 0-1,-10 4 1,-2 4 0,2 16 17,1 15-12,-13 2-11,-15 0 6,-13-8 33,-7-12 29,-5-13 22,3-11 27,3-15-27,8-10 34,14-26-79,4 11-17,3 4 0,4 2 39,16-8-16,12-5-12,4 11-5,2 11-17,1 11 6,3 18-23,-1 14 3,-28-6 0,-1 4-294,1 11 0,-4 4-1062,-7-3 1,-4 2 690,-2 3 1,-4-2 0,-5 3-1,-5-18 1</inkml:trace>
  <inkml:trace contextRef="#ctx0" brushRef="#br0" timeOffset="28684">27286 3018 16466,'10'-53'1062,"-1"0"0,1 0 1,-1-1-1,3-11 1,-1 1-1,-2 10-799,-2 15 0,-1 4 286,1-4 0,-1 3-140,1 4-45,2-4-336,-6 27 93,2 26-99,-2 1 23,5 42-204,-6-26 0,-2 5 172,-4 15 0,-4 7 0,1-3-782,-1-3 0,-1 1 773,0-10 0,-4 5 0,1-1 1,0-9 6,0-4 0,-1-3 6,-9 25 0,1-2-6,2-1-157,8-23 0,1-3 280,5-10 605,8-24-694,3-9-6,20-42-11,4 3 480,-6 13 0,2-1-489,-2 7 1,0 3-3,0 2 0,0 2 22,17-12-28,-9 15 434,-13 13-450,-2 8 5,4 15 0,2 6 5,6 18-5,-10-5 34,3 14-17,-4-9 5,13 13-22,-2-17 724,5-7-680,-5-19 46,-1-16-28,1-10-18,0-11 29,1-5 22,-2 1-44,-7 8 44,-1 4-50,-10 12-40,-1 1-21,-4 11 4,0 8-156,2 10-806,8 9-3014,8 5 3988,4-5 0,-8-10 0,-6-9 0</inkml:trace>
  <inkml:trace contextRef="#ctx0" brushRef="#br0" timeOffset="29767">28082 3117 9828,'-3'0'7035,"0"0"-67,3 0-6632,9-10-180,-4 8-77,8-5 16,-6 11 11,2 3 40,2 1 61,3 0 40,4-4-28,4-6-46,6-7 12,0-8 0,0-7-28,-5-6-29,-8-5-16,-6-3 12,-5 3-18,-8 6-5,-5 8-34,-8 9-33,-9 6-23,-5 12-11,-6 10 0,0 12 17,1 10-1,8 5-16,9 4-11,10 2-17,15-1 11,13-1-11,18-5 6,14-5-3,-21-21 0,2-4-243,3-2 0,0-2 198,1-3 0,-1-2 17,-1-5 0,0-3 14,25-12 23,-10-13 27,-10-11 40,-10-6-1,-7-4 12,-6 4 117,-4 4-101,-7 18 85,-2 2-1,-3 16-33,0 0-90,0 4 394,0 17-433,0 8 6,1 19-56,1 6-62,3 3-331,6 0-773,7-2-1662,10-4 2878,9-7 0,-16-17 0,0-6 0</inkml:trace>
  <inkml:trace contextRef="#ctx0" brushRef="#br0" timeOffset="29944">29051 2818 19742,'-5'-5'3585,"2"2"-3081,3 3-521,-62-28-168,43 35-311,-15-11 1,4 4-3168,27 46 3663,8-2 0,-2-13 0,3-13 0</inkml:trace>
  <inkml:trace contextRef="#ctx0" brushRef="#br0" timeOffset="30344">29557 3042 23668,'-34'-45'685,"0"0"1,8 6-1,-1 9-556,-22 25-90,9 14-17,-8 11-10,5 13 4,10 10-27,12 6 0,13 2 0,19-4-28,16-4 39,15-12 28,7-11 56,0-15 112,-5-14 106,-9-11 68,-8-8-46,-9-1-21,-7 3-96,-5 6-151,-4 9-28,-1 9-17,-3 14-5,-3 15 16,-6 22-31,2-16 1,-1 3-434,-3 6 1,-1 1 404,-3 6 1,0 0-177,-1 4 1,-1 1-881,-1 1 0,1-1 222,0 1 0,-1-2-182,1-5 0,0-3-733,1-8 1,-2-7 1785,-17 0 0,17-18 0,4-18 0</inkml:trace>
  <inkml:trace contextRef="#ctx0" brushRef="#br0" timeOffset="30996">29763 2815 12399,'42'-22'2204,"1"0"0,-1 1 0,7-6 0,-6 6-1033,-1 5-706,-30 13 380,-13 13 62,-18 22-587,-6 12-208,-7 8-6,9-9 0,1 0-366,-1 8 296,3-2 1,3 3-23,9-16 0,3 0-3,1 16 1,1-1-7,2-17 1,3-1 19,7 12 0,4-5 9,1-14 128,13 8 62,-10-31-89,8-13 260,3-19-309,-6-1 1,0-4-34,0 2 1,-1-1-339,0-1 1,1 0 343,0 1 0,2 3 53,-3 5 0,1 2 16,17-18-49,-2 12-40,-16 22-3217,0 16 3190,-3 4 21,10 22 6,-1 6-28,-5-7 1,2 3-351,-2-4 1,0 0 343,0-1 1,-1-2-4,2-2 1,0-3-587,14 5 702,17-5 2502,-9-28-2558,0-25-51,-26 3 0,-4-4 0,9-25-3,-7 2 1,-1-4 2,-2 12 1,-1-1 133,0 1 1,0-2 0,1 1-138,4-11 1,-1 2 8,0 4 0,-2 2-3,-4 13 0,-2 3 1076,3-28-905,-10 28 47,-6 2-199,1 16-33,-6 19 0,2 8 1154,-9 33-1149,6-5 1,0 4-308,2-9 1,0 3 297,1 11 0,0 7 1,2-4-1105,4 1 0,1-2 1080,-1-10 0,1 0 0,2 1-196,5 3 0,2 0 1,1-5-565,2-1 0,2-2-237,5 13 0,2-3-5324,8 1 6349,-8-25 0,-10-14 0,-6-10 0</inkml:trace>
  <inkml:trace contextRef="#ctx0" brushRef="#br0" timeOffset="31184">30794 3006 26166,'46'-15'28,"0"-1"0,1 1 0,-2 1 0,1 2 0,-1 4-73,15 10 1,-2 5-1054,-5-2 1,-2 0-1211,-9 0 1,-4 0 1453,14 1 0,-26-1 1,-17-3-1</inkml:trace>
  <inkml:trace contextRef="#ctx0" brushRef="#br0" timeOffset="33418">4063 5629 18649,'-25'-48'1062,"0"1"0,0-1 0,-4-3 0,-2 0 0,5 12-843,-3 9-60,2 5 1,-3 4 19,-11 11-101,-1 23 1,-2 11-60,10 0 1,1 4-1728,-7 11 0,4 3 1713,12-7 1,5 2-6,2 3 0,2 1 145,2-1 0,3 3-151,-3 6 1,7 0-1,15 0 0,5-5 12,6 5-9,7-26 0,4-8 691,0-18-677,26-19-1284,-23-5 1,-1-5 1278,-7 8 0,0-3-3,1-9 1,1-7 0,-5 3-458,-6-4 0,-2-1 462,4-8 0,-1-2-101,-5-6 0,-4 1 113,-2 10 0,0-1 5,1-10 0,-1-2-133,0 2 1,-2 3 191,-1 16 0,-1 3 17,1-22 1930,-3 33-1935,-2 20 2676,1 3-2688,2 32-73,0-2 6,1 10 0,-1 5 415,-1 0 1,0 3-433,-1 6 0,-1 5 0,0-2-46,0 3 0,0 2 40,0 5 0,0 6 1,1-9 5,0-21 0,3-1-8,1 9 1,3 4-1,2-7-76,14 9 84,-7-20 0,3-4 0,6-9 89,14-25 18,-1-38-96,0 4 118,-20 10 0,-1-2-93,0-6 1,-3 0-7,-1 7 1,-1-1 432,2-5 1,0-1-375,-2 3 1,-2 2 95,-1-1-8,2-5-37,-8 24-101,-3 10-5,0 18-23,0 11 0,0 21-17,0-4-1693,1-4 1,-1 0 1675,2 3-194,3 4 0,2 0-505,9 2-77,-5-15 1,3-2-2792,16 2-6241,1-14 7992,-9-10 0,-7-6 0,-11-1 0</inkml:trace>
  <inkml:trace contextRef="#ctx0" brushRef="#br0" timeOffset="33585">4617 5053 22565,'-38'-26'-109,"0"1"1,3-1 0,14 12-3140,41 31-6583,6 7 8975,3 3 1,-10-8 0,-13-13-1</inkml:trace>
  <inkml:trace contextRef="#ctx0" brushRef="#br0" timeOffset="33961">5066 5193 24603,'-54'-8'239,"0"-1"0,6 8 0,10 11-228,27 24 1,9 9-1293,-3 10 1,3 2 1280,0-7 0,1 2-25,1 8 1,0 6 0,1-7-29,0-8 0,1 1-248,1 4 0,1 8 0,0 3 0,-1-7-344,0-7 1,0-3 0,0 2-471,0 2 1,0 4 0,-1 0 0,-2-3-64,-2 4 0,-4-2 0,-1-2 505,-2-5 1,-2-2 0,-3-3 1171,-9 8 1,-5-7 231,1-16 0,-3-12 1453,-22-32-1022,28-12 1,5-9-895,3-16 0,4-3 7,4 6 0,3-2-22,3 6 1,2-3 0,3-1-105,4-2 1,4 0-1,1 0-110,0 0 0,1 0 1,3 0-35,3-4 1,3-1 0,2 5-82,9-4 0,1 6-30,-6 13 0,1 3-216,8-1 1,4 2-2130,5 8 1,1 2 358,-9 3 0,1 1 1914,12 0 0,-7 5 1,-26 9-1,-5 1 1</inkml:trace>
  <inkml:trace contextRef="#ctx0" brushRef="#br0" timeOffset="34329">5804 5250 23712,'-35'-44'752,"-1"0"1,4 4 0,1 11-624,-5 25-70,5 19-15,7 19-38,13-4 0,3 4-897,-1 10 1,2 4 893,-1 12 0,1 3-11,2-14 1,1 1-1,-1 1-3,1 3 0,-1 2 0,2 2-80,0-4 0,0 3 0,1 0 0,0-4-6,0-1 0,0-3 0,0 2-172,1 0 0,1 4 0,0-1 0,-1-5-518,1 15 0,-1-5 456,0 1 1,-3 0 119,-2-14 0,-3 0 0,-3-6 372,-3-8 0,-2-5-136,-7 10 0,-2-11 65,-17-32 83,5-39-69,21 7 0,4-6-586,0-10 0,5-3 521,3 14 0,2-1 0,2-1-22,4-2 0,2 0 0,2 0-12,2 1 1,3 1 0,2 1-14,2 3 1,3 2-1,3 1-1014,5 0 0,2 1 1,0 3 581,1 1 1,1 3-2981,15-8 1,-1 4 3466,5 2 1,-8 5 0,-18 13 0</inkml:trace>
  <inkml:trace contextRef="#ctx0" brushRef="#br0" timeOffset="34777">6013 5568 20179,'-3'0'4044,"1"0"-2806,2 0-1104,-6 33 1,17-25-12,2 21-62,23-40-21,5-11 4,5-10-340,-1-7 346,-3-2 12,-8 2 5,-10 1 79,-10 0-96,-7 13 45,-11-1-22,-2 15 11,-6 0 0,1 3-33,0 5-18,-1 1 303,-1 6-325,-5 8 17,-4 12-22,-4 12 5,2 10-264,3 6 237,7 6 4,6 2 18,14-2-17,14-3 0,16-9 22,15-11-23,-22-22 1,2-3-20,0-2 1,1-4-357,28-1-1159,-3-12-5808,-2-9 6528,-9-5 0,-18 7 1,-12 6-1</inkml:trace>
  <inkml:trace contextRef="#ctx0" brushRef="#br0" timeOffset="37795">6629 5751 22907,'-3'-11'375,"3"6"-157,9 11 34,10 1-39,12-3-84,10-9-23,8-6 17,0-10 29,-5-5 4,-13-3 24,-13-5-35,-17-2-44,-16-3 22,-12-1-5,-7 1 28,0 5 44,6 8 62,7 7-207,10 9-6,4 3-44,6 6 22,5 2-12,1 0 12,24 5-11,4 0-20,1-2 0,0-1 19,10 0 0,-11-3 1,-1-1 11,5-5 17,6-5 5,-10-5 45,-9-4-11,-9-1 0,-7-1 11,-5 2-23,-3 2 46,-1 3 44,0 4-62,-2 4-66,2 4-51,1 5 33,3 7 1,5 11-23,6 14 23,3 12-12,-5-14 1,-1 0-12,4 15-42,-3-15 0,-1 0-344,8 12-522,7 7-910,8-7-176,6-15 175,6-14 845,3-20 778,-4-14 370,-9-14 286,-12-7 318,-13-5 309,-6 0 140,-7 1-79,-2 6 96,-5 3-947,2 14 344,-2 3-477,5 14-92,2 2-43,2 10-12,8 8 0,7 7 0,9 1-12,10-3 7,6-6 16,5-8-11,0-12 6,-6-10 33,-8-14-11,-12-8 0,-12-8 17,-14-1 5,-8 2 34,-9 6 6,-5 11-18,-4 12-21,-1 9-6,-3 16-12,1 12-10,4 18-1,7 13-25,16-22 0,3 1-137,3 0 1,3 0 100,12 30-84,14-6-29,-5-31 1,4-3-127,4-3 1,4-2-157,4-4 0,2-4-342,3-2 1,0-3 369,0-6 0,-1-4 221,-2-2 0,-2-3 179,-4-5 1,-3-3 46,-5-2 1,-3-3 327,9-26 175,-13-3 520,-10-8-689,-5 21 302,-3-3-155,-2 27 21,0 2-453,-1 9 472,2 11-540,1 11 106,5 15-112,2 12-16,5 6-11,2-1 6,1-2 5,2-7 5,-2-9 62,-2-13 68,-4-11-23,-2-18-3415,6-22 3337,-3 2-117,11-23 167,0 13-11,11-10-28,4 6-23,4 9-16,11 13-6,-16 14 6,16 16-23,-20 17-39,6 15-168,-6 10-628,-15-17 1,-2 0-577,4 13-3123,-4-13 0,-1-2 4551,6 2 0,-3-5 0,-6-13 0</inkml:trace>
  <inkml:trace contextRef="#ctx0" brushRef="#br0" timeOffset="38094">9216 5314 21517,'10'-50'1290,"1"0"0,0 8 0,-7 10-1031,-15 20-153,-3 20 6,-14 22-56,3 12-34,0 4 40,6 8-40,8-13-4273,3 12 4262,4-21 871,7-3-809,3-22 28,2-1 27,7-15-88,-2-4 10,3-10 3342,-7 6-3403,-1 0-146,-5 5-2588,0 0 1277,-2 6-2895,-1 3 4363,2 11 0,-2-5 0,2 4 0</inkml:trace>
  <inkml:trace contextRef="#ctx0" brushRef="#br0" timeOffset="38277">9216 5314 7739,'24'37'9102,"-5"-9"-7623,-20-33 78,0-1-104,1 1-125,-1-1-856,-1 1-376,0 2 145,1 2-1149,0 0-8923,7 3 9345,-2-1 1,2 1-1,-4-1 1</inkml:trace>
  <inkml:trace contextRef="#ctx0" brushRef="#br0" timeOffset="38944">9424 5204 15866,'-1'-3'6313,"0"1"-3177,1 2-2945,-63-18 139,31 26-173,-16-4 0,0 5-51,6 34-331,17-15 1,1 3 243,7-3 1,3 0-9,-7 29-5,10-13-12,18 16-39,12-20-50,18 10-179,14-21-102,-18-19 1,0-3-253,24 0-190,-17-8 1,1-3-656,2-6 0,-1-2 562,2-1 1,0-3 369,2-4 1,-3-3 515,-13 3 0,-5-1 305,9-13 999,-11-7 1695,-18 2-470,-14-2-1944,0 10 297,-20 10-520,11 16 318,-22 2-459,15 8-118,-9 5-50,16 8 6,7 6-17,7 2 385,5-3-380,20 8 6,7-14-5,23 3-1,5-13 1,3-13 5,-1-8 5,-8-11 40,-9-8 0,-12-6-12,-14-4 1,-10-1-28,-8 10 100,-15-4-5,-1 20 0,-14-1-12,-1 17-27,-3 12-23,1 11-56,12 2 28,0 30-33,15-8-184,5-11 1,3 2 82,16 25-188,-1-30 1,5-1-760,6 0 0,4-2 1042,10 2 0,0-4 0,5 5 0,1-7 0</inkml:trace>
  <inkml:trace contextRef="#ctx0" brushRef="#br0" timeOffset="39644">12120 5055 20508,'-11'-59'692,"-1"0"0,1 0 0,-1 6 1,0 1-1,-2 8-328,-2 9 1,-2 5 77,-17-13 388,8 21-791,11 15 215,12 22-231,12 22-18,0-5 1,3 3-498,3 10 0,2 4 489,3 8 0,-1 2-401,-5-15 0,-2 1 1,0 0 399,-2 1 0,-1 0 1,-1 1 6,-1-2 1,-2-1 0,-1 0-150,-1 15 0,-3-3 151,-1-10 1,-1-3 39,-6 17 44,1-27 40,0-20 839,3-25-940,1-18 17,1-20-29,1 18 1,2-1 592,1-2 0,1-2-587,2-1 1,2 1-1,1 1 1,3 2 7,0 3 1,2 2 342,13-17-379,5 15-5,5 11-6,8 11 11,10 13-11,-11 15 1,-1 4 5,11 8 88,-18-3 1,-4 3-95,-5 18 23,-11 3-20,-12-20 0,-5 0-14,-23 25 19,3-31 1,-6-4-34,-5-2 0,-3-5-62,-3-3 1,0-3-132,1-6 0,0-4-247,6-4 1,3-4-1771,-11-22 2252,24-13 0,11 18 0,8 0 0</inkml:trace>
  <inkml:trace contextRef="#ctx0" brushRef="#br0" timeOffset="40251">12928 5075 24873,'-41'43'222,"0"-1"1,3-7-1,14-5-71,32-6 67,10-13-95,10-2-59,0-4 101,15-22 0,-1-6-131,-12 4-1,8-11 1,-6-4 11,-28-3-8,-5-8-3,-7 6 16,-6 13-39,-8 13 6,-6 16-17,-4 14 0,1 14 0,7 13 0,8 10-6,10 5-280,14 4 280,10-4 0,17-7 3,-10-30 1,2-3-1,7-3 0,2-4-3,4-3 1,2-4-339,3-4 1,0-6 340,0-3 1,-1-5-4,-1-6 1,-2-5-7,-2-5 1,-3-4 8,-3-5 1,-4-5 10,-3-5 0,-4-4-548,-4-3 1,-3-2 541,-4-3 1,-2 1 14,-3 1 0,-3 1 5,-3 5 1,-3 2-125,-2 7 0,-3 3 161,-1 7 0,-2 3 316,-10-10-229,4 16 507,6 14-642,3 14 1192,3 20-1191,0 22-12,4-10 0,0 3-385,0 7 0,1 4 365,2 6 1,0 2-1,1 5 0,1 0-19,0-20 0,0 1 0,2-1-148,-1 0 0,2-1 1,0 0-767,5 17 1,2-1-3590,0-6 0,2-3 3936,0-10 0,-2-4 0,5 6 1,-8-21-1</inkml:trace>
  <inkml:trace contextRef="#ctx0" brushRef="#br0" timeOffset="40935">13528 5143 25236,'1'-38'-39,"23"8"8,15 25 0,10 7-823,-2-5 1,1 0 766,0-1 1,-2-2 7,-4 0 1,-1-2 90,-6 0 1,-3-1-47,18-9 359,-11-6-302,-18 7 77,-3-4 180,-14 11-168,-1 2 949,-3 3-954,-2 7 231,0 2-260,-5 11 10,2 7-49,-1 13-56,4 7 34,15 13 0,-1-17 0,22 10 11,12-20-12,-6-8 12,19-5-5,-21-21 16,9-8 11,-7-12 6,-7-6 45,-11-6 129,-9-3 5,-9 11-39,-10 8-140,0 15 22,-8 9-38,0 15-18,1 8-78,3 16 62,10 0 10,6-7-4,14 5-12,13-11 11,16 4-17,-12-19 1,3-3 10,-6-3 1,0-3 2,-1-2 1,-1-3 13,19-14 45,-20-11 0,-2-15 57,-15-20-85,-18 3-282,-3 23 1,-2 2 248,-8-10 5,-9-8-33,17 32-68,-5-5-67,14 26-364,5 11-11,2 1-1305,13 17-2028,6-3 3865,16 12 0,-18-19 0,1-2 0</inkml:trace>
  <inkml:trace contextRef="#ctx0" brushRef="#br0" timeOffset="42018">15263 5080 26558,'-62'6'124,"19"2"-35,67 11-38,9-5-29,5-3 23,20-10-23,-27-4 29,24-12 33,-27-18-40,-7-5 29,-9-13-6,-18 8-33,-1 13 72,-20 0-72,0 19 22,-14-1-17,4 17-44,5 8 5,10 4-12,7 21 18,11-3-23,10 22-84,17-5-375,-2-25 1,4 0 30,6 0 0,4-2 109,-6-5 0,3-1-1020,21 6 1,2-4 346,-17-10 1,0-2 92,15 4 1,-1-4 419,-16-9 0,-3-5 513,19-13 672,-20-15 689,-15-9 375,-15-5-196,-7-3-330,-4 3-280,0 5-572,4 13 207,-1 5-139,3 12-348,0 4-73,2 7 549,-1 11-560,1 1 0,0 18-5,0 1-1,9 18 1,7-9 5,14 1 0,9-17 17,6-10-11,4-12 11,-2-10 56,-4-12-11,-11-11-17,-11-10-3392,-11-6 3358,-10 9-6,-17-16 52,-6 24-1,-15-7-11,-2 23-6,-1 10-22,4 13-11,6 6 3378,8 11-3384,8 9-22,7 9 11,4-3-17,11-5 0,4 1-56,16 19-278,-3-15 1,5 0 118,2-8 0,3-4-479,3-1 0,2-3 265,1-3 1,1-4-113,0-5 1,0-3-186,-2-3 1,-1-3 456,-1-4 1,-1-4 201,26-9 207,-11-13 101,-28 2 0,-4-2 6,2-12 114,-10 5 1,-4-1 1044,-1-11-526,-2-7 61,-7 7-716,2 20 683,-4 7-695,3 15 255,1 6-417,0 14-18,2 13-16,1 20 8,2-12 1,1 0-9,2 17-14,0-16 0,3-1 3,6 3 22,4 2 17,-1-15 84,-7-14 17,-2-17-51,-2-14-38,2-16-7,7-13 6,5-9-28,-6 28 1,1 1 49,24-22 1,5 14-40,-7 15 23,22 10-50,-15 14 2,-11 1 0,1 4-39,-5 3 0,-1 5-821,4 9 1,-2 3-1233,9 13 1416,-20-11 1,-5-3 0,-8-9-1,-3-1 1</inkml:trace>
  <inkml:trace contextRef="#ctx0" brushRef="#br0" timeOffset="42828">19361 4908 19322,'-7'-45'1053,"1"0"0,0-1 0,-3-13 0,-4 8-337,-10 11-280,0 21-324,4 24 32,6 25-99,2 30-31,6-18 0,2 4-611,0 9 0,0 2 587,3-15 1,-1 2 0,2 0-21,0 2 0,1 1 1,2-1-519,0 2 0,0-1 1,2 0 140,2 0 0,0-1 0,1-1-801,1 0 0,1 0 0,1-3 1208,3 13 0,1-4 0,-5-17 0,-2-4 0,3 4 0</inkml:trace>
  <inkml:trace contextRef="#ctx0" brushRef="#br0" timeOffset="43051">19028 5387 22105,'34'-31'95,"-1"-1"0,0 0 1,4 3-1,1 1 1,3 7-76,4 10 1,2 8-1,1-1-689,0-1 0,0 1 1,0 0 636,-5 1 0,0 0 0,-1 1-503,10-1 0,-2 1 515,-10 1 1,-5 0 0,1 1 0,-13 0 0</inkml:trace>
  <inkml:trace contextRef="#ctx0" brushRef="#br0" timeOffset="43893">19952 5234 20795,'8'-51'1215,"1"-1"0,-2 6 1,-3 10-930,-6 24-236,-1 6-61,1 11 28,2 12 11,1 26-28,1-9-12,7 23 1,6-19 17,9 7 5,8-9 6,2-10 67,-2-13 123,-1-20-145,-12-4 50,4-22 39,-10 0 45,1-12 45,-5 1 17,-4 7-62,-5 11-107,-4 11-66,-5 13-12,-4 15 0,1 8-5,5 23-1,9-13 12,17 15-11,13-20-12,17 0 12,9-9 16,3-12-175,-4-16 242,-11-11 34,-14-15-39,-17-8-22,-18-5-6,-12 0-17,-11 7-22,-4 12-45,4 10-6,10 12-55,7 8-90,14 11-286,9 8-471,17 8-783,15 5 316,-17-16 0,3 0-1112,2-1 1,3 0 2514,7-2 0,-2-1 0,5 2 0,-2-5 0</inkml:trace>
  <inkml:trace contextRef="#ctx0" brushRef="#br0" timeOffset="44204">21114 5163 13295,'2'-3'7959,"-1"0"-4649,-1 3-2879,-55-60-235,29 47-160,-8-17 1,0 10-14,12 40-12,5 13 0,7 9-22,6 6 0,10 0 16,10-2 1,14-6 50,18-10 12,-13-15 144,10-11 1,-22-20-22,0-14 77,-7-17-55,-12 14 0,-2-1-107,-2-13-16,-4 14 0,-3 1 27,-10-3-61,-8-5-45,-4 13-33,-2 11-129,4 10-734,6 15-3714,10 12 3751,10 6 0,2-8 0,3-6 0</inkml:trace>
  <inkml:trace contextRef="#ctx0" brushRef="#br0" timeOffset="44751">23037 5120 19613,'20'-46'1105,"0"0"0,-2-2 1,-11 5-5355,-35-1 4518,3 8 117,-28 3 331,-4 26-672,10 5 394,12 6 1,2 5-417,-6 15-17,-3 12-24,13 18 2,23-5 2906,11-1-2885,31-4 1,16-11-6,-16-12 0,5 0-9,16 5 1,-1-1 500,-22-10 1,-2 0-485,10 6 1,-12-1 20,-27-7 250,-24 7-234,-28-6-23,-2-4 0,-2-2-178,15-3 1,-2 0 168,-3-2 0,-3-1 0,6-1-13,-7-3-11,4-3 0,3-3-135,12-7-318,-1-11-1821,32 1-4016,28 1 6301,11 4 0,-9 8 0,-10 6 0</inkml:trace>
  <inkml:trace contextRef="#ctx0" brushRef="#br0" timeOffset="45077">23451 5011 25954,'-38'-15'11,"13"23"-11,30 25 11,14 16-5,6-20 16,10 1 84,-2-12-16,-10-8 123,-4-12 33,-7-21-106,-3-6 79,-2-29-141,-7 21-5,-2-6 56,-4 17-79,1 5-84,-1-2-128,2 13-303,3 7-1115,8 14-3819,11 7 5399,7 5 0,-5-7 0,-7-7 0</inkml:trace>
  <inkml:trace contextRef="#ctx0" brushRef="#br0" timeOffset="45535">23976 4697 22464,'-2'-10'1647,"-4"-28"0,1-5-1127,3 10-436,-3-9 0,1 2 101,5 18-129,3 17-61,3 14 16,5 23 0,-1 27-311,-6-17 1,-1 2 290,-3 5 1,-3 3-553,-2 3 1,-3 0 560,-2 0 0,-1-1-9,-1-4 1,0-2-152,1-6 1,1-2 187,-3 20-16,5-25 223,3-15 390,4-17-491,0-25-61,5-11 0,5-25 1106,0 13-1115,2 9 1,2 2 19,6-9-53,-1 13 0,0 1-31,5 4 22,11 6-22,-14 16 391,22 8-394,-14 7 1,0 4-10,0 1 1,1 3-334,4 8 0,-2 3 336,-8-3 1,-4 1 2,-4 0 1,-3 1-18,-2 24-5,-17-15-104,-19-15 1,-9-5-197,0-9 1,-3-4-673,-19 4 0,-4-4 1000,1-10 0,4-4 0,21 5 0,3-1 0,-22-9 0</inkml:trace>
  <inkml:trace contextRef="#ctx0" brushRef="#br0" timeOffset="46518">25290 4831 16454,'3'-6'5410,"-1"1"-4500,8-24 1,0-5-166,-5 10-507,6-13 0,-2 4-76,-9 22 29,-2 5-147,1 5-77,-1 0 5,1 1 33,-1 6 1,0-1 11,0 3 16,1-3 130,-1-3 0,-1-1-57,-1-4-67,-1 1 12,-5-5-18,1 1-10,-4 0-12,2 2-11,4 2 28,3 1 22,4 1 57,0-2-34,0 0-17,0-3-28,0 0-17,-1-1 6,0 0 61,0 0-5,1-3 44,-1-4 7,1-4 10,0-6-22,0-7-22,0-4-40,0 5 135,0-4-135,0 19 23,0-3-79,0 14-27,0 5 22,0 16-12,4 36 28,-3-23 1,1 3-808,1 14 0,-1 0 802,0-13 0,-1-1 0,-1 12 0,-1-1-181,-2-7 0,-2 1 46,-4 20 1,-1-1-62,2-19 0,1 0-1493,-4 22 1,4-3-659,8-12 2347,6-3 0,4-5 0,-2-17 0,9 4 0</inkml:trace>
  <inkml:trace contextRef="#ctx0" brushRef="#br0" timeOffset="47035">25148 4968 24385,'11'-41'37,"1"1"0,-6 4 1,8 7-44,25 18 1,9 9-724,-13-2 0,1 0 639,16-1 1,1 1-29,-11 0 1,-4 1 5,19-1 315,-2-5-214,-31 4 285,1-4-156,-23 2 117,-10-1 90,-5-1 593,1 3-369,-1-1 342,5 2-516,2 1-218,2 1-146,3 3-22,17 13 11,5 8-11,20 21 5,-19-17 1,1 1-400,0 3 1,-1 0 382,11 18-141,-19-11 0,-6 0 85,-14 9 66,0-13 1,-7-3 34,-35 4-7,12-16 1,-6-13 84,16-26-28,13-8-37,9-2 1,4-2-21,10-10-5,9 6 1,4 3-18,3 7-14,0 4 1,2 2-20,1 6-216,4 4 0,1 1-927,18 2-306,-13 3 0,2 2 1488,-4 2 0,-3 1 0,6 1 0,-7 0 0</inkml:trace>
  <inkml:trace contextRef="#ctx0" brushRef="#br0" timeOffset="47851">26228 4808 12230,'-9'-3'4543,"3"0"-779,6 3-1686,0 0-1090,-9-35-1005,7 30 563,-5-19-535,12 43 1884,3 9-1884,6 3-22,1-1-1,4-2 18,2-5 0,2-5 27,2-6 18,0-6 61,-1-11 44,-3-6-32,-4-9-18,-6-6-16,-6-3-6,-6 0-6,-3 3 0,-3 6-33,0 9 6,-7 7-35,-3 10 18,-13 7 5,-3 11-39,-2 6-28,3 4 17,10 3-6,9 1-100,13 2-152,14 0-297,12-1-302,15-3-208,12-4 126,-24-20 0,2-2-98,2-2 1,0-3-236,0-1 1,0-4-57,-2-2 0,1-4-531,28-11 1287,-6-11 992,-6-11 969,-10-4 969,-9-5 235,-11 3-403,-7 3-476,-7 6-455,-3 6-390,-4 7-298,-2 5-241,-3 5 215,1 4-473,1 5-77,2 3 4,1 10 12,-1 6-11,2 10 6,3 4-12,7 1 17,2-7 0,21 4 28,0-15 33,17 1-5,-4-19 17,0-9 28,-4-11-23,-7-8 23,-10-4-17,-11-2-28,-11 2-17,-15 5-11,-3 11 62,-31 5-73,6 15-26,10 5 1,-1 2 19,-19 16-39,6 11 11,11 8-22,15 7-185,17 9-396,12-27 0,5 1-943,7 3 0,5-2 907,1-3 1,1-2-1,12 8 1,-15-17-1</inkml:trace>
  <inkml:trace contextRef="#ctx0" brushRef="#br0" timeOffset="49892">27612 4833 11654,'0'-4'6054,"0"0"-2458,0 4-2402,12-61-354,-9 40-462,3-15 0,-1 5-255,-7 24-11,-5 3-3426,-14 11 3331,4 1-2280,-19 24 2258,21-12-18,-6 23-49,26-1 60,4-7-16,27 15-48,-8-29 1,3-2-99,3 4 1,0 1-76,-1-2 0,-3-2-711,7 8 484,-27-11 1149,-17-4-2404,-15-1-95,-17-2 292,-16-8 659,-5-12 752,6-13 493,11-13 280,13-9 319,13-6 1244,8-9-1418,5 22 3544,4-2-3398,0 28-521,1 1-263,0 8 1495,-1 14-1528,0 0 49,-6 21-94,-5 3-1806,-2-2 0,-2 2 1419,-8 15 308,-2 2 0,2-2 0,9-21 0,-11 26 0</inkml:trace>
  <inkml:trace contextRef="#ctx0" brushRef="#br0" timeOffset="50419">29302 4944 21626,'20'-60'899,"0"0"1,0-1 0,-3 7 75,-2 1-661,-2 11-236,-6 13 206,-5 26-296,-2 10 125,-3 22-101,-5 18-26,-2-2 0,-1 3-785,1-2 1,0 0-163,-2 11 0,3 0-2027,5-11 0,4-3 2412,4-6 0,1-3 1,4 7-1,1-21 1</inkml:trace>
  <inkml:trace contextRef="#ctx0" brushRef="#br0" timeOffset="50635">29735 4605 21719,'-34'-54'670,"1"1"0,6 9 1,2 6-391,-2-1-403,16 26-12,0-2-537,16 27-566,10 13-1730,14 21-1948,-11-19 1,1 0 3531,9 13 0,-9-12 0,-13-21 0</inkml:trace>
  <inkml:trace contextRef="#ctx0" brushRef="#br0" timeOffset="51085">30293 4678 20011,'0'-7'3562,"0"1"-3173,-22-26 0,-9-5 87,7 14-378,-7-15 0,1 6-58,17 28-7,6 16 1,5 13 5,2 18-22,7 9-17,5 7 0,8 1-11,-3-13-15,-5-13 1,0 1-126,0 9-275,2 18-654,-9-21 122,-4-14-1971,-6-3-4947,-7-14 1911,-2-9 5965,-1-15 0,9-16 0,11-12 0,3 5 1655,5 3 1,2 0 1037,0-3 331,0-3 1,-1 0-717,-5 1-667,0-12-453,-8 24-449,-5 10-274,-6 10-392,-1 8 33,-15 16-16,-4 12-62,-3 4-17,1 1 0,-1 2-503,9-8 0,0 2-281,-11 13 1,-1 2 772,6-2 0,4-3 0,-4 6 0,6-5 0</inkml:trace>
  <inkml:trace contextRef="#ctx0" brushRef="#br0" timeOffset="51792">31659 4674 21067,'6'-46'820,"-1"0"1,1 0 0,1-17-1,-1 7-175,1-4 203,-5 21-686,-2 18 33,0 23-172,0 9 33,0 29-11,-1 14-341,-1-16 1,-2 3 314,-2 4 1,-1 1-26,-3 1 1,0 0 16,-1-1 1,1 0-105,0-4 0,2-1 98,2-6 1,1-3-6,0 17 106,4-21-61,1-19 39,1-33-78,1 1-12,4-38-5,0 3-354,-2 19 0,1-2 359,0-2 1,1 1 13,-1 1 1,-1-2-1153,1-2 1,-1 1 1143,1-13 14,-3 23 0,0 3 291,-1 4-294,0 1-33,-1 14-17,1 10 589,1 16-550,1 15 0,2 19-6,-3 13 3,-1-28 0,-1 2-22,-2 0 0,0 1 1263,-2-1 0,-1 1-2358,0 0 0,-2 0 1120,1 1 0,0-2 0,-2 5 0,2-6 0</inkml:trace>
  <inkml:trace contextRef="#ctx0" brushRef="#br0" timeOffset="51993">31988 5046 24217,'7'-2'2229,"-2"0"-1607,-5 2-40,0 0-1427,-14-57 845,4 46 0,-5-46 0,8 61 0</inkml:trace>
  <inkml:trace contextRef="#ctx0" brushRef="#br0" timeOffset="55427">1707 7743 19616,'-48'-39'834,"-1"1"1,2 6-1,0 13-691,12 25 0,1 8-48,-2 3 0,0 3-585,2 4 0,2 3 515,1 3 1,2 3-18,3 1 0,4 1-14,4 0 1,3 0 200,6-3 0,5 0-212,16 22-5,23-14 10,-7-25 1,3-5-202,5-2 1,2-5 217,2-4 1,1-4 19,-3-2 1,-2-2 126,21-13-34,-24-1 535,-25 5-647,-22 4 33,-17 6 11,-16 5-27,-6 9 16,-3 7-5,5 10-23,5 10-11,10 9-17,20-11 0,3 0-11,-1 13-145,11 18-796,19-27-3703,17 6 4319,7-12 1,-10-13 0,-11-10-1</inkml:trace>
  <inkml:trace contextRef="#ctx0" brushRef="#br0" timeOffset="55794">2066 8033 13575,'1'-7'6408,"0"1"-4572,-1 6-737,0 0-942,12-20-45,-12 40-62,4-4-81,-12 22 0,-6 6-75,-3 17-755,0-16 1,0 1 176,4-14 1,0-1-110,-2 6 1,-2-1 13,-11 19 813,3-23 179,5-26 101,-1-23 162,-1-16 196,0-13 101,1-5 0,7 1-106,4 10 807,7 14-1418,2 12-39,6 16 56,11 14-34,17 15-56,-9-10 0,3 0-14,6 3 1,3-2-594,5 2 1,2-1-72,3-1 0,2 0 695,7 2 0,-4-1 0,7 2 0,-7-1 0</inkml:trace>
  <inkml:trace contextRef="#ctx0" brushRef="#br0" timeOffset="56084">963 9263 20957,'-54'16'651,"0"0"1,3-2 0,22-3-25,44-6-61,43-8-447,-9-3 1,9-3-1,-2-1-850,-12 4 1,-1-1-1,4-1 741,-1 0 0,5-2 0,1-1 0,1 0 1,-4 0-582,-1 1 0,-1 0 0,-1 0 0,2-1 572,10-2 1,2 0-1,1 0 1,-1 0-15,-3 0 1,-1 1-1,0 0 1,0 0-189,-5 0 1,0 1 0,-1 1 0,1-1-1895,2 0 0,0 0 1,0 0-1,-4 1 1989,0 0 1,-3 1 0,-2 1 0,14-4 0,-9 3 0,-13 3 0</inkml:trace>
  <inkml:trace contextRef="#ctx0" brushRef="#br0" timeOffset="57180">9203 8332 13172,'12'-52'1552,"1"-1"1,0 1-1,-2 0 1,-1-1 0,-2 7-2336,0 4 0,-3 4 1100,-2 2 0,-4 6 897,-11 10-979,0 11 554,-20 16-621,4 23 0,1 6-145,-10 13-35,16-10 1,0 8 0,5-6-1218,2 14 1142,6-13 0,1 2-448,5-9 1,3 1 235,6 16 1,2-1 0,-5 10 0,4-26-1,-1 1 1</inkml:trace>
  <inkml:trace contextRef="#ctx0" brushRef="#br0" timeOffset="57556">9156 7627 13838,'-48'-23'1257,"1"-1"1,-1 1 0,-9-5-1,1 7-800,13 12 1,-2 4-1,2 4-933,-13 7 1,-2 8 661,2 6 1,-4 6 0,5 1-528,15-7 0,3 0 0,0 7 381,-4 13 1,-1 8 0,2 2-1,7-5-18,4 3 1,6 5 5,6-7 0,-1 8 0,2 3 1,2 1-1,5-6-28,7 9 0,6-5 0,2 5-402,0-11 1,1 3-1,1 1 1,2-1 0,2-5 385,6 8 1,3-4 0,8-2-28,1-11 1,5 1-1,4-1 1,1-3-1,-1-5 7,15 4 1,0-7 0,3 1 30,-8-3 1,2 2 0,1-3 0,1-5-281,2-6 0,1-4 0,1-5 0,1-3 274,-6-5 1,1-5 0,1-1 0,0-2 0,-3 2-236,5 2 1,-3 0 0,1-2 0,4-5 257,-9 0 0,4-4 0,2-2 0,0-2 0,-1-1 0,-3 0 0,-6 0 11,5-6 1,-5 0 0,-3-1 0,2-4 7,3-1 0,2-4 1,0-1-1,-4 0 1,-6 2-3,2-7 1,-8 1 0,-5-5 22,-10-3 0,-4-5 0,-4-1 0,-4 7-24,-2-5 0,-9-1 0,-6 0 0,-6-8 0,-4 1 0,-5 9-58,-6 12 0,-4 7 0,-5 0 42,-3-2 1,-5-2 0,-2 3 0,1 5-25,-2 6 1,0 6 0,-6 3-273,3 7 1,-5 2-1,-4 3 1,1 1 0,4 2 283,-3 3 0,3 2 0,1 1 0,0-1 0,2-1 0,0-1 0,1 0 0,5 2 0,6 2 0,0 1 0,0 0 0</inkml:trace>
  <inkml:trace contextRef="#ctx0" brushRef="#br0" timeOffset="58640">9094 8282 11536,'1'-52'2402,"1"0"1,0 5 0,1 3-946,5-7-270,-3 10-296,-2 12-336,-4 12-398,-2 9 27,-7 13-111,-1 17 11,-6 21-62,10-11 1,1 2-519,0 8 1,2 1 497,0-8 1,3 3 14,2 17 0,2 0-292,2-20 0,2 0 294,2 11 1,2 0-3,0-13 0,1-5-6,3 6 179,-2-6 275,-10-23-168,-1-11-224,-1-16-6,2-20-6,3-18 259,-1 24 1,-1-1-282,2-5 0,0 0 6,0-3 0,-1 1-6,0 0 0,0 2-25,-3 3 0,0 2 42,1-21 628,-3 20-667,0 19-17,-2 19 0,-1 21 23,-3 24-26,2-13 0,-1 3-202,0 6 0,0 1 196,1 4 1,0-2 5,1-9 1,2-1 4,-1 13 1,3-2-36,3 6 221,-2-18 1,1-2-144,3-2 157,-3-15 11,-2-16-146,0-18-22,0-21-23,1 10 1,1-2-129,0-7 0,2-3 128,2-3 1,0 0-12,-1 9 1,1-1 24,3-11 0,1 2 54,-1-7-43,-3 20 0,-2 2 9,-2 2-22,-7 14-34,0 11-28,-10 20 22,6-1-11,-15 44 12,9-4-186,3 0 1,0 1-234,6-19 1,1 1-2392,-1 19 1,2 0 2814,4 6 0,-1-10 0,2-23 0</inkml:trace>
  <inkml:trace contextRef="#ctx0" brushRef="#br0" timeOffset="59963">8413 9530 7144,'24'-40'1679,"0"1"0,-1 0 1,7-8-1,2 0 1,-4 6-558,-6 10 1,0 2-2706,6-8 0,-2 3 2305,-4 6 1393,-15 18-2099,-12 15 68,-14 16 0,-7 6 6,-4 5 0,-3 3-132,-1 2 1,-4 4-1,0 0 72,-3 4 0,-1 2 0,-1 0-340,8-8 0,-1 1 0,0 1 0,0 0 314,-3 3 0,0-1 1,0 2-1,0-1 81,-1 1 1,0 0-1,0 0 1,0 0-106,1-1 0,0 0 1,1 0-1,0-1-67,3-1 0,1-1 0,0-1 0,3-2-68,-2 1 0,3-1 1,1 0-3084,-2 5 1,2 1 0,4-5 3237,9-9 0,1-3 0,-3 6 0,3-4 0,10-11 0</inkml:trace>
  <inkml:trace contextRef="#ctx0" brushRef="#br0" timeOffset="60463">8908 9308 13877,'-7'-5'6722,"2"1"-6045,-24-15 1,-4-1 51,13 9-685,-15-12 1,6 7-134,26 17 217,14 11 85,19 12-121,-2-5 1,5 3-1027,12 5 0,6 1 943,-9-6 0,2 1 1,1-1-3,7 4 1,1 0-1,-1-1 2,-8-4 1,-1-1-1,4 3-1,3 0 1,4 3-1,1 0 1,-5-1-26,-1 0 0,-3-1 0,2 1-67,2 1 0,3 2 0,0 1 0,-4 0-585,3 4 1,-2 0 0,-2 1 668,3 5 0,-2 1 0,-4-4 0,-4-2 0,-5-3 0,-5-2 0,0 0 0</inkml:trace>
  <inkml:trace contextRef="#ctx0" brushRef="#br0" timeOffset="61322">7169 11119 24746,'5'-2'144,"0"1"-325,-1 2-283,0 1 129,-1 0 117,-2 1 466,-6 2 399,-8 4-613,-12 1 9,-9-2 79,-3-4 3,8-6 289,-1-17-335,18 2-26,-1-37-347,20 14 308,10-18 23,14 20-178,6 11-8,4 11 15,3 11 90,3 11 25,-9 5-43,-10 8 0,-2 6-86,-1 23-409,-10-9 1,-5 5 547,-15 1 1,-8 1-746,-9 9 0,-7 0 722,3-13 0,-4 0 0,0-2 13,3-5 1,1-1-1,-4 1-1,-3 0 1,-4 3-1,-1-1 1,4-5 41,-11 6 1,1-4 27,5-3 0,-2-1 1,3-7 145,-24-11-11,26-34-23,20-24-27,23-15-82,3 29 0,5 0 191,6 0 1,4 3-245,4 3 0,3 2-12,3 3 1,3 3-23,3 2 1,1 4-23,2 3 0,0 2 353,0 2 0,0 2-630,-3 2 0,-1 2-421,-3 1 1,-1 1-1591,-4 0 0,-1 2 1587,17 5 0,-20-4 0,-13-1 0</inkml:trace>
  <inkml:trace contextRef="#ctx0" brushRef="#br0" timeOffset="61715">7453 10771 17281,'-56'-21'676,"-1"-1"1,1 1-1,-1 3 1,0 4 0,2 8-537,8 10 0,2 7 0,0 3-706,-4 3 0,0 3 1,0 2 593,-1 5 0,1 2 0,2 3-488,-1 3 1,2 3-1,1 3 473,1 3 0,2 3 0,2 2-16,12-10 0,1 1 1,1 1-1,2 0 0,2 2 0,2 0 1,2 2-1,2-1-5,-2 15 1,3 0 0,6 0 1,6-2 0,4-1 1,5-2-40,4-2 0,5-1 1,5-4 10,5-3 0,5-3 1,3-3-3,5-4 0,5-4 1,1-3-437,6-5 1,2-4 0,2-4 458,5-2 0,2-5 0,2-3 15,-14-5 1,1-2 0,1-2 0,0-2 16,1-1 1,1-2 0,-1-2 0,0-2 12,0-3 0,0-2 1,-1-1-1,-1-2 14,-1-1 0,0-2 1,-2-1-1,-2-2 0,-2 0 0,-1-1 1,-2-2-1,-2-2 12,9-10 0,-3-2 0,-4-2 70,-5 1 1,-4-2-1,-4-3-74,-10 7 1,-2-4 0,-4 0 0,-1 4 140,3-18 1,-8 0-155,-8 7 0,-5-3 1,-7 8-9,-12 6 1,-8 5-34,6 8 0,-5 1 0,-1 3-34,-4 4 0,-3 5 1,-1 2-87,-1 4 1,0 2 0,-1 3-278,2 3 1,0 1-1,2 4-2813,-14 3 1,4 4 3090,11 0 0,5 1 1,-4 6-1,22-5 0</inkml:trace>
  <inkml:trace contextRef="#ctx0" brushRef="#br0" timeOffset="62373">10793 10626 12820,'-5'0'6055,"1"0"-2699,4 0-2488,-65-49-397,47 24-338,-18-7 1,7-3-66,34 4-68,19-3-6,-1 12-28,27 2-16,-4 18-173,-15 5 0,2 3 203,0 3 1,1 4-18,6 8 1,-3 3-20,12 10-9,-21-8 1,-5 1 63,-9 9-5,-12 11 29,-23 3-1619,-7-20 0,-3-3 1641,-18 10 16,11-16 1,-1-4 72,-10-7 107,-7-5 373,14-11-318,15-5-117,13-2-128,10 2 3318,11 2-3381,13 2 60,19 3-31,-2 5 0,3 3-34,-1 0 0,0 2-334,2 0 1,0 2 316,-1 2 1,-1 3-168,17 9-4,-25-8 1,-4 5-911,-5 38-210,-29-26 1,-8-1-508,-4 4 1,-4-2 1198,-16 3 1,4-8 0,17-12-1,2-3 1</inkml:trace>
  <inkml:trace contextRef="#ctx0" brushRef="#br0" timeOffset="62773">10717 10340 13929,'-13'-38'633,"0"0"0,-12 4 0,-7 10 81,-18 28 0,-6 13-395,0-3 1,-1 4-472,12-1 1,0 4-1,2 2 232,7 1 1,3 3-1,2 1-33,-7 6 1,3 4 10,6-2 0,1 5 0,4-3-19,1-2 0,2 4-9,-2 13 0,-1 8 1,5-2-31,3 2 0,8 2 0,5-16 0,3 5 0,3 0 0,1-6 0,6 8 0,7-5 5,9-8 1,6-2-1,4-8 15,17-9 0,4-8-1,-1 3 1,7-4 17,-12-11 0,10-4 0,2-3 0,-2-1 0,-7 1-11,-3 0 0,-6-1 0,7-3 32,2-1 1,10-4 0,4-1 0,-1-1 0,-4 0 0,-11 1-407,-2-1 1,-9 1 0,5-4 425,-1 0 0,6-3 1,2-2-1,-3 0 1,-7 0 68,3-3 1,-7-1-1,0-3-42,-3-2 1,-1-3 0,-1-3-1,-5 1-45,-2-5 0,-5-1 0,-4-1-47,-3 2 0,-4 0 0,-8 1-17,-9-2 0,-9 0 1,-4 4-34,-18-8 1,-11 4 8,6 9 0,-7 2 0,-3 4-44,7 10 1,-2 3 0,-3 3-1,-1 2-663,-5 4 0,-2 3 0,-1 3 0,1 1 735,4 2 0,-1 2 0,3 1 0,3 0 0,0 1 0,4 1 0,4 0 0,3 2 0,1 0 0</inkml:trace>
  <inkml:trace contextRef="#ctx0" brushRef="#br0" timeOffset="63605">10964 11124 19802,'42'-25'2132,"-9"5"-1278,-24 23-113,-7 2-796,-5 3 1084,-6 6 135,-11 2-417,-1 1-131,-4-1-218,8-6-169,5-4 731,-9-2-295,6-2-285,-34-1-313,11-1-189,-17-1-123,16-1-197,13 1-2517,7-2 2897,11 3 1,1 0 0,5 0 0</inkml:trace>
  <inkml:trace contextRef="#ctx0" brushRef="#br0" timeOffset="64818">6283 12226 15804,'31'-35'1559,"1"0"1,0 0 0,13-14 0,-13 14-1094,-28 30-304,-7 7-83,-14 16-29,-6 3-3,-5 6 1,-6 4-886,-2 0 1,-4 2-1,-1 1 851,-4 4 0,-2 1 0,-2 2-552,2-2 0,-4 3 0,1-1 1,3-2 523,-1 0 0,3-2 0,-3 3-91,7-5 1,-3 2 0,0 3 0,0-2 0,5-3-1016,-6 6 1,4-3 0,-1 2-457,1 0 1,-3 2-1,3 0 1,4-5 1332,-3 10 1,7-7-1,-1 6 1,23-26 0</inkml:trace>
  <inkml:trace contextRef="#ctx0" brushRef="#br0" timeOffset="65226">6584 12295 22397,'4'-38'467,"0"-1"1,10-18-277,12 75-57,5 8 0,3 4-112,-8-6 1,1 2-594,4 5 1,3 5 0,-3 0 550,5 10 0,-3 3-31,-4-6 1,0 2 0,0 1-146,-1 3 0,-1 1 0,-2-1-34,-5-10 1,-1 0-1,1 2-2228,1 2 0,1 3 1,0 0-1,-2-5 2392,4 10 1,0-3 0,4 10 0,-3-7 0,-5-12 0</inkml:trace>
  <inkml:trace contextRef="#ctx0" brushRef="#br0" timeOffset="65927">4482 13736 22094,'-5'-42'323,"0"0"0,1 0 0,0 18-418,2 31 168,1 17-17,-4 26-605,-1 3 566,-2 1 0,-2 3-298,2-15 1,-1 0 280,-3 17 0,0-1-6,3-15 1,1-4-23,-1 21 22,6-21 152,9-20 117,7-21-67,11-24-1461,-1-4 1,1-3 1359,11-18 28,-7 10 0,-2 1 618,3-5-489,1-2-151,-13 20-140,-9 17 11,-5 21 61,-1 16-22,1 21-14,-2-16 1,0 0-9,-1 24-135,-3-8 0,1 2 1194,0-13 1,0 0-1676,-2 18 0,2 0-295,1-13 0,3-1-13,3-6 0,2-3 263,8 9-1640,29-27-859,-1-35-327,0-12 1,0-6 2868,-14 9 0,-3-3 629,12-18 0,-5 4 0,-13 15 0,-1 0 0</inkml:trace>
  <inkml:trace contextRef="#ctx0" brushRef="#br0" timeOffset="66278">4989 13544 11330,'-56'-28'1058,"1"0"1,0 0-1,2 3 1,0 2-1,2 9-545,-7 15 0,2 9-651,14 0 1,0 2 0,-1 4 320,-3 5 0,-1 3 0,1 3-564,-2 5 1,0 2 0,1 3 448,11-6 1,0 2 0,1 1-1,1 2-33,0 1 0,2 1 0,0 2 0,1 0-35,2 1 0,1 0 0,2 2 0,2 0-28,-4 12 0,3 1 0,4 1-127,5-5 1,4 1 0,5 0 47,7-4 1,5 0 0,5-1-81,4-3 0,6-2 1,4-3-7,6-2 1,4-2 0,3-4 83,4-3 1,4-3 0,2-5 72,2-3 1,3-4 0,0-4 46,2-4 0,1-3 0,0-5 43,1-3 0,-1-4 1,0-3 38,0-3 0,-1-4 1,-2-3 49,0-2 1,-2-4 0,-1-2 24,-1-3 0,-3-2 0,-1-2 31,-1-3 1,-3-1 0,-2-3 16,-3 0 1,-1-1 0,-3-2-36,-3-1 0,-3-2 0,-2 0-73,-4 0 1,-3-1-1,-4-2-581,-4-10 1,-3-2 0,-4 4 500,0-2 0,-6 2 4,-4 9 0,-3-1 0,-6 8 71,-7 10 0,-6 6-187,-9-3 0,-7 4-140,-4 10 0,-3 7-247,-1 7 0,-1 5 471,1 8 0,4 2 0,-7 2 0,17 5 0</inkml:trace>
  <inkml:trace contextRef="#ctx0" brushRef="#br0" timeOffset="67568">7581 13627 20078,'-13'-46'2330,"4"8"-2201,8 33-112,1 1-45,5-3 33,5-2 29,10-5-34,12-2 0,-4 4 0,-1 2 22,-8 5 1,-10 3 5,5 0-17,-6 0 17,5 0-6,-9 1 174,2 0-112,-6 1 62,-4 3-12,-22 11-61,-14 7-22,-9 4-12,16-9 0,0-1 45,-23 9 3,18-9 0,0 0-15,-10 4 12,3-3 336,22-11-313,12-3 94,-4-2 63,12-1-113,1 0 67,1 0-257,1 4 39,0 6-6,0 9 18,0 3 4,0 15-10,-5 4 16,-3 14-11,-3-19 1,-1 0-7,-5 12 6,4-17 1,-1-2-7,1-2 35,-2 0 134,9-13-1,2-6 578,4-7-438,0-5-257,1-1 0,1-10-39,2-1 0,11-11-17,-2 8-11,31-10 11,-17 17-6,13 1 1,2 1 5,-1 5-17,9 2 0,2 4 0,6 13-25,-15 2 0,-2 4-31,-1 23 17,-23 19 34,-26-30 0,-9 1-289,-8 4 0,-4-2 280,2-4 0,-3-2-1032,-13 7 1,1-2 961,17-14 1,-1-1-660,-26 12 1,-1-3-327,2-7-1482,6-6 0,3-5 2568,7-16 0,6 3 0,18-4 0</inkml:trace>
  <inkml:trace contextRef="#ctx0" brushRef="#br0" timeOffset="67959">7569 13327 17406,'-49'3'760,"1"-1"1,0 0 0,-12 6-1,-2 3 1,7 4-548,10 6 0,2 4-1024,1-1 0,-3 3 0,3 2 906,6 0 0,3 3 1,2-1-37,-7 9 0,2 4 10,8-6 0,0 4 0,3 1-832,1 5 1,3 2 0,0-1 790,3-8 0,1-2 0,1 4 5,2 6 1,1 4 0,3 1 0,5-6-22,6 9 0,7-1-10,0-4 0,3 2 0,6-4-246,4-12 0,5-4 0,4-3 247,6-2 1,4-3 0,0-4-4,12 4 0,5-7 16,-7-10 1,6-3 0,2-4 0,-3-1 13,4-4 0,-2-4 0,3-2 9,-10 2 0,3 0 0,2-2 1,-1-1-1,-3-3 38,4-3 0,-1-3 0,-3-2 0,0-1-89,-3-1 1,0-1 0,-2-3 0,-2 0 115,9-10 1,-3-2 0,-4-2-38,-7 1 0,-4-2 0,-5-1 234,-6-1 1,-3-1-1,-6-1-284,-3 0 0,-5-2 0,-4-1-6,-6-2 0,-4-1 0,-2 2-8,-3-12 0,-6 2 2,-2 12 1,-5 0 0,-6 4-25,-6 5 0,-5 5 1,-3 2-85,-1 1 0,-2 3 1,-4 3-292,5 7 1,-3 2-1,0 4 1,3 3-1118,-1 4 1,3 5-1,0 2 1511,-5 2 0,0 3 0,8-1 0,-13 5 0,3 2 0</inkml:trace>
  <inkml:trace contextRef="#ctx0" brushRef="#br0" timeOffset="75121">13188 8287 10321,'-45'0'-60,"-1"0"0,3-1 0,18 2 3238,40 2-2159,19 2-549,11 1-155,-8-1 1,4-1-140,2 0 1,5-1-80,6 1 0,7-1 1,-1 0-67,-3-1 1,-1 0 0,2 0-283,-6 0 1,3-1 0,0 0 0,-3 0 270,10-2 1,-2 0 0,-3 0-3,-10 0 1,-3-1 0,1 0 30,6-2 0,1 0 1,-4-2-8,6-1 0,-1-2-140,-10 1 0,2-1 1,-4-1 270,1-2 1,-5-2 591,14-18-692,-47 10 1770,-35-9-1647,-4 14 0,-4 2-84,9 1 0,-2 1 358,-28-7 1,1 3 926,11 4-1154,9 2 1,3 2 1002,10 2-1150,5 2-214,13 3 23,6 2 106,8 6 23,2-1 443,19 15-466,12 3-28,-3-2 0,3 2-25,-3-2 0,1 1-386,5 5 1,-1 2 208,-11-4 1,-4 1-116,-6 1 0,-4 1-780,-1 29 55,-18-12 1059,-17-8 0,-3-3 0,6-11 0,-19 18 0</inkml:trace>
  <inkml:trace contextRef="#ctx0" brushRef="#br0" timeOffset="75473">15302 7928 20363,'23'-39'610,"-1"-1"1,1 0 0,-9 17-208,-18 31-258,-9 16-44,-12 20-87,7-15 0,-2 3-20,-2 5 1,-1 2-568,0 4 1,0 1 586,1 2 0,2 1-11,2 0 0,3 0 44,4-3 0,4-2-47,4-3 0,5-3 22,18 24 68,22-16-62,2-17-37,0-16 1,3-6-54,-11-4 1,0-2-166,17-1 0,0-3-403,-8-3 0,-2-1-1513,-1-3 1,-2 0 1580,-5 1 1,-3 0-1,9-3 1,-20 6-1</inkml:trace>
  <inkml:trace contextRef="#ctx0" brushRef="#br0" timeOffset="75873">16409 8067 12920,'-1'-4'7012,"0"1"-4088,1 3-2784,-74-48 23,27 56-133,2-28 1,0 6 19,19 32 1,6 9 22,-5 12-23,-2 15-5,13 2 28,14-2 11,18-7 28,15-8-11,15-13-1,6-12 91,3-16 22,-2-13 33,0-13-257,-7-12 207,-10-6-67,-15 8 11,-13-14-151,-18 22-129,-12-8-359,-12 22-817,-8 11-5097,-3 16 6413,5 4 0,14-1 0,11-4 0</inkml:trace>
  <inkml:trace contextRef="#ctx0" brushRef="#br0" timeOffset="76629">13140 10891 14264,'-51'14'199,"-1"1"1,11-4 0,6 0 461,10-1 1210,30-6-263,27-5-1312,0-2 1,5-1-1164,16-1 0,7-1 906,-12 0 0,2 1 1,3-1-354,5 0 0,3 0 1,0-1 335,-13 2 0,0 1 1,0-1-1,1 0-382,-2 0 0,1 1 0,0-1 0,-1 0 389,11 0 1,0-1 0,-2 0-2,-7 1 0,0-1 0,-3 1-113,11-1 0,-4-1 231,-12 1 0,-5 0 1520,11-2-887,-25 0 854,-21 0-1498,-15-4 2094,-16-4-1697,-24-7 202,14 7-309,-13-5-72,31 10-56,3-1-140,11 4-118,6 4-62,8 2-5,11 2 23,16 9-29,15 11 11,-20-4 1,1 4-1744,7 11 0,-1 2 1718,-11-9 1,-1 1-121,7 15 0,-4 2-455,-12-11 1,-5 0-709,2 10 1,-6 1 1330,-13 5 0,-4-3 0,2 5 0,-17-6 0</inkml:trace>
  <inkml:trace contextRef="#ctx0" brushRef="#br0" timeOffset="77172">15421 11034 12388,'2'-47'1625,"0"1"0,1-1 1,-2 3-1,0 0 1,-1 4-764,-1-2 1,-1 4-284,1 0 1,0 3 244,-1-26-74,4 7-610,-1 24 22,3 6-173,-1 20 42,4 6 23,6 15-12,3 18-25,0 22-9,-9-20 1,-3 3-26,-5 19 0,-2 0 11,1-17 1,-1 1-5,0 3 1,-2 3 0,3-7-383,4 13 366,3-9 1,5-2-50,22 1 15,-9-20 0,4-2-111,1-4 0,4-5-1092,14-2 0,0-6-535,10-2 137,-19-5 1,-2-4 1660,-4-9 0,-15 6 0,-1 0 0</inkml:trace>
  <inkml:trace contextRef="#ctx0" brushRef="#br0" timeOffset="77714">16325 10650 25348,'-6'-58'275,"8"24"-185,17 73-23,2 13-50,-3-7-59,-9-4 0,-3-1-526,0 7 329,-5-1 1,-2 2-954,-5-13 0,-2-1 1192,-6 15 0,0-1 0,-4 4 0,-1-5 0</inkml:trace>
  <inkml:trace contextRef="#ctx0" brushRef="#br0" timeOffset="78685">12707 14148 9654,'-50'4'677,"0"1"1,0 0 0,-14 0 0,6-1 515,23-2 0,5-1 751,-3-5-1351,27-3-189,28-6 184,27-3-283,-11 6 1,4 1-867,11 0 0,4 0 648,-12 3 1,1 0 0,3 1-717,5 0 1,2 0-1,1 1 636,5-1 1,1 0 0,1 1-17,-14 1 1,0 0-1,1 0 1,0 0 3,0 0 1,0 0 0,-1 0 0,0 0 9,15-1 1,-2 0 0,-1-1 1,-5 1 1,-2 0-1,-1-1-697,-3-1 1,-1 0 0,-5 0 750,-1 1 1,-5-1 209,-2-1 1,-7 0 277,-18-3 424,-12-4-945,-19-7 33,-22-6 84,12 11 1,-2-1 606,-6-2 1,0 2-563,7 2 1,0 0 366,-12-5 0,2 0 3093,-6-5-3440,16 10 0,3-1 81,0 1-146,13 6-150,8 5-118,5 2 1161,10 2-1038,13 6-5,23 8 5,-12-1 0,1 1-129,-3-1 0,1 2 112,19 15 1,0 4-557,-18-9 0,-2 2 472,12 12 1,-5 3-144,-16-6 1,-7 1-351,-6 2 1,-6 0-1177,-10 2 0,-8-1 1770,-8 6 0,-3-5 0,-7 7 0,-4-7 0</inkml:trace>
  <inkml:trace contextRef="#ctx0" brushRef="#br0" timeOffset="79213">15354 13798 15692,'4'-48'1473,"1"-1"0,0 0 0,0-17 1,-3 9-662,-7 11 234,-2 15-856,2 16-62,3 9-168,1 10 162,6 13-94,1 17 2,-2 1 1,0 2-20,1 20-118,-4-11 0,-3 2 121,-2-14 0,-1 0-6,0 8 1,-2-1-4,1-3 1,0-1-6,-1 26 6,10-11 5,8-10-11,9-8 11,9-10-11,11-10-89,15-9-309,-19-8 0,1-2-148,6-3 0,0-1-894,2-3 1,0-3 1439,2-2 0,-3-1 0,4-2 0,-10 1 0</inkml:trace>
  <inkml:trace contextRef="#ctx0" brushRef="#br0" timeOffset="79705">16261 13609 13597,'-9'-7'5697,"2"2"-4784,7 5 475,0 0-468,5-74-360,4 41-2473,1-15 0,2 1 1974,6 22 872,17-4-900,6 19-22,-5 0-5,17 15-12,-19 14 6,1 17 17,-14 16-3,-19-19 0,-5 0-9,-6 3 1,-6 1 22,-11 9 0,-4-1 1402,8-15 0,-1-1-1397,-9 10 1,1-4 39,0-2-34,0 2-5,14-14 72,11-10 79,18-6-3218,33-7 3039,-2-2-6,0-2 0,3-1-140,-8 0 0,1-1 70,12-2 0,1-1-168,2 1 0,3 0-1204,-12 2 1,2 0 0,-1 1 1441,6 0 0,-2 0 0,-5 1 0,-5 1 0,-8 2 0</inkml:trace>
  <inkml:trace contextRef="#ctx0" brushRef="#br0" timeOffset="84206">5729 17057 14813,'-9'-11'5192,"3"3"-4587,-15-20 0,-1-3-169,10 14-562,-12-18 0,4 10-294,19 26 437,4 16 140,4 20-138,0-5 1,0 3-464,4 10 0,1 3 410,2 6 1,2 0 5,2 0 0,1-2 5,2-6 1,4-3 83,0-10 1,4-5-25,1-8 0,3-6 220,4-7 1,2-6 11,6-10 0,1-9-737,-10 0 1,1-5 0,1-4 564,7-10 0,1-5 0,-1-1-620,-5 5 0,-1-1 0,4-4 564,-9 9 0,4-4 0,1-2 0,2-1 0,-2 2 0,-1 2-376,7-5 1,-2 2 0,0 1 0,4-3 349,-7 5 0,3-2 0,2-1 0,-1 1 0,0 0 0,-2 4-11,9-7 0,-2 2 0,-1 2 1,-1 2-198,-4 3 1,-1 2 0,0 1 0,-2 2-30,6-3 0,-1 2 0,-2 4-892,10-4 1,-2 6 1113,-7 9 0,-4 4 0,1 1 0,-10 9 0</inkml:trace>
  <inkml:trace contextRef="#ctx0" brushRef="#br0" timeOffset="85981">25057 7184 16297,'3'-60'2307,"0"0"1,2 2 0,-6 21-2437,-4 38 107,-3 16 44,-7 21-16,5-8 0,1 2-508,-1 8 1,0 2 363,0 6 1,1 1-379,2 6 1,2 0-824,0 4 1,2 0-3010,1 0 1,2 0 4347,1-9 0,1-4 0,-1 12 0,3-28 0</inkml:trace>
  <inkml:trace contextRef="#ctx0" brushRef="#br0" timeOffset="86371">25299 6909 13945,'-18'-39'1183,"-1"0"0,1-1 0,-12-12 0,-4 5-701,-4 13 0,-4 7-993,-5 6 1,-4 7 759,-5 4 0,-2 8-523,-4 6 1,1 8 340,19-1 0,0 3 0,1 3-19,-1 5 1,0 4 0,2 3-20,0 4 1,0 3 0,2 3-25,-1 4 1,3 3 0,1 2-531,1 3 0,3 2 1,3 2 501,4 0 1,3 2 0,4 0-38,6-1 0,4 0 1,7-1-246,7-2 0,6-2 1,7-2 272,6-3 0,7-2 1,5-4 1,6-4 0,6-4 0,3-4-172,-10-8 1,2-3-1,1-2 1,1-2 220,0-2 1,2-2 0,0-2 0,0-2 8,0-2 0,1-3 0,-1-1 0,0-3 4,-1-2 0,1-2 0,-1-2 0,-2-1-6,3-1 0,-2-2 1,2-5 43,0-4 0,3-5 0,-1-3 0,-4-2-260,-7 1 1,-4-2 0,-1 0 0,1-1 204,1 2 1,1 1-1,-1-2 1,-3-2 5,-3-6 0,-1-3 0,-4 0 0,-6 1 266,-1-16 1,-10-1-290,-2 13 0,-4-3 0,-5 3-37,-7 3 0,-5 2 0,-6 3 1,-6 2 1,-6 4-1,-4 4-33,-7 2 0,-5 4 0,-3 3-177,-6 3 0,-3 4 0,-2 2-536,14 5 0,-1 2 0,0 1 0,0 2 784,-3 3 0,0 1 0,2 2 0,4-1 0,-13 0 0,7 1 0,9 3 0,0 1 0</inkml:trace>
  <inkml:trace contextRef="#ctx0" brushRef="#br0" timeOffset="86796">24689 8073 19098,'-40'30'235,"0"0"0,-1 0 0,-1 3 1,0 2-1,2 2-235,2 5 0,2 3 0,0 0-1578,-4 4 1,1 0 0,0 1 1280,1 0 0,0 0 0,3 1-837,2-3 1,3 0 0,2 0 1017,5-1 0,2-1 0,3-4 0,1-4 1,3-4-1,2 21 0</inkml:trace>
  <inkml:trace contextRef="#ctx0" brushRef="#br0" timeOffset="87122">24950 8020 9688,'-6'-3'9140,"2"1"-6753,4 2-2186,50 13-111,-3 16-885,0-4 1,6 3 799,-4 7 1,0 3-19,-10-9 0,0 1 0,3 0-60,4 2 0,3 1 1,0 0-533,-9-7 1,0 0-1,1 1 1,0-1-664,1 2 1,1 0 0,-1-1 0,0 0 916,7 5 1,-1 0 0,-4-3-1,2 2 1,-6-4 0,4 5-1</inkml:trace>
  <inkml:trace contextRef="#ctx0" brushRef="#br0" timeOffset="87696">24086 9551 14997,'-26'-38'1736,"-1"0"1,1 0-1,-10-16 1,10 2-1443,21 12 0,6 2-187,4-12-35,10 17 1,5 4-56,3 11 0,31-5-6,-13 24-1721,-9 10 0,-1 4 1705,9 10-288,-16 15 0,-6 4 293,-8 4-6,-9 3 1,-7 3-9,-7-13 0,-5-2 11,-7 12 1,-5 1-4,-3-3 0,-4 0 11,7-15 1,-2 1 0,2-4 2,-1 2 1,0-3-6,-6 6 0,1-4-9,6-7 17,4-3-224,15-12 51,20-15 3264,6-2-3108,28-11-5,13-2-100,-16 6 0,3 0 63,3-1 1,2-1-211,10-4 0,-1 0 48,-18 6 0,-2 0-552,11-7 1,-3-1-2460,1-11-1695,-16 7 1,-2-1 3904,3-6 0,-7 2 0,-20 26 0</inkml:trace>
  <inkml:trace contextRef="#ctx0" brushRef="#br0" timeOffset="88154">23932 9016 11949,'-58'-7'1123,"-1"0"1,1-1-1,2 3 1,1 2 0,5 4-662,0 7 0,4 6-1083,-6 8 0,3 3 814,8-3 0,2 4 62,0 9 1,0 7 0,5-3-189,6-6 1,3 5 10,2 3 0,-2 7 1,3 3-1,5-4-28,4 13 1,7 1-1012,3-2 1,2 3 0,5-5 965,5 0 1,8-5 10,5-11 1,6 0 0,2-4-8,1-8 0,3-3 1,4-1 5,6 1 0,6-1 1,2 0-1,-1-4 14,-3-4 1,0-2-1,1-2 1,1 0-403,10-1 0,3-1 0,-1-2 1,-3-3 424,-4-2 0,-2-2 0,1-4 42,-7-1 0,2-2 0,0-1 0,-1-4-82,11-9 1,-1-5-1,-2-1 90,0-2 1,-1-1 0,-2-3-55,-4 3 1,-3-3 0,-5-4 37,-7-10 0,-6-6 0,-6 1 474,-6-6 1,-7-2-560,-2 3 1,-3-4 0,-8 2-15,-6 10 0,-7 2 0,-2 3-1,-6-9 0,-9 5-7,-9 10 1,-9 2 0,-4 6-78,8 12 0,-4 4 0,0 2 0,2 0-176,-8-6 1,2-1 0,-1 4 56,-7 4 0,-2 3 1,12 3-1011,-4 3 1227,22 3 0,3 0 0,2-2 0,-7 5 0</inkml:trace>
  <inkml:trace contextRef="#ctx0" brushRef="#br0" timeOffset="88790">26319 9138 11178,'5'1'6474,"0"1"-2906,-5-2-2643,6-89-662,9 49-188,-3-15 1,5 3-20,24 22 17,6 7-11,5 9-40,0 7-11,-11 6-3,-8 7 1,-1 3-31,15 11 8,-15-2 0,0 4-484,12 22 448,-15-4-23,-18-7 0,-4-1 56,-7 4 14,-3-3 1,-7 0 108,-30 14-33,16-24 0,-2-2 5,-6 0 1,-3-4 156,-24-1 123,7-11 73,10-12-33,13-6-163,14-6-145,9 0 363,13 2-476,10 7 23,15 4-5,13 14 21,10 11-343,-23-4 0,-2 2 321,19 13-163,-18-6 1,-2 2-11,0 11-157,2 17-387,-28-9-638,-24-2 493,-5-10-1045,-12-14 0,-3-3-803,-7-3 2716,-6-3 0,2-3 0,20-5 0,-15 0 0</inkml:trace>
  <inkml:trace contextRef="#ctx0" brushRef="#br0" timeOffset="89190">26649 8886 11390,'2'-52'1684,"0"1"0,-3 4 1,-7 8-711,-34 10-72,-16 12-479,21 16 0,-2 4-883,-7 6 1,-3 6 781,-7 6 0,-2 6-898,15-4 0,0 2 0,-1 3 676,-5 4 1,1 2 0,1-1-68,9-4 1,0-1 0,1 4-5,0 3 1,-2 5-1,2 1 1,5-3 10,6-2 1,4 0-1,1 2-29,-8 12 0,1 4 1,10-3 16,13 8 0,15-5 14,12-3 0,12-5-447,-2-16 1,6-4-1,3-2 429,8-1 1,4-3-1,2-2-5,-7-5 1,1-2 0,2-1 0,0-1 1,5-1 0,0-1 0,2-1 0,0-1-316,3-1 0,1 0 0,0-2 1,0 0 320,0-1 1,1-1-1,-1-1 1,0-1 6,-2 0 1,-1-2 0,-1 0-1,-1-2 101,-5-1 1,-1 0 0,-2-2 0,-2-2-25,7-5 0,-3-1 0,-4-5 9,-10-1 0,-3-4 0,-5-2-100,3-21 1,-10-5-34,-11-6 0,-10-3 84,-7 19 0,-5-1 0,-5 2-100,-4-1 0,-4 2 0,-5 2 243,-5 1 1,-5 4 0,-3 2-351,-6 3 1,-4 3 0,-2 5-294,10 6 0,-2 4 0,-1 1 0,-1 2 430,-9 1 0,-2 3 0,0 1 0,6 1 0,-12-2 0,4 3 0,2 4 0,-1-1 0</inkml:trace>
  <inkml:trace contextRef="#ctx0" brushRef="#br0" timeOffset="89662">23385 10256 21523,'14'-44'801,"1"0"0,-2 5 0,-3 9-902,-9 24 191,-30 56-65,6-15 0,-3 2-1438,-5 12 0,-6 6 1403,3-10 0,-6 4 0,-1 1 1,4-5-441,6-8 0,2-3 0,-3 5 222,-1 0 0,-4 4 0,-3 4 1,0 1-1,1-2 0,5-5-829,0 1 0,4-5 0,0 1 0,-2 3 1057,-3 3 0,-2 5 0,-1 0 0,3-2 0,4-6 0,-9 12 0,7-6 0,7-8 0,1 0 0</inkml:trace>
  <inkml:trace contextRef="#ctx0" brushRef="#br0" timeOffset="90355">21995 11701 15552,'29'-37'1029,"0"1"0,0-1 1,9-11-1,-3 5 545,3 1-258,-16 16-582,-13 13-504,-7 8-253,-11 14 34,-1 1-11,-20 23 34,-7 12-264,11-11 0,0 3 216,-3 5 0,1 1-330,0 1 1,3 0 323,3-3 1,3-1-7,5-5 1,3-1-14,1 17 28,15-15 157,4-16 212,10-12 444,9-19-589,14-14-138,-17 6 1,1-2 33,1-1 0,0 1 143,18-18 597,-15 15-865,-14 12-40,-9 10 67,-6 14 17,2 12-6,1 15-27,-2 12-46,-1 5-173,-1 2-537,0 0-919,2-3-953,2-8-1411,5-11 4044,10-15 0,-10-12 0,4-8 0</inkml:trace>
  <inkml:trace contextRef="#ctx0" brushRef="#br0" timeOffset="90713">22661 11661 12662,'2'-62'2530,"0"1"0,-4 5 0,-5 3-2161,-5 13 1,-7 4-1189,-9 5 1,-5 4 927,-11 5 0,-4 6-14,-12 7 1,-3 6-40,16 7 0,-1 3 0,-1 5-14,1 3 0,-2 3 0,1 3 0,2-1-560,2 1 1,2 0-1,-1 4 523,-1 4 1,-3 3 0,2 1 0,5 1-277,3 2 0,6 1 0,-1 3 271,3-4 0,0 2 0,1 2 0,2 1-10,-6 13 1,3 2 0,4 0-315,5-1 1,4 0 0,3 0 274,4-5 1,4 1 0,6-3-57,6-5 1,4-1 0,5-3 59,17 13 1,9-8 62,-6-17 1,6-5 0,2-3-1,5-3 1,2-3 0,5-4 6,-2-4 0,4-4 0,0-2 1,-3-1 80,0 0 1,-4-2 0,4-3-58,0-3 0,4-3 0,0-2 0,-6-2 84,-4-4 0,-5-2 1,1-2-78,-4 1 0,1-2 0,-1-1 0,-2-2-170,9-12 0,-3-2 0,-4-4 164,-5 0 0,-3-3 1,-4-2 20,-4 0 0,-5-2 0,-4 0-13,-4 2 1,-4-1 0,-5 2-30,-4 4 1,-4 1 0,-5 3-13,-10-14 0,-9 6-40,-7 9 1,-6 6-76,-4 8 0,-3 6-233,-1 5 1,-1 5-424,4 3 0,2 5 754,4 5 0,4 2 0,-3-1 0,15 6 0</inkml:trace>
  <inkml:trace contextRef="#ctx0" brushRef="#br0" timeOffset="91121">24398 10610 10209,'-11'-50'3276,"-1"-1"1,-1-10 0,3 7-1379,4 15-626,-3-19-774,7 42-632,0 5 0,2 16 212,14 33-67,-3-3 0,5 3 1,3 4-209,-2-6 0,3 3 131,3 4 1,3 4 0,-2-2-586,3 3 1,0 1-364,-2-7 0,2 5 1,1 1-1,-3-4 646,-2 0 0,-3-3 0,1-1 0,11 17 0,-3-4 0,-12-16 0,0-1 0</inkml:trace>
  <inkml:trace contextRef="#ctx0" brushRef="#br0" timeOffset="91779">25211 11840 16378,'-48'-31'315,"-1"1"1,10 1-1,6 9 1034,5 21-1265,7 2 544,-25 1-477,-4 1-33,15-3 0,1-1 310,-17 1 82,-7-2 11,18 0-488,8 0 601,13 2-673,16 3 61,3 7 45,5 7-39,0-1 17,7 10 17,1 4 67,-2 12-67,-2-8 11,-6-2 139,-7-8 276,-11 12-410,5-10 90,-10 8 207,15-27 353,-1 0-325,6-9 141,0-6-409,0 0 21,0-20-116,0 11 32,4-20-83,3 20 0,7-4 0,-1 11 5,25 3 6,3 6-11,-8 4 0,2 1 11,19 8-6,-9 7 1,0 4-18,1 3-53,-1 7 1,-6 3-138,-15 10 42,-15-13 0,-6 0-115,-20 10-445,-19-12 1,-7-4-521,-10 0-521,11-12 0,-7 1 0,5-4 1231,9-6 1,2-3-1,-7 4 1,4-3 0,9-4-1</inkml:trace>
  <inkml:trace contextRef="#ctx0" brushRef="#br0" timeOffset="92171">25171 11387 17952,'-59'9'288,"0"0"0,0 0 0,-2 3 0,-1 2 0,2 5-171,5 3 1,2 5 0,-1 4-1152,12-5 1,-1 2 0,-1 3 0,2-1-1,2-2 1036,-9 8 0,3-2 0,-1 4-4,2 3 1,-1 5 0,2 1-1,8-2-8,10-4 0,5-1 1,3 2-5,-3 6 1,2 2 0,8-1 210,7 16 1,15-4-111,13-8 0,12-7 4,-2-18 1,6-4-1,0-3-13,12 3 1,6-4 63,-7-9 1,6-2 0,3-2 0,-3-1-546,5-2 1,-1-2 0,1 0 438,-7 0 1,1 0-1,2-1 1,-1-2 37,0-1 0,0-2 1,1-2-1,-2-2 186,-2-4 1,-1-3-1,-1-1 1,0-1-177,-1 0 0,0-1 0,-1-2 0,-2-3-16,2-3 1,-1-3-1,-2-2 1,-7-2 5,-3-8 1,-6-3 0,-5-2 85,-4-1 0,-5-1 0,-5-2-168,-4-1 1,-5 0 0,-5 0-42,-6 1 1,-5 1-1,-2 4-15,-6-9 0,-9 4-69,-14 11 1,-12 3-1,-2 7-32,9 11 1,-2 5 0,-4 2-376,-3-2 0,-4 0 0,-3 3 0,3 3-1320,3 5 1,0 4-1,1 1 1,2 1 1859,5-1 0,0 2 0,2 0 0,3 0 0,-18 4 0,8 1 0,-6 3 0</inkml:trace>
  <inkml:trace contextRef="#ctx0" brushRef="#br0" timeOffset="92672">21845 12913 16267,'23'-40'1252,"0"0"1,-1-1 0,8-9 0,-7 10-299,-17 20-623,-6 17-299,-8 6-74,-3 7 183,-29 28-123,12-10 1,-4 4-719,1-1 0,-1 2 1,-2 2 671,-4 5 0,-2 2 0,0 1-30,8-8 1,-1 1 0,1 1 0,0 0-158,0 2 1,0 0 0,1 0 0,0 1-572,1-1 0,1 2 1,1-1-1,1 0-2491,-5 11 0,1 0 0,3-2 2832,-3 5 1,4-5 0,9-13 0,5-7-1,5-12 1</inkml:trace>
  <inkml:trace contextRef="#ctx0" brushRef="#br0" timeOffset="93239">21117 14045 13961,'0'-5'5182,"0"1"-3374,0 4-1752,-63-32 28,25 48-389,-2-23 0,-2 4 361,13 31 0,3 12-324,-1-5 0,-1 5 298,1 1 0,-3 5 0,2-1-468,4-6 0,2 0 0,0 0 434,-2 6 0,1 1 0,3-3-4,3-5 0,5 0-302,5 4 0,5-4 310,6-5 743,26 15-120,4-39-13,22-11 265,-13-12-620,-5-10 0,-1-6-79,-13 6 0,-1-2 6,9-10 0,-3-2 11,-13 7 1,-4 1 1109,2-22-1169,-13 17 666,-25 3-845,-13 21 34,-11-3-101,2 16 0,-2 4-443,13-1 0,-1 1-198,-15 4 0,2 1-1345,15-2 1,3 0-3465,-8 5 5562,13 0 0,20-9 0,0-1 0</inkml:trace>
  <inkml:trace contextRef="#ctx0" brushRef="#br0" timeOffset="93645">21295 13781 18726,'-26'-39'336,"-1"0"0,1 1 0,-10-2 0,-4 2 0,0 12-224,-2 15 0,-2 9-741,0 0 0,-4 2 1,0 5 685,-1 5 1,1 4 0,0 4-464,-5 5 0,-1 5 0,3 0 423,7-3 0,2 0 0,0 4-6,4 0 0,0 3 1,1 3-1,1 1-10,1 6 1,3 2-1,0 2 1,1-2-8,-5 4 0,2-1 1,1 7-8,8-5 1,0 6-1,2 3 1,3-2 0,5-6-13,4 2 1,7-4 0,3 3-21,4 6 0,5 5 0,2-2 1,3-7 4,8 8 1,11-7-21,6-10 1,10-1-1,0-8-109,-6-14 1,1-5-1,3-2 198,-3 0 1,3-1-1,2-1 1,0-2 35,4-2 1,0-1 0,2-3 0,-1-2-395,4-1 0,0-4 0,0-1 0,-2 0 411,6-1 0,-3-2 1,4-4 64,-12-3 1,4-4 0,1-2 0,-2-1 0,-5 0-223,9-8 1,-6-2 0,2-3 155,-10 7 1,2-3 0,0-1 0,-2-1-1,-5-1-39,-3-4 1,-4-2 0,-3 0 0,-3-2 26,4-14 0,-4-2 0,-4-1-40,-6 1 0,-3-2 1,-6 1-30,-5 2 0,-4 0 0,-6 1 159,-4 5 1,-5 0 0,-5 5-229,-6 2 0,-5 4 0,-5 3-62,-4 5 1,-5 5-1,-3 3-168,-4 4 1,-3 5-1,-1 5-499,-2 5 1,-2 4 0,1 4-2480,0 3 0,1 3 0,3 1 2926,-6 4 0,6 1 0,15-2 0,9-2 0,14-5 0</inkml:trace>
  <inkml:trace contextRef="#ctx0" brushRef="#br0" timeOffset="94097">26792 14353 23745,'-36'41'33,"-1"0"1,0-1-1,0 1 1,-2 0 0,-1 0-68,5-8 0,-1 1 1,0-1-1,1-1-1124,0-1 1,2-1 0,-3 1 630,-1 1 1,-3 1-1,0 0 1,4-2-1818,0-1 1,4-1 0,-1 0 2343,-3 3 0,0 1 0,2-3 0,0 2 0,5-5 0,-4 6 0</inkml:trace>
  <inkml:trace contextRef="#ctx0" brushRef="#br0" timeOffset="94287">25562 14558 21404,'44'-26'254,"0"-1"0,0 1 1,8 8-1,3 6 1,-5 8-233,-6 11 1,-1 10-972,3 6 1,4 6 0,-3 1 961,-9-1 0,-1 1 1,2 2-464,-2-1 1,3 1 0,0 0 0,1 1 384,3 1 1,0 1 0,1 0-1,2 1-730,1-1 1,3 2 0,1 0 0,-1-1 0,-2-1 709,1 0 0,-2-1 1,-1-1-1,0-1 1,-3-2-1,0 0 1,-3-2-1,-5-4 1,-3-1-1,0-1 1</inkml:trace>
  <inkml:trace contextRef="#ctx0" brushRef="#br0" timeOffset="95540">20538 15810 10768,'-53'7'1069,"0"0"1,0 0 0,0 0 0,-5 1 0,2 0 0,1-1-1864,-2 1 1,0 1 0,3-1 1187,-10 2 1,8-1-112,22-3 0,3-1 567,-25 5-878,50-6 347,55-12-232,2 0 0,8-2-653,-5 0 1,4-1 0,2 0 575,-6 1 0,2 0 0,2 0 0,0 1-429,-6 0 1,0 1 0,0 0 0,1 0 0,1 0 410,1 0 0,1 1 0,0-1 0,1 1 0,-1 0-5,-1 1 1,0-1 0,-1 1 0,1 0 0,-2 0-223,9 0 1,-1 0-1,-2 0 1,-3 1 224,0 0 1,-3 0 0,-2 1 53,17-2 1,-14 2 112,-30 4-258,-37 7-17,-27 2 1,-14 1-88,5 0 0,-4 0 1,1 1 144,5-1 0,0-1 1,-5 1-36,2 0 1,-6 0 0,-1 1 0,0-1 0,3 0 132,1 0 1,4-2 0,-2 1 0,-2 0-17,-5 1 0,-3 0 1,-2 1-1,1-1 1,3 0 19,-2 0 0,3-1 0,0 0 0,1 0-9,3 0 1,0 0 0,1-1 0,2 0 302,-11 2 1,2 0 0,2 0-315,9-2 1,2 1-1,3-1-31,-2 1 1,5-2-446,-14 5 183,64-10 361,35-9-68,5-2 1,9-2 197,-8 0 0,3-1 0,2 0-209,-7 1 0,3-1 1,0 1-1,1-1-29,5-1 1,2 1-1,1-1 1,-1 0 39,3 1 1,1-1-1,-1 1 1,0 0-5,0 1 0,-1 0 0,-1 1 0,-3 0 114,3 0 0,-3 0 1,-1 1 26,1 0 0,-1 1 0,-10 0 160,6 0-190,-23-1-516,-84 16 205,1 0 0,-5 1 436,5 1 1,-5 1-363,5 0 0,-6 1 1,-2 1-1,3 0 107,11-2 0,2-1 1,0 0-1,-3 2 24,-5 0 1,-3 0-1,-2 1 1,0 0 0,3 0 61,-4 1 0,1 0 1,1 0-1,0-1 55,3 0 0,0 0 1,2 0-1,1-1 93,-10 3 0,3-1 1,3-1 128,-8 3 1,8-3-279,17-3 0,14-4 11,23-5 163,58-17-172,-2 0 1,9-1-205,-7 2 1,3-2-1,2 0 135,-7 3 0,2-1 0,1 0 0,1 0-79,-8 2 0,1 1 1,0 0-1,1 0 1,1 0 49,0 0 1,1 1 0,1-1 0,-1 1 0,1 0-185,-2 1 0,1 0 0,0 0 0,-1 0 0,1 0 54,0 1 1,1-1 0,0 0 0,-3 2-1,-4 0 1,3-1 0,-5 2 0,-1 0-1,11-3 1,1 0 0</inkml:trace>
  <inkml:trace contextRef="#ctx0" brushRef="#br0" timeOffset="96537">27584 10557 14644,'-46'-14'147,"-1"0"1,1 1 0,3 0 0,1 2 0,1 5 160,-9 7 1,4 5-138,10-2 0,-1 2 301,-4 1 0,-4 1 0,2 0-261,-1 0 1,1 0 199,-17 3 1,3-1-250,23-4 1,5-1 61,-3 1-140,22-5 129,62-18-163,-4 2 1,6-2-616,-8 3 0,3-2 0,2 0 572,9-2 1,3-1-1,-4 2-4,-15 4 1,-2 1 0,1 0 3,8-1 1,2 0 0,-3 0 14,10-1 1,-3 1 30,-9 2 0,-3 1 373,-2 0 0,-11 2-179,-26 5-29,-8 0-344,-28 4 0,-12 6-517,-15 1 640,17-1 0,-9 1 0,-3 1 1,3 0-48,-1 0 1,3 1 0,-5 0 65,-1 0 1,-4 1 0,0 0 0,4-1-1,4 0 1,3-2 0,-1 0 44,-8 2 1,-2 0 0,8-2-6,11-2 0,3-1-109,-9 2 0,6-1-356,18-3 263,26-2 270,7-1-15,21 0 0,8-1-92,4-4 0,3 0-347,8 1 0,5-2 317,-10 0 0,4-1 0,1-1 3,-10 2 0,1 0 0,1 0 1,-1 0 3,15-2 0,0 1 1,-1 0-5,-2 0 1,-1 0 0,-6 1-8,2 0 0,-9 2 1791,-12 1-1925,-24 3-107,-55 10 207,3-3 1,-9 2 0,1 0-322,-7 2 1,-5 1 399,14-3 0,-7 1 0,-3 0 0,2 1 0,5-2-795,-7 0 1,6 0 0,-3 0 824,7-1 1,-3 1 0,1-1 0,3 0 240,-8 0 0,3 0 0,8-2 1091,-14 1-1272,-2 1-90,59-10 89,58-15-100,-7 3-434,0 3 0,11-3 0,-1 2 389,-14 3 0,-2 1 0,3 1-196,4-1 0,3 0 0,0 0 0,-1 1-1604,8-1 0,-2 1 0,-2 1 1636,-6 1 1,-2 1 0,-4 0 0,1 0 0,-6 0 0,4 1 0</inkml:trace>
  <inkml:trace contextRef="#ctx0" brushRef="#br0" timeOffset="232019">23152 7623 24575,'-15'0'0,"-2"5"0,-15 16 0,7 0 0,-19 17 0,6-6-916,-9 7 916,22-18 0,-2 0 0,-2 1 0,-1 0 0,-1 1 0,-1 1 0,0 1 0,-1 1-691,-4 4 1,0 0 690,0 4 0,0 0-1041,-4 3 0,-1 2 1041,-3 3 0,-1 0-770,14-12 0,-2-1 1,0 1 769,-1-1 0,1 0 0,-1 1 0,0 1 0,0 0 0,-1 2-225,-11 6 0,-2 3 1,0 1 224,13-8 0,-1 1 0,1 0 0,-1 0 0,-1-1 0,0 0 0,0-1 0,-1 3 0,2-2 0,0 2 0,-1 1 0,1-1 0,3-4 0,-4 4 0,3-3 0,-3 3 0,4-2 0,-4 2 0,0 3 0,0-3 0,5-3 0,-2 2 0,3-4 0,-2 3 0,-4 7 0,-4 4 0,0-1 0,5-3 0,7-9 0,3-2 0,-1 3 0,-3 5 0,-3 6 0,2-1 0,3-5 0,-6 9 0,2-3 0,8-7 0,-2 2 0,4-4 0,0-1 0,2-2 0,-1 1 0,1 0 0,-1 1 0,1 1 0,-2 2 0,-1 0 0,-1 0 0,1-1 0,-1-1 0,0-1 0,1 1 0,-1-1 0,0 1 0,0-1 0,0 1 0,0-1 148,1 1 0,-1-1-148,-1 0 0,0 0 0,1 0 0,0 1 0,0 1 0,0 0 0,1 0 0,0 0 0,1-3 0,0 1 0,1-2 0,-1 1 0,-4 5 0,0-1 0,5-7 0,-1 1 0,-4 4 0,-2 1 0,-6 5 0,0-1 0,7-8 0,-1 0 0,-7 9 0,-2 1 0,-2 0 0,2-3 0,11-10 0,0 0 0,-6 3 0,-3 4 0,5-4 0,7-8 0,0 0 0,-19 17 0,-2 2 0,14-14 0,1-2 0,-1 1 0,0 0 0,2-1 0,3-2 1734,-8 9-1734,-1 3 0,1-2 0,-1 1 0,0 0 0,2-1 0,0-3 2536,3-1-2536,1 1 1557,1-3-1557,3-1 1239,0-1-1239,3 0 0,4-1 0,-6 9 0,8-7 0,-6 6 0,6-9 0,-1 2 0,-1-2 0,0 0 0,1-3 0,1-1 0,-4 8 0,6-7 0,-6 9 0,9-11 0,-1-2 0,-1 4 0,3-8 0,-2 2 0,5-6 0,3-2 0,2-1 0,1-4 0,1-1 0</inkml:trace>
  <inkml:trace contextRef="#ctx0" brushRef="#br0" timeOffset="235112">26578 6993 24575,'11'3'0,"3"0"0,7-3 0,6 0 0,0 1 0,1 4 0,2 6 0,3 7 0,7 6 0,7 2 0,4 0 0,-14-7 0,0 0 0,-7-3 0,0 0 0,9 4 0,0 1 0,-11-4 0,1 1 0,14 8 0,0 3 0,-11-8 0,1 3 0,3 1 0,3 4 0,-1-1-292,11 8 0,1 1 292,-11-5 0,2 1 0,-2-1-677,8 3 0,-3-1 677,-1 0 0,-4-2 0,8 6 0,-15-11 0,-2-1-51,9 12 51,-15-14 0,0-1 0,2 7 0,4 5 0,1 2 0,0-1 0,4 1 0,3 2 0,2-3 0,1 3 0,0-2 0,-2-3 0,1 1 0,-3-6 0,2 2 0,-15-13 542,0 1-542,-14-12 1390,-1 0-1390,-3 0 0,-2-4 0,-2 1 0</inkml:trace>
  <inkml:trace contextRef="#ctx0" brushRef="#br0" timeOffset="240433">19867 9583 24575,'0'-8'0,"2"4"0,2-1 0,4 4 0,2 1 0,4 15 0,4 31 0,0 11 0,-7-6 0,-1 2 0,-2-15 0,-1-2-405,0 8 0,0-1 405,2 13 0,-1 3 0,-4-25 0,-1 2 0,-3-23 0,-1-4 0,-1-5 810,-1-6-810,-1-7 0,1-6 0,1-7 0,0-1 0,1-1 0,1 1 0,0 1 0,0 1 0,0 4 0,0 2 0,1 4 0,2-1 0,2 1 0,11-8 0,-6 4 0,11-4 0,3-1 0,-3 4 0,24-8 0,-16 11 0,31 0 0,1 8 0,-6 6 0,-16 8 0,-3 5 0,-4 6 0,-5 6 0,-3 3 0,-5 3 0,3 15 0,-14-16 0,-3 0 0,-2 1 0,-2-2 0,-6 0 0,-6-1 0,-7 0 0,-6 0 0,-3-1 0,-2 0 0,-2-1 0,8-6 0,-2 1 0,-4 3 0,0 1 0,2-3 0,1 0 0,-1 2 0,1-2 0,-8 6 0,-1 0 0,-4-1 0,1-3 0,-17 4 0,12-12 0,8-5 0,0-1 0,1-2 0,-6 1 0,25-5 0,8-4 0,3 1 0</inkml:trace>
  <inkml:trace contextRef="#ctx0" brushRef="#br0" timeOffset="243357">19649 9636 7470,'7'-4'3764,"-1"1"-678,-6 3 1614,0 0-4040,-5 34-430,3-23 145,-5 29-302,4-35 716,0 7-565,2-8 269,-1 6-66,-1-3-147,-1 1-112,-1-2-73,1-2-11,2-2 1557,1-1-1529,1-8-45,0 0-11,2-7 5,1 0-10,5-1 10,1-1 1,3 0-23,3 0-5,2-1-12,2 1 1,-1 1-12,-1 4-6,-3 3 18,0 3 5,0 0-17,-2 1 34,9-2-28,-7 2 5,7 0 0,-5-1-5,1 1-11,-3-1 34,9-2-47,-10 4 2,6-1 17,-10 7-19,-3 4 7,-3 7 12,-2 6-68,-5 3-230,-4 4-1069,-6 2-8476,-2-1 8411,3-8 1,3-7 0,8-9 0</inkml:trace>
  <inkml:trace contextRef="#ctx0" brushRef="#br0" timeOffset="244992">28240 7093 17904,'-6'-3'5708,"2"1"-10993,4 2 5587,-37-67 113,35 35 429,-12-11 1,7 3-644,35 13 765,5 8-910,0 11-22,-3 7-11,-4 9 3380,-4 6-3381,-5 11-10,-8-7 27,-4 11 34,-11-11 27,-2 2 1,-8-3-17,0-5-17,2-4-27,4-4-7,5-2 34,3-1-16,2-3-51,4-8-17,-1 2 0,8-9 6,-2 4 17,3-6-12,-4 7 17,-2-2-5,-9 5 11,-3-2 5,-5 0-5,-3 1 11,0 1 5,-1 0-16,5 3 22,-1-1 17,6 2 12,1-2-7,0 2 23,2 0 28,0 1-89,1 2-18,0 0-5,1 12 23,0 5-7,1 13-32,3 7 16,5 6 5,4 4-10,5-2 10,0-2 12,2-7 0,-1-5-17,-2-6 61,-4-8 130,-6-7 100,-3-5 11,-7-12-251,0 1 38,-6-16 7,-2-5-18,-6-16-42,5 10 1,1 0-18,1 4 1,1 0 5,-1-3 0,1 3 9,0-1 33,2 10-11,4 16-61,0 1-1,3 9 12,0 16-12,0-1 6,5 23-6,2-3 12,5 18-15,-4-18 1,0-1-9,0-4 1,-1 0 21,0-2 1,-1-1 5,5 19-11,-4-20 39,-1 0 73,-2-16 17,-2-12-79,-6-18-61,-1-3 34,-10-23 2,4 7 0,-1-1-143,3 6 1,-1-2 143,-1-9 0,-1-4 0,1 4-329,3 7 1,1 1 302,-3-8 0,1 2 0,-2 3 0,5 27 0,-5 13 0,5 5 0,-3 21 230,6 3-230,3 18-1371,7-12 1,4 0 1370,5 18 0,5-3 0,3-1-405,-9-22 0,0-2 399,3 7 0,-1 0 6,10 15 6,-13-24 0,-1-2-6,-10-23 0,-23-50 0,5 8 0,2 3 0,-2-7 0,3 2 947,5 3 0,1 1-947,-4-9 0,3 0 0,4 13 0,3 4 1063,0 3-1063,0 7 0,1 13 0,-1 15 0,6 22 0,10 26-74,1-4 280,-7-21 1,2-1-4004,12 21 3797,-3-6 0,-7-15 0,-9-19 0</inkml:trace>
  <inkml:trace contextRef="#ctx0" brushRef="#br0" timeOffset="247607">29646 7057 19300,'-4'0'890,"1"0"-632,3 0-191,88-70-1587,-44 46 1520,4-4 0,12-5 0,-7 10-34,-16 15 1,-2 5-6,13-1 0,-3 5 514,-8 18-447,-41 20-6,-18-1 25,-19 0 1,-8 0 8,12-10 0,-2-2-129,4-1 0,-3 2 0,2-3 185,-4 3 0,4-3-22,7-4 0,4-2-40,-5 5 23,16-8 903,16-11-601,28-8-279,14-13-60,-8 2 1,2-4-1260,1-4 0,-1-1 1259,-7 3 0,-1-1 79,3-6 0,-4-3-93,-10-1 1,-4-1 140,11-19 114,-21 15 0,-6 2 171,-13 7 6,-10-7-241,4 22 443,-7 6-612,17 5 2353,-3 0-2397,14 8 1282,5 0-1287,24 26-12,7 2 6,-14-13 0,2 2-71,11 10 1,-1 2-846,-12-10 1,-2 1 808,6 4 0,-3 2-863,-2 24-1472,-20-12 1744,-11 11 0,3-24 0,-4-8 1</inkml:trace>
  <inkml:trace contextRef="#ctx0" brushRef="#br0" timeOffset="248125">30652 7014 19535,'-6'-2'2520,"2"1"-1388,4 1-830,-4-76-117,21 40-129,-9-11 0,6 2 39,32 15-22,1 10-51,-2 10 1,0 7-23,1 11-12,4 8 1,0 9-11,-6 8 5,-7 3 17,-14 1 17,-11-3 78,-18-4 84,-12-6 129,-17-4 95,-6-8 6,1-6-195,11-5 211,7-6-302,16 0-89,1-1-28,14 3 5,5 2 6,15 4-17,-3 1 28,25 14-28,-11 0-23,15 11-10,-18 0-1,-15 2 6,-19 4 0,-21 2-6,-21 2-2,11-20 0,-2-1-287,-5-1 0,0-1 180,2-3 0,0-2-1067,-18 3-4055,26-13 5265,23-9 0,5-1 0,5 2 0</inkml:trace>
  <inkml:trace contextRef="#ctx0" brushRef="#br0" timeOffset="248349">31507 6963 20515,'-3'0'3489,"0"0"-2106,3 0-1376,17-30-81,8 14-234,20-25-633,6 21-2098,1-2 3039,4-3 0,-26 11 0,-4 0 0</inkml:trace>
  <inkml:trace contextRef="#ctx0" brushRef="#br0" timeOffset="248550">32027 6524 21461,'0'-4'3798,"0"1"-2689,0 3-1047,-26-9-23,20 31-50,-12 24 5,25 8-419,1-7 1,2 0 205,-2-13 1,0-1-768,2 9 0,-1 3 358,0 0 0,-1-2 0,2 5 0,-5-7 0</inkml:trace>
  <inkml:trace contextRef="#ctx0" brushRef="#br0" timeOffset="249024">30964 8359 17792,'44'-21'-334,"1"1"0,0-1 1,4 0-1,1 0 1,-3 5-651,-2 4 1,-1 3-3112,12-3 0,2 2 4095,-10 2 0,-3 2 0,11 0 0,-29 4 0</inkml:trace>
  <inkml:trace contextRef="#ctx0" brushRef="#br0" timeOffset="249382">31050 8509 18621,'47'-12'10,"-1"0"0,1 0 0,-2-1 0,-1 1 1,-1-3 13,-1-3 0,-2-3 0,-1 0-603,6-4 0,-2-1 623,-4 3 1,-5-2 196,-2-20 513,-28 9-194,-18-10 851,-28 0-301,-4 14-401,0 7 231,9 11-200,17 5-175,1 0 437,10 3-890,10 1-84,4 4-33,17 2-18,11 9 12,19 9-73,-15 1 0,0 6-121,-4 6 1,-3 3-1224,-3-6 0,-4 2 1279,-8 1 1,-7 0-910,-13 20-1907,-11 0 2965,3-18 0,-1-3 0,-5 3 0,3-9 0</inkml:trace>
  <inkml:trace contextRef="#ctx0" brushRef="#br0" timeOffset="249734">32029 8063 23271,'9'-55'393,"0"1"1,0 6 0,7 9-338,39 13-511,-12 15 449,10 9 140,-16 15-128,4 26 28,-21 11-420,-19-14 0,-6 1 442,-12 18-14,-5-20 0,-7 1 44,-14 5 1,-1-2-70,14-10 0,0-1 5,-14 10 1,6-5 44,23-11-5,7-4 5,28-8-53,11-13 0,4-3-25,23-3-265,-16-1 0,7-1 1,-4-1-159,2-2 0,-1 1-42,9-3 0,2-1-2569,-4 0 1,-4 0 3044,-15 5 0,-3 0 0,22-7 0,-24 7 0</inkml:trace>
  <inkml:trace contextRef="#ctx0" brushRef="#br0" timeOffset="250115">32482 9084 22139,'1'-8'1725,"0"2"-1406,-1 6 241,0 0-761,-63 57-217,37-27 1,-1 4-2067,-9 7 1,-6 4-1,4-1 2484,10-8 0,1 1 0,3-4 0,-3 5 0,2-5 0,-6 8 0</inkml:trace>
  <inkml:trace contextRef="#ctx0" brushRef="#br0" timeOffset="250283">31802 9554 21507,'39'-28'564,"1"-1"0,-1 1 0,17-9 1,-3 12-451,-19 25 1,-1 9-62,8 4 1,1 3-54,7 8 0,2 2-762,-14-7 0,1 2 1,0 0-332,0 1 1,1 1 0,-2-1 698,11 7 0,-4-1 0,-15-10 1,-4-1-1,2 2 0</inkml:trace>
  <inkml:trace contextRef="#ctx0" brushRef="#br0" timeOffset="270243">31524 4961 23500,'18'-19'812,"2"-6"-588,-2-3-28,4-18-115,-11 18 1,0-4-775,3-15 1,-1-1 706,-5 13 0,0 0 11,4-19 0,-2-1-120,-3 18 0,-2 0 134,3-10 0,-1-1 9,-2 4 0,0 1 103,-1-1 1,-2 3-74,-1-12 28,-3 1-5,-3 32 0,1 2-112,0 9 1023,1 8-1029,-1 13 714,-2 18-691,-4 24-1,4-17 1,0 3-539,-1 7 1,1 2 532,-1 3 0,1 2-4,2-11 0,-1 1 1,1-2 0,-1 2 0,0-1-14,0 13 0,1-3-247,1 6 222,1-25 0,2 0-1817,3-1 1,1-1 1264,2 7-1355,15 0-1680,8-29 3629,25-10 0,-24-1 0,5-7 0</inkml:trace>
  <inkml:trace contextRef="#ctx0" brushRef="#br0" timeOffset="270884">31936 4755 22946,'-58'-2'543,"13"0"-252,51 6 258,19-7-482,-6 0 34,24-13-6,-10-7-50,1-2 45,6-13-1,-12 4 12,1-9 22,-9 2 62,-10 3-129,-8 15 45,-9 1-17,-6 16-39,-7 1-17,-3 13-3392,-9 21 3375,10-3-153,-9 26 153,11-7-6,8-14 1,1 1-9,1 1 1,2 2 13,1 5 0,3 0-11,4-7 0,2-1 0,5 25-11,16-17 16,5-16 35,25 0 27,1-13-31,-22-11 1,1-5 47,21-17-40,-14-3 40,2-22-579,-26 17 0,-1-2 528,0-1 1,-2-1-190,0-6 1,-2 2 211,-1-10 107,-5 0 38,-5 15 63,-3-8-130,0 13 2532,-2 6-2638,3 13 1727,2 5-1794,0 3 734,2 11-695,6 8-6,0 5 12,20 27-6,-12-21-6,2 0 0,0 1-10,4 10 2,-6-10 0,-2 2-59,2 21-185,-5 8 12,-14-23-1037,-23 16-800,-3-21-3827,-18 7 5062,11-23 0,14-8 0,10-8 0</inkml:trace>
  <inkml:trace contextRef="#ctx0" brushRef="#br0" timeOffset="271217">32918 4431 25152,'-37'-13'123,"-1"0"1,-15 4-51,67 50-45,4-5 11,12 0 0,4-1-27,1-1-704,4 2 1,0-2 686,-8-8 29,-8-1 1,-3-1-13,-5 0-57,-11 24-67,-25-24-186,-17 6-665,-8-16-1630,1-9-7215,7-13 9247,13 1 0,12-3 0,9 7 1</inkml:trace>
  <inkml:trace contextRef="#ctx0" brushRef="#br0" timeOffset="271400">32864 4472 15283,'3'-3'6083,"0"1"-3770,-3 2-2066,16 16-118,-24 18-101,2 25-174,-12-21 0,-4 0-1198,-1 3 1,0 0 1343,2 1 0,2-2 0,-5 6 0,11-12 0</inkml:trace>
  <inkml:trace contextRef="#ctx0" brushRef="#br0" timeOffset="273617">6684 6460 17344,'0'-55'1621,"0"1"0,2 3 0,-6 14-1000,-10 29-414,0 10-89,-7 17-65,6 11 0,2 4-25,-7 21-746,4-2 0,2 6 676,5-11 0,0 3-493,2-8 0,0 3 1,1 0 173,0 2 1,0 0-1,1-1-350,0 0 0,1-1 0,0-1-1088,-1 17 0,1-3 533,1-9 0,-1-4 784,1-11 1,-2-4 811,-8 7 1179,-7-27-551,-7-28 409,-4-20 184,-2-16-246,17 23 0,1-1-718,0 1 1,2 0 213,-10-26 510,8 6-1182,9 6-107,20 5-22,21-1-442,-6 19 0,5 0 341,8-2 0,2 0-78,6-2 0,1 0 81,-9 6 0,1-2-110,-3 1 1,3-2 0,-5 2 117,-9 3 1,0 0 12,6-6 1,3-4 0,-6 1 199,-9 1 0,-4-1-25,4 0 0,-4 0 230,-3-19 266,-21 22 308,-4-8-572,0 12 723,-2-1-711,8 14-247,0 1-39,2 13 829,1 2-784,5 40-62,-3 4-261,0-10 0,0 3 210,-5 0 1,-1 1 0,-1 2 0,-2 0 5,-2-1 1,-1-3 7,0-5 1,-1-4 14,-6 20 123,6-26 179,5-17-78,4-20-157,4-16 11,5-17-45,2 7 1,1-1-17,6-12-1,0 12 1,1 1 34,9-2-35,9-4 659,2 13-686,2 11-6,1 10-45,0 13-28,-1 12 5,-2 12-100,0 7-89,-2 2-18,1-4 46,-1-10 55,3-12 68,3-17 89,2-16 34,2-16 5,-23 11 1,0-1 16,-1-2 0,-2-2 14,-2 0 0,-1-1 59,-2-3 0,-2 0-11,2-9 134,-6-5-44,-11 30-102,-7 3-44,-11 13-22,-9 16-18,-5 14-1712,13-4 0,1 3 1690,-6 11 8,10-10 1,3 0-14,6 4-6,1 0-6,14 0 45,5-23 29,13-4-12,5-23 0,6-16 28,0-12 16,-1-7 3199,-7-2-3137,-6 4 28,-7 6 12,-5 12-28,-4 10-107,-3 10-50,-3 8 22,0 10 218,2 8-246,0 15-45,2 9-89,1 5-56,5-1-12,6-5 6,7-12 73,7-11 45,4-16 56,2-16 44,0-13 6,0-12 23,-5-4 28,-6 0 22,-5 4 39,-4 8 12,-5 10-62,-5 10-51,-3 9 0,-3 12-5,2 10 11,-1 14-11,1 10-23,-2 6 1,0 0-1,3-4 6,3-10 56,3-10-5,-2-13 38,3-15-27,-1-14 33,7-14 34,5-9 117,7-11-156,-9 17 44,9-8-33,-7 22-51,6 0-27,1 9-18,6 11-5,-10 5-33,8 13-113,-11 7-582,4 13-2039,0 7 2767,-3 6 0,-10-22 0,-3-4 0</inkml:trace>
  <inkml:trace contextRef="#ctx0" brushRef="#br0" timeOffset="274209">10584 6528 22531,'3'-50'982,"1"0"0,-6 4 1,-7 11-748,-24 21-78,-12 14-101,11 10 33,-10 22-72,7 9-28,14-4 0,2 3-1,6-6 1,4 1-12,3 6 1,6-1-6,20 13 34,19-16 0,17-17-1,9-18-289,-31-8 0,-1-3 317,23-21 12,-14-12-23,-17 4 157,-11-12-129,-18-7 17,-5 2 6,-13-4-28,-3 26-39,5 13-12,-3 7-28,10 15-22,2 2-461,6 30-2485,14 3-1765,0 11 4767,10-1 0,-9-29 0,0-1 0</inkml:trace>
  <inkml:trace contextRef="#ctx0" brushRef="#br0" timeOffset="274524">10927 6416 24861,'6'-41'412,"0"0"1,0 4 0,4 11-418,13 25-1,1 8 17,22 18-11,-18-2 0,-2 3-366,1 3 0,-3 3 279,1 9 0,-5 2-34,-10-2 1,-6 0 53,-5 0 0,-4-1 67,-3-4 0,-2-3 73,-18 14 236,-2-23-175,0-27-11,7-22-39,8-22-56,7 4-6,10 11 1,4 0-1,6-3 1,3 0-320,2 0 0,3 1 207,6-4 1,4 3-561,-3 10 0,3 5-4266,0 2 1,1 4 4535,13-4 1,-14 9 0,-21 7 0</inkml:trace>
  <inkml:trace contextRef="#ctx0" brushRef="#br0" timeOffset="275665">12670 6318 24245,'-3'38'314,"8"2"-326,16-2 24,14-5 16,14-8-421,10-11 412,-27-11 1,0-3 75,27-11 28,-10-11 28,-13-11 12,-16-9 123,-15-5-179,-16 1-1,-12 1 23,-10 8-17,-8 10-11,-6 12 5,-5 19-55,0 14 67,4 15-73,9 10-28,9 7-1752,20-15 1,3 1 1588,2 16-146,9-15 1,7 0-963,27 8 125,-6-19 1,4-2-225,8-3 1,4-5-330,5-4 0,2-5 315,1-4 0,-1-5 350,-3-5 1,-2-5 682,-4-4 0,-2-5 830,-5-4 0,-3-5 730,-3-2 1,-4-2 308,-4-2 0,-4-1-300,-6 2 0,-3-1-337,-3 2 1,-4 1 424,-2-26 2412,-11 11-3175,-3 13-168,-7 15-314,-4 16 1080,-4 20-1164,-2 17 23,-2 19 0,16-21 0,0 2-160,1 5 1,1 1 114,1 3 0,2 1-14,1 1 0,1 0 11,3-4 0,0-2-2,4 23 33,7-23 56,11-22-28,-2-16 16,16-26 18,-1-11-17,-10 11 0,0-2-131,1-1 1,-1-1 146,-1 0 1,-1 0 5,-1 2 1,-2 1 161,8-18 40,-10 13-101,-7 16 574,-8 10-725,-7 18 11,-10 15-17,-8 21-17,11-15 1,0 1-125,-1 5 1,2 1 118,1 2 0,2 0-1,3-1 1,3-2-3,5-3 0,3-3 20,17 16 39,15-20-1,10-18-21,6-23 5,3-16-20,-27 7 1,-1-4-266,1-2 0,-2-2 201,0 0 0,-1-1-263,-2 0 0,0-1-2703,4-4 0,-1 1 3022,10-12 0,-5 8 0,-20 26 0</inkml:trace>
  <inkml:trace contextRef="#ctx0" brushRef="#br0" timeOffset="276542">14294 6334 20168,'8'-8'3584,"-2"1"-2503,-6 7 488,0 0-1317,4-36-180,-11 28-60,-6-19 16,-30 51-12,10-2-19,6-2 1,2 2-9,-2 10 11,-1 9-23,11-1 6,9-4 17,12-7 0,11-10-5,13-9 22,10-14-1,5-10 1,-1-12 22,-4-6 1,-8-4 27,-8 2 22,-8 3 18,-7 6 134,-4 7-219,-3 10-22,0 3 6,-2 7 10,-4 9-27,-5 12 6,0 12 10,1 11-16,4 3-6,12 0 34,11-8-11,14-10-12,12-14 12,10-12 5,3-17-3,-26 1 1,-1-3-259,0-5 0,-1-3 261,1-4 1,-2-3-4,1-2 0,-2-4 3,5-16 1,-3-2-10,-7 16 1,-3-1 0,7-21 0,-3 0-403,-10 21 0,-1 2 411,2-7 0,-2-1-137,-2 5 0,-2 2 210,-1-12 22,-7 10-44,-3 25 38,-4 4 434,2 7-478,1 0 783,2 2-800,2 1 354,0 0-371,-1 2-11,-1 2-22,-1 0 5,1 4 23,-1 0-22,-1 6-1,2-5 23,-1 2-40,4-9 29,-1 1 5,1-2 0,0 1-16,-1 1-1,0 1 17,-2 5-3397,-2 6 3364,0 2 27,-4 18-5,-2 9 3,4-11 0,-1 4-406,-5 18 1,1 1 399,3-16 0,1 0 0,-4 17 1,3 1-15,10-16 0,5-2-34,4-2 1,6-1-241,11 0 0,5-7-199,-5-13 0,5-5 490,20-3 0,-3-5 0,-12-1 0,19-3 0</inkml:trace>
  <inkml:trace contextRef="#ctx0" brushRef="#br0" timeOffset="278032">14433 6375 8304,'0'-4'9830,"0"1"-5589,0 3-3396,-1-54-302,2 36-223,-2-39-225,3 52-67,-2 7 22,0 11 6,1 18-39,-1-4-6,1 21-11,2-16 0,2 6 17,4-9 39,4-10 151,3-9 107,3-12-45,4-12-45,0-12 0,1-11 11,-7-5 62,-7-8-218,-6 17 27,-5-8-44,-2 21-62,-1 1-124,2 8-1747,12 10-750,1 4 1773,13 6 0,-13-5 0,0 1 0</inkml:trace>
  <inkml:trace contextRef="#ctx0" brushRef="#br0" timeOffset="278575">16572 6165 20063,'2'-49'962,"0"1"0,0-1 0,-1-11 0,-3 9-620,-8 10 626,-4 27-951,3 15 281,-3 18-287,0 21-6,4-9 1,0 5-805,2 4 1,0 4 0,1-2 770,-2 4 0,2 2-94,0 1 1,1 5 0,2-3-796,1 4 1,1-1 51,1-9 1,1 3-1,1 0-2412,3 3 0,2 1 0,0-3 3220,1 6 0,0-5 1,2-7-1,-1-6 0,-1-14 1</inkml:trace>
  <inkml:trace contextRef="#ctx0" brushRef="#br0" timeOffset="279040">16420 6667 17322,'-25'-50'1643,"0"1"0,3 4 0,5 7-1329,7 11-264,7 10-10,14 4-91,24 4-72,17 4 14,-13 2 0,1 1-7,3 3 1,-1 0-134,-6 0 1,-1 0 136,7 0 0,1 0-1606,-3-1 0,-3 1 1695,26-3-31,-23-2 1,-4-2 165,-5-3 213,6-5-67,-20 7 739,-9 1-694,-8 5 3233,-6 4-3340,-6 10 146,-6 10-309,3 2-5,3 20-16,9-20 60,18 22 29,8-30 17,21 2-62,-8-15 106,11-14 202,-4-14-95,-4-7-17,-6-11 12,-22 4-130,-10 8 208,-21-8-191,-9 14-45,-18-7-33,-2 13-34,1 5-117,9 6-392,13 3-220,14 3 690,16 13 0,-2-8 0,7 8 0</inkml:trace>
  <inkml:trace contextRef="#ctx0" brushRef="#br0" timeOffset="279617">18104 6339 21439,'7'-42'942,"1"1"0,0-1 1,-1-13-1,-6 7-331,-14-1-213,-12 21-359,7 14 0,-1 20-11,8 20-2140,2 8 1,1 3 2111,-4 22 0,4-8 0,2 1 425,3-15 0,2-2-425,1 8 0,1 0 0,2-6 0,3-2 17,6 17 16,2-19 124,-5-17 50,-3-24-190,-2-6 3410,0-33-3399,-1 9 0,1 0-296,-1 6 1,1-1 278,2-19 0,2-2-1602,3 9 0,0 2 1599,-2 7 1,0 1 7,4-6 1,0 5 11,-3 9-11,0 6-23,-7 12 12,1 26 389,-1-1-428,5 33-124,0 5 1051,-2-17 0,0 3-2449,0 4 1,0 1 1554,-1-3 0,1-3 0,0 13 0,-3-22 0</inkml:trace>
  <inkml:trace contextRef="#ctx0" brushRef="#br0" timeOffset="279775">18555 6621 27454,'-10'-36'-781,"0"1"0,-3-19 1,17 58-1,0 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4:29:06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1350 2648 20912,'-3'-43'918,"0"0"1,0-1 0,-2-14 0,1 9-5852,0 13 5051,1 17 1387,1 13-1382,7 34-67,1 17-34,-2-8 1,-1 6-102,-1 4 1,-2 5-1,1-4-48,-1-1 0,0-1-88,-2-2 0,1 2 1,-1-5-1285,1-6 1,1-3 994,7 27 1,-5-16 0,6-16 0</inkml:trace>
  <inkml:trace contextRef="#ctx0" brushRef="#br0" timeOffset="350">1444 2208 23926,'-41'-4'17,"13"18"5,37 23 17,9 5-5,23-12-12,-13-18 12,9-12 78,-16-23 5,-4-9 18,-2-14 122,-12-12-184,-7 19 67,-12-5-50,-2 25-85,-2 2-139,4 9-308,7 12-970,8 12-5494,13 14 6906,5 3 0,-3-9 0,-4-10 0</inkml:trace>
  <inkml:trace contextRef="#ctx0" brushRef="#br0" timeOffset="700">1868 2482 22071,'-5'-4'2493,"2"1"-1972,3 3-387,-33 49-122,30-22 13,-4 18 0,6 3 14,33-2-252,-13-18 1,2-1 286,25 9 505,2-20-198,-12-14-129,3-22-90,-27-24-28,-2-17-86,-7 27 0,1-2 5,0-7 0,1 0-170,-1 8 0,1 2 108,2-2 1,1 3-26,5 0 180,10 11-1283,6 18-1541,6 14-1119,0 6 2971,-6 13 0,-18-18 0,-1 1 0</inkml:trace>
  <inkml:trace contextRef="#ctx0" brushRef="#br0" timeOffset="1206">2791 2582 23579,'-42'5'565,"0"1"1,1-1-1,17-1-379,25-3-35,14-2-112,14-4-100,20-4-119,-19 3 1,2 0-513,3-1 0,2 0-3691,-1 0 1,0 1 4382,23-2 0,-24 3 0,-18 4 0</inkml:trace>
  <inkml:trace contextRef="#ctx0" brushRef="#br0" timeOffset="1449">1205 3678 21376,'49'-11'38,"1"-1"1,0 0 0,-1 0-1,1 1 1,1-1 0,1-1-1,-1 1 1,1-1 0,-2 0-100,10-3 1,-2-1 0,1 0 0,0 0-620,-10 3 0,1 0 0,0 0 1,0 1-1,-1-1-231,13-2 1,-1 0 0,0 0 0,-2 1 710,-8 1 1,0 1 0,-3 1 0,-3 1 0,17-5 0,-8 4 0,6-3 0</inkml:trace>
  <inkml:trace contextRef="#ctx0" brushRef="#br0" timeOffset="1991">4764 2635 18733,'2'-56'1766,"0"1"1,-1 7-1,-1 6-875,-3 8-774,1 19-111,-3 18 16,4 10-22,-1 30-67,0 14-1568,0-1 1,1 2 1273,-1-16 0,2 1-2255,-1 8 0,1 6 1,1-8 2188,0-12 0,0-2 1,0 8-1,1-5 1,0-11-1</inkml:trace>
  <inkml:trace contextRef="#ctx0" brushRef="#br0" timeOffset="2273">4722 2806 17743,'-14'-44'936,"1"0"1,0 0 0,-1 1-1,1 0 1,3 7 121,1-15-463,5 10-461,16 10 0,8 3-27,31-4-668,-8 10 0,3 2 575,-9 8 0,0 2 11,12 2 0,0 5-31,-10 6 0,-2 7-42,16 12 1,-3 5 8,-16-7 0,-6 6-113,4 29 1,-11 5 79,-21-3 41,-9 0 0,-13 1 23,-3-25 1,-6-4 0,-2 0 1,0 0 0,-1-1 1,-3-1-336,-7 3 1,-3-2 0,1-4 342,-11-2 1,3-6-17,13-4 0,2-5-297,1-3 1,3-8-317,-1-33 1,9 21-1,14-19 1</inkml:trace>
  <inkml:trace contextRef="#ctx0" brushRef="#br0" timeOffset="2889">5711 2709 24878,'-30'2'201,"12"10"-178,25 5 61,22 15 0,-2-18 17,17 1-67,-12-18 67,17-26 27,-21-4-72,-9 8 0,-2-3 68,-4-24 10,-16 1 17,-14 4 101,-26 6-179,8 17 22,2 15 0,0 6-50,-3 14-34,-7 3 29,18 21-46,15-10 14,4 6 1,4 2-43,14 17-70,-1-13 1,7 0-749,17-2 1,5-4-420,-11-9 1,2-3 1270,27 6 0,-3-5 0,-19-10 0,15 2 0</inkml:trace>
  <inkml:trace contextRef="#ctx0" brushRef="#br0" timeOffset="5588">7751 2730 10545,'0'-9'8911,"0"1"-7903,0 8 1776,0 0-2565,-11-15 94,8 16-22,-7-9-67,11 21-117,2-4 145,10 6-107,0-6-10,10 2-57,-4-6-33,-4-3 145,2-3-55,-9-1 28,1-3-57,-6 1-39,-3-1-27,-3 2-46,-2 2 0,-1 0-66,-1 1-1,2 0-34,-1 1-33,3 0 5,1 1-100,1 0-202,1 0-1119,0-1-1077,2-1 2633,3-3 0,-2 2 0,2-3 0</inkml:trace>
  <inkml:trace contextRef="#ctx0" brushRef="#br0" timeOffset="7082">7814 2720 23971,'-7'-18'487,"1"4"-420,6 14 247,0 0-208,2 2 6,-1-1-6,3 2 1,-2-3 17,0 0 290,-2 0-420,-4 1-38,2-1-74,-2-1-61,3 0-690,0 0 808,-1 1 61,-1 0 28,-2 2 56,2-1 44,0 0-21,2 0-1,-1-1 12,1 0 258,-1-1-326,2 6-16,3-1 22,2 7 33,7-4-10,2-2-12,5-2-17,3-7 12,2-6-1,0-8 1,-3-6 22,-6-3-17,-7-3 0,-6-2-5,-7 1 11,-4 5 16,-5 5-27,-2 10-34,-3 6 0,-3 13-22,-2 6 5,0 11-6,1 6-10,3 5 27,5 4-11,5 14-11,6-15-11,17 21 11,-1-34 0,23 15-33,1-22-12,19-1 11,-23-12 1,1-3 2,2-2 0,1-3-206,0-3 1,-1-3 222,-1-2 0,-1-4 3,-3-3 0,-2-2 16,-4-3 1,-2-2-3,-4-2 0,-2-2-125,6-29 156,-8 0 11,-8 7 33,-3 9-11,-3 12 34,-6 9-90,1 11 444,-4 5-444,5 3 123,0 1-145,3 0 72,0 0-61,0 1 17,-2 1-45,1 0 62,1 0 5,1-1-22,0-5 5,0-1 1,1-5 10,0-2-22,0 0 29,0 0-7,-1-2-16,-3 0 56,-2-8-62,0 6 34,-3-11-6,3 6 17,-2-3 78,-1-4-27,2 9-12,1 2 0,-1 7-39,3 6-28,-1 0-39,0 10 11,1 2 11,-2 19-16,2 6-1,1 16 6,7 6-396,5 6 373,0-30 1,3 1-104,6 8 0,3-1-58,11 15-144,-7-17 0,1-2-920,6 8-2159,-14-13 1,-2 0 1149,3 7 1932,-9 3 1,-11-31 0,0 1-1</inkml:trace>
  <inkml:trace contextRef="#ctx0" brushRef="#br0" timeOffset="7599">8306 2680 22727,'36'-29'-1085,"-1"0"1,18 0-1,0 7 298,-18 16 0,-1 4 70,7-3 0,0 0 3,-7 0 0,-3-2 654,17-9 1074,-7 0 734,-9-4-751,-22 9 909,-15-1-516,-8 5-337,-11-2-180,-2 2 366,-3 4-886,9 2-252,5 3 28,7 6-51,6 3-33,0 8-17,17 9-28,7-4-11,9 0-6,14-9 12,-3-10 38,14-5 34,-15-10 12,-8-8 38,-21-6-55,-7 3 207,-16-10-90,-1 11-129,-6-2 102,-10 7-74,5 11-44,-5 1 22,-1 12-40,1 17-27,0 8-50,3 16-107,15 1 0,8-9-491,11-6 1,6 0-1179,21 11-302,-4-13 0,5-4-2777,1-10 1,2-6 3513,20 4 0,-17-10 0,-31-7 1</inkml:trace>
  <inkml:trace contextRef="#ctx0" brushRef="#br0" timeOffset="7973">9670 2595 19368,'-6'-47'1467,"0"0"1,-2 5 0,-6 9-64,-31 19-1074,-14 15-249,25 6 1,-1 3-49,-1 5 1,2 1 388,-20 15-403,23-3 1,5 1-9,1 12-28,0 17 195,23-24-279,32 3 23,13-23 72,10 2 3,-9-21 1,-1-7-557,-13 0 0,-1-2 584,8-3 1,-2-3 7,-7-3 1,-4-7 75,-1-17 0,-4-4-78,-4 15 0,-1-1 12,-3-5 0,-2-6 0,-3 4-316,-3 3 1,-2 1 432,0-8 0,0 1-60,0 7 0,-1 2 242,-3-16-257,-1 21-85,-2 19 1523,0 11-1523,2 18 0,2 19 0,1 29-151,3-20 0,0 5 24,0 9 1,0 3-246,0-15 1,1 1 0,-1 0-707,0 4 1,0 0 0,0-1 681,0-5 1,1-1-1,-1-3 1,0 3-1,1-6 1,1 6 0</inkml:trace>
  <inkml:trace contextRef="#ctx0" brushRef="#br0" timeOffset="9205">11796 2123 29476,'-9'-54'139,"0"-1"1,2 6-1,0 12-1477,0 29 1257,4 16 565,2 18-562,3 24-145,-1 1-493,0 4 1,0 4 259,-1-12 0,0 2 492,-2-3 0,0 4 1,1-4 40,-1 1 1,-1-1-125,-3 12 0,0-4-405,0-6 487,0-8 0,-2-6 242,0-17 118,-6-20-243,5-14-205,-1-35-99,5 15 84,1-7 0,1-3-323,1 12 1,0-1 349,0-14 1,1 0 13,1 12 1,1 2 1184,3-25-1301,1 15 243,0 11-44,0 9 26,0 5-3,3 4 807,6 2-770,0 3-54,25-5 39,-5 5 6,16-4-13,-13 7 25,-10 3-33,-12 3 113,-9 2-8,-5 1-36,-1 0-80,1-6-125,0 3 102,4-9 163,3 3 149,3-1-74,2 2 75,-1 3 104,-2 3-108,-1 3 28,-3 3-232,2 11-459,-3 3-86,1 15-38,-3 5-151,-7 14-5,-2-21 0,-3 1 357,-3 6 1,-4 1 107,-4 2 0,-3 0 121,-2-1 0,-1-1 135,1-6 1,1-2-239,-15 16 329,16-23-134,9-9-172,10-17-100,1-6-35,3-12 534,0-8-627,5-4 356,3 0-384,7 5 246,6 5 74,7 6 24,8 5-18,10 6-16,8 13-275,-23-1 1,1 3 290,3 4 1,-1 2-6,1 4 0,0 0-158,-2 2 1,-2 0 156,-5 0 1,-4 1 0,5 21 11,-31-1 23,-28 1-208,5-22 0,-5-2 173,-6-1 1,-3-3-14,-2-2 0,-2-3-71,0-3 1,1-2-143,3-4 0,1-2-319,6-3 0,2-4-2417,-15-18 2974,21-18 0,13 18 0,12-3 0</inkml:trace>
  <inkml:trace contextRef="#ctx0" brushRef="#br0" timeOffset="9423">12407 2378 25696,'-5'63'-17,"0"-1"0,1-4 1,4-7-310,17-4-749,-3-4-2829,-3-8 3904,-6-10 0,-3-13 0,-2-7 0</inkml:trace>
  <inkml:trace contextRef="#ctx0" brushRef="#br0" timeOffset="9598">12545 2232 23500,'2'-51'741,"1"0"1,-2 6-1,-1 10-780,-1 24-140,-3 15-416,-2 17-1488,-5 20 2083,4-8 0,0 1 0,-1 4 0,1 3 0</inkml:trace>
  <inkml:trace contextRef="#ctx0" brushRef="#br0" timeOffset="11290">12711 2386 26598,'36'14'39,"-8"12"-45,-21 35 34,-6-1-555,-6-3 532,-5-11 202,-2-12-39,0-15-11,7-14-39,1-19 44,7-13-5,7-16 275,8-6-331,0 17 0,1 1-67,9-11-18,-6 15 1,2 3-34,8 1 1,10 3-74,-1 11-3554,10 19 3538,-16 0-286,16 22-336,-15-1 134,-12-11 0,1 2-188,1-1 1,2-1 16,0-2 1,3-2 173,0-3 0,2-4 325,-1-3 0,0-3 350,28-10 336,-8-13 303,-9-13-62,-23 7 0,-3-2-196,5-11 476,-3-20-62,-15 24-145,-4-4-297,-12 11-129,-20 14-196,-2 18-84,-3 6 0,10 10 5,-4 16-33,8 0 0,-5 16-16,17-7 10,16-5-22,13-6 11,6-13 3398,26-8-3336,-1-26-23,1 2 48,-19-11 0,-6-3 3,-5-1 112,8-27 22,-22 18 11,-1-9-5,-7 5-67,-2 9-73,-1 10 27,-3 11-94,1 10 28,-5 11-46,0 12 12,-2 23 0,6-10-11,5 20 6,13-18-12,20 15 11,8-15-3,-12-20 1,1-3 20,12-4 4,9-5-16,-10-16 6,15-13 0,-13-9 22,-4-14-12,-19-2-21,-9 8 50,-6-9 44,-4 13-5,-4-11-17,0 15 1,-2 3-35,5 18 18,2 4-57,0 5 6,1 0 0,0 6 22,0-3 1,0 4-23,-1-4 11,-6 0 23,0-2-29,-4 1-22,4 0 17,1-1 17,3 0-6,1 0 2,1 0-13,1-3 0,0 0 0,0-3 0,0 3 0,0 0 0,0 2 0,0 11 0,1-2 0,8 21 0,0-13-3392,24 17 3392,-12-20 0,25 8 0,4-14-35,-1 0 57,5-11-9,-19-7-13,-13-3-2269,-3-17 2269,-12 12 0,3-25 0,-6 19 2269,1-7-2269,-1 13 0,-1 6 0,-2 6 0,0 4 0,-1 3 3392,2 6-3392,0 10 0,2 11 0,-1 1 0,7 31 0,4-13-583,-3-11 0,2 0 387,9 10-319,11 4-859,3-8 388,3-8 476,-2-7-784,5-25 902,-12-14-2682,11-16 3113,-17-1-35,-8-1 1,-2-3 538,4-15-178,-6 13 0,-1-1 498,1-16-127,-6 7-383,-5 16 3226,-6 1-3422,1 19 1392,-3-1-1538,3 20 317,-3 12-317,3 19 12,0 13-6,12 5-12,11-1 88,17-7-104,-8-26 0,3-3-11,23 4 27,0-7 12,-9-24-17,-12-11 34,4-16 72,-7-10-44,-12 6 122,-2-8-87,-8 13-97,0-1 0,-4 15 0,-4 15 0,-7 25 0,-1 4 0,-10 33 0,9-27 0,-1 2-463,-4 13 0,-1 6 463,1-3 0,0 5 0,0 1-1298,1-1 0,1 0 0,0 1 454,0 2 0,0 0 0,2 0 844,2-2 0,1 0 0,2-8 0,1-14 0,2-5 0,-2 33 0</inkml:trace>
  <inkml:trace contextRef="#ctx0" brushRef="#br0" timeOffset="11766">16430 2202 18196,'-2'-46'1618,"0"1"1,0-1 0,-2-15 0,-2 4-1009,-1 18 1,-1 3 117,-7-10-470,3 21-191,4 25 17,3 25-45,3 29-28,0 4-1089,3-15 0,1 6 1,0-4 1054,0-4 1,0 1-48,2 5 0,0 8 0,1 2 0,0-6-524,-1-6 0,1-3 1,1 2 245,2 16 1,1 4-1,-1-3-279,-1-16 0,0-2 0,0-2-273,2 4 1,-2-2 899,-1 2 0,-2-6 0,-2-12 0,-2 6 0</inkml:trace>
  <inkml:trace contextRef="#ctx0" brushRef="#br0" timeOffset="13016">16148 2572 23108,'-20'-44'674,"0"0"0,2 4 0,11 9-691,27 16-112,23 3-25,-10 7 0,4 1-109,8 0 0,3 0-669,5 1 1,1-1 511,0 1 0,-1-1-101,-5 1 0,-3-1 38,-8-1 1,-4 0 269,7-3 320,-19-11 441,-24 3 348,-7-10 158,-9 2-41,-3-1-105,4 1 723,3 2-1066,4 5 218,5 4-705,3 5-38,11 4-46,11 9-28,18 8-10,13 17 7,-20-10 1,0 2-442,2 5 0,-2 0 439,-2 2 0,-3 1 13,-4-1 1,-3 0-220,3 21 233,-17-14-10,-29-6 72,-6-21 23,-15-6 22,11-17 864,11-11-842,10-9 255,11-5-237,13-1-68,9 0-84,16 4-78,11 3 11,-4 10-87,-4 11 0,2 2-842,18-1 693,-17 5 1,1 1-740,19 2-598,-11 3-696,-13 2-106,-12 1 1300,-11 1 1629,-6-1 784,-6-2 1010,-2-4-1352,-1-1 1620,-7-7-1871,3 5 734,-9-5-908,7 7-285,-3-1-141,6 6-38,1 5 5,2 7-6,3 7-11,8 5 12,11 1-12,11-3 6,7-8 33,2-7 12,-4-11 5,-5-9 23,-7-12 10,-7-6-10,-8-7 11,-5 0 44,-8 3-5,-5 6-28,-5 7 34,-14 9-101,8 6 16,-16 10-10,9 6-40,-6 9-5,5 8-6,8 7-23,9 7-38,12 8-91,14 6-225,-4-26 0,4 0 117,3 0 0,4-1-1979,10 3 1,1-2 1694,16 7 214,-20-18 0,1-4-1053,1-10 0,0-5-73,20-11 1159,-15 1 0,-1-3 328,-9-5 0,-4-2 383,14-27 224,-9-5 163,-9-3 135,-3 1 156,-4 6 487,-3 3-1152,-8 20-86,-4 5 348,-15 15-136,1 4-430,-10 5 3263,7 7-3268,0 15-118,9-6 321,3 13-304,12-9-6,9 6 6,12-4-34,12-6 34,7-7-6,5-10 17,0-13 56,-6-8-22,-7-10-1,-13-6 1,-11-3-12,-14-1 34,-12 5 34,-19 6-79,4 13 56,-19 8-44,12 13-23,-9 9-28,6 11-11,8 9 16,11 8-145,17 20 11,9-16-151,7-12 0,5-2-1808,25 12 2088,-8-15 0,0-3 0,5 4 0,1-7 0</inkml:trace>
  <inkml:trace contextRef="#ctx0" brushRef="#br0" timeOffset="13755">2556 4859 18935,'51'-10'87,"1"0"0,-1 1 0,1-1 0,-1 0 0,5 0 0,-1 1 0,1-1 1,2 1-1,3 0-723,-7 2 0,3 1 0,2-1 0,0 1 1,0 0-1,-1 0 0,-3 0 643,6-1 1,-4 1 0,-1-1 0,4 1 0,6-2-79,-14 2 0,6 0 0,3-1 0,3 0 0,1-1 0,0 1 0,-1-1 0,-3 1 0,-4 1 0,-5-1 99,11 0 0,-8 0 0,-2 0 0,3 0 0,6-1-16,-11 2 0,4-1 0,4-1 0,1 1 0,2-1 0,1-1 0,-1 1 0,-1 0 0,-1 1 0,-4-1 74,8 0 0,-2 0 1,-3 0-1,0 0 1,1 0-1,4-1 0,3 0-104,-12 2 0,2 0 0,2-1 0,2 0 0,1 0 1,2 0-1,-1 0 0,1 0 0,0 0 0,-1 0 1,-1 0-1,-1 1 52,1-1 1,0 1-1,-2 0 1,1 0 0,-1-1-1,0 1 1,1 0 0,0 0-1,0 0 1,2 0 0,1 0-11,-7 1 0,1-1 0,1 1 0,1-1 0,1 0 0,0 0 0,0 1 0,0-1 0,0 1 0,-1-1 0,-2 1 0,0 0 0,-2 0 0,-2 1-11,12-2 0,-3 1 0,-3-1 0,0 2 0,-1-1 0,0 0 0,1 1 0,1-1 0,3 0-1,-9 1 1,2 0-1,1 0 1,1-1 0,1 1-1,-1 0 1,1 0 0,0 0-1,-1 0 1,0 0 0,-2 0-1,0 0 0,4 0 0,-2 0 1,-2 1-1,1-1 1,-2 1-1,2-1 0,0 1 1,2-1-1,3 0 1,2 0-8,-12 1 0,3 0 0,2 0 1,2-1-1,0 1 0,2-1 0,1 0 1,-1 1-1,1-1 0,0 0 0,-1 1 1,-1-1-1,0 1 0,-2 0 0,-2 0 1,-2 0-6,9-1 0,-4 1 0,-1-1 0,-2 1 0,0 0 0,-1 0 0,1 0 0,1 0 0,2 0 0,2 0 0,4-1-2,-11 1 0,3 0 1,2 0-1,2 0 1,2 0-1,1 0 1,1-1-1,0 1 1,1 0-1,-1-1 0,0 1 1,-1 0-1,-2 0 1,-1 0-1,-3 0 1,-2 1-1,-3-1 1,-3 1 1,17-1 1,-5 0 0,-5 1-1,-3-1 1,0 1 0,2 0-1,4-1 1,5 1-1,-13-1 0,3 1 1,2 0-1,3-1 1,1 1-1,2-1 0,0 0 1,1 0-1,0 0 1,-1 1-1,-1-1 1,-1 0-1,-1 1 0,-3 0 1,-3 0-5,8-1 1,-4 1 0,-2-1-1,-1 1 1,-1 0 0,0 0-1,0 0 1,2 0 0,2 0-1,2 0 1,-4 0 1,1-1-1,2 1 1,2 0 0,1-1-1,0 1 1,1 0 0,0-1-1,0 1 1,-2 0 0,0-1-1,-2 1 1,-2 0 0,-2 0-2,10-1 1,-2 1 0,-3 0 0,-1-1 0,-1 1 0,1 0 0,1-1 0,2 1 0,4-1-15,-12 2 0,2-2 0,4 1 0,1 0 0,1-1 0,1 1 0,0 0 0,-1-1 0,-1 1 0,-1 0 0,-3 0 0,-3 0 0,-3 0 0,-4 0-19,14 0 1,-7 0-1,-5 0 1,0 1 0,3-1-1,7 0-121,-7 0 1,5 0 0,4 0 0,3-1-1,1 1 1,1-1 0,-1 1 0,-3 0-1,-3 0 1,-4 0 0,-6 0-118,8 1 1,-8-1-1,-4 1 1,3 0-1,6-1-954,0 1 0,8-1 0,3-1 0,2 1 1,-1 0-1,-4-1 0,-5 1 0,-9 1 904,9-1 0,-9 0 0,1 0 0,2 0 1,3 0-1,-3 0 0,-15 1 0,-8 0 1</inkml:trace>
  <inkml:trace contextRef="#ctx0" brushRef="#br0" timeOffset="14399">19349 1957 11788,'0'-3'7209,"0"0"-4611,0 3-2138,-74 0-90,43 12-233,-12-6 0,3 3-13,24 12 296,11 5-101,11-12 34,10 2-185,2-10 369,22-16-442,-20 1 23,21-17 56,-23 2 5,1-9-90,-8 7 175,-7-10-152,-10 17-78,-8-5-45,-14 17-40,-9 17-94,-5 10-366,0 15-872,7 11-2605,9 9 3608,19-22 0,2 0 0,-1 5 0,8-4 0</inkml:trace>
  <inkml:trace contextRef="#ctx0" brushRef="#br0" timeOffset="14655">19326 2401 21366,'-4'0'2812,"0"0"-2291,4 0-197,-67 20-150,47-9-87,-18 3 0,8 1 31,31-5 229,21 6-179,8-9-6,17 2 18,-3-12 27,-5-5-6,-10-5-55,-13-5-107,-10 3-162,-21-7-695,-11 12-6004,-25-2 6822,2 15 0,14 0 0,14 2 0</inkml:trace>
  <inkml:trace contextRef="#ctx0" brushRef="#br0" timeOffset="20993">14971 5467 16185,'-40'-33'1238,"0"-1"0,0 1 0,-1 4 0,-3 3 0,0 10-998,1 13 1,-2 9 0,0 4-1080,-3 1 1,0 3-1,0 4 941,-1 5 1,0 4 0,2 3-533,0 5 0,2 4 1,3 3 445,0 4 1,2 4 0,4 3-10,10-11 0,2 2 0,1 0 0,3 2-7,3 0 0,1 1 0,2 1 0,4-1-8,3 14 1,4-1 0,5-2 1,0-13 1,4-1-1,8-3 2,21 7 0,13-2 1,2-8-440,-6-15 1,1-7 0,5 0 433,2 1 1,5 0 0,1-3 0,-1-3 2,-4-7 0,-1-3 1,0-3-1,0-2-140,1 0 1,0-3 0,0-1 0,-1-2 150,-1-2 1,-1-1 0,0-3-1,-1-3 16,4-5 0,1-4 0,-2-2 0,-5 1-67,-1 2 0,-4 0 0,-1-5 74,-5-1 0,0-4 0,-3-3 0,-6 2 22,-1-19 1,-8-3 115,-4 10 1,-1-4 0,-5 1-150,-5-1 0,-4 0 0,-3 0-4,-4 2 0,-4 0 0,-1 3-2,-4-9 0,-8 3-4,-6 10 1,-7 2 0,-1 6-14,-10 6 1,-3 6 282,1 2 1,-4 0 0,3 7-318,-5 6 1,0 8-292,2 9 1,-4 6 0,5 3-945,-1 6 1,3 6 1274,2 1 0,-3 3 0,8-1 0,12-7 0,6-1 0,6 0 0,-1 1 0</inkml:trace>
  <inkml:trace contextRef="#ctx0" brushRef="#br0" timeOffset="21403">14744 6048 17045,'2'-51'1036,"1"0"0,0 0 1,-1 4-1,0 2 1,-1 2-396,-2-7 0,-2 4-33,-2 11 1,-1 2 24,-10-11-150,2 20-371,4 15-24,5 20-88,4 22-90,2 27-215,1-19 0,0 4-1739,0 9 0,1 0-466,0-7 1,0-1 2509,1 8 0,-1-5 0,0-10 0,0 0 0</inkml:trace>
  <inkml:trace contextRef="#ctx0" brushRef="#br0" timeOffset="22295">14554 6603 15065,'0'-3'5299,"0"1"-3961,0 2-980,-46 56-232,25-28 1,-3 4-409,-5 6 1,-5 5 0,-1 3 305,4-6 0,-2 2 0,-1 0 0,1 0-752,1-1 1,0-1 0,0 1 0,-1-1 713,0 1 0,0 0 0,0-1 0,0 1-73,0-1 0,0-1 0,2 1 0,1-3-552,-1 3 1,2-2 0,0 1-395,-4 8 1,1 1 0,1-1 1032,-4 9 0,6-5 0,11-18 0,3-4 0,2 2 0</inkml:trace>
  <inkml:trace contextRef="#ctx0" brushRef="#br0" timeOffset="22852">13233 8709 6171,'0'8'-224,"0"-3"5074,0-5-2386,0 0 1541,-58-77-2737,47 46 1,2-2-924,-8-5 1,-3-4-1,10 2-40,14-3 1,11 3-119,5 7 1,4 3-59,18-17-40,-12 24 1,1 3 22,24-4-79,-20 12 1,2 4 2,7 5 1,0 6-26,-9 5 1,-2 4-12,0-1 0,-4 6-3,-7 18 0,-7 7-8,-12-7 0,-4 3 2,-6 21 1,-6 0-276,-1-15 0,-6-1 261,-9 3 1,-6 2 0,2-5 27,6-8 1,-1-1 3,-7 5 0,-4 3 1,4-5 7,3-8 0,2-2-1,-6 5 1,3-3-311,-5 2 434,26-14-73,38-28-78,8-2-1270,12-8 1,5-2 1271,-21 10 1,1-1-28,8-3 1,7-1-1,-1-1-237,-3 3 1,-1 0 0,1 0 124,3-1 1,-1 0-1,2-1-231,5-2 0,2 0 0,-3 0-1143,-9 2 1,-3 1-1,-1-1 1181,11-5 1,-6 1 0,10-6 0,-28 13 0</inkml:trace>
  <inkml:trace contextRef="#ctx0" brushRef="#br0" timeOffset="23245">13465 7851 17053,'-52'10'465,"0"0"0,1 0 0,-2 4 0,0 2 0,1 2-355,8 0 1,-1 2 0,1 2-1,2-1-976,-5 4 1,3 0 0,-1 5 964,5-1 1,-1 4 0,-2 3-1,3-1 1,4 0-650,-6 9 1,6 0 0,-2 4 563,1-1 0,-2 4 0,3 2 0,7-2 29,7 3 0,7 0 0,8-2-2,8-2 0,7-2 0,6-2-28,7-3 0,7-1 0,4-5-176,8 0 0,5-5 1,2-2 165,7-2 1,2-3 0,3-2 29,-13-8 1,3-1 0,-1-2-1,-1 0-3,5 0 0,-2-2 0,3-2 30,-6-2 0,2-2 0,1-1 1,-1-3-337,3-4 0,-1-3 0,1-1 0,0-1 406,1 0 0,0-1 1,-1-1-1,2-2 1,4-5 1,2-2 0,-2-2-1,-4-1-157,3-8 0,-5-2 0,-4-1 80,-10 6 0,-3 0 0,-3-3 122,0-8 1,-4-4 0,-6 0-121,-4-15 0,-8-2 56,-4 9 0,-4-2 0,-5-1-88,-5 6 0,-5-1 0,-4 1 0,0 2-8,-7-6 1,-3 3 0,-4 1-9,2 10 1,-2-1-1,-2 3 1,-1 4-36,-7 2 1,-2 5 0,0 4-33,-8-3 1,-2 6-340,4 8 0,-3 3 1,4 5-222,2 3 0,0 5 619,3 0 0,-3 1 0,7 1 0,-13 7 0,15 3 0</inkml:trace>
  <inkml:trace contextRef="#ctx0" brushRef="#br0" timeOffset="23751">14351 9151 21461,'-53'-29'846,"19"16"-414,55 53-292,-2-15 0,4 1-73,9 6 0,4 0-1135,13 4 0,5 0 1096,-11-10 0,2 0 0,5 0-9,4-1 1,6 0 0,1-1 0,-4-1-387,1 0 1,-3-2-1,5 1 350,-7-5 0,4 1 1,3 0-1,-2-1 0,-3-1-511,-2-2 1,-4-2 0,1-1-1,1 2 309,-2-1 1,2 0-1,1 0 1,-1 1 0,0-1-827,8 3 1,0-1 0,-1 0 0,0 0 1044,-3 1 0,2 0 0,-4-1 0,-4 0 0,10 2 0,-6-2 0,-10-1 0,0 0 0</inkml:trace>
  <inkml:trace contextRef="#ctx0" brushRef="#br0" timeOffset="24568">16301 10118 16040,'-8'-2'4004,"1"1"-2621,7 1-329,0 0-298,-25-63-347,19 35-328,-8-10 0,6 0-25,21 17-33,11 6-7,14 5-27,9 11 11,6 13-337,1 15 334,-28-8 0,-2 2-8,-3 4 0,-3 3-1,-4 0 1,-4 2 22,-4 1 1,-5-1 10,-7-1 1,-4 0-4,-5-2 1,-3-1 16,-5-2 1,-2-2 13,-2-3 0,0-1 152,-21 11 156,11-13 23,13-11-106,10-15-107,9-8-33,2-10-29,10-2 282,5-1-349,9 6-22,5 5-40,7 9 23,12 6-5,9 13-4,-22-2 1,1 4-303,-1 4 0,0 2 308,-1 4 0,-2 2 14,-5 2 1,-3 1-12,5 30-23,-27 1 15,-10-29 0,-7-1-416,-8 1 0,-5-3 365,-8 0 1,-3-4-74,-6-2 0,-1-4-146,-1-4 1,0-4-269,3-5 1,1-5-973,7-5 1,4-6 1517,6-8 0,5-2 0,-2-3 0,14-3 0</inkml:trace>
  <inkml:trace contextRef="#ctx0" brushRef="#br0" timeOffset="24946">16730 9655 17787,'-59'-5'805,"-1"0"0,1 0 1,15 0-1,3 2 1,-1 3-509,-10 7 0,-1 4 0,3 4-1347,-6 8 0,1 6 1167,9-3 1,-1 3 0,1 3-55,1 4 1,1 2 0,2 6-35,10-2 0,0 4 1,3 1-1,2-2-341,1-2 0,3-1 0,3 3 321,0 14 1,3 5-1,11-6 8,13-5 0,10-3 1,-1-10 1,3 0 0,6-2-14,5-4 1,5-3 0,4-3-19,5-1 0,4-4 0,3-3-2,4-2 0,2-3 0,2-3 30,3-2 0,2-2 0,-1-3-257,0-3 0,1-3 1,-2-3 276,-2-3 1,-2-2-1,-1-4 19,-6-2 0,-2-3 1,-3-4-277,-6 0 0,-2-4 0,-5-2 269,6-18 1,-8-6 244,-9-1 0,-11-7-264,-16 3 0,-10-6 0,0 6-20,1 2 1,-4 3-4,-2 5 1,-3-1 0,-6 8-6,-17 6 0,-5 10-71,4 6 1,-2 3-9,-9-5 1,-2 5-272,-2 13 0,1 7-513,13 4 1,0 4 862,7 1 0,-1 2 0,4-1 0,4-2 0,4 1 0,-19 16 0</inkml:trace>
  <inkml:trace contextRef="#ctx0" brushRef="#br0" timeOffset="25395">15912 10885 24127,'-40'37'83,"0"0"0,0 0 0,-4 3 0,0 1 0,-1 1-79,10-7 0,-1 0 0,0 1 1,-1 0-1436,-2 4 1,-2 0-1,1 0 1,1-1 1403,-4 4 1,1-1 0,-2 3-107,10-9 1,-3 3 0,0 1 0,1-2 0,4-1-613,-5 5 1,3-2-1,0 1 136,-7 7 1,-1 1-1,4-1 507,9-5 1,2-1 0,6-6 0,-3 4 0,-4 15 0</inkml:trace>
  <inkml:trace contextRef="#ctx0" brushRef="#br0" timeOffset="26286">14149 12706 17609,'14'-44'1177,"0"-1"1,1 1 0,4-15 0,-3 6-282,-4 6 37,-5 13-614,-4 14-165,-1 10-176,-2 13 88,-4 16-27,-5 21-31,1-9 1,-3 3-340,-2 7 0,-2 2 339,-1 5 0,-1 0-8,3 0 0,1-1-3,2-4 1,4-2-78,5-7 1,4-3 113,11 15-1,14-21 29,14-17 22,14-24-28,-21 2 0,0-3-294,3-6 0,-1-2 406,1-2 0,-1 0-3,-5 0 1,-1-1 296,-4 4 0,-1 1-266,9-12 107,-14 15-275,-11 12-34,-7 17 29,-3 11-18,-4 21 1,-4 14-20,1-22 0,0 2 7,-1 2 1,0 1-294,0 3 1,1-1-343,1 0 0,3-1-338,2-2 0,4-2-930,16 24-804,15-16-3290,16-20 6004,-2-15 0,-16-7 0,-14-4 0</inkml:trace>
  <inkml:trace contextRef="#ctx0" brushRef="#br0" timeOffset="26626">15166 12669 12998,'0'-50'1371,"-1"0"0,1 0 0,-11-4 1,-4 1-1,-1 5-2255,-2 2 0,-6 4 1164,-6 6 0,-6 2 0,-2 4 50,-10 3 1,-4 6-92,7 5 0,-3 2 0,-1 4-513,-4 2 0,-1 4 0,-1 5 348,-2 4 1,-1 6 0,1 3-46,12 0 1,0 2-1,1 2 1,0 3-21,-1 3 1,1 3 0,1 3 0,0 2-351,0 3 1,1 3-1,1 2 1,2 1 345,0 4 1,1 2-1,2 1 1,2 2-8,1 1 1,3 2 0,1 1-1,3 0-4,2 0 1,3 0-1,3 0 1,2 0-319,4-3 1,3 0 0,3 0 0,4-1 289,6 10 1,6-1-1,6-3-99,7-6 1,6-2 0,5-5 94,9-4 1,5-4 0,4-5 23,-9-10 0,3-3 0,1-2 0,1-2 21,3-2 0,1-2 0,1-3 0,0-2 22,2-3 1,0-2-1,0-2 1,0-3 17,-1-2 1,1-3-1,-2-1 1,0-3-25,-2-3 1,0-2 0,-1-2 0,-3-3 61,-1-1 1,-2-2-1,-2-2 1,-2-2-29,-3-1 0,-1-2 1,-2-1-1,-3-2-16,5-14 0,-4-2 1,-4-2 168,-5-3 1,-5-1 0,-3-1-219,-6-1 1,-3-1 0,-6 0-8,-4 2 0,-6 1 0,-4 2-19,-5 4 1,-4 2-1,-6 4-63,-6 6 0,-5 3 0,-3 6-297,-6 4 0,-4 6 0,-3 3 338,8 8 1,-3 3-1,1 1 1,4 2-1,-12-3 1,5 4 0,2 5-1,0-1 1</inkml:trace>
  <inkml:trace contextRef="#ctx0" brushRef="#br0" timeOffset="27885">21303 2206 16203,'0'-49'1420,"0"1"0,-1 0 0,4-5 0,-7 9-1101,-25 1 135,-9 47-90,-11 24-252,15-4 0,1 5-572,5-2 0,2 5 476,0 10 1,1 8 0,3-1-521,7-9 1,3 0-1,-1 4 497,1 1 0,-2 4 0,2 1 0,2-1-47,0 9 0,4 0 0,3 1-233,4-9 0,3 3 0,2-2 0,0-3-5,-1-1 1,1-4 0,5 1-680,8 10 0,6 1 0,4-9-2496,11-8 0,4-7 3467,6 4 0,-1-4 0,-14-13 0,-2-3 0,7-2 0</inkml:trace>
  <inkml:trace contextRef="#ctx0" brushRef="#br0" timeOffset="28629">21959 2781 16650,'7'-51'1469,"0"0"0,0 0 0,0 2 0,-1 3-1595,1-4 0,-1 4 854,1 5 4,-2 8-474,1 4-71,-2 14-187,-1 19 22,2 19-5,1 21-3,-4-12 0,-1 4-75,-3 6 1,-3 2 57,-2 6 0,-2 1-566,-5 2 0,-2-1 574,0-1 1,-1-2-1,2-6 1,0-2-2,4-10 0,0-3 176,-2 8 60,4-21-94,4-23 387,2-20-477,1-25-34,5 17 1,1-3 303,3-7 0,2-2-293,4-6 1,1 0-546,4-2 0,0 0 537,2 2 1,1 2-4,-1 6 1,1 3-163,-2 6 1,0 4 156,16-16-11,-4 20-12,0 15 486,1 19-475,1 14 12,2 20-17,-3 15 354,-18-20 0,-1 2-352,-1 2 1,-2 2-28,-3 1 0,-2 0 16,-1 0 1,-2-2 19,-3 22-1457,-4-25 0,-1-3 1497,-3-2 83,-4 3 6,7-28-84,3-14-56,4-29 0,0 15-22,3-16 106,3 27-1199,1 0 815,4 1 300,1 4 0,-5 2 0,-2 3 0</inkml:trace>
  <inkml:trace contextRef="#ctx0" brushRef="#br0" timeOffset="28878">22039 2720 18924,'-5'-2'2380,"1"1"-1466,4 1-1133,64-47-873,-26 32 619,-2-2 1,6-4 0,-2 6-2191,-1 9 0,-1 3 2066,4-2 0,-2 0 0,8 0 1,-25 2-1</inkml:trace>
  <inkml:trace contextRef="#ctx0" brushRef="#br0" timeOffset="29478">22464 2847 19550,'38'-31'92,"-1"-1"0,1 1 0,-1 0 0,-1 0 0,-3 0-28,3-5 0,-4-2 214,6-13 0,-5-2-230,-7 4 0,-4 0-29,-2 1 1,-3 0 5,-8 2 0,-4 3 1054,-1-18-1023,-3 27 0,-1 1 90,-5-16 61,-5 15-184,3 18 715,-4 9-727,1 23 12,-6 16-6,-6 27-17,10-22 0,0 6-2,2 3 0,1 6 0,1-4-843,0-1 0,0-2 847,0 19 1,3-2-9,5-26 1,4-2 324,2-1 0,3-1-322,3 6 1,5-2-1,13-5 0,3-6 14,17 3-107,-9-18 0,2-9 118,-11-8 1,0-6 16,17-14 0,1-6-8,-7-2 0,-2-5-474,-10 4 1,0-3-1,-4 1 460,0-4 0,-3-2 1,-8 5 1,0-3 0,-2 2 840,1-10 0,-2 1-811,2-9 0,-2 0 55,-3 2 1,-2 5-15,0-10 153,-15 0-186,2 45 334,-9-3-373,1 34-11,-3 15 2,5-2 1,1 5 465,0 8 0,1 1-483,0-4 1,2 1-15,-2 17 1,2 2-40,1-9 1,1 2-223,1-1 0,2 3 1,0-1-446,3-9 1,0-1 0,2 0 728,2 7 0,2 1 0,-1-7 0,8 18 0,1-13 0</inkml:trace>
  <inkml:trace contextRef="#ctx0" brushRef="#br0" timeOffset="29918">24992 2831 23175,'-2'2'-39,"0"0"1999,2-2-1405,24-61-252,-9 0-1207,-3 21 0,2-5 1,-2 2 917,-1-1 0,-1-1 6,-1 5 1,1-2-1,0 0-116,0 0 1,0 0-1,-1 1 138,4-19 0,-2 1-96,0 2 0,-3 5 200,-5 1-107,-9 28-45,-1 18 34,-20 41-28,8-4 249,4 2 0,-2 8 0,2 0-243,2 9 0,3 3-14,-1-1 1,2 4-1,1 0-33,4-4 0,3 0 0,1-1-161,1 2 1,1 0 0,0 0 33,0 0 0,1-1 0,0-1-126,0 0 1,-1-1 0,0-1-165,-3-2 1,0-2 0,-2 0-582,-3 17 0,-2-4 370,1-15 0,-4-4-3028,-8-1 1,-4-8-3384,-8-12 6492,-5-2 1,18-22 0,13 2 0</inkml:trace>
  <inkml:trace contextRef="#ctx0" brushRef="#br0" timeOffset="30512">24829 3119 12141,'3'-53'1300,"0"0"1,0-1-1,0 6 1,-1 0-1,1 6-818,-1 7 0,1 3 123,3-27 787,0 16-1314,6 10 1,3 1-73,22-16-428,-6 11 0,5-1 402,3 5 0,2 2 9,6 0 0,-1 1 14,-9 8 0,-1 1 5,6-1 0,-2 3 302,17-8-198,-9 4 740,-16 5-628,-23 13-140,-7 3-50,-2 7 1148,-3 11-969,-3 19-23,-4 18-120,4-19 0,1 2-11,0 4 0,0 1-605,2 3 0,0 0 560,2-10 0,0 2 14,0 15 0,1-1-276,3 10 259,-2-20 1,1-2 33,3 0 235,0-18 112,0-14-207,4-18 1300,6-13-1412,7-15 340,5-6-346,5 0-22,-1 10-17,-2 10-28,-3 13-12,-1 10 35,-2 13-23,-4 3 11,8 23 11,-9-5-27,7 15-12,-6-12 23,0-5 5,-3-11 78,14-7 12,-5-17-11,15-10-1,-7-16 35,-2-10 10,-6-4-22,-9-1 11,-7 7 40,-6 10-51,-4 13-90,-2 9-44,-1 7 22,-2 8-51,1 9-285,0 14-1064,3 13-5523,6 9 6117,3-4 0,0-18 0,-1-14 0</inkml:trace>
  <inkml:trace contextRef="#ctx0" brushRef="#br0" timeOffset="31501">27015 2886 22436,'32'-55'789,"-1"0"1,-4 8 0,-5 9-549,-12 21-174,-5 15-5,-4 17-1,-1 14-38,-1 16-7,-3 8 7,-3 1-23,-5-2 22,-2-7 57,0-9 173,1-16 28,5-13-151,2-18 5,4-15-44,4-18-51,10-14-260,-2 25 0,3 0 232,3 0 0,3 0 3,2 2 0,1 3 20,23-16-101,0 15 73,-2 14-6,0 12 22,-1 13-33,-2 12-22,-2 14 5,-5 12-56,-6 7-350,-7 3 243,-7-3-33,-4-5 536,-1-14-396,2-14 152,4-14-73,8-19-18,8-13 51,8-12 28,5-8 23,0 1 5,-3 3 22,-7 10-11,-11 11-95,-11 9 317,-7 13-301,-3 12-32,-1 13 32,3 10 7,6 4-46,9 2 18,11-6 16,10-4-11,12-9-17,7-10-454,4-12 510,-3-13-11,-7-13-98,-26 2 1,-4-4 97,5-10 62,-5-22 5,-22 20 12,-11-8-1,-12 9 45,-26 8-106,11 14 16,-20 6-49,24 14 10,-3 3 461,10 4-467,7 0 218,10-5-245,2 0 11,7-4 11,0 0-16,2 1-34,2 1 22,0-2-50,2 2-113,-2-2-268,0 1-689,1 1-2397,1 0 2686,0 0 0,-1-2 0,-1-2 0</inkml:trace>
  <inkml:trace contextRef="#ctx0" brushRef="#br0" timeOffset="32018">28300 2842 5875,'5'-8'7018,"-1"1"-2063,-4 7-2979,0 0-732,2-41-707,-10 29 242,-5-29-342,-14 40 931,-10 3-830,-20 4-387,16 0-34,10-1 1,-1 1 151,-27 7-246,18-2 5,-13 7-17,37-5-17,3 1-67,5 5-515,17 2-1098,8 3-6758,17 0 8444,0-10 0,-11-6 0,-9-4 0</inkml:trace>
  <inkml:trace contextRef="#ctx0" brushRef="#br0" timeOffset="32702">27163 2742 20179,'5'-47'974,"0"1"1,-1 3 0,0 8-718,-3 21 135,0 0-45,0 3-173,-1 0-34,0 2-45,0 5-78,0 2-11,0 2 33,-3 4 6,-2 7-29,-3 9 24,-2 11-12,-2 6-12,1-5 18,-2 17-23,4-18 28,-2 11 12,3-19 100,0-7-39,2-7 140,0-5-22,2-13-146,0-8-39,1-17-34,2-14 12,3 5 7,1 4 1,2 1 8,2-12-5,-1 16 0,-1 3 44,1-3-33,-2 14-56,-3 13-51,0 9 40,-5 15-124,0 17-650,-3 17-1573,5-18 0,0 0 1521,1 29 0,1-21 0,1-17 0</inkml:trace>
  <inkml:trace contextRef="#ctx0" brushRef="#br0" timeOffset="34267">28854 2976 21187,'21'-51'696,"1"0"1,-2 3-1,-8 6-298,-20 7-141,-9 6-72,-20 11-11,-16 14-110,20 10 1,-2 3-552,-2 3 1,0 4 500,2 3 0,2 4-6,4 0 1,3 3 65,5 1 1,4 1-64,-3 29-5,17 0 2,18-25 0,5-3-8,10 10 8,6-17 1,4-5 38,-9-10 1,2-5 28,14-5 0,1-5-51,-16 3 0,-1-5 98,12-19 0,-6-6-27,-11-2-9,-5-2 0,-3-5-23,-11 10 1,-4-2-374,1-12 0,0-2 365,-4-3 0,0-1 16,-2 1 1,0 1 25,1 6 0,-2 2 8,0 8 1,0 4 67,-2-10-124,0 20 621,2 14-705,1 17 143,1 15-148,4 24-9,0-15 1,1 1-99,1 7 1,3 1-266,1 4 1,2 0-268,1 2 0,1 0-552,1-2 1,2 0-454,1-3 0,1-2-295,2-5 1,1-3 403,1-6 1,3-5 301,23 5 1597,-1-21 1635,-7-19 1306,-10-14-202,-9-7-841,-6-4-531,-7 3 661,-2 5-1373,-3 7-305,-2 7-405,-1 6-220,0 7-72,0 1 22,7 9 28,7-3-17,15 5 6,11-6 16,8-7-27,0-6 39,-8-10 11,-11-7 22,-14-3-11,-10-1-22,-13 5 6,-13 9-29,-16 8 34,-8 15-17,-4 9-39,3 14 23,8 7-35,10 7 18,11 2 11,9 3-12,21 7-5,-1-18-11,24 9 34,2-23-18,16 0-229,-23-15 1,1-2 203,0-4 1,0-3 19,28-10 17,-11-7 39,-12-4-6,-15-1 6,-11 3-22,-14 2-12,-6 2 397,-4 2-419,1 3 23,2 3-12,5 3 11,3 2 17,0 1-5,2 0-28,0 0 5,0 0 6,3-3-1,0-2-27,3-4 39,4-10-28,-1 5 11,5-12 12,-3 10-34,1-4 27,-2 4 1,-2-1 0,-3 4 11,-2-1 11,-2-3 0,-5-2 12,-4-9 10,-9-5-5,2 8-28,1 4 28,7 14-39,4 7-34,1 1 23,1 7 5,-1 6-16,1 13 10,1 11-10,5 11 10,5 8-5,1-17 0,2 0-433,8 15 424,-4-14 1,2-1-15,10 11-58,-12-20 0,-1 2-356,5 25-308,-26-23 0,-7-1-257,-12 12 733,-10-19 0,-11 0 0,6-5 0,-1-1 0,-3-3 1,0 0-1</inkml:trace>
  <inkml:trace contextRef="#ctx0" brushRef="#br0" timeOffset="35546">30949 2805 21368,'15'-46'489,"0"1"0,0-1 0,0 1 0,2-5 0,-1 2 1,-2 3-132,-2-1 0,-3 5 192,1-5-205,-4 21-171,-4 12-118,-2 16-40,0 17-10,-1 26-3,-1-12 0,-1 4-578,-3 9 0,-1 2 578,1-8 0,-2 2 10,-3 1 0,-2 4 0,1-4-10,2-9 0,0 0 4,-4 10 0,-1 6 1,2-6-5,5-12 0,0-2 0,-1 10 0,1-4 2,3-3 85,4-16-34,5-26-51,0-4 63,18-46-40,4 2 574,-11 21 1,3 0-595,8-9 0,1 4 60,2 1-77,1 3 1,1 2 8,-2 10 6,15-3-1,-18 21-10,11 15 10,5 18-33,-8-2-14,-10-2 0,-2 2-327,15 20-163,5 2-64,-16-22 0,1-2-183,26 8 264,4-12 246,1-12-3,-4-16 300,-7-12 56,-8-14 84,-11-8-56,-11 5 173,-8-8 675,-12 4-591,-10 1-3250,-13 5 2987,-1 19-1005,-22 12 927,15 16-28,-12 12 11,20 12 0,10-4 0,7 20-16,11-16 2873,6 14-2851,8-18 1602,4-10-1535,4-10-39,-4-11 101,14-21-40,-12-7 23,9-18 45,-12 3 38,-6-2 35,-6 6-40,-4 7-95,-3 12-106,-1 9-34,0 10 28,1 14-6,1 1-11,10 29-39,4-8-117,11 17-141,2-10-313,1-4-494,0-6-279,-3-9 5,-5-11 533,0-14 705,-6-13 263,-1-14 213,-5-12 247,-3-10 168,1-3 84,0 0-45,3 9-146,-2 11-218,-1 12-247,-2 12-145,0 6-17,9 17 11,2 7 12,7 16-7,-5-1-4,-6-2-6,-4-9 33,-5-7 146,0-8 39,-3-8-118,2-12-67,-2-8-11,3-12 12,3-4-29,4 1-22,3 6-40,7 6-94,4 10-399,7 8-1427,3 11-6689,1 9 8660,-7 5 0,-11-6 0,-9-6 0</inkml:trace>
  <inkml:trace contextRef="#ctx0" brushRef="#br0" timeOffset="35968">32583 2824 19199,'-8'1'4385,"2"0"-3349,6-1-5,0 0-863,11-2-73,8 3-3397,25-2 3330,-11 2 28,17-6 28,-20-2 34,2-8-34,-6-5-12,-11-5 7,-6-2 3386,-8-1-3381,-9 5-12,-9 7-4,-14 7 10,-8 5-5,-3 8-12,1 5-27,10 10-6,7 8 6,8 7-12,6 7-5,2 5 5,5 2-22,4-1 17,6-4-17,8-5-6,7-8 6,5-9 12,4-9-46,8-9-212,8-8-757,7-4-2969,0-3 3972,-13 1 0,-18 3 0,-12 5 0</inkml:trace>
  <inkml:trace contextRef="#ctx0" brushRef="#br0" timeOffset="37898">32339 2729 8657,'0'-3'6424,"0"1"-1959,0 2-3692,-4-38-258,3 29-314,-2-28-38,3 38 89,0 6 50,1 7-128,-1 2 151,-3 14 56,-11 8-179,-6 3-29,-14 8-960,1-10 871,5-9-299,-8 3 338,17-15-17,-5 4 107,16-14 179,3-4-89,8-8 736,4-7-972,9-11 23,7-10 0,6-10-12,3-5 102,0-4-119,-7 11 147,4-10 55,-13 23-201,1-2 22,-10 17-62,-6 11 1,-11 18-18,-4 4-72,-14 20-886,-5 1 953,-5 7 0,16-22 0,4-2 0</inkml:trace>
  <inkml:trace contextRef="#ctx0" brushRef="#br0" timeOffset="41644">32065 2636 7738,'0'-5'5624,"0"1"-1782,0 4-2710,22-52 11,-15 37-314,15-39-443,-22 51-246,-3 1-90,-1 1 6,-3 4 11,0 4 12,0 5 27,2 2 34,2 4 51,3 3-96,1-4 151,6 18-117,-1-6-34,4 14-16,-4-6-28,-2-1-3410,-1-4 3382,-2-8 16,2 3 17,0-14 168,0 2 319,-1-11-39,-1-5-269,1-7 3320,0-10-3438,-1-10-55,-2-9 11,-5-7-12,-5-4-10,-4 0-18,-2 3-10,1 6 10,2 6 44,1 5 69,1 6 10,2 5 37,3 6-33,1 6 97,4 3 18,1 9-24,1 8-177,5 13-310,5 13-603,12 8-1172,-5-20 1,2-1 2019,18 22 1,-11-18 0,-9-14-1</inkml:trace>
  <inkml:trace contextRef="#ctx0" brushRef="#br0" timeOffset="44335">4874 5254 20246,'-25'-12'638,"4"20"-447,23 51-130,-1-22 1,0 0-20,0 1 0,1 0 0,-1-2 0,0-1 75,-1 26 57,-1-16 246,-1-14 337,0-16-192,-3-15-318,0-16-46,-2-13-61,-1-15-39,2-9-11,3-9-465,4 27 1,1 0 407,2-1 1,2-1-4,2 1 1,3 1-159,2 4 0,2 2 134,21-20 5,5 16-17,5 14 1,-2 14-1,-2 16 34,-5 14-17,-5 14-11,-7 12-315,-11 7 312,-10-26 0,-2 0 3,-10 30 747,-6-7-719,-3-16 118,2-15 286,6-16-359,5-20-34,3-15 6,5-18 5,7-10-11,9-3 6,4 8-34,3 11 342,0 16-376,1 12 48,2 15 3,5 9-56,6 12 6,4 11-46,1 6-1790,-19-14 0,-1-1 1673,11 11-73,-13-13 1,1-3-477,12 0-61,16-3 16,6-11 510,-25-12 0,0-3 162,2-4 1,0-3-68,1-4 0,-2-3 238,0-2 0,-2-3 45,-4 0 1,-2-1 170,-1-4 0,-4 1-23,5-9 226,-10-1-147,-23 29 3054,-12 4-3222,-18 18-70,6 6 0,-2 3-48,-12 15-25,12-5 1,4 3-9,4 9-6,3 9-11,16-11 99,16-12-9,13-13 536,13-15-536,10-15 10,2-15 35,-4-12 63,-23 10 1,-2-2-187,-4 4 1,-3 1 110,8-30 146,-8 12 12,-9 18 4,1 1-145,-4 13-140,0 13-11,-2 24-6,1 9-27,-1 21-108,0 4-277,1 7-86,1-30 0,1 0-662,2 1 1,1 0-1535,5-3 0,3-2 2711,15 17 0,-6-21 0,-7-14 0</inkml:trace>
  <inkml:trace contextRef="#ctx0" brushRef="#br0" timeOffset="44687">6817 5257 12830,'4'-10'3083,"10"-26"1,2-3-782,-7 10-1613,6-10 0,-3 3-168,-12 23-252,-11 30-90,-7 15-106,-3 11-448,6-11 0,0 1 386,3-5 1,-1 3-119,-6 15 1,0 3-132,2-8 0,0 0-235,-2 7 0,0-3 44,-5 10-848,-5-2 415,10-30 503,-1-9 449,2-40 72,9-1 109,4-5 1,1-3 535,2-26-565,3 22 0,1-1 273,2 2 1,1 0 366,4 0 1,1 3-401,9-12-219,4 12-196,-8 23 28,12 10-16,1 14-3294,24 23 3131,-16-3-734,-3 5 1,-2 2-1553,-1-1 2370,-4-5 0,-2-3 0,-8-11 0,-1-3 0</inkml:trace>
  <inkml:trace contextRef="#ctx0" brushRef="#br0" timeOffset="45286">8460 5126 17424,'15'-45'1074,"0"1"0,0-1 0,5-14 0,-8 6-402,-19 9 687,-7 15-1264,-1 15 373,-18 19-445,3 18-21,6-2 1,1 4-9,3 5 1,2 3 2,1 3 0,3 2-8,2 0 0,4 1-537,2-2 1,5-1 541,10 26 1,14-13 414,14-16-387,10-17 51,10-31-12,-11-13-44,-7-11 73,-17-14-23,-17 19 1,-2 0-18,2-22 9,-6 15 0,-4 0 36,-7-7 0,-14-10-78,6 25-17,-9 10-56,9 23-101,-2 11-11,6 4 44,8 33-3046,21-6 3170,2-6 0,2-2 0,6-1 0,5-4 0</inkml:trace>
  <inkml:trace contextRef="#ctx0" brushRef="#br0" timeOffset="45619">9269 4760 20089,'-21'-54'1560,"1"-1"1,-1 7 0,-2 9-973,-20 12-441,6 14 43,-21 35-140,18 19-911,11-1 1,2 6 854,4 11 0,4 4-314,6-13 0,0 3 0,2 1 294,0 4 0,1 2 0,2 1-829,0 4 0,2 1 0,1-3 789,1-11 1,1-1-1,1 3-263,2 4 0,1 5 0,0 0 0,-1-4-368,0 0 1,0-3 0,-2 3 399,-1 2 0,0 3 0,-2 0 1,0-5 137,-1-7 0,0-4 1,-5 0 64,-8 6 1,-5 0 0,-2-9 496,0-13 0,-2-7-168,-10 7 1,0-15 280,-14-50-248,32 0 1,5-8-47,4-14 1,6-5-106,6 15 1,3-1 0,3-2 179,3-4 1,2 0 0,4-1-283,3-1 0,4 1 0,2 0-45,3 1 0,1 1 0,3 1-192,2 3 0,1 0 0,2 3-994,1 2 1,1 2-1,-1 2 1216,-4 6 0,0 3 0,-3 2 0,3-1 0,-5 6 0,4-2 0</inkml:trace>
  <inkml:trace contextRef="#ctx0" brushRef="#br0" timeOffset="46560">11290 4574 18268,'16'-59'1777,"-1"0"1,-2 7 0,-4 4-1168,-4 15 1,-2 3 168,-7-13-516,0 17 107,-3 9-96,4 12-268,1 1 27,1 3-22,2 9 12,2 1-18,0 6-5,-1-2 23,-1-4-1,-1-4-16,1-2-17,-1-3 11,1 2 22,-1 1-11,0 6-11,-3 7 6,-5 12-12,-5 15 1,-6 14-282,8-23 1,0 1 289,0 3 0,1 0-9,0 1 1,2 0 2,2-1 0,0-1 3,3-4 0,0-1 0,2 22-6,4-16-5,2-13 28,1-11 45,-2-8 5,1-14-34,4-12-5,4-19-16,5-17 1,-7 22 1,0-1-9,1-5 1,0-2-1,1-2 1,-1-1 2,0-1 1,-1 2-4,-1 2 1,-1 2 16,-4 6 1,0 3 28,0-13-35,-5 20-27,-3 12-17,2 9-22,-4 9 50,2 31-17,-3 14 8,1-11 1,0 2 102,-1-1 0,-1 0-92,0 1 1,-1-2 3,2-1 0,-1-4 5,-3 16 11,3-6 29,4-29 16,0-1-45,0-24-5,-2-13 346,-1-17-369,0-13 3,4 20 1,1 0-238,4-3 0,2-1 231,1 2 1,2 1-20,15-20-11,-3 21-39,-3 18-101,-4 20-404,-2 16-1495,-1 22-7753,-2 11 9155,-5-10 0,-1-14-1,-2-22 1</inkml:trace>
  <inkml:trace contextRef="#ctx0" brushRef="#br0" timeOffset="47544">12936 4671 12774,'5'-6'3243,"-1"0"-2050,11-22 0,1-5 863,-9 6-1345,8-10 0,-4 2 158,-18 19-438,-7 8-207,-4 11-78,-12 16-40,-13 17-421,16-9 0,-1 3 320,-2 6 1,1 1 0,-1 5 0,1 1-74,3 0 1,4 1-76,4-3 1,5 0-98,7-6 1,6-2-226,26 16-129,29-23 302,-17-24 1,4-6-226,5-7 1,2-5 429,3-7 1,0-7 127,-11 3 0,0-4 0,-3 1-500,3-2 1,-4-3 506,-5 2 1,0-4 0,-5 2 38,-5-6 0,-2 0 36,5-12 0,-2-2 59,-2 1 0,-3 1 56,-2 3 1,-1 3 172,-4 6 0,-2 3 183,2-21-23,-7 21-100,-4 15-381,0 13 518,0 16-563,-1 15 5,-3 21-36,2-11 0,-1 2-9,-1 7 1,-1 3-6,-3 16 0,-1 0 122,2-17 0,0-1-122,-5 17 0,0-2-11,-1 4 153,7-28 0,0-2-130,0 10 66,8-23-44,1-15 5,11-21 0,7-11 11,12-15-16,-13 20 0,0 0-1215,4-2 1,0 2 1219,9-7 28,5 2-16,-21 24-29,3 6 0,-4 10-5,3 17-11,-7-6-6,9 15 0,-10-19 3465,40 16-3414,-16-27-29,0-3 0,-1-3 6,2-17 51,9-17 33,-14-1 0,2-11 112,-20 16 0,-3 0-51,2-5-21,-6-4 72,-9 27-96,-2 6-128,1 2 0,-3 11 6,2 9-6,-1 12-11,0 8-79,3 3-179,4 2-1540,17 15 812,-5-24-520,14 8 1517,-1-27 0,-15-6 0,6 0 0</inkml:trace>
  <inkml:trace contextRef="#ctx0" brushRef="#br0" timeOffset="47704">14259 4273 16790,'-2'-6'3613,"0"1"-9349,2 5 5736,-12 3 0,9-2 0,-9 2 0</inkml:trace>
  <inkml:trace contextRef="#ctx0" brushRef="#br0" timeOffset="48443">14347 4808 24559,'22'-55'289,"0"-1"1,3-2-1,1 4-247,-8 25 0,2 0-468,2-4 1,2-4 0,-1 0 441,8-12 1,0-2-2,-6 5 0,1-2 0,-4 5-739,-4 5 0,-2 3 738,-1-3 0,-5 4 674,-13 5-654,-23 11 10,4 5-16,-35 30 572,23 11-595,11-2 1,2 1 1638,-1 16-1644,14-5 0,2 0-16,2 3-116,6 8 0,5 2-409,1-19 0,3-1 40,6 16 0,3-1 128,-4-16 1,1-2-681,7 5 0,3-2-1246,7-6 0,3-3 319,3 1 0,3-4-516,10 0 0,2-6 1353,-5-8 1,-2-3 1086,-10-2 0,1-4 1316,14-7 0,-2-5 773,-19 1 1,-3-2-141,12-7 1,-4-3-427,-14 2 1,-6-2 559,8-30-1270,-12 11 200,-10 4 1,-2 1-650,-3 3-62,-2 1 1,-3 1 588,-9 8-605,-10 1 726,-10 15-917,-10 22-22,5 6 0,7 9 0,1 4-15,12-5 1,0 1 0,-7 9 0,3 3-25,2 22 348,18-11-337,22-11-6,16-16 23,16-13 16,6-17 12,2-15-23,-28 4 0,-2-2-5,14-19 27,-14-1 1,-2-4-479,-8 9 1,-2-2 455,7-17 1,-2-3 35,-6 10 1,-2 3-1,-3 10 1,-2 2 97,0-1 1,-1 3 353,-2-8-275,-2 8-123,-3 12-79,-2 20 6,-3 16-22,-2 20-6,-5 23-57,6-19 1,0 2 20,-1 7 0,0 2-169,1 5 1,0 2-404,1 2 1,2 0-7,0-14 0,5 0 614,13 18 0,4-7 0,-7-19 0,5-7 0,0-1 0</inkml:trace>
  <inkml:trace contextRef="#ctx0" brushRef="#br0" timeOffset="48576">16039 4581 23427,'0'-5'3378,"0"1"-5535,0 4 2157,3-53 0,-2 40 0,2-39 0</inkml:trace>
  <inkml:trace contextRef="#ctx0" brushRef="#br0" timeOffset="71722">6372 2637 12053,'1'-44'870,"1"1"0,-3 0 0,-3 7 2155,-7 14-2756,-10 3 1207,2 12-1336,-23 13-50,4 12-51,9-2 0,0 3 248,3 4 1,1 2-286,2 3 1,3 1 3143,-11 18-3174,11 6 5,18-16 57,23 5-29,-1-20 51,40-12-16,-29-17 4,-2-3 1,1-4 129,5-16 16,-13 4 1,-2-2-46,5-10 115,-13 6 1,-4 0 81,-2-2-11,-2-12-96,-2 22 325,-2 10-543,1 11-23,-1 15 34,1 18-25,-1 8 0,0 4-9,1-9 0,-1 1-1310,1 27 1,-2 4 1222,0-13 1,-1 0-39,0-6 1,0 2-1,-2 1-67,-2 3 0,-1 0 0,-1-2 84,2-8 0,-1-1 0,-3 2-50,-3 2 0,-3 3 1,-2 0-1,-2-4-665,-3-1 0,-3-3 0,1 0 853,0 4 1,1 0-1,-3-5 57,-13 2 1,0-15 52,-2-23-44,-1-29-79,27-2 0,6-7-59,3-13 1,5-3-185,2 6 1,4-2-277,7-3 1,5-6-1,1 4-566,6-2 1,4 1 1073,-1 2 0,3-4 0,-2 8 0,-6 12 0,-1 5 0,15-18 0</inkml:trace>
  <inkml:trace contextRef="#ctx0" brushRef="#br0" timeOffset="72630">6492 2660 22386,'9'10'683,"4"1"-481,8-3-18,5-2-16,2-6-5,1-7-12,0-5 17,-4-8 6,-7-6 10,-7-4 18,-6-1 0,-9 3 16,-5 3-11,-6 4-33,-1 5-39,3 6-51,4 4-39,2 4-23,0 11-16,2-1 16,-5 16-16,2 11-1,1-5-5,3 15-11,3-13-45,4 7-90,4-1-129,6-3-145,7-5-123,5-8-112,6-10-56,3-12 246,2-12 331,-3-10 178,-6-8 68,-7-3 56,-7-2 62,-6-1 61,-2-1 28,0 1 23,-1 2 5,1 6-16,-1 7-91,-1 8-150,-1 6-62,0 5 0,2 8 0,1 9 11,1 11 6,-2 11-17,-1 6-22,-5 7 5,-3 4 6,-3 0-1,0-4 1,1-9 0,2-11 22,3-11 158,1-10 94,1-6-95,4-10-101,3-9-22,6-12 22,5-8 6,3-5 5,3-1 29,2 4-23,-3 7-39,-2 8-17,-2 8-23,-3 7-16,2 7-23,2 9 18,3 6-18,8 17-5,-10-7-12,6 14-61,-14-9-100,3 9-264,-4-2-746,-3-4-2525,-2-4 3719,0-10 0,-4-7 0,0-7 0</inkml:trace>
  <inkml:trace contextRef="#ctx0" brushRef="#br0" timeOffset="76405">7396 2797 7263,'-1'-9'2548,"1"2"-2016,0 7 4363,0 0-4558,-2-2-108,1 0-122,-1-1-113,1 2-7147,1-1 7153,0 7 0,0-4 0,0 3 0</inkml:trace>
  <inkml:trace contextRef="#ctx0" brushRef="#br0" timeOffset="77165">7395 2781 8074,'-9'3'7444,"0"-1"-6525,8-2 2095,0 0-2745,-2 4 117,-1 1-22,-3 6-28,1-2-17,0-1 56,4-3 107,0-2 1283,2-3-1541,4-5-90,2-2 23,5-5-33,-1 1 73,5-7-48,-5 4 31,4-8 29,-5 2 34,-1-2-37,-3-5-125,0-3-31,-3-2 11,2 0 42,-3 5-81,0 8 161,-4-3-90,-2 10-42,-3-5-31,2 7 47,-1 3-28,2 4-50,1 2-17,-3 7 39,-1 7 0,-4 10-5,-2 7 5,3 8-5,3 4 5,5 4-17,9 4-11,5-2-83,10-3-242,11-7-471,13-10-967,13-11-1175,-25-12 0,0-1 2955,23-1 0,-21-2 0,-18-1 0</inkml:trace>
  <inkml:trace contextRef="#ctx0" brushRef="#br0" timeOffset="78823">7595 2574 8287,'0'-5'4521,"0"2"2570,0 3-6235,-14-26-94,9 16-128,-10-19-142,12 24-167,1 0-101,0 4 213,1 0-359,-2 1-33,1 1 22,-3 3-11,2-1 45,-1 1 78,3-2 1076,0-2-1255,7 5 28,3 3-11,4 2-6,7 7-16,3 1-3376,21 13 3387,-12-7-156,-3-2 0,-2 0 150,-5 0-22,14 22 28,-20-13 10,0 13-21,-9-15 16,-3 7 0,-8-16 3244,-5 2-3204,-7-2 480,-8-7-430,-4-5 84,-7-8-135,11-4 51,-4-11-28,14-4-1,4-18-38,10 1 11,10-13-17,3 15 33,11-10-10,-2 7 5,9-11 5,-2 0-25,-12 20 1,-2 1-14,5-9 21,2-8 12,-13 23-11,2-1-34,-4 8-16,-3 6-79,-2 4-84,0 5-258,2 6-1182,4 9 1608,6 10 0,-6-11 0,0 1 0</inkml:trace>
  <inkml:trace contextRef="#ctx0" brushRef="#br0" timeOffset="79440">7991 2766 20008,'19'-44'741,"1"0"0,-2 6 1,-6 6 232,-13 11-643,-4 9 97,-3 3-356,1 4 102,-2 2-124,0 4 276,-4 6-310,-3 8 1,-5 15 6,6-7-18,-1 7 29,6-5-1,2 11-27,1-2 0,3-2 10,6-9 18,1-14 201,10 2-123,-4-10 197,20-14-85,-8-6 50,10-14-134,-12 7 157,-2-6 173,-8 7-201,-3 3-78,-2 5-119,-3 12-72,-1 3 0,0 18 17,0 5-90,0 19-257,2 3-45,2-7-1418,9 9 1793,7-10 0,-6-10 0,-1-6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4:37:45.4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7814 2765 19580,'1'-48'802,"0"1"1,-1 2-1,1 11-538,0 25-320,1 2 28,2 13 79,3 13-18,1 20 1,-1 20-45,-3-4 30,-6-8 1,-3 2 11,-1-16 0,-1 0-263,-3 12 1,-1 0 287,-9 11 117,5-19 505,6-16-292,4-13 174,4-25-352,0-12-1,6-26-34,8-6-114,-3 27 0,3 1-28,1 0 0,2 1-15,1 3 1,0 1 11,18-17-39,-2 15 524,-1 14-507,0 13-12,-7 9-22,16 27-22,-10 8-398,-7-10 1,0 3 256,-3-2 1,0 0-194,0 1 1,1-1-375,0-3 0,0-1 83,0-2 0,0-2-557,20 12 492,-4-14 572,-3-17 303,-5-19 145,-3-15 213,-3-14 235,-6-5 299,-7 2-27,-5 3 566,-3 8-1165,-1 13 398,1 6-704,1 14 135,2 4-100,7 15-283,6 6 24,9 11 22,6 3 23,6 0 18,2-5 3,3-8-48,-2-10 178,-3-9 230,-7-17 159,-6-10-166,-8-13-69,-7-9-14,-7-5-44,-6-2-69,-3 1-105,-2 6-103,0 10-170,2 10 50,3 12-102,5 9-319,8 14-969,10 14-1939,6 16 3563,-11-11 1,0-1 0,1 5 0,-2-1 0</inkml:trace>
  <inkml:trace contextRef="#ctx0" brushRef="#br0" timeOffset="541">9252 3131 25343,'24'-42'89,"0"-1"1,0 2 0,-1 3 5,10-9-44,-7 5 5,-11 0 0,-3-3-40,-5 11 1,-2-2-340,3-13 1,-1-1 344,-4 13 1,-2 2 72,-5-19 170,-5 15-181,-5 16-39,1 11-73,4 9 22,4 9 17,0 16-27,1 16 10,1 25-129,1-23 0,2 2 138,3 4 0,2 1 19,2 1 1,4-1-24,3-3 0,5-3-19,4-5 1,4-4 24,4-6 1,4-4 5,2-5 1,2-5 12,2-4 0,0-4-234,0-5 1,-1-5 263,-1-3 0,-1-5 9,-1-6 1,-2-4 1,-2-7 1,-2-5-10,-1-7 1,-2-5-22,-3-8 1,-2-3-496,-8 16 1,-2-1 0,0-1 454,-1 0 0,-1 0 0,-1 0 3,0 3 1,-2 0-1,-1 1-187,2-12 1,-4 3 250,-3 9 0,-2 3 763,-9-16-592,-4 20 261,1 18-515,2 16 1767,3 22-1704,-1 28-34,4-10 0,2 4-171,-1 11 1,2 7 116,3-4 1,2 5-1,0-3-569,-1-16 1,0-1 0,3 1 306,1 2 0,1 3 0,3-1 0,1-2-2969,6 2 0,2-3 0,0-2 2090,2 11 1,-1-4 0,4-2 0,-5-9 0,-12-24 0</inkml:trace>
  <inkml:trace contextRef="#ctx0" brushRef="#br0" timeOffset="1250">10991 2785 17445,'-6'0'2711,"1"0"-369,5 0-2275,85-12-2881,-27 2 1,4-1 2813,-17 3 0,2 1 0,1-1 11,14-5 0,1 0 1,-10 1 667,-19 3 0,-4 1-601,19-6 1,-7-1 89,-20-2 787,-12-5-893,-29-1 251,-34-4 202,-4 5-373,-2 2 458,13 3 3079,20 6-3403,3-3-3,12 4-273,8 4-11,14 3 16,15 10-5,19 9-6,-14-2 1,0 4 2,9 11 1,-2 4-24,-7 0 1,-3 1-48,-1 0 1,-6 3-169,-8 1 0,-8 0-476,-5-7 0,-3 1-944,-2 6 1,-3 0 1660,-5 0 0,0-3 0,-4 3 0,2-8 0</inkml:trace>
  <inkml:trace contextRef="#ctx0" brushRef="#br0" timeOffset="2417">12112 2631 22811,'12'43'72,"0"0"1,0 0 0,0 6 0,0 1 0,-3-8 45,-3 13-368,-4-17 0,-1 1 430,-7 11 242,-4-10 4,-1-13 557,1-15-730,3-16-102,3-18-44,1-19-74,4-2-5,2 9 0,2-5-417,4-11 0,2-3 406,1 0 0,0-3-4,-2 14 0,1-2 0,0 3 4,2-6 0,0 4-1504,-1 5 1,-1 4 1498,6-13 21,8 5-10,-3 24-18,13 1-10,1 16-7,-6 6 1,18 24 6,-21 7 7,-9-7 1,-5 2-97,-12 1 0,-6 2 94,-7 3 0,-4-1-3,0-6 1,-4-1 18,-18 11 1,-3-2-14,12-17 0,-1-1 27,-12 6 1,1-3 121,-13-5 758,19-11-798,18-10 3192,14-2-3288,26-11-4,12 5-12,-4 2 0,3 1-6,4 4 0,0 0-249,6 1 1,0 1 240,-9 1 0,1 0-1678,22 2 1,-2 1 1551,6 0-38,-18 0 1,7 0 0,-5 0-161,-6-1 0,-1 0 251,16-1 0,-3-3 70,5-3 12,-2-22 22,-34 10 72,6-29-10,-24 18 49,-9-8-49,-3 17 706,-23 4-651,3 11 3140,-13 5-3252,8 13-11,9 3 616,3 16-280,11 4-126,3 22-64,14-7-56,13 5-94,15-18 91,8-10 83,1-10-9,-13-10-115,-2-12 200,-16-10-5,-1-11-45,-8-9-45,-7-5-128,-2-4-101,-1 0-65,3 6-42,2 7-122,5 9 110,5 6 226,11 5 290,13 4-26,9 3-144,11 5-92,-18 2 1,0 1 38,13 4-18,13 8-97,-31-4-136,-3 1-196,-9 12-46,-13-3 185,-4 12 55,-5-5 34,0 1 30,3-1-14,7-6-7,21 8 23,9-12 168,8 4-26,-9-14 0,1-4 77,12 0-70,-14-4 1,-2-2 141,6-10 86,-15-10-11,-12-10-150,-14-8-168,-11-7-65,-10-3-42,-3 1 16,-1 9-17,4 9-63,4 11 17,7 9 94,6 8 66,5 13-2725,10 23-1404,2-3 4148,12 15 1,-12-31-1,1-1 1</inkml:trace>
  <inkml:trace contextRef="#ctx0" brushRef="#br0" timeOffset="2775">14259 3114 26727,'-6'-61'166,"0"0"0,1 0 0,2 4-138,4 18 0,2 2-794,0-9 1,1 0 784,-1-4 1,0 0-12,0 1 1,0 2 2,-1 4 0,-1 2 257,0 8 1,-1 2-241,-4-15 288,-2 16-271,-1 13-12,1 9-31,0 19 829,3 2-840,-1 27 17,5 7-2,3-13 0,3 3-394,3 5 0,2 1 394,6 5 0,3 1-18,4 2 1,1 0-105,2 0 1,2-1-212,0-2 1,0-1-322,-2-3 0,-2-1-395,-2-6 1,-3 0-664,-4-7 0,-1-2 1706,4 12 0,-11-21 0,-4-12 0</inkml:trace>
  <inkml:trace contextRef="#ctx0" brushRef="#br0" timeOffset="2967">14181 2773 25634,'40'-30'52,"1"1"0,0-1 0,2-8 0,0 8-52,9 22 0,0 8-23,-18-2 1,-1 1-558,7 0 1,0 0-399,-4 1 1,-1 0 977,28 4 0,-30-3 0,-10 3 0</inkml:trace>
  <inkml:trace contextRef="#ctx0" brushRef="#br0" timeOffset="5459">3020 5114 20500,'-49'-1'670,"0"0"0,11 0 1,7 0-341,9-1-108,20-2-709,20-1 702,1 0-116,41-4-166,-25 6 0,1 0-599,14-1 0,2 1 542,2 1 1,0 1 10,-1 1 0,-3 2 14,-7 1 0,-3 5 392,16 14-692,-32 16-105,-39 14 172,-6-19 1,-7 0 389,-11 4 1,-6-1-429,12-11 1,-2 0-1,-1-1 502,-1 0 0,-2-1 0,0-1-35,-18 8 1,1-2 25,4-5 1,3-2-53,7-4 0,4-4 114,-14 4-532,26-10 318,25-9-461,29-12-62,30-9 409,-14 5 1,3-1 351,10-3 0,2-1-228,-18 7 0,1 0 1,-1-1 21,-1 0 1,-1 0 0,-1-1 32,11-7 1,-5-2 335,-10 3 1,-7-3-242,-10-3 1,-7-1-20,-6-10 163,-28-16 134,-8 23 229,-9-7 91,3 6-102,7 8-123,9 6-168,8 7-218,7 5-113,9 7 1044,11 10-1016,12 12-27,12 19-31,-16-12 0,0 2-495,1 6 1,-1 3-248,-2 3 0,-2 3 767,-2 8 0,-4-2 0,3 6 0,-8-4 0</inkml:trace>
  <inkml:trace contextRef="#ctx0" brushRef="#br0" timeOffset="6892">7352 5050 18828,'-5'-48'1189,"1"1"1,0 3 0,0 11-815,1 25-280,2 11 12,1 16-62,2 8-29,4 33-843,-5-26 0,1 2-336,-1 13 1,0 2 617,-2-2 1,-1-4 0,1 15 0,-3-26-1</inkml:trace>
  <inkml:trace contextRef="#ctx0" brushRef="#br0" timeOffset="7358">7260 4713 18902,'-39'-28'548,"0"0"1,0 0 0,-9-10 0,1 11-325,7 26 0,1 10-627,3 4 0,0 4 518,-11 9 0,0 9-54,8 4 1,1 7 0,3 2-1144,4 1 0,3 2 1,2 1 1084,-2 1 1,2 1 0,4 2-9,8-11 1,3 3 0,3 0 0,2-3 156,1 4 1,4-2-1,4 2-161,5-1 1,4 2 0,3-1 0,2-4-7,7 3 0,5-4 0,5-3-428,11 1 1,6-5 0,4-7 416,0-10 0,4-7 0,0-3 13,-10-5 0,1-1 1,1-3-1,-3 0 7,7-2 1,-2-1 0,3-5 31,3-3 1,4-4-1,-1-3 1,-4 0 32,-5-3 1,-4-2 0,2-2-3,0 0 1,3-3-1,-2-1 1,-5-2 27,-2-6 1,-5-2 0,-5 0-24,5-8 0,-8-3 5,-12 8 0,-5-2 0,-5-2 15,-7-5 0,-6-1 1,-1 2-50,3-12 1,-7-2-6,-6 16 0,-5-3 0,-3 0 0,-2 8-14,-15-5 0,-3 5-20,9 7 0,-1-1 1,-2 5-64,-5 7 0,-3 4 0,1 4-552,-14 1 1,-3 4-1681,11 3 1,-3 1 0,1 2 2300,6 2 0,1 3 0,4 0 0,-3 0 0,7 2 0,-6 2 0</inkml:trace>
  <inkml:trace contextRef="#ctx0" brushRef="#br0" timeOffset="8265">7299 5191 11586,'0'-11'3470,"-1"-32"0,-1-8-1722,1 7-1387,0-11 0,-1 0 546,0 11-120,0 11-435,-1 10-173,2 11-201,0 13 72,6 16 29,0 23-57,-1-10 0,0 4-19,-1 9 0,-1 2-343,-1 6 0,-1 0 343,-2 2 0,0-1 5,0-3 1,-1-1-7,0-6 1,-1-3 0,2-5 0,-1-2 8,-1 17 12,2-14 167,0-16 101,2-12-123,3-19 886,1-17-981,4-21-45,-5 16 0,0-2-297,-1-5 1,0-2 299,-2-1 0,0-1 11,-2 1 0,0 2 3,-1 3 0,-1 2 44,-6-22-5,1 16-28,3 17-78,3 15-29,1 8 40,2 16 598,5 13-598,2 21 5,-1-15 1,-1 1-295,0 6 1,0 1 299,-1 1 0,-1 0 0,-1-2 0,0-2 17,-1 24 33,-1-21 124,-1-20 23,-3-18-97,-4-19 1,-4-21 6,-3-22-63,8 23 1,1-3-129,2-2 1,1-2 97,1 2 0,2 0-11,2 4 0,2 3-37,5-18-89,5 20-219,2 20-1411,9 20 1753,12 23 0,-14-11 0,2 8 0</inkml:trace>
  <inkml:trace contextRef="#ctx0" brushRef="#br0" timeOffset="9059">9276 4924 16171,'-47'-5'1169,"0"1"0,0-1 0,-17-1 1,10-1-549,14-3-176,19 0-445,33-4-28,35-2-26,-4 7 1,4 2-1154,14-1 0,4 1 1149,-16 4 0,1 0 1,0 1-18,2 1 0,0 0 1,-2 2-123,-3 0 0,-1 2 1,-2 1 42,10 3 0,-5 3 95,-15 2 0,-8 4 9,-9 22 83,-46 10-306,-1-18 0,-7-1 357,-13 5 0,-3-1 115,13-10 1,0 0-1,0 0-102,0 0 0,0-1 1,1 0 16,-14 8 1,4 0-79,12-6 1,4 1 846,-2 11-799,41-11-11,35-13-62,-5-10 0,5-3-391,11-5 0,3-2 384,-14-1 0,2-1 0,-1-1 3,0-2 0,0-2 1,0-1 23,15-9 0,-3-3 19,-9-1 1,-5-2-6,-11 0 0,-5-3 145,-9 0 0,-6-2-142,-9 0 0,-5 0 38,-6 0 1,-5 2 44,-3 3 1,-4 2 78,-1 3 0,-2 3 339,-21-13 1179,7 12-1353,11 9-246,12 8-118,9 5 922,12 11-933,6 13 11,7 18-5,-3 17-114,-8-23 0,-3 2-35,-2 5 1,-4 0-379,-2 4 0,-2 0-1913,-3 2 0,-1-1 1795,1-5 0,0-4 1,-4 11-1,8-23 0</inkml:trace>
  <inkml:trace contextRef="#ctx0" brushRef="#br0" timeOffset="9880">12942 4840 9990,'-3'-2'2562,"-8"-28"1,0-8-1582,4 11 520,-7-21 0,0-2 72,7 18-553,-1-8-640,5 22-267,2 10 61,2 43-54,0-2 1,0 4-85,-1 14 0,1 5-563,-2-11 0,-1 2 0,0-2 524,-1 6 1,0 1-26,-1-7 0,-2 2 0,1-1-265,-3 9 1,1 2-88,0-6 1,0 2 0,1-3-357,-1 8 0,2-4-1551,-1-2 0,3-7-1954,2-3 3624,6-20 0,-3-16 1,2-4-1</inkml:trace>
  <inkml:trace contextRef="#ctx0" brushRef="#br0" timeOffset="10754">12754 4633 12565,'47'-9'106,"0"0"0,0 0 1,2 0-1,-1 0 1,-4 3 63,-4 4 1,0 1 224,12-2 1,7-2 0,-5 0-1883,-4 1 0,2-1 1572,-3 0 1,7 0-1,2-1 1,0 0-39,3 0 1,1 0 0,0-1-1,2 0-462,-9 2 0,0-1 0,2 0 1,-1 1-1,0-1 416,0 0 0,0 0 0,-1 0 0,2 0 0,3 0 2,0 0 1,4-1 0,2 0 0,-1 0 0,-4 1 0,-5 0-90,-3 0 0,-7 2 1,2-1-1,6-1 95,-4 1 1,6 0 0,4-1 0,3 0 0,0 0 0,-2 0-1,-2 1 1,-5 0-251,5 0 1,-4 0 0,-2 1 0,1 0 0,3-1 271,-2 0 0,3 1 0,1-1 1,2 0-1,-1 0 0,-1 1 1,-2 0-44,-1-1 1,0 1-1,-1 1 1,-1-1 0,-2 0-1,-1 1 87,13-1 1,-4 0 0,1 0 0,3 0 85,-7 0 0,3 1 1,2-1-1,-1 0 1,-1 1-1,-3 0-55,6 0 1,-3 0-1,-1 0 1,5 0-69,-9 0 0,4 0 1,2 0-1,0 1 0,-1-1 1,-2 0-14,0 1 1,-2 0 0,-1 0 0,0 0-1,0 0-14,0 1 1,-1-1-1,0 0 1,-1 1-1,1-1-54,-2 1 1,1 0 0,0 0 0,-2-1-1,-2 1 48,2 0 1,-4 1 0,1-1 0,1 0 164,4 0 0,2 0 0,-1 1 0,0-1-107,-4 1 0,-1-1 0,-1 1 0,1 0 4,-2 0 0,1-1 0,0 1 0,-1 0 6,2 0 0,1 0 0,-2 0 0,-3 0 41,20 0 1,-4 0-37,-7 2 1,-2 0-26,-7 0 0,-1 2-22,-6 0 0,-2 2-25,24 8 1136,-14 5-1159,-18-4 1850,-5 17-1794,-14-2 23,0 22-6,-8 6 1044,-4-22 0,0 1-1081,-2 4 1,0 1-6,-2 5 0,0 1-17,0 4 1,0 0 75,1 5 0,-1 0-79,1 3 1,0 1-1,0 1 1,-1-1 5,-2 1 0,0-3-3,2-13 0,-2-1 8,-8 15 1,-3-3 22,3-19 0,-3-3 0,-9 16 0,-4-1-8,0-14 0,-2-3-9,-5-3 0,-3-2-3,-6-2 1,-2-4-18,-7-2 1,-2-2-411,16-8 0,-1-1 1,-2-1 404,-3-1 1,-1-1 0,-2-2 3,-2 0 1,-2-1 0,-1-1 11,-4-1 0,-1 0 0,2 0 3,11-2 1,1 1 0,-5-1 9,7 0 1,-5 0 0,-1 1-1,0-1 1,2 0-493,2 0 0,1-1 0,1 1 0,-4 0 492,-5 0 1,-3-1 0,-2 1 0,0 0 0,2-1-11,7 1 1,1 0-1,0 0 1,0 0 0,0 0-247,-2 0 0,0 0 1,0 0-1,0 0 1,-1 0 242,-1 1 0,0-1 0,-1 0 0,0 0 1,0 1-1,-1-1 0,-1 1 0,0 0 1,0-1-1,0 1-6,-1 0 1,-1 0 0,0 0-1,1-1 1,-1 1 2,-1 0 0,0 0 0,0 0 0,0 0 0,0 0 11,0 0 0,0 0 0,0 0 0,-1 0 0,1 0-4,1 0 1,-1 0 0,1 0 0,-1 0 0,1 0 0,0 0 1,1-1 0,0 1 0,0 0 0,0 0-4,1 0 1,-1 0-1,1 0 1,0 0-1,1 0-10,0 0 1,0 1-1,0-1 1,1 1-1,-1-1 0,2 1 1,-1 0-1,1-1 1,0 1-1,0-1-123,1 1 0,0 0 0,0 0 0,0 0 0,1 0 128,1 0 0,0 0 0,0-1 0,1 1 0,-1 0 1,-10-1 0,0 1 0,0 0 0,1-1 0,2 0 0,1 1 0,-1-1 0,-1 0-99,7 0 1,-2 0-1,0 0 1,2-1 0,2 1 101,-9 0 1,4-1 0,-2 0-20,2 0 1,-2 0-1,1-1 1,6 0 111,-12-1 1,5-2-1199,13 2 1,-1-1 0,3 0 1101,-7-2 0,5 1 0,-5-2 0,28 3 0</inkml:trace>
  <inkml:trace contextRef="#ctx0" brushRef="#br0" timeOffset="11496">13357 5493 9408,'7'0'3719,"-1"0"-622,-6 0-1859,0 0 1428,24-68-1479,-18 25-840,4-9 1,-1-3-144,-12 18 1,-2 0-2140,-3-18 0,-2-1 1988,4 15 0,0 1 67,-3-20 1,1 1 454,5 23 1,1 2-369,-2-9 0,1 1-123,1-7-11,0 10-124,2 30 1,0 6 67,0 16 3392,0 16-3387,-2 22-14,1-17 1,-2 3-418,-1 5 1,0 3 416,0 4 1,-1 2-29,1 2 0,0 0-64,2 1 0,2-1-126,3-4 0,3-1-462,2-6 0,3-2-202,3-7 0,4-4-3158,23 13 4032,10-20 0,-22-13 0,-3-7 0</inkml:trace>
  <inkml:trace contextRef="#ctx0" brushRef="#br0" timeOffset="11847">13682 5234 22156,'-33'-25'31,"-1"-1"0,-14-10 2,61 52 29,10 0-6,8-5 6,6-5 61,10-16-62,-16 1 85,6-19 39,-24 1 117,-5-16-190,-10 12 157,-11-7 50,-7 18-16,-6 1-85,-1 7-117,3 8-68,2 13-16,5 12-6,2 14-11,6 11-16,7 7-40,12 5-101,8 1-45,-4-30 1,2-1-452,3-1 1,2-2-1283,3-3 0,1-2 1106,20 9 0,-14-14 0,-14-8 0</inkml:trace>
  <inkml:trace contextRef="#ctx0" brushRef="#br0" timeOffset="12220">14355 4993 20134,'-59'-22'817,"1"1"1,5 3 0,8 12-622,9 32-62,10 26-92,16-16 0,3 4-901,2 10 1,2 3 863,1 7 1,2 2-25,0-16 1,1 0-1,0 1-80,1 2 0,0 2 1,-1-1-704,1 3 0,0 1 1,-1-1-105,-1 2 1,0 1-1,-1-1-244,-1-3 0,0 0 0,-2-2 162,-1-4 1,-1-1-1,-1-4 1103,0-2 0,-2-5 315,-19 6-233,4-58 217,-7-24-50,16 5 0,3-4 96,2-8 1,2-3 107,2-6 1,3 0 36,3-1 1,3 1-52,0 3 0,3 1 96,3 4 0,1 3-549,2 4 0,4 2-73,9-4 0,2 4-39,-7 12 0,1 3-59,15-9 0,2 3-322,-8 13 1,1 3-186,9-4 0,1 3-1644,0 3 1,-1 3 2220,-5 4 0,-4 1 0,9 1 0,-20 3 0</inkml:trace>
  <inkml:trace contextRef="#ctx0" brushRef="#br0" timeOffset="12553">14611 5399 24906,'21'-37'119,"1"-1"1,-2 0-1,-1 0-72,-6 3 1,-3 0-17,1-4 1,-2-1-536,-1 0 1,-2 0 542,-1 2 0,-1 2 124,0-24 432,-3 20-354,-5 17 69,-4 14-298,0 10-12,-3 15 11,1 12-17,0 21 3,6-17 1,1 3-14,1 7 0,3 2-18,1 5 1,2 2-567,1 4 0,0 1 392,2-1 1,1-1-216,0-3 0,1-2-2565,3 0 0,1-3 849,5 9 1659,6-5 1,-18-40 0,1-2 0</inkml:trace>
  <inkml:trace contextRef="#ctx0" brushRef="#br0" timeOffset="12696">14708 5383 21187,'-28'-55'909,"-1"-1"0,2 8 1,10 8-832,21 18-112,14 8-190,17 1-3599,1 8 1,2 2 3822,-5 1 0,-2 1 0,29 1 0,-33 0 0</inkml:trace>
  <inkml:trace contextRef="#ctx0" brushRef="#br0" timeOffset="13154">15521 5160 16633,'6'-61'974,"0"-1"1,0 1 0,0 12-1,-1 2 1,-2 1-23,-3-12 1,-3 5-553,-1-9-67,0 20 0,1 3 275,-2-3-417,3 18-111,1 13-52,1 20 62,7 38-87,-3-14 0,0 5-697,2 18 1,0 6 689,-3-17 0,-1 2 1,0-2-14,0 15 0,-1 0-52,-3-8 0,0 3 0,-1-2-193,1-9 1,-1-1-1,1 0-741,-1 9 1,0 1 0,3-1 1002,2-1 0,3-1 0,-1-6 0,-2-4 0,1-4 0,13 22 0</inkml:trace>
  <inkml:trace contextRef="#ctx0" brushRef="#br0" timeOffset="14196">15979 5214 18898,'-4'-53'1051,"-1"-1"0,1 9 0,0 8 476,-3 11-1510,5 18 447,0 11-436,8 15-17,10 32-11,7 8-6,-7-18 1,1 0-4,-1-6 1,-1-1 119,1-2 0,0-1-127,14 17 16,-5-14 882,-6-16-776,-6-17-61,-1-18-17,0-20-17,-1-1-11,-2 4 0,1 0-106,4-12-96,-2 14 1,1 1-595,14-8-408,6 13-807,8 12-1293,6 13-382,4 12 1541,2 7 1137,-1 2 1109,-14-4 1770,5-2 1025,-23-8 162,4 0-1042,-17-11-795,-4-7-745,-4-3 1187,-9-14-1086,-1 7-129,-9-7-224,0 12-129,-4 8-78,3 7 29,-15 22-30,11 5-16,-8 21-5,15 0-6,10 1-7,18-2 18,11-7-5,15-8 28,7-13 38,3-14-10,-3-15 21,-4-14 7,-10-10 10,-10-4 40,-9 4-34,-7 9-27,-8 11-35,-3 10-27,-2 9-6,-8 19 17,6 3 22,-2 17-39,10-2-6,12 0 12,10-3-29,14-8 29,14-8 22,10-13-11,7-15-358,-31-1 0,-1-4 363,-1-5 1,-2-4-4,-2-3 1,-3-4 22,-3-3 0,-4-4-6,-2-6 1,-3-2-15,-4-6 0,-2-2-562,-1-4 1,-3-2 575,-2-2 1,-2 0 10,0 1 1,-1 2-396,-2 5 0,0 2 437,0 9 1,-1 2 106,-6-16-95,3 25 501,2 22-614,4 26 1106,2 27-1103,2-7 1,0 5-1,3 11 1,1 4-252,0-13 1,-1 2 0,1 2 219,0 3 1,0 2 0,0 1-64,0 2 1,0 0-1,1 2-1015,-1-9 1,1 1 0,0-1 0,0-3 588,0-2 1,-1-3 0,3 1 528,5 12 0,3 1 0,-2-12 0,0-5 0,10 11 0</inkml:trace>
  <inkml:trace contextRef="#ctx0" brushRef="#br0" timeOffset="14637">17960 5118 14230,'1'-48'1483,"-1"0"0,1 0 0,-2 4 1,-2 1-1,0 0-657,-2-18 1,-4 0-245,-1 18 0,-2 1 1,1 3-1515,1 4 1,-1 2 1049,-2-5 0,0 5 808,7 13-892,1 10 303,4 16-326,8 27-11,-1-3 0,2 5-617,3 13 1,0 4 606,-2-10 1,-1 3 0,0 2-334,-2 5 1,0 3 0,-2 1 278,0 3 1,-2 2 0,-2 0-130,-2 0 1,-2 1-1,-1-1-281,0-3 0,-1 0 0,0-3-1287,0-5 1,1-1 0,0-3 1760,0 9 0,2-6 0,1 7 0,4-31 0</inkml:trace>
  <inkml:trace contextRef="#ctx0" brushRef="#br0" timeOffset="15403">18276 5148 19277,'0'-9'1675,"-5"-24"0,-2-5-617,2 9-759,-3-9 1,1 3-70,4 19-202,1 8-11,8 15-12,4 11 1,5 16 16,-1 12-22,-5 9 11,-8 3 6,-9-6 17,-4-8 72,-3-12 135,2-13 33,1-13-71,1-16-69,3-16-16,3-16-29,5-14-343,4 23 0,1 0 310,1-2 0,1 0 39,3-6 1,0 1-35,4-12-11,-6 19 1,-1 4-6,2-2-28,3 0-34,1 10-11,10 9 22,-4 7-22,13 8 598,-8 9-609,6 12-1,-7 10 1,-11 20 39,-9-15 23,-18 19-18,-11-23 12,-13 6 11,-2-9 28,5-10 39,9-11-5,12-6 5,9-4-95,4-1-6,2 1 12,4 4-6,6 5 6,14 13-6,-4-5-17,13 12 22,-9-9-10,7 5 5,3-6 22,3-6-11,3-8-16,2-14-23,1-9 33,-4-12 35,-7-4-24,-10-3 63,-9 2 33,-7 5 5,-5 5 35,-4 7-18,-1 6-39,-1 4-67,2 3-67,1 3 5,1 5-5,0 9 17,1 8-51,0 9-95,2 6-202,2 1-576,4 2-1115,3-1-5182,0-3 7243,0-10 0,-5-11 0,-2-8 0</inkml:trace>
  <inkml:trace contextRef="#ctx0" brushRef="#br0" timeOffset="15569">18881 5009 20481,'-16'-46'894,"1"1"1,1 4-1,3 9-1034,3 14-341,5 10-366,9 15-1174,7 13 2021,9 18 0,-9-15 0,0 2 0</inkml:trace>
  <inkml:trace contextRef="#ctx0" brushRef="#br0" timeOffset="15970">19163 5080 16549,'0'-5'6274,"0"1"-4247,0 4-1943,-68-56-5677,24 60 5598,2-28 1,1 5 1408,-1 58-1408,23-6-1,3 8-5,14 4 23,16-13 864,4-6-803,16-15 84,-1-11 113,8-10 3469,-3-11-3173,-5-16-258,-13 4-184,-6 0 66,-11 9-77,-3 12-85,0 3-62,0 7-5,-3 12 28,-2 14 0,-3 17-22,-1 16-376,4-22 1,-2 1 335,-1 4 1,-1 2-85,-3 4 0,0 0-106,-2 1 0,0 0-87,1-3 1,1-2-273,2-6 0,1-4-8362,0 12 8973,5-26 0,3-11 0,1-9 0</inkml:trace>
  <inkml:trace contextRef="#ctx0" brushRef="#br0" timeOffset="16562">19319 4918 14426,'3'-7'7119,"-2"1"-5035,-1 6-1541,0 0-448,9-15-72,-9 25 33,1 28-34,-7 7-5,0-1 0,0 3 5,2-8 1,0 0-1694,0-1 0,0-1 1688,0-2 0,0-3 156,-1 13 342,2-28-167,0 0 195,2-20-375,4-13-39,5-13 22,11-26-39,2 4 3336,1 1-3336,0 14-22,-7 15-23,4 0-50,1 9-17,-3 10 0,0 4-28,0 11 6,5 13 27,0 2 23,5 8-33,-9-14 55,7 1-16,-14-15 83,15-5-72,-15-10 56,16-26-40,-11-3-36,-5 6 1,-1-2-327,0-15 326,-6 13 0,-2 1 37,0-19-64,0 18 0,-2 2 81,-1-10-18,-2 10-38,0 23-1,-2 6-11,-1 7 259,-1 7-326,1 10-11,7 11-6,5-1-115,7-2 1,3 1-222,13 19-39,-7-15 0,0 0-673,12 20-1382,-11-9 2503,-14-9 0,-6-17 0,-6-8 0</inkml:trace>
  <inkml:trace contextRef="#ctx0" brushRef="#br0" timeOffset="16720">19557 5034 25668,'20'-44'30,"0"-1"0,0 5 0,4 11-394,22 27-1793,4 8 2157,-7 3 0,-17-1 0,-13-3 0</inkml:trace>
  <inkml:trace contextRef="#ctx0" brushRef="#br0" timeOffset="18474">15274 7258 14936,'10'-50'1402,"0"-1"1,1 1-1,-1-1 1,1-11-1,1 3-1158,2-1 0,-2 10 434,-6 21-365,-2 9-257,1 5-16,0 19 10,2 19 23,1 22-37,-4-12 1,-1 4-427,-1 6 0,0 3 401,-2 5 0,0 0-8,-2 2 0,0-1-3,0-2 0,0-2 8,0-7 1,0-2 19,0 19 190,2-25 85,-1-22-147,-2-24-32,-3-22 4,-1-23-66,1 2 47,2 2 0,1 1 347,1-7-398,2 16 0,2-6 0,0 6-375,3 6 0,1 3 354,2-14 0,2 2-9,12-5-56,4 19 5,2 16-5,7 18 11,5 17 17,8 21-299,-22-12 0,-1 3 285,2 5 0,0 3-17,-1 1 1,1 0-4,-2-1 0,1-1 26,-1-5 0,0-3 369,21 13-300,-7-20 34,-12-20-27,-8-24-6,-7-21-29,-9 11 1,-1-3-20,0-4 0,-1-1 28,-1-3 0,0 1-17,0 9 0,0 0-179,3-11 0,2 2 154,5-6-23,6-8 339,16 21-529,-3 24-234,19 8-376,-2 23 36,-20-1 0,-2 3-1009,1 5 0,-1 3 1796,2 5 0,-2-1 0,3 6 0,-4-5 0</inkml:trace>
  <inkml:trace contextRef="#ctx0" brushRef="#br0" timeOffset="18834">16676 6970 12948,'0'-4'8015,"1"1"-4873,-1 3-3064,-31-52-44,14 51-12,-23-30-10,26 69 4,7 7 7,12 2 10,9-5 12,13-9 11,9-10 45,4-10 61,3-12 146,0-20-196,-16 1 124,-5-22-23,-19 5-6,-10-10-11,-10 0-11,-11 6-45,-5 7-73,2 10-61,5 9-45,8 8-62,9 12-140,5 10-353,7 14-560,10 11-935,13 7-288,-8-23 0,2 0-1740,5-1 0,1-2 3313,24 15 1,-17-18-1,-13-10 1</inkml:trace>
  <inkml:trace contextRef="#ctx0" brushRef="#br0" timeOffset="19566">17246 7105 20556,'20'-39'816,"1"0"1,0 0-1,8-15 1,-11 6-257,-28 5 258,-12 9-477,-30 10-268,12 11-26,6 12 1,-1 5-3,-13 13-40,20-2 1,0 3-17,-17 26-212,14 8 207,14 1 166,18-3-162,33-6 18,-3-19 13,1-14 1,3-6 3,17-15-88,-20 0 1,-1-3 98,-2-6 0,-3-5 2,-4-3 0,-4-3 3,-2-4 1,-4-1 7,-3-5 1,-3 0-293,-2-2 1,0 0 319,-2 0 1,0 2 11,0 3 0,0 3 393,1-18-317,-1 19-130,-1 17-66,-3 15 397,-2 18-386,-1 19-34,0 21 0,4-20 0,1 2-125,3 4 0,3 1-153,1 4 1,2 0-233,4 1 1,3-1-253,2-3 0,4-1-311,2-6 1,4-4-357,4-8 1,2-4 95,3-8 0,1-5 879,1-8 1,0-6 836,-1-4 1,-2-4 262,-3-6 1,-2-3 532,-5-2 0,-3-1-12,-5-2 1,-4-1 647,3-24-437,-11 7-404,-12 10-318,-8 12 515,-14 11-1059,6 8 447,-8 10-470,16 6-5,3 8-17,8 5-33,13 1 39,10-1-12,14-7 12,9-7 22,5-12 1,-2-12 32,-8-12-21,-10-11 22,-11-8 22,-9-2-11,-8 2 50,-7 4-22,-4 9 23,-7 10 16,-3 10-112,-2 10-39,-3 15 6,3 15-32,13 1 1,2 3-14,-2 16-65,10-6 1,3 2-659,4-10 1,4 0 240,3 11 1,3 1-760,4 3 0,3-1 1280,7 8 0,-1-4 0,-13-22 0,-1-3 0,1-1 0,0 1 0</inkml:trace>
  <inkml:trace contextRef="#ctx0" brushRef="#br0" timeOffset="19890">15627 8003 14051,'-44'9'1462,"0"-1"0,0 1 0,-14 4 0,15-5-533,34-9-514,28-8 21,32-8-302,-9 6 1,8-2 0,1 0-1513,5 1 0,3-1 0,0 1 1388,-11 2 0,0 0 0,1 0 0,2 1-1,8-1 1,1 0 0,2 1 0,-2 0-23,-6 2 0,0 1 1,-1 0-1,4-1-48,-4 1 1,2 0-1,1 0 1,2 1-1,0 0-516,-5 1 1,1 0 0,1 1-1,0 1 1,-2-1 0,-1 1 576,3 0 0,-2 1 0,0 0 0,-3 0 0,-1 0 0,18 0 0,-4 1 0,-6 0 0,-10 1 0,1 1 0</inkml:trace>
  <inkml:trace contextRef="#ctx0" brushRef="#br0" timeOffset="20150">16128 8268 17880,'-61'15'644,"0"-1"0,11-3 0,10-1 1519,14 1-1105,41-8-453,37-8-409,10 0-1076,-3-3 1,6-2 937,-22 3 0,2 1 0,3-1-12,7-1 0,5-1 0,2 0 1,-2 0-25,-5 1 0,-2 1 1,1-1-1,1 0-419,-4 1 1,2-1 0,0 1-1,-2 0 1,-3 0 405,7-1 0,-3 1 1,0-1-1,7 0 0,2 1 1,-2-1-452,-9 1 0,-1 0 0,-3 1 408,14-2 1,-2 0-576,7-2 0,-10 0 609,-25 1 0,3 1 0,-30 5 0</inkml:trace>
  <inkml:trace contextRef="#ctx0" brushRef="#br0" timeOffset="23608">12426 3402 17843,'-9'0'-1865,"2"0"1613,7 0 308,0 0 118,69 10-68,-27-13 0,5-3-782,7 4 1,8 1 0,1-3 690,-14-1 0,1-3 1,1-1-1,1 1-503,5 0 0,2 0 1,1 0-1,0 0 480,-9 2 0,0-1 0,0 1 1,1 0-1,-1 0-382,0 0 1,1 0 0,-1 1 0,0-1 0,0 1 382,9-1 0,-1 0 0,-1 0 0,-1 1 5,-6 0 1,-1 0 0,-2 1-1,-3 0-36,0-1 1,-3 1 0,-2 1-271,14-2 0,-11 2 568,-20 1-1105,-29 10 100,-24 0 0,-11 0 140,-18 5 0,-4 0 985,6-1 0,-3-1-417,8-2 1,-5 0-1,-1 1 1,3-2 176,-4 1 1,3-1 0,-5 0-70,11 0 1,-3-1 0,-3 1-1,1 0 1,1 0 54,-8 0 0,2 0 0,0 0 0,-1 0 5,9-1 0,0 0 0,-1 0 1,1 0-1,2 0-42,-3 0 1,3-1 0,-1 0-1,-5 2 194,-1-1 1,-5 2 0,-3 0 0,0 0 0,4-1 0,8 0-146,-4-1 0,7 0 0,-5 1-28,-2-1 0,-7 2 0,-3 0 0,6 0 0,11-2-70,0-1 1,8 0-30,-3 0 1,13-2 44,27-4 16,28-5 1,21-3-12,-1 1 1,7-1 0,4-1-301,-2 1 0,3-1 0,2 0 0,2 0 269,-3 1 0,1-1 1,1 1-1,1 0 1,1-1-72,-6 2 0,1 0 0,1 0 0,0 0 0,1 0 0,-1 0 57,3 0 1,-1-1 0,1 1 0,0 0 0,-1 1 0,1-1 5,-2 0 0,-1 1 1,1-1-1,-1 1 1,0 0-1,-1 0 10,7-1 1,0 0-1,-2 1 1,0-1 0,-2 1 7,7-1 1,-1 0 0,-2 0-1,-1 0-141,-9 2 1,-2-1-1,-1 1 1,-1 0 100,4-1 0,-2 2 0,-4-1-146,8 1 1,-7 0-130,6 1 63,-55 10-164,-58 6 234,23-6 0,-6 1 1,-2 0 33,-13 2 1,-5 0 0,-2 0 69,9 0 0,-3-1 1,-1 1-1,-1 0 50,8-1 0,-2 1 1,0-1-1,-1 1 1,0 0 15,-2 0 0,-1 1 0,-1 1 0,1-1 1,-1 1 51,1 0 1,-1 0-1,0 0 1,0 1-1,1-1-27,2 1 1,1-1 0,0 0 0,1 0 0,1 1 14,-8 0 1,2 1 0,1 0-1,2-1 29,-7 2 0,3-2 1,3 0 470,-8 2 0,8-1-171,21-6 1,6-2 308,9-1-45,46-13-261,6-1 1,6-2-57,19-5 1,5-2 43,-9 4 1,3-1 0,1 0-330,-8 3 0,1-1 0,2 1 0,-1 0 148,4-1 1,0 0 0,1 0 0,0 1-199,-1 0 1,1 0 0,0 1 0,1 0-107,7-1 1,2 1-1,-2 0 1,-4 2-82,-2-1 1,-5 2 0,2 0-1478,-3 2 0,2 0 0,-2 1 0,-6 2 1313,3 0 1,-5 2-1,-3 0 1,-5 0 0,3 1-1</inkml:trace>
  <inkml:trace contextRef="#ctx0" brushRef="#br0" timeOffset="24774">20555 4944 19059,'39'-41'-68,"0"1"1,0 0 0,2 1-1,2 2 1,2 7-111,-2 10 1,2 6 0,0 0-1100,5-1 0,0 1 1,1 0 956,-1 2 1,1 0 0,-1 1-303,-4 1 0,-1 1 0,-2 2-2261,10-2 0,-5 2 2883,14-1 0,-34 6 0,-19 2 0</inkml:trace>
  <inkml:trace contextRef="#ctx0" brushRef="#br0" timeOffset="25167">20737 4928 5010,'-52'28'1717,"0"1"1,8-3 0,4-4 1965,3-1-2378,19-10 197,21-13-1317,26-14-143,-2 3 1,5-2-41,14-5 1,5-1-330,-10 6 1,2-1 0,2 0 328,4 0 0,2-1 0,0 1-1,1 1 1,1-1 0,-1 1 7,-1 0 1,-1 1-1,-1 0 186,-5 2 0,-1-1 0,-2 1-156,9-4 0,-3 0 14,-14 1 1,-5-2 41,3-16-45,-32-7 12,-22-7 27,3 20 1,-4 0-28,-1-2 1,-1 1 289,1 1 1,1 1 409,-15-19 1323,13 13-1659,11 10 709,9 8-1045,3 8-74,8 4 1,4 10 396,10 14-413,5 20-14,-11-13 0,-1 3-294,-1 5 0,-1 2 294,-3 3 0,-1 1-68,-2 0 1,-1 2-185,-2-2 0,0 0-644,-1 0 0,0-1 910,1 1 0,0-4 0,-1 6 0,2-10 0</inkml:trace>
  <inkml:trace contextRef="#ctx0" brushRef="#br0" timeOffset="26507">22371 4498 10517,'-4'0'9830,"1"0"-7186,3 0-1849,-40-76-741,30 43 91,-10-13 1,3 3 138,21 21-307,3 10 46,-2 11-34,2 13 33,0 15-16,0 18-1,-4-8 1,-1 2-4,-3-5 1,-2 0 114,1 0 0,-1-2-112,-13 20 51,1-22 51,-2 0 72,1-15-17,3-18-83,4-16 45,3-18-1,3-18-109,5 18 0,3-2-594,5-19 1,2-3 590,2 7 0,2 0 4,-3 12 0,1 0 0,0 3-13,0 4 1,0 3-33,3 0 0,-1 5-37,8-5-80,17 3 47,-5 16-57,16 27 90,-22 2 33,0 15 1136,-20 6-1136,-16 20 57,-14 3-848,1-25 0,-4-4 836,-20 7-172,13-19 1,-3-3 205,-19 2 11,17-10 0,0-1-17,-8 0 21,5-5-77,30-3-5,3 1 22,14 4 5,29 9-5,18 3 396,-12-4 1,3 0-406,3-1 1,0-1-4,-9-2 1,0 0-9,7 0 1,1 0-40,-3-4 1,-2-1 16,-8 0 0,1 0-104,17-6 1,-1-4-51,0-8 171,-21 5 0,-1-3-107,11-19 132,-15 2 101,2-16 22,-11 11-45,-7 3 864,-9 10-836,-5 9 435,-5-1-546,-5 8 63,-6 12-69,-2 11 0,3 4 5,1 14-10,11 5 4,9 2 12,13 6 17,15-14 6,10-9-18,-5-11 62,23-13-22,-29-7 123,21-23-95,-36 1-39,-4-16-29,-17 14 18,-28-12-18,8 20 18,-8 1 0,-2 0-12,3 6-3,1 2 1,3 2-15,12 5-28,-3-1 6,32 7 5,15-1 12,27 0 5,-18-1 1,2 1-261,4-1 0,-1 1 271,-7-1 1,0 0-9,1 0 0,1 1-3,-3 0 1,-1 0 5,13 0-11,9 3-6,-40 1 6,0 0 0,-7 3 16,-3 0-16,-2 8 532,1 6-510,0 9-16,6 6 10,6 3-10,11 0 10,9-4 18,9-6 22,3-9 6,-12-8 128,6-13-39,-18-12 0,6-12-39,-15-11-29,-9-9-27,-13-6-17,-11-4 0,-13 3-11,1 15 0,6 16 0,-2 2-51,-9 2-84,-12-2 12,23 15-600,0 22-694,16 9-3294,-2 24 4040,13-4 1,0-14 0,3-13 0</inkml:trace>
  <inkml:trace contextRef="#ctx0" brushRef="#br0" timeOffset="26857">24406 4420 19798,'0'-5'3786,"0"0"-3327,-13-31 1,-6-11 189,2-9-1654,4 15 1,-2-7-1,3 6 1072,5 8 1,2 0 66,1-23 1,2-3-34,1 16 1,1 1-24,1-20 1,1 0 16,0 16 0,0 3 6,-1 5 0,0 3 767,-1-20-818,-5 19-27,-1 17-40,-2 12 1702,3 10-1696,-9 26 0,4 16 2,3-7 1,2 3 140,3 3 0,4 2-160,4 4 0,4 0-525,3 2 1,5 1 484,5-2 1,2 0-34,3-1 1,3-1-57,0-4 0,1-2-151,-2-5 0,0-3-1161,-2-2 0,0-3-3248,10 4-951,-11-11 5668,-12-25 0,-10 2 0,-1-5 0</inkml:trace>
  <inkml:trace contextRef="#ctx0" brushRef="#br0" timeOffset="27033">24299 3986 24368,'17'-41'-191,"0"-1"1,15 3 0,7 12-48,-3 22 0,2 6-1832,19 0 1,0 1 2069,-16 3 0,-3 0 0,17 2 0,-9 1 0</inkml:trace>
  <inkml:trace contextRef="#ctx0" brushRef="#br0" timeOffset="27384">22342 5144 19288,'-40'12'2033,"0"0"1,-13 1-1866,90-28-115,3 1 0,6-2-1378,0 3 0,5-1 0,3 0 1344,-4 1 1,3 1 0,2 0-1,1 0-390,-5 2 1,1 0 0,2 0 0,0 0 0,0 1 380,4-1 0,1 0 0,0 0 1,0 0-1,0 1 4,0-1 1,0 1-1,0 0 1,0 0 0,0 0-91,-3 1 0,0-1 0,-1 0 1,0 1-1,-1 0 91,8-2 1,0 1-1,-2 0 1,-1 0-215,-7 1 0,-1 1 1,-1-1-1,-2 1 174,6-1 1,-2 0 0,-3 1 249,9-1 0,-6 0-777,-18 3 1,-5 1 301,-7 1-4293,-52 13 4543,-14 1 0,-4 1 0,-8 3 0,19-6 0,0 0 0</inkml:trace>
  <inkml:trace contextRef="#ctx0" brushRef="#br0" timeOffset="27641">22578 5205 9582,'-41'13'1481,"1"0"0,-1 0 1,-11 3-1,5-1-322,13-4 1,5-3 616,-2-1-1037,32-15-173,37-12-225,0 5 1,8 0-1,-1 0-1428,9-3 1,4 1 1266,-7 3 1,7 0 0,2 0 0,-2 2-584,-9 3 0,-2 1 0,1 1 0,2-1 488,-2 0 0,3 0 0,0 0 1,1 0-1,-1 0 4,11-1 1,0 0 0,-1 1-1,-1-1-245,-3 1 0,-2 0 0,0 0 1,-2 1 267,9-3 0,-1 1 0,-3-1-76,-8 1 0,-2 1 1,0-1 92,-3-1 0,-1-1 0,-3 2-87,-1-1 0,-2 0 11,3-3 0,-4 0 1029,-7-2-1144,-1-3 2128,-15 2-6401,-8-1 3952,-9 4 0,1 4 1,-2 5-1</inkml:trace>
  <inkml:trace contextRef="#ctx0" brushRef="#br0" timeOffset="82758">10360 9300 15956,'1'-62'1074,"0"0"1,0 0-1,0 0 1,0 11 0,0-1-1,0 4 1,0 7-829,-1-1 1,0 8 542,0-6-464,0 28-353,0 6-11,-4 23 89,-8 24-1724,0 6 1,-2 4 1678,4-12 1,0 2-23,-1 4 0,0 4 1,2-1-325,-1 7 0,2 2-800,1 3 0,1 4 0,2-1-2136,1-12 0,1-1 0,0-1 2539,1-1 1,1-1 0,0-5 0,4 17-1,-1-43 1</inkml:trace>
  <inkml:trace contextRef="#ctx0" brushRef="#br0" timeOffset="83142">10547 8689 14677,'-45'-29'995,"0"-1"1,-1 0 0,4 4 0,-1 2 0,0 8-495,-17 11 0,3 9-636,17 1 0,1 4 286,-16 15 1,2 8-40,18 1 0,3 7-51,-1 7 1,-1 5 0,3-1-417,8-13 1,3-2 0,-1 6 362,3 2 1,0 6 0,0 3 0,2 0 0,3-4-397,1 10 0,5-2 0,0 1 379,-1-6 1,-1 1-1,2 0 1,5-1-45,5 14 1,5-2 0,7-5 9,1-17 0,5-4 0,3-1-58,7 5 1,4-1-1,7-6 42,0-12 0,6-4 1,3-4-1,-2-4 18,11 0 0,1-5 0,4-6-291,-14-3 1,5-4-1,0-2 1,-2-1-1,-5-1 358,5-2 0,-6-1 1,2-5 20,-2-2 1,2-4 0,-2-1-1,-7-2-281,-7-2 0,-5-1 1,-1-1 272,2 0 0,-2 0 1,-1-4 19,0-11 1,-2-4 0,-4 0 119,-5 4 1,-4 1 0,0-3-141,-2 4 0,0-3 0,-1 0 0,-2 1 24,0-16 1,-2 1 0,-5 0 7,-2 5 0,-4 1 0,-11 3-56,-11 9 0,-9 2 1,-6 2-1,0 6-161,-9 2 1,-2 6-1,-4 3-243,6 3 0,-3 1 0,0 3 0,2 6-375,-5 7 0,2 6 1,2 1 762,6 1 0,3 1 0,3 0 0,5-1 0,3 0 0,0 1 0,0 0 0</inkml:trace>
  <inkml:trace contextRef="#ctx0" brushRef="#br0" timeOffset="84583">9696 9932 11846,'25'-38'855,"1"-1"0,-3 3 0,-6 11 1847,-15 23-2714,-2 2 1219,-3 6-967,-5 9 85,-12 17-162,2-7 0,-2 3-99,-8 9 1,-3 2 33,-7 8 0,-3 2 152,10-11 1,-1 0 0,0 1-214,-2 3 1,-1 1-1,0-1-583,0 2 0,0-1 0,0 0 542,1-1 1,1-1-1,1 0-69,2-4 0,1 0 1,2-2-776,-9 13 0,3-3-2583,7-7 1,2-1 3430,-7 16 0,16-24 0,9-16 0</inkml:trace>
  <inkml:trace contextRef="#ctx0" brushRef="#br0" timeOffset="85150">10614 9781 23108,'38'-9'280,"18"12"-258,-13 14 1,3 4-1356,8 2 1,2 1 1330,-16-7 0,1 1 0,1 0-73,0 1 0,1-1 1,0 1-296,-2-1 1,1 0-1,-2 1-2053,17 9 1,-3-1 2422,-10-3 0,-5-1 0,8 5 0,-26-11 0</inkml:trace>
  <inkml:trace contextRef="#ctx0" brushRef="#br0" timeOffset="86183">8036 11630 16062,'0'-6'3652,"0"2"-672,0 4-2874,-3-3-39,2 31-16,-4 29-46,2 3-1085,-3-5 0,-3-2 1086,-3-7 2,1-7 0,-2-2 155,-2-5 503,3-7-257,4-13 162,5-19-408,-4-12-7,-1-18-49,0-19-60,8 15 1,3-1-20,3-18 20,8 11 0,5 2-9,13 1-125,-13 18 1,1 2 91,22-7 2067,-7 19-2096,9 4-3329,12 23 3341,-19 1-134,-10 4 1,0 3 26,6 18 72,-13-15 1,-1 2-196,1 5 1,-2 0 66,5 8-386,8 10 403,-17-36-9,13 4 160,7-36 73,4-10 0,-12 4 1,-1-2 1200,-5-1 0,-1 0-1144,11-18 486,-8-4-17,-11 13-380,-3 7 291,-4 5-515,-5 19-359,1 2 314,-2 18 1032,5 7-964,10 26-18,5-5 0,9 7 6,-7-21-22,6 1 5,-4-13 45,-4-3 252,3-8-117,-8-19-40,7-14-72,-5-4 52,-2 0 1,-1-1 81,3-14-90,-6 14 0,0 0 79,-1-8-101,-4 13 100,-3 5-117,-1 15-101,0 0-2274,0 7-2626,8 15 4945,0-3 0,2 5 0,-4-8 0</inkml:trace>
  <inkml:trace contextRef="#ctx0" brushRef="#br0" timeOffset="87123">9189 11715 12068,'-2'4'6721,"0"-1"-4223,2-3-2055,0 5 224,1-4 39,0 5 559,3-5-806,-2-1 365,0-1-337,4-8-324,6-9-79,8-15-6,2-13-39,-10 16 1,-1-1 4,4-21 12,-6 6 0,-3-2-17,-2 16 1,-2 1 10,2-13 1,-1 1 77,-2-8 7,-5 17-23,0 16-90,-2 11-106,2 5-28,0 10 101,-3 12 22,-2 20-33,-1 19 22,6-23 0,1 0-209,0 3 1,3 0 205,2-1 1,2 0-10,2-2 1,3-1-3,3-3 0,2-3 9,20 19-65,9-14 65,6-15 38,4-14-11,-19-14 1,-1-3 0,12-8-1,-13-4 0,-4-5 40,4-24-480,-13 15 0,-2-4 435,-2-7 0,-3-3-570,-1-7 0,-1-3 558,-4 19 1,-1 0 0,0 0 19,0-19 0,-1 3 25,-3 8 1,-2 5 144,-3 10 0,-3 5-72,-12-9-23,-4 20-77,-2 16-29,6 19-11,4 6 34,4 32-20,8-20 1,1 3-118,0 15 0,2 3 97,2 8 1,4 1-86,-1-20 0,1 0 1,2-1-255,8 19 1,4-3-723,5-5 0,4-2 1084,7-1 0,0-6 0,-15-18 0,0-3 0,19 16 0</inkml:trace>
  <inkml:trace contextRef="#ctx0" brushRef="#br0" timeOffset="88040">11711 11001 18644,'-15'-45'1902,"0"0"1,-1 0-1,1 7-1045,0 14-363,1 0-282,5 13-307,5 6-28,3 11 140,4 12-17,3 21-6,2 17 0,-3-22 1,1 1-307,-2 1 0,0-1 312,0-1 0,0-2 6,2 21 10,-2-17 214,-1-17 565,-1-18-644,-2-9-89,1-25-17,1-16-31,1 15 0,1-2 148,2-4 0,3 0-142,1 1 0,3 1-23,0 5 0,2 2-19,13-15-18,-4 16-32,0 16-12,2 9-68,7 14-105,6 9-152,4 14-325,0 9-325,0 5 334,-16-19 0,0-1 417,11 7 109,-11-14 0,0-3 31,6-8 263,4-5 687,-4-23-273,-11-7-223,-5-7 341,-6-3 23,-5 9-23,-1-2-145,-3 10-454,-1 9-146,-1 8-66,-1 12 184,1 11 0,-1 14 11,8 17-17,1-15 1,17 8 16,6-26 0,14-2 28,6-13 90,-21-13 0,-1-4-34,5-4 101,0-28-106,-28 23 279,-3-39-307,-4 33 83,-5-29-61,0 34-56,-1-2-33,3 11-85,1 4-347,3 9-823,3 5-857,8 9 134,2 4 1983,14 18 0,-16-20 0,5 7 0</inkml:trace>
  <inkml:trace contextRef="#ctx0" brushRef="#br0" timeOffset="88584">13008 10889 25881,'17'-14'761,"0"-4"-637,2-24-74,-6 6 17,2-25-500,-5 3 463,-4 15 1,0 0-564,-3 9 1,0 3 638,2-23 503,-9 24-441,-2 15-45,-4 1-213,1 9 253,2 7-213,-3 19 50,3 0 5,-8 33-13,10-17 0,1 1 10,1 2 1,2 1-9,5 6 1,4-1 215,5-11 1,3-3-222,17 14 0,-7-24 0,4-5-186,27 1 197,-10-13 0,2-5 6,-6-6 0,0-6-865,8-7 1,-2-5 866,-17 3 0,-3-4 9,6-11 0,-2-7 7,-12 6 0,-2-4 1,-1-1-24,1-3 1,-1-1 0,0-1 2,-2 1 0,0-1 0,-3-1 25,0-6 1,-2-2 0,-2 7-8,-3 11 1,-1 1 33,3-24 0,-3 3-2456,-16-3 2445,4 15 385,-17 7-436,12 34 107,-6 17-90,6 11-34,0 22 1,0 9 2,3-3 1,0 2 167,2-12 0,-1 3 0,2 2-183,1 1 0,1 3 0,1 0 0,2-3 327,2-1 0,2-3 1,0 1-523,-1 10 1,0 1-1,5-2-945,7-8 1,3-1 0,2-6 763,4 2 0,1-5 1,-2-3-1,-2-3 1,7 2-1</inkml:trace>
  <inkml:trace contextRef="#ctx0" brushRef="#br0" timeOffset="89566">11623 8809 22313,'43'-44'57,"0"0"1,-12 14-1,0 1 1,2 2-25,18-7 1,1 2-1289,1-3 1,-1-1 1284,-4 1 1,-2 0 3,-7 3 0,-3 1 51,-9 5 1,-4 1 87,2-12 477,-30 12-599,-25 10 5,-21 7-12,5 4 113,11 4 0,2 0 235,-5-2 56,-7 1-90,28-1 1107,10 0-1404,5 2 689,2 0-716,6 3-23,5 5 6,13 6-23,22 12 12,-10-5-159,-5-3 1,1 1 141,18 12 11,-18-9 0,0 2-28,-1 0 0,-1 2-84,-3 1 0,-4-1-207,9 17-1222,-19-12 1,-3 1 1540,-3 13 0,-1-4 0,-6-18 0</inkml:trace>
  <inkml:trace contextRef="#ctx0" brushRef="#br0" timeOffset="90674">12661 8231 16913,'0'-4'6402,"0"0"-4957,0 4-1198,15 59-79,2-10-597,-2 1 1,2 2 450,-2-15 0,1-2-2,-3-1 0,0-2 315,7 21-223,-9-13 162,-8-15 101,-8-11-162,-7-16-146,0-7 40,-16-36-68,8-7-42,6 10 0,1-5 6,2 1 0,4-2 5,1-2 1,2-1-1,1 2 1,1 1-9,3 3 0,1 3 11,2-17-9,0 24 1,1 2-3,3-5-5,7-11-1,2 22 17,7 9-27,4 9 756,6 12-751,0 14-34,-4 14 40,-11 17-1,-15 11 0,-11-24 1,-5 0 2,-5 1 0,-4 0-267,-3-2 1,-3-2 291,1-4 0,0-2 18,-18 11-12,15-15-6,14-13-50,10-5 17,8-4 22,9-2 518,14 0-535,18-3-5,15-3 22,-24 4 0,1-1-310,3 0 1,1 0 245,0-1 0,1-1-6,-1 0 0,-1-2 3,-3-1 0,-1-2 25,-5-1 1,-3-1 52,17-18-5,-15 0 22,-12 1-5,-9 6 5,-13 6-5,-5 7 523,-7 7-557,-1 5 11,-1 9-5,1 9-12,2 11-16,5 6 33,4 4-5,8-1-1,9-2 18,7-5-23,9-8 0,5-9-34,0-8 34,-3-13 56,-8-8-22,-9-11-1,-8-9 1,-12-5-12,-4 0 6,-4 2-28,4 6 23,6 5 16,7 8-33,4 6 5,19 2 6,5 7-17,18 1 5,-1 9 1,-2 3-23,-9 8-22,-10 4 33,-11 3 45,-6 2-27,-6 2 10,0 7-11,2-12-11,7 7-5,11-14-18,13 1 23,11-8-17,9-9 40,0-10 50,-6-8 16,-16-11 18,-15-7-18,-24-7-5,-19 0 51,-19 3 16,-10 10-274,-1 10 173,8 9-50,13 7 0,15 2-28,11 7-62,8 4-257,11 9-728,8 7-1216,17 6-2625,-6-12 1,0 0 2749,10 4 1,0-2-1,-31-17 1</inkml:trace>
  <inkml:trace contextRef="#ctx0" brushRef="#br0" timeOffset="91007">14182 8254 17456,'8'2'4537,"-1"0"-2509,-7-2 644,0 0-2364,-26-69-129,16 30-408,-5-9 1,0-4 328,8-9-1603,1 15 0,1 0 1517,1 13 0,0 1 33,-3-15 1,0 3 131,-2 2-5,-5 0-23,2 17-78,1 14 217,4 7-301,1 7 3397,1 10-3397,2 11-6,0 19 12,10 17-12,6-14 0,3 0-490,-4-12 1,2 0 472,14 15 0,2-1-72,-5-17 0,0 0-146,7 5 0,2 2-488,1 3 1,0-2-74,-9-10 1,-2-1-363,16 19-2421,-20-24 3596,-12-19 0,-1 0 0,-5-7 0</inkml:trace>
  <inkml:trace contextRef="#ctx0" brushRef="#br0" timeOffset="91183">14084 7980 20890,'-6'-3'4543,"1"1"-3899,5 2-135,0 0-436,35-50-78,-16 36-18,8-13 1,5 2-471,8 22-9338,18 6 8073,-22 1 1,-6 2 0,-25-4 0</inkml:trace>
  <inkml:trace contextRef="#ctx0" brushRef="#br0" timeOffset="99982">6547 13085 11645,'-46'9'1131,"1"-1"1,6 0-1,8-3-914,19-4-917,15-5 386,16-5 157,5-4-218,14-6 0,5-1 126,-3 3 0,2 0-333,-3 1 1,4-1 0,-1 2 348,13-3 1,-2 4-219,-6 3 0,-2 4-799,18 3-509,-34 20-103,-43 17 1722,-7-8 0,-7 1 140,-11 5 0,-4 0-662,-7 2 0,-1 0 662,9-7 0,-1-1 888,4-2 1,-3 2 0,4-3 547,3-1 0,1-1-879,-10 7 0,2-1-674,1 2-477,21-12 768,17-8 677,19-5-217,19-12-486,-6-1 0,3-3 189,8-6 0,3-3-259,6-4 1,1-2 38,1-3 1,-1-1 75,-3 1 1,-2-2 128,-7 1 0,-3 0 126,-9 2 0,-4-1 644,2-25-711,-27 8-258,-21 9 57,-22 8 273,-10 7 443,-1 7 219,10 5-420,16 5-673,14 3 470,12 3-783,5 2 461,8 9-109,11 9-61,12 12-134,13 12-43,-19-17 1,-1 2-506,0 3 0,-1 2-660,-3 2 1,-2 2 1341,-4 3 0,-2-1 0,0 5 0,-6-6 0</inkml:trace>
  <inkml:trace contextRef="#ctx0" brushRef="#br0" timeOffset="100491">7584 12598 14198,'-6'0'1333,"1"0"-1126,5 0-206,95-19-1835,-48 9 0,6-1 1837,-6 1 1,7-1 0,2-1 0,-1 0 6,-1 1 1,0-1 0,1 0-1,1 1-403,-6 0 1,1 0 0,2 0 0,0 0-1,0 0 391,3 0 0,2-1 0,-1 0 0,1 1 0,0-1-6,1 0 0,0 0 0,0 1 1,1-1-1,0 0 4,-4 1 0,1-1 1,2 0-1,-2 1 1,-2 0-1,-3 0-1,5 0 1,-5 1 0,0-1 0,1 1-44,8-3 1,3 0-1,-3 1 1,-10 3-57,-4 1 1,-7 2-1115,-1 0 1,-7 3 1247,-11 7 1,-20 0-1,-11 2 1</inkml:trace>
  <inkml:trace contextRef="#ctx0" brushRef="#br0" timeOffset="100807">7764 12825 12183,'-55'18'43,"-1"0"0,1-1 0,8-2 1,2-1-1,10-3-114,9 0 1173,32-13-353,29-12-407,2 1 0,5-2-922,-1 0 1,2 0-1,3-1 650,-3 2 1,2-1 0,1 0 0,2 1-384,6-3 0,1 1 0,2 0 0,0 0 354,-8 2 0,1 1 0,0-1 0,1 1 0,-1 0-316,2 0 1,1 0-1,-1 0 1,0 0-1,1 1 296,-2 0 0,1 0 1,-1 0-1,0 1 0,0-1 1,10-2 0,-1 0 0,0 1 0,-2 0-192,-4 1 0,-1 0 1,0 1-1,-2 0 177,9-3 1,-1 1 0,-3 1 122,-9 2 1,-2 1 0,-4 0-248,8-1 1,-7 2-293,7-1 286,-34 5 852,-57 15-907,10-4 1,-2 1 32,-7 2 1,-2 1-42,-11 1 0,-2 1 186,6 0 1,3-1 0,11-4 0,3 0 0,-24 7 0</inkml:trace>
  <inkml:trace contextRef="#ctx0" brushRef="#br0" timeOffset="102699">11617 11764 10590,'56'-18'482,"0"0"1,1-1 0,-10 4 0,-2 1 0,3-2-457,-2 0 1,3-1 0,0-1-1,1 1-1426,-2 1 1,0 1 0,1 0 0,2 0 1376,-1 0 1,3-1-1,0 1 1,3-1 0,0 1 10,-1 0 1,3 1 0,0-1 0,1 0 0,-1 1-1,-2 0-208,3 0 1,0 1 0,-2 0 0,0 0 0,0 0 222,-3 1 0,1 0 1,-2 0-1,0 0 0,-1 2 11,5-1 0,-2 0 0,0 2 0,-2 0-23,-4 1 1,-1 1 0,-1 1 0,0 0-48,14-2 0,-1 1 0,0 0 80,-2 1 0,0 1 0,-6 2-825,-6 1 1,-7 4-684,3 6 1063,-35 3-862,-37 6 1,-18 1 1227,-5-1 1,-5 0 54,8-1 0,-3 0 0,5-1 0,-3-1 0,6-2 0,-13 3 0</inkml:trace>
  <inkml:trace contextRef="#ctx0" brushRef="#br0" timeOffset="103015">12098 11674 4932,'-55'13'857,"0"1"0,0-1 0,1-1 0,1 0 0,4-2-544,-1 0 1,6-1 80,4-2 0,17-3-556,29-7 509,37-8-235,-2 1 0,6-2-642,-6 2 0,3-2 1,2 0 553,9-2 0,3 0 1,4-1-27,-12 2 1,4 0 0,1 0 0,-1 0 0,-3 1-332,-2 0 1,-3 1 0,0-1 0,3 0 344,5-1 0,4-1 1,1 0-1,-1 0 1,-5 1 16,10-3 1,-6 1 0,3 0-16,-6 1 0,1-1 0,0 0 0,0 0-23,-5 1 1,-1 1 0,0-1 0,-2 0-142,9-2 1,-1-1 0,-3 1 156,-7 2 1,-1 1 0,-4 0 81,8-3 1,-5 2 1091,11-4-251,-29 9 1624,-24 4-2644,-20 2 2433,-19 0-2304,-15 2-44,6 2-68,-10 1 73,19 1-4687,9 0 4687,13 0 0,16-2 0,1-1 0</inkml:trace>
  <inkml:trace contextRef="#ctx0" brushRef="#br0" timeOffset="159232">13945 13112 17490,'0'-3'6173,"0"1"-5205,0 2-867,3-23-213,-3 18 0,3-13 123,-2 30 6,0 12-6,1 13 12,-7 22-18,1-17 18,-9 20-1,3-29 40,-2 2 195,5-14 321,3-12-153,2-25-324,1-27-45,4-21-427,1 21 1,2-2 384,2-1 0,2 0-3,2-5 0,2 0 3,1-1 0,1 1-3,1 3 0,0 2-11,-3 7 0,1 3 0,9-16-67,-7 22 28,-8 18 0,2 9 44,5 14 1,9 9 769,4 15-775,-15-7 0,-3 4-11,-6 29 16,-5-29 1,-6-1-315,-10 4 0,-7-4 320,-1-4 1,-2-2 7,-7 3 1,-1 0 30,2-6 1,1-3 391,-16 5-235,22-14 152,15-6-186,11-5-167,4-2 567,7-2-607,22-2 23,-5 3 0,28 1 11,-5 4-142,-17 0 0,3 0 119,3 0 1,2 1-464,3-1 0,1 1 304,1 0 0,1-1-70,-2 0 0,0-1 11,-5-1 0,-1-1 3,-5-1 0,-1-2 119,22-9 221,-10-9 88,-18 1-50,-10 1 408,-16 0-234,-10 5 801,-4-2-835,-14 4-48,1 6-232,0 5 0,0 10-28,5 8-17,1 11-5,6 14 5,13-2 6,7-2-62,21-6-5,11-13 44,18-1 62,-22-12 0,-1-3 28,12-3 90,0-13 16,-32-7 23,-4-11 17,-12-8 10,-20-16-60,-6 7-334,6 22 1,-1 2 276,-10-4 40,-5 6-51,13 12-208,2 2-128,11 7-89,12 13-18,7 1-1321,21 19-2487,18 0 3625,-7-8 0,0-2 0,7 3 0,2-3 0</inkml:trace>
  <inkml:trace contextRef="#ctx0" brushRef="#br0" timeOffset="159708">15421 13047 20229,'6'-6'4290,"-2"1"-2839,-4 5-891,-17-59-364,11 41 3,-4-16 0,0 4-48,7 25-112,0 1 6,3 3 45,-1 1-34,-1 0 17,-1 1-57,-1 1 29,-9 5-11,-13 13-51,-2 7 11,-6 13-27,13-2 33,8-5-23,6 4-27,13-3 50,1-7-45,29 5 62,-2-24 17,18 0-46,-17-11 85,0-8 112,-13-12-62,-3-7-5,-7-11-73,-14-2-17,-2 7 16,-8-6 1,-9 4-34,6 12-50,-8 2-84,13 21 56,1 2-493,0 18-969,7 7-146,3 9 1675,19 14 0,-10-30 0,9 9 0</inkml:trace>
  <inkml:trace contextRef="#ctx0" brushRef="#br0" timeOffset="160041">15855 13233 21203,'0'5'4868,"1"-1"-3429,-1-4-1019,0-85-352,4 48-473,-2-2 1,1-9-1,1 4 430,2 4 1,2 1-10,1-17 1,1 0 0,-3 9 0,1 1 27,1-16 1,0 4 11,-4 6 210,-1 11 1,-3 5-187,-5 17-80,-2 1 0,-3 19 0,-4 13 0,-7 14 0,0 21 0,10-17 0,2 4-87,3 6 0,1 3 87,1 4 0,3 1-18,3 3 1,3 0-87,2-1 1,3-2-130,5-2 1,3-3-283,3-4 0,3-2-750,1-5 1,2-2-1064,-3-5 1,0-3 2327,13 9 0,-18-15 0,-11-11 0</inkml:trace>
  <inkml:trace contextRef="#ctx0" brushRef="#br0" timeOffset="160198">15946 12961 26474,'38'-50'-1090,"1"11"1,15 36 0,-20 2 0</inkml:trace>
  <inkml:trace contextRef="#ctx0" brushRef="#br0" timeOffset="160531">16669 12971 27667,'-8'-3'-1394,"1"1"-3575,3 3 4969,1 1 0,0-1 0,1 2 0</inkml:trace>
  <inkml:trace contextRef="#ctx0" brushRef="#br0" timeOffset="161358">16824 13307 20089,'8'0'658,"32"-15"0,7-8 732,-1-6-1409,6-2 0,-2-5 425,-27 8 0,-6-2-176,-4-6 0,-3-3-57,-1-8 1,-4-2-26,-1-7 1,-2-3-20,0-3 0,-1-1-508,-3 1 0,1 0 516,-2 5 0,1 2-11,-2 6 0,0 4 138,0 8 0,-1 3-163,-1-8 106,-2 14-201,4 21 482,-1 1-572,3 17 84,-4 28 5,3-3 333,0 3 1,1 4-353,1-6 0,1 1-223,2 11 0,1 3 226,2 1 0,1 0-42,4-1 0,2-2-180,2-3 1,2-2-314,2-4 0,1-2-587,2-6 1,2-3-414,0-4 0,2-3-2863,22 8-280,-5-15 2726,-9-20 2612,-10-16 2113,-10-18 1231,-8-13-296,-3-3-391,-5 0-1083,-4 6-1741,0 19 593,-2 6-789,4 19-245,2 0-164,1 3-79,2 2 113,2 3 117,9 4-6,13 3-22,19-1-22,11-3-6,1-10 67,-8-7 112,-13-18-112,-16 6 51,-8-17 16,-12 11 6,-6-4 6,-7 4 16,-7 7 17,-2 6-55,-2 7-57,0 5-11,1 10-39,-3 15 11,9-1-12,-2 22-21,15-2-46,6 10-150,15 4-471,15-5-171,-7-25 0,4-2-1617,5-2 1,3-2 2487,8-2 0,-1-3 0,6 2 0,-3-7 0</inkml:trace>
  <inkml:trace contextRef="#ctx0" brushRef="#br0" timeOffset="161698">18230 12670 18274,'14'-54'2455,"0"-1"1,-1 2-1,-5 7-1570,-11 14-460,-5 2-257,-9 14-128,-7 13-68,-13 28 33,3 16-279,16-15 0,3 3 271,2 13 0,3 5 6,4 14 0,2 2-680,-1-11 1,3 2 607,2-1 0,3 4 0,2-4-340,5 6 0,2-2-94,-1-8 1,1 2 0,1 0-157,0-2 0,1 1 0,-1-2 41,-1-3 0,-1 0 0,-1-2 282,3 11 0,-5-4 563,-5-13 0,-7-8 954,-25-11-738,2-27-3,2-17 0,3-11-93,7-3 0,5-6-563,2 5 1,0-2 0,3-2 340,3-1 0,3-1 0,2 0-38,5-6 1,4-1 0,0 4-80,2-1 1,3 3-26,10-9 1,3 5-135,-8 25 0,1 3-163,7-5 1,3 2-1082,11 2 0,3 5-1030,-8 6 0,1 3 2103,4 0 1,-3 3 0,-1 5-1,-19 2 1</inkml:trace>
  <inkml:trace contextRef="#ctx0" brushRef="#br0" timeOffset="162041">18787 13036 26418,'-12'-56'116,"1"-1"0,7 11 1,2-1-1,4 2-91,6-6 1,3 3-693,2-4 1,0-1 682,4-4 1,-1 2-3,-5 13 0,0 0 25,0-6 1,-1 1 30,-3 9 0,-3 3 491,-6-17-432,-11 16-3036,-5 19 2902,-1 8-58,-8 26 58,13-2-7,-3 12 1,1 6 11,2 24-73,5-22 0,2 2 64,4 7 1,5 2-3,4-6 0,5 2-15,3-2 0,3 2 0,3-1-75,8 10 0,5-2-447,-6-14 1,3 0 0,-2-4 261,1-2 1,0-3-763,3 1 1,-2-2-2654,7 4 3701,-2 0 0,-17-16 0,-10-8 0</inkml:trace>
  <inkml:trace contextRef="#ctx0" brushRef="#br0" timeOffset="162198">18761 12541 25870,'60'-21'-578,"-1"0"0,1 0 0,-13 2 0,-2 0 1,-10 8-1,-6 9 0</inkml:trace>
  <inkml:trace contextRef="#ctx0" brushRef="#br0" timeOffset="162890">19547 12379 18705,'-4'0'5450,"1"0"-4822,3 0-645,-13-24-67,29 7-28,-9-16-258,20 21 1,9 3-2093,9-2 1,4 2 2461,6 0 0,-1 0 0,-10 2 0,-5 1 0,14 1 0</inkml:trace>
  <inkml:trace contextRef="#ctx0" brushRef="#br0" timeOffset="163088">19620 12503 17619,'-7'3'5853,"2"0"-5259,5-3 11,0 0-521,-25 15-101,52-23-364,4 3 0,4-1 73,6-6 0,3-2-474,15-2 1,2-1-1413,-13 4 1,-2 1 1663,-7 2 1,-1 1 0,-5 0 0,-2 1-1,1-1 1</inkml:trace>
  <inkml:trace contextRef="#ctx0" brushRef="#br0" timeOffset="163294">20539 12063 22419,'-5'-2'2778,"1"0"-1624,4 2-1288,0-35-314,35 22-96,-6-25-64,8 30 1,12 8 0,-8 0-1,1-2 1,2 0 0,0 1-1</inkml:trace>
  <inkml:trace contextRef="#ctx0" brushRef="#br0" timeOffset="163487">20484 12321 25359,'49'-2'-342,"-16"-1"1,2-3-1018,19-7 1,2-4 705,6 1 1,-3 1 0,-24 6 0,-3 1 0,22-6 0</inkml:trace>
  <inkml:trace contextRef="#ctx0" brushRef="#br0" timeOffset="164060">21357 11983 24419,'15'-46'731,"1"0"1,-2 4 0,-4 12-648,-10 25-246,0 4-56,-1 7 195,-1 12 62,-1 16-33,-1 17-1,1-19 1,1 1-192,-1 2 1,1 0 182,-1-1 0,1 0 9,-1 23-18,1-17 113,1-17 179,1-14-151,0-10-6,1-26-95,2-12-25,1 6 0,2-3-161,2-2 0,4-1 160,2-1 1,3 0 5,2 2 1,2 3-17,1 5 0,1 2-9,19-10-5,-4 16-6,-2 14 22,0 15-33,4 10-62,3 13-207,0 11-427,-23-18 0,1 2-789,-2 2 1,1 0-3272,0 1 1,-1-1 4794,15 18 0,-13-18 0,-9-14 0</inkml:trace>
  <inkml:trace contextRef="#ctx0" brushRef="#br0" timeOffset="164377">22101 12043 26693,'-1'-37'-146,"1"0"1,-1-21-12,1 65 179,5 7-5,6 8-6,9 4 12,20 6-12,-13-14 6,11-1 67,-13-15 117,5-14-61,-1-6-73,-3-8 96,-8-13-6,-9 3-29,-2-13-16,-4 1-56,-5 3-28,0 10-89,-1 13-309,0 12-173,2 10-521,5 16-1569,7 14-3517,8 19 6150,3 1 0,-7-16 0,-6-16 0</inkml:trace>
  <inkml:trace contextRef="#ctx0" brushRef="#br0" timeOffset="164913">22738 12168 24275,'30'-38'210,"0"-1"1,0 1 0,1-7 0,0-1-1,-6 5-726,-7 10 0,-3 0 605,8-24 1,-2-2-40,-5 10 1,-1 0-12,4-11 0,0-2-278,-1 2 0,-1 2 348,-3 6 1,-2 2 2,-3 6 0,-3 3 628,-6-24-583,-10 16 70,-6 17-232,-2 14-57,-5 22 56,6 7 690,-14 32-707,8 13 23,10-19 0,1 4 121,3 3 1,3 2-134,5 1 1,3 0-9,3 0 1,4-1-4,9 8 1,4-2 19,-7-19 1,3-1-12,10 9 0,5-6-393,16-3 404,-19-17 0,3-4-8,-2-4 0,1-7-1477,4-14 1,-3-5 1526,13-10-5,-17-6 0,-3-7-298,-8 4 1,-3-3 282,5-14 1,1-5-9,-8 16 0,0-1 0,0-1-170,0-1 1,-1 0 0,-1-1 186,-2 3 0,0-1 0,-2 2 25,2-15 1,-4 4-7,-7 8 0,-3 4 28,-3 8 1,-2 4 2518,-15-10-2527,2 17 718,10 15-785,-1 18 1599,1 17-1605,-5 25 3,9-15 1,1 5-1057,2 1 0,2 5 0,1-1 799,2 0 1,2 1-1,0-1 4,0 2 1,1 1-1,3-1-1052,3 3 1,4 0 0,1-1 1307,3-5 0,1-2 0,0-2 0,-1 6 0,0-4 0,2-5 0,0-1 0</inkml:trace>
  <inkml:trace contextRef="#ctx0" brushRef="#br0" timeOffset="168051">14575 15130 18235,'0'-9'2582,"3"-27"0,0-1-2206,-1 18-273,1-17 1,0 6-149,-2 29-106,-1 8 184,2 16 6,1 8 1,-1 4-23,4 21-486,-2-6 1,-1 3 476,-2-15 1,1 0-21,-1 18 1,-1-1 11,0-19 0,-1-1 25,-2 9 1,-1-5 58,-1-16 605,-8 4-505,6-27 18,-8-16-40,0-20-114,7 7 0,0-5 11,1-21 0,2-3-538,2 16 0,3-2 501,2 1 1,1-5-1,2 4 17,3-1 1,2 1-10,2-10 1,1-2 42,3-2 0,0 3-45,-6 17 0,1 3-6,2-8 1,0 3 826,2 3-894,2 1-5,-1 18 10,10 16 35,5 18-1,2 6-39,5 24 648,-15 5-598,-11-16 1,-4 4-1631,-11 12 1,-6 1 1640,3-16 1,-4-1-11,-12 13 0,-3-3-167,-12 1 195,-3-1 84,12-18 425,14-20-195,12-11-371,8-9 3307,15-12-3351,16-2 47,-8 9 0,4 2-842,13 0 1,2 3 849,-14 5 1,0 2-3,22 2 0,-4 4-318,-8 4 329,-5 3 0,1 0-8,11 5-1319,-14-4 0,1-2 1358,11 2-118,-13-6 0,-3-2 95,-9-3-864,16-11 864,-28 4-1178,4-11 1201,-13 13 1520,0-3-1559,-3 9-25,0 0 389,0 1 2061,0-1-2375,0-3 3398,-1 1-3426,1 0-22,-2 3 16,2 1 35,-1-1-12,1-2-23,0 0-27,0 0 16,0 1-526,0 0 319,3 4 230,3 2-6,7 2 6,7 1-11,8-1-1,11-6 1,6-3-6,-7-1 22,24-5-16,-37 5 16,16-2 34,-35 5 213,-1-1-168,-5 1-67,-5-3-23,-2-2 17,-4-2-11,2 1 11,0 2-6,4 2-39,-5 2 0,-3 5 29,-12 6-12,-8 10 0,-7 8-23,-2 6-10,5 4 16,10 0-11,12 0-6,12-5 23,8-9-17,17 1 28,27-10-6,7-2-196,-19-10 1,1-3 229,20-7-5,-17-2 83,-2-17-44,-25 1 22,-4-15-23,-23 2-50,-16-3 29,-13 3 16,-5 6 33,6 8 398,14 9-464,14 8-57,10 2-22,12 2 34,13-2-1,21-3-5,19 0-365,-25 3 0,2 1 407,2-1 0,0 1-14,2-1 0,-2 0-6,-8 2 1,-1-1 7,15-2 1,-3 1-8,-9 0-35,19-1-27,-47 6 34,-3 2 33,-9 6 28,-8 8 5,-8 9 759,-6 8-803,1 4 0,7 2 0,9 0-17,12-1 22,9-3 12,10-6-17,8-7 22,6-10 28,1-5 6,2-9 16,-5-9 35,-2-11-7,-7-11-5,-6-12-17,-8-8 45,-7-3 23,-10 0-34,-9 6-1,-10 8-83,-17 6-17,14 15-28,-12 6-78,21 13-157,-2 13-415,5 13-1131,7 22-2065,10-15 1,3 1 3025,10 30 0,0-20 0,-2-18 0</inkml:trace>
  <inkml:trace contextRef="#ctx0" brushRef="#br0" timeOffset="168391">16868 15433 22066,'3'-1'4190,"-1"-1"-3546,-2-60-302,0 19-1247,0-7 0,0-5 961,0 14 0,0 0-14,0-9 0,0-3-17,1-6 0,0-2-10,-1 18 0,1-1 0,0 1 44,0-20 0,0 1 33,-1 8 1,-2 2-7,-1 11 1,-2 3 675,-9-15-683,-2 23 238,2 14-423,5 11 55,1 14 79,-3 16-45,-2 24 6,6-13 0,2 3 261,0-6 1,2 3-266,2 5 0,2 5 0,2-2-576,3 4 1,3 0 532,-1-3 0,1 3 0,2-2-65,7 8 0,3-3-141,0-3 1,1-2-568,0-5 1,0-3-459,-3-6 1,0-3-6245,12 12 7533,-9-20 0,-10-13 0,-6-6 0</inkml:trace>
  <inkml:trace contextRef="#ctx0" brushRef="#br0" timeOffset="168558">16875 14956 24307,'-39'-34'517,"1"1"0,2 2 1,16 5-518,37 11 89,20 1-123,23 0-109,-22 8 1,3 2-1131,4 1 1,2 0-2159,1 1 1,0 1 2866,-6 3 1,-4-1 0,11 0-1,-24 2 1</inkml:trace>
  <inkml:trace contextRef="#ctx0" brushRef="#br0" timeOffset="168781">17450 14956 27533,'-2'-38'-5915,"0"8"5915,1 29 0,-1 0 0,2 1 0</inkml:trace>
  <inkml:trace contextRef="#ctx0" brushRef="#br0" timeOffset="169249">18272 15027 12373,'-46'23'1156,"-1"1"1,1 0 0,-1-1-1,-2 3 1,3-2 0,3-3-617,-5-3 1,7-4 1347,6-2 106,28-12-1472,12-13-33,13-14-327,16-19-84,-11 17 1,0-3-534,3-4 1,-1-1 544,0-4 0,-2-2-23,-2-4 0,-2-3-322,-4-2 0,-3-2 308,-4-1 1,-3 0 10,-3 1 0,-4 1-11,-2 6 1,-2 1 32,-4 5 1,-1 4-25,-5-7 28,-3 11-174,12 26 1155,1 4-1149,1 15 1142,-1 17-1070,-1 26 17,3-18 1,2 5-376,1 20 0,3 3 352,2-7 1,1 0-479,0 1 1,2-2 407,5-3 1,2-5-157,-1-11 0,4 0-993,4-1 1,4 2 0,1-3-1974,3 1 1,1-4-1248,3 3 1,0-6 3738,1-10 1,-23-15-1,-5-3 1</inkml:trace>
  <inkml:trace contextRef="#ctx0" brushRef="#br0" timeOffset="169600">18423 14967 19680,'-3'-5'5265,"2"1"-4368,1 4-886,-32-52-106,24 39 67,-3-40 33,39 51 6,10-2 1,0-2 4,2-5 52,-5-3 4,5-9 91,-12-11 10,-14 1-94,-10 0 122,-13 3 23,-6 11-89,-8-1-29,-12 10-89,1 11-6,2 5-11,-10 31-28,21-10 28,-5 18 0,2 3-5,8-4-307,2 11 0,5-1 267,12-14-61,10 20-337,22-25-2418,1-16 1,4-2 1815,-9-2 1,3-2 1044,26 0 0,-4-5 0,-20-4 0,15-2 0</inkml:trace>
  <inkml:trace contextRef="#ctx0" brushRef="#br0" timeOffset="169949">19188 14680 22795,'-8'-55'1303,"0"0"0,-1 4 0,-4 8-1062,-7 17-213,1 9-39,5 17-17,-8 34-370,7-3 398,0 8 0,3 7-6,4 12 1,3 1-413,-1-9 0,2 1 403,1 1 0,2 5 0,1-4-832,2 8 1,1-1 752,0-8 1,-1 3 0,0 1-269,1-6 1,-1 2 0,0-1 0,-1-1-30,-1 6 1,-2-3 0,-1 1 197,-1 3 1,-3 0 0,-1-7 100,-1-7 0,-6-8-677,-15-9 1,-1-11 718,0-15 251,0-16 0,3-9 17,14-8 1,6-7 30,-2-15 0,4-2-47,3 8 1,4-2-52,8 0 0,4-5 1,1 7-119,-2 10 1,2 2-3,9-11 1,4-5 0,0 8-66,0 12 1,2 3-174,13-12 0,3 4-59,-15 16 0,2 4-2672,23-7 0,2 2-1978,-16 8 1,0 1 4287,7-4 0,-4 3 0,3-1 0,-35 12 1</inkml:trace>
  <inkml:trace contextRef="#ctx0" brushRef="#br0" timeOffset="170283">19553 14946 25191,'38'-18'298,"-9"4"-136,11-11 118,-3-15-202,-20 15 1,-2-5-20,3-22 0,-4-2-43,-6 17 1,-3-1 8,2-24 1,-3 1-379,-2 20 0,0 2 456,0-5 1,-1 1 38,-3 8 1,0 4 298,-6-12-312,-4 18-84,-2 13-34,3 7-11,-10 16-11,4 12-23,-8 26 23,16-14 0,2 4-58,1 8 0,3 4 29,5 8 1,3 2-514,0-18 1,2 0-1,1 0 390,4 1 1,1 0 0,0-2-65,4 8 0,1-1-1005,0-7 0,2 2 0,-2-4 1232,0-1 0,0-2 0,0 1 0,-2-3 0,0-1 0</inkml:trace>
  <inkml:trace contextRef="#ctx0" brushRef="#br0" timeOffset="170450">19590 14683 25046,'39'-19'-941,"0"0"1,-1 0 0,13-7 0,-4 7 0,1 19 0,-20 0-1</inkml:trace>
  <inkml:trace contextRef="#ctx0" brushRef="#br0" timeOffset="170832">20381 14450 20117,'-3'0'4430,"0"0"-3583,3 0-797,-7-64-78,20 36-15,-5-12 1,6 3-314,25 22 1,6 9 89,-13-1 0,3 2-891,26 1 1,3 1-37,-16 3 0,0 3 915,17 2 0,-3 0 0,-26-2 0,-2 0 0,21 7 0</inkml:trace>
  <inkml:trace contextRef="#ctx0" brushRef="#br0" timeOffset="170991">20512 14630 20504,'-9'2'4497,"1"0"-4060,8-2-448,0 0-521,73-48 330,-37 34 0,5-1-664,5-6 1,5-4-1,0 4-917,-8 8 0,1 2 0,-2 1 1315,14-4 0,-5 2 0,-17 3 0,-5 2 0,4 0 0</inkml:trace>
  <inkml:trace contextRef="#ctx0" brushRef="#br0" timeOffset="172224">21746 14118 25169,'-15'-27'-101,"3"20"124,12 51-12,0 13-9,-1-25 1,0 0 14,0 0 0,-1 0 0,-4 26 0,-2-11 111,-4-9 243,5-18-119,-1-7 112,6-18-224,0-11 11,1-18-6,2-13-33,5 12 0,2-1-56,3-13-25,2 16 0,2 2-3,7-3-45,6-1-22,9 12 11,-1 13 6,1 8-51,9 13-101,-5 10-486,11 13 38,-27-14 1,0 1-653,-2 1 0,0 0-2463,21 21 281,-8-7 2291,-7-13 2706,-9-18 497,-8-18 354,-3-18-415,0-13-1209,-1 6 414,4-10-119,-2 13-424,2-4-51,-2 9-532,-5 15-174,-2 6-140,-3 11 191,2 10 84,3 12-17,10 23-17,4-4-11,3-1 6,7-13 27,-3-14 29,8-3 100,1-16-5,-8-9-56,-5-6 89,-6-10 34,-9 4 73,-1-10-106,-4 9-85,-2 3 28,0 9-106,0 9-39,-1 0-118,1 5-408,0 0-410,0 3-2044,0 6-1328,0 1 4347,1 5 0,-1-12 0,0 0 0</inkml:trace>
  <inkml:trace contextRef="#ctx0" brushRef="#br0" timeOffset="172958">22671 14192 22778,'4'-41'604,"0"1"1,1 2 0,-3 7-157,-6 17-112,-3-1-128,-7 2-96,-6 0-62,-8 3-5,-7 2 11,-3 3-11,-1 3 0,9 1-17,7 1-39,10 0-12,5 1 6,2 4 12,-2 4 5,-3 7-17,-5 5-50,-2 5-645,0 2-3472,1 3 4184,6-5 0,6-10 0,4-7 0</inkml:trace>
  <inkml:trace contextRef="#ctx0" brushRef="#br0" timeOffset="173808">23168 14210 19059,'0'-3'4240,"0"1"-1989,0 2-2004,4-62 106,-6 43-289,2-16 0,-5 5-30,-16 26-6,-17 7-6,-14 8-5,-7 10-343,3 9 287,12 2-1,14 1 24,16-5-1,14-6 11,17-9 40,20-5-12,22-16-1661,-15-4 0,0-3 1653,-13 3 0,0-2 11,9-9 0,-3-5-325,-17 0 1,-4-1 343,13-22-228,-17 11 1,-5-3 219,-4 7 0,-3 1 20,0-10 0,-1-1 76,-1 3 0,1 2 16,-2 6 1,0 2 92,-2-12 2590,1 20-2809,1 13 1133,2 13-1172,0 6 803,1 9-758,3 36-34,7 5-564,-1-12 0,2 2 519,3-6 1,3 1-194,8 8 1,1-2 117,-9-16 0,1 0-174,7 7 1,1-2-618,5 0 300,6-1 214,-1-17 257,0-16 141,-9-9 128,10-19 1231,-15 2-1018,6-11 370,-16 10-225,-6 7-150,-4 6-186,-2 6-128,0 3-146,0 2 68,4 0 89,6 0-17,12 0 22,9-5 51,6-3 12,-3-8 27,-4-5 11,-10-8 17,-8-5 6,-9-1-45,-11 1-22,-9 7-51,-10 9-5,-3 9 10,-2 15-38,1 11-17,-1 15 16,1 13-10,5 11-283,16-24 0,4 1 237,2 3 1,5-1-177,7 2 1,4-1-542,6 1 1,6-2-3728,6 1 1,3-3 3852,0-3 0,-2-4 0,11 7 1,-17-15-1</inkml:trace>
  <inkml:trace contextRef="#ctx0" brushRef="#br0" timeOffset="175104">10985 13423 24676,'-24'-26'-162,"5"36"16,14 36-369,6-7 0,2 0-3366,11 18 3881,1-21 0,0-1 0,3 5 0,3-10 0</inkml:trace>
  <inkml:trace contextRef="#ctx0" brushRef="#br0" timeOffset="175444">11266 13096 22746,'-41'-33'-92,"1"-1"1,3 5 0,10 16 189,26 38-98,10 11 34,11 2-6,17-4 6,10-6 61,1-10 106,-7-10 205,-11-11-14,-13-11 54,-11-12-105,-14-8 23,-9-6-5,-11 2-107,-1 4-112,4 12-252,7 9-207,8 10-1,3 15-592,4 13-1833,3 20 2745,14 17 0,-8-27 0,8-1 0</inkml:trace>
  <inkml:trace contextRef="#ctx0" brushRef="#br0" timeOffset="175802">12063 12927 24777,'-52'-6'82,"-1"-1"0,5 9 0,7 11-79,22 24 0,9 9-1135,-1-7 0,2 3 1126,3-2 1,1 3-1,2 1-511,0-2 0,2-1 0,1 4 444,1 12 1,1 3-1,1 1-182,0-12 0,1 1 1,0 1-1,2 1-1003,0 0 0,2 2 0,1 1 0,-1-1 0,1-3-383,0 11 0,1-3 0,0 2-54,0-2 1,2 4 0,-1-2-1,-2-8 1695,0 4 0,-4-6 1581,-2 3 1,-8-6 3740,-22-2-2979,-3-52 1,-4-12-1061,-16-16-219,12-11 0,4-11-398,18 15 1,3-4 0,1 2-737,-6-10 1,4-2 261,6-6 0,4-5 1,6 5-519,10 7 1,4 2 326,-6 11 1,1-2 0,5 2-2,7 2 0,5 3 0,2 3 6,15-9 0,4 3-124,-7 7 1,3-1-1,3 2-452,-3 6 0,2 0 0,1 1 0,-2 1-2707,5-1 0,0 2 0,-2 1 2610,-2 1 0,0 1 1,-7 3-1,19-5 0,-44 16 1</inkml:trace>
  <inkml:trace contextRef="#ctx0" brushRef="#br0" timeOffset="176227">13625 12635 17905,'-1'-55'1534,"1"-1"1,-2 7 0,-2 6 679,-7 1-2007,1 21 235,0 8-537,0 23 83,-9 21 23,1 2 1,0 2-297,0 1 1,0 3 278,-2 4 1,-1 5-1,2 0-288,2 0 0,1 0 0,1 5 170,2-7 1,1 5 0,0 1 0,1 0 0,2-1-213,0 3 0,3 0 0,1-1 0,3 1-317,2 5 1,3 1-1,3-1 1,7-5 452,13 2 0,8-5 0,-2-6 0,-5-3 0,3-7 1,6-8-1,0-1 0</inkml:trace>
  <inkml:trace contextRef="#ctx0" brushRef="#br0" timeOffset="176836">23994 10766 15277,'-2'-9'6022,"0"2"-5246,-6-27 0,-3-5 360,3 11-736,-4-15 1,1 4-451,6 27-157,2 8 134,3 11 90,7 21 27,11 25-39,-5-14 1,3 5 0,1 2-765,-1 2 1,1 1 0,1 2 748,-2-2 0,1 3 0,0 0 1,-1-3-14,-1 1 1,-1-2-1,-1 1-125,1 10 1,0 1 0,-5-1-987,-4-12 0,-4-2 1,-2 2 1133,-7 14 0,-4 4 0,0-7 0,5-6 0,-3-6 0,-10-4 0,0 1 0</inkml:trace>
  <inkml:trace contextRef="#ctx0" brushRef="#br0" timeOffset="193352">3699 14063 17165,'6'-49'1923,"1"1"0,-1 2 1,-2 15-1896,-4 29 28,0 14 16,1 18-2170,0 6 1,1 4 2091,-1 23-88,-1-20 1,1 8 0,-1-4-1051,-2 4 0,0-1 668,0 10 0,0 2-1976,0-3 1,0-3 2451,4-12 0,0-4 0,0 22 0,4-19 0</inkml:trace>
  <inkml:trace contextRef="#ctx0" brushRef="#br0" timeOffset="193737">3822 13828 9298,'-39'-34'874,"-1"1"1,1 0 0,0 0 0,-4-5 0,2 2 0,0 8-298,-4 10 0,0 10-121,-7 12 0,0 7-383,7 3 0,1 5-45,-4 3 0,5 8 28,13 14 0,7 4 241,9-14 0,2 1-267,0 9 0,1 5 0,1 0-34,4-4 0,2 0 1,2 4-49,3 5 0,3 4 0,1 1 1,3-3 11,0-7 1,2-3 0,2 0 0,3 0-414,4 4 0,3 1 1,3-2-1,1-7 441,-1-5 1,2-6 0,6-4-62,19 2 0,9-5 1,-1-7-65,-14-8 0,0-4 1,4-3 84,-2-3 1,4 0-1,3-3 1,-1-2-1,-4-1 50,2-4 1,-3-2 0,-1-3 0,2-1 30,7-5 0,1-3 1,0-2-1,-4-2 18,-8 0 1,-3-1 0,-1-2 0,-2 1-13,3-5 1,-2 1-1,-2-2 2,-4 1 1,-2 0-1,-3-3 45,-7 1 0,-2-3 0,-3 0 90,-3 0 0,-3-2 1,-4-2-95,-5-16 0,-7-5 1,-6 4-49,-5 12 0,-6 3 0,-3 2-95,-2 1 0,-3 2 0,-5 6 57,-10 8 1,-5 6-1,-3 6-118,-7 4 1,-4 6 0,-1 1-12,16 2 0,-1 1 0,-1 1 0,0 2-1635,-7 2 1,-2 1 0,2 2-1,4 2 1695,1 1 0,4 3 1,5-1-1,-3 0 1,8 1-1,-2 2 1</inkml:trace>
  <inkml:trace contextRef="#ctx0" brushRef="#br0" timeOffset="194177">3543 15086 18039,'-15'-43'1254,"0"-1"1,0 5 0,-2 10-953,-11 21-184,-4 20-78,-1 18-35,14-4 1,1 5-780,-4 9 0,0 4 754,-4 11 1,0 4-573,6-13 0,0 2 0,0 1 483,-2 4 1,0 2 0,0 0-159,0 2 0,0 0 0,0-1-239,2-2 0,0-1 1,1-3-238,-2 7 1,3-3-2991,3-4 0,4-5 3150,4-1 1,3-10-1,4-21 1</inkml:trace>
  <inkml:trace contextRef="#ctx0" brushRef="#br0" timeOffset="194411">3661 15071 17708,'-9'-49'1688,"0"0"0,1 6 0,1 10-1570,2 23-51,12 11 17,16 14-56,26 18-28,-15-9 0,3 4-798,8 6 0,0 2 789,-8-6 1,3 1-35,3 0 0,3 2 0,0-3-159,4 1 1,4 0-575,-11-6 0,5 1 1,0 1-1,-4-4-2381,10 6 0,-3-2 3157,-7-5 0,1 2 0,-9-5 0,-2 2 0,-2-1 0</inkml:trace>
  <inkml:trace contextRef="#ctx0" brushRef="#br0" timeOffset="195118">2723 16364 18313,'18'31'1065,"-4"-5"643,-12-22-1148,-2-2 225,-6 1-360,-7 0-61,-12 2 28,-10-3-95,-2-7-107,2-8-33,6-10-73,9-7-45,9-4-22,10 0-6,9 2-5,10 5-45,11 6-17,8 10 33,8 10-33,4 16-376,1 16 379,-26-7 0,-3 4 0,-4 7 0,-5 2-6,-6 8 0,-6 1 11,-9 7 1,-6 2-498,1-15 1,-3 0 0,-3 1 534,-2 1 1,-2 1 0,-1-2 40,-1 0 1,-1-2 0,0-1 68,-12 11 1,0-6 10,4-11 0,1-8 180,-23-4-50,14-35-68,17-21-55,17-20-82,15 24 1,5 0-7,4 0 1,6 1-26,6 2 1,4 3-284,3 3 1,4 3 254,4 3 1,1 3-273,5 1 0,1 3 166,2 2 0,2 1-126,0 1 1,0 2-231,-2 1 1,-2 1-329,-3 2 1,-3 1-247,-6 0 1,-2 2 1058,20 2 0,-27-1 0,-12-3 0</inkml:trace>
  <inkml:trace contextRef="#ctx0" brushRef="#br0" timeOffset="195474">2916 16142 14415,'-48'-12'759,"0"0"1,0 0 0,-1 0 0,-13 0 0,-1 3 0,4 7-671,13 9 1,2 5 0,1 3-767,-3 2 1,1 3-1,1 2 718,-1 2 0,2 3 0,0 1-8,2 3 1,1 2 0,1 1-14,3 3 1,1 1 0,3 2-10,2 2 0,2 3 0,3 0-22,3 3 0,4 2 0,3 1-25,4 2 1,3 1-1,5 2-52,5 1 1,6 0-1,5 0-134,4-1 0,5-2 0,6-2-30,6-5 0,6-3 0,4-6 95,6-6 0,4-5 0,4-8-276,-12-9 1,3-5 0,1-3 0,0-4 428,3-3 0,1-3 0,1-4 0,-2-2 68,2-4 0,-1-2 1,0-2-1,-1-2-29,-2-1 1,0-2-1,-2-1 1,-1-1 122,-3 0 0,-1-2 1,-2 0-1,-2-2 34,8-8 0,-3-2 1,-3-2-262,-6 3 0,-4-1 0,-3-2 203,-5 1 1,-4-1-1,-4 0 35,-3 0 0,-4-1 0,-3 1-91,-4-1 1,-4 0 0,-3 1 1,-2 2 0,-2 1 0,-3 2-30,-11-15 1,-3 6-60,5 13 1,-5 5-286,-17 4 0,-6 9-465,13 12 0,-2 5 975,-19 4 1,2 4 0,1 3 0,12 8 0</inkml:trace>
  <inkml:trace contextRef="#ctx0" brushRef="#br0" timeOffset="196262">4882 15839 10332,'-4'-3'8514,"0"0"-6470,4 3-1932,-13-69-73,16 47-6,1-20 1,7 5-17,14 28 17,31 0-57,-10 10-27,16 9-29,-27 3 1,-2 3-56,16 17 106,-8 12 67,-27-15 134,-15 5 309,-25-2-118,-8-2 96,-18-2 100,6-15-269,13-7 308,4-6-89,15-5-224,3-3-191,9-6-101,10 1 6,3 2-5,16 1-18,8 6 1,18 0-32,-17 7 1,2 3-11,-6 0 0,-1 2-43,27 13-324,-11 20 269,-30-18-118,5 29 22,-29-15-50,-7-10 0,-5 1-233,-3-5 0,-2-2-117,-1-1 0,-2-2-1487,-4-5 0,0-4 2145,-20-1 0,13-3 0,10-5 0</inkml:trace>
  <inkml:trace contextRef="#ctx0" brushRef="#br0" timeOffset="196619">5035 15493 13475,'-43'-20'971,"0"1"1,0 0 0,-20-5 0,5 9-899,25 16 0,2 6 14,-10 7 0,0 6 183,5 4 0,2 6-234,-11 9 1,2 8-648,11 0 0,2 5 1,4 1 593,5-2 0,2 0 0,4 2-4,3-4 0,2 2 0,3 0 0,2-3 160,3-1 1,2-3 0,5 0-176,4 8 1,5 1 0,6-5-31,8-7 0,6-4 1,2-2-69,2-1 1,1-2-1,5-4 85,10-1 1,4-5 0,0-6 34,-2-9 1,-1-6 0,-1-3 20,-9 1 1,-1-2 0,2-3 64,2-5 1,5-4 0,-2-2 0,-3-2 30,-3-2 0,-4-2 0,1-3-12,2 0 0,2-3 0,-2-2 0,-3-1 34,-1-8 0,-5-2 0,-3-3-38,-4-2 1,-4-3 0,-2 1-60,-6 9 0,-2 1 0,-3-3 11,-2-9 0,-3-3 1,-5-1-1,-7 0 0,-4 0 0,-3 1-50,1 0 0,-1 2 0,-5 0-66,-5-3 1,-4 1-1,-4 7-234,-15 3 1,-3 9 7,8 11 1,-3 6-2975,-4 8 0,-6 6 0,7 1 2621,12 2 1,1 1 0,-16 1 0,8 0-1,25 1 1</inkml:trace>
  <inkml:trace contextRef="#ctx0" brushRef="#br0" timeOffset="197360">3987 12937 19644,'-3'0'612,"1"0"-353,2-33 1,8-15-1215,16-7 1092,-11 15 1,2-7 0,4 5-480,13-3 0,6 3 453,4-4 0,3 1-69,-13 15 0,0 1 0,1-1-39,-1 1 0,1 1 1,-1-1 46,14-12 1,-2 0 13,-5 3 0,-4 0 243,-5 5 1,-5 0 52,6-20-89,-16 18 49,-27-1-205,-14 19 655,-25-4-693,12 16 1,-1 2 60,-17 1 541,23 2 1,0 0-585,-25 2-40,15 1-140,-11 1 192,30-2-160,12 0 107,9 0 63,11 1-143,9 2 25,17-1 4,17-2 49,-18-1 1,3-1-386,4 1 0,2 1 385,3 3 1,0 1-74,1 4 1,-2 4-36,-3 4 1,-3 5 46,-5 5 0,-5 3-14,-5 5 0,-5 3-16,-6 0 1,-4 2-46,-2 0 0,-3 0-435,-3-3 1,-1 0-2086,1-2 1,0-2 2608,-3 22 1,4-23 0,0-16-1</inkml:trace>
  <inkml:trace contextRef="#ctx0" brushRef="#br0" timeOffset="198702">5093 11515 23825,'9'-19'-78,"3"14"72,-5 36 12,7 6 5,2 1 6,0-1 11,-3-6 16,-5-9 214,-4-9 11,-6-9-163,-10-12-27,-9-9-12,-10-16 39,-3-13-59,17 17 1,1-2-234,1-6 1,1-3 213,1-4 0,2-1-448,2-3 1,4-1 421,2 1 1,3 1-3,4 4 0,4 1-139,2 6 1,3 3 105,20-20-29,7 16 0,12 15 29,-17 11 408,11 16-380,-26 16 863,0 19-858,-13 19-9,-10-23 1,-3 2-121,-4 4 1,-3 0 131,-4 0 0,-1-1 0,0-4 0,-1-2 25,-13 17 5,10-22 6,11-15-5,6-11-12,8-4 18,8 0-12,24-3-34,-4 1 9,-1-2 0,3 0 128,24-6-131,-18 2 0,2 0 8,1-3 1,1-1-4,1-3 1,0-1-6,-3-3 0,-2-1 0,-3-2 0,-4-1 0,-4-1 0,-3-2 6,10-25-1,-16 0 18,-11 6 5,-16 8-28,-8 13-12,-11 12 1,-9 15 11,-3 14 413,1 14-446,4 22 21,17-14 12,6 19-5,19-21 16,8 5 0,14-9-5,9-12-12,6-12 17,1-16-11,-6-12 12,-8-14 16,-13-9-17,-14-4 6,-15 0 27,-10 4 1,-8 8 0,-2 10-11,4 9-1,8 7-61,7 4 6,9 1 22,12 0 0,14-3-6,19-4 9,-9 1 0,2-1-9,15-4 20,-15 2 0,0 1 31,3-2-51,5-3 6,-13 4 12,-13 5 16,-11 3-6,-5 5-39,-5 4 0,-4 8 12,-2 11-6,0 8-6,12 14 6,4-13 22,21 9-11,7-22 5,16 1 23,5-10 23,-3-7 185,-10-14-147,-20 2 40,-10-19-34,-20 0-16,-8-13-12,-3 13 0,-2 0-22,-9-10-37,6 10 1,-2 3 35,-12-7-38,8 7-28,-2 3-314,20 16-287,3 7 69,4 5-1647,7 15-4734,8 6 6087,4 5 0,-2-11 0,-4-10 0</inkml:trace>
  <inkml:trace contextRef="#ctx0" brushRef="#br0" timeOffset="199019">6759 11035 21299,'-17'-54'562,"0"0"0,0 0 1,0 2-1,0 0 1,-1 7-474,-1 11 1,-1 1-917,-7-11 0,0-1 1003,4 7 1,-1-1 10,-4-8 1,-1-1 13,-1-2 0,2 2-47,7 13 0,1 3 3,-11-21 531,14 29-761,10 16 28,2 5 28,9 33 29,2-2-183,3 9 0,1 5 162,1-1 1,2 4-15,2 5 1,1 5 0,0-3-102,1 5 0,2 1-53,-1-12 1,3 6 0,1-2 0,-1-6-511,9 6 0,1-5 267,-1-2 0,2 2 0,-1-7-23,1-6 1,1-5-3228,9 1 1,-2-6 118,-4-6 3551,15 2 0,-40-17 0,-4-1 0</inkml:trace>
  <inkml:trace contextRef="#ctx0" brushRef="#br0" timeOffset="199170">6486 10738 19434,'-50'-16'1209,"1"-1"1,4 0 0,18 0-1288,50 2-208,33-10-120,-26 15 1,5 1-1259,13-2 0,7-1 1,-4 2 1185,-1 2 0,-1 0 0,10-2 0,-5 1 0,-11 4 0</inkml:trace>
  <inkml:trace contextRef="#ctx0" brushRef="#br0" timeOffset="199862">2508 17569 19630,'-9'-44'1069,"1"-1"1,-1 5 0,3 8-493,6 19-538,0 9 6,-9 43-28,0-8-2168,-10 23 0,-4 5 2126,9-28 0,0 0-24,-6 9 1,-3 5-1,0-3-7,-3 2 1,0-2-183,-6 10 0,0 0-493,3-5 0,3-3-235,5-5 0,2-3-3431,-4 19 4397,14-24 0,7-16 0,4-12 0</inkml:trace>
  <inkml:trace contextRef="#ctx0" brushRef="#br0" timeOffset="200079">2427 17612 15978,'1'-55'2007,"0"0"0,1 3 0,0 12-1435,0 27-399,4 4-122,0 6 100,15 9 17,29 14-138,-18-7 1,2 0-151,2 2 0,2 0 134,8 0 0,3-2-9,5-2 1,0-1-402,-10-1 0,1 0 326,15 0 0,-1 0-597,-18-2 1,-3 0-4250,-3 0 1,-1 0 3979,22 5 1,-37-5 0,-15-5-1</inkml:trace>
  <inkml:trace contextRef="#ctx0" brushRef="#br0" timeOffset="202804">5226 16558 11452,'0'-4'7640,"0"1"-3971,0 3-3495,-2-20 50,-3 21-45,-7-2-39,-9 40-98,6-10 0,-1 4-22,-3 7 1,-2 5-1,1-3-1399,0-1 1,1 0 1372,1-2 1,-1 3-1,2-4-42,1 0 1,2-2-1390,-3 7 0,2-1 1339,2-8 0,2-1-321,0 2 0,3-7 250,6-15 23,10-18 191,11-32 42,2-9 0,1-3 668,-6 12 0,1-2-669,1-9 0,1-6 0,-4 5 37,-3 5 0,-3 2-48,3-10 1,-2 1 84,-6 11 0,-2 4 170,-1-14 280,-5-13-218,3 21 2893,-3 9-3257,4 21 113,1 8-119,10 4-5,15 2-15,8 3 1,4 2 3,23 3-398,-15-2 1,8 1-1,-6 0 397,-11-3 1,0-1-2,9 2 0,5 0 0,-1 0-18,8-1 0,-3-1-56,1 1 0,0 0-311,3 0 0,-4 1-1459,-16-2 0,-3 1 1840,20 2 0,-23-3 0,-17-4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4:41:26.9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23953 1697 32767,'15'-53'-57,"-1"-1"0,1 1 1,3-5-1,-6 6-1564,-12-11 497,-17 37 333,-11 6 305,-17 3-1458,9 15 1,-2 5 1515,-17 6-546,11 6 1,-1 4 627,12 1 0,2 3 157,-8 5 0,1 3 113,4 1 0,3 0 35,7-1 0,5 0-120,7 1 1,5-1 174,5 7 10,25 1 5,25-30-3,-7-5 7,-4-9 1,1-6 1383,-10-4 1,0-2-1371,8-7 1,0-3-12,-1-2 0,-2-2 33,-3-1 0,-1 1 22,-4 2 1,-2 1 569,14-22-397,-18 21-207,-8 9-18,-11 15-39,-5 11 371,-7 14-360,-9 20-9,1 0 1,0 3 57,4-11 0,1 2-74,-11 21 0,1 2-527,7-15 1,2 0 495,-2 8 0,1 2-20,6-1 1,4-2 25,3 10-34,27-2 57,-3-45-12,28-6 0,-3-26 16,-13 3 1,3-4-325,12-14 0,0-4 336,-5 2 0,-1 0 0,0-1 0,-2 0 5,-5 3 1,-4 1 584,11-15-556,-21 22 0,-1 0 66,4-13 29,-12 13-112,-9 14-23,-6 9 1241,-4 15-1224,-9 25-28,3 8 9,6-11 0,1 0 410,2 14-411,8-11 1,4-2 8,4 1-8,8-2 0,6-3 8,14-8 16,-3-10 1,0-4 11,7-9 6,5-11 39,-18-16-6,-4-10 17,2-17-42,-17 25 0,-2-1 0,-1-6 0,-2 1-31,1-11 6,-3-8-3387,-3 29 3342,0 6-347,1 6-449,2 19-133,2 1-3580,9 18 4537,0-3 0,-2-3 0,-5-6 0</inkml:trace>
  <inkml:trace contextRef="#ctx0" brushRef="#br0" timeOffset="737">25096 1789 18919,'-1'-7'3960,"0"2"-2684,1 5-37,0 0-1032,-25-15 45,42 10-151,-15-14-51,49 11-5,-12-2 58,-9-7 1,-3-2-59,-4-1 39,14-29 5,-32 21 23,-6-6-67,-5 12 45,-14 4 5,-15 13-61,-15 10-23,6 3 11,-6 18-16,20 1-6,2 2 0,4 13-73,18 8-56,14 3-198,5-20 0,5-1 114,7-5 0,4-3 78,-4-4 1,2-3-175,10 3 1,3-4-393,10-8 1,2-4 439,-7-2 0,-1-3 199,5 0 0,-3-6 51,-15-7 0,-4-2 34,2-5 71,12-20 219,-12-3-108,-7 8 613,-2-17-199,-16 29-5,-4-7-194,-7 14 139,-3 8-480,-4 4-44,0 11-33,0 6-40,6 11 35,4 4 29,13 6-31,11 0 5,13-3 0,21-5-11,-15-12 27,7-6 12,-13-16 23,9-15 5,-4-8 22,-4-14 34,-20 5-73,-8 8 57,-19-7-63,2 22 124,-35-8-62,9 23-44,-19 5-40,21 8-11,-11 22 11,21-1 0,-7 19-67,20 2-551,18 7 414,5-28 0,5-1-155,8 0 1,5-2-272,5-1 0,4-4-756,3-1 0,1-4 1375,4-3 0,-3-3 0,5 1 0,-8-6 0</inkml:trace>
  <inkml:trace contextRef="#ctx0" brushRef="#br0" timeOffset="2371">25969 1679 11306,'0'-5'9830,"0"2"-8895,0 3-15,4-64-254,-5 44-434,3-16 1,-3 4 47,-2 27-202,-1 2-50,-2 5 6,-4 6 11,-7 9 5,-5 8 0,-4 10 23,1 7-17,1 7-363,1 7 380,3 2-12,4-2 7,7-6 16,5-9 123,11-10 135,11-10-28,18-9-62,16-11-168,-20-5 0,2-3-200,4-2 1,0-4 174,1-3 0,0-4-147,-1-3 0,-1-2 110,-3-3 1,-1-3-15,-2-1 1,-3-1 27,-3 1 1,-3 0 24,-5 4 1,-3 1 39,3-17 5,-13 13-33,-10 12-95,-1 9 337,-1 6-320,-1 10 665,-1 8-654,-2 13 11,-3 9 22,-4 11-39,-2 6 11,0 5-17,-1 0-27,2-7 27,0-8 1,-4-10 16,-6-9 0,-10-7-5,-11-8 22,-11-5-244,29-5 1,0-2 220,-29-8-10,10-8-34,13-8 16,14-8 23,12-7-17,7-7 1,9-4 32,4-2 12,5 2-16,3 2-7,-2 7 12,-2 7 11,-3 13-6,-4 8 432,-1 9-471,-3 5-17,0 2 40,2 7 27,3 8-38,4 12-23,1 9 22,0 9 6,-2 4 0,-4 7 0,-3-1 0,-1 0 0,0-8 0,3-9 28,7-10-5,11-8-29,11-9 12,13-8 16,11-15-255,-24 3 0,0-4 244,3-6 1,-2-3-4,1-5 0,-2-2-2,-1-2 0,-3-3 2,-3 0 0,-3 0 9,-4 3 0,-2-1 11,3-21 6,-11 8-12,-7 8 6,-3 7 6,-1 9-23,1 8 465,0 6-577,0 6 52,2 13-209,-1 7-397,-1 19-1076,-5 11-3500,-7 10 4383,-1-5 0,4-19 0,4-16 0</inkml:trace>
  <inkml:trace contextRef="#ctx0" brushRef="#br0" timeOffset="2771">26682 1900 19692,'0'-3'5175,"0"1"-3472,0 2-1653,2-29-16,1 22-6,5-21 16,8 30 12,9 0 23,8-3 5,5-7 11,1-9 17,-3-9-6,-7-8-16,-8-5 44,-9 2 23,-10 7 0,-19 7-129,2 12 78,-31 10-78,21 8 28,-25 14-16,16 8-18,-4 15-28,8 10 0,18-18 1,4 1-23,-3 14-42,11-15 0,4-1-411,18 8-548,-3-16 0,4 0 1029,9-1 0,1-3 0,5 4 0,0-7 0</inkml:trace>
  <inkml:trace contextRef="#ctx0" brushRef="#br0" timeOffset="4020">7331 1219 20548,'-8'-42'875,"-1"-1"1,3 3 0,0 13-831,3 26 185,1 15 5,-2 16-2271,-2 4 0,0 3 2069,-4 21-48,3-18 0,-2 6 0,1-3-137,1 3 0,-1-1-75,-1 9 0,1 1-784,2-1 0,3-3-2505,2-12 0,1-2 3516,2 4 0,0-3 0,1 7 0,1-23 0</inkml:trace>
  <inkml:trace contextRef="#ctx0" brushRef="#br0" timeOffset="4428">7369 1133 14816,'-29'-42'1058,"-1"1"1,0-1 0,1 5-1,0 1 1,-4 11-547,-17 11 1,-2 13-2187,2 7 1,0 5 1765,-1 2 1,0 5 26,15 3 1,0 5 0,2 2-214,-10 13 1,1 5 145,6-6 0,1 4 1,0 0-27,3 3 0,1 2 0,2 3-18,9-6 1,1 2-1,2 1 1,4-1-9,-1 7 0,5-1 0,2-1-8,1-2 1,2-1 0,9-1-31,13 0 1,8-1 0,2-6 17,-3-9 0,5-4-11,7-1 0,9 1 1,2-1-1,-2-7 6,-1-6 1,-1-6 0,4 0-313,2 0 0,5 1 0,-1-2 1,-3-3 343,-3-2 1,-3-2-1,3-4 39,0-4 0,3-3 1,-1-1-1,-6 0-191,3-3 1,0-4 194,-2-3 1,5-5-1,0-2 1,-7-1-16,-9 1 1,-5-1-1,1-4-171,12-13 0,1-4 0,-6 1 147,-3-4 0,-6-2 2,-9 7 0,-1-3 0,-4 2 192,-1-10 0,-6-2-161,-6 5 1,-4-4 0,-4 4-23,-4 10 1,-3 3 0,-6 0 309,-7-3 0,-5 2 0,-5 5-351,-4 8 0,-3 6 1,0 2-31,6 4 1,0 3-1,-1 1-298,-11 1 0,-3 2 0,1 3 347,7 4 0,1 2 0,3 1 0,-6-3 0,3 2 0,6 3 0,1-1 0</inkml:trace>
  <inkml:trace contextRef="#ctx0" brushRef="#br0" timeOffset="6499">8504 1059 27399,'-7'0'3429,"2"0"-2773,5 0-136,0 0-384,62-69 177,-31 50 1,4 0-314,4-11 0,6-5 0,-1 5 0,12 5 0,0 5 0,-2-1 0,-1 1 0,-7 1 0,-2 1 0,-8 2 0,-3-1 0,13-14 0,-21 0 0,-17-1 0,-26-9 0,1 13 0,-23-9-1747,10 17 1184,-7-3-1160,5 5-183,7 6 483,9 6 668,7 3 541,5 4 229,5 2-40,11 14-140,8 4 32,15 15-2,9 3-139,-19-16 0,0 0 151,2 3 1,-2 2 21,-2 1 1,-2 2-88,-4 1 1,-3 2-75,-5 2 1,-5 0-181,-5 1 0,-4 1-473,-3-1 1,-3 0-1439,-2-4 1,-1-2 2352,-9 15 0,10-22 0,7-15 0</inkml:trace>
  <inkml:trace contextRef="#ctx0" brushRef="#br0" timeOffset="7722">9636 713 21181,'14'58'110,"1"1"0,-2-5 0,-2-3-70,-2 10 27,-4-3 67,-2-6 34,-6-11 119,-2-12 211,-2-13-84,1-12-206,1-18-46,2-17-67,0-22-70,3 18 1,1-2-349,2-5 0,2-2 354,1-4 0,3 0 5,1 0 0,2 1-16,2 1 0,0 2 5,2 4 0,0 2-14,1 5 0,1 3-103,19-19 86,2 15 12,1 12 5,9 17-22,-16 7 56,11 22-40,-23 12-33,-4 21-140,-17-21 0,-5 3 151,-7 3 1,-6 1 24,-7 3 0,-5-2 0,-3-2 1,-3-2 10,1-5 1,0-3 22,3-6 0,2-5 211,-16 7-40,16-18-118,16-17-61,16-10 271,15-8-305,20 0 667,-6 10-706,18 6 34,-12 14 5,14 4-6,8 6-317,-27-6 1,1-1 314,2 0 0,0-1-9,2-2 0,0-1 3,-1-3 0,1-2 3,-1-2 0,0-4-61,-2-2 0,-2-2 50,-1-3 0,-3-1 27,19-18 23,-12-2 11,-15 3 40,-11 3-23,-15 7-45,-7 6 652,-10 7-657,-8 11-12,9 2 142,-5 15-136,13 3 11,-2 10-16,6 4-1,4 3-16,8 1-23,10-2 11,19 0 29,-3-16-7,19-1 46,-14-16 56,9-18-57,-17 2 46,0-27-12,-18 4-17,0-13 12,-11 0 27,-5 4-33,-7 8-22,1 8 16,3 9-55,5 9-46,8 4 46,4 3 5,13 1-23,10 1-5,15 1 17,9 0 0,3 2-11,-2 2 16,-8-1 12,-10 1-6,-12-2-12,-11 1 29,-7 0 11,-3 4-28,-5 4 6,-2 5-6,-3 6 0,-1 4 22,3 10 1,5-5-23,9 4 0,3-15-17,11 1 34,1-10-3331,13-3 3353,-10-7 112,9-20-95,-22 2 79,6-22 0,-14 5-1,-2-13-39,-12 2 12,-10 2-18,-10 8 3365,-5 7-3409,3 9-28,7 6-197,10 5-128,8 8 17,6 3-992,9 12-1702,9 10-6145,12 14 9130,-1 0 0,-9-12 0,-9-11 0</inkml:trace>
  <inkml:trace contextRef="#ctx0" brushRef="#br0" timeOffset="8066">11444 1098 24495,'11'-49'144,"0"-1"0,1 0 0,1 3-110,0 11 0,1-1 33,5-15 0,0-2-8,-4 6 0,0 2-270,0 0 1,-3 2 283,-4 9 0,-4 4 482,-5-5-438,-10 2 206,-11 14-295,-3 13-17,-2 16 1,10 4 167,0 23-213,9 2 1,1 3 10,-2 16-220,6-2 0,3 0 187,6-22 0,3-1-31,4 10 0,2-1 14,-2-10 1,3-1-1843,13 13 1,1-4 1556,1 1-749,1-1 0,-1-1-1576,-8-6-2347,4 9-3231,-20-25 7855,-4-7 1,-3-7 0,1-1-1</inkml:trace>
  <inkml:trace contextRef="#ctx0" brushRef="#br0" timeOffset="8266">11397 837 12965,'-9'0'6407,"1"0"-5387,8 0 49,0 0-755,71-44-143,-36 31 0,2 1-807,16-15 1,3 1 856,-5 12 0,-3 3 9,-13 1 0,-1 0 227,25-6-810,-15 1-2997,-30 12 3350,-9 5 0,-4-1 0,-2 3 0</inkml:trace>
  <inkml:trace contextRef="#ctx0" brushRef="#br0" timeOffset="14477">7259 1408 17600,'0'-11'3686,"3"-22"0,0-3-3140,-4 12-547,4-10 0,-2 2 413,-10 18-838,6 8 150,-4 0-40,6 5-204,0 0 218,1 10 39,0-1 142,-2 19 61,-5 3 143,-6 18 20,-4 9-50,6-19 1,1 0-677,3-4 0,1-1 629,-3 29 16,9-10 40,6-6-51,-2-10 23,7 7 44,-7-29 68,1 1 302,-3-12 1105,-1-8-1480,-1-21-34,0-10 12,1-23-46,1 26 1,1 1-12,2-25 28,3 12 1,2 1 39,2-15-700,-3 19 0,-2 2 677,1-3 129,-5 7-129,-3 23-16,0-1-35,-2 11 35,0 21-1,-1 11-5,-2 30 0,1-6 2,0-3 1,1 1-241,1-14 1,0 0 220,0 16 0,0-1 0,1 8-64,1-27 0,0-3 114,0-1-22,0 3 190,0-22 141,0-17-314,-1-13-12,1-16-27,-1-2 22,5-25 5,3 2 447,1 12 0,2-2-469,-1 8 1,1 2-7,3-7 1,0 5 0,0 1 153,-3 10-164,-9 25 10,-1 4-5,-4 15 0,-4 14 23,-6 19-6,-2 14-6,8-28 0,0 1 385,2 1 1,1 0-403,2-3 1,0 0 10,4 2 1,1-3-6,0 8 12,4-3 49,-4-26 23,-1-4-22,-2-14-29,-3-13-10,-2-18-29,-1-11 6,3-8 6,8 1-6,3 6 0,3 13 5,-3 15 7,-3 11-52,-3 8 18,-1 7 22,0 2-84,0 19-123,0-4 207,-2 11 0,-1 1 0,2-11 0,-3 19 0</inkml:trace>
  <inkml:trace contextRef="#ctx0" brushRef="#br0" timeOffset="17773">6458 2074 10041,'35'-44'1973,"0"0"1,-4 4-1,-5 8-634,-12 20-298,-5 5-677,-1 2 561,-6 12-102,-10 12-302,-11 20-351,2-13 1,-3 2-282,-6 5 0,-2 2 304,-5 3 0,-3 1-769,-3 3 1,-2 1 622,-1 2 1,-1 0-20,13-14 0,1-1 0,-1 0 11,-15 15 0,1-1-22,1-3 1,1 0-50,2-3 1,2-1-210,5-5 1,2 0-729,7-6 1,3 0 968,-4 12 0,13-19 0,11-8 0</inkml:trace>
  <inkml:trace contextRef="#ctx0" brushRef="#br0" timeOffset="18759">4757 3306 20470,'11'-39'513,"1"-1"0,-2 0 1,-2 17-340,-6 28 112,-1 12-17,-4 31-236,-3-7-275,-3-3 1,-2 1 263,-1-9 1,-2-1-15,-3 7 1,0 1 2,0-4 0,0-2 29,-11 19 148,9-17 41,9-16 29,7-15-140,8-18-57,7-16-16,11-19-23,-8 20 1,2-1-127,2-2 0,1 1 115,1 0 0,0 1 14,0 4 1,0 2-9,17-16-17,-6 15-6,-5 14-11,-1 12 0,-1 15 29,-2 14 608,-3 16-682,-3 11-33,-5 4-23,1 3-61,0-8-11,5-8 55,3-14 51,7-14 17,7-20 33,7-21 40,6-17 25,-23 14 0,0-2-148,-1-1 0,-1-1 164,-2 2 1,-1 0 114,11-20 46,-11 14-68,-10 15-157,-7 11-17,-4 13 34,-2 10 0,-2 11 0,2 18 0,2-13 290,8 11-290,6-22 6,6 0 38,2-9 102,2-12-73,-8-5 33,3-17 23,-8-5 39,1-11 6,-5-4 55,-1-5-167,-3 17 5,0-5-73,0 21-240,3 0-101,4 9-247,5 11 152,1 3-869,6 14-1288,-4 5-2974,4 11 5573,0 6 0,-10-19 0,-1-4 0</inkml:trace>
  <inkml:trace contextRef="#ctx0" brushRef="#br0" timeOffset="19292">5832 3515 11558,'0'5'8486,"0"-1"-4179,0-4-3836,9-2-443,-3-3 5,8-4 29,4-11-23,6-10-16,9-15 5,-11 10 0,-2-2-26,-3 2 1,-2 0 2,0 0 1,-2 0 0,-4 2 0,-2 2 44,-2-10 23,-4-3 39,-13 11-67,2 15 101,-7 5-124,10 11 1,-3 7 5,2 13-45,-7 33 11,5-8-8,2 6 0,2 1-604,2-3 612,1-2 1,3 1-23,7 9-118,0-22 1,3-2 106,20 21 22,-2-30 0,3-4 11,14 2-5,-8-14 0,3-6 19,-3-13 0,1-5-2,0-2 0,0-3-709,6-11 1,-4-5 716,-10-2 1,-4 0-7,-6 6 1,-3-1 8,1-13 0,-4-1 230,-4 10 1,-2-2-105,1-19 0,-3-1-59,-4 22 0,-3 3-104,0-1 1,-2 5 103,-10 11 135,-4 12-180,7 4-17,-7 9-10,7 16 10,-3 33-33,8-20 0,0 0 423,1 3 0,0 2-477,1 7 1,2 2-338,3-3 1,0 1 0,2-1-36,-1 4 0,2 1-2397,3 0 1,2 4 0,2-8 2833,1-12 0,0-5 0,9 22 0,-8-24 0</inkml:trace>
  <inkml:trace contextRef="#ctx0" brushRef="#br0" timeOffset="19809">7816 2050 16689,'-8'-3'4731,"1"1"-4108,7 2 1101,0 0-982,2-16-481,9 17-58,17 1-65,1 18-101,1 10 1,0 2-109,0 5-308,4 11 1,1 4-1275,-14-19 0,1-1 1583,15 21 0,0-3 1,-3-5-1,2-6 1</inkml:trace>
  <inkml:trace contextRef="#ctx0" brushRef="#br0" timeOffset="21102">8465 3159 22475,'15'-23'191,"8"33"-152,-7 33-22,-4-11 0,-2 2 67,4 22-14,-10-24 0,0-1-3,1 9 140,-3 5 140,-2-26 140,-1-1 23,-1-10-180,-3-9-201,-3-9-39,-4-12-17,0-11-40,-1-7-10,2-4 16,2 0 6,0 4-34,-2 7 6,2 10 17,-5-1-12,6 9 6,-3-5 11,5 5-27,2-2-12,1 4 11,2-8-11,1 7 5,2-6-5,-1 7 17,2 2-11,-3 3 11,1 2-6,-1 3-50,1 4 11,1 7 84,4 10-20,4 15 11,5 12-17,3 7-300,1 2 259,-1-2 28,-1-6-11,-6-11-34,1 4-20,-6-18 23,0 5 214,-3-16-85,-2-5 165,0-8 165,-1-8-361,-1-14-28,-2-13 16,0-11-27,1-8-34,2-2-255,7 3 478,6 6 54,6 10 46,10 5 101,-7 16 25,11 3-23,-8 14-113,11 7-203,4 10-308,2 13-192,1 8-324,-1 7-301,0 1-213,0-1-215,-1-5 96,-3-11 256,-6-11 292,-6-10 833,-5-14 152,-4-11 217,-3-15 44,0-8 36,-3-5 43,0 2 52,-3 5 138,-2 9-102,-3 10-343,-4 9-341,0 6-128,-1 7 262,1 10-81,3 10-50,4 12-3,6 8-66,9 4-9,7-4 45,8-7 47,5-11-135,0-11 291,-5-15 112,-7-14 76,-7-16 94,-8-29 9,-8 16-203,-4 11 0,-2-1 393,-4-8-114,-3-7-155,-4 8-214,-1 12-291,2 9-382,3 11-552,4 8-244,4 13-3518,7 12 4839,2 6 1,0-7-1,-4-9 1</inkml:trace>
  <inkml:trace contextRef="#ctx0" brushRef="#br0" timeOffset="21676">9730 3275 30674,'9'-45'-133,"1"1"0,-1 1 0,2 3 194,4 11 1,0 2-529,-2-5 0,-2-2 433,-1-5 0,-3-1-122,-2-2 0,-1 0-22,-1 1 0,-2 2 52,-2 4 1,-3 3 78,-5-16-251,-8 17-33,0 13-231,1 10 197,1 17 542,6 4 1,-4 28-72,6 11-71,2-4 0,3 2-7,2-4 1,2 0 206,0-1 0,2 0-206,6-4 1,3-3-163,15 17-455,-7-23 1,2-1 391,3-5 1,4-4 110,2-4 1,3-4 97,4-4 0,1-4 63,1-6 1,1-4 48,0-5 1,0-4 55,-2-6 1,-2-4 51,-2-5 1,-3-5-19,-3-3 0,-3-5-60,-2-6 0,-5-3-459,-2-5 1,-5-3 309,-5 17 0,-3-2 0,0 1-542,0-22 0,-2 1 433,-5 5 1,-3 1 28,0 7 0,-3 3 30,-6 5 0,-2 5-110,-11-14-112,1 17 323,7 23-69,8 11 890,-2 15-452,3 40-313,4-6-55,5 1 0,3 3-245,5-8 1,2 1 173,0-7 0,2 3 0,1 0-111,3 0 0,0 1 1,3 0-997,4 8 1,2 2-1,-1-4 711,4 9 1,-2-5 0,-2-6-1,-3-6 1,-6-7 0</inkml:trace>
  <inkml:trace contextRef="#ctx0" brushRef="#br0" timeOffset="26664">27519 1973 16532,'-5'-1'1518,"1"0"-2380,4 1 184,97-20-1741,-57 18 1,2 1 371,11-3 1,5-1 0,-4 3 1550,-1 5 1,-6 3-1,13 3 1,-32-4-1</inkml:trace>
  <inkml:trace contextRef="#ctx0" brushRef="#br0" timeOffset="26821">27564 2174 13950,'-4'1'2409,"1"-1"-1939,3 0-1383,106-8 32,-63 6 0,2 1 0,16-4 1,-2 1-1,3 3 0</inkml:trace>
  <inkml:trace contextRef="#ctx0" brushRef="#br0" timeOffset="29572">25725 4715 12825,'6'-43'1536,"-1"0"0,1 0 0,1-11 0,-2 11-1362,-3 20-208,-2 21 197,1 14 72,1 16-67,5 21-118,-3-14 1,2 3-644,0 8 0,1 3 618,0 10 1,-1 2-528,-2-14 0,0 1 1,-1 0 527,0 5 0,-1 1 0,0 0 0,0 3 0,-1 1 1,0 1-1,0 2 0,-1 0 0,1 0-512,-1-13 0,0 0 0,0 0 0,0 0 511,-1 2 0,0 0 1,0 0-1,0 0 3,-1 2 0,1 0 0,0 0 0,-1 0-332,1 1 1,-1 1-1,0-1 1,0 0 315,1 1 1,-1-1-1,1 2 1,0 1-200,1-3 1,-1 2 0,0 2-1,1-3 1,0-2 184,0 11 0,0-4 1,1 4 3,0-12 0,0 3 0,0 1 1,0-2-1,1-3-54,2 10 1,-1-4-1,2 3 32,-1-6 1,0 3-1,1 0 1,0 0-49,0-2 1,0 0 0,1-1 0,0 0-184,1-3 1,-1 1-1,1-1 1,1-1-1043,2 14 1,1-1 0,-1-3 1257,0-9 1,0-2 0,-1-4 0,1 2 0,0-7 0,0 3 0</inkml:trace>
  <inkml:trace contextRef="#ctx0" brushRef="#br0" timeOffset="30487">29674 4788 17042,'5'-48'1374,"1"0"0,-1 4 0,0 8-579,-1 13-262,1 8-275,0 6-169,0 5-33,3 4 6,3 9 0,2 7 44,1 23-11,-6 5-28,-3 4 29,-9 12-532,-4 0 478,1-20 0,0 3-426,-1 5 0,0 1 412,0 3 0,2 2-17,-1 4 0,2 2-612,1 1 0,0 2 616,3-20 0,-1 1 0,2 0-10,0-1 1,0 1 0,1 3 8,2 2 0,-1 4 0,2 0 0,-1-5-981,1 16 0,0-2 972,0-7 1,1 4 0,-1-5 19,0-1 1,-2-3-251,1 4 0,-2 2 249,1-11 0,-1 2 1,0 1-454,-2 9 1,-1 2 0,1-4 442,-1 4 0,-1-2 10,-1-4 1,-2 2-1,1-4 66,-3 0 1,0-3-75,-1 13 1,0 1 5,1-4 1,1-2-6,2-2 0,1 0-12,2 5 1,1-1-4,3-9 1,0-3 518,0-3 0,1-2-521,2-5 0,0-3 682,0 18-676,1 8-639,-6-1-5142,-8-17 5775,-3-7 0,1-21 0,3-8 0</inkml:trace>
  <inkml:trace contextRef="#ctx0" brushRef="#br0" timeOffset="32481">27793 7381 19204,'12'-45'638,"0"0"1,0 1-1,-5 18-722,-7 28 124,-6 17-24,-5 21-30,2-9 0,0 2-667,-3 8 0,0 2 269,1 5 1,1 1-713,0 1 1,2 2-1431,2-3 0,2 0 1984,3-9 0,2-2 1,0 7-1,3-22 0</inkml:trace>
  <inkml:trace contextRef="#ctx0" brushRef="#br0" timeOffset="32851">28110 7105 11451,'-42'-31'742,"0"-1"0,0 1 0,0 0 0,-12-7 1,-1 3-1,2 9-563,10 13 0,2 6 1,-2 4-467,0 1 0,0 4 0,-1 2 401,2 3 0,0 3 1,1 3-33,1 4 0,1 2 0,1 4-13,2 3 0,2 2 0,2 3-17,1 3 1,2 2-1,3 2-32,3 2 1,2 1 0,4 2-224,3 1 1,2 2 0,5 0 211,5 0 0,4 1 1,5-1-1,3 2 0,4-2 1,4 0 4,6-2 1,4-1 0,4-2-4,4-1 1,4-2-1,2-3 13,4-2 0,4-2 1,1-3-184,4-2 1,1-3 0,1-2 314,2-3 1,0-2 0,1-4 56,0-1 0,0-3 0,1-6-23,-9-6 0,2-4 1,0-2-1,-5-1-121,-1 2 1,-4-2-1,1-4 29,-2-5 0,2-5 0,-2-2 0,-7-1-211,-5-4 0,-7-1 1,0-3 179,5-9 0,-2-4 0,-4-1-28,-5-2 0,-3-1 1,-5 0-31,-5 0 0,-4 0 1,-5 1-38,-5 3 0,-5 1 0,-6 3-144,-6 2 0,-6 3 1,-5 4-787,-9 1 0,-5 4 0,-1 3 807,1 5 1,-1 3-1,2 2 1,-5 0-1,4 4 1,20 7-1,0 1 1</inkml:trace>
  <inkml:trace contextRef="#ctx0" brushRef="#br0" timeOffset="35488">30172 2884 14510,'1'-9'2935,"-1"1"-2294,-6-24 1,-6-4 30,-14 12-420,3-14 0,-7 6 64,-12 32 1,-3 11-1153,12-6 1,0 3 1014,-25 13 0,-2 5-84,11-1 0,-1 2-60,6-2 1,-2 1 0,0 2-638,-4 3 0,0 1 0,-1 1 609,0 1 1,0 1-1,0 0 2,3-1 1,0 1-1,2-1-2,4-2 1,2-1 0,2 0 53,-10 10 0,4-2-64,9-6 0,3-1-20,9-6 1,2-2 56,-9 11 864,18-21-820,10-13 1949,16-29-1977,8-16-22,-4 4 0,1-5 17,-2 6 0,-2-1 102,1-8 1,-3 2-8,0-9 173,-11 2-33,-12 22-100,-10-1-63,-11 15-10,-15 15-79,14 7 16,-11 18-27,20 7 11,-4 17 39,8 9 0,12-17 1,1 1-12,2 16 5,6-16 1,4 0 72,14 10-58,-4-20 0,4 0-6,12 1 0,5-4-637,-2-7 1,1-2 496,2-2 0,0-4-557,2-5 0,-1-3 627,-4-2 0,-2-1 0,14 0 0,-9-1 0</inkml:trace>
  <inkml:trace contextRef="#ctx0" brushRef="#br0" timeOffset="36854">28669 9394 19008,'-20'9'1350,"5"22"-852,16 20-129,15-11 1,6-2-190,18 11-701,-8-21 0,5-2 599,5-3 1,5-3-627,2 0 1,5 0-1,1 0 570,2 1 1,1-1 0,3 1-16,-8-3 0,3 0 0,0-1 0,-2-1 4,8 3 0,-1-3 0,-4 0-2,-11-3 1,-2-2-1,1 1 13,5-1 1,2 1-1,-1-2 19,0-2 0,0-1 1,-2-1-28,13 3 0,1-2 2,0-1 1,4-1 0,-7-3-421,-11-4 0,-3-2 432,11 2 0,-2-3 50,-14-4 1,-5-5 313,13-23-151,-10-6-34,-14-13 17,-29 4 522,-5 11-371,-19-9 6,1 14-90,-6-6 1,1 2-231,7 13 1963,6 6-1985,4 10 1200,3 6-1239,1 2 11,0 7-17,7 7 1,5 10 16,5 1-39,18 16 30,0-11 1,3 1-9,2 2 1,1 2-385,8 8 1,-2 0 296,-9-6 0,-3 0-187,5 19-3770,-30-14 0,-9 0 4050,-17 6 0,-2 3 0,7-29 0</inkml:trace>
  <inkml:trace contextRef="#ctx0" brushRef="#br0" timeOffset="53256">1572 4867 14880,'13'-46'1570,"0"1"0,-1 0 1,-3 7-339,-6 16 0,-2 1-1002,-2 11-174,-1 16-22,-3 6 16,-3 28-100,-3 14-772,3-14 0,0 3-2754,1 7 0,1 0 2953,0-3 0,2-3 1,-1 14-1,5-26 1</inkml:trace>
  <inkml:trace contextRef="#ctx0" brushRef="#br0" timeOffset="53646">1913 4357 15539,'-54'-3'625,"0"0"0,2 2 1,10 6-408,16 11-44,10 12 256,18-6-212,13 10 242,16-2-185,6-2 10,11-5 57,-9-15-163,-10-7 183,0-11-122,-11-10 197,-1-33-291,-8 18 235,-14-22-185,-4 38 320,-12-7-320,-5 13-213,1 3-5,1 6-427,9 17-778,9 7-8604,4 16 8700,4-9 1,2-6 0,-1-15-1</inkml:trace>
  <inkml:trace contextRef="#ctx0" brushRef="#br0" timeOffset="53963">2484 4565 19008,'-42'-6'1150,"0"-1"0,-2 1 1,9 1-776,19 5-302,-1 0-1,19 8 63,16 13-102,-1-1 7,21 19-52,-6-4-301,-10-11 0,0 1 296,13 16-73,-8-9 1,-2-1-40,0 1-193,1 0 0,-2-1-20,-9-7-1708,0 21-929,-29-24-3003,-17 7 5445,-8-14 0,11-7 0,12-4 1</inkml:trace>
  <inkml:trace contextRef="#ctx0" brushRef="#br0" timeOffset="54138">2341 4798 13816,'22'-40'1550,"0"1"0,1 0 0,6-14 1,-2 10-588,-4 17-566,-10 14 657,-8 15-403,-18 18-293,-18 22-252,5-10 1,-3 2-852,-7 11 0,-3 2 726,10-11 1,-1 1-1,1 2-605,-2 2 1,-1 2 0,2 1-247,0 0 0,2 0 0,1-1 530,4-6 0,2 0 0,2-3 0,0 0 0,3-4 0,2 2 0</inkml:trace>
  <inkml:trace contextRef="#ctx0" brushRef="#br0" timeOffset="56454">4092 4867 11486,'-9'-54'2266,"0"1"1,3 4-1,-5 10-871,-13 19-521,-5 4-381,-14 3-247,-6 12-89,-8 16-790,25 0 1,0 3 671,-3 6 0,1 5-11,-4 14 0,3 2-23,11-13 1,3 0-3,-1 14 0,7 0 426,16 6-446,15 5 40,21-16 38,14-19 18,11-20-167,-31-10 1,-1-4 146,2-5 0,-2-4 8,-2-5 1,-1-4 44,2-10 0,-4-1-68,-7 12 1,-3 0 47,2-11 1,-3 2 142,-4-3 79,-1 0 604,-5 19-839,-10 17-40,-8 22-11,-14 20-9,9-8 1,-1 3-216,-3 7 1,0 3 198,-2 6 0,1 2-602,0 6 0,0 1 554,10-17 0,0 0 1,1 1-40,-3 18 0,3 0-269,4-6 0,6-3 280,5-8 1,5-4-175,18 16-27,11-23-101,8-21-276,9-26 186,-21 0 1,1-4 22,4-7 1,0-4 94,3-4 0,1-3 192,0-4 0,-2-2 99,1-2 0,-3-2 70,-3 1 0,-3 0 30,-2 1 1,-3 2 33,-5 3 1,-2 3 45,7-19 182,-14 25 0,-2 2 378,-1 2 546,1-3-917,-9 26 903,-2 10-952,-6 17 669,-5 10-793,-5 17-123,8-18 0,0 0-15,1 4 1,2 0-67,0 1 0,2-1 69,2-2 1,3-1 44,9 19 96,12-17 107,12-18 38,9-19-34,6-17-10,1-16-110,-27 14 0,-1-3 70,-1-7 1,-3 0 145,5-12-168,-8-13-40,-14 28-78,-6-2-67,-1 10-145,-2 9-191,4 7-364,5 12-1485,9 8-7646,7 12 9373,0-5 1,-5-5-1,-7-12 1</inkml:trace>
  <inkml:trace contextRef="#ctx0" brushRef="#br0" timeOffset="56830">5221 5003 23853,'-40'10'132,"0"-1"1,3-1 0,12 3-33,27 5-44,3-4 152,21-3-96,0-9-17,16-8-17,-2-11-5,-3-12-39,-4-7 33,-9-3 78,-11-6-77,-15 15-40,-7 6 11,-18 17 51,-3 11 16,-9 10-33,0 9-6,6 13-50,8 7-17,10 7-11,9 4-23,14-2-78,13-5-230,19-7-92,-13-22 0,3-3-986,5-1 0,2-3-1613,3-3 0,0-1 3033,-4-2 0,-2-1 0,9-1 0,-21-1 0</inkml:trace>
  <inkml:trace contextRef="#ctx0" brushRef="#br0" timeOffset="57547">5727 4921 14509,'5'-45'1253,"-1"0"0,0 5 0,-3 8 1256,-5 13-2481,-1 16 816,0 8-783,-1 22 12,0 12-11,0 20-37,3-24 0,2 1-17,3 7 1,4 0-221,2-9 1,1-1 233,14 24 1360,16-26-1247,-3-20 117,18-13-96,-9-17 12,3-22-1625,-29 15 1,-2-2 1523,7-21-17,-12 17 1,-2-2-42,-3 2 1,-2-1 54,-1 0 1,-2 1-37,1-18-39,-9 21 606,2 24-763,-1 3-45,4 12-184,0 11 2974,9 15-5893,14 23 1047,-1-15-1652,-1-13 0,2-2 3921,6-1 0,-5-5 0,-9-13 0</inkml:trace>
  <inkml:trace contextRef="#ctx0" brushRef="#br0" timeOffset="57830">6406 5023 9839,'2'-3'9830,"-1"1"-5730,-1 2-3904,-19-11-56,15 13 140,-7-6-106,26 12-46,12-2-83,0-6 95,32-21-95,-32 6 8,2-8 0,-4-2-8,-13 1 62,1-21-68,-16 23 17,-10-9 50,-17 14 35,-6 3 10,-10 15-45,7 12-72,11 6-28,-1 14-102,12 17-83,4-6 179,17 6 0,4-1 0,-3-19 0,16 28 0</inkml:trace>
  <inkml:trace contextRef="#ctx0" brushRef="#br0" timeOffset="62412">29657 4652 6966,'5'-6'3383,"0"1"-504,-5 5-1910,0 0 1467,30-59-1232,-16 37-739,5-12 0,1 3 236,-5 19-203,-1 4-140,-5 3-89,-3 3-107,-5 1 90,0 1-72,-4 6-1,-1 8-95,-2 5-23,1 7-21,2 0 44,4 10-34,1-1-33,1 0 33,0 2 29,-1-4 72,-4 23-118,-1-16 97,-7 21-18,-2-16-56,3-7 0,0 0-11,-5 15-226,7-13 0,0-1 249,2 16-40,3-20 0,0 1 5,2 0 1,1-1 13,1 0 1,0 0 2,2 1 1,-1-1-15,2 2 1,-1 1-7,0 0 1,0 1-6,0 1 1,-1 0-12,0 0 0,-1 1-368,0 0 0,-1 0 376,0 2 1,0 0-4,0 1 1,-1 1 16,0 1 1,0-1 5,-1 1 0,1 0 11,-1 0 0,0-1-8,0 1 0,-1 0-15,0 0 1,0 0 5,-1 0 1,0 0-6,-1 1 0,1-1-17,0-10 0,-1 0 8,-1 18 1,0 2-4,2-9 1,0-1-18,0 2 1,0-1 8,1 3 1,2-3-424,4 15 451,-2-24 1,1 2-12,2-2 0,-1 0-37,0-2 1,-1 0 11,1-2 0,-1-1 13,1 30 7,-1-6-6,0-6-6,1-4 371,1-5-376,2-8 33,1-5-17,0-9 720,-1-6-669,-4-6 658,-1-5 87,-2-2-740,0-8-43,-2-3-35,0-11 16,-2-6-16,2-5 6,0-6 5,0-5 23,-2-6 33,-3-7-62,3 25 1,-2-1-217,1-3 1,-1 0 207,0-2 1,0 0 4,1-4 1,1 1 0,0-2 0,2 0-6,0-1 0,1-1 6,0-1 0,2-1-1,1-1 1,1-1-6,1-2 1,1 0-548,1-2 0,2-1 558,0 1 1,1 0-1,1-1 1,-1 1-7,1 0 1,0 0 5,-1 1 1,-1 0-9,-1 1 0,-2-1-3,-1 1 0,-1 1-262,0-1 0,-2 0 251,0 2 0,0-1-3,0 2 0,0-1-3,0 2 1,0 0 13,1 2 1,1-2 13,0-6 1,0 0-12,0 17 0,-1 0 14,2-12 0,0 2-303,1-14 292,-3 23 0,0-1 0,-1 2 0,0 1-12,0 2 1,-1 0 212,-2-25-212,-1 7 1047,-3 6-1025,0 7-27,0 1 38,2 14 570,1-2-586,2 15 278,-1 1-447,1 5 231,-1 7-101,-2 9 27,0 12 23,-3 13-28,-1 11-23,-1 10-295,5-25 1,-1 1 330,1 3 1,-1 1-3,1 3 0,0 1 0,0 2 0,1 1 6,0 3 0,-1 0 8,2 3 0,0 1-17,0 3 0,1 0-512,-1 4 1,1 0 516,-1 1 1,0 0-405,0-19 0,1 1 1,-1-1 401,-1 1 0,0-1 0,0 0 0,0 1 0,-2-1 0,1 0 0,-3 21 0,0 0 11,0 0 0,-1-1-5,1 1 0,1 0 2,0 0 0,0 0 14,1-1 1,-1 0-445,0-2 0,1-1 427,-1-1 1,0-1 5,0-2 1,1-1 7,-1-1 1,1-1-126,1-2 0,1-1 106,0-1 0,0-1 251,1-2 1,1-1-249,0-2 0,0 0-1,1-4 1,0-1-6,0-4 1,0 0-21,2 23 1096,0-11-1258,2-8-1404,3-8 1589,0-11 0,-2-8 0,-2-7 0</inkml:trace>
  <inkml:trace contextRef="#ctx0" brushRef="#br0" timeOffset="67747">8433 4807 10534,'12'-35'3455,"-1"0"1,-3 2-2484,4-9 0,-3-1 876,-16 5-1204,-8 5-437,-5 6 169,-34 20-297,19 10-23,-2 4 0,-3 5-28,11 1 0,1 5-3,-20 20 0,2 3-22,18-15 0,2 1-918,-10 21 0,6-1 909,16-7-11,6-8 1,4 0 423,15 13-421,6-16 0,5-2 3,28 7 16,7-8 17,-21-23 1,-2-5 28,1-3 38,22-13 152,-29-17-174,-8 10 51,-10-16-68,-15 26 12,-13-6-34,-10 11-1987,-32 7 1959,15 7 11,-1 10 1,-2 5-529,19-3 1,2 2 507,-8 2 1,2 3-31,7 0 0,5 2-40,0 15-167,15 19 106,13-21-269,33 7-236,13-26-2,-15-9 1,5-3-1567,18-6 1,1-4 1778,-18 1 0,0-4 113,4-4 0,3-4 0,-5-1 1193,-7-2 1,-3-2-702,15-9 0,-3 0 339,-21 8 0,-4 0-79,0-3 0,-4-1 1635,6-17-649,-5 4 1622,-7 3-2227,-12 18 326,-4 7-864,-3 4 324,-4 7-547,-8 23-46,7-6 23,-6 30-28,12-21-1702,0 3 1,2 1 1684,0 4-17,0 0 1,2 2-6,0 2 45,1 0 33,0-19 56,1-19-17,2-13 29,8-22-6,1-11-37,-3 13 0,0 0 3122,11-28-3125,-3 13 74,9-3-29,-2 21-33,7 0-39,5 13-18,-5 9 12,5 10-33,-5 8 5,1 8 341,-4 9-364,-6 5 7,-9 8-1,-9 8 17,-5-17 39,-7 1 107,2-25 38,1-4-72,2-14-61,3-4 190,12-32-146,-3 16 3,3-1 0,4-1 160,19-19-146,3 4-417,6 4 327,-17 24-3255,3 10 3233,-16 10-6,12 16-27,-11 5-152,5 18-292,-7 5-492,0 6-358,1 1-264,3-5 2858,7-10-4191,5-16 1591,-2-12-196,10-14 1747,3-21 846,-1-7 566,1-14 140,-15 1-908,-8 11 1446,3-14-1131,-10 20-14,3-7-765,-8 19 290,-3 6-587,-1 9-6,-1 9 6,-1 13-34,-4 18-5,-4 14-171,1-20 0,0 2 134,-3 4 0,-1 1-497,-2 3 0,0 2 480,-1 0 1,0 0-6,2-2 0,2 0-201,2-5 1,1-1 197,1 24 0,9-15 6,1-17 50,6-7 313,-5-15 46,1-1-197,-4-6 766,-1-3-934,0-3 479,0-8-507,0-3-5,0-8 6,0-5-12,3-10-6,5-11 18,6-11-18,-4 26 1,0 0-336,2-2 1,0-1 345,-1 0 1,0 0 3,-1 2 0,0-1-33,-1 3 1,0 1 26,0 2 0,1 0 14,15-24-11,5 8 0,9 9-17,5 11 0,5 11-11,-1 12-17,-1 16-23,-5 14 7,-12 18-7,-13 13-115,-18-22 1,-7 0 162,-5 1 1,-7-1-291,-9 1 0,-5-2 295,-5-3 1,-4-4-12,-3-3 1,-1-3-20,1-5 0,0-3-84,6-4 0,2-3-639,-19-10-738,28-14-5708,32-15 7197,16-2 0,0 12 0,-4 10 0</inkml:trace>
  <inkml:trace contextRef="#ctx0" brushRef="#br0" timeOffset="68630">10443 5114 24788,'4'-62'231,"-1"1"1,1 0 0,2 2-131,6 16 0,1 2-782,-2-5 0,-2 0 815,-2 1 1,-2 0 7,-1 3 1,-2 1 245,-2 5 1,-2 1-36,-5-27-241,0 27 301,-3 7-385,6 24-33,0 6 22,-2 17-12,-1 20-14,1-7 1,1 2 12,-3 8 0,1 3-43,-2 5 0,1 3-497,-1 2 0,0 0 407,2 1 1,1 0-71,2-2 0,1-2-104,3-5 1,2-3-102,2-6 1,2-3-616,13 16-235,3-20-214,-1-19-431,-5-24 409,-7-18 6,-9-18 1248,-6-9 914,-4-2 1756,-3 5-428,0 12-102,-1 11-470,1 12-493,1 8-555,3 5-274,4 5-67,2 6 0,3 7 16,9 7-49,9 5-40,18 2-28,15-1 16,-19-15 1,1-1-139,1-3 0,1-1 153,0-3 0,1-4 27,-3-2 1,0-4 11,-3-3 0,0-3 3,-3-4 0,-2-1 50,18-27 124,-8-1 257,-9 4 196,-9 10-22,-8 10-208,-6 10-262,-4 7-113,-2 6 17,-3 11 249,0 12-316,1 13-11,4 20 10,11-6 7,3-2-1,17-10 12,2-16 5,8-2 34,-1-11 84,-1-22-62,-15 1 123,2-19 73,-16 8 51,-1-2-28,-4 6-130,-3 9-100,-2 9-33,-6 15 5,-7 17-6,-8 21-330,8-16 1,-1 4 260,1-1 0,1 4 1,-1 0-731,2-1 0,0 1 0,0 0 401,0 0 1,0 1 0,1 1 375,0 10 0,1 2 0,2-9 0,-1 9 0,3-13 0,0-1 0</inkml:trace>
  <inkml:trace contextRef="#ctx0" brushRef="#br0" timeOffset="69445">1116 6461 14437,'50'0'129,"0"0"1,0-1 0,-1 1 0,2 1 0,0 0-1,-4-1 238,16 2 0,0 0-956,-15-1 0,4 0 0,1 0 0,0-1 746,0 1 0,-1-1 0,1 0 0,2 1-41,6-1 0,3 0 1,-1 0-1,-1 0-72,-9 0 1,-2 0 0,1 0 0,5 0-258,1-1 1,7 1 0,2 0 0,0 0 0,-3 0 0,-5-1 244,-4 1 0,-5 0 1,0 0-1,9-1 10,-9 1 0,5 0 1,5-1-1,3 1 0,1-1 1,0 1-1,-1-1 0,-2 0 1,-5 1-101,7-1 0,-4 0 0,-3 0 1,1-1-1,2 1 0,4 0 90,-6 0 0,2-1 1,3 1-1,1 0 1,1-1-1,-1 1 1,-1-1-1,-2 1 1,-4-1-192,9 0 0,-5 1 1,-2-1-1,1 0 1,2 0-1,4-1 178,-11 1 0,3 0 0,2-1 0,2 0 0,1 0 0,0 0 0,0 0 0,-2 0 1,-1 0-1,-3 1-52,10-2 0,-4 1 0,-1 0 1,-1 0-1,1 0 0,3 0 1,2-1 44,-11 1 1,2 0 0,2 0-1,1 0 1,2 0 0,-1-1 0,1 1-1,0 0 1,-2 0 0,0 0 0,-2 0-2,5-1 1,0 1 0,-1 0 0,-1 0 0,0 0-1,-1 0 1,1 1 0,0-1 0,0 0-3,2 0 0,0 0 1,0 1-1,0-1 0,0 0 1,-1 1-1,0-1 1,-2 1-1,-1-1-2,6 0 0,-3 1 0,-2-1 1,0 1-1,0 0 0,3-1 0,3 1 4,-12 0 1,2 0 0,2 1 0,2-1-1,0 0 1,0 0 0,0 0 0,-1 0 0,-1 1-1,-2-1 1,-2 1-1,12-1 0,-4 1 0,-3-1 1,1 1-1,-1-1 0,3 1 1,3 0-7,-7-1 0,2 1 0,2 0 0,1 0 0,1-1 0,0 1 0,-1 0 0,-1 0 0,-1 0 0,-3 0-6,3 0 0,-2 0 1,-1 0-1,-1 1 0,0-1 1,-1 0-1,-1 1 0,1-1-25,6 1 1,-1 0-1,0-1 1,-1 1-1,0 0 1,-3 0-1,-1-1 6,8 1 1,-3 0 0,-2 0 0,0-1 0,2 1-225,-8 0 0,2 0 1,-1 0-1,0 0 1,-1 0-1,-2 0 244,12 0 0,-2 0 0,-3 0 0,-2 0 0,3 0 0,-4 0 0,-2 0 0,-10 0 0,0 0 0,0 0 0</inkml:trace>
  <inkml:trace contextRef="#ctx0" brushRef="#br0" timeOffset="69978">12286 4658 20000,'-44'-37'868,"0"0"0,3 0 0,13-1-420,33-20-252,2 27 0,4-1-37,4 1 1,4 1-401,2 2 0,3 3 333,2 2 1,2 2-7,-1 3 1,2 3 53,28-6 158,-3 11-253,-1 14-17,-7 16-6,-7 22-359,-24-12 0,-4 4 297,-3 8 1,-4 3-67,-6 7 0,-3 1-222,-5 5 0,-2 0 17,0-11 1,-2 0-1158,-1-3 0,-1 3 1,1-2 966,-2 2 0,2-2 0,0-1 0,1-3 0,-1 6 1</inkml:trace>
  <inkml:trace contextRef="#ctx0" brushRef="#br0" timeOffset="70138">12566 5426 26094,'15'0'-2458,"-3"1"0,-11-3 1,-1 1-1</inkml:trace>
  <inkml:trace contextRef="#ctx0" brushRef="#br0" timeOffset="78453">29744 4633 18610,'44'-32'2089,"-9"7"-1809,-35 25 6,1 0 44,-1 7-38,0 3-186,0 4 18,0 10-51,0 0 16,0 18-66,1-13-3354,1 26 3365,0-31 33,0 25 51,-1-15 156,-6 23-111,-1-3-380,0-21 0,0-1 256,-3 12-93,0 13 88,4-7-1,3-1 1,1 0-17,-1 11 1032,2-11 1,0-2-1038,0-10-230,0-6 0,0 2 257,-3 19 11,0-13 1,-1 1-29,-3 15 6,0-11 0,-1 0 0,0 8-23,3-21 1,0 1 682,-1 28-674,5-19 0,0 0-2,-1 18-59,1-13 1,1 0 52,0 3-1,0 1 46,-3 9 16,-3-10-34,-1-7 1,0 2 0,-2 8-15,3-12 1,0-2-9,4-9 1024,0 19-974,3 11-44,1-16 2,1-9 1,1 0 31,2 6 5,1 11 528,-1-10-517,-4 6 62,-1 1-45,-2 2-34,0 7-16,0-13-12,0-12 51,3 13 28,-2-14 337,2 12-376,-2-10 5,0 0-17,-3 1 18,-2 7-52,0-13 7,-2 9-18,6-12 18,0 2-1,2-7 6,4 3-5,1-10-12,2 5 1,-1-9-1,-3 0 39,-1-2 57,-2 1-63,0-2-10,-1 0 33,0-2-44,0-3 44,0 0-34,0 3 40,-2 2-34,2 2 45,-5 4 12,-1 2-63,0 1-22,-1 1 6,5-5-22,0 1 10,1-1 1,1 4-12,0-5 40,1 3-12,0-6 1,1 1-18,-1-2-16,0 1 22,-1-2-11,1 1 0,-1 0 23,0-1-12,0 0 28,0-1-39,0-1 17,0 1-12,0-2-44,0 2 84,0-3 476,0 0-443,2-7-27,-1 1 5,0-4-45,-1 3 28,0 2 6,0 2-45,0 0 11,0 1 17,0-2-11,0-5-6,3-5-5,1-6-12,0 0-5,1-6 106,-4 13-28,0-1 6,-1 11 56,0 2-118,0-4-22,-2-2 28,1-9 22,0-5-34,0-1 7,1 5 4,0 7-4,0 6-124,0 3 140,0 4-28,0 6 16,1 12-32,3 10-24,2 7 35,2 4-18,-2 0 18,0-1-40,-4-3 34,-2-4 67,-3-6-11,-1-7-12,-1-6 18,2-7 49,1-5-16,-1-8-95,0-9 22,-1-13 51,2-36-71,4 29 1,1-2-204,-1-1 0,1-1 220,4-4 1,1 2-4,3-18-53,3-4 70,-5 21-22,-3 19-39,-5 14 28,-1 6 11,0 11 0,-2 12 22,-1 18-27,-2 13 26,1 9-15,1 2-18,1-5-4,1-6 4,-2-9 100,-1-9-88,-2-10 34,1-11 67,1-5-28,1-7-113,0-7 118,0-8-1646,-2-13 1568,3-11 0,1 15 0,1 1 0</inkml:trace>
  <inkml:trace contextRef="#ctx0" brushRef="#br0" timeOffset="85657">3115 7587 19300,'8'-48'935,"0"0"0,0 2 0,-2 12-716,-4 27-135,-1 10 84,-1 16-78,-3 7 39,-8 26-79,-8 5-42,6-19 1,-1 1-1,-1 0 1,1 1 10,-1 7 1,1-2 13,-2 11 18,5-4 106,10-40 251,1-10-72,5-12-33,7-38-219,1-4-366,-5 18 1,-1 0 331,0-16 51,-1-3-23,0-1 6,-2 18 0,0 0 163,1-12-18,0 8-156,-3 27-28,-2 7-28,0 10 22,-3 21-39,1-3 312,-1 9 1,-1 4-341,1 16-289,-3 12 311,3-30 0,1-1-140,-5 21-420,3-14 1,1 0-3680,-1 19 4245,6-6 0,1-31 0,2-13 0</inkml:trace>
  <inkml:trace contextRef="#ctx0" brushRef="#br0" timeOffset="85975">3620 7720 23478,'-37'2'669,"-1"0"0,-21 1-607,68-4-29,1 0 74,26-1-46,-3 0 1,16-1 11,-8-2-12,-4 0-33,-10 0 6,0-2-96,-7 0-391,0 2-1429,0 0-7949,-5 6 9261,-4 1 0,-3 2 1,-6-3-1</inkml:trace>
  <inkml:trace contextRef="#ctx0" brushRef="#br0" timeOffset="88417">5272 7623 13754,'-13'-33'3876,"0"0"0,1 5-3537,-1-7 0,1 2 652,6 13-414,2 6-364,1 1-179,1 12-12,6 13-11,3 16-11,1 3-11,-1 12 0,-1 7 5,-4-5 1,-1 2-393,0 13 1,-2-1 397,-2-9 0,-3-6 62,-7 8 111,0-24 85,-2-20-51,1-22-50,2-18-23,5-21-81,9 20 1,3-1-266,4-2 0,4 1 220,4 0 1,3 2-18,3 3 1,3 3-31,0 3 0,2 3-51,1 5 0,1 4 492,27-4-906,-2 13-296,-7 13-573,-5 9-1029,-5 8-1127,-3 5 1585,-8-7-1781,7 6 3860,-15-17 1405,4 1 1320,-15-13 836,-12-6-2586,-1 1 778,-12-4-527,3 4-521,-3 0-352,4 0-236,6 2-84,7 1-28,10-1-51,12-3-38,14-4 5,11-5-6,2-3 23,3-13-45,-20 8 28,-4-20-28,-24 21 11,-10-16 0,-12 17 17,-12-1 28,-8 8 6,-5 9-23,1 11-22,2 8-34,5 11-22,9 10 5,9 8-22,16-7 0,4 1-11,4 11-111,1-17 1,3 0-35,14 7-119,8-2 107,-9-16 0,2-3-25,2-4 0,2-3 33,2-5 1,0-4-60,30-11-1470,-26-8 1,-3-2 1739,11-13 33,-17 5 0,-3-2-96,0-12 298,1-10 61,-5 2 40,-8 6 5,-2 10 238,-6 9-552,-3 11 3178,-1 7-3284,0 7 417,1 9-367,4 20-16,1 8 22,2 2-17,-2 6-11,-3-8 11,0 10-5,-2-9 151,0-11-45,0-15 67,3-16-90,0-15 40,5-14 113,8-19-86,1 3-66,1 3 56,3 6-51,-5 14-34,5 1-27,1 10 0,-2 9-1,3 10-38,-6 3-1,2 13 12,-7 3-34,-1 21 33,-5-14-22,-3 13 51,-2-25 39,0-2 89,1-9 23,1-11-73,7-20-22,3-5-12,6-14-28,-4 13-3330,9-11 3314,-10 20-23,14-10-16,-1 18 5,2 2 11,-1 9-84,1 9-241,2 16-106,3 5-258,6 10-285,-6-5 3297,4-2-3102,4-6 392,5-10 309,-10-9 241,20-17 223,-21-6-83,7-6 476,-12-8 381,-12-3-482,-4 0-118,-6 0-173,-13 14-269,-1 9-40,-15 7-44,7 6 17,-15 12-51,7 17 28,4 4-5,5 11-12,12-16-16,10 2 11,18-7 39,6-7-17,10-5 67,-8-21-11,-12-2 141,0-24-124,-16 12 56,1-33-62,-16 19-22,-6-13-45,-3 21 6,-15 0-73,6 17-84,-9 0-403,9 16-2196,6 9 2739,6 5 0,5-6 0,4-5 0</inkml:trace>
  <inkml:trace contextRef="#ctx0" brushRef="#br0" timeOffset="89144">7883 7666 23210,'-13'-47'543,"0"0"1,0 5 0,5 10-692,8 23 51,4 7 37,7 14-4,10 13-12,8 17 15,-12-15 1,-1 2-182,10 21 127,-11-5 0,-2 0 59,-4 3 36,-4-1 0,-4-1 104,-13-10 0,-3 3 241,-20-30-45,7-21 39,-9-16 6,13-20-176,15 18 0,4-2-257,5-2 0,3 0 147,5-1 0,4 1-17,6 2 1,5 2-12,4 2 1,4 3-52,5 1 1,1 4-197,2 4 1,1 2-516,0 5 1,0 2 98,6 7 1,-3 1-1,1 1 1,1 6 0</inkml:trace>
  <inkml:trace contextRef="#ctx0" brushRef="#br0" timeOffset="90463">7808 7651 11260,'-3'-10'5579,"0"3"-4554,3 7 2337,0 0-1905,-6-62-642,4 39-306,-1-14 0,0 3-289,3 22 44,1 3-77,0 8 103,1 10-423,6 39-73,-1-11 202,-2-6 0,0 3-20,4 22-259,-4-25 0,1 2 250,3 6 1,0 2-13,4 4 1,0-3-175,6 13 204,-6-23 0,0-5-55,-1-5 327,1-2 653,-7-11-67,-2-19-711,0-14-28,4-23-22,1 0-338,0 10 0,1-3 358,0 4 1,2-2-29,1-1 1,2-4 0,0 3 30,5-11 1,0 1-280,3-6 1,0 5 209,4-5 53,-3 6 2,-11 25 10,0 1-57,-8 14-18,-2 5-11,-3 7-251,1 8 621,0-1-766,1 14 698,-1 5-1415,-1 2-1111,-8 8 72,-1-13 2085,-13 8 1,13-21-1,-5 4 1</inkml:trace>
  <inkml:trace contextRef="#ctx0" brushRef="#br0" timeOffset="90920">7844 7696 15943,'-2'-7'5081,"1"2"-4443,-5-29 1,-1-9 790,-4-6-1123,2 0 0,0 1 95,-2 9-244,7 24-202,1 11-160,2 8 184,0 27-61,1 9 47,0-6 0,-1 2 45,2 2 1,1 0-451,0 5 1,1-2 483,0-7 0,1 0-1545,5 12 1,1-2 1565,1-2 27,3-5 0,0-2 258,0-13 472,4 3-471,-11-20 757,2-14-790,9-29-129,3-15 1122,-5 12 0,0-3-1221,-2-2 0,0 1-16,-2 6 0,0-1 32,3-10 0,1-1-17,2 2 1,0 1-98,-1 3 1,0 0-99,2 2 0,-3 4-230,1-1 185,-9 20-55,-6 10-735,-2 15 374,1 3-1035,2 17-619,4 8-7610,1 14 8447,-1-11 1,-4-9 0,-1-20 0</inkml:trace>
  <inkml:trace contextRef="#ctx0" brushRef="#br0" timeOffset="91314">8362 7691 21144,'-3'-2'3214,"0"0"-2290,3 2-771,-2-10 36,17 9-111,-4-9 123,38 7-110,-10-7-98,7-3 142,2-18-23,-20 5-28,5-16-45,-20 13 101,-10-10-56,-14 16-17,-11-4-11,-14 17-45,2 9 28,-20 18-50,19 6 5,10-3 1,2 2 11,-5 25-23,10 7-39,11 6-82,11-28 1,4 0-688,4 2 1,5-1-1008,8 1 1,2-3 1310,1-3 1,0-2-1,11 5 1,-15-15 0</inkml:trace>
  <inkml:trace contextRef="#ctx0" brushRef="#br0" timeOffset="91721">10069 7431 18534,'0'-56'1135,"0"1"0,-1 7 1,-1 7 624,-2 9-1620,-3 17 291,1 17-409,1 20-31,1 10 1,0 3-20,-2 22-539,2-4 0,1 5 264,1-10 1,1-1 33,-1 2 1,1 0-1355,-1 0 1,1 2 1622,1 3 0,0 5 0,0-9 0,-1 13 0,1-2 0,0 0 0</inkml:trace>
  <inkml:trace contextRef="#ctx0" brushRef="#br0" timeOffset="92187">9759 7882 18789,'-25'-44'972,"-1"0"1,2 5 0,13 6-928,29 17-17,22 3-37,-8 7 1,4 1-669,9 0 0,3 0 638,8 1 0,2 0-324,-17 0 1,2 1-1,-1 0 344,2-1 1,-1 0-1,0 0 13,19-3 1,-1-1-303,-8 0 1,-2-1 354,-8 0 1,-4 0 171,16-9 229,-25 4 795,-21 4-924,-20 5 1360,-18 7-1271,-20 9-243,19-1 1,0 3-74,-8 8 1,3 3-82,-12 10-6,22-7 1,6 1 841,9 8-825,9 8 12,17-7 11,18-10 56,14-13 72,9-15 79,1-17 11,-10-15-4,-11-12-444,-14-9 308,-12-7-75,-10 28 0,-4 0 36,-8-27-212,-10 9 161,-9 17-38,-6 17-57,-1 16-223,4 16-578,12 16-1551,14 15 2414,23 16 0,-7-28 0,9 0 0</inkml:trace>
  <inkml:trace contextRef="#ctx0" brushRef="#br0" timeOffset="92629">11049 7699 26133,'7'54'8,"-6"-21"1,-3 2-21,-6 17 1,-2 2-875,-2 5 0,-2 0 866,0 1 1,0 1 5,1-2 0,3-2 16,2-8 1,2-2-3,4-12 0,1-4 641,3 3-529,2-39 168,-1-12-263,-2-43-6,0 24 1,-1-1-582,-2-16 1,1-4 582,0 16 0,-1-2 0,1 0 4,-1-2 0,0 0 0,0-1-1,0 1 1,0 1 0,0 0 8,0-16 1,1 2 368,0 7 1,3 2-378,9 0 0,3 4-355,8-12 335,3 23 0,5 5 20,21 3-23,-18 13 1,2 2 8,-1 5 0,0 5-26,28 13-22,-13 17 3,-29 0 0,-5 4 1242,0 14-1248,-16-8 1,-9 1-49,-6-13 1,-5-1-454,-8 7 0,-3 0 27,-4-3 1,-2-3-1308,1-3 1,0-2 1828,6-6 0,3-2 0,-6 1 0,17-9 0</inkml:trace>
  <inkml:trace contextRef="#ctx0" brushRef="#br0" timeOffset="94053">13158 7537 14135,'1'-8'2764,"5"-23"1,0-5-1774,-3 8 112,2-18 1,-3 0-365,-10 17-392,-19-4-229,-9 27-73,-3 10 39,-11 20-51,11 9-22,15-8 1,2 1-195,3 2 0,4 2 194,-6 28-17,11-14-5,17 8 22,9-26 29,15 4 55,4-21 28,5-19 11,-2-12 18,-2-15-12,-4-11-330,-7-4 336,-6-5 45,-5 4 44,-2 9 17,-5 13-173,-2 15 313,-4 10-397,0 5 10,-1 15-5,1 8 314,0 6-297,1 30-85,-2-12-143,1-12 0,0 1-30,2 21 61,2-8 136,0-17 105,3-9 69,-2-21-69,6-11 57,5-27-68,-3 5 40,5-24-12,-5 15 6,4-8-11,1 10-28,1 11 232,2 13-255,3 8-22,2 10-11,2 8 11,-1 10 28,-4 5 5,-5 5-44,-7 1 11,-5-6 51,0 4-40,-4-19 95,1 4 113,0-16-119,5-9-77,10-8-12,9-10-17,7-2-10,4 2-18,0 7-22,-1 8-73,0 7-89,-2 8-101,0 6-174,0 9-303,-3 5-436,1 5-382,3 0-26,4-3 576,8-6 582,4-10 672,1-12 365,-2-10 906,0-20-951,-21 10 515,-1-15 39,-21 15-179,-1-3-431,-11 8-314,-14 9-39,-19 13-29,-21 12-55,24-3 0,-1 3-141,-1 3 1,2 2 120,3 1 1,3 1-9,-11 22-1,18-5 24,23-8 10,18-13 29,20-11-3190,14-18 3178,-23 0 0,-1-3 11,1-6 1,-3-3 40,-2-3 0,-2-3-16,-4-4 1,-4-3 16,-3-4 1,-2-2-242,-3-5 1,-1-1 293,-2-2 1,-2 0 39,0 2 0,-2 1-62,0 6 1,-1 3 229,-1-20 2772,-2 23-3064,0 19 368,-2 15-423,2 19 808,0 21-837,0-7 1,0 2-45,0 11 0,-1 2-611,-1 9 1,0 2 236,1-15 1,0 0-1,0 1-665,1 2 1,0 0 0,2 0 1105,3 3 0,1 1 0,0-6 0,-2-3 0,1-4 0,5-5 0,-1-1 0</inkml:trace>
  <inkml:trace contextRef="#ctx0" brushRef="#br0" timeOffset="95272">16306 7358 19546,'0'-9'4066,"0"3"-3433,0 6-202,0 0-151,-74-35-112,31 44-140,-9-16 0,0 7-290,25 22 0,6 8 281,0 0 1,3 2-43,4 1 1,3 1-34,2 0 0,5 0-1649,9 5 0,3-3 1537,7 12-70,6-19 0,4-5-618,22-6 466,-14-8 1,1-3 134,2-6 1,2-5 192,7-10 0,-1-4 76,-13 4 0,-2-4-229,10-13 0,-3-5 285,-15 6 0,-3-1 30,7-12 1,-1-4-233,-2-3 1,-2-2 293,1-3 1,-1-1 58,-2 1 0,0 0 1103,-2 3 0,-1 2-1033,-5 7 1,-1 2 95,-3 8 1,-3 3 106,-4-11 369,-4 19-824,-2 16 1169,-2 21-1197,-1 20-16,-5 24-48,6-20 0,1 1 47,-2 5 1,1 2-9,-1 15 0,2-2 8,2-18 1,1 0 5,0 14 0,2-1-17,8 3 17,2 3 28,6-18 45,-4-24-40,-1-13-10,0-23 16,5-14 6,7-19-20,-7 20 0,1-1 236,2-2 0,1 1-225,1 0 1,1 2 19,20-19-22,-2 16-12,-4 16-11,3 15-16,1 21-1,-7-1-5,0 10-17,-8 3-39,3 3-90,8 12-70,-12-21 0,1 0-188,18 10 560,0-6-593,-3-18 67,-7-15 180,14-17 217,-16 1 180,8-28-67,-26 25 196,4-20 297,-12 17-398,0 6 146,-4 2-79,-2 13-257,2 2-23,-2 2 17,4 2-11,1 6-6,6 2-17,6 2 6,3-5 17,11-2-45,0-7 17,5-6 44,3-14-5,-15-3 23,-4-8-29,-15 11 51,-10-1 0,-9 8-17,-10 1 56,-16 6-84,13 7-6,-12 11 1,20 8-23,-3 24-56,12 5-138,13-8 1,4 1-171,8 10 56,0-19 0,3-1-2957,22 18 2417,-1-8 0,-5-6 0,-12-15 0</inkml:trace>
  <inkml:trace contextRef="#ctx0" brushRef="#br0" timeOffset="95746">18327 7273 21898,'-2'-6'3092,"1"2"-2837,-28-16 0,-8-1-121,12 11-64,-17-13 0,-2 7 65,2 35-105,13 1 1,1 3-34,3-2 1,2 1-713,-5 14 0,4 1 715,2 3 140,7-6 1,3 3-281,6-1 0,4 0-31,3-1 0,6-1-242,6 2 1,7-5-81,7-11 0,4-6-330,25 3-452,-15-13 1,4-5-1949,6-10 0,1-5 113,1 0 1,2-5 2265,-14 2 1,1-4-1,-3-2 841,8-12 1,-4-5 900,-2-3 1,-3-4 1115,-9 8 1,-2-3 0,-2 2-895,1-1 1,-2-1 688,4-12 0,-4 0-165,-15 17 0,-3 3-927,6-23-183,-10 25 1,-3 3-108,-2 10 295,-5-5-599,1 21 135,0 3-241,-4 24 1016,-2 13-1044,2 1 0,-2 4-9,0-1 0,0 1 344,0 2 1,0 0-390,-2 5 1,-1-1-135,3-6 0,0-1-160,-1 11 1,1-1 97,3-12 1,4-1-1390,4 6 1,6-3-6764,15-1 8413,10 5 0,-8-31 0,-8-8 0</inkml:trace>
  <inkml:trace contextRef="#ctx0" brushRef="#br0" timeOffset="95955">19010 7290 14129,'-5'-5'5719,"0"2"-4453,-32-11 0,-11 1-207,2 6-743,-9-7 0,1 3 88,14 16-40,13 7-196,12 1 291,7 18-313,11-4-84,12 16-23,17-3-90,-8-18 1,1-2-79,22 12-588,-6-9 0,2-2-817,4 0 855,4-2 1,-2-2-1,-19-8 1,14 3 0</inkml:trace>
  <inkml:trace contextRef="#ctx0" brushRef="#br0" timeOffset="96828">20712 7229 18100,'8'-58'1887,"0"-1"1,-2 8 0,-5 6-1104,-14 8-425,-7 18-219,-2 20-23,-3 23 1,-1 26-85,12-13 1,2 5-693,-1 7 1,1 4 683,1 7 0,1 2-46,3-16 1,1 1-1,0 1-62,0 3 1,0 0 0,-1 2-114,1 2 0,-2 0 0,0 2-317,-1-5 1,-2 2 0,0-1 0,0-4-218,1-1 1,0-3-1,-2 1 379,-5 11 0,-3 2 1,-3-8 184,-5-13 1,-1-6 128,6-1 1,-1-7-64,-35-12 144,32-50-1132,13-10 1,4-6 1171,4 13 0,4-1 45,3-4 0,3-4 0,3 3 124,5-2 0,4 1-91,4-11 0,4 1-42,2 7 1,3 2-45,1 7 0,3 2-73,0 5 0,4 4 169,2 3 1,4 3-193,3 2 0,4 2-14,4 1 1,2 2-15,3 0 1,0 1 16,0 1 0,-2 0 37,-4 2 0,-2 0 22,-8 2 0,-4-1 106,19-8 180,-24 2 2926,-18 4-2742,-14 1 926,-12 5-1009,-18 6-315,3 7 1024,-20 14-1029,13 10-1746,11-2 0,2 2 1651,-3 11 11,9 21 17,16-33 39,20 21 12,4-22 5,17 3 44,-4-20 12,-4-16 119,-4-21-159,-15 1 3483,-3-23-3286,-15-1-202,0 10 129,-9-11-45,-2 29-117,-4-1-51,0 11-101,5 7-246,2 10-432,6 8-1096,6 10-2639,9 7 4503,5-3 0,-4-9 0,-4-7 0</inkml:trace>
  <inkml:trace contextRef="#ctx0" brushRef="#br0" timeOffset="97145">21522 7314 19736,'0'-5'4856,"0"0"-3746,0 5-1110,63-36-23,-22 44-305,4-17 1,1 6 282,-19 23 0,-5 7-23,-1-2 1,-3 1 99,5 25-71,-15-8 95,-21-12 107,-13-14 89,-7-17 56,3-15 213,15-22-174,22-4-202,9-2-50,4 19 1,6 2-194,25-14 123,-15 16 0,1 1-64,2 1 0,1 4-236,6 3 1,-2 4-331,14 0-1084,-23 9 1,-4 4 894,-7 7 1,-3-1 0,-13-4-1</inkml:trace>
  <inkml:trace contextRef="#ctx0" brushRef="#br0" timeOffset="97941">3924 9090 21951,'26'-58'1670,"0"0"0,-9 16 1,-2 6-1415,4-5-103,-17 34-329,-2 11-121,-3 18 137,0 4 94,-6 15 1,-2 6-35,0-4 0,-2 2-617,0 1 1,-1 4-1,0 0 385,0 0 1,-1-1-1,1 0-1169,-1 3 1,0 0 0,2-2 531,-3 10 1,3-1-1691,0 2 0,6-4-562,10-23 1,6-4 3193,6 0 0,3-3 1,6-2-1,7-19 1</inkml:trace>
  <inkml:trace contextRef="#ctx0" brushRef="#br0" timeOffset="98291">4255 9639 11796,'19'-44'1551,"0"0"1,1 1 0,5-15-1,-6 10 1023,-11 18-2154,-5 16-17,-3 10-386,-2 14 298,-2 8-304,1 13-11,1-3 778,5 9-761,10-5 39,4-2 78,6-6 169,0-15 38,-1-15-206,-5-4-3102,5-28 3107,-12 13 92,-2-6 1,-2-3 142,-4-11 34,-4-17 29,-5 19-125,-6 12-190,0 13-83,-1 11 3340,-4 13-3385,-4 14 22,2 4-20,3 4 0,1 5-109,-3 20-465,7-12 0,3 2 14,5-5 0,5 1-1543,12 6 0,4-2-4431,12 14 6537,0-26 0,0-7 0,-7-12 0,2-3 0</inkml:trace>
  <inkml:trace contextRef="#ctx0" brushRef="#br0" timeOffset="98517">5220 9281 25550,'-47'3'35,"1"-1"1,3 7 0,8 11-34,15 22 1,9 9-1220,-2 4 0,1 2 1196,5-15 1,0 0-1,1 2-429,0 3 1,1 0-1,0 2 82,0 3 1,1 0-1,0 1-655,0 3 0,0-1 0,1 1-1914,-2 0 0,1 1 1,-1-3 2936,1-7 0,-1-1 0,1-4 0,-1 1 0,0-5 0,-3 3 0</inkml:trace>
  <inkml:trace contextRef="#ctx0" brushRef="#br0" timeOffset="98642">4627 10654 15468,'2'-59'941,"-1"-1"0,1 0 0,2 3 0,2-1 0,2 3-874,3 4 0,2 2 1,3 2-587,1 3 1,2 1 0,2 2 448,12-14 0,4 4-115,1 7 1,2 4-172,1 4 0,1 4-561,1 2 0,1 3-439,-1 2 1,1 2 1355,3 1 0,-4 3 0,6-3 0,-9 8 0</inkml:trace>
  <inkml:trace contextRef="#ctx0" brushRef="#br0" timeOffset="98949">5586 9822 26631,'18'-50'58,"-1"1"0,0-2 0,0-1-36,-2 5 1,-1 0-767,-1-4 1,0-1 748,-2-1 1,-2 2 47,-3 7 0,-1 3 160,-1-21 529,-9 24-502,-1 19 99,-1 11-395,3 6 22,0 11 23,0 14-11,-2 25 16,2-13 0,1 2-2,0 8 0,2 2-99,-1 4 1,1 3-706,3 1 0,0 0 182,0 1 0,0 0-967,1-1 1,0 0 1596,-1 1 0,0-4 0,0 7 0,-2-11 0</inkml:trace>
  <inkml:trace contextRef="#ctx0" brushRef="#br0" timeOffset="99092">5552 9757 18431,'-1'-8'4308,"0"2"-3967,6-27 1,4-7-197,12 4-215,-2-12 0,6 3-328,2 26 1,4 6-2791,5 1 0,2 1 3188,-2 3 0,-1 1 0,10 0 0,-18 4 0</inkml:trace>
  <inkml:trace contextRef="#ctx0" brushRef="#br0" timeOffset="100332">8221 9656 19017,'19'-45'1137,"-1"1"0,1 0 0,6-16 0,-9 6-370,-23 3 235,-11 14-834,-11 16 96,-11 14-225,-7 20-33,-8 16-319,26-7 0,2 4 299,0 4 0,2 3-17,3 1 0,3 2 131,5-1 1,4 0-225,6 28 7,20-12 44,17-13-3099,26-16 3194,-15-14-1052,-4-16 0,-2-5 1036,-3-7 75,-2-4 0,-1-3-3,4-17-31,-14 14 1,-2-1 2,-3 0 1,-3 1 103,7-22 42,-9 14 2083,-7 19-2284,-3 11 3102,-2 10-3102,0 3-2904,0 26 2864,-1-9-67,1 32-409,3 0 269,0-10-219,5 12 18,3-27 369,-1-6 95,2-9 45,-2-18 3425,3-10-3335,4-9 61,3-8 0,0-3-33,0 0-22,4-1-135,-9 14-17,4 2-45,-1 22 39,-4 2 6,3 9-5,-5 10 5,-3 4 0,2 11-23,-5-2 23,-1-7-11,0-8 84,2-10-12,0-10 7,11-13-12,5-10 22,12-9 6,12-10-67,-14 14-3443,15-8 3404,-29 24-2465,23-1 2375,-24 15-320,26 16 203,-24-4-415,20 20-342,-8-9 129,-5-7 0,3-2 78,27 8 470,1-7 169,3-14 257,-11-14 219,11-5 303,-8-12 252,-12-4 1125,-12-17-1585,-15 19-78,-10-9 2307,-16 20-2447,-22 4-157,-7 5-34,-15 18 3308,18 5-3313,-4 17-34,16 0-50,0 8-56,14 5 238,19-12-171,19-5 22,5-17-5,22-11 33,-3-12 20,-19 2 0,0-3 56,3-10 0,-2-4-722,-7 1 1,-2-1 687,-2-1 1,-3-2 41,-5-4 1,-4-2-244,-2 2 1,-2 0 284,1-9 1,0-1 293,-1-5 0,-2 2-195,1-7-29,-2 6 17,-3 43-195,-3 7-12,-4 16 0,-4 22-20,4-7 0,0 3-72,-2 12 0,0 1-135,2-6 0,0 2-868,-3 15 0,2 3 1095,2-4 0,1-3 0,1-16 0,0-2 0,3-3 0,-1-1 0</inkml:trace>
  <inkml:trace contextRef="#ctx0" brushRef="#br0" timeOffset="101242">11466 9603 21595,'18'-56'1369,"-1"0"0,1-5 0,-5 9-748,-7 19-397,-1-4-224,-7 27-33,-3 16 27,0 6 28,-6 29-19,4-4 0,1 4-28,0 1 0,0 2-435,1 12 1,0-1 380,4-12 1,0-3 41,1-4 1,1-4 19,1 11 90,2-14-28,-2-22 22,0-25-44,-1-17-7,0 3 1,1-3-185,2-23 187,5 3 1,2-3-174,0 13 1,2-1 153,-1 3 0,2-3 0,0 2 5,8-9 1,1 3 0,0 4 0,1 4-12,-5 12 0,2 2-1487,6-1 0,1 4 1477,-1 5-18,28-4 40,-30 30 109,8 12-137,-17 7 11,-11 7 0,-6 2-23,-6 7 25,-14 10 1,-9 2-757,-5-13 0,-3-4 776,2 3 0,0-2 8,-6-4 1,4-6 2327,6-7-2207,4-4 0,16-10-90,8-5-72,7-1 0,4 0 3414,11 1-3398,12 4 6,12 2 11,12 3-556,8 1 545,-28-7 0,1 0 2,2-2 1,0 0-11,0-2 0,1-2 2,-1-1 0,-1-3-17,-3-1 0,0-2 62,21-14 84,-9-13-55,-21 10 55,-7-10 62,-14 19 61,-2-1-11,-4 8 442,1 6-644,-1 2 17,0 5-61,-4 6 5,-2 11 6,-2 13-73,1 21-5,5-14-224,4 20-242,8-24-391,7 9-1009,13-7 1944,13-7 0,-16-15 0,0-6 0</inkml:trace>
  <inkml:trace contextRef="#ctx0" brushRef="#br0" timeOffset="101426">12505 9195 22291,'-3'-5'2844,"1"1"-3320,2 4-604,-25-4-1772,27 28-6979,-14 5 9055,27 10 1,-4-11 0,-7-21-1</inkml:trace>
  <inkml:trace contextRef="#ctx0" brushRef="#br0" timeOffset="101799">13086 9401 21388,'0'-5'3876,"0"1"-3587,-24-21 0,-13-2-26,-9 13-528,-4-12 0,-2 5 290,18 24 1,1 7-1954,-1 6 0,2 2 1916,-7 11 885,9 18-895,28-16 5,13 4-11,15-7 227,15-11-165,6-9 72,-2-11 107,-8-7 3515,-12-4-3330,-10 2-34,-9 5-185,-3 4-190,-3 2-34,0 8 39,-3 12 6,-2 17 0,-7 19-357,3-21 1,-2 2 347,-3 4 1,-2 1-79,-4 4 1,-1 0-155,-3 4 0,-1 0-274,0 0 0,-1 0-295,1-3 0,1-2-103,4-7 1,0-5-4908,-6 8 5031,12-30 1,10-10 0,4-7-1</inkml:trace>
  <inkml:trace contextRef="#ctx0" brushRef="#br0" timeOffset="102417">13208 9266 21358,'26'-35'974,"-1"1"1,1 0 0,7-11 0,-6 10-712,-16 23 78,-6 13-280,-3 14 46,1 22-63,-1-7 1,-2 4-564,-1 9 1,-3 4 554,-4 8 1,-2 2-26,-3-8 0,-2 1 1,1-3-12,-2 3 0,1-1 0,-6 13 0,3-5 151,9-7-162,7-4 179,9-22-68,8-18-16,7-21-44,12-17-10,-13 7 1,1-3 133,9-18 0,2-3-136,-1 3 0,0 0-1002,-7 9 0,2 0 1,-2 2 978,1 1 1,1 3 22,1 3 0,0 4-6,6 4-16,3 5 5,-10 22-11,-4 18 22,-2 23-8,-11-18 0,0 2 145,-1 1 0,0 1-148,0-2 0,0 0-16,13 22 33,14-4-17,-9-21 62,20-6 11,-10-24-34,16-16-33,-25 2 0,0-5-6,3-8 0,-1-4 8,1-8 1,-1-4 980,0-9 0,-1-3-996,-11 16 0,0-2 0,-2-1-1,0 0 1,-1-1 0,-2 1 10,3-16 0,-3 1-80,-4 9 1,-4 3 129,-5 11 0,-5 2 76,-12-11-28,-8 19-61,1 12 190,5 11-197,-2 26-44,8-1-3,-1 17 1,1 6-26,1 7 139,0 4 1,2 4-224,6-14 0,1 1-118,2 12 1,4 2-189,5-2 1,5-2-429,6-3 0,5-2-1338,6-6 0,4-4 2184,-3-7 0,1-6 0,9 7 0,-17-19 0</inkml:trace>
  <inkml:trace contextRef="#ctx0" brushRef="#br0" timeOffset="102624">14033 9308 26878,'46'-25'85,"0"0"0,-1 1 0,1 1 0,-1 1 0,3 7-63,3 8 1,3 6-1,-3 1-2091,13-2 0,-3 0 2047,-5 2 0,-2 1-149,-15 2 0,-4 1-405,5 7 576,-1 7 0,-21-7 0,-11-1 0</inkml:trace>
  <inkml:trace contextRef="#ctx0" brushRef="#br0" timeOffset="105191">25538 7841 13938,'-48'-2'266,"-1"1"0,0-1 0,-2 0 0,4 1 1025,-15-3-1084,66-5 171,23-7 0,13-1 112,16-3 1,4-1-974,-15 5 0,2 0 1,3-1 722,3 2 1,4 0 0,3-1 0,-1 2-392,-10 3 0,0 0 0,1 0 0,3 1 0,4-1 231,-4 2 1,4-1-1,4 0 1,1-1 0,2 1-1,0 1 1,0-1-1,-3 1-270,-1 1 0,-1 0 0,-1 0 0,0 0 0,1 1 0,2 0 0,1 0 0,3 0 200,-8 1 0,2 0 0,2 0 1,2 0-1,1 0 0,0 1 1,1-1-1,-1 1 0,-2 0 1,-1 0-1,-3 0 0,-3 1-181,6-1 0,-4 1 1,-2 0-1,-1 0 1,-1 1-1,0-1 1,1 1-1,3 0 171,-2-1 0,2 1 0,1 0 0,0 0 0,1 0 0,-2 0 0,0 0 0,-2 1 0,-2-1-41,10 1 1,-3 0 0,-1 0 0,-1 1-1,0-1 1,3 1 44,-3-1 0,2 1 0,0-1 0,0 1 0,1-1 0,-1 1 0,-1 0-43,-3-1 0,1 1 0,-2-1 1,1 1-1,-1-1 0,0 1 1,-1-1-39,7 1 0,1-1 1,-1 0-1,-2 1 0,-3-1 1,-5 0-576,11-1 1,-6-1-1,-7 1-1245,-1 0 0,-8-1 1897,0-4 0,-33 6 0,-5 0 0</inkml:trace>
  <inkml:trace contextRef="#ctx0" brushRef="#br0" timeOffset="113899">3938 11594 12382,'-3'-9'6407,"2"1"-4267,1 8 493,0 0-2348,5-41-178,-4 31 38,5-22-38,-6 42 72,1 22-67,-9 14-53,-4-3 0,-3 5-497,-1-4 0,-3 1 446,-6 10 1,0-2 2,3-13 0,1-3-212,4-7 0,1-3 212,-4 6 152,10-17 616,8-15-499,4-12-224,6-17 840,0-3-852,10-24 12,-5 21 0,1-1-146,1-2 1,1 1 111,5-7 0,2 3-11,-3 10 1,1 3 5,23-18-6,-2 13-17,-2 13-5,-3 11 22,0 15 17,0 11-17,-7 5-33,-8 4 0,0 3-57,7 17-72,-5-4 0,0 0 11,3 6-228,-8-16 0,1-3-131,12 0 23,13-1 73,5-13 134,6-18 180,1-14 89,-1-13 61,-7-7 79,-12-4 40,-12 2 665,-13 1-649,-7 4 106,-10 1-207,2 12-11,-4 2 101,4 9-112,2 4-34,-1-1 307,2 5 102,0 1-297,0-3-89,0-1-23,2-4 0,0 1 1,1 0 77,-1 3 12,-1 1 291,-1 1-470,-1 2-29,-1 2 74,-2 3 33,-2 5-17,-1 3 0,-1 0-28,1-2 6,3-5 22,1-2-5,3-3-2364,0-1-4106,5-2 6464,0 1 0,1-2 0,-2 2 0</inkml:trace>
  <inkml:trace contextRef="#ctx0" brushRef="#br0" timeOffset="115350">3297 11606 14667,'0'-5'4845,"0"1"-2689,0 4-1696,-71-33-23,26 42-681,-1-19 0,0 4 403,14 27 1,4 11 8,-5 7 0,1 4-104,0 2 1,1 2-354,9-9 0,0 2 0,4-1 294,2 10 1,4-2-6,3-12 0,4 0-140,7 3 1,5-2 66,17 10-6,-4-20 1,6-3-306,14-4 1,4-6-337,-2-4 0,1-4-109,0-2 1,1-3-2107,3-6 0,-4-2 2935,15-9 0,-19 7 0,-26 6 0</inkml:trace>
  <inkml:trace contextRef="#ctx0" brushRef="#br0" timeOffset="115733">3319 11706 23136,'-55'-29'308,"0"0"0,-2 6 0,7 15-145,4 46-448,16-9 0,2 4 310,0 5 1,2 1-343,6-6 0,2 2 325,-1 8 1,4 3-23,6 0 0,5 1-23,2-2 1,3 0-15,1-2 1,6-3-152,7-10 1,7-4-810,8-6 0,4-4-1132,2-1 1,1-2 2142,6-2 0,-3-4 0,5-4 0,-20-3 0</inkml:trace>
  <inkml:trace contextRef="#ctx0" brushRef="#br0" timeOffset="116918">4973 11774 8438,'4'-8'7103,"0"2"-6196,-4 6 3781,0 0-3865,7-38-111,-8 23-174,3-30-168,-10 32-85,-3 1-44,1 3-112,-4 3-90,-2 5-11,-8 15 0,-8 13-17,-9 20-208,18-19 0,1 1 208,1 2 0,2 0-8,4-1 0,2 0 31,-2 23-29,21-8-10,14-10 21,7-14 23,2-12 1,5-4 10,-1-8 1,1-2-29,1 3 0,-1-3 40,4-7 0,-2-4 156,1-12 68,3-12 0,-18-7-90,-15-7 125,-19-4-181,-13 0-6,-12 7-22,-7 12-39,-13 12-67,20 14-29,-7 10-55,27 14-157,0 11-466,12 13-1433,17 10-4688,18 6 5995,11-7 0,-11-16 0,-10-12 0</inkml:trace>
  <inkml:trace contextRef="#ctx0" brushRef="#br0" timeOffset="117751">5864 11794 18621,'0'-4'5366,"0"1"-4246,0 3-699,-51-63-172,19 58 0,-5 3-227,-11-16 1,-1 6-747,4 27 1,5 13 726,9 4 0,4 4-6,4-3 0,2 1 118,1 5 1,3 2-136,6-6 1,5 0 8,7 22 299,27-24-288,17-28 17,9-21-6,-23 1 1,0-5-487,1-5 1,-2-4 510,1-4 1,-3-3-20,-2-4 0,-3-3 2,-2-4 1,-2-2 22,-2-4 0,-2-1-25,-2 0 0,0 0 13,-1 4 1,-1 2 280,0 9 0,-2 2-104,7-14-22,-7 23-196,-4 17 103,-5 15-103,-2 14 22,-3 18 39,-5 20-229,3-21 0,-1 3 117,-5 19 1,-1 0-18,5-16 1,0 0-148,0 1 0,-1 2 0,3-2-152,1 0 1,4-2-363,2 8 1,5 0-57,4-9 1,6-4 112,5-8 0,5-6-1,12-9 1,2-7 571,16-7 128,-12-10 1,0-7-159,-14 1 0,-1-3 452,7-5 1,0-4 100,-4 1 1,-3-2 254,-4 2 0,-3 1 572,9-21 340,-15 16-940,-8 14-24,-11 11-514,-3 11 643,-5 8-715,1 11 149,2 7-155,5 3 12,4 0-5,7-3 127,10-8 46,5-10-101,2-10 84,5-16-34,-5-14 11,5-16-5,-6-11-20,-14 19 0,-2 1-8,-1-13 95,-10-11-22,-7 37 11,-27 2-163,12 16 40,-25 17-62,28 3-17,-15 20-17,12 4-17,11-5 1,3 3-6,-1 15-148,21-3 0,9-2-160,10-6-869,12-2 0,8-4-114,-2-13 0,5-5 944,1-3 0,3 0 0,-4-2 0,-4 0 0,-4-3 0,3-2 0,0-1 0</inkml:trace>
  <inkml:trace contextRef="#ctx0" brushRef="#br0" timeOffset="118284">7717 11776 21002,'-6'0'3271,"2"0"-3159,4 0-476,45-52-1509,-17 38 1,6 1 113,1-8 0,5-3 1,-1 5 1227,13 7 0,-3 5 0,-14 2 1,-4 1-1,5 1 0</inkml:trace>
  <inkml:trace contextRef="#ctx0" brushRef="#br0" timeOffset="118433">7786 12025 25371,'50'-18'-1034,"-1"1"1,5-2 0,-7 3-1,-9 4 1,-1 1 0</inkml:trace>
  <inkml:trace contextRef="#ctx0" brushRef="#br0" timeOffset="121257">11045 11895 16768,'9'-62'2066,"0"0"1,-1 6 0,-2 6-1434,1-1 341,-3 7-21,-8 18-701,2 5-246,-4 9-62,-2 23 61,-4 14-22,-10 25-36,10-17 0,0 2-172,-1 7 1,1 3-1025,1 3 1,1 1-564,1 5 0,2 0 1812,1 7 0,1-3 0,2-24 0,1-3 0,0 27 0</inkml:trace>
  <inkml:trace contextRef="#ctx0" brushRef="#br0" timeOffset="121649">11230 11512 13149,'-6'-50'906,"0"-1"1,1 1-1,-1-1 1,-4-10 0,-2 2-1,-7 9-304,-14 6 0,-7 9-611,-6 8 0,-6 8 297,-6 9 1,-3 9-170,16 6 1,-1 5-1,0 4-611,-4 6 0,0 3 1,0 5 530,11-3 0,0 3 0,0 2 1,1 1-21,-2 5 1,1 2-1,1 2 1,0 1-271,1 4 0,0 1 0,2 1 0,1 2 249,0 2 1,3 3 0,1-1 0,2-1-1,-3 4 0,4-1 0,2 5-15,10-13 0,1 5 0,2 0 1,3 0-1,4-5-9,5 6 0,6-4 0,3 2-226,2 0 0,1 3 0,5-3 0,7-6 242,15-3 1,9-8 0,4-6-110,-7-9 1,3-4 0,2-3 0,1-2 118,6-3 0,1-3 0,1-2 0,0-3 5,4-2 1,0-3 0,0-2-1,0-2-64,-11 1 1,0-2 0,0-1 0,0-1 0,-1-1 80,1-2 1,-1 0-1,0-2 1,0-1-1,-1-1 0,-2 0 1,1-2-1,-1 0 1,-2-2-1,0-1 4,7-6 1,-1-2 0,-1-1 0,-4-2 58,-5 0 0,-1-2 1,-4-1-1,-3-2-71,-6 0 0,-2-1 0,-4-1 0,-3-1-7,0-14 1,-5-2 0,-7 0 58,-6 2 0,-6 1 1,-5 1-64,-5 3 1,-5 1 0,-4 5 61,-6 3 0,-4 3 0,-4 5-112,-4 5 0,-5 4 1,-2 3-102,-5 5 1,-3 5-1,1 2-67,9 3 1,1 2-1,-4 4 215,-9 5 0,-6 4 0,2 2 0,10-3 0,12-2 0,3 1 0,-9 4 0,-1 1 0,1-1 0</inkml:trace>
  <inkml:trace contextRef="#ctx0" brushRef="#br0" timeOffset="122474">7700 11752 20252,'54'-26'296,"1"0"1,-1 2 0,0 4-197,0 11 1,-2 2-28,-7 1 0,-1 1-34,-6 2 0,-4 1-27,5-1 94,-12 2 500,-25 1-444,-5 0-33,-16 3-56,-14 1-1,-21 4-36,20-3 1,-1 0-213,-1 0 1,0 0 225,1 1 1,2 0 38,-21 4-78,17 0-50,16-2-17,12-2 6,6 1 55,6-1 475,9-1-424,18-2-56,24-9-37,-16 0 1,2-2-469,6-2 1,1-1 316,1-1 0,-2 1-255,-5 2 1,-3 0-1731,18 0-2683,-25 8 4076,-21 8 1,-8-2 0,-4 0 0</inkml:trace>
  <inkml:trace contextRef="#ctx0" brushRef="#br0" timeOffset="122942">7748 12044 15793,'-3'1'4688,"1"0"-2884,2-1-1440,63-15-157,-4 1-773,-2 0 1,1 1 595,-16 4 1,-3 0 20,23-6 369,-26 7-162,-20 4-101,-17 3-191,-31 9 40,3-2-192,-5 3 0,-3 1 194,7-2 1,-2 0 8,-7 2 0,-1 0 19,3-1 0,1 0 104,-22 7 917,17-6-956,19-3-79,13-5-44,10-1 117,23-9-56,0 1-25,6-2 0,4-2 5,-2 2 1,2 0-249,8-2 1,2-1 245,-3 2 0,-2 0 19,-6 2 1,-3 1 633,10-3-149,-22 6 17,-12 3-264,-10 1-212,-8 0-96,-20 1-27,6 0 53,-13 4-2418,21 1 2426,4 3 0,8-5 0,6 0 0</inkml:trace>
  <inkml:trace contextRef="#ctx0" brushRef="#br0" timeOffset="145672">3958 13647 14006,'1'-6'8733,"0"2"-8358,-1 4-353,2-14 17,-8 28-33,3-12-124,-13 54-1047,7-7-2915,4-12 1,-1 0 4079,3 17 0,1-19 0,2-17 0</inkml:trace>
  <inkml:trace contextRef="#ctx0" brushRef="#br0" timeOffset="146012">4148 13420 14645,'0'-6'6357,"0"1"-5096,0 5-1194,-64 21-39,48-6-9,-16 9 1,8 4 8,40 5 6,13 10 10,10-23 91,-1-10-1,-10-10 180,-3-11 240,-12-18-111,-2-6-18,-9-14-78,-12 6 68,-10-1-314,3 16 67,-5 1-106,11 19-124,0 3-39,3 10-162,3 13-1025,1 17-3747,6 13 5035,6-1 0,0-16 0,-1-14 0</inkml:trace>
  <inkml:trace contextRef="#ctx0" brushRef="#br0" timeOffset="146229">4809 13317 21551,'0'-7'3478,"0"2"-3271,-25-14 1,-11 2-1,2 15-162,-8-9 0,0 8-719,5 50 679,20-10 1,4 6-559,1 12 1,3 4 539,3-11 0,3 1 0,1 2-115,2 7 1,2 2 0,1 1-768,0-11 1,1 0-1,0 1 1,1 1 894,2 8 0,1 3 0,-1-2 0,1-6 0,-2-8 0,0-4 0,0-1 0,2 19 0,1 0 0</inkml:trace>
  <inkml:trace contextRef="#ctx0" brushRef="#br0" timeOffset="146396">4087 14841 14758,'18'-55'831,"1"0"0,0 0 1,0 3-1,1 1 0,1 1-656,2 0 1,2 0 0,1 2-324,1 4 0,2 1 0,-1 2 178,7-5 1,3 2-3,2 4 0,5-1 0,-2 3-104,4 0 1,0 1-224,-3 2 1,3-1-1,-2 2-1670,7-2 1,-3 4 1968,-8 4 0,-4 5 0,9-5 0,-23 16 0</inkml:trace>
  <inkml:trace contextRef="#ctx0" brushRef="#br0" timeOffset="147503">5960 13386 15922,'0'-8'3901,"0"-33"0,-1-7-3397,0 18-277,0-17 0,0 2 518,-3 27-319,0 8-325,0 3-57,-6 21 57,-10 25-42,2-3 0,-2 5-1156,4-3 0,-1 2 0,0 0 1113,-6 13 1,0 4-22,6-9 1,-1 6 0,2 2 0,1-5-553,4 1 0,2-2 0,0 2 20,0 1 1,0 4 0,2 0-1,5-5-2740,5 1 0,6-4 0,0-4 2430,2 4 1,2-6 0,16 8 0,-19-38 0</inkml:trace>
  <inkml:trace contextRef="#ctx0" brushRef="#br0" timeOffset="149678">7736 13509 20744,'-18'-48'1043,"0"-1"1,3 5 0,-2 11-691,-1 23-246,-5 8-68,-9 17 0,-11 15-2159,16-4 0,0 2 2120,4-3 0,0 2 2,-11 23 1,2 4 75,14-15 1,1 1-132,-5 17 0,6 2-26,14-17 1,5-3-6,12 18-328,17-29 0,9-6 118,-7-11 0,3-4-516,19 4 1,3-3-2912,-7-10 1,-1-3 3720,-6 0 0,-4-1 0,12-5 0,-25 4 0</inkml:trace>
  <inkml:trace contextRef="#ctx0" brushRef="#br0" timeOffset="149886">8108 13801 26788,'-32'-25'-1989,"7"6"1989,27 23 0,-1-3 0,1 4 0</inkml:trace>
  <inkml:trace contextRef="#ctx0" brushRef="#br0" timeOffset="150888">8160 13630 13205,'0'-5'7612,"0"2"-6211,0 3-444,4-62-262,-1 41-502,0-13 0,-1 4-159,0 24-96,-2 8 124,0 10 55,0 17-38,-2 21-51,-2-16 0,-2 2-300,-3 7 1,-3 1 282,-3 3 0,-1 0 3,-3-2 0,0-1-6,1-6 1,0-2 8,-12 18 95,11-22 392,9-16 45,7-17-364,6-15-101,6-17 17,7-18-43,-6 18 1,1-2-289,0-5 0,0-1 277,0-3 1,0-1-26,-1-1 1,1 0 10,-1 3 1,1 1-6,-2 6 0,1 2 547,6-15-575,-6 22-28,-2 15 28,3 17-11,9 13 0,9 18 5,-11-11 1,0 4 152,1 4 1,0 2-151,0 4 1,-1 0-354,0 1 1,1-1 358,-2-2 0,1-2-3,-1-5 0,-1-2 6,13 13 55,-8-18 141,-8-14-12,-6-16 171,-1-16-305,-1-21-5,0-18-37,-2 24 0,0-1 25,1-3 1,1-1-35,1 2 1,2 1-9,0 5 0,1 2-64,8-13-95,-3 22-29,-1 14-133,2 18-410,6 9-706,9 13-1181,5 11-978,-14-16 0,0 0 2914,18 22 1,-14-17 0,-10-12 0</inkml:trace>
  <inkml:trace contextRef="#ctx0" brushRef="#br0" timeOffset="151261">9169 13744 17406,'1'-7'6072,"0"2"-5319,-1-29 0,-1-6-383,-1 15-65,0-18 1,-2 2 47,-7 26-253,-4 3-83,-9 10-56,-21 27 39,11-1-294,5 3 0,1 3 283,-5 20 11,16-19 0,2 2-28,-2 28 17,28-2 16,2-24-5,26-5 34,-3-24 39,10-12 16,-2-13 158,-3-28-163,-16 10-9,-14 6 1,-3-1 58,-6-12-61,-7-11 0,-6 7-56,-5 9 571,0 12-656,7 15-228,2 5-298,6 18 252,1 0-1932,16 34-1691,4-4-651,7 10 4616,1-4 0,-17-28 0,1-2 0</inkml:trace>
  <inkml:trace contextRef="#ctx0" brushRef="#br0" timeOffset="152007">9774 13784 18476,'2'-6'5315,"0"1"-4859,0-28 1,-4-6 148,-9 9-431,-2-13 0,-8 5-79,-31 33-789,14 9 1,-1 6 699,0 5 0,3 4-6,5-3 0,3 3-3,-1 6 0,3 2 416,-1 21-407,14-18 0,4 1-29,17 31 12,19-20 11,11-10-54,23-21 60,2-16 16,-16-7 1,2-5 19,-8-2 0,-3-4-325,-2-1 1,-3-4 360,-8-6 1,-4-2-4,-7 2 1,-2-2-6,2-10 0,-1-4-9,-4 9 1,-1-3 0,0 2 53,1-10 0,-1 1 67,1-4 0,-2 4 660,1 0-579,-5 15-58,-2 24-205,-3 3 278,0 7-306,-4 24 28,-2 12 0,0 12-9,2-11 1,0 3-104,1 12 0,0 2-277,0 0 1,3 2-16,2 10 1,5-3-177,6-15 0,4-5 219,-1-10 0,4-4-409,10-2 0,4-5 47,1-8 1,1-5 635,-2-1 0,1-3 142,2-6 0,-3-5 370,8-20-156,-14-2 353,-2-11 454,-6-3-628,-4 10 902,-1-8-717,-10 29-449,0 0-55,-7 11 861,-7 11-985,2-2 74,-9 22-90,12-6 0,5 9 11,8-13 11,25-2 0,1-12 17,19-8 34,-8-14 39,-8-13-45,-14 3 140,-11-23-45,-16 14 22,-9-12 18,-10 16-40,-3 12-106,6 10 0,-12 12-34,7 12-28,-11 13 17,13 0-45,10 4 0,3 1-61,2 5-729,8 9 1,5 0-936,10-4 1770,7 0 0,3-4 0,-7-16 0,12 8 0</inkml:trace>
  <inkml:trace contextRef="#ctx0" brushRef="#br0" timeOffset="153745">10927 13793 25051,'-9'-23'-985,"2"4"-2359,7 19 3344,0 0 0,0 1 0</inkml:trace>
  <inkml:trace contextRef="#ctx0" brushRef="#br0" timeOffset="154680">11227 14000 20828,'0'5'1692,"0"0"-964,0-5-246,32-74-1864,-9 22 1495,-7 15 1,3-6 0,-1 2 20,2-4 1,-1 1-43,2-6 1,-1-2-7,0-4 1,-1 0-3,-1-3 0,-2 1 31,-4 3 1,-1 1 85,-3 8 1,-3 2 290,-2 11 1,-3 3-196,-5-8 72,-3 20-419,-1 15 44,-3 19 17,-4 17-5,-3 26-9,9-19 0,0 3-154,2 7 1,1 2 130,1 6 1,2 3-23,3 1 1,1 2-90,3-2 0,4-1-141,2-4 1,3-2-157,3-8 0,4-3-249,2-9 1,3-4 194,1-8 1,2-5-6,26 0 347,-4-25 180,-6-21 112,-8-20-17,-19 17 0,-1-2 58,-2-1 1,-1-1 97,-1 1 1,-1 1 487,5-22 44,-6 16-150,-5 17-331,-5 12-296,1 7-141,-2 3 1196,2 6-1073,0 7 248,3 7-259,7 5 6,9-1-11,9-4 27,5-8 46,1-8 5,-2-14 11,-6-11 39,-6-13 17,-8-8 17,-7-3 34,-5 2 50,-4 8-22,-4 11-124,-3 11-78,-5 8-11,-7 14-17,-9 10-17,-7 17 14,18-12 0,2 2-5,-1 5 0,3 1-281,2 4 1,2 1 162,2 2 0,4 0-124,5-2 1,5-1-107,7-3 1,5-4-256,10-4 1,6-5-673,9-5 1,4-6-1037,8-1 0,2-6-1275,3-5 1,2-4 1627,-1-3 0,0-4 1554,-3-6 1,-2-5 1315,-3-5 0,-4-6 807,-3-4 1,-4-4 598,-3-3 0,-4-3-591,-5 2 1,-3 0-563,-6 5 0,-3 1-435,-5 9 1,-5 2 22,-11-12-213,-25 20-403,1 17 67,-25 20-138,26 8 1,2 5-108,4-6 0,0 2 57,-9 22 0,2 5 258,10-5 1,2 2-273,2-4 0,0 3 1,0 1-451,0 5 0,0 2 1,0 0 216,1 5 0,0 2 0,1 0-372,4-14 0,0 1 1,2 1-1,0-1-1099,1 0 1,1 0-1,1 0 1,0-2 1709,0 8 0,1-2 0,1-4 0,1 1 0,2-8 0,-1 4 0</inkml:trace>
  <inkml:trace contextRef="#ctx0" brushRef="#br0" timeOffset="154837">12200 14685 12421,'15'-46'1180,"1"-1"0,0 0 0,-1 0 0,5-8 0,-1 1 0,0 3-987,6-6 0,0 5-520,-3 9 0,1 4 237,-1 6 1,1 2-225,2 4 1,1 2-396,4 1 1,1 1-634,5 1 1,2 2-701,4 0 0,1 2-322,0 1 1,2 2 2363,1 2 0,-4 2 0,7-1 0,-12 5 0</inkml:trace>
  <inkml:trace contextRef="#ctx0" brushRef="#br0" timeOffset="155161">13115 13858 9386,'0'6'8412,"0"-1"-1035,0-5-5999,-8 18-1177,8-17-49,0 7-108,16-29 18,18-25-45,-8 8-15,1-4 1,-1-4-576,-9 11 0,-1 0 584,4-7 1,-1-1 7,-3-4 1,-2 1-292,-4 9 1,-2 0 305,0-6 0,-2 0 17,-4 3 0,-3 2 128,-6-10-100,-5 13 21,-1 24-94,1 11 1074,-5 12-1086,-13 36 0,15-15 1,0 3 223,-1 3 1,0 5-260,2 4 0,1 5 0,2-4-626,1-7 0,2 1 514,-2 10 0,0 6 0,6-3-612,11 6 1,4-3 265,-4-8 1,3-2-1832,15 7 0,3-6 1613,7-9 0,-6-8 0,-14-18 0</inkml:trace>
  <inkml:trace contextRef="#ctx0" brushRef="#br0" timeOffset="155337">13267 13662 24419,'-44'-22'356,"1"0"1,5 2 0,16 3-543,45 8-15,8 3-317,-1 1 0,4 1-1311,2 2 0,1 0 978,4-1 1,-1 1 0,15 0 0,-24 1 0</inkml:trace>
  <inkml:trace contextRef="#ctx0" brushRef="#br0" timeOffset="155570">13840 13461 22408,'-5'0'2795,"0"0"-2874,5 0-475,106-48 201,-75 44 0,1 1-213,14-11 1,7-3-1,-7 8-2420,-12 15 1,-4 4 2137,13 7 0,-21-6 0,-13-4 0</inkml:trace>
  <inkml:trace contextRef="#ctx0" brushRef="#br0" timeOffset="155729">13948 13723 25858,'39'-11'-199,"-1"1"1,23-4-1,-7 4 1,-19 4 0,-3 1-1,0 1 1</inkml:trace>
  <inkml:trace contextRef="#ctx0" brushRef="#br0" timeOffset="156163">14693 13407 24760,'46'-15'-1266,"-1"1"0,1 1 1,-1 4-2356,-2 6 0,-1 3 2689,-6 1 0,-3 1 1,7 0-1,-21 2 1</inkml:trace>
  <inkml:trace contextRef="#ctx0" brushRef="#br0" timeOffset="156329">14711 13684 24335,'49'-19'-2288,"1"0"1,2 0 0,0 1 2287,-6 2 0,-3 2 0,15-3 0,-27 7 0</inkml:trace>
  <inkml:trace contextRef="#ctx0" brushRef="#br0" timeOffset="156704">15427 13382 19462,'-1'-9'4626,"0"3"-3455,1 6-779,0 0-476,-8-5 118,5 18-1,-8 4-10,4 23-6,-4 6-17,-4 1 5,-3-6 1,3-12 106,5-11 297,5-11-34,5-12-286,6-11-44,8-15 39,9-11 79,8-3 27,1 4-39,-2 9-89,-6 11-96,-8 10-11,-5 6 6,-1 8-17,3 7-11,5 11-62,2 8-285,0 9-813,0 3-1601,3 3-3905,10-3 5885,1-11 0,-9-13 0,-10-10 0</inkml:trace>
  <inkml:trace contextRef="#ctx0" brushRef="#br0" timeOffset="157027">15933 13605 17798,'3'-4'6604,"-1"1"-4856,-2 3-1267,11-64-150,-8 45-331,4-16 0,-3 5-129,-4 28 17,0 7 112,-1 6 5,0 10 7,-1 6 16,5 4-23,4-2 12,3-6 11,2-7 45,0-8 123,7-12-146,-5-3 68,9-13 33,-7-4 11,2-8 12,-6-2 16,-3 3-16,-5 5-51,-2 7-56,-2 7-55,0 5-96,0 5-706,0 1-341,7 9-2487,3 5 3618,5 5 0,-6-6 0,-3-4 0</inkml:trace>
  <inkml:trace contextRef="#ctx0" brushRef="#br0" timeOffset="157619">16237 13664 17641,'-4'6'4402,"0"-2"-3242,4-4 1204,0 0-1977,20-2-85,-2-5-3257,25-11 3067,-19 2 101,9-18-79,-13-1-56,6-21-42,-14 23 1,-1-2-168,0-3 1,-1 0 166,-1 1 1,-2 0 36,0 3 0,-2 1 151,0-22 28,-3 12-12,-4 11 3203,-1 11-3348,0 10-129,1 6-117,-3 11 591,1 4-423,-9 23-17,-2 15-9,6-13 1,2 3 5,0 2 1,2 2-15,6 8 0,3-1-318,0-16 0,3-2 318,8 8 0,4-3-22,18-2-77,11 0 99,-2-15 62,-2-18-39,-16-7 5,3-24 17,-12-12-20,-7 9 1,1-3-445,-1-8 1,1-3 435,1-7 0,1-2 3,2-4 0,-1-1 25,1 1 0,-1 0 33,-2 8 1,-1 2 3,-4 9 0,-3 4 531,-10-14-596,-25 23 0,-12 22 0,-4 11 0,-4 28 0,25 1 0,2 6 0,-1 5 0,2 3-358,5-6 0,1 3 1,3 0 315,3-2 1,3 1-1,1-1-151,-1 10 0,4 0-513,5-9 1,2 2-1,3-2 706,10 17 0,1-4 0,-6-15 0,-1-3 0,3-3 0,0-1 0</inkml:trace>
  <inkml:trace contextRef="#ctx0" brushRef="#br0" timeOffset="158872">17268 12706 17173,'-6'-38'300,"0"0"0,-3-22 2114,9 62-2420,4 12 79,11 20-68,-1-4 1,3 4 452,6 10 0,3 4-460,-7-10 0,1 0 0,0 2 12,0 3 0,-1 2 1,-1 1-23,-2 2 1,-2 2 0,-3 1 277,-3 2 1,-4 2 0,-5-1-544,-6 5 1,-7-1-1,-5 1-928,-2-13 1,-4 1 0,-3-1 0,-1-2 1204,-1-3 0,-3-1 0,0-1 0,1-4 0,-1 1 0,1-3 0,2-4 0,-2-3 0,1 1 0</inkml:trace>
  <inkml:trace contextRef="#ctx0" brushRef="#br0" timeOffset="165983">18403 13133 18644,'-8'-22'-12,"-1"6"141,-5 22 85,-12 7 60,-15 7-11,-8 4-184,9-3-18,-6 6-100,26-11 28,0 6 45,16-10 285,17 2-185,0-9 141,37 3-158,-8-6-5,17-2-17,-19 0 107,-15-1-113,-13 0 46,-8 2 307,-16 7-251,-9 3-51,-18 8-56,-5 3-51,-2 2-10,7 1-18,7 0-10,10 2 5,9-1-6,6-1-5,9-4 11,1-6 0,13 2 17,1-9-1,11 3-16,-1-5 0,-1 1 0,-7-2 51,-6 10 11,-10 1 17,-15 12 44,-19 6-380,6-14 1,-4 0 320,-4 2 1,-1 0-4,-1 1 1,1 0-23,4-3 0,2 0-22,-9 9 28,14 0 106,21-13 45,14 5-129,7-11-148,13-5 0,5-3-510,-2 0 0,2-2 271,26 0 1,-2 0-1,2-1 1,-4 0 0</inkml:trace>
  <inkml:trace contextRef="#ctx0" brushRef="#br0" timeOffset="167009">8173 15307 24933,'-2'-37'-6,"-1"1"0,-2-17 96,0 68-129,-4 15-235,-2 15-869,-1 12-1005,7-24 0,2 0 1310,-1 26 0,4-22 0,1-16 0</inkml:trace>
  <inkml:trace contextRef="#ctx0" brushRef="#br0" timeOffset="167381">8420 15132 16292,'0'-9'5729,"0"2"-4794,-7-28 1,-3-4-505,3 18-171,-3-21 1,0 7-143,5 31-169,-1 8 40,-1 9-6,-1 15-27,2 10 16,8 7 5,12 0-22,11-7 1,3-10 189,-4-12 18,-10-9 274,-6-16-269,-7-10 34,-1-15 33,-6-6-17,-2-1-145,-2 12 95,-5-1-112,7 17-106,-2-1-208,5 10-28,3 8 169,1 4-1032,0 29-1635,6 6 2784,1-6 0,2 0 0,0 1 0,4-2 0</inkml:trace>
  <inkml:trace contextRef="#ctx0" brushRef="#br0" timeOffset="167990">8869 15255 25466,'9'-48'-107,"-1"23"113,-1 74-12,-1 10 12,-5-27 0,-1 0-1,-1 0 1,-1-1-12,-1 24 35,-1-16 240,1-16 207,2-17-196,6-18-213,3-16 0,9-16-11,7-8 11,5-1-28,3 7-16,0 11-12,-3 11-33,-3 13-1,-2 12 23,1 14-11,3 13-11,5 24 10,-11-13 1,-8-9 0,-2 1 5,2 7 6,4 4 17,1-11-6,0-14 17,3-16 34,4-20-6,2-20 28,-1-16-23,-14 23 1,-2-2 117,-2-6 1,-2 0 10,3-14 208,-5-7-62,-8 35-152,-2 1-94,-2 10-56,2 9-124,2 4-100,3 9 173,3 2 0,9 21 34,11 10-26,-7-12 1,3 2-107,2 3 0,2 0 103,2 1 1,0-1-20,1-1 1,-1 0-12,-4-4 0,-2 1-48,4 21 6,-32-4-325,-34-6-1154,0-20 1,-4-5-572,13-4 0,1-3 1470,-11-1 1,5-3-1,18-5 1,3 0-1</inkml:trace>
  <inkml:trace contextRef="#ctx0" brushRef="#br0" timeOffset="168798">9880 15303 24547,'33'8'220,"0"1"1,2-3-1,-4-5 44,-3-11-1,6-10 12,-9-7-12,-6-6 34,-9 0 11,-5 4-118,-7 6-106,-10 6-62,-13 6 6,-11 6-50,-6 10-34,1 9 50,8 12-5,11 9 28,16-3 0,6 2-51,8 19-912,7 6 935,9-26-6,10-4-157,9-1 169,12-1 24,-17-19 1,-1-5 58,17-10-3061,2-8 3044,-27-8-85,-4-7 136,-2-5 618,3-11-646,-5 3-11,-4 9 92,-5 9-154,-3 10 3296,0 8-3335,5 4 267,11 5-250,24 18 0,-11-2 5,-7 1 1,0 5-9,-5 1 0,-3 1 8,17 17 3,-16-14 1,-2 1-15,1 13 17,-5-10-6,-3-1 6,-10-23 28,6-3-28,7-12 17,23-21-6,-9 0-1690,0-9 0,-2-4 1701,-4-3-3,-1-2 1,0-3 19,-11 15 1,-1 0 38,3-15 1,-2 0-57,-5 17 0,-2 0 31,-4-7 1,-4 1 52,-10-7 29,-8-6 10,-1 9-121,1 10-24,8 15 0,3 6 3392,3 12-3392,2 5 0,-4 21-12,-1 16 0,1 5-8,3-15 1,-1 1-591,-2 22 1,2 2 486,5-14 0,3 0-185,2 4 0,3 2-195,-1-9 1,2 1 0,3 1-2095,5 3 0,4 0 0,-1-4 2597,4 6 0,0-5 0,-1-5 0,-2-8 0,-5-10 0</inkml:trace>
  <inkml:trace contextRef="#ctx0" brushRef="#br0" timeOffset="168983">11145 15352 19944,'-4'-6'5007,"1"1"-4279,3 5-504,0 0 17,-53-62-247,42 42-56,-12-16 1,10 2-180,50 22-507,7 6 1,4 2 55,-12 0 0,3 1 263,7 2 1,4-1 0,-8 2 0,1 0 0,20 0 0</inkml:trace>
  <inkml:trace contextRef="#ctx0" brushRef="#br0" timeOffset="169307">12845 15345 24797,'8'-42'466,"-1"-1"1,-1 6 0,-1 8-248,-4 20-343,-4 18 152,-3 18-28,-2 5-106,-5 29-370,7-23 0,0 3-1732,1 1 1,1 1 2207,0 3 0,2-4 0,1 1 0,2-21 0</inkml:trace>
  <inkml:trace contextRef="#ctx0" brushRef="#br0" timeOffset="169498">13066 15013 25343,'-21'-40'74,"0"-1"1,1 0 0,6 18-462,13 27-106,1 14-123,1 4 616,4 16 0,1 0 0,-2-11 0,7 29 0</inkml:trace>
  <inkml:trace contextRef="#ctx0" brushRef="#br0" timeOffset="169857">13350 15308 26693,'-20'11'11,"4"9"-22,18 31 0,3 1-17,2-5-6,1-12 196,-2-14-83,0-15 10,4-20 7,7-18 16,13-16-6,-4 10 0,1 0-78,-8 12 0,1 1 25,12-12 1,0 4 47,9-2-62,7-1-28,-6 14-17,-8 14-38,-3 17-57,0 15-28,-7 3-599,3 25-2403,-12 1 3131,-2 7 0,-7-21 0,-4-16 0</inkml:trace>
  <inkml:trace contextRef="#ctx0" brushRef="#br0" timeOffset="170698">15003 15683 25868,'32'-42'175,"0"0"1,-1 0 0,-1 0 0,-1 0 0,-6 0-140,-4-12 1,-6-1-994,-2 14 1,-1 0 0,0-1 986,0-3 0,1 0 0,-2 0-2,0 0 0,0 0 0,-1 1 103,3-19 0,-2 3-47,-3 9 0,-1 3 354,-2 12 1,-1 5-394,-1-7-55,-2 23-108,-4 25 118,-7 23-11,-5 27 341,5-18 1,1 4-348,0 8 1,0 2-153,5-15 1,0 2-1,2 0 113,0 2 0,0 1 0,2-1-14,0 9 0,4 0-192,3-6 1,3 2 0,2-5-238,4-3 1,4-2-326,7 13 1,4-4-524,-4-22 0,2-6-1712,20 1 1217,-11-28 1926,-12-21 1210,-9-23-289,-10 18 1,-2-1 361,-1-1 1,-1-1-536,0 1 0,-2 1 1668,-2-24-1687,-3 15-158,-2 12-426,1 14-240,4 7-190,2 7 387,4 2-175,11 6-5,18 2-17,19 3-1694,-11-7 1,0-1 1704,17 0 11,-20-4 0,-3-5-1362,2-12 1424,-8 0 62,-6-14 72,-17 7 62,-3-6 16,-7 3 2632,-2 5-2744,-6 5 2158,0 9-2303,-4 5-17,-4 13-22,-7 12-51,-4 15 51,-2 14 8,19-22 0,1 1-164,3 2 1,2 1 43,2 1 0,2-1-202,4 2 0,3-2-1003,14 28-1920,16-11 3248,20-16 0,-21-17 0,0-11 0</inkml:trace>
  <inkml:trace contextRef="#ctx0" brushRef="#br0" timeOffset="171390">16476 15056 24228,'0'-60'870,"0"0"0,-1 3 0,-5 12-578,-7 32-259,-1 2-78,0 14 40,-1 18 27,-6 26-11,7-9 1,0 3-811,-3 12 0,1 3 797,5-13 0,0 1 0,1 2-13,-1 3 0,2 2 1,0 2-42,3-4 0,1 3 0,0 0 0,1-4-23,-1 0 1,2-3-1,0 4-205,3 8 0,0 6 0,2-1 0,-1-9 26,1-3 0,1-1-237,1 7 0,0 5 1,-2-6-2052,-2-8 1,-2-5 2433,2-6 0,-2-4 230,-10 4 78,3-65 95,-3-33-143,8 13 1,1-4-359,2 10 0,1-1 1,1-1 253,2-3 1,2-1 0,0 1-29,2 1 1,0 0 0,2 1 82,6-16 0,3 3-135,-2 11 0,2 4 1056,-2 8 0,2 5-1636,17-15-499,3 14-567,7 9 209,6 4 823,0 3 622,-2 2 1684,-10 4-1242,-10 3 1091,-10 3-1169,-5 2 522,-2 4 89,4 1 127,8 3 325,19-3-267,-3-5-572,2-3 376,-6-12-298,-11-7-173,5-14-140,-4-11-185,-12 10 0,-1 0-45,5-19 20,-8 13 0,-2 0-291,0-17 302,-5 25 0,0-2-25,-1 4 0,-1-1 13,-3-7 1,0 1-36,0-12 33,-2 16 0,0 4-45,1 13-39,-2-2-202,1 31 174,1 5 0,-1 14 28,2 23-28,1-16 0,0 4-697,0 13 1,1 4 676,-1 7 1,0 2-17,1-18 1,-1 0 0,1 0-53,1 1 0,1 0 1,0-1-130,1-1 0,2-2 1,0 0-471,6 15 1,2-4-914,1-8 1,2-4 1599,-1-8 0,-1-4 0,3 1 0,-6-13 0</inkml:trace>
  <inkml:trace contextRef="#ctx0" brushRef="#br0" timeOffset="171616">17042 15230 24008,'-38'-44'461,"0"-1"1,1 5-1,15 7-119,34 20-303,18 0-17,26 0-401,-18 8 0,1 0 421,1 1 0,1 1 33,-4 1 1,-3 1 391,15-1-305,-21 2 38,-17 0-262,-8 0-318,-3 0-2124,-5 5 1830,-1 2 1,-1 0-1,3-1 1</inkml:trace>
  <inkml:trace contextRef="#ctx0" brushRef="#br0" timeOffset="180031">17174 2013 20513,'10'-50'1224,"0"0"0,0-1 0,1 1 0,1-16 0,0 1 0,-2 11-1263,-3 18 1,-1 5 585,3-26 117,-10 51-1454,-2 5 1229,-2 19-293,-5 20-390,2-7 1,0 4 269,-2 9 1,-1 3-738,-2 7 0,0 2 618,-1 5 0,-1 0-41,3-11 0,1 0-561,-1 11 1,1 0-2001,6-13 1,1-1 2615,2 3 0,2-2 0,1 10 0,5-31 1</inkml:trace>
  <inkml:trace contextRef="#ctx0" brushRef="#br0" timeOffset="180406">17365 1203 16691,'-44'-19'552,"-1"0"0,1 0 0,-1 0 0,-3-5 1,1 2-1,0 9-25,-4 15 0,0 10 0,3 2-1342,-8 9 1,2 6 1036,1 0 0,-3 5 1,4 5-85,8 2 0,3 3 0,3 4-91,9-9 0,1 2 0,3 1 0,0 2-302,2 2 1,2 1 0,1 1 0,3 0 229,2 0 1,2 1 0,2 0 0,4 0-1,1 14 0,5-1 0,6-1-105,5-5 0,6-2 0,5-4-25,6-4 1,6-3 0,4-4 26,6-5 1,4-4 0,3-5 82,5-3 0,4-5 0,1-3-247,-12-5 0,2-2 1,-1-3-1,2-1 328,1-2 0,0-2 1,1-3-1,-1 0 56,0-3 0,1-1 1,-1-2-1,-1-1 5,-2-3 1,0-2 0,-1-1 0,-2-3 137,12-7 0,-3-4 0,-3-3 78,-5-1 1,-3-4-1,-3-1-228,-6-3 0,-3-2 0,-5-3-66,-4-1 1,-5-3 0,-4 0-62,-5-2 0,-4-1 0,-6 0-86,-6 1 1,-5 0 0,-6 2-67,-6 3 0,-5 2 1,-5 4-57,-6 3 0,-6 6 0,-4 3-145,-4 5 0,-3 4 1,-2 4-636,-2 4 0,-2 3 0,0 5 991,14 4 1,-2 3-1,3 2 1,4-2-1,-12 0 1,6 2-1,9 4 1,0 1-1</inkml:trace>
  <inkml:trace contextRef="#ctx0" brushRef="#br0" timeOffset="181032">16766 2716 18392,'20'-42'1146,"0"1"0,0 1 1,-10 15-963,-19 31-4,-15 12-28,-20 19-666,10-8 0,-2 1 542,-10 9 0,-2 2-316,11-10 0,-1 1 0,-1 2-16,2-1 0,-2 3 0,0 0 0,2-2-660,1-1 0,2-1 0,-1 2 964,-2 3 0,-3 4 0,2-1 0,8-8 0,-9 12 0,12-13 0,0-1 0</inkml:trace>
  <inkml:trace contextRef="#ctx0" brushRef="#br0" timeOffset="181657">15576 3754 16219,'0'-4'4189,"0"1"-1657,0 3-2431,-5-37-51,4 27 1,-3-25 44,4 42 56,-1 6 28,-9 5-22,-11 2-28,-16 1 28,-9-5 28,-1-7 33,7-12-39,11-13-78,13-19-17,13-19-62,10 2-341,8 8 0,5 0 338,-3 16 1,3 1-6,7-10 0,2 4 3,15 0-11,-5 18-6,-5 15-23,-1 15 23,-1 15-5,-2 17-1,-17-18 1,-4 4-336,-3 4 0,-6 3 333,-8 5 0,-7 2-471,-8 7 0,-7 0 473,4-14 1,-4-1-1,-2 2-1,1-5 0,-2 1 0,-1-1 0,2-2 5,0-2 0,3-1 1,-3-1 21,-7 5 1,-2-1-1,4-8-40,-18-3 199,-2-14 6,23-30-78,23-19 555,27-9-612,23 2-42,-9 27 1,5 3 409,3 5 0,3 2-410,3 4 1,2 2-9,4 2 0,0 3-23,3 1 1,0 2-59,3 0 0,1 2-217,0 0 1,0 1-521,-1 0 1,-1 1-905,-3 0 0,-1 0 1722,-3-1 0,-4-1 0,5 2 0,-13-4 0</inkml:trace>
  <inkml:trace contextRef="#ctx0" brushRef="#br0" timeOffset="182025">16118 3463 14238,'-33'-46'1019,"0"0"1,1 0-1,-13 2 1,-4 4-1,1 8-1047,3 10 0,-5 8 242,1 8 0,-8 3 1,0 2-1,7 3-915,-3 3 1,-1 5 775,6-1 1,-7 3 0,-1 2 0,4 4 33,6 5 0,3 3 1,0 3-1,1 0-45,-2 1 1,0 2-1,1 1 1,1 0-42,2 0 1,0 1 0,2 2 0,3 0 20,-4 15 1,4 1 0,6 1-15,10-11 0,4 0 0,4 3-7,3 1 1,2 4 0,3-1 0,2-2-17,1-4 1,2-2 0,7 1 4,10 2 1,7 3-1,5-2 1,0-8-17,3-7 0,3-7 1,4 0-10,2 2 0,5 0 1,0-1-1,-2-4 2,1-3 0,-2-4 0,3-2-9,-3-3 0,4-1 1,-1-2-1,-1-2 9,7-1 0,-2-4 0,2-1 16,-7 0 1,2-1-1,1-3 1,0-6 37,-4-4 1,3-7 0,-2-2 0,-1 0 0,-5 1-20,6-2 0,-5 0 0,-1-4-7,-3-1 0,1-4 0,-4-2 0,-6 1 36,-2-17 0,-8-3-31,-7 16 1,-1-1-1,-1-2-13,0-9 1,-1-2-1,-2-1 2,-4 3 0,-2-1 1,-3 2-24,-3 6 1,-2 0 0,-4 3-54,-9-12 1,-7 7-174,-6 12 0,-5 8-1532,-14 10 1,-1 8-674,15 5 1,1 4 2442,-10 5 0,6 3 0,18 1 0,2-1 0</inkml:trace>
  <inkml:trace contextRef="#ctx0" brushRef="#br0" timeOffset="182532">17811 2506 19070,'-32'-43'1566,"-1"1"0,5 3 1,3 10-1181,10 19-302,7 7-22,14 11 16,13 12-44,19 17-536,-12-10 1,2 1 507,3 5 0,2 2-1,0 4 1,1 2-502,-1 3 1,-1-1 369,-8-8 0,1 1-1097,-2 0 0,1 2 0,-3-3-2085,-4-7 1,0-1 3307,13 22 0,-4-7 0,-16-26 0,-3-3 0</inkml:trace>
  <inkml:trace contextRef="#ctx0" brushRef="#br0" timeOffset="183673">18330 3662 19518,'3'-43'1312,"1"-1"1,-1 5-1,-1 8-802,-1 16-426,-1 8-123,0 8 44,0 13 18,-3 16-6,-3 18-17,-2 10-173,2-25 1,1-1 161,-4 29 17,1-4-1,4-10 18,0-11 173,3-15 280,0-13-409,2-38-5,4-5-32,-1 2 1,1-2-23,4 3 1,1 1 56,2-2 0,2 0-76,2 3 0,3 2-23,22-19-16,6 18-1,-8 14-117,25 15-17,-20 12 31,-11-1 0,0 2-355,18 21-205,-20-12 0,-1 1 97,10 7-508,12 5 453,-21-22 526,6-3 224,-2-15 124,-2-10 140,0-15 150,-3-6 203,-6-3 84,-8 5-124,-9 10-71,-4 10-506,-4 9-72,-3 11-12,-2 8-5,0 14-6,2 8-33,11 2 44,9-4 23,14-7 5,10-9 18,6-9 32,2-14 63,-5-10-12,-5-16-33,-10-12-29,-8-8-38,-9-4-12,-6 3-84,-5 7-330,-2 12-936,0 11-952,2 13-1927,7 17 3370,3 4 0,-1 1 0,-3-4 0</inkml:trace>
  <inkml:trace contextRef="#ctx0" brushRef="#br0" timeOffset="184332">19694 3698 11194,'4'7'8386,"-1"-2"-5883,-3-5-50,0 0-2234,8-34-113,5 8-61,-2-2 0,2-3 33,12-17-5,2-8-45,-15 23 0,0 0-213,-2-3 0,-1 1 221,-3-1 1,-1 1 58,1-25 7,-9 16-18,-7 18-51,-7 14-16,-4 17-23,-1 14-16,0 19 16,4 14-75,8 11 86,7-29 1,4 1 2,4-1 1,3 0-7,4-1 1,4-1 5,6-3 1,4-3 2,5-2 0,5-4 6,4-3 0,3-6 28,15-5 0,-1-4-26,-17-2 1,0-4-447,14-7 1,-3-7 465,-19-1 0,-4-4 0,6-7 1,0-5 16,-1-17 0,-5-5-26,-6 2 1,-5 0-573,0-2 1,-4 0 544,-6-5 0,-2 1 2,-3 12 1,-2 1 22,1-9 0,-2 1-214,-2 9 0,-2 3 222,-2 9 1,-1 4 413,-13-12-400,-2 20 760,0 15-805,-1 22 1228,-2 21-1217,9 6 1,2 4-98,4-11 0,1 2 81,2 4 0,1 5 0,2-2-758,3 9 0,2 1 756,1-10 0,1 3 0,3 0-4,3 7 1,2 2-1,1-5 3,1 3 1,5-3 5,5-4 1,5 2 0,-1-9 1,15 4 9,-2-8 0,3-6 65,9-12 16,-16-14 0,-1-5-39,10-8 0,-12-16 0,-3-5-33,-6-5 174,-4-1 0,-3-2-158,-5-5 1519,-2-4-1619,-15 11-96,1 17-1254,-9 6 1411,5 18 0,3-3 0,1 6 0</inkml:trace>
  <inkml:trace contextRef="#ctx0" brushRef="#br0" timeOffset="185100">19732 3542 13564,'5'-43'6307,"1"4"-5663,1 24 420,1-10-274,-3 0-325,1-8 0,1-2-325,1-10-438,0 0 1,0-1 409,1 1-26,0 5 1,-1-1-6,-1 9 0,-1 0 106,2-11 1,-1 0 64,0-18 39,-15 4-235,0 34-22,-11 5-6,-1 13-1,-14 16-27,10-2 0,-6 28 6,25-10 17,4 32-18,4-28 1,3 3-1047,4 23 0,1 3 1035,-3-18 1,0 1-158,1 6 1,1 5 0,-3-4-1942,-1-3 1,-2-2 2103,3 14 0,-1-4 0,-2-1 0,-1-25 0</inkml:trace>
  <inkml:trace contextRef="#ctx0" brushRef="#br0" timeOffset="260510">27714 5700 15788,'0'-48'1056,"-1"-1"1,3 4 0,7 5-396,27-2-180,12 8-189,4 13-158,1 10-56,-6 13-11,-11 12 85,-10 25-74,-13-9-11,-8 17 22,-15-17 1,-5 1-40,-1-3 1,-3 1-278,-11 13 0,-5 1 285,-6-3 1,-1-3-40,13-12 1,1 0 25,-9 8 0,4-2-28,13-8 50,-5 14 45,22-18 123,8 1 629,10-4-612,20-5-128,19-6-113,-17-5 0,2-2-190,7-1 1,4-2 81,-3-2 0,2-2 0,-2 0-451,3 0 0,0-2 249,-2 0 0,3-3 0,-5 0-477,-2-4 1,-2-2-318,8-5 1,-1-4-247,-6 1 1,-5-4-735,-1-15 1,-6 0 1977,-13 18 0,-3-1 9,1-8 1,-6 0 516,-21-10 314,-9-2-311,4 18 0,-3 0-991,-10-8 1,0 1 900,8 12 0,-1 1 269,-12-10 1,-3 2-159,6 14 1,-1 2-90,-13-4 1,-4 3 45,-6 2 0,-7 5-40,12 8 1,-6 3-1,-1 2 1,5 0-936,4 0 0,3 1 0,-2 2 603,-1 0 1,-3 2-1,0 2 1,5 2 24,2 4 0,5 3 1,0 2-252,0 3 0,0 1 0,-1 3 204,-7 5 1,0 3 0,2 4-15,11-2 0,1 4 0,2 1 1,2-3-11,2-1 1,3-2-1,2 4-13,-3 14 1,3 4-1,8-3-123,11 1 0,8-2 123,2-9 1,3 0-1,5 0-13,6-3 1,3-1-1,7-3-5,2-5 1,6-1 0,3-2-1,-1-2 37,12 4 0,0-4 0,4-1 33,-6-5 0,3-1 1,0-1-1,-3-3-26,-2-3 1,-2-2-1,2-1 39,8-2 1,3-1 0,-2-4 53,-10-4 0,-2-2 0,2-2 86,9-1 1,2-3 0,-1-3 318,-4-3 1,-1-4-1,0-4-390,-12-2 0,1-5 0,-2-1 0,-3 2-91,-2 0 0,-2 1 1,-2-5 6,8-16 1,-2-6 0,-6 2 7,-7-3 0,-5-2 11,-5 2 1,-2-3 0,-3 3-32,-1 0 1,-7 1-11,-5 8 0,-6-1 1,-6 4-601,-10 7 0,-6 4 1,0 2 58,-6-11 0,-4 2 532,-10 4 0,-7 0 0,9 7 0,-1 2 0,12 11 0,0-1 0</inkml:trace>
  <inkml:trace contextRef="#ctx0" brushRef="#br0" timeOffset="274411">18703 3763 9330,'-46'17'1255,"-1"0"1,1-1 0,-16 7 0,8-2-348,4 2-96,13-5 185,8-3-437,10-6-454,7-2 23,9-5 342,3-2 190,9-6-185,11-7-241,24-14-154,-11 7 1,4-1-885,12-6 0,5-1 842,-10 5 0,2-1 0,3 0-543,-6 3 0,1 0 0,2-1 0,2 1 542,4-4 0,2 1 0,2-1 0,5-1-14,-9 4 1,4 0 0,4-2 0,0 1 0,1-1-1,-4 2 1,-3 1-443,-1 0 1,-3 2 0,-2 1 0,1-1 0,3-1 417,4-1 1,4-1 0,1 0 0,0 0 0,-3 1 0,-5 2 4,-1 1 1,-3 1 0,-3 2 0,1-1-224,-1 0 1,-1 1 0,1 0 0,0-1 229,6-2 1,0 0 0,1 0 0,-3 0 3,6-3 1,-3 1 0,-2 0-4,-8 3 0,-3 1 0,-3-1 288,9-4 0,-5-1-310,-8 5 1,-3 0-210,17-10 426,-14 6-7669,-11 7 7461,-10 6 0,-8 5 0,-4 2 0</inkml:trace>
  <inkml:trace contextRef="#ctx0" brushRef="#br0" timeOffset="275727">20090 4330 18565,'12'-42'116,"-1"-1"0,5 2 0,3 9-99,7 21-6,17-1-16,-10 10-63,9 2-5,0 9-17,0 16 29,-13 4 83,-7 11 12,-18-11 83,-16 5 220,-22 1-46,-8-2-112,-3-5 622,-9-10-465,29-13 291,-13-2-184,26-10-208,2-4-111,17-9-85,9 3-17,5 0-10,12 6-35,0 7-55,27 4 72,-16 3-1699,0 7 1,-1 2 1693,0 3-1,-3 3 1,1 2-51,6 12 28,-20-8 1,-3 2 28,-1 16-12,-31 4-11,-37-14 11,-7-10-656,-3-9 1,-1-3 655,24-5 0,0-2-375,-17 0 0,-7-1 0,8-2-1086,-8-4-3438,6-2 1,5-2 4436,26-1 0,3-1 0,13 7 1</inkml:trace>
  <inkml:trace contextRef="#ctx0" brushRef="#br0" timeOffset="276128">20336 3872 12995,'-44'-3'691,"1"0"0,-1 0 0,-3 2 0,-1 1 1,3 5 75,-13 14 0,3 7-1475,15-8 0,1 1 1,-1 4 805,-7 5 1,0 4 0,4 2-60,8-1 0,3 2 1,3 0-23,-5 9 0,4 1-1,10-6 1,3 2 0,3 1-120,6 1 1,5 0 0,2 1 115,1 0 0,3 0 0,3 1 18,5 4 1,4 1 0,6-5-363,6-8 1,4-4 0,1-3 377,8 7 1,8-3 27,-6-12 1,7-2-1,2 0 1,-2-4 10,2-1 0,-1-4 0,3 0 20,2 1 0,3 0 1,2-1-1,-4-4-166,6-2 1,-2-3-1,-1-4 250,-2-2 1,-2-3 0,-3-2-60,7-2 1,-2-6 71,-11-6 1,0-7 0,-7 1-132,-10 5 1,-2-5 16,5-16 1,2-10 0,-8 2-51,-9-3 1,-5-3-24,0 4 1,-1-4 0,-5 2-1,-5 10 1,-5 1 0,-3 2-17,-8-18 0,-9 6 47,-12 7 0,-9 7-148,7 18 0,-3 3 0,-3 4-330,-8 2 0,-2 4 0,-3 2 314,6 4 0,-2 2 1,1 1-1,4 0 0,-12-1 1,5 2-1,1 3 1,1 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4:46:35.0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8040 1404 26095,'14'-40'272,"0"1"1,-1 2 0,-3 10-572,-9 22 29,0 6-130,2 23 69,-2-2 254,-3 40 61,-3-31 0,-1 1-635,-4 10 0,-2 2 547,-3 1 1,-1-1 86,-1-1 1,0-1 11,2-6 0,1-1 271,-5 22-5,9-19 144,8-15 216,4-14-224,6-18 60,8-18-310,6-24-108,-10 18 0,0-4-131,-1-6 0,-2-3 81,-2-4 1,-2-1 3,-1-3 1,-1 0-62,-1 1 1,-1 1-168,0 6 1,-1 2 134,0 9 1,0 3-55,-4-11-4,1 21-37,-1 15 20,0 18 992,1 17-792,-2 16 1,1 4-33,1-17 0,1 1-127,-3 18 1,0 1 121,2-12 0,0-2 22,-1 3 1,0 0 1,0 8 1,1 1 2,0-6 0,0-2-62,2-7 1,0-3 95,0 14 21,1-19 173,0-15 17,0-13-72,0-13 739,0-14-805,0-16-10,4-12 26,4-6-200,2 27 0,0 1-162,5-11-1123,5 1-3392,-13 34 4719,-1 3 0,-4 8 1,-1 1-1</inkml:trace>
  <inkml:trace contextRef="#ctx0" brushRef="#br0" timeOffset="500">8116 914 28040,'-14'-51'-106,"1"0"1,-3 6 0,-8 6-61,-14 19 1,-4 8-194,11 3 0,0 4 581,-21 6 0,0 8-570,13 5 0,1 6 473,-13 10 1,-2 6-71,15-5 0,1 3 1,0 3-840,-3 7 1,2 3 0,0 2 892,8-8 0,1 2 0,0 2 0,1 2-54,2 1 1,0 4-1,1 1 1,1 0-1,2-4-132,1-3 0,2-2 0,0 0 0,2 4 10,-1 8 1,1 6 0,1 2-1,2-4 1,3-9-77,0 10 0,6-4-9,3-10 0,1 5 0,4-1 0,5-7-526,13 3 1,9-7 525,-2-8 0,6-1 0,3-5 51,7-3 0,4-5 0,3-4-377,7-2 0,3-4 1,2-3 433,-13-3 0,2-3 0,0-1 0,0-2 26,2-2 0,0-1 0,0-1 0,0-3-42,-1-2 1,0-1-1,-1-2 1,-1-2 68,-3-1 0,0-2 1,-1-2-1,-2-2 19,-2-1 1,-2-1-1,-1-2 1,-2-3 52,-2-1 1,-2-2 0,-1-1 0,-2-3-92,-2-1 1,-1-2-1,-2-2 1,-2 0-24,-1-3 0,-2 0 0,-1-2 0,-2 0-11,-3-1 1,-1 0-1,-3-1 1,-2 1-118,-2 2 1,-2-1-1,-3 1 1,-3 1 167,-5-13 1,-4 2-1,-6 3 134,-4 4 0,-5 2 0,-7 3-192,-3 10 1,-7 2 0,-1 2-1,1 4-116,1 0 0,1 3 0,-5 3-590,-6 3 1,-5 2 0,-1 2 0,6 4 756,-15 3 0,6 4 0,3 0 0,6 1 0,-8 3 0</inkml:trace>
  <inkml:trace contextRef="#ctx0" brushRef="#br0" timeOffset="3825">26282 5516 16650,'-7'-53'1182,"0"1"0,-2-4 0,1 9-365,2 22-128,-2-5-263,3 16-269,3 9-163,0 3 1,2 6 66,0 17-33,0 7-5,0 6-6,0 11 11,-2-3 11,-2 16-584,-2 5 547,1-29 1,1 1 0,-2 3 0,1 0-9,-1 4 1,0-1 5,0-8 0,1 1 2,-2 8 1,1 2 3,0-5 0,-1 0-1,0 11 1,-2 4-528,2-9 0,0 2 1,0 0 521,0-5 0,1 0 0,-1 1-6,-1 9 1,0 1-1,0-3-3,0 2 1,0 1 13,0 3 1,0 3 0,0-2 7,1-13 0,1-2 0,0 1-8,-1 8 1,-1 0 0,1 3 23,0-7 1,-1 2-1,1-1 1,0-2 9,0 1 0,0-2 0,0 3-17,-1 1 1,0 4-1,0 1 1,0-2 1,0 7 0,0-2 1,0 0-512,1 1 1,0 0 0,0 0 495,1-1 0,1 0 1,1-1-7,0 0 1,0 0 0,1-1-4,1 0 0,0-1 0,0 0-352,1-2 0,0 1 1,-1-1 354,1-2 1,0-1 0,0 0-178,0-3 0,0 0 0,0-2 163,0 18 0,0-2 153,-1-7 1,2-2-678,3-5 0,1-4 574,5 16-39,17-25 0,2-6 0,-10-8 0,27 7 0</inkml:trace>
  <inkml:trace contextRef="#ctx0" brushRef="#br0" timeOffset="4674">30512 5657 18924,'-5'-45'1030,"-1"0"1,2 5-1,0 9-710,2 24-269,2 4-96,0 2 51,0 5 38,1 6-4,1 9-1,0 10 11,-1 9 6,-3 9-17,-3 8-14,1-23 1,0 0-234,-2 3 1,0 1 212,1 3 1,-1 2-364,0 2 0,1 2 369,-1 3 1,0 0-15,1 4 0,-1-1 8,0 4 1,0-1-546,-1 4 1,-1 0 544,0 2 1,-1 2-415,2-18 1,0 0 0,-1 1 438,1 1 0,-1 1 0,0 2 9,-4 11 0,1 3 0,-1-4-379,4-16 1,1-3-1,-2 4 368,-3 14 0,-1 5 0,1-5 3,-1 4 0,1-1-20,1-9 0,-1 1 0,1 1-4,0 0 1,0-1 0,1 1-1,-1-2 1,1 1-1,0-1 6,0 0 0,1 0 0,0 0 2,0-1 0,1-1 0,0 1 0,0-2 0,1 0 0,0 0-145,0-1 0,0 0 1,1-1 136,0-2 1,1 0-1,-1-1 139,-1 18 0,0-2-146,2-5 0,0-1-28,2-7 0,-1-2-241,2-4 0,1-2-1352,0 24 1621,8-13 0,-4-24 0,5-11 0</inkml:trace>
  <inkml:trace contextRef="#ctx0" brushRef="#br0" timeOffset="12476">28022 8424 22105,'10'-5'802,"-15"18"-763,-13 15 0,-7 6-48,-1 1 1,0 1-530,-1 2 0,1 2-459,-3 9 0,2 1-1303,8-9 1,2 0 680,2-3 0,4-1 1619,4 13 0,7-33 0,0-2 0</inkml:trace>
  <inkml:trace contextRef="#ctx0" brushRef="#br0" timeOffset="12859">28170 8280 15383,'-22'-45'779,"0"0"1,-1 0 0,1 3 0,-1 3 0,-5 6-176,-22 5 1,-3 10-765,15 5 1,-1 3 316,-2 4 0,-4 2 0,0 6-43,0 9 0,0 5 0,1 1-840,-12 0 0,0 5 761,15-1 0,-2 4 0,-1 3 0,4 2-7,3 1 0,2 3 0,2 2 0,0 0-353,0 1 1,0 1 0,2 1 0,0 0 335,-8 12 1,1 1-1,6 1-9,11-3 0,4 0 0,8-1-315,9 9 0,9 0 313,3-12 0,5 2 0,5-4-8,8 0 1,6-4-1,7-2-385,5-6 0,6-1 1,3-3-1,-3-2 393,-1 0 0,-1-3 0,4-2 12,-8-5 0,3-1 1,3-1-1,-2-1 1,-4-4 98,7 0 0,-3-4 1,2-4 15,2-2 0,3-4 1,0-1-1,-4-1-68,-5 1 1,-3-1 0,1-6 53,1-8 1,3-8-1,-3-1 1,-9 1-69,-4-2 0,-6-4-12,6-9 1,0-7-1,-8-2-135,-12 0 0,-8-1 1,-1 1 110,2 9 0,-1 2 1,-5-4 11,-7-5 0,-3-5 0,-5 1 0,-3 8-401,-14-5 0,-5 5 383,9 8 1,-1-1 0,-4 5 377,-22-4 0,-2 10-720,10 10 0,-2 4-2454,4 4 0,-3 1 1,2 1 2792,-4 1 0,3 3 0,5 1 0,7 3 0,6 1 0</inkml:trace>
  <inkml:trace contextRef="#ctx0" brushRef="#br0" timeOffset="13826">27790 8661 10528,'0'-3'8990,"0"0"-7422,0 3-526,33-62 101,-20 29-987,6-4 1,-3 3 129,-11 11 559,-3 12-755,-2 6-90,-1-1-34,-3 14 85,-4 12-29,0 5 3,-1 8 1,0 3-10,-2 24-450,3-15 0,0 0 434,2-7 0,0-2-3,0-2 0,0 0 31,-7 23-5,1-3-18,3-24 57,3-2 201,5-22 315,0-1-282,1-6 965,7-18-1216,4-10-1730,2-6 0,0-3 1707,8-17 0,-5 8 1,-1-1-236,-5 13-1,-2 1 231,1 1 0,0-1 0,-3-2 0,-1 2 67,-1-13-23,-2 8-10,-2 12 3068,-1 20-3226,0 6 768,-2 12-650,-2 13-5,-3 20-1,-2 18-2,5-26 0,0 1-6,2 1 0,0 0-3,1-3 1,1-1 5,3 27 0,-1-14-11,2-13 44,-3-13 124,0-10 22,-1-12-100,-3-13-40,-3-18-17,-4-19-302,4 16 0,1-1 294,0-5 0,2-1 2,0 0 1,2 0-14,2 3 0,3 3 14,4-21 11,4 21-34,-3 16-44,-3 13 5,-4 6 17,2 11 11,0 12 589,2 15-566,-2 13-6,0 7 11,-4 3-295,-3-2 267,-2-6-73,-2-8-531,-2-9-1911,-1-8-7299,3-9 8805,2-9 0,4-4 0,1-5 0</inkml:trace>
  <inkml:trace contextRef="#ctx0" brushRef="#br0" timeOffset="20751">7327 2259 20699,'-48'28'506,"0"-1"0,7-4 1,2 1-320,0 6 1,-1 1-1584,-1 1 0,-3 2 1461,6-5 0,-3 2 1,-3 3-10,-4 3 0,-4 3 0,-1 1 0,5-4-870,5-4 1,4-2 0,-3 1 815,1-1 1,-2 3 0,2-2 0,4-3-34,-5 6 0,4-4 111,4 1 0,0 0-1153,-4 4 1,3 1 1072,9-4 0,3-3 0,0 1 0,12-8 0</inkml:trace>
  <inkml:trace contextRef="#ctx0" brushRef="#br0" timeOffset="22017">5683 3601 8326,'1'-6'8934,"0"2"-6105,-1 4-2599,5-15 89,-4 15-28,5-8-84,-6 20-117,1-1 95,-1 6 33,-2-3 118,-7 10-128,-3-6 55,-6-2-140,4-9 85,-3-7-29,1-9 90,-7-16-129,6-10-17,2-15-73,10 10 129,11-21-95,7 20-33,13-13-6,5 21-17,7 10-23,-5 9 12,19 8-11,-24 8-6,26 25 0,-33 11 8,-8-6 0,-4 3-368,-12 6 0,-5 0 360,1-6 0,-6 2-14,-10 6 1,-7 4 0,-1-3-4,4-9 1,0-2-1,-1 1-366,-5 7 0,-2 0 1,-1 0 374,-6 2 1,-2-1-1,3-6 30,5-5 1,0-3-50,-10 10 0,3-7 150,7-13-22,21-27-6,21-16-11,13-15 6,19-7-1220,-11 22 1,1 2 1140,20-12 3,-5 13 0,2 2 183,-13 9 1,1 2-209,16-4 0,2 2-43,-8 6 1,0 3-84,2 0 0,0 2-208,1 0 1,1 1-499,10 0 0,-1-1 549,-17 0 0,-2 0-384,13-3 1,-4-2-978,3-11-64,3-11 744,-20 1-1674,-12-28 2229,-16 21 302,-6-1 0,-3-5 241,-6-1 1,-3-1 131,0-2 0,0-2 182,-4-7 0,0 1 148,3 10 0,0 2 67,-2 3 1,-1 1-57,-3 5 1,-4 2-155,-4 4 1,-4 3-250,-7 5 1,-3 4 128,-9 3 0,-2 5 542,-9 6 1,0 4-748,11-1 1,-3 5 63,-1 5 0,-5 6 0,5 2-97,15-4 0,3 2 0,-1 2-49,-2 1 0,-2 3 0,1 2 0,3 1-20,-1 9 0,4 3 0,2 2-10,3 4 1,1 2 0,4 0-4,6-9 0,2-1 0,3 5 10,2 1 1,2 5-1,3 0 1,3-3-15,4-3 0,4-2 0,1 1-17,2 17 1,3 4-1,5-6-125,5-12 1,4-4-1,4-3 80,3-2 1,5-3 0,2-4-10,3-1 0,4-4 1,2-4-268,4-3 0,1-4 0,2-4 334,3-4 1,0-3-1,1-5-277,0-4 0,0-4 0,0-4 346,-1-4 1,-1-3 0,-2-4 25,0-4 1,-2-4-1,-4 0-28,-8 5 1,-3 0 0,-1-4 81,-1-5 0,0-4 0,-1-2 0,-4 1-31,-4 0 0,-4 0 0,0-3-40,1 0 1,0-4 0,-1 0 0,-3 1 3,-4-6 1,-4 1 0,-3 0 104,-2 3 0,-2 1 0,-3 0-144,-4 4 0,-4 1 1,-2 2 2,-11-12 0,-7 4-108,-9 8 1,-6 6-364,-6 7 0,-6 6 399,12 11 0,-3 2 0,5 2 0,3 0 0,2 2 0,2 4 0,0 0 0</inkml:trace>
  <inkml:trace contextRef="#ctx0" brushRef="#br0" timeOffset="43575">1986 6324 19389,'24'-55'1497,"0"-1"0,-5 8 1,-4 6-944,-8 6-442,-8 19-123,-3 16 22,-4 23-11,-6 23-31,4-14 1,0 4-406,-2 6 1,2 2-7,1 1 0,1 1-427,3 1 1,3-1-815,5-2 0,4-1-2624,3-6 0,3-3 4307,16 15 0,-8-23 0,-10-15 0</inkml:trace>
  <inkml:trace contextRef="#ctx0" brushRef="#br0" timeOffset="43892">2325 5910 15579,'-13'-55'1704,"1"-1"1,0 8-1,-1 10-1323,-8 22-235,1 21-11,4 17 7,5 19-69,5 11 16,8 3 29,10-5 54,8-9 58,5-13 135,0-14 60,-3-10-111,-4-15-96,-3-11-27,-6-9-18,-5-2-50,-11 4-72,-14 10-68,1 11-73,-18 18-229,9 15-543,-5 16-1816,11 12 2057,18-21 0,4-1 1,0 5-1,7-4 1</inkml:trace>
  <inkml:trace contextRef="#ctx0" brushRef="#br0" timeOffset="44099">2923 5841 21192,'-54'21'659,"1"1"0,2 4 1,9 11-614,19 5 1,8 8 0,1-1-2059,-4 6 0,1 3 1982,5-9 1,-1 5 0,1 2 0,0-3-132,0 8 0,0-1 1,-1 3-141,4-15 1,-1 3 0,0 1 0,0 1 0,0 0-578,0 2 1,0 2 0,0-1 0,1 1 0,-1 1 716,0 5 1,0 1 0,0 1 0,0-4 0,2-5-1,-2 6 1,2-6 0,0-2 0,1-5 0,1-1-1,-1 1 1</inkml:trace>
  <inkml:trace contextRef="#ctx0" brushRef="#br0" timeOffset="44249">2229 8268 15406,'-6'0'2042,"-10"-26"0,-1-13-1519,9-1 1,3-5-880,-6-7 1,-1-6 0,4-3 626,5 6 1,3-3 0,1-1 0,1 1-892,1 8 0,0 0 0,1 1 0,1 0 707,0-16 1,1 2 0,1 2 27,3 13 1,1 2 0,1 4 105,2-4 1,3 2-197,6-9 1,3 0-66,4 6 1,5 2-165,5 1 0,5 4-323,-11 14 0,3 2 1,1 1 526,7 1 0,2 1 0,-4 3 0,-4 0 0,-2 3 0,-1 4 0,0 1 0</inkml:trace>
  <inkml:trace contextRef="#ctx0" brushRef="#br0" timeOffset="45149">4570 6047 14198,'16'-52'1325,"0"0"0,0 0 1,-2 6-1,-1 2 0,-2 5 176,-3-12-1238,-4 25 652,-4 11-848,-1 24-3801,-5 35 3745,0-2-28,1-3 0,-2 8 1,0-1-693,-3 13 1,-1 0 678,4-13 0,-1 2 1,-1 2-472,1-3 1,-1 3 0,0-1-1,2-5 372,0 3 1,1-1-47,-1 5 1,0 3 0,5-5-118,7-11 1,4-5 16,10 24 1682,21-32-1384,-5-45 27,7-26 502,-21 14 0,-2-2-530,-3 6 1,-1 0 11,0-1 0,1 1 2777,11-24-2542,-2 5 179,-1 0 302,-10 18-727,-8 15 322,-5 14-312,-2 10-10,0 3 5,-1 12 1764,13 7-1804,13 4 18,1-7 67,17-10-51,-20-15 29,17-9 5,-11-10 95,4-21-17,-14-2 57,-8-11-96,-13 16 101,-7-4 50,-4 9 18,-5-2-12,-3 8-207,2 14-39,3 9 22,-2 20-23,0 24-16,1 7-200,11-17 1,1 2 78,3-4 0,2 0-221,4 0 0,3 1-344,3-2 0,4-1-712,6-4 0,3-3-2937,7-5 1,2-4 4345,28 3 0,-18-12 0,-18-5 0</inkml:trace>
  <inkml:trace contextRef="#ctx0" brushRef="#br0" timeOffset="45499">5717 6278 15507,'7'-51'2535,"0"-1"1,-2 7 0,-5 4-1489,-14-2-448,-13 15-246,-8 15-235,3 10-6,2 19 0,1 5-84,2 8-629,-1 10 0,2 6 601,13-7 0,2 4-28,-1 5 0,0 6 0,1-4-666,0 7 0,0-1 647,3-10 0,1 1 1,-1 2-339,2 6 1,0 2-1,0-2-220,1-4 0,1-2 1,-2 3-720,1 1 0,-2 4 1,1 1-1,-1-4-977,-2 6 1,1-3 0,-3-1 254,0-4 0,-2-1 0,-1-2 1912,-1-7 1,-1-1-1,-3-4 134,-16 7 0,-3-8 443,-12 3 629,16-36 1,2-11 2142,3-40-1605,14 8 0,5-5-243,7-8 0,6-3-423,4-1 0,5-1-539,3 3 1,4 1-224,2 3 0,3 2-121,2 3 1,2 1-76,3 1 0,2 3-56,-7 9 0,4 2-1024,5 1 0,3-1 0,-1 4 1094,-1 2 0,-1 2 0,6-5 0,-3 3 0,-5 6 0</inkml:trace>
  <inkml:trace contextRef="#ctx0" brushRef="#br0" timeOffset="45833">6018 6791 25568,'34'-37'52,"0"1"1,-1 0 0,0-1-1,-2 0 1,-2 1-39,0-10 0,-2 0-1131,-1-6 0,-3-3 1133,-2-2 1,-3 0 5,-4 4 1,-4 1 243,-4 7 1,-4 4-104,-12-17 569,-12 24-552,-8 18 14,2 15-94,4 19-55,5 21-45,11-8 0,3 3 235,0 9 1,2 3-267,0 9 0,3 1-8,0-11 0,2 3-292,1 3 1,2 4-1,-1-3-733,2 5 0,0 0-1242,-1-3 0,1 2 0,-2-3 2306,1 2 0,-2-6 0,0 12 0,-2-32 0</inkml:trace>
  <inkml:trace contextRef="#ctx0" brushRef="#br0" timeOffset="45983">6078 6803 24111,'8'-57'334,"0"1"0,3 3 0,7 9-401,6 22 0,6 7-1042,4-2 0,2 3-549,5 1 0,0 3 1658,-4 2 0,-3 1 0,10 1 0,-21 4 0</inkml:trace>
  <inkml:trace contextRef="#ctx0" brushRef="#br0" timeOffset="46358">8263 6371 23271,'17'-49'817,"-1"1"1,-1 2 0,-8 13-684,-11 28-117,-4 8-34,2 16-123,-1 16-426,-2 20-395,3-21 1,1 2-2596,-1 4 0,1 1 3556,0-3 0,2-3 0,-2 11 0,3-21 0</inkml:trace>
  <inkml:trace contextRef="#ctx0" brushRef="#br0" timeOffset="46542">8545 5853 21047,'-29'35'-1301,"0"0"0,0-12 1,9-3-1,26 4 1</inkml:trace>
  <inkml:trace contextRef="#ctx0" brushRef="#br0" timeOffset="46958">9018 6120 22302,'-7'-4'3209,"2"0"-3100,-23-8 1,-5 0 119,13 6-198,-14-6 0,6 7 14,31 23-17,13 17-31,3-4 0,3 1-3,10 16-16,-5-11 0,0 2-474,4 15 445,-13-20 1,-2 1-9,-4-1 1,-5-1-105,-6 26-78,-20-13-129,-18-14-162,-9-18 45,-1-21 202,6-21 131,24-5 0,4-5 58,-1-19 62,10 8 1,6-1-79,3 15 0,2 1 344,2-5 1,1 0 422,7-21-2847,-7 20 2427,-6 20 313,-5 10-464,0 10-23,-1 11 7,-3 16-52,-7 19-38,3-13 0,-2 2-470,-4 6 1,-2 4-980,-3 6 1,-1 1 1470,1-2 0,0-3 0,6-13 0,2-4 0,-4 7 0</inkml:trace>
  <inkml:trace contextRef="#ctx0" brushRef="#br0" timeOffset="47832">10339 6581 22533,'32'-51'514,"1"0"0,0 1 1,-5 8-1,-1 1 0,-6 7 298,-1-6-551,-15 26-165,1-1-24,-6 21-33,0 15-11,-8 38-25,1-24 0,0 0-349,-2 4 0,-1 0 309,-4 4 1,-1 1-15,1 0 1,0 0 33,2-4 1,1 0 2,1-2 0,2-4 73,5-8-53,2-17-12,7-26-5,10-16 0,-3 5 0,4-4-582,14-16 0,4-3 584,0 5 1,2 2 11,1-2 0,2 3-6,2 8 0,2 5-11,-7 12 0,1 3-17,-3 1 1,0 3-43,28 9 566,-27 21-650,-6 17 68,-7-1-32,-5-3 1,1 0-4,10 13 76,-8-14 1,1-1-71,13 11 34,-3-12 56,-9-11-56,7-12 62,-14-9-40,25-22 62,-12-2 11,13-16 1200,-15 13-1099,6-12 78,-18 20 48,1-3-147,-16 16-41,-16 15-11,-2 1 17,-29 26-39,19-3 22,-6 15-22,28-3-11,21-5-12,14-3 0,3-13 1,28-5 16,-14-15 6,-13-4 0,0-3 44,16-15-22,-9-13-16,-14 3 100,-10-26-17,-18 18-16,-10-19 5,-12 20-11,-5 7-56,6 14-33,0 6-208,10 9 17,2 5-1384,6 20-1954,11 8-6297,3 18 7717,2-15 1,-3-10-1,-5-17 1</inkml:trace>
  <inkml:trace contextRef="#ctx0" brushRef="#br0" timeOffset="48158">11876 6833 18319,'2'-2'5752,"0"0"-5284,13-29 0,3-12-1219,1-5 844,-4 12 1,3-6-1,-1 2-397,-1-3 0,0 1 363,4-7 0,1 0-26,-5 8 1,2-1 104,0-2 0,2-4 0,-3 6 2,4-16-11,-3 3 0,-4 3 573,-10 11-383,-7-4-230,1 19-16,-4 7 17,3 15 526,0 10-599,0 13-17,1 23 2,1-10 1,1 4 67,1 7 0,0 3-87,1 6 0,2 2-554,0 3 0,1 1 442,0 0 1,1-1-155,-1 0 0,0-2-286,0-1 1,0-3-811,-1-5 0,0-2-2161,0-6 1,0-3 3516,2 14 1,-3-24 0,-1-15 0</inkml:trace>
  <inkml:trace contextRef="#ctx0" brushRef="#br0" timeOffset="48325">12048 6441 21052,'-8'-5'4173,"2"1"-3461,6 4-427,-26-60-212,40 37-82,-12-12 1,6 2-98,23 23 0,8 8-438,3-2 1,2 2-3570,4 1 1,-1 2 4112,-5-1 0,-3 2 0,11 0 0,-25 0 0</inkml:trace>
  <inkml:trace contextRef="#ctx0" brushRef="#br0" timeOffset="49274">13992 6263 21987,'5'-49'1193,"0"0"1,-1 4-1,0 8-655,-1 14-208,1 7-240,-1 8 27,0 6 40,-3 23-73,-3 12-62,-1-3 1,-2 3-341,-3 4 1,-2 2 322,-3 4 1,-1 2-409,-1 2 0,-1 1 406,1-2 0,1 0 2,3-4 1,1-2-15,3-7 1,1-3 14,1 9 33,4-19 39,8-23 526,7-19-649,13-22 50,-8 13 1,2-1 214,2-6 0,2 0-212,1-1 1,1 0-311,1 2 1,0 2 298,-1 4 1,0 2-4,-1 6 0,0 3-10,21-6-29,-2 13 34,-10 11-157,16 23-56,-19 9 64,-11-5 0,0 2-338,1 28-141,-5 1-33,-4-4-151,25-11 839,-8-36 489,24-19-349,-16-31 1,2-4 410,0 2-292,-5 7 44,-6 10-61,-12 13-174,-8 10-62,-14 16-22,-4 11 0,-4 15 11,3 8-22,8 5-6,13 0 6,12-6-6,15-10 17,8-12 34,4-12 16,-1-18 40,-5-14 78,-4-15 112,-9-10 51,-8-6-95,-7-1-40,-8 3-73,-4 7-62,-2 12-66,-1 12-79,0 11-179,6 10-538,4 12-1457,8 13 2258,4 17 0,-9-18 0,-2 3 0</inkml:trace>
  <inkml:trace contextRef="#ctx0" brushRef="#br0" timeOffset="49825">15297 6656 20011,'-1'6'4536,"0"-1"-2121,1-5-2348,27-38-28,0 8-22,-2-3 0,1-4-449,-3 7 0,-1-1 443,2-6 0,-1-3-3,1-6 1,0-2 2,-4 7 0,-1-2 1,-1 2-7,1-1 1,-1 0 13,4-10 1,-4 3 248,-8 8-172,-4 0-12,-12 18-51,-4 12-16,-3 12 5,-3 15-10,-3 18-24,-5 24 100,10-19 0,0 3-83,0 5 1,0 3-470,1 2 0,2 0 455,2-1 1,4 0 8,4-4 0,5-2-256,4-5 1,6-3 246,5-4 1,6-5-22,3-5 1,5-5 26,2-4 0,3-6 3,2-6 0,2-6-80,2-5 0,-1-6 88,2-8 1,-1-4-26,1-8 1,-2-5 16,-14 9 0,-1-3 0,-1-1-279,1-5 1,-2-1 0,-1-2 285,-1-3 1,-1-1-1,-1 0-7,-2-1 0,-1 0 0,-2 1 9,-3 3 1,-2 0-1,-2 1-201,1-13 0,-5 2 276,-7 9 0,-4 4 253,-2 6 1,-3 4-142,-14-15-90,3 19 739,8 18-840,0 24 6,-5 29-8,5-6 0,-2 6-632,-2 8 1,-1 5-1,0-2 547,5-13 0,1-2 0,-1 3-133,-1 6 1,0 5 0,1 0 0,2-5-548,3-3 1,2-4 0,3 3 761,0 11 0,3 2 0,0-6 0,-1-6 0,2-5 0,6-8 0,-1 1 0</inkml:trace>
  <inkml:trace contextRef="#ctx0" brushRef="#br0" timeOffset="50518">17749 6294 24010,'9'-43'793,"1"1"1,-3 3-1,-7 12-669,-14 28-63,-8 19-22,2 23-19,10-13 0,2 4-6,2 5 0,1 4-23,1 14 1,1 0-125,1-17 0,0 0 130,1 13 0,-1-1-8,-5 4 33,-8 4 1,-10-20 66,-6-19-55,-6-24 0,2-21-6,6-27-444,19 16 0,3-3 430,6-8 0,6-3 0,5-5 0,5-2-11,-2 17 1,3-1 0,1 0-2,2 0 0,2 0 0,0 0 9,0 2 0,1 0 0,0 1-17,9-14 1,1 2-9,-4 7 0,0 1 17,-3 8 0,0 3-15,-2 5 1,1 4 17,21-8 169,-2 15-214,1 16 11,-4 15-12,-7 21-38,-11 19 44,-18-20 1,-7 1-240,-8 5 0,-7 0 259,-10 1 0,-7-2-150,-10-2 0,-4-4 144,-5-3 1,-2-5-51,2-5 0,0-5-238,2-4 0,4-5-114,-9-3-1146,20-18-1580,54-11 190,7-2 2334,23-4 0,-26 18 1,2 0-1</inkml:trace>
  <inkml:trace contextRef="#ctx0" brushRef="#br0" timeOffset="50832">18486 6005 25529,'-37'46'173,"-1"0"1,8 0 0,15-3-101,37-3-6,17 1-28,-8-18 126,10-6 87,-3-15-179,-6-4 84,9-17-28,-16-11-6,7-16-78,-18 18 0,0-2-9,-1 0 1,-1-1 7,8-28 7,-7 10-57,-6 22-128,-4 8-241,-4 20-537,-1 12-1485,1 19 2397,3 27 0,-1-24 0,4 3 0</inkml:trace>
  <inkml:trace contextRef="#ctx0" brushRef="#br0" timeOffset="51158">19105 6440 23556,'33'-49'409,"0"1"0,0-1 0,0-1 0,0-2 0,-5 3-202,-3-7 0,-5 0-2038,-5 17 0,0-1 1,-1 0 1872,6-19 0,-2 1 50,-4 7 1,-2 4 1392,0-13-1211,-2-1 817,-12 24-996,-9 20-56,-11 18-16,-7 19-1,-2 21-22,15-12 0,1 3 3,0 19 0,3 3 1302,3-3 0,3 2-1348,2-8 0,1 1 0,2-2-11,2 2 1,3 0-195,2-4 0,2 3 0,2-4-209,3-1 1,2-2-410,5 16 1,2-4-404,8 3 1269,6-1 0,-24-36 0,6 5 0</inkml:trace>
  <inkml:trace contextRef="#ctx0" brushRef="#br0" timeOffset="51308">19238 6059 21013,'-4'-5'3159,"0"1"-2784,4 4-195,73-53-222,-40 45 0,3 2-1227,6-11 1,4-5 0,0 8-99,7 13 1,-3 5 1366,-8-2 0,-3 0 0,7 3 0,-24-2 0</inkml:trace>
  <inkml:trace contextRef="#ctx0" brushRef="#br0" timeOffset="51916">2996 8570 24475,'-38'32'-286,"2"17"-115,21-7 1,4 5-1874,-2 1 0,1 1 2274,1 4 0,1-4 0,-2 7 0,6-11 0</inkml:trace>
  <inkml:trace contextRef="#ctx0" brushRef="#br0" timeOffset="52265">3085 8308 23119,'2'38'-5,"9"-1"-6,25 5 55,1-11 136,-3-13 161,-7-11 6,-8-15-27,-6-11 38,-7-12-33,-4-9-73,-7-2-100,-3-2-63,-3 6-78,-1 9-106,5 14-225,-3 16-413,-1 19-1138,-5 19-4592,-1 17 5615,3 0 0,7-19 0,4-16 0</inkml:trace>
  <inkml:trace contextRef="#ctx0" brushRef="#br0" timeOffset="52624">3518 8991 21791,'1'3'2969,"1"-1"-1563,-2-2-1148,15-75-84,4 31-410,-1-10 0,3-4 300,5 10 1,0 4-688,-6 10 0,-1 0 637,10-21 0,-1-2 0,-12 17 0,-1 0-210,1-6 1,-1 0 234,-5 8 0,-4 2 90,-14-17-84,-2 27-12,-19 12-10,5 21 360,-6 13-411,1 20 30,12 1 1,2 4 518,5-12 1,1 1-528,-3 24 1,4 2-453,4-15 0,3 0 396,2 11 0,3 1-95,2-3 1,5 0-402,10 5 1,3-4 165,-7-17 0,1-2-1275,9 8 1,0-2 1554,2 5 1,-8-13 0,-8-10 0</inkml:trace>
  <inkml:trace contextRef="#ctx0" brushRef="#br0" timeOffset="52784">3458 8811 19899,'-3'-3'4318,"1"1"-3153,2 2-1266,92-50-1329,-61 42 1,3 1 193,12-10 0,6-3 0,-4 5 1236,-5 12 0,-6 3 0,14-1 0,-24 1 0</inkml:trace>
  <inkml:trace contextRef="#ctx0" brushRef="#br0" timeOffset="53774">5687 9092 26077,'23'-52'54,"-1"-1"1,0 1 0,-1 0 0,0 0 0,-1 2-50,-1-5 1,-1 1-673,-6 13 1,0 0-1,-1-1 680,-1 0 0,0 0 0,-2 2 1,2-7 0,-1 1 50,-3-3 1,-2 5 704,-4 8-708,-3-2 210,-3 32-299,-4 17 5,-5 18-5,-5 28 17,8-16 0,0 5-243,-1 10 0,2 4 86,4-15 0,0 1 0,2 1-183,0 2 0,1 0 0,1 1-195,1-3 1,1 1 0,3-1-567,5 15 0,5-2-862,3-11 0,6-4 1974,7-8 0,2-7 0,4 2 0,-2-14 0</inkml:trace>
  <inkml:trace contextRef="#ctx0" brushRef="#br0" timeOffset="54108">6168 8927 22627,'-7'-49'1110,"0"0"1,1 4 0,1 12-920,0 24-208,3 6-34,2 4 35,9 5 21,10 6-16,16 5-23,15-1 6,7-4 6,0-6 22,-7-8 50,-12-10 79,-12-9 22,-11-10 40,-8-7 66,-11-1 63,-4 1 4,-7 7 40,-5 7-302,7 10-6,-4 6-45,3 15-5,-6 13-23,-5 22-25,12-13 0,0 4-454,2 4 0,1 3 193,3 3 1,2 1-401,2 2 0,3 0-1319,4 2 0,3-2 2022,1-6 0,0-2 0,6 9 0,-4-22 0</inkml:trace>
  <inkml:trace contextRef="#ctx0" brushRef="#br0" timeOffset="54308">6992 8700 25741,'-47'30'57,"1"-1"1,2 6 0,8 6-80,16 14 0,7 4-1293,2-16 0,1 1 1,0 1 1132,-1 2 1,1 2 0,0 2-505,0-4 0,0 3 0,1-1 0,-1-2 32,1-2 1,1-2-1,-2 2 654,-1 2 0,-2 5 0,0-3 0,3-9 0,-5 11 0,3-16 0,0 0 0</inkml:trace>
  <inkml:trace contextRef="#ctx0" brushRef="#br0" timeOffset="54742">6417 9981 14398,'7'-52'1607,"1"0"1,0 9 0,3 0-1,1 1-1123,9-11 1,4 1-1467,-4 8 1,2-2-1,1 1 1017,2 2 1,2 1 0,0 1-40,1 3 0,1 1 0,1 2 126,-2 4 0,2 1 0,2 2-279,5-1 0,3 2 0,-3 2 8,2 0 1,0 2-299,18-6 0,-1 4-105,-20 11 1,-1 1 74,6-1 1,0 1 229,-9 4 1,-2 2 358,8-1 2515,-21 7-857,-12 1 574,-7 2-776,0-1 426,-1 0-628,1 1-1080,5-9-124,4-7-106,11-13 6,8-12-1,7-12-50,-16 20 1,-1-2-1,0-5 0,-1-3 8,0-15 1,-1-1-280,-5 17 1,-2 0 264,2-15 1,-3 3 78,-3 3 45,-1 1-11,-6 25-90,0 14-56,-4 15 39,-6 15 22,-6 28-33,7-13 0,-1 4-404,-1 12 0,1 3 348,4-13 0,2 1 0,0 2-587,0 2 1,2 2-1,1 0 286,0 0 1,1 1 0,4 1-533,5 4 0,4 0 0,0-3 276,0 0 0,3-3-1541,14 7 0,4-8 2154,4-16 0,-4-7 0,-15-15 0</inkml:trace>
  <inkml:trace contextRef="#ctx0" brushRef="#br0" timeOffset="54898">7390 8830 25864,'54'-29'-2458,"-1"0"0,-14 11 1,0 1-1,2 6 2337,18 8 1,-2 6 0,-17-3-1,-5 0 1,7 0 0</inkml:trace>
  <inkml:trace contextRef="#ctx0" brushRef="#br0" timeOffset="55275">9242 8908 25937,'9'-43'494,"-1"-1"1,1 1 0,-5 18-523,-10 34 22,-1 13-33,1 7-303,-2 21-845,4 0-980,4-18 1,1 2 2166,3 22 0,1-21 0,-2-16 0</inkml:trace>
  <inkml:trace contextRef="#ctx0" brushRef="#br0" timeOffset="55465">9464 8428 22218,'-20'-41'-446,"-1"1"1,5-13-426,39 78 143,6 7-645,-14-3 1,-5 5 569,-5 2 1,-1-1-1,3 12 1,-7 0 0</inkml:trace>
  <inkml:trace contextRef="#ctx0" brushRef="#br0" timeOffset="56049">9658 8749 26682,'15'-9'-12,"-4"16"-2804,-14 23 0,-5 7 2810,3 11 1415,7 11-1392,7-24-45,-1-9 910,2-6-770,-6-17 22,3-9-16,12-24 0,7-10-34,4-7 1441,-9 21 1,0 0-1464,20-12-34,-10 13 0,2 2-73,22-6 50,-23 18 1,-1 3 5,8 8-22,6 15-11,-13 10 33,-10-2 0,-2 4 3,-3 2 0,-3 0-20,9 21 6,-8-6 0,-6-18 386,0-6-375,3-3 11,2-16 6,9-18 28,6-17-16,-2-4-178,-10 7 0,0-4 174,0-15 1,-2-3-692,1-4 1,0-3 669,-5 11 0,1-2 0,-3 2 27,1-11 0,-3 3 53,-1 6 0,-2 3-39,-3 15 0,0 2 314,-7-23-264,3 36-94,-4-3-12,6 21 312,0 7-312,5 25 0,3 28-18,-4-21 1,0 6 0,0 1-230,-2-2 0,0 1 1,-1 1 126,-2 11 1,0 3-1,-1-5-23,-3 3 1,0-4-256,-2 8 0,3-2-1074,6-11 1,4-3-1391,3-3 0,1-2 2862,3-4 0,2-7 0,6-7 0,-10-14 0</inkml:trace>
  <inkml:trace contextRef="#ctx0" brushRef="#br0" timeOffset="56508">10639 8720 24715,'-35'-45'547,"0"1"0,3 4 1,12 8-526,22 23 173,19 2-207,15 5-52,3 2 0,3 2-32,0 1 1,1 2-1484,12 1 0,-2 2 1475,-17-2 1,0 0-214,10 3 0,-1 0 641,9 0-358,-19-4 1,-1-1 105,4-3 181,-14-6 22,-13-4-113,-9-1 505,-23-4 1769,6 10-2195,-23-3-38,12 15-152,-5 9-40,10 4 23,5 28-29,13-10-10,12 19-12,17-16 6,16-10 11,-3-12 16,-7-13 1,-1-3 78,9-8 79,14-9-6,-25-15-6,-13-14-22,-14-10-44,-14-5-261,-11 1 226,-8 10-38,-1 11-146,3 13-449,4 12-1551,6 17-7708,6 11 8742,4 0 0,6-2 0,3-12 0</inkml:trace>
  <inkml:trace contextRef="#ctx0" brushRef="#br0" timeOffset="57662">12891 8554 19389,'11'-49'938,"0"0"1,0 0 0,0-4 0,-1 1 0,-1 4-687,-1 3 0,-1 3-45,-1-2 0,-3 5 421,-4 1-197,-2 13-341,-1 5-130,-2 22 80,-2 32-40,2-2 0,1 7-699,-4 15 1,1 5 645,2-11 1,0 2 0,0 1-741,1 5 1,-1 1-1,1 0 477,0 1 1,1 0-1,1 0-291,0-2 1,0-1-1,3 0-845,0-6 1,2-1-1,1-1 1452,4 19 0,1-6 0,-3-26 0,1-4 0,7 16 0</inkml:trace>
  <inkml:trace contextRef="#ctx0" brushRef="#br0" timeOffset="58262">12679 8819 21147,'-18'-51'242,"-1"0"1,0 6 0,12 8-220,51 7-35,-15 16 1,3 0-353,12-4 1,4-2 342,-4 2 1,3 0-1,0-2-596,0-3 0,0-1 0,-1 0 620,-6 4 1,0 0 0,-3 0 7,10-10 1,-6-1 94,3-14 617,-9 2-35,-3-5 729,-13 7-1019,-12 19 184,-3 3-374,-4 15-208,1 9 23,-1 6 44,-3 49-53,1-29 0,0 2-84,-1 8 0,-1 2 70,0 5 0,0 0-6,-1-8 1,0 0 8,0 7 0,0 1-6,1-3 0,1-3 14,-1 12 17,3-18 1665,2-28-1553,5-20 123,10-13-118,17-25-89,-7 12 34,14-8-51,-18 31-61,2 1 539,-5 13-551,8 14 34,-8-3 22,13 11-10,-8-10 10,9-2 45,9-15 0,-5-9 17,3-14-39,-12-7 6,-9 4 77,-3-6 63,-9 11 218,-1-2-225,-4 13-161,-3 6-34,1 10 16,-3 9-66,0 10-443,-1 27 67,2-8-1815,4 3 0,4 1 2252,4 2 0,1 5 0,-3-30 0</inkml:trace>
  <inkml:trace contextRef="#ctx0" brushRef="#br0" timeOffset="59204">15583 8495 20562,'34'-43'594,"0"-1"1,0 0 0,-4 3 0,-2 0 0,-5 5-363,-5 5 1,-6 2 422,-4-11 1,-6 4-483,-6 8 428,-15-17-489,-14 41 75,-18 15-167,19 2 0,0 4-15,-4 9 1,1 2-143,6-3 0,1 3 139,2 4 0,-1 5 0,3-2-355,1 3 0,1 1 358,-7 16 1,4 0-12,12-22 1,4-2-29,2 27 6,30-21 17,-6-12 22,29-20 17,-6-31-11,1-5 8,-5-6 0,1-4-760,-11 9 1,0-1 790,11-15 0,-2 0-6,-9 10 1,-3 3 144,-5 6 0,-2 3-44,4-8 666,-12 20-828,-9 14 39,-9 20-23,-1 3-5,-7 14 0,-3 5 0,4-4 0,-1 2 130,0-1 0,-1 4 0,1-1-194,1-2 1,1-1-1,0 0-121,-7 19 1,2-1-82,4-3 0,3-1-192,6-9 1,4-2 90,7-8 0,6-4-535,20 6-358,21-28 579,-19-15 1,3-7-168,4-7 1,1-5 743,4-7 1,-1-4 153,1-6 1,-1-3-297,-13 13 0,-2-2 1,0 1 334,4-7 1,0-2 180,-3 3 1,2-3 0,-3 4-5,-2 1 1,0 1 217,8-13 1,-2 2 2,-1-1 823,-9 7-693,-16 26 311,0-1-883,-5 18 2211,-2 12-2217,-2 15 667,-3 17-695,0 13-6,5-25 1,0-1-6,3 32 6,8-7-12,8-12-5,7-12 62,4-15 10,3-16-27,-6-9 106,20-30-73,-13-2-317,-9 9 1,-1 0 282,4-14-149,-11 12 1,-1 0 26,2-7-259,6-12-4,-10 29-2628,6 11-5058,-2 16 8038,5 3 0,-8 2 0,-6-3 0</inkml:trace>
  <inkml:trace contextRef="#ctx0" brushRef="#br0" timeOffset="59545">16937 8464 14009,'10'1'6022,"-2"0"-3197,-8-1-887,0 0-1522,40-40-382,-3 19-6,-1-6 0,2-2 14,-9 13 0,-1 2 31,23-23 30,-9-3 87,-15 0 0,-14 6 535,-20 6-636,-15 11-16,-14 9 0,-8 17 5,-5 14 12,2 17-71,25-15 1,3 2-170,1 1 1,4 2 154,2 0 1,3 1-28,-1 29-23,10-3-95,14-6-123,13-6-320,17-10-828,13-11-222,-22-16 0,2-4 1455,8-5 0,-1-3 0,6 2 0,-2-7 0</inkml:trace>
  <inkml:trace contextRef="#ctx0" brushRef="#br0" timeOffset="59928">17671 8275 26239,'-11'-58'1003,"2"12"-959,6 51-44,-4 10 34,-6 15-17,-5 17-17,-1 10-266,5 3 260,6-3 40,13-8-23,7-10 6,10-11 44,6-13 1,7-12 22,8-14-17,6-15-48,-22 7 1,-1-4-58,1-2 1,-1-3 59,-2-1 1,-1-2-9,-2 3 0,-2 0 8,9-18-184,-12 14 106,-9 16-325,-6 8-347,-1 8-476,4 9-1014,5 7-2270,10 10 4488,1 0 0,-5-8 0,-6-8 0</inkml:trace>
  <inkml:trace contextRef="#ctx0" brushRef="#br0" timeOffset="60228">18348 8428 27258,'16'-5'325,"19"-8"-297,-9 1 51,21-12-18,-11-12-27,-5 6-15,-13 4 1,-1-2 254,-2-25-190,-3 16-11,-8-2 22,-9 31-27,-3 4-46,-6 4 17,-7 12-16,-8 11 10,-7 16-10,1 13-88,18-21 1,2 1-457,3 3 0,5 1-768,3 3 1,4-1 1288,6-3 0,1-4 0,-2 1 0,0-21 0</inkml:trace>
  <inkml:trace contextRef="#ctx0" brushRef="#br0" timeOffset="68104">25264 8891 8198,'-10'3'5791,"2"-1"-4827,8-2 1142,0 0-488,38-3-1063,-12 1-180,12-2 1,7-1-546,-6 1 1,4-1 395,9-1 0,7 0 0,2 0-840,-15 1 0,1 1 1,2-1-1,2 1 661,3-1 0,4 0 0,1 0 0,0 0 0,-3 1-28,2-1 1,-3 1 0,1 0 0,4 0-7,-5 1 0,3-1 0,2 0 0,2 0 0,-1 1 0,-1-1-383,-2 1 1,-1 0 0,-1 0 0,2 0 0,2 0 0,4 0 356,-10 1 0,2-1 0,3 1 0,2-1 1,1 1-1,0-1 0,0 1 0,0 0 0,-1 0 1,-2-1-161,1 1 1,0 0 0,-1 1 0,0-1-1,-1 0 1,0 1 0,0-1 0,0 0 0,0 1 167,6-1 0,-1 1 0,0-1 0,1 0 0,-1 1 0,0 0 0,0-1 0,0 1-103,0 1 0,2-1 0,0 1 0,0 0 1,-1-1-1,-1 1 0,-2 0 0,-3 0 76,5 0 0,-3 0 1,-1 0-1,-2 0 0,1 0 1,0 0-7,2 0 0,0 0 0,0 0 0,0 0 0,-2 0 0,-2-1-94,3 0 0,0 0 0,-3 0 0,-3-1 0,-7 0-794,14-5 1,-7 0 925,1-1 0,-5-1 0,3-2 0,-32 3 0</inkml:trace>
  <inkml:trace contextRef="#ctx0" brushRef="#br0" timeOffset="70946">27633 6821 14762,'-5'-4'5635,"1"1"-4313,4 3-426,-33-76-1879,29 41 1081,-13-9 0,8 1 171,38 7-229,-6 20-15,9 2 0,4 2-14,14 5-6,-12 7 1,0 3-11,13 6-4,-19 9 1,-3 4-9,-2 6-20,-7 11 1,-7 3 3,-15 1 10,-16 10 1,-9 2 19,-1-21 0,-5-1-63,2-2 0,-3 3 0,0-4 80,-12 7 0,-1-4-354,4-3 1,1-2 378,7-4 0,2-1-27,-11 11 679,21-10-601,22-10 339,23-8-418,25-6-48,-13-3 1,4-1-284,7-2 0,2-1 126,7-2 1,-1 0 39,-9 1 0,-1 0-356,13-3 1,2-1-740,-16 3 0,1-2 0,0 0-697,1 0 1,1-2 0,0 0 1757,2 0 0,0-2 1,-5 2-1,-7 1 0,-4 1 1,3-3-1</inkml:trace>
  <inkml:trace contextRef="#ctx0" brushRef="#br0" timeOffset="71269">28416 6411 9671,'-60'-20'818,"1"0"1,0 0 0,13 6 0,-1 1-1,1 1 1,-1 2-508,0 1 0,-1 2 0,0 1 0,0 1-819,-5 1 1,0 0-1,-1 2 1,-1 1 802,-2 1 1,0 2-1,-1 1 1,0 1-391,1 2 0,-1 0 0,1 2 1,2 3 218,1 1 1,2 2-1,0 2 1,3 3-58,-10 6 0,3 5 1,4 3 11,8 2 1,4 4 0,6 2-36,7 3 1,6 2 0,3-1-23,-1 10 1,12 3-72,19-10 0,11 6 0,4-2 0,-1-6-497,3 1 0,7-3 502,-6-10 0,7 4 1,3 0-1,1-2 1,-2-6-61,12-1 0,-1-6 0,4-1 71,-4-1 1,3 0 0,1 0 0,1-2 21,0-2 0,1 0 0,1-3 0,0 0 18,1-2 0,-1-2 0,1-1 0,0-1 84,-2-2 0,1-2 0,-1-1 0,0-3 36,-3-2 0,-1-2 1,0-1-1,-2-3-38,13-4 0,-2-3 0,-3-4 54,-7-3 1,-2-4 0,-4-3 56,-6-2 0,-2-4 1,-6-2-171,-4-4 0,-4-2 0,-4-3-45,-3-3 0,-5-2 0,-4-1 20,-3-2 0,-6-1 0,-3 1-270,-5 0 0,-4 1 0,-5 2-531,-7 2 1,-6 2 0,-3 3 788,1 7 0,-3 3 0,2 4 1,-5-2-1,2 7 0,-13-2 1</inkml:trace>
  <inkml:trace contextRef="#ctx0" brushRef="#br0" timeOffset="84561">8060 2208 12629,'-10'-4'3626,"-23"-12"1,-3-1-2821,16 6-154,-15-7 1,3 2 115,24 9-516,2 3-118,11 2 51,12 5-11,19 8-51,20 14-587,-20-5 1,1 3 491,7 8 0,0 3-510,-12-7 1,0 1 0,0 1 477,2 4 1,1 2-1,0 0-2,1 3 1,0 1-1,1 0-37,0 2 0,1 0 1,0 0-319,1 0 1,-1 0 0,2 0 360,4 1 0,1-1 0,-5-3 0,-3-4 0,-4-3 0,-1-5 0,0-1 0</inkml:trace>
  <inkml:trace contextRef="#ctx0" brushRef="#br0" timeOffset="86030">8933 3705 9811,'-8'3'8166,"1"-1"-7516,7-2-134,0 0 229,-22-63-129,25 23-555,-13 1 1,4 1 72,29-1-67,0 18-39,9-2-45,4 9-11,4 10-11,3 15-11,1 11-12,-3 15 12,-7 11 33,-13 7 50,-19-19 1,-5-1 5,-6 14 11,-7-16 1,-4-3 112,-18 4 94,-10 1 113,5-11 44,9-13-60,12-14-97,10-7-117,6-6-84,10 1-33,7 1-6,12 5-6,22 6-17,-10 5 0,-3 3 1,0 2-12,17 11-169,-19-6 0,0 1 46,23 17-56,-15 5-45,-18 4-1,-25 6 1,-24 3-188,3-23 1,-4-2 240,-8 0 1,-3-3-135,-4 0 0,-3-4-146,-1-3 1,-1-2-628,3-4 0,1-4 1095,4-7 0,3-2 0,-4 0 0,15-8 0</inkml:trace>
  <inkml:trace contextRef="#ctx0" brushRef="#br0" timeOffset="86386">9056 3218 13228,'-59'3'1078,"0"0"1,-1 1 0,12-2-1,0 0 1,4 5-608,-11 11 0,3 9-2076,12-1 0,2 5 0,0-1 1742,-10 7 0,-1 4-14,16-8 0,-2 4 1,1 3-1,4 0-300,5 2 0,2 1 0,3 1 0,-1-2 197,-3 5 1,0 0 0,3 3-60,4 0 0,0 5 0,4 0 0,7-5 18,6-4 1,7-2-1,2-1-204,5 10 0,3 0 0,7-4 195,6-4 0,5-3 1,8-7 30,2-9 0,7-5 1,3-3-1,-1-4 18,-2-4 1,0-3 0,0-3 0,1-2-6,1 0 0,0-2 0,0-2 0,1-3 164,0-5 1,1-3-1,-1-3 1,-2-1 9,6-5 1,-3-3 0,2-2 4,-6 3 0,2-2 0,-1-1 1,-2-1-49,-3-1 1,-2-2-1,-2 0 1,-1-2-72,-4 1 0,-2-1 1,-2-2-1,-3 0 143,5-12 1,-4-2 0,-5-1-188,-6 0 0,-4-2 0,-5-1-14,-6 0 1,-5-1 0,-5 0-15,-5 1 0,-6 1 0,-7 2-84,-5 10 1,-6 1 0,-4 2 0,-2 4-190,-12-3 0,-3 4 1,-2 4-209,-1 2 0,-2 3 0,-2 6 479,6 9 0,-4 5 0,3 2 0,8 0 0,8 0 0,2 2 0,-18 1 0,0 0 0</inkml:trace>
  <inkml:trace contextRef="#ctx0" brushRef="#br0" timeOffset="100421">16357 1159 29201,'14'-52'540,"1"-1"0,-3 14 0,-3 4-1763,-10 1 56,-3 28-13,-6 11-2197,-17 45 3127,5-5 59,-2 6 1,-3 6-429,4-9 0,-1 4 439,1 2 1,-1 5 0,1-3 12,-1 1 1,3 0 131,5-9 0,1 1 0,6-6 266,10 9-974,15-8 674,17-33 680,15-30-251,-12-8 1,0-4 929,-10 7 0,-1-2-1223,13-15 0,-1 0-4,-13 15 0,-1 0-79,4-3 1,-1 2 824,15-11-866,-17 19-477,-13 16-97,-8 20 433,-2 16-10,0 19 1,-1 11 194,-1-30 0,2 1-113,0 1 0,2-1-146,2-2 0,1 0-769,15 26-1099,9-13-1881,8-13 4021,10-18 0,-21-8 0,-2-8 0</inkml:trace>
  <inkml:trace contextRef="#ctx0" brushRef="#br0" timeOffset="100754">17125 1072 10123,'-15'-48'931,"1"0"1,0 0 0,-1 0 0,-6-11 0,-1 3 0,-7 8-353,-15 5 1,-9 12-246,2 12 0,-7 5 1,4 4-1571,-6 1 1,-2 6 1312,16 6 0,-5 3 0,0 3 0,4 3 7,-1 6 0,4 5 0,-1 3-25,3-1 0,-1 2 0,-1 3 0,2 4-7,2 3 1,1 5-1,0 2 1,2 0 0,3-3-373,1-2 0,3-1 0,1 0 0,0 4 324,-1 4 0,0 6 1,1 1-1,2-1 1,5-3-5,0 9 0,6-2 0,2 1-17,2-6 0,0 1 0,3 1 1,4-1-10,4 9 0,5-1 1,6-3-7,5-7 0,5-3 0,6-4 11,6-7 1,5-4 0,4-5 29,6-5 0,3-5 1,5-5 26,0-7 0,6-5 1,0-3-1,-4 0-4,1-1 0,-4-2 0,4-3-137,-10-1 0,3-3 0,2-1 1,-2-2-1,-2-3 226,4-8 1,-3-4 0,-1-1 0,-1 1-184,-6 6 1,-1 0 0,-1 0 0,1-5 102,0-3 1,1-4-1,1-3 1,-4 0-1,-4 1 4,3-10 0,-6-1 0,0-4-14,-9 8 0,1-4 1,-2-2-1,0 1 1,-3 4-25,3-10 1,-2 3-1,-6-3-23,-4 4 1,-2-3 0,-6 1-1,-6 7 143,-15-7 0,-11 8-413,2 10 1,-4 2 0,-6 5 285,-14 6 0,-7 6 0,6 4 0,4-1 0,3 5 0,-5 8 0,0-1 0</inkml:trace>
  <inkml:trace contextRef="#ctx0" brushRef="#br0" timeOffset="113303">31414 7327 18061,'-39'-49'1682,"1"0"1,4 6-1,7 11-1480,18 24-152,3 21 1,0 3 55,-8 33-50,2 8-23,6-19 1,1 0 25,3-1 0,3-1 198,17 22 415,33-20-482,-20-31 1,2-6-393,1-2 1,2-6 302,11-13 1,1-8-1089,1-2 0,2-3 1020,-5 2 1,3-3-1,1 0-16,-9 5 0,-1-1 0,2 0 0,1-2-6,-1 0 0,3-2 0,0-1 0,-1 1 1,-2 2-9,9-7 1,-3 2 0,2-1 1,0 1 1,3-3 0,-1 2-1,-5 5-7,-8 7 0,-3 4 1,0 0-61,5-3 0,1 0 1,-3 2-332,7-1 1,-4 4-5259,13 4 5651,-30 18 0,-14 5 0,-11 0 0</inkml:trace>
  <inkml:trace contextRef="#ctx0" brushRef="#br0" timeOffset="114167">26808 12395 11575,'9'-56'1543,"-1"1"0,0-1 0,0 1 0,-1 7 0,-1 5 0,0 0-1339,5-22 1,-3 12 392,-4 27-452,-2 11-347,0 3 90,2 18 185,4 16-57,8 21-476,-5-11 0,1 4 476,2 9 1,0 3-6,2 9 1,-2 2-3,-4-14 0,-1 1 1,-1 1-612,-1 4 0,0 1 0,-1 1 615,-1 4 0,-1 2 1,-1 0-466,-3-12 0,0 0 1,-1 1-1,-1 1 474,-1 2 1,-1 1 0,-2 1-1,0 0 0,-3 3 1,0 0-1,-2 1 1,-1 0 2,-1 4 0,-2 0 0,-1 0 1,-1 1-5,3-11 0,-1 1 0,0-1 1,0 1-1,-1 0-332,0 1 1,0 0 0,0 0 0,0 1 0,1-1 323,0 1 1,0-1-1,1 1 1,0 0-1,2-1-189,0 0 0,1-1 0,1 1 1,1-1-1,1 0 183,1-1 1,2 0 0,0-1 0,2 1 0,1-1-1,1 10 0,3 0 0,2-1 0,1 0-82,2-3 0,1 0 1,1 0-1,2-2-21,1-2 1,1-2 0,2 0 0,0-1-803,5 11 0,1-1 0,1-3 898,-4-11 0,0-2 0,-1-5 0,1 1 0,-3-7 0,2 0 0</inkml:trace>
  <inkml:trace contextRef="#ctx0" brushRef="#br0" timeOffset="114857">30984 12173 18369,'14'-52'1124,"0"1"0,-1 5 0,-3 9-698,-6 20-381,-1 9-39,-3 9 139,2 13 68,0 18-17,2 28-662,-3-18 0,0 4 519,-2 8 1,0 3-397,-1-13 0,-1 1 1,0 1 377,-1 2 1,-1 2-1,0 1-493,-1 2 0,-1 2 0,0 0 504,0 3 1,-1 0 0,1 0 3,0 3 0,0 0 1,1 1-15,1-14 0,0 1 1,0 0-1,1 1-420,0 1 0,0 1 1,0 0-1,0 0 424,0 3 1,0 0 0,0 0 0,0 1-13,-1 1 0,1 0 0,0 0 0,0 0-10,-1 1 0,1 1 0,0-1 0,0 0-4,0 1 0,0 0 0,0-1 0,0 1-7,0-2 0,1 1 0,0 0 0,0-1-21,0 0 0,0 0 0,1-1 0,-1 0-104,2-1 1,0-1-1,0 0 1,0 0-519,-1-3 0,1 1 1,1-1-1,0-1 500,1 2 0,1 0 0,0-1 1,-1-5-1,0 10 0,0-5 0,2-7 1,0-1-1</inkml:trace>
  <inkml:trace contextRef="#ctx0" brushRef="#br0" timeOffset="116607">28951 15036 18358,'3'-8'4532,"-1"1"-3569,-2 7-621,0 0-404,29-46 90,-24 49 11,18-22-61,-35 69-62,4-19 0,0 2-428,-1 4 0,-1 1 36,-1 2 0,-1 0-365,-1 1 1,0-1-535,1-1 0,-1-1-902,2-4 0,0-2 2277,-2 20 0,6-25 0,6-11 0</inkml:trace>
  <inkml:trace contextRef="#ctx0" brushRef="#br0" timeOffset="116951">29169 14996 15249,'-3'-51'1043,"-1"0"0,1 0 0,-2 4 0,0 0 0,-7 4-562,-16-8 1,-5 8-1138,11 13 0,-3 2 846,-15-4 1,-2 7 39,-18 12-174,21 9 0,-2 5 0,-2 8 0,0 7 5,-3 7 1,0 6-347,12-4 1,1 4 0,1 1 302,-1 4 1,0 3 0,3 2-216,0 3 1,2 2 0,3 2 177,3 1 1,4 3-1,3 0-507,5 1 1,5 2 0,4-1 497,7 0 0,6 0 0,4-2 3,6 1 1,6-1 0,4-3 20,6-1 1,5-2-1,3-3 2,-9-12 1,2-1 0,1-1-1,0-2 30,16 5 0,1-4 0,1-2 67,-3-6 1,1-2-1,0-4 56,-4-4 0,0-4 1,-1-3-156,-4-6 1,-1-3 0,-2-4 120,-3-3 1,-1-3 0,-2-4-67,-3-3 1,-1-5 0,-3-2-24,-1-4 0,-3-4 0,-2-1-17,-2-2 0,-3-3 0,-3-2 19,-3-7 0,-5-4 0,-4 3-49,-6 8 1,-4 3-1,-5 0-394,-7-4 0,-6 0 1,-3 7 20,-10 2 0,-7 6 392,-8 6 0,-6 2 0,8 6 0,-10-5 0,12 10 0,0 0 0</inkml:trace>
  <inkml:trace contextRef="#ctx0" brushRef="#br0" timeOffset="133112">28692 13340 11659,'-4'0'4633,"1"0"-1429,3 0-2628,-11-57-105,24 27-292,-9-8 0,5 1 62,35 8-96,5 7-55,0 7-40,-3 9-16,-5 6-23,-3 10 12,-4 13 5,-6 15-6,-12 14-5,-14-20 0,-6 0 2,-5 4 1,-7 0-283,-7 2 0,-5-2 291,-7 1 0,-4-2-504,-2 0 0,-2-3 492,1-2 1,0-2-3,5-3 0,3-2-54,5-3 1,4-2 45,-9 11-12,15-9 40,12-7 555,14-6-533,13-4 971,23-7-1061,-11 0 0,3 0-44,11-2 0,3-1-785,9-1 1,2 1 664,-15 2 0,0 0 0,1-1-191,1 1 1,0-1 0,0-1-305,-1 1 0,0-1 1,-2-1-1682,19-4 0,-3-2-1107,-5-2 0,-4-1 3481,-10 2 0,-4 1 0,7-6 0,-23 8 0</inkml:trace>
  <inkml:trace contextRef="#ctx0" brushRef="#br0" timeOffset="133476">29558 13108 10563,'-48'-27'478,"0"1"1,1-1-1,-1 0 1,-1 3-1,1 1 1,-1 2-1,1 5-295,-4 5 0,0 5 0,-2 3-1029,2 2 0,-4 2 0,0 1 1,5 1 889,0-1 1,3 2 0,-3 1 12,1 3 1,-3 0-1,1 3 1,5 1 265,-12 8 1,4 4-264,11-4 0,0 2 0,2 3-16,6-1 1,3 2 0,2 6 42,-1 16 1,4 7 0,4-4-63,2-1 1,4 0-15,4-3 0,3 3 0,6-4 20,12 1 0,8-2-310,6-6 0,5 0 1,0-2 261,6 11 0,5-2 14,3-11 0,7 0 0,4-1 1,-4-5-254,1-6 0,-2-3 0,2-1 261,8 6 1,3 0-1,-1-2 262,0-6 0,0-2 0,-2-4-73,-12-4 1,-1-1-1,1-3 210,8-1 0,1-1 0,1-7-123,-7-7 0,0-5 1,0-2-1,-5 0-236,12-6 0,-4-5 341,-8 1 0,-2-6 0,-6-1-386,-8-10 0,-7-4-8,0-3 0,-3-4 13,-5 12 1,0-2-1,-4 0 2,-4 5 1,-3 0 0,-6 1-61,-8-2 1,-5 0 0,-2 4-49,-3 0 0,-5 4-297,-3 4 1,-6 2 0,0 3-3364,-4 4 0,-1 3 3674,-4-3 0,1 3 0,-11-3 0,27 12 0</inkml:trace>
  <inkml:trace contextRef="#ctx0" brushRef="#br0" timeOffset="134087">27189 15324 16560,'-10'0'728,"-26"6"0,-5 2-50,17-1-560,-15 1 0,5 1 100,26-5 572,13-3 582,38-4-1075,1-1-935,10-2 1,8-1 740,-18 2 0,1-1 0,5 1-45,0 0 0,5-1 0,4 1 1,-1 0-1,-3 0-571,-2 0 1,-2 1 0,0-1 0,5 1 528,-2 0 0,4 0 0,3 0 0,0 0 0,-1 0 0,-3 0-429,-1 1 1,-4 0 0,0 1 0,1-1 0,2 0 419,2 0 1,3 0-1,0 0 1,2-1-1,0 1 1,-1-1-233,2 1 0,-1 0 0,2-1 1,-1 0-1,0 1 0,1-1 231,-10 1 1,1-1-1,-1 1 1,0-1-1,1 0 1,1 0-1,0 0-78,5 0 0,2-1 0,2 0 0,-1 0 0,-2 0 1,-1 0-1,-4 0 77,3 0 1,-4 0-1,-2 0 1,1 0 0,1 0 4,-2-1 0,3 0 1,1 0-1,-2-1 1,-4 1-1,-5-1 18,6-1 0,-8 0 0,1-1 364,4 0 1,0-1 0,-4-1-516,3-5 0,-7-2-1659,-2-10-609,-28 3 2391,-37 1 0,13 15 0,-10-2 0</inkml:trace>
  <inkml:trace contextRef="#ctx0" brushRef="#br0" timeOffset="147153">28551 11975 13709,'-3'-3'5977,"0"0"-5221,3 3-331,4-63-61,12 37-213,-6-11 1,5 1 217,28 17-290,-14 7 10,11 1-43,-16 9-29,7 0-23,-1 8-23,0 6-49,-1 10-28,-1 9-6,-6 7 5,-9 3 90,-11 2 101,-15-4 6,-14-4 16,-12-5 23,-5-7 34,2-5 73,4-8 172,5-5-144,11-6-130,7-1 51,11-3-112,4 2-62,4-1-11,8 1 22,15 2-22,16 4-33,16 7-243,-25-2 1,1 2 264,1 1 0,1 2-51,8 8 1,-2 1-74,8 11 85,-4 5 5,-41-18-101,-23-2-50,-17 0-1588,-4-6 0,-5-1 1703,13-4 0,-3-1-1562,-30 1 0,2-2 809,7-3-998,7-1 1,-1-1 1831,-2-7 0,14 3 0,11-2 0</inkml:trace>
  <inkml:trace contextRef="#ctx0" brushRef="#br0" timeOffset="147562">28996 11519 17960,'-39'-33'419,"0"0"0,0 1 0,1 2 0,-1 3 1,-2 7-241,-21 11 0,-2 11-2140,3 4 1,0 4 1979,-1-1 1,0 6-7,20 2 0,1 3 0,1 2-163,-8 13 0,1 4 153,9-5 1,-1 2 0,1 3-4,3 2 0,2 1 0,2 3 9,0 9 1,2 4-1,4-2 0,7-8 1,3 0-1,2-1-7,1-3 0,3 1 0,5-3 23,13 15 0,13-6-8,8-19 0,9-4 0,0-1-29,7 10 1,8-4 20,-10-16 0,10-1 1,5-1-1,2-2 1,-4-1-1,-7-2-433,5-2 1,-6-2 0,6-1 446,-2 2 1,7 0-1,3-1 1,-3 0 0,-4-4 132,7-3 1,-4-3 0,-1-1-286,0-2 1,0-1-1,1-3 228,-9 2 1,0-2 0,1-1-1,-3-4 34,-1-4 0,-2-2 0,-2-3 0,-3-1-74,-2-5 1,-3-1 0,-4-2-4,11-15 0,-11-4 67,-17-1 0,-15-3-22,-16 9 0,-9-2 0,0 3-82,4-5 1,-4 1-169,-2 12 0,-6-2 0,-2 2 0,4 8 115,-1 4 1,-2 5-143,-4-2 1,-6-1-1,0 2-1388,4 7 0,0 2 1,-1 0 1563,-4-2 0,-2 1 0,4 2 0,-3-1 0,5 3 0,-8 0 0</inkml:trace>
  <inkml:trace contextRef="#ctx0" brushRef="#br0" timeOffset="178794">29060 16402 15810,'-4'-7'4694,"1"1"-3300,3 6 320,0 0-1316,-46-58-331,34 43-62,-13-18 1,3 12 39,22 38 5,0 20-27,0 21-12,3-22 0,2 2-436,3 3 1,3 1 463,8 1 0,5 0-5,9 3 0,6-3-492,-5-14 0,2-1 1,6-1 493,4-2 0,5-1 1,2-1-1,-1-1-634,-1-2 0,-1-2 1,0 0-1,1-1 601,1 0 0,0 0 0,1-2 0,-2 0-2,-1-2 0,1-1 1,-2-2-1,-3 0-280,2-1 0,-3-1 0,1 0 275,6 0 0,0 0 1,-1-2 1,-6-2 1,-1 0 0,-4-3-30,0-1 0,-5-2 893,16-3-867,-39-9 2422,-15-3-2423,-9-7 23,-16-14 5,6 11 1539,-10-11-1449,14 14 822,-2-4-660,1 2 180,3 0-90,6 5-285,3 6-23,5 7 11,2 5-67,0 2-56,2 3 39,2 3 34,20 23-28,-5-4-1,6 6 1,3 3-14,-2-4 0,1 2-5,1 1 0,2 4 0,-2 1-1226,-3 0 1,-1 0-1,-2 0 1082,8 11 0,-5-3-56,-10-4 1,-11-4-1932,-35 10-458,2-25 1,-5-2 2618,-6 1 0,0-1 0,9-8 0,3-2 0,-9 0 0</inkml:trace>
  <inkml:trace contextRef="#ctx0" brushRef="#br0" timeOffset="179820">31150 10174 13485,'30'-41'2546,"0"0"1,0 1 0,-12 7-1948,-24 18-313,-10 0-129,-18 9 90,-25 18-929,16 3 0,-3 4 755,7 0 0,-2 2 0,0 2-533,-7 4 0,0 2 1,-1 2 490,-4 2 1,0 2 0,1 1-11,12-8 0,-1 0 0,2 1 0,-1 0 8,-11 9 1,1 0 0,0 0-8,4-1 1,0-1 0,3 0-5,3-3 1,2 0 0,2-1-374,-10 10 0,3-1 341,10-6 0,5-1-2,7-7 0,3-2-7,-4 12 998,12-14-690,7-12 1837,2-11-1943,6-16-112,5-19 6,8-26 222,-6 21 0,1-2-312,0-5 0,1 0-445,0-1 1,-1 1 503,-1 3 0,-2 2 22,-2 5 1,-1 1 182,0-21 94,-6 17-33,-4 16-167,-3 14 290,-9 17-431,-12 18-28,-12 23-1100,12-7 0,0 3 1128,8-12 0,2 1 5,-1 15 1,5 0-362,12 15 344,5-25 1,4 1 0,4-2 0,3-1 13,4-3 1,2-1 3,3-2 0,1-1-18,1-3 1,3-1-395,9 2 0,1-3-692,15 9-3204,-14-13 0,-2-2 4302,0-1 0,-6-4 0,-16-6 0</inkml:trace>
  <inkml:trace contextRef="#ctx0" brushRef="#br0" timeOffset="210543">4990 4292 11721,'0'-5'5618,"0"0"-858,0 5-4232,11-52-108,-15 43-224,6-37 36,-27 62 0,-9 15-123,-2-3 1,-5 2-723,-1 2 0,-3 3 1,-2 0 651,-1 2 0,-1-1 0,0 1-412,11-7 0,-1-1 0,0 1 0,1-1 386,-12 11 0,1-1 0,1 0-4,4-2 1,0 0-1,3 0-415,4-4 0,2 0 0,2-1 403,-4 3 0,4-2-96,2 1 0,4-4-265,0 6-2767,5-1 3131,18-19 0,4-8 0,6-8 0</inkml:trace>
  <inkml:trace contextRef="#ctx0" brushRef="#br0" timeOffset="211718">3174 4940 9868,'32'-53'1396,"0"1"1,-6 8-1,-3 7 1592,-3 11-2826,-14 16 1399,-3 12-1331,-3 6 425,-11 34-369,-9 9-179,2-10 1,-2 3-44,-3 2 1,0-2-48,3-8 0,1 1-1,-2 7 1,1 1-3,8 1 0,2-1-11,1-13 0,2 0 8,5 10 0,5-6 2529,7-17-2411,17 3 62,6-14-26,-2-7 0,2-3 9,28-13-315,-22 3 1,-2-3 193,-6-2 1,-3 0 970,14-9-923,-3-2-45,-15 13-22,-6 2-12,-7 7-5,-11 7 453,0 5-470,0 1 23,-1 10-12,2-7 0,4 11-5,0-9-1,3 4 1,-1-8 11,-1-1 0,-2-4 11,0 0 78,-3-2 258,-1-1-196,0-4-140,-2-4-16,0-5 16,-1 1-6,2 2-11,0 5 28,1 2-39,0 1-5,0-5 16,0-1 0,0-5 38,2-2 13,2 1 22,2 2-9,-1 4-15,-3 5 23,-1 5-58,-1 9 35,-1 10-18,-4 13-37,-5 11 8,-5 7-77,-4 7-88,8-27 0,1 0 32,1 1 0,0 1-139,1-1 0,2 1-871,-1 28-1083,10-10-3847,11-16 6049,5-17 1,-4-11-1,-4-6 1</inkml:trace>
  <inkml:trace contextRef="#ctx0" brushRef="#br0" timeOffset="212127">3875 4766 13816,'-38'-27'1078,"-1"0"1,0 0 0,0 4 0,0 1 0,0 6-472,-14 4 1,0 8-1150,-4 5 0,0 4 861,-4 6 0,3 4-210,12-1 1,0 5 33,1 6 1,-3 7 0,4 1-88,11-5 0,3 2 0,-2 2-316,-1 2 0,-3 3 1,1 2-1,4-1 271,-4 11 0,4 2 1,3 0-14,2 1 0,2 2 0,5 1-3,8-6 1,3 2 0,2-1 0,2-3-2,0-2 1,2-3-1,5 2-5,6 12 0,7 1 0,5-7-15,14-7 1,7-8 12,-5-6 0,3-3 0,3-3-2,4-4 0,2-5 0,4-4-505,-4-5 0,3-2 0,0-3 1,-4 0 507,0-1 1,-3-1 0,2-2 11,0-3 0,2-1 0,0-1 0,-5-2-347,14-10 0,-5-3 386,-10 3 0,1-1 1,-2-3-37,-4-1 0,-2-3 0,-3-1 32,-2-1 1,-3-3-1,-2-1-5,-3-3 0,-2-2 0,-3-1-88,-1-4 1,-2-2 0,-3-1 64,-1-2 1,-3-2-1,-2 1-15,-1-2 1,-3 1 0,-3 0 578,-4 3 1,-3 2 0,-4 1-608,-4 6 1,-4 2-1,-4 4-218,-6 5 1,-6 3 0,-2 5-987,-6 4 0,-3 4 0,0 3 1042,2 3 1,0 3 0,3 1 0,-5 1 0,6 2 0,-8 3 0</inkml:trace>
  <inkml:trace contextRef="#ctx0" brushRef="#br0" timeOffset="218803">17983 1754 22739,'-27'52'-118,"-1"0"0,-1 2 1,3-4 117,-2 3 0,7-17 0,6-3 0</inkml:trace>
  <inkml:trace contextRef="#ctx0" brushRef="#br0" timeOffset="219426">19451 1296 19843,'0'-3'2352,"0"1"-621,0 2-1698,-70-18-710,41 17 691,-18-6 0,-2 4 19,6 15 227,-13 2-193,-6-3-22,18-4 76,7-1-99,19 0 40,6 2 55,-4 10-61,3 0 11,-1 10 320,7-8-359,-1 11 34,3-2 28,-2 11 16,1 3 129,-5 11-33,-2-7-113,-2-4 58,-4-5 4,4-14 28,-1 2 459,5-11-212,6-13-308,4-6 33,8-17-50,6-3-12,24-19-61,5 8-560,-13 16 1,1 2 542,12-1-54,11 6 10,-9 9 27,-11 5 1,2 4 16,24 11-23,-26-2 1,-2 1 17,5 13-90,-12 12-84,-27 0-118,-17-5 1,-8 1-1,-5-4 1,-3-3 338,-5 2 1,-4-3-798,5-11 1,-4-3 0,5-2-618,-22 2-3555,5-7 1,5-4 3348,21-8 1,-4-3-1,30 4 1</inkml:trace>
  <inkml:trace contextRef="#ctx0" brushRef="#br0" timeOffset="219786">19204 862 19036,'-5'-4'3339,"2"0"-2903,3 4 494,-120 40-785,76-11 1,-3 6-943,0-8 0,-7 3 0,-2 1 0,4 3 818,10 1 0,4 1 0,0 3 0,-2 2-9,1-1 1,-1 4-1,-1 0 1,1 0-1,3-2-8,3-4 0,1-1 1,2-1-1,0 2-3,-3 5 0,0 0 1,2 1-1,6-3 19,0 16 0,11-1-86,11-14 1,4 2 0,5-1 98,1 0 1,5-2 0,5-1-8,8 2 0,7-2 0,5-5-10,6-9 1,5-6 0,0-3-10,-7-3 1,1-2 0,4-2 6,9-4 0,7-2 0,2-2 0,-5-3 12,-1-4 0,-2-2 0,3-2-255,2 1 0,3-2 0,0-2 0,-3-5 278,-3-6 0,-3-6 0,-1-1 0,-5 1-636,0 0 0,-4 1 0,0-4 600,4-6 0,-1-4 0,-3-3 16,-14 6 1,-3-3-1,-2 0 1,-1 1 94,0-6 1,-2 1-1,0-3-117,-2 1 0,2-3 0,-3-1 0,-8 3 61,-8 2 1,-8 1-1,-7 4-98,-8 5 0,-7 3 1,-3 3-53,-14-4 0,-11 8-909,10 15 0,-9 2 0,-5 3 0,1 1 0,5 2 991,-11 0 0,3 3 0,-1-1 0,8 0 0,-3 0 0,3 0 0,7 2 0,0 2 0,1 0 0</inkml:trace>
  <inkml:trace contextRef="#ctx0" brushRef="#br0" timeOffset="223743">28432 10470 18707,'16'-53'1159,"1"0"1,-1 3-1,-4 12-565,-9 27 262,0 3-856,-3 7 321,0 13-187,0 13-61,-5 21-34,-5 15-154,2-26 1,-2 0 125,-1 1 0,1-1-11,0-3 0,1-1 403,-2 21-414,9-16 22,8-14 106,9-13 35,18-17-85,21-14-34,-18 3 1,2-2 6,3-1 0,0-1 72,-2 0 0,-2 0 31,-8 5 0,-2 1 137,7-6-134,-18 11-141,-12 8-55,-4 6 27,-2 8 23,-3 11-11,-5 15 0,-2 9-123,1 7-174,4 0 568,4-12-1308,21 9 62,8-26-402,22 2-517,8-33 901,-25-5 1,0-5 504,3-6 1,-2-6-4,0-5 0,-3-3 538,-1-5 1,-3-2-531,-3-4 0,-3-2 726,-4-2 1,-3 0 94,-2 1 1,-6 0-169,-5 2 0,-5 2 263,-7 3 1,-5 3 14,-9 3 0,-5 3-357,-8 4 0,-5 4 211,-7 5 1,-4 5-284,15 8 0,-2 2 0,0 3 156,-1 3 0,-1 1 1,0 4-57,-1 2 0,0 2 1,2 4-63,1 2 1,0 4 0,2 2-31,2 4 1,1 3 0,2 3-17,1 4 0,3 3 0,1 2-2,2 4 0,3 2 0,3 1-13,2 3 0,2 1 1,5 1-14,2 0 0,4 0 0,5-1 3,5-3 1,4 0 0,6-2 5,5-4 0,4-3 1,6-3 23,6-3 1,5-4 0,2-4 22,6-3 0,4-4 0,1-2 22,3-3 0,2-4 1,0-2 48,1-4 0,1-3 0,-1-2 27,-3-3 1,0-2 0,-1-4-15,-3-3 0,-2-3 0,-2-4-38,-5-1 1,-2-4 0,-3-2-40,-4-3 1,-2-3 0,-5-2-14,-3-2 1,-5-2-1,-3 0-4,-4 0 1,-3-1 0,-6 1 69,-9-17 0,-13 5-91,-15 7 1,-10 8-41,4 17 0,-4 5 0,-4 4-608,-7 1 0,-4 4 1,-1 3 650,9 4 0,-2 2 0,1 1 0,6 0 0,-15-1 0,6 2 0,7 3 0,-1 0 0</inkml:trace>
  <inkml:trace contextRef="#ctx0" brushRef="#br0" timeOffset="225637">27062 13779 15255,'-57'7'81,"-1"0"0,1 0 0,-1 0 1,0 2-1,-4 0 0,-1 1 0,5 0 1,8-1 72,-8 2 0,4 0-156,2 0 0,-2 0 1,13-2 90,14-3 1871,51-4-1501,13-5-70,14-2 1,18-4-836,-22 2 1,8-2-1,5-1 1,2 0 0,-2 0-1,-4 1 458,-4 1 0,-4 0 1,-1 0-1,3 0 1,6 0-133,-5 0 0,5-1 0,4 0 1,3-1-1,0 0 0,-1 1 1,-1 0-1,-5 1 0,-5 0 127,5 0 1,-8 2 0,-1 0 0,2-1 0,7 0-121,-8 1 0,5 0 0,3-1 0,3 0 1,2-1-1,0 1 0,-1 0 0,0 0 0,-3 0 1,-3 0 120,8 0 0,-4 0 0,-1 1 0,-1 0 0,0-1 0,3 1 0,3-1-103,-7 1 1,2-1 0,2 1-1,2-1 1,0 0 0,0 0-1,0 1 1,-1-1 0,-2 1-1,-2 0 99,11-1 1,-2 0 0,-2 1 0,0-1 0,-2 1 0,0 0 0,0 0-9,-5 1 1,0-1 0,0 1 0,-1 0 0,-1 0 0,-1 0 0,-1 0-38,11-1 1,0 0 0,-3 0-1,-1 1 1,-3-1-102,1 1 0,-3-1 0,-3 1 0,-4 0-959,15-2 0,-10-1 1101,1-3 0,-43 8 0,-7 0 0</inkml:trace>
  <inkml:trace contextRef="#ctx0" brushRef="#br0" timeOffset="231411">5924 4282 17384,'10'-51'1807,"1"-1"0,-3 4 1,1 13-1164,-3 29-163,-1 4-206,0 4-3737,6 24 3652,-4-2-262,-1 20 1,0 7 146,-4-9 1,-1 3-43,0 0 1,-1 4 0,1-3-23,-1 5 0,0-2-155,2 12 1,2 1 134,3-4 1,3 0-160,0-1 0,1-1-633,4 4 0,1-3-2714,-3-18 0,1-3 3515,9 18 0,-9-25 0,-7-15 0</inkml:trace>
  <inkml:trace contextRef="#ctx0" brushRef="#br0" timeOffset="232394">6503 5144 12163,'8'-9'6111,"-1"1"-4598,-7 8 200,0 0-827,3-8-612,-3 10 157,-2 1-190,-9 18-39,-13 10-34,-7 7-51,-7 2-10,-1 2 27,2-5 68,7-10 78,6-10-11,10-10-23,4-9-179,6-1 62,0-6-23,3 5 91,0-2-169,0 4 17,1 2-40,-1 3-5,1 1 17,2 6-6,3 1-22,4 3 22,1 1-5,3 5 0,-5-6 5,2 6 11,-5-8 6,-1 1-22,-2-5 61,1-4 6,-3-3-6,3-3 39,1-3-16,6-10-28,9-9-29,9-6-22,5 3 12,-1 8-6,-1 9-34,2 7 11,4 8 29,7 5-1,1 8-28,-4 4-16,-9 4-6,-15 5-157,-20 9-392,-22 8-104,4-20 1,-4-2-1103,-3 1 1,-2-1 1782,-1-4 0,2-2 0,-5 2 0,9-10 0</inkml:trace>
  <inkml:trace contextRef="#ctx0" brushRef="#br0" timeOffset="232785">6442 4980 18184,'-55'2'1099,"0"0"1,1 4 0,4 8-856,14 10 0,4 6-1174,-3 4 0,2 5 1086,2 6 1,2 3-28,3 5 0,3 2-20,5 4 0,3 1-20,4 2 1,5 0-28,6-1 0,5-1-34,6-4 0,6-1-14,6-5 0,8-4 8,7-6 0,6-6 6,8-7 0,4-6-24,-13-11 0,1-2 0,2-4-6,2-3 0,2-3 0,0-2 2,1-1 0,1-3 0,-2-2-561,0-3 1,-1-2 0,-1-2 575,-3-2 0,-1-2 0,-2-2 20,-4-3 1,-2-2-1,-2-2-119,-4-3 0,-2-3 0,-4-2 145,-2-2 1,-4-3 0,-4-1-308,-1-4 0,-5-2 0,-2 0 272,-5-3 0,-3-1 0,-3 1-15,-4-2 0,-2 0 1,-3 1-1,-3 4 0,-4 1 0,-2 3 0,-2 6 0,-2 2 1,-4 6-57,-17-6 0,-6 11-292,-3 12 0,-4 11-1071,18 9 1,0 5-1,0 3 1408,-16 7 0,5 3 0,16-4 0,5 0 0,-6 7 0</inkml:trace>
  <inkml:trace contextRef="#ctx0" brushRef="#br0" timeOffset="246077">20515 2271 20593,'0'4'224,"0"0"700,0-4-868,-29 65-162,10-34-649,-7 18 0,-3 2 755,9-21 0,0-4 0,-9 13 0,7-5 0</inkml:trace>
  <inkml:trace contextRef="#ctx0" brushRef="#br0" timeOffset="246512">21740 1385 17591,'0'-9'3898,"0"1"-3444,0 8 280,-60-48-588,31 43-37,-16-10 0,-2 9-20,13 38 1,4 14-79,-3 1 1,1 3-822,7-6 1,1 2 0,3 2 814,4 4 1,2 2 0,3-4-15,-1 4 1,2-3-1,2 7 1,6-3-3,6-21 0,5-3 334,8 3 1,5-3-330,2-1 1,3-3 30,8-4 1,2-5 27,-2-11 0,-2-6 37,18-5 83,2-20 515,-21-18-470,-7-2-22,-16-6-5,-24 19-130,-5 12 6,-21 7-39,10 14 0,-2 3-22,-14 3 77,9 4 1,2 4-135,9 4-139,-17 18-288,19-4-2429,7 15-6924,23-12 8809,7-8 1,4-17-1,-9-10 1</inkml:trace>
  <inkml:trace contextRef="#ctx0" brushRef="#br0" timeOffset="246884">21839 991 16728,'-53'2'657,"-1"-1"0,0 1 1,2 6-1,-3 3 0,1 3 0,6 2-469,6 6 1,6 4 0,-3 2-1220,-4 2 1,-3 3 0,0 2-1,2 1 1073,5-1 0,2 1 0,1 3 0,0 2-31,4-1 0,-1 5 1,1 0-1,2 0 0,2-3-22,-6 9 0,3-2 0,3 3-17,3-1 0,1 4 0,4-1 0,8-4 330,7 9 1,13-3-406,9-5 1,9 1-1,4-4 64,4-11 0,4-4 0,2-3-389,4 1 0,3-3 0,0-5 415,-5-8 0,1-4 0,4-2 8,-1-2 1,5-3 0,0-1 0,-2-1 34,8-1 0,-3-3 0,3 1-12,-7 0 0,2 1 0,0-2 1,-3-2 42,9-6 1,-3-3-1,-1-5 34,-3-7 1,-2-4-1,-1 0-69,-7 7 0,-2 0 0,0-6 12,3-10 0,1-7 0,-2-2 0,-7 1-195,-8 2 0,-6 1 0,0-4 150,0-3 0,1-4 0,-1 0 0,-5 3 244,-3 3 0,-3 1 0,-4-2-344,-7-3 1,-3-4 0,-3 0 0,1 8-96,-3-5 0,-5 2 202,-8 1 0,-8-8 0,-2 4 0,7 10 0,8 16 0,-1 3 0,-21-15 0,1-1 0</inkml:trace>
  <inkml:trace contextRef="#ctx0" brushRef="#br0" timeOffset="256643">29623 9171 13452,'-48'-12'509,"-1"0"1,3 1 0,3 2 330,-6 7-185,5-1-167,8 0 10,12 1-184,10 0-219,8 2-146,5-1-279,1 1 492,0 4-10,1 2-1,-1 5 73,1 2 145,-3 6 114,-3 8-86,-3 10-178,-6 7-130,0 3-27,1 0-23,1-5-16,4-8 178,2-11 813,2-10 599,3-9-644,1-8-807,3-12-167,4-16-23,9-13 17,8-5 16,10 5-27,3 10 11,2 11-57,-5 11-32,-3 7-18,-3 9-28,0 8 12,-1 10 5,-2 10-67,-4 6-123,-7 5-203,-12 2-295,-16-1-678,-17-1 94,7-22 1,-4-1-1520,-4-2 1,-1-2 2919,-26 7 0,29-12 0,20-7 0</inkml:trace>
  <inkml:trace contextRef="#ctx0" brushRef="#br0" timeOffset="257026">29384 8867 14712,'-55'-10'239,"0"0"0,-1 3 0,1 9-57,-1 19 0,3 7-859,13-8 0,1 3 710,1 4 1,-1 3 0,4 1-421,2 7 1,4 2 503,-7 11 1,5 3 16,7-1 1,8 1-48,5-1 0,9-1 8,9-4 0,8-3 25,8-4 1,8-3 52,10-5 1,7-5-12,-11-11 1,4-2-1,1-2-384,6-2 0,3-3 1,0-1 443,5-1 0,1-2 1,0-3 45,2-3 1,-1-1 0,0-4-19,-3 0 0,0-3 1,-1-5 19,2-9 1,0-6 0,-6 0-179,2-2 0,-4-4 1,-11-3 1,0-6-1,-8 1-458,-8-6 0,-6-2 307,-4 10 0,-2-2 0,-4 1-234,-10-19 1,-10 3-269,-13 5 0,-11 7-581,3 19 1,-7 4-1,0 3 908,-1 3 0,-1 4 0,2 2 0,-6 1 0,5 3 0,-13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4:55:32.8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7745 2024 20347,'16'-42'1057,"0"-1"0,0 1 0,5-16 0,-4 14-363,-12 29-380,-2 8-189,0 0-9,-3 15-80,0 16-2,0 25 57,-1-14 1,-1 4-631,-1 5 1,-2 3 500,0 2 0,-3 3-299,-1 12 0,-1-3 25,3-18 0,1-2-903,-1 12 1,2-3-6145,7-4 7351,4-4 1,0-21-1,0-13 1</inkml:trace>
  <inkml:trace contextRef="#ctx0" brushRef="#br0" timeOffset="350">8026 1571 14631,'-48'-29'1240,"0"0"0,0 0 0,7 8 0,0 1 0,-1 5-992,0 3 1,-1 5-1,1 4-27,-13 12 1,3 6-746,10-2 1,1 4 682,-10 17 1,1 6-554,9 2 1,1 6 461,11-8 1,-2 6 0,1 2 0,3-1-580,4-3 0,2 1 1,2 0-1,0 0 508,0 1 0,0 0 1,2 1-1,4-1-10,2 15 0,5 0 0,5-3-293,6-13 0,5-3 0,3 1 293,5 7 0,4 1 0,5-4-10,8-5 1,5-4-1,4-5-39,6-3 1,3-4 0,6-5-8,-3-7 0,4-3 1,2-3-1,-5-2-161,-1 1 0,-3-3 0,3-4 246,-1-2 1,4-2 0,-1-3 0,-7-3 56,10-10 0,-5-7 44,-8-3 1,2-6 0,-6 0-54,-1-2 0,-6-5 9,-9-1 0,-3-5 0,-6 0-8,-5-10 1,-7-1-34,0 9 0,0-2 0,-4 0-3,-3 1 1,-2 0 0,-3 2 3,-3 3 1,-1 2 0,-5 3-17,-12-15 0,-10 8-159,0 21 0,-6 4 0,1 3-180,-4 0 0,-2 5 322,-5 7 0,-6 3 0,11 3 0,-1 3 0,14 1 0,0 0 0</inkml:trace>
  <inkml:trace contextRef="#ctx0" brushRef="#br0" timeOffset="3349">7283 2951 18100,'15'-42'1408,"1"0"0,-1 4 0,-8 14-1324,-12 26 146,-11 19-85,1 1 6,-3 2 1,-3 3-46,-1 2 1,-3 2-1005,-10 12 1,-2 3 928,8-11 1,-1 1 0,-1 1-17,-2 3 0,0 1 0,-2 1-105,2-3 1,-1 3-1,0-1 1,3-3-171,0 0 1,2-3-1,-2 3 260,1 0 0,-2 4 0,1-3 0,7-7 0,-8 9 0,13-13 0,-1-1 0</inkml:trace>
  <inkml:trace contextRef="#ctx0" brushRef="#br0" timeOffset="3882">7636 2855 18071,'-45'-28'519,"-1"0"0,4 1 0,13 10 934,27 17-1335,23 14 330,28 15-325,-17-9 0,2 3-400,10 3 1,0 2 343,-1 1 1,0 0-43,2 2 0,0 1-14,-8-7 0,0 1-166,2 0 0,2 1 1,-1-1-1868,6 1 0,-1 0 1793,-6-3 0,2 0 1,-5-2-1,-5-4 1,-4-3-1,5 3 1</inkml:trace>
  <inkml:trace contextRef="#ctx0" brushRef="#br0" timeOffset="4749">6243 4266 15821,'-3'-5'2153,"3"-34"1,4-9-1672,2 15-267,-1-16 1,1 0 450,7 16-268,1 1-268,0 4-2,4 4-60,6 15-46,14 16-16,-6 6 22,12 29-6,-23-10-11,-6-1 0,-3 2-431,-5 0 1,-5 0 397,-3 12 0,-7 2 3,-6-6 0,-5 1 1,-3-2 20,-11 12 1,-5-2-494,6-12 1,-4-1-1,3-4 516,-3-2 0,0-3 56,-3-2 1,1-2 744,-12 1-642,13-5-60,18-17-80,33-12-32,3-2 4,40-10-4,0 9-155,-12 2 1,3 1 111,-2 1 0,1 1-34,3-1 1,-1 1-6,-9 1 0,1-1 58,17-2 0,-1-1-764,-19 2 0,-2 0 101,8 0 0,-1-2-2221,-10 1 0,-4-2 2203,2-6 1,-9 8 0,-16 4 0</inkml:trace>
  <inkml:trace contextRef="#ctx0" brushRef="#br0" timeOffset="5109">6563 3956 13093,'-47'-5'1035,"1"0"0,0 0 0,-1 2 0,1 1 0,0 2-710,3 3 0,0 2 1,0 2-1431,-1 1 0,0 2 0,0 2 1243,0 2 0,1 3 0,1 0-43,-7 3 0,1 5 49,7 4 0,-1 7 0,6 0-217,1 10 1,4 4 88,2-2 1,-1 4 0,7 1-15,7-4 0,6 0 0,3 1-87,2 1 1,3 0 0,4 0 76,4-2 1,3 0 0,4-2-27,4-2 0,3-1 1,5-3-27,3-3 0,4-2 1,4-4-70,4-3 0,4-3 0,-1-4 3,12 3 0,4-5 28,-11-11 0,5-3 0,1-2 0,-6-1 98,6-1 0,1-5 58,0-3 1,9-2 0,-1-3 0,-8-2 36,-12-2 1,-6-3-1,2-2 19,13-7 0,3-3 0,-8-4 11,-14 4 0,-5-3 0,-3-2-43,-4-2 0,-3-3 0,-3 0-39,-2-3 0,-3 0 0,-2-2 29,-2-1 1,-3-1 0,-1 0 24,-4 1 0,-2 1 1,-3 1-329,-6-16 0,-7 3 278,-7 9 1,-8 6 444,-6 8 1,-6 6-575,-4 6 1,-3 6-258,-3 5 1,1 4-40,12 2 0,2 3 378,-7 3 0,6 1 0,13-1 0,-7 3 0</inkml:trace>
  <inkml:trace contextRef="#ctx0" brushRef="#br0" timeOffset="5941">8553 3730 8758,'-7'-5'7802,"2"1"-5836,5 4-655,-32-68-488,25 35-585,-8-10 0,5 1 93,20 11-130,8 7-94,3 8-74,4 6-16,5 6-6,11 5-28,10 11 3,-21-2 0,0 3-211,1 4 1,-1 3 174,-2 2 0,-4 3-42,11 27 92,-23 0 84,-29-4 16,-20-6-212,11-24 1,-3-2 246,-1-2 0,1-2 33,-16 3 644,-5-8-314,27-13 165,-4-5-517,19-9-12,14-5-117,1 9 19,16-2-31,0 12 414,12 0-442,7 9 18,9 9 5,5 9-162,-27-7 1,-1 3 172,22 19-22,-14 6-12,-16 1 1,-18 0-28,-16-2-29,-15-6-167,-13-8-516,-10-10-1793,-7-11 2555,26-10 0,1-2 0,-4 1 0,6-8 0</inkml:trace>
  <inkml:trace contextRef="#ctx0" brushRef="#br0" timeOffset="6341">8611 3348 10461,'-5'-5'6643,"1"2"-5927,-35-12 1,-12 2-119,-11 12-275,11 1 0,-8 1 0,7 4-225,12 8 0,4 5 3,-1 5 0,-1 5 0,3 2-838,0 11 1,3 3 786,6-6 1,0 3-1,2 1-6,4 2 1,2 2 0,4 1-4,2-1 0,3 2 1,4-1-3,5-1 0,3 0 0,4-1 20,2-1 0,4-2 0,4-1-178,4-2 1,4-2 0,3-3 166,4-2 1,4-3 0,2-3-38,5-2 0,4-3 1,1-3-16,5-3 0,1-3 1,4-3 11,-2-4 0,4-3 1,1-2-1,-5-1-433,0 0 0,-3-1 1,3-3 447,1-3 1,4-2 0,-1-2 0,-5-1 16,-5-4 0,-5-2 0,0-2 60,8-4 1,0-3-1,-4-3-7,-6-1 1,-5-2-1,-4-5-35,-6-9 0,-6-5 0,-3 2-42,-1-4 1,-7 0 0,-8 1 0,-5-4 0,-5 5-3,-6 1 0,-7 3-16,2 11 0,-3 1 0,-4 2-268,-19-9 1,-7 8 231,12 18 1,-3 4 0,-3 3-163,-16 5 0,-5 5 0,4 3-48,16-1 0,2 3 1,-2 1-693,-3 4 0,-3 2 0,1 1 1,7 0 717,-8 6 0,7 0 0,2-2 1,4-1-1,-2 4 0</inkml:trace>
  <inkml:trace contextRef="#ctx0" brushRef="#br0" timeOffset="6858">5930 5367 12332,'0'-6'4133,"0"2"589,0 4-4482,-20-12-128,4 27-28,-11-1 0,-3 5-1069,-2 17 1,0 6 986,3-7 0,-1 3 0,-2 1-84,2-3 1,-1 3 0,0 1 0,2-2-1023,-4 6 1,2 0 0,0-1 756,1-1 0,1-1 0,3-1-2770,-1 8 0,5-4 2637,2 5 1,6-9-1,9-22 1</inkml:trace>
  <inkml:trace contextRef="#ctx0" brushRef="#br0" timeOffset="7082">5677 5495 14617,'12'-50'2120,"1"1"1,-2 8 0,1 7-1829,11 6 161,10 17-94,6 19-191,-2 7 0,4 4-115,-2 3 1,1 2-1400,13 9 1,0 0 1370,-15-9 0,1-1-8,11 3 0,3 0-199,2-3 0,0 0-1264,2 0 1,-1-1 1161,0 0 0,-4-2 1,-4-1-1,-24-10 0</inkml:trace>
  <inkml:trace contextRef="#ctx0" brushRef="#br0" timeOffset="7748">4848 6481 19008,'-4'-46'1058,"1"0"1,0 0 0,1 11-796,2 24-229,0 0 50,-4 26-34,0 1 34,-12 34-33,-4 6-40,6-17 0,-2 3-371,-1 2 0,0 1 366,1 0 0,2-1-1,1-5 1,2-2 5,-2 25 45,8-21 123,10-19 73,7-15-61,12-20-12,12-12 34,10-13 33,2-1-11,-6 6-89,-11 12-107,-13 11 776,-2 16-765,-6 10-22,3 14-11,1 9-6,-1 5-128,8 13-40,-5-18-509,8 13-891,-4-25-2561,6-2 4118,7-15 0,-16-6 0,1-7 0</inkml:trace>
  <inkml:trace contextRef="#ctx0" brushRef="#br0" timeOffset="8125">5249 6326 15125,'-44'-36'804,"1"-1"0,-1 1 1,2 4-1,-1 2 0,1 8-449,-5 11 1,0 9-104,-8 7 0,-1 6-146,13 0 1,0 2 0,0 3-974,-5 5 1,1 3 0,0 2 914,-3 3 1,1 3 0,2 2-12,-1 5 1,1 1-1,3 3-15,2 4 1,2 2 0,3 2-23,4 3 0,3 1 0,4 2-14,4 0 1,5 2 0,5-1-6,6-3 1,6 0-1,5-3-85,6-3 0,6-3 0,6-3 78,5-4 0,7-4 0,3-5-34,6-3 0,5-5 0,2-4-143,4-3 0,3-4 0,1-2 161,2-4 1,1-4 0,0-2 33,-1-3 1,1-3 0,-2-3 25,-2-2 1,0-3 0,-2-4 3,-2-3 1,-2-3-1,-1-3 8,-2-3 0,-2-2 0,-3-4 11,-1-2 0,-3-3 0,-2-2-4,-4-2 0,-2-1 1,-4-2-579,-3-1 1,-3-1 0,-3 0 585,-4 3 0,-3 0 0,-3 0 27,-2-16 1,-7 3 334,-10 11 0,-8 6-396,-10 8 0,-9 7-14,-11 7 1,-7 7-35,13 7 0,-1 3 0,-2 2-60,-1 2 0,-1 2 0,1 2-393,3 0 1,0 1 0,2 2 325,-14 7 1,6 0 0,-4 2 0,20 0 0</inkml:trace>
  <inkml:trace contextRef="#ctx0" brushRef="#br0" timeOffset="8975">7243 5886 14583,'-2'-4'5607,"0"0"-3182,2 4-2346,-38-34-1,19 31 12,-34-20-6,23 43 0,-8 4 0,-7 4 11,-2-1 23,1-5-12,7-6 0,11-6-61,11-5-45,10 0 39,4 2-5,3 6 11,0 6 0,3 5-17,3 1 22,5 7-44,-2-9 61,3 13-22,-6-20 5,3 14 12,-2-13 16,1 1 84,2-4 124,2-7 56,1-2-6,3-10-95,-1-8-34,2-9-16,-1-3-85,0 1-39,-1 4-39,1 5-45,5 7 6,15 8-11,-7 5 22,25 16 5,-7 5-200,-17-8 1,0 2 166,-1-1 0,-3 4-20,-5 4 1,-5 2-49,-12 25 12,-15-1-48,-13-24 1,-7-3-522,-1-4 0,-2-1 210,-12 4 1,-1-2-256,-1-3 1,0-5-757,4-4 1,0-5 1453,6-8 0,3-3 0,-3 0 0,14-10 0</inkml:trace>
  <inkml:trace contextRef="#ctx0" brushRef="#br0" timeOffset="9359">7201 5651 16583,'-52'-7'746,"0"0"0,1 0 0,-5 2 0,0 3 0,5 4-357,5 11 0,1 4-1099,7-1 0,-2 2 0,0 2 835,1 3 0,1 3 1,0 2-57,2 3 0,1 2 1,3 3-31,0 2 0,4 2 0,2 3-4,1 12 1,4 3 0,3-4-20,-2 4 1,7 0-4,8-6 0,5 2 0,6-5-7,9-4 0,7-3-6,9 11 0,8-3 11,-10-19 0,4-3 0,4-2-905,15 1 1,6-4-1,-1-2 888,-16-7 1,-1-1 0,4-3 7,6-1 1,4-1 0,1-2 0,-3-3-80,1-3 0,-3-4 1,3 0 115,-5-1 0,2 0 0,0-2 1,-1-1-107,-2-2 0,-1 0 0,0-3 0,-1-4 259,5-9 0,1-5 0,-3-2 0,-5 3-135,-5 3 1,-5 1 0,0-3-13,4-9 0,-2-5 0,-10 1 36,-14-5 0,-9-1-67,-3-7 0,-4-2-1,-1 9 0,-2-1 0,-6-1-8,-10-5 1,-6-1 0,-4 4 176,-1 9 0,-2 4 1,-2 2-200,-1 2 0,-1 2 0,-3 7-181,-8 6 0,-4 6 1,0 5 114,-1 5 0,1 3 0,2 1 0,-4-4 0,3 1 0,2 6 0,1 0 1</inkml:trace>
  <inkml:trace contextRef="#ctx0" brushRef="#br0" timeOffset="12033">15809 1404 26316,'0'-7'148,"0"2"-68,0 5 2005,-81-25 1953,23 39-4342,16-12 0,-6-1 1,3 7 774,-5 24 0,3 9-448,12-11 0,0 2 0,1 2-423,-1 2 0,2 2 1,1 2 796,2 0 1,2 1 0,3 0-396,4-2 0,3 0 0,3 0-2,0 13 0,9-2 0,10-8 0,9-3-803,6-8 0,7-4 115,7-5 1,4-6 346,3-4 0,2-5 158,0-3 0,-1-4 1314,-3-4 1,-3-4-380,23-15 262,-21-12-1014,-18-7 0,-24-2 0,-23 0 0,2 24 0,-4 3 0,-5 2 0,-3 4 0,-3 3 0,-1 3 0,2 4 0,2 4 0,5 2 0,3 2 0,-12 17 0,19 6 0,16 5 0,18 5-103,17 6 0,-10-21 0,5-2 0</inkml:trace>
  <inkml:trace contextRef="#ctx0" brushRef="#br0" timeOffset="12507">15848 1159 30359,'-52'-21'-33,"0"-1"0,0 1 0,1 2 0,0 1 1,3 8 374,-8 9 0,2 8 310,-6 2 0,0 5-458,18-1 1,1 2 0,-1 3-195,-1 1 0,1 3 0,-1 2 0,0 3 0,-1 3 0,2 2 0,-1 4 0,1 2 0,2 2 0,-1 3 0,3 3 0,1 1 0,2 2 0,2 2 0,2 2 0,8-6 0,1 4 0,2-1 0,2-3 0,1-2 0,3-2 0,1 2 0,0 14 0,3 3 0,7-6-728,11-5 0,8-3-302,8 9 1,10-3 445,-4-23 0,5-3 1,4-4 181,5-3 0,4-4 1,2-3 206,5-1 0,2-4 1,2-4 234,-2-4 1,4-3 0,0-2 0,-4 0-279,-1 0 1,-3 0 0,3-3 481,1-3 1,3-3-1,0-1 1,-5-2 350,-4-1 1,-4-1-1,0-3 70,-4 2 1,0-2 0,1-2 0,-2 0 59,10-9 1,-1-2 0,-4 0-726,-10 7 0,-3-1 0,-1-3 0,9-15 0,-1-6 0,-5 2 0,-4-5 0,-4-2 0,-3 5 0,0-4 0,-6 2 0,-6-9 0,-9 2-305,-8 6 0,-9 2-728,-9 6 0,-7 5-27,-12 5 0,-7 6 97,-8 4 1,-5 7 129,17 9 0,-2 2 0,-1 3 771,-5 2 0,0 2 0,4 1 1,4 1-1,3 0 0,6 3 1,-1 0-1</inkml:trace>
  <inkml:trace contextRef="#ctx0" brushRef="#br0" timeOffset="41123">25801 7165 13793,'-8'-46'1098,"0"0"0,0 4 0,5 9 134,8 20-671,-1 6-276,-1 3-89,-1 7 291,2 11-33,-1 10 5,1 29-207,-4 4-653,-2-19 1,-1-1 523,-2 17-17,0-19 1,0 2 66,1 17 1,1 1-107,0-5 1,0 1-32,1 8 1,1-1 44,1-8 0,0-1-6,0-6 1,0 0-31,1 0 0,-1 1 44,-1 8 1,-1 3 27,-3 5 1,-1 1-49,1-18 0,1 1 1,-1 0-37,0-2 1,-1 1-1,1 1 83,-2 13 0,0 2 0,1-5-52,0-8 0,1 1 38,-1 9 1,0 8 0,0-1 29,1-8 1,1 0 0,-1 0-786,0 3 0,-1 1 1,1 2 688,0-9 0,0 2 1,0-1-1,-1-1 9,-1 9 0,0-2 0,0 0-778,-1 2 0,-1 0 0,1-2 749,1-11 1,1-2 0,-2 3 5,1 3 1,-2 5-1,1-1 1,1-3-341,-1 0 0,1-3 1,-1 4 338,1 1 0,-1 4 0,0 1 0,1-3 11,-1 7 0,0-1 0,1-3-25,1-11 1,1-2-1,0 2 6,-1 8 0,0 2 0,0 1 7,2-1 1,-1 1 0,1 1-16,-1 0 1,0 1 0,1 1-2,0-12 0,1 2 0,0-1 0,-1-2-15,1 3 0,-1-2 0,0-1-133,1-1 1,-1-1 0,1-3 50,-1 8 0,-1-1-574,2-9 1,-1 3 0,2-6-4250,0-6 1,0-2 4298,0 9 0,0-5 0,2-12 0,0-18 0</inkml:trace>
  <inkml:trace contextRef="#ctx0" brushRef="#br0" timeOffset="42149">29083 7492 22811,'-5'0'448,"2"12"-291,4 25-50,3 9 5,0 8-6,0 5-341,-4-27 0,0 2 271,-2 2 0,-2 0-11,0 2 1,-1 0 10,-2 1 1,-1 1 21,-1 2 1,0-2-26,2-8 1,0 1 61,-3 20 1,1 1-52,3-13 1,1 0-483,-2 20 0,-1 3 463,4-9 0,1 0-14,-1 3 0,2 0 9,-1 2 0,1 0 10,0 1 1,1 0-9,-2 1 1,1 1 5,0 0 0,1 0-421,-1-21 0,1 1 1,-1 0 397,1 0 1,-1 0-1,1 0 2,-1 0 1,0 0 0,1 1-273,-1-1 0,1-1 0,0 1 272,0 0 1,0-1-1,0 1 13,0 20 0,1 0-219,1-20 0,1-1 1,-1 1 192,1 0 0,-1 1 1,1 0 8,0-1 1,0 1 0,0 0 12,0 0 1,0 1 0,-1-1-10,0-1 1,0 1 0,-1-1-7,-1 0 1,0 0 0,0 0-10,-1 20 0,-2 0 10,0-1 1,-1 1 16,-1-1 1,1 0-12,-1-1 1,0-1 13,0-1 1,0-1 10,-1-2 1,1 0-12,-1-2 1,0-1-12,0-1 0,-2 0-17,0-2 1,0-1 16,-2 0 1,0-1 73,-1-3 0,0 1-85,1-3 0,-1-1 347,1-3 1,1-1-387,1-4 0,2-1 550,-4 22-1715,6-16 1204,6-15 0,0-14 0,4-7 0</inkml:trace>
  <inkml:trace contextRef="#ctx0" brushRef="#br0" timeOffset="55241">27253 11479 18694,'8'-41'1542,"-1"0"0,0 1 1,-3 8-949,-3 19-421,-1 2-195,0 8 67,0 25-23,0 13-50,-1 5 0,-2 5-107,-1-4 1,-1 2-656,-2 12 0,-2 0-160,-1-8 1,0-2 86,2-11 1,0 0-4054,0 7 1,1-5 3949,3-5 0,-2 5 0,5-30 1</inkml:trace>
  <inkml:trace contextRef="#ctx0" brushRef="#br0" timeOffset="55615">27429 11225 17249,'-25'-39'732,"-1"0"0,1 0 1,-4-11-1,-3 11-368,-10 21 0,-2 11-221,9 6 0,0 3-641,-18 4 1,-1 6 592,8 8 1,1 7-692,-3 8 1,2 6 628,13-8 1,2 2 0,1 2-18,-2 3 1,2 3 0,1-2-6,-5 11 0,2 3 0,6-2 1,1 4-1,5-2-6,3 1 1,5 1 1,1-4 1,1 2 0,8-2-163,9 6 0,15-5 188,10-15 1,9-3 0,0-5-626,7 3 1,5-6 607,-7-12 1,6-1 0,2-2 0,-2-5-247,4-2 1,-1-5 0,2-2 308,-5-1 1,3 0 0,1-2 0,-1-2 8,-2-3 0,0-1 1,-1-2-1,-1-4-28,-3-1 0,-1-3 1,-2-2-1,-2-3-10,9-11 1,-3-4-1,-4-3-7,-7-3 0,-4-3 0,-6-1-11,-5-1 0,-5 0 0,-6-1-17,-6 2 0,-6 1 0,-6 1-12,-6 3 1,-6 3 0,-5 2-14,-6 1 1,-6 4 0,-4 3-49,-5 2 0,-4 2 1,-1 4-188,-4 1 1,-1 2-1,0 3-1064,1 2 1,-1 1-1,2 3 1147,8 2 1,2 2 0,3 0 0,0 1-1,5 1 1,0 2 0</inkml:trace>
  <inkml:trace contextRef="#ctx0" brushRef="#br0" timeOffset="125240">24702 12100 8173,'-62'3'452,"-1"-1"1,0 0 0,13 0 0,-1 0 0,2 0 0,5 0-437,-12 1 1,6-1-42,3 0 0,19-1 1586,48-4-1570,12-3 1,5 0 8,-7 0 0,2-1-506,11-2 1,6-1-1,1 0 605,2-1 0,1 0 0,3-1-244,-1 1 0,2-1 1,4 0-1,4-1 516,-9 2 1,4-1-1,3 0 1,0-1 0,1 1-1,-2 0-317,-2 1 1,0-1 0,0 1 0,0 0 0,0 0 0,1-1 67,-1 1 0,1 0 0,0 0 1,0-1-1,1 1 0,0 1-143,-6 0 0,-1 1 0,1-1 1,1 1-1,0 0 0,0 0 1,2 1 137,-4 0 1,1 0 0,0 0-1,1 0 1,0 1 0,1-1-1,-1 1 1,1 0-144,2-1 0,-1 1 1,1-1-1,-1 1 0,2 0 1,0 0-1,0 0 0,2 0 32,-2 0 1,1 0 0,2 0 0,0 1 0,1-1 0,-1 1 0,-1 0 0,-1 0 0,-2 1-46,-1 0 0,-1 1 1,0-1-1,-2 1 0,0 1 1,-2-1-1,0 1 1,-1 0 9,5-1 0,-1 1 0,-2 0 0,0 0 0,0 1 0,2-1-128,4 1 0,1 0 0,0 0 0,1 0 0,-2 1 1,-2 0-1811,3 0 1,0 1 0,-3 0 0,0 0 0,-3 0 1598,4 0 1,-3 0 0,-1-1-1,-2 2 1,12-1 0,-1 0-1,-19 1 1,-20 0 0</inkml:trace>
  <inkml:trace contextRef="#ctx0" brushRef="#br0" timeOffset="128451">4047 8863 12236,'0'-3'4957,"0"0"-2408,0 3-2135,-75-14-55,35 27-570,-12-9 0,-1 5 320,24 13 1,5 6-52,-3 1 1,1 2-31,3 2 0,4 1-17,3-1 1,5 1-12,5-2 0,5-1 134,17 25-185,19-12-117,19-14-449,-20-20 1,2-3-146,3-4 0,1-3-1521,3-4 1,-1-3 1678,-4 0 1,-4-1 0,11-5 0,-22 5 0</inkml:trace>
  <inkml:trace contextRef="#ctx0" brushRef="#br0" timeOffset="129385">4696 8838 13581,'0'-8'4727,"0"1"-2979,0 7-897,0 0-795,-7 7-23,3 18-50,-8 17 23,7-11 0,0 3-6,-2 3 0,0 2-348,-2 1 0,0-1 359,-1-1 0,0-1 11,-1-4 1,1-3 78,-8 16 307,4-17 394,6-15-203,2-15-285,-1-16 10,-1-17-105,0-20-166,5 20 0,2-2 95,1-4 1,1-1-85,4 0 1,1 0 19,2 1 0,2 3 3,1 3 0,1 3 64,12-22-73,-3 14-44,-2 13-17,1 13 16,5 13-10,5 16-23,6 17 0,-9 0 0,-1 3 0,10 15-186,-10-8 1,0 0 182,-9-14 0,-1-1 3,4 6 0,-1 0 17,-2-4 0,-1-3-1,11 16-16,-10-16 135,-5-13 50,-4-14-68,-2-18 788,2-19-871,-2-2 0,0-4-232,-1 12 0,-1-2 217,3-22 1,1-2-6,-1 17 0,1 1 2,2-8 1,0 0 0,0 8 0,-1 3-17,6-18-162,-8 27-41,-4 14-323,-3 16-275,3 9-354,4 12-2570,8 16 3725,9 16 0,-10-23 0,1-1 0</inkml:trace>
  <inkml:trace contextRef="#ctx0" brushRef="#br0" timeOffset="129794">5710 9019 17860,'0'-6'4094,"0"2"-2923,0 4-337,-2-69-229,-1 45-334,1-16 1,-2 6-216,-1 26-95,-2 7 22,-4 15 40,-5 15-23,2 2 0,1 3-3,2-1 0,1 2-312,0 8 0,2-1 292,5 11-252,12 2 270,8-22 21,12-1 40,5-15 45,1-15 50,-1-16 41,-5-14 32,-4-15-40,-8-10 531,-7-5-654,-9 22 1,-2 0-6,-4-11 28,-10-10-39,-4 31 241,-10-4-381,1 14 11,2 6-420,0 19 190,14 0-700,-3 21-3875,17 17-450,4-6 5339,9 16 0,-6-39 0,-1 0 0</inkml:trace>
  <inkml:trace contextRef="#ctx0" brushRef="#br0" timeOffset="130235">6341 9044 22951,'2'-42'696,"0"0"1,-4 1-1,-6 9-561,-15 24-96,-17 3 6,-4 18-29,-5 13-357,23-6 1,2 2 329,-13 16-6,18-11 0,3 3-115,5 2 0,5 0 65,-1 1 0,5-1 13,5 3 1,6-4-36,25 6 55,2-17 12,23-14 33,-6-22 11,-19 2 1,0-5 49,4-13 1,-5-6-28,-6 1 0,-4-2-26,-1 0 1,-4-2 41,-5-15 1,-5-1-12,-2 17 1,0 0-220,1-15 0,-1 0 303,-2 18 1,-1 3 156,0-16 313,-4 21-352,-5 10 24,2 13-293,-1 1-39,1 25 67,0 11-33,0 27-17,1-6-504,2-6 1,2 0 307,2 5-553,3 3 1,6-1-1436,15-2 624,-4-16 0,2-5-1432,17-4 3031,7-11 0,-30-13 0,0 0 0</inkml:trace>
  <inkml:trace contextRef="#ctx0" brushRef="#br0" timeOffset="130618">6972 8882 13312,'1'-8'6200,"-1"1"-5281,0 7 1400,0 0-2224,-32 28-33,24-7 10,-19 23 40,38-16 40,6-5 55,7-6-6,6-7-38,7-8-90,-5-7 61,11-11 146,0-11 62,-4-5 78,-4-7-22,-21 7-96,-13 3-179,-5 8 152,-26-4-124,-4 12 51,-21 0-18,5 11-139,11 7 11,-2 17-45,20 5 23,-4 21-12,13 8-395,8-24 0,3 2 272,6 2 0,3-1-195,9 22-1228,16-17 1,9-3 1523,-1-11 0,1-2 0,-6 1 0,0-3 0,20 2 0</inkml:trace>
  <inkml:trace contextRef="#ctx0" brushRef="#br0" timeOffset="131493">1356 8057 11458,'-5'-8'4800,"1"2"-2946,4 6 633,0 0-1916,-64-25-258,34 19-237,-11-6 0,-1 4-15,11 17-38,0 10-7,2 9 1,4 7-22,7 2-1,9 2 23,14-3 11,14-3-34,17-4 1,13-6-12,10-3 5,-23-11 1,0 0 17,12 4 5,2 4 17,-37-4 56,-10 6 23,-24 1-1725,-8-5 1,-4-2 1656,-21 6-8,7-5 0,-2-1-123,14-7 0,1-1 72,-8 0 0,0 0-45,5-5 1,2-1-300,-19-6-1182,19-6-3657,20 0 5203,14 2 0,3 5 0,2 3 0</inkml:trace>
  <inkml:trace contextRef="#ctx0" brushRef="#br0" timeOffset="133393">1695 8032 17755,'-2'-40'828,"-1"0"1,1-23 405,0 59-1183,4 12 435,4 9-429,2 14-18,3 10-11,-3 9-11,-3 7-17,-4 1-11,-3-2 5,0-8 231,-1-11-174,1-12 774,2-12-242,0-12-376,0-14-22,1-15-29,2-15-66,0-14-51,0 8 22,-3 9 1,0 1 50,0-14 3,0 18 0,-1 0 165,-2-5-50,-2 14-146,0 12-84,3 11 0,0 13-6,2 14 0,0 14-33,-2 15-56,-1 10-62,0-27 0,0 0-655,1 2 0,0 1-1510,-1-2 1,2 0 2321,3 22 0,-1-25 0,3-18 0</inkml:trace>
  <inkml:trace contextRef="#ctx0" brushRef="#br0" timeOffset="134060">2187 8023 16588,'-4'0'4475,"1"0"-2547,3 0-1906,-21-17-33,29 17 16,-6-14 7,40 18-12,9-1-6,2-6 6,-6 2 28,-12-3-11,-14 3 16,-12 3-10,-16 6-23,-14 5 11,-18 8-5,-12 2-1,-4 1 18,1 0-12,6-1 28,9 1-22,9 1 5,10 0-22,8 1-17,10-1 45,12-3 23,13-6-12,15-8 0,10-9-11,7-11-234,1-9 234,-6-8 28,-9-4 39,-15-4 0,-15-3 28,-16-4 101,-10 0 219,-9 4 374,-7 1-570,10 16-12,0 1 348,10 7-359,5 5-112,0-3 139,10 8-240,7 5 17,11 12-22,2 1-6,1 7 0,0 5-28,12 19-294,-11-9 1,-2 2 206,-8-1 1,-5 0-208,-3 2 0,-4 1-681,-6 0 0,-5 0 1003,-8 2 0,-2-2 0,-3 4 0,-6-6 0</inkml:trace>
  <inkml:trace contextRef="#ctx0" brushRef="#br0" timeOffset="143277">8320 8931 20834,'47'-19'-1143,"0"0"1,3 2-1,1 5-1543,3 10 0,0 3 1554,-5 1 0,-4 1 0,15 0 0,-29 1 0</inkml:trace>
  <inkml:trace contextRef="#ctx0" brushRef="#br0" timeOffset="143444">8327 9277 23170,'47'-23'-934,"0"-1"1,-1 1 0,1 1 0,-1 0 0,-3 5 933,1 6 0,-5 3 0,15-4 0,-25 7 0</inkml:trace>
  <inkml:trace contextRef="#ctx0" brushRef="#br0" timeOffset="144009">11351 8726 15356,'5'-52'2474,"1"-1"0,-3 7 0,-3 7-1578,-9 9-644,-2 16-280,3 12 45,-2 19 27,-2 21-41,4-7 0,-1 3-9,-1 8 1,0 2-561,0 7 0,1 2 347,0 4 1,0 1-505,2 3 0,1 1-1498,0-1 1,3 0 2220,3 0 0,2-4 0,-2-23 0,1-3 0,6 18 0</inkml:trace>
  <inkml:trace contextRef="#ctx0" brushRef="#br0" timeOffset="144403">11695 8290 14983,'-48'-34'806,"1"1"1,-1 0-1,-2 1 1,0 2-1,3 11-478,6 14 0,2 8-944,-15 3 0,-1 6 736,-4 7 0,0 8-448,16-3 1,1 3 0,1 4 373,-3 5 1,1 4 0,1 2-15,10-7 0,0 2 1,1 2-1,2 0-2,0 3 1,1 0 0,2 2 0,2 0-232,2 0 1,2 0 0,2 1 0,2 0 201,-1 12 1,4 0 0,6-2-8,5-3 1,6-1-1,5-2-141,5-3 1,5-3-1,5-2 137,4-3 1,5-3 0,4-2-2,5-3 0,4-4 0,3-3-282,5-1 0,3-5 1,2-3 271,-10-4 0,0-3 0,2-1 0,0-2 11,2-1 0,2-2 0,-1-2 1,1-1 30,-1-3 0,1-1 0,0-2 0,-1-2 26,-2-2 1,-1-1-1,0-2 1,-2-3 12,-3 0 1,-1-3-1,-1-1 1,-2-2-68,8-10 1,-2-3-1,-4-3 76,-4-1 0,-4-3 1,-5-5-128,-8 4 0,-4-4 1,-2-1-1,-3 1 121,0-9 1,-4 1 0,-5-2-20,-5 9 1,-2-1 0,-3 0 0,-3 6 38,-6-16 1,-10 7-82,-4 15 0,-7 3 0,-3 6-57,0 8 1,-3 5 0,-5 2-479,-7 1 0,-6 2 1,-1 2-1,4 1-369,-1 2 0,3 2 1,-2 3 901,3 2 0,-4 1 0,3 2 0,10 0 0,-16 5 0,6 1 0</inkml:trace>
  <inkml:trace contextRef="#ctx0" brushRef="#br0" timeOffset="167609">26989 9943 8371,'-7'0'6705,"1"0"-4700,6 0 555,0 0-1793,-2-66-369,15 37-314,-10-9 0,3 1 252,28 12-230,-11 13-61,12-2-34,-7 10 6,0 8-23,3 9-16,-2 14 11,-8 2-37,-11 3 1,-5 1-9,-6 5-26,-13 9 1,-7 0-305,-2-18 0,-4-1 397,-13 13 0,-2-2 0,11-15 1,-2-2 49,-14 7 1,2-4 0,1-1-4,6-4 1,3-2-48,14-7 96,0 0-1,21-8 230,18-2-212,11-1-51,23-1-67,-4-1-206,3 1 0,4-1 71,-9 0 0,2-1-47,-2 2 1,4-1 0,-1 0-132,-5-1 1,0 0 0,0 0-679,0-1 0,1 0 0,-2-2-760,19-3 1,-2-3 1744,-3-5 0,-5 0 0,6-2 0,-18-2 0</inkml:trace>
  <inkml:trace contextRef="#ctx0" brushRef="#br0" timeOffset="167976">27496 9597 11052,'-48'-17'903,"-1"-1"0,0 0 0,-10-4 1,2 3-400,6 9 0,0 4-1218,-10 6 1,-2 5 851,19 0 0,-1 1 1,-1 3-327,-9 3 1,-1 3 0,3 3 295,6 2 0,2 3 1,2 2-22,0 2 1,2 2 0,2 3-55,3 1 1,2 2 0,3 2-34,3 0 0,3 3 0,4 1 141,3-1 0,3 2 1,5 1-111,5 7 1,6 2 0,1-3-397,2 2 0,6-1 359,6-6 1,5 1-1,1-7-14,-1-10 1,4-3-11,14 6 0,9 2 1,0-5 40,-8-10 0,0-2 0,3-1-171,2 0 1,3 1 0,2-1 0,-1-3 258,9-2 0,1-4 1,-1-3 53,2-3 0,0-3 0,-3-2 50,-11 1 1,-3-1 0,2-5-28,0-4 1,2-4-1,-1-2 1,-4-2-77,-4-1 1,-3-2 0,0-3-228,1 0 0,3-3 1,-2-2-1,-5 0 184,1-8 1,-6-1 0,-2-1 16,-4 0 1,-2 0 0,-4-1 51,2-18 0,-9 1 24,-10 6 1,-9 2-168,-11 5 1,-8 4-127,-13 4 0,-7 4 86,12 13 0,-4 2 0,-1 2-1314,-2 1 1,-2 1 0,1 2 1121,-16-3 1,4 2 0,19 6-1,5 1 1,-4 1 0</inkml:trace>
  <inkml:trace contextRef="#ctx0" brushRef="#br0" timeOffset="211785">11173 10044 8601,'-8'1'-717,"3"0"1574,5-1 1675,0 0-1737,49-2-669,-16-3 1,4-2-932,5 2 0,4-1 0,1 0 774,2-3 1,1 1 0,1-1 4,3 0 0,0 1 0,0 0 16,-1 0 1,-1 1 0,-1 0-249,-5 1 1,-1 1 0,-1 0 131,11-1 0,-5 0-171,-13 3 1,-5 1-158,4 0 611,-40 5 33,-34 5-137,1 0 1,-6 0 166,-14 4 0,-5 0-149,13-2 0,-2 0 0,-1 1-178,-6 0 0,-1 1 1,0 0 341,-2 1 1,-1-1-1,-1 2 211,11-3 1,-1 1 0,0 0 0,5-1-291,2-1 1,4 0 0,-1 0-21,-3 1 0,-1 1 1,9-2-356,0 2-38,8-1 1114,38-5-504,7-5 73,39-4-359,-22-3 0,4-2-523,16-4 1,4-1 423,-13 2 0,2-1 0,1 0-59,3-1 0,2 0 0,0 0 46,-1 1 0,0 0 0,1 0-7,5 1 0,0 0 0,-4 1-10,0 0 0,-3 1 593,5 1 0,-8 2-951,-22 3 442,-23 7 48,-29 6 0,-18 0-22,-6 3 0,-4 1-82,13-3 0,-1 0 0,-2 0 95,-12 2 1,-3 1 0,1 0-49,6-1 1,1 0 0,-3 0 138,7-2 1,-3 1 0,0 1 0,0 0 65,0 0 0,-1 0 1,2 0-1,3 0-194,1 0 1,4-1-1,1 0-103,-11 3 1,8-1-403,17-3 509,26-7 616,17-2-101,45-9-490,-19 1 1,2-2 187,6-1 1,2-2-227,-6 1 0,2-1 0,0 0 175,-5 1 1,0 1 0,2-1-188,8-2 1,3 1 0,0-1-73,3 0 0,0 0 0,-4 1-455,7-1 1,-4 2-2400,-6 1 0,-7 2 2923,-12 5 0,-21 1 0,-11 3 0</inkml:trace>
  <inkml:trace contextRef="#ctx0" brushRef="#br0" timeOffset="212592">10830 9398 16541,'-48'23'487,"0"0"0,0-1 1,1 3-1,-1 1 0,5 3-338,6 2 1,4 2-1,-1 1-665,-2 4 0,0 1 1,0 1 705,-1 2 0,0 2 1,0 0-429,0 2 1,0 0-1,1 0 358,1 0 0,-1 0 0,2-1-36,1-1 0,0-2 0,1 0-33,3-4 1,0 0 0,1-2-18,-10 12 0,1-2-46,6-7 0,0-2-2,4-6 0,2-2-137,-16 17-566,11-14-1838,11-13 2555,8-10 0,8-6 0,2-3 0</inkml:trace>
  <inkml:trace contextRef="#ctx0" brushRef="#br0" timeOffset="214305">11935 9111 21355,'-26'-36'-17,"6"6"62,39 38 106,14 8-121,-5-2 1,4 3-625,5 4 0,3 3 610,5 4 1,1 2-548,4 5 1,1 2 545,-16-10 0,0 0 0,0 1 5,0 2 1,1 0 0,-1 1 12,1-1 1,-1 1 0,1 0-10,-1-1 0,-1 1 0,1-2 0,-2 0 1,1 0-1,-3-2 7,5 4 1,0 0 46,7 9 0,-3-1-266,-16-15 1,-2 0 212,8 8 1,-2 0 13,2 8-5,-11-8 704,-9-10-1601,-5-1-3479,-5-10 4342,-2 0 0,0-7 0,-1-4 0</inkml:trace>
  <inkml:trace contextRef="#ctx0" brushRef="#br0" timeOffset="243502">9486 4634 7947,'-60'17'866,"0"-1"1,0 0 0,0 0 0,0 1 0,6-3 0,1 1 0,1-1 0,0 0 0,1 0-1356,-10 3 1,1-1 0,1 1 0,2-2 958,-6 3 1,2-2 0,3 0-315,14-3 1,1-1 0,2 0 120,-17 5 0,8-1 1068,19-4-1037,22 0-11,67-22-234,-10-1 1,10-2-1,-2 1-438,-12 1 1,-1 0 0,5-1 371,-2 0 1,6-1 0,2 0 0,-1 0-1,-2 0-13,1 1 1,-1 1 0,-1 0 0,3-1-4,-3 1 0,2-1 0,2 1 0,-1-1 0,-1 1 9,9-1 0,0 0 0,0 0 0,-3 1 7,-8 1 0,-1 1 1,-2 0-1,-2 2-119,1-1 1,-3 0-1,-5 2 78,21-1-40,-98 30 56,-15-2-121,10-6 0,-14 4 0,-6 1 0,1 0 0,8-2 156,2-2 1,5-1 0,-6 1-276,0 0 0,-6 2 1,-2 1-1,-1-1 1,5-1 310,1-2 0,2 0 1,2-1-1,-2 0 28,0 1 1,-1-1-1,0 1 1,-2-1-10,7-1 1,-1 0 0,-1 1 0,0-2-1,3 1 80,-3-1 1,2 1-1,1-2 1,4 0-104,0-1 0,3-1 1,7-2 256,-14 0-251,77-25-14,17-1 0,10-1 207,-1 0 0,5 0 1,2-2-230,-4 4 1,2-1 0,2-1 0,2 1-84,-8 2 1,2 1-1,1-1 1,0 0-1,1 1 65,-8 2 1,1 0 0,0 0-1,0 0 1,2 0 0,0 0-2,5-1 1,3 0 0,1 0-1,-2 0 1,-1 0 0,-4 1-80,6-1 1,-5 1 0,-1 1 0,2-1 95,6-1 0,4-1 0,-5 1 0,-11 2 35,-10 2 0,-9 2 30,12-8-49,-87 18-7,-11 6 1,-13 5-113,19-4 0,-6 2 1,-4 0-1,1 1 0,3-1 101,0 1 1,3-1 0,-1 0 0,-4 2 18,-1-1 0,-4 2 1,-2 0-1,-1 0 1,1 1-1,4-2 0,4 1 1,3-1 0,1 0 0,-1 0 0,-1 1 5,1-1 1,-2 1 0,-1-1 0,1 2 0,0-1-1,1 0-1,-4 1 0,0 1 0,1-1 1,1 1-1,3-1-15,-3 0 0,2 1 0,3-1 0,4 0-155,-20 6 1,12-2 179,11 2-9,82-25 17,10-5 1,9-5-32,-2 1 1,5-2 0,4-1-11,-18 4 1,1 0 0,2-1 0,1 1 0,1-1-12,6-1 1,2-1-1,1 1 1,0-1 0,1 0-5,-8 3 0,1-1 0,0 1 1,1-1-1,0 0 0,-1 1-6,1 0 0,0 0 0,0 0 0,-1 0 0,1 0 1,-2 0 9,7-1 1,-1 0-1,-1 0 1,-1 0-1,-1 1 17,3-1 1,-1 0 0,-3 0 0,-3 1 469,0-1 1,-3 1 0,-11 0-404,2-10-79,-90 21 2,9 4 1,-9 3-286,5 1 0,-10 3 0,-3 1 0,0 0 0,6-1 286,-6 1 1,5 0 0,-8 1-1,14-3 0,-6 2 0,-3 1 1,-2 0-1,0 0 0,1 0 1,3-1-2,-7 2 0,3 0 0,1 0 1,-2 0-1,-4 2-8,11-3 1,-3 1 0,-3 0 0,0 1 0,-1 0 0,2 0 0,2-1 0,3-1 9,-11 3 1,5-1-1,1 0 1,1 0-1,-3 0 4,4 0 1,-3 0-1,0 1 1,2 0-1,5-2 1,7-1-93,-14 5 1,9-2 60,-3 0 1,22-5 1287,38-8-1243,24-10 1,18-6-1,0 0-15,-10 4 1,-1-1 0,6-1-7,3 0 0,6-3 0,3 0 0,0 0 0,-2 0-5,-6 3 1,0 0 0,-1 0 0,1 0-1,3-1 0,1 1 0,1-2 1,2 1-1,1-1 1,2 0-1,0 0-5,-2 0 0,3 0 0,1-1 1,0 0-1,0 1 0,-1-1 0,-3 1 9,-1 1 0,0-1 0,-2 1 0,-1 0 0,-1 0 0,1 0 1,6-2 0,1 0 0,-2 1 1,-2-1-1,-5 2-33,9-3 1,-6 0 0,-9 2 93,12-7 105,-34 4-165,-60 17 1,-25 7 4,14 0 1,-5 3 0,-4 0-6,8-1 0,-3 2 0,-3 0 1,1 0-1,2 1 0,-3 0 1,3 1 0,-1 0 0,-3 0 2,-2 2 1,-3 0 0,-1 1-1,0 0 1,2-1-4,8-1 0,2 0 1,0-1-1,-1 1 0,-1 0 0,-8 3 0,-2-1 1,0 2-1,0-1 1,2 0-3,5-2 0,1 1 0,1-1 0,2 1 0,1-1-123,-5 3 1,1-1 0,4 0 0,3-2 122,-11 5 0,9-2 11,-1 4 29,100-33-27,-5-1 0,11-2 0,1-1-11,-9 3 1,2-1 0,0 0 0,2-1-5,3 0 1,1-1 0,1 0-1,2 0 101,-6 1 0,1 1 0,1-1 0,-1 0 0,-1 1-101,6-2 1,-2 1 0,0-1-1,2 0-154,-4 1 1,3 0 0,0-1-1,-1 0 1,0 1 149,-6 1 0,0 0 1,0 1-1,-2-1 1,0 1 13,9-2 1,1-1-1,-4 2 1,-5 1-52,11-3 1,-9 2 56,-8 2 0,-20 5-14,-46 11 0,-16 4 0,-11 4 10,6-2 0,-7 3 0,-3 1 0,0 0-8,-6 2 1,-2 0 0,0 0 0,-2 0-2,11-2 0,-1 0 0,0 0 0,-1 0 0,-3 1-1,0 0 0,-5 2 0,-1 0 0,1 0 0,4-1 0,5-2 177,-8 3 1,6-2 0,-5 3-176,11-4 1,-7 3 0,-2 1 0,1-1 0,6-1 0,8-2-9,-6 3 1,6 0 13,-16 8 1,24-4 1712,70-18-1702,10-8 1,8-3-15,2-2 1,5-3-255,-14 2 0,4-1 1,3-1-1,1-1 249,-6 2 0,3-1 0,0-1 0,1 1 0,0-1 18,-1 1 1,1-1 0,-1 0 0,1 0-1,1-1-18,3-1 0,3 0 0,-1-1 0,-2 1 0,-4 0 9,11-3 1,-6 0-1,-4 1 169,4-1 0,-7 0-195,-12 3 0,-9 2-306,-14 1-9508,-39 5 8847,1 7 0,-16 4 0,28-1 0</inkml:trace>
  <inkml:trace contextRef="#ctx0" brushRef="#br0" timeOffset="343336">27160 8295 15031,'-1'-5'2532,"0"1"-1868,8-27 0,6-7 355,5 7-680,0-12 0,3 3 125,13 15-117,1 7-117,-1 6-90,-3 6-56,-3 7 6,-1 10-29,5 11-38,6 18-344,-15-14 0,0 3 312,0 3 1,-1 2-1,-2 1 1,-3 0 13,-4-2 1,-5 0 84,-12 23 45,-24-13 78,-24-11-285,19-21 1,-2-4 295,-2-1 0,1-2 47,3-4 1,0-3 254,-16-6-156,19-5-264,16 1 666,19-7-705,9 7-28,14-4-22,-2 9-6,28 8-11,-12 9 20,-8-1 1,1 3-27,-4 3 1,0 3 2,1 2 1,-1 2-24,-2 2 1,-3 1-14,12 15-34,-14 10-28,-37-1-11,-19-2-357,1-22 1,-6-4 378,-5-6 1,-4-6-1,-4-1 1,-1-2 38,0-2 1,-1-1-59,5-1 0,1-2-446,7-1 1,3-2-3765,-16-8 4319,26-12 0,14 12 0,11-4 0</inkml:trace>
  <inkml:trace contextRef="#ctx0" brushRef="#br0" timeOffset="343693">27571 7871 12135,'-7'-5'2537,"-23"-11"1,-9-1-1188,-15 10-1980,-4-5 0,-5 6 941,10 14 0,0 9-149,14-3 0,-1 2 1,-1 3-44,-2 4 1,-1 2-1,1 2-67,-1 5 1,1 2-1,2 2-479,0 3 1,3 3-1,2 1 436,3 3 1,3 1-1,4 2 13,4 0 1,3 1-1,4 1-118,5-1 0,2 1 1,5-1 80,5 0 0,3-1 0,5-1-10,4 0 1,3-2 0,5-2 1,6-1 1,5-2 0,3-3-489,6-1 1,4-4 0,3-2 519,6-3 0,2-3 1,2-4 43,-12-7 0,2-2 0,0-2 0,0-3 57,1 0 1,1-3 0,0-1 0,-1-3 44,0-3 1,-1-2-1,0-3 1,-1-2 28,12-5 1,0-5 0,-4-4-97,-4-4 0,-3-5 0,-3-3-132,-5-4 0,-3-4 0,-3-2 66,-3-3 1,-3-4 0,-4 0-9,-3-2 1,-3-2 0,-2 1-42,-3 0 0,-3-1 1,-4 1 20,-4 4 1,-4 0-1,-4 2-41,-5 3 1,-4 1-1,-5 3-142,-6 2 1,-6 4 0,-3 2-1093,-7 1 0,-5 3 0,-1 3 1281,2 4 0,-1 2 0,3 3 0,-5-1 0,4 4 0,-10-2 0</inkml:trace>
  <inkml:trace contextRef="#ctx0" brushRef="#br0" timeOffset="379256">1471 11928 15142,'-37'-49'1058,"1"0"1,4 6 0,3 8-773,2 14 148,-5 19 0,-3 8-348,6 10 1,0 3-56,-9-3 0,0 5 25,1 13 0,5 3-28,11-8 0,2 0-17,-3 5 0,3 1-14,6-4 1,4-1 896,14 18-883,22-13-5,26-11-15,-18-16 1,4-2-212,6-2 0,1 0 214,3-1 1,1 1-7,-3-1 1,-1 2 2,-6 1 1,-3 3 376,13 10-312,-29 7-17,-38 6-11,-5-12 0,-7-1-200,-11 2 0,-5-1 208,-9 2 1,-4-3-17,17-6 1,-1-2-1,0 0-1,0-2 0,1 0 0,0-2-2,-16 1 0,3-3-40,10-5 1,3-4-259,-17-10-660,27-13 342,19 3-1894,15-2 1723,10 3 1,-5 11-1,1 0 1</inkml:trace>
  <inkml:trace contextRef="#ctx0" brushRef="#br0" timeOffset="380805">1906 12010 12349,'-7'-50'1966,"-1"1"0,0-1 0,-1-2 0,-1 0 0,0 11-852,-4 4-408,-5-8-309,7 27-503,7 9 44,4 18 96,11 17-34,2 7-14,0 0 0,1 3-45,-2 1 0,0 2-101,2 15 1,-1 2-566,-3 4 1,-1 1 46,-3 0 0,-1 0-638,-4-5 0,-2-2-933,-1-7 0,-2-3-1822,-1-9 0,-2-4 4071,-8 12 0,5-22 0,6-12 0</inkml:trace>
  <inkml:trace contextRef="#ctx0" brushRef="#br0" timeOffset="381748">1786 12329 13950,'-15'-47'2175,"1"1"0,2 5 1,1 6-1555,1 11-447,5 9-152,10 8-33,25 6-17,-2 3-101,34 6-56,-4-1-173,-20-3 1,2-1 245,1 0 0,-1-2 36,-2-3 1,-2-1 13,23-10 161,-16-8 25,-15-6 105,-13-3 90,-8-2 34,-10 2 90,-6 4 498,-6 6-313,-2 8-147,0 4-324,3 7-124,4 7-16,5 8-22,7 9-1,9 6-5,10 0-6,10-3 0,4-6 12,0-8 27,-3-6 12,-5-13 22,-5-7 33,-7-12 191,-22-13 0,-7-2-95,-5 3-96,-3 1 1,-4 7 61,-9 28-72,-2 15-46,3 14-21,7 14-24,11 10-21,12 8-40,7-26 0,2 1-274,3 1 1,2 0 38,4-1 0,3-1-59,3-2 1,4-4-57,2-4 0,2-4-73,2-5 0,2-4-316,31-2 437,-7-18 386,-7-11 247,-9-15 162,-9-7 140,-7-6 67,-5 2-27,-4 5 16,-4 11-123,-4 12-309,-3 11 263,-2 12-273,3 12-51,3 18-62,5 17-41,-6-19 0,0 3-258,-1 5 0,-1 1 232,-1 5 1,-2 1-12,-2 3 1,-3 1 7,0-3 1,-2-2 10,-1-5 1,-1-4 42,-6 15 84,3-25-17,-1-25-34,1-23 40,-5-39-90,5 8-386,3 5 1,1-3 376,2 9 1,2 1 8,-1-13 0,1-1-9,3 0 1,2 1 14,0 4 0,2 0-4,2 5 1,3 1-16,0 6 1,3 1-11,2 5 1,3 3-6,2 3 0,3 3-100,29-12 95,4 14-12,3 13-5,-2 20 16,-6 14-11,-12 18 17,-17 13 3,-21-25 0,-7 2-9,-7 2 1,-5-1-373,-8-1 1,-3-1 354,-5-3 1,-1-2-42,-1-6 0,-1-3 211,3-5 0,1-4-1626,-21 1-6458,20-19 7937,17-5 0,12-1 0,5 5 0</inkml:trace>
  <inkml:trace contextRef="#ctx0" brushRef="#br0" timeOffset="382022">3458 12183 24872,'29'-17'-1215,"10"-1"125,-7 6 1,3 0-2919,2 0 1,-2 0 2875,-3 1 0,-4 1 0,10-3 0,-19 6 0</inkml:trace>
  <inkml:trace contextRef="#ctx0" brushRef="#br0" timeOffset="382382">4073 11880 24301,'-9'-49'89,"-1"0"1,3 4 0,8 10-17,34 14-23,3 9-44,1 7-18,2 15 1,-1 13-28,-4 22-204,-22-15 0,-5 4 218,-3 7 0,-5 3-499,-7 4 0,-6 1 521,-3 1 0,-3 1 8,-7 5 1,-1-3 22,6-13 0,1-3-17,0-1 1,3-5 4,3-4 164,11-12 60,19-11-178,23-12-132,-5 0 0,4-2-550,10-5 1,5-1 154,-14 5 0,2-1 1,1 1-1513,1 0 0,1 0 0,-1 1 1977,14-2 0,-4 1 0,-17 3 0,-5 2 0,3 0 0</inkml:trace>
  <inkml:trace contextRef="#ctx0" brushRef="#br0" timeOffset="382698">573 13607 17192,'50'-10'294,"1"1"0,-1-1 1,1 0-1,-1 0 0,6 0 1,1-1-1,-1 0 0,0 0 1,-2 0-1270,0-1 0,-2 1 1,0-1-1,4 0 1001,-6 1 0,2 0 0,2-1 1,2 0-1,0 0 0,1 0-14,-2 1 0,1-1 0,1-1 0,1 1 0,0 0 0,1-1 0,-1 1-152,2-1 0,1 1 0,-1-1 0,1 0 0,1 1 0,0-1 0,2-1 138,-10 3 1,2-1 0,1 0 0,0 0 0,1 0 0,-1-1-1,-1 1 1,-1 1 0,-2-1-72,6 0 0,-1 0 1,-1-1-1,0 1 0,-3 1 1,0-1-1,-2 1 47,9-2 0,-4 0 1,0 1-1,-1 0 0,2 0-265,4-2 0,1 1 0,1 0 1,-3 1-1,-2 0-586,-3 1 1,-3 2-1,-1-1 1,1 1 876,2-1 0,2 0 0,-2 1 0,-5 0 0,16-1 0,-9 1 0,2 0 0</inkml:trace>
  <inkml:trace contextRef="#ctx0" brushRef="#br0" timeOffset="384032">7267 12362 13698,'15'-52'1203,"1"1"0,-1-1 0,0 6 1,0 0-1,-7 9-61,-14-3-369,-5 4-291,-12-1-336,0 15 67,-33 11-163,3 25-822,11 0 1,1 5 776,3 8 1,3 6-20,-1 6 0,4 4-6,2 4 1,4 3-6,3 1 0,5 2-20,4-2 0,5 0-40,5-6 0,5 0 37,5-7 1,5-3-166,19 19 230,9-20 11,-6-18 107,16-22-90,-10-22-15,-9 4 1,-1-4 171,-3-6 0,-3-4-155,0-3 1,-1-2 5,-3-2 0,-1-1 8,-2 1 1,-1 2-26,-4 9 1,0 2 357,1-6 1,-2 3-171,0 3 13,0-3-422,-7 27 28,-3 14 230,0 17-17,-2 24-56,-2-13 0,-1 4-173,-2 8 1,-2 1 163,0-8 1,0 2-17,-7 20 0,0 0-315,9-22 0,0 0 329,-3 14 0,2-2 5,8 0 0,14-9 46,6-28-1,15-8-11,-5-13-14,2-12 0,2-5-6,-8 4 1,1-1-153,12-11 1,0-2 176,-10 7 1,-3-1 8,-4 3 0,-3 0 1127,5-15-1141,-13 10 624,-12 12-932,-7 8-521,-4 5-1299,-1 7-3991,5 5 6091,3 1 0,3-1 0,2-3 0</inkml:trace>
  <inkml:trace contextRef="#ctx0" brushRef="#br0" timeOffset="384706">7735 12244 13855,'0'-5'6979,"0"0"-5511,0 5-595,0-61-391,0 44-314,-1-45-286,1 61 12,-2 10 190,0 15-50,-1 5-9,-2 8 0,-1 3-3,-2 22-441,2-18 0,2 2 433,4-12 0,2-3 9,13 23-53,15-16 114,14-17 25,-11-21 0,1-6 9,14-6 44,-13-6 1,-2-5 195,5-18-207,-17 13 0,-2-3-30,-4 1 0,-3-2-151,-4-1 0,-3 0 243,-1-28-17,-8 9 761,-4 13-912,-1 14-50,2 12-298,4 8-16,1 9 10,8 9-112,5 14-1187,10 13-2010,9 6 3618,8 2 0,-17-21 0,0-7 0</inkml:trace>
  <inkml:trace contextRef="#ctx0" brushRef="#br0" timeOffset="385066">8410 12284 25270,'-10'-27'-146,"7"6"163,16 22-17,12 0-11,10-2 39,6-8 28,-1-7 17,-7-8 27,-9-8 7,-11-3 22,-8-1 28,-12 3 5,-5 6-22,-6 9-39,-2 9-50,-1 6-29,0 11-11,-1 10 12,3 13-35,3 13-49,6 10-57,6 6-445,12 1 19,13-4-357,19-7-430,-7-27 1,3-3-574,16 4 1904,-10-14 0,-4-3 0,-15-5 0,8-2 0</inkml:trace>
  <inkml:trace contextRef="#ctx0" brushRef="#br0" timeOffset="386439">9010 12303 14740,'-1'-50'2229,"0"-1"0,1 5 0,-2 7-1113,-3 15-321,-1 4-263,-2 2-392,1 8-280,3 6 56,0 14 117,0 13-10,-1 23-46,2 0 26,3-5 0,3 0-3,8 14-119,-2-17 1,4-2 152,18 10-1,8-14 96,0-15 246,-5-11 34,-8-17-140,-7-12-107,-5-15-5,-5-11 23,-3-8-90,-3-3-37,-1 1-25,2 6-17,1 13-39,-1 15-331,-1 13-419,-1 9-757,5 8-3534,6 8 5069,2 4 0,-3-4 0,-5-5 0</inkml:trace>
  <inkml:trace contextRef="#ctx0" brushRef="#br0" timeOffset="386822">9561 12175 23831,'13'16'324,"11"-2"-44,-6-9 112,10-6-72,-8-11-85,-1-11-50,-3-12-17,-5-9 11,-6-3 40,-7 3 16,-7 6 17,-6 11-146,2 11 90,-5 6-156,7 9-35,-5 9 12,2 11-34,1 30 0,5-11-14,5-6 1,3 2-155,14 14-295,-3-18 1,3-1-286,6-1 0,3-1-2501,4-2 1,1-3 3265,22 11 0,-17-13 0,-16-12 0</inkml:trace>
  <inkml:trace contextRef="#ctx0" brushRef="#br0" timeOffset="387231">10261 12329 20688,'0'-3'3490,"0"0"-2331,0 3-1501,-32-27-330,24 20-1125,-16-17 1797,42 32 0,-6-3 0,4 2 0</inkml:trace>
  <inkml:trace contextRef="#ctx0" brushRef="#br0" timeOffset="388588">10551 12445 23259,'13'-61'524,"0"-1"1,0 0 0,-2 3-422,-6 14 1,-1 1-1026,1-8 0,-2-1 955,1-4 1,-2-2 18,0 12 1,-2-2-1,1 3-1,0-1 0,-1 1 103,0-9 0,-2 6 290,-3 12-410,1 9 356,-3 16-435,-3 35 45,0-3-6,2 10 1,-1 5-408,4 0 0,1 2 407,0 13 1,1 3-7,5 5 1,4 0-62,1 3 1,3 0-105,4 0 1,4-3-124,2-2 0,3-4-143,2-6 1,4-4-258,2-8 0,2-4-381,1-9 0,1-6-1886,5-9 1,-1-7 2025,13-6 526,-19-10 1,-4-6 1090,4-22 497,-11 6 1,-2-1-82,4-15 6,-12 17 0,-1 2 723,-4 1-466,-1-1-263,-4 16-350,-4 11-775,1 6 3316,0 6-3283,0 8 120,3 8-120,5 8-50,13 7 44,-2-12-22,14-1 34,-8-18 33,8-11 6,-3-10 55,-3-13 75,-10-8 26,-6-3 34,-13 0 29,-7 6-29,-9 6 17,-13 9-168,0 11-62,0 10-5,-3 15 0,8 9-40,-5 29-16,14 2-17,12-20 0,4 1-22,8 12-185,16 7-185,13-18 148,-10-16 0,4-3-118,12-4 1,1-3-127,17 0 418,-18-12 0,-3-6 109,3-14 107,2-17 100,-10-10 34,-19 15 0,-2-3 191,3-22-191,-4 3 247,-7 14-40,-3 20-196,0 1-213,-1 11-117,0 9 393,4 11-287,0 2 1,10 21-18,0 6-5,-2-7 0,-1 2 5,5 12-11,-5-10 0,0-4 12,-4-10 27,5 8 96,-9-24 16,4-15-83,0-14 10,7-20-27,-1 1 16,9-15 1,0 14-12,8-3-22,5 11-12,-5 17-33,7 15-5,-14 9-57,10 19-145,-1 19-28,2 8-255,-15-19 0,0 0 33,-2-3 1,0-3-227,12 17-667,-3-17 0,4-4-476,20-3 1142,-12-8 1,3-5 456,0-12 0,-1-6 280,-7 3 1,0-5 542,19-16 1,-4-5-476,1-5 694,-7 1 0,-3-5 369,-18 7 1,-5 1-572,-1 1 1,-3-1-1706,-5-1 1,-6 4 1400,-11-2 378,-25 7-418,-11 17-154,13 7 0,-2 4-48,-7 8 0,1 5-45,8 2 1,4 2-1,0 1 1,6 3-63,3 27 380,25-6-346,17-4 17,8-9 3351,25-21-3326,-22-16 0,1-3 48,-1-1 0,0-2 76,3-6 0,-4-3 299,4-16 131,-15 4-142,-12 7-123,-6 9-218,-3 10-85,-1 7 6,-2 18 0,-3 24 6,1 6-1085,1 10 1,1 4 1061,1-27 0,0 2-43,0 22 1,0 10-1,0-7-30,1-17 1,0 1-282,-1 4 0,1 10 0,-1-1 0,1-8-131,-1-2 1,-1 0 501,-4 2 0,-4 9 0,1-1 0,1-13 0,-2 13 0,-6-10 0,1-1 0</inkml:trace>
  <inkml:trace contextRef="#ctx0" brushRef="#br0" timeOffset="389040">13394 11804 18028,'1'-46'1650,"1"1"1,-1-1 0,0-13 0,-2 5-1094,-1 20 1,-2 4 126,-3-5-427,1 19-257,2 11-22,2 16 67,2 18-51,2 28-436,-1 2 355,0 3 1,-1 3-136,-3-14 1,-1 2-127,1-3 1,-1 4 0,-1-1-1026,0-8 1,0-1 0,-1 0-2253,-4 18 1,1-1 3624,1-11 0,0-5 0,-1 9 0,3-29 0</inkml:trace>
  <inkml:trace contextRef="#ctx0" brushRef="#br0" timeOffset="389514">13197 12339 13508,'4'-43'1970,"-1"-1"0,0 0 0,2-18 0,1 3-1429,1 12 0,-1 3-343,0 11 1,-1 2 61,0-4 1,1 4-401,8-6 28,1 1-224,20 11-123,8 14 192,-11 4 1,1 1-77,3 0 1,1 1 272,-1-2 0,-1 0 75,-2-2 1,-2-2 67,22-19 134,-10-7 11,-14 3 662,-2-17-269,-13 16 117,2-15 123,-6 10-72,-3 4-415,-1 10 426,-1 2-678,-3 17 114,0 1-243,-2 23 51,0 22-46,0 8-623,-1 12 0,-1 5 621,-2-12 0,0 1 10,0-3 1,0 3-1,0-1 1,-2 8 0,0-2 6,2-1 0,0-5 3,1 11-242,7-12 298,1-41 184,18-23-139,9-22-40,-5 5 0,2-3-344,3-5 1,1 0 374,1 0 0,1 1 0,5-1 0,-1 4-87,-14 11 1,-1 3 4,6 0 1,0 6 1088,3 11-1150,9 16-134,-1 17-152,-20-6 1,-1 3-856,-3 5 0,-2 3 1186,-2 8 0,-3-1 0,0 5 0,-5-2 0</inkml:trace>
  <inkml:trace contextRef="#ctx0" brushRef="#br0" timeOffset="392480">14871 11766 16488,'-5'0'5018,"0"0"-3970,5 0-1037,-9-4-61,35-3-312,6-2 0,5 0 76,-1 2 1,4 0-992,5 0 0,5 0 0,-3 1-919,8 1 1,-2 2 2195,6-1 0,-2 1 0,-20 1 0,-4 1 0,4 1 0</inkml:trace>
  <inkml:trace contextRef="#ctx0" brushRef="#br0" timeOffset="392664">14846 12269 16829,'-7'0'3490,"1"0"-3014,6 0-174,0 0-408,73-31-356,-35 21 0,2-1-373,-2-1 1,3-3 0,2 2 834,7 1 0,2 3 0,-8 1 0,10-2 0,-15 3 0,0 0 0</inkml:trace>
  <inkml:trace contextRef="#ctx0" brushRef="#br0" timeOffset="395028">14567 11632 13754,'19'-49'2447,"0"0"1,-2 5 0,-4 6-1148,-3 3-326,-6 9-268,-3 8-241,-2 7-331,0 6-111,0 3-163,0 4 100,1 9 91,0 14-18,0 23-33,0-15 0,0 1-288,-2 27 83,0-9 1,-1 2-572,1-16 1,0 0-701,-1 17 0,1 1 1235,5-11 0,0-5 0,-1 7 1,6-12-1</inkml:trace>
  <inkml:trace contextRef="#ctx0" brushRef="#br0" timeOffset="395611">14599 12415 13861,'-4'0'6127,"1"0"-3763,3 0-2364,-13 1 6,11 1 55,-8 2-21,18 3-7,4 2-5,3 0-5,-1-1 94,-2-3 281,-4-3 156,-4-2-167,0-5-63,-3-3 102,0-2-12,0 1-116,-2 4-158,-1 2-118,-2 3-22,-6 2-11,-3 4 5,-4 5 29,0 4-46,5 0-5,5 0 0,6-4-16,6-1 32,4-4 12,6-3 56,7-5-22,-6-2 100,2-4 90,-13 0-22,-1-3 22,-2-1-22,-6 0-18,-4-2-150,-1 5 0,-5-1-1,3 5-38,4 2-130,0 1-313,6 2-947,0 1-5595,2 4 6990,3 1 0,-2 1 0,2-3 0</inkml:trace>
  <inkml:trace contextRef="#ctx0" brushRef="#br0" timeOffset="397526">16227 11470 13771,'0'-5'5204,"0"2"-2623,0 3-2458,-26-17 427,-4 46-186,-24-2-2620,26 11 0,2 8 2320,1-2 1,2-2-54,3-6 0,2 0 571,1 5 1,5 1-578,5-5 1,5 0 11,2-1 0,3-1 22,5 1 0,5-5 118,27 4 134,10-17-145,-4-13 120,-6-14 0,0-6-76,-11 0 1,0-4 185,12-7 0,-2-5-188,-11 0 0,-5-1-48,-4-4 0,-4 0-34,2-25-25,-13 22 0,-5-1 6,-9 3 0,-4 0-79,-1 1 1,-4 2-37,-10 0 0,-4 5-98,1 13 0,-1 5-188,-22-2-2126,15 17 1,1 5 2439,-4 8 0,-3 4 0,30-8 0</inkml:trace>
  <inkml:trace contextRef="#ctx0" brushRef="#br0" timeOffset="455663">5232 14586 22257,'-21'-44'666,"1"-1"1,2 4-1,-2 11-375,-5 22-100,-4 8-90,-7 13-34,-7 15-23,16-6 1,1 3-2137,-4 7 0,1 2 2114,-2 5 1,2 2-18,3 1 1,4 0 286,5-1 1,5 0-321,8-7 0,7-2-106,29 17-62,-1-32 0,5-7-317,11-3 1,3-5-1044,6-7 1,2-3-2220,1-3 0,-1-1 3775,-9-1 0,-4-1 0,10-3 0,-28 9 0</inkml:trace>
  <inkml:trace contextRef="#ctx0" brushRef="#br0" timeOffset="456371">5835 14542 25180,'-9'-32'56,"1"5"-17,2 84-5,-6-3-29,2-16 1,-2 1-413,-2 1 0,-1 1 410,0-4 0,-1-1 2,-12 21 268,9-22 2,9-18 33,7-17-230,1-17-16,2-17 22,1-21-308,1 21 0,1 0 291,1-3 0,2 0-8,1 1 0,1 2 610,7-23-602,-1 16-73,-4 17-22,-3 13 17,4 14 22,7 12-22,10 15 0,9 15-1389,-11-11 0,1 0 1400,11 15-11,-9-15 0,2-3-128,16 0 128,-18-15 0,1-2 17,24 0 16,-12-20 17,-13-16 28,-11-22 6,-10-18-26,-8 25 1,-2-1-164,-1-2 0,-2 0 152,-1 1 1,0 0 24,-1 6 1,1 1 3187,-3-17-3232,3 18 133,3 16-302,2 8-44,10 8-268,13 8-735,17 8-1691,14 12-396,-7-1 3286,0 7 0,-29-20 0,-1 0 0</inkml:trace>
  <inkml:trace contextRef="#ctx0" brushRef="#br0" timeOffset="456727">6868 14539 21063,'0'-5'4173,"0"1"-2946,0 4-1216,-31-21-11,10 43 6,-25-7-1,33 14 1,5 6-45,-1 3 0,5 0-23,8 19 23,5-7 11,21-21 62,0-19 16,8-3 51,-4-18 72,-4-27-89,-13 5 174,-5-28 5,-15 20-33,-9-11-29,-8 7-55,-8 9-56,-1 8-85,4 9-55,7 9-213,7 6-202,8 8-672,4 11-2397,9 13 3534,13 13 0,-8-16 0,3-1 0</inkml:trace>
  <inkml:trace contextRef="#ctx0" brushRef="#br0" timeOffset="457542">7408 14634 21769,'0'-5'3238,"0"2"-2207,0 3-611,-10-64-152,2 45-192,-4-16 0,-3 6-60,-3 31 24,-32 25-29,21-4-11,-1 3 0,1 3-6,-8 19 0,16-18 1,4 2-26,5 3 0,6-1-36,14 16 34,23-9 21,3-26 12,17-11 45,-1-25-17,-1-9-212,-24 5 0,-4-4 206,-7-3 0,-4 0-10,3-25 18,-10 17 1,-2-4 30,0-5 1,-1-2 14,0 2 0,0 0 64,-1-4 0,0 3 173,-2-8-178,-1 24 66,-2 14-134,2 15-128,1 5 33,2 18 17,0 19-3018,5 22 3012,0-1-45,1-17 1,2 3-725,4 4 1,4 1 144,2-1 0,3-1-236,5 4 1,5-6-85,-2-16 0,2-6 77,16 3-314,3-16 867,-15-25 914,11-25 324,-12-9 1004,-16 17 0,-3 1-1228,-1-10 1311,-4-10-907,-7 25 512,-4-5-1184,-2 20-200,-4 6-187,4 5 6,1 4-6,1 15 518,2 6-558,9 12-38,13-5 16,1-8-50,19-5 40,-3-12 49,17-11 12,-12-14 17,-4-19 5,-20-11-9,-14 14 1,-3 1-8,-3-14 33,-9-13 50,-8 32 124,-14-1-152,7 14-5,-6 7 67,-2 14-101,5 8-33,-9 12-6,15 13-28,11 10-95,17 9-15,5-28 1,6 0-627,7 1 0,5-2-362,6-1 0,3-2 842,9 0 0,-2-3 0,6 3 1,-5-6-1</inkml:trace>
  <inkml:trace contextRef="#ctx0" brushRef="#br0" timeOffset="457918">8815 14275 25247,'46'-11'-203,"0"0"0,0-1 0,3-3 0,-2 4-239,4 9 0,-4 4-314,-6 1-1496,-6 3 0,-3 3-3859,-2 10-330,0 17 6441,-29-5 0,-19-1 0,-8 0 2422,-1-8 1,-3 0-102,-14 11 1,-3-2-508,6-7 1,2-4-751,4-2 0,2-1 357,-13 8-665,23-10 61,18-8-189,21-7-404,19-10-179,23-8-90,-22 5 0,1-1-670,3-1 1,0-1 714,3-1 0,-2 1 0,4-2 0,-8 3 0</inkml:trace>
  <inkml:trace contextRef="#ctx0" brushRef="#br0" timeOffset="458527">11218 14262 22715,'-22'-52'558,"0"1"0,7 2 0,11 5-395,40-2-668,-8 24 1,3 3 534,6 3 1,2 3-17,2 4 0,0 3-11,-1 5 0,-1 4 2,-5 4 1,-4 6 250,11 26-234,-27 22-8,-21-22 0,-9 2-514,-8 7 1,-7 0 506,5-13 1,-3 0-1,-1-1 0,-3 1 1,0-2-1,0-1-1,-6 6 0,-1-2 14,7-6 1,0 0-1,4-5 29,-5 6-30,7-5 1,7-2 613,21-13-430,15-1 15,24-7-173,-8-7 0,5-2-278,12-4 1,5-3 208,-1-2 0,4-2 0,-3 0-55,6-1 1,1-2 29,-2 1 1,4-2 0,-5 0-138,0-2 1,-1-1-159,-12 3 1,2-1 0,-2-2-447,-3 1 0,-2-1 0,-2-2-1604,11-11 0,-4-3 2394,-8-2 0,-4 2 0,1-4 0,-14 7 0</inkml:trace>
  <inkml:trace contextRef="#ctx0" brushRef="#br0" timeOffset="458819">12082 13678 13121,'-49'-19'1463,"1"1"0,0 0 0,-2 2 0,-2 3 0,0 4-1075,2 6 1,-2 4-1,-2 5-1504,-1 4 1,-4 5 0,1 1 0,3 0 1199,-1 1 0,4 0 0,-4 5-19,10-2 0,-3 3 0,0 3 0,1 0 0,4 0-36,-7 9 1,4 1-1,0 3-6,5-3 1,-2 2 0,2 1 0,2 2-16,4-2 1,2 2-1,2 0 1,4 2 0,-5 11 0,6 1 1,5 2-5,8-5 1,6 1 0,7-1 117,8-3 0,6-2 0,7-2-133,7-3 1,6-3 0,5-3-19,8-2 0,5-5 0,3-3-339,-9-7 0,3-4 0,2-1 0,0-2 340,3 0 1,0-3-1,3-2 1,3-3 27,-7-3 1,5-3 0,2-2 0,-1-1 0,-2 0 0,-4 0 7,3 1 1,-5-1 0,-1-1 0,2-1 3,1-2 1,3-1-1,0-1 1,-2-2 0,-7-2 36,2-5 0,-5-4 1,-3-2-2,0-3 1,-1-3 0,-2-3-15,5-9 1,-1-5-1,-6-3-26,-7-3 1,-6-3-1,-5-3-41,-7 15 0,-5-2 0,-2 0 0,-4 0-128,-3 1 0,-4-1 1,-3 2-1,-4 1-1063,-10-12 0,-8 3 1,-2 4 1101,-1 8 1,-3 5 0,1 4 0,-4-1 0,1 8 0,-14 2-1</inkml:trace>
  <inkml:trace contextRef="#ctx0" brushRef="#br0" timeOffset="460939">26039 10261 15710,'-50'5'376,"-1"0"0,1-1 0,-1 1 0,1 0 0,-2 1 0,3-1 0,5 0 106,-9 2 0,5 0-253,7-1 1,2-1 107,-14 3 795,39-6-986,11-2 583,15 1-102,29-1-409,2-3 1,9-1-919,0 1 1,8-2 0,3 1 0,-3-1 704,-13 1 1,-2 0 0,2 0-1,6 0 0,-5 1 0,6-2 0,4 1 0,3 0 0,0-1 0,-2 1 0,-4 0 0,-5 1-472,10-1 1,-8 1 0,1 0 0,7-1 464,-10 2 0,4-1 0,2-1 0,3 1 0,2 0 0,-1 0 0,-2 0 0,-1 0-227,2 1 0,-1-1 0,0 1 1,0-1-1,-1 1 0,1 0 1,0 0 210,0 0 0,1 0 1,0 0-1,0 0 1,1 0-1,0 0 0,0 0-122,-4 1 0,2-1 0,1 1 0,0-1 0,-1 1 0,-2 0 0,-2 0 0,-4 0 129,6 0 1,-4 0 0,-2 0 0,-1 1 0,1 0 70,15-1 0,-1 1 0,-1 0 1,-5 0-80,-5 0 0,-3 0 1,-1 0 234,5 0 1,1-1-1,-4 1-387,6 0 1,-7 0-4762,11-2 4932,-38 4 0,-16-2 0,-12 1 0</inkml:trace>
  <inkml:trace contextRef="#ctx0" brushRef="#br0" timeOffset="473724">27441 6800 7822,'1'-9'5703,"0"2"-4805,6-22 1,2-6 647,0 2-947,3-9 1,0 0 229,2 8-498,-2 10 520,1-1-532,-9 16-246,2-2-28,-10 14 61,-10 9-16,-12 15-6,-17 15-48,18-14 0,0 2-192,-2 3 0,0 1 164,3 3 1,1 1-286,3 1 1,3-1 276,4-2 0,3 0 5,-1 26 6,12-13 51,9-12 179,8-12 229,7-11 294,8-11-467,8-14-28,6-11-6,4-11 646,-2-5-355,-3-3-386,-18 15 107,-6 2-158,-17 18-212,-2 3 95,-14 22-6,-2 5-10,-10 23-1,4 1-11,6 4-34,5 0-39,11-1-39,11-5-89,12-6-326,15-9-229,12-10 38,-21-14 0,3-3 21,3-6 0,1-3-135,3-3 0,0-5-92,1-5 0,-2-4-104,0-4 0,-2-4-210,4-13 0,-4-5 927,-8 4 1,-4-1 276,-1 1 1,-4-2 58,-8 0 0,-7 1 78,-7 9 1,-5 0 179,-12-18 0,-6 1-508,6 17 0,-3 1 687,-17-10 1,-5 3 309,2 11 1,0 3-544,8 4 1,-2 1 109,-13-5 0,0 4-129,15 12 1,-1 3-63,-11-1 0,-5 3-16,-3 4 0,-6 6 36,3 6 0,-4 5 0,3 1-627,13-4 0,3 0 0,-3 4 566,-5 3 1,-4 5 0,1 1 0,4 1-610,0 4 1,3 1 0,0 3 548,3-3 1,0 1 0,0 2-1,3 1-18,2-1 1,1 1-1,3 1 1,2 3-582,-6 16 1,4 2 0,4-2 565,0 1 0,8 0 29,12-10 0,6 2 0,8-4 48,10-4 1,9-3 54,11 8 0,7-2-36,-9-16 0,3-2 0,4-2-26,14 2 0,5-3 0,-3-2 76,-15-6 1,-2-1 0,3-1-81,18 1 0,4-1 0,-5-4 296,3-4 1,-1-4-237,-10-2 0,2-2 0,0-3 376,-2-2 0,-1-2 0,0-3-380,-2-4 0,0-2 1,-1-5 5,-7 1 1,0-4 0,-1-1 0,-3 2-69,-1 0 1,-3 1 0,0-4 25,8-12 1,0-5 0,-6 2-57,-7-2 1,-5-1 65,-5 10 0,-2-2 0,-3-1 16,1-15 0,-9 0-48,-16-4 1,-8 3-74,5 18 1,-5 5-110,-21-11 1,-9 6-354,8 17 1,-4 6 484,1 2 0,-2 1 0,3 2 0,5 1 0,2 1 0,0 5 0,1 0 0</inkml:trace>
  <inkml:trace contextRef="#ctx0" brushRef="#br0" timeOffset="478603">27992 5347 8472,'2'-3'6111,"0"0"-2241,-2 3-3079,15-22-153,-11 14-179,11-16-241,-16 21-150,-6 2-40,-10 1 5,-13 4 12,-13 2-11,-12 6-6,7-3 39,12-3 0,1 0 73,-8-1 56,-12 0 0,28-4 0,11-1-39,7-1-68,6 0-55,1 1-191,2-1 157,0 6 45,-1 5-23,-1 8-10,-4 6 10,-3 6 17,-4 6-11,-3 2 6,-3 3 33,-2-1 7,-2-3 21,2-6 45,3-7 73,5-8 207,6-7 151,4-6-174,2-4-212,3-5-62,2-4-27,6-4-46,5-1-28,5 3 1,5 3-12,6 5-17,7 5-10,8 7 4,-5 1 1,-6 4 0,2 3-23,13 8-2,-16-4 0,-1 1-99,4 15-100,-21 5-73,-27 1 11,-26 0 120,6-22 1,-4-4-605,-8-1 1,-3-4-268,-5-3 1,0-2-2270,0-3 0,1-2 3317,7-2 0,5-2 0,-9 0 0,25-1 0</inkml:trace>
  <inkml:trace contextRef="#ctx0" brushRef="#br0" timeOffset="479043">27993 5014 12190,'-43'-17'734,"-1"1"1,0-1 0,-1 2 0,-1 1 0,0 3-195,-16 3 1,-2 4-1134,19 3 0,0 1 0,-1 3 725,0 2 1,-1 2-1,2 2-52,0 4 0,2 1 1,-1 6-14,-5 10 1,1 7-1,3-1-45,-1 2 1,3 4 18,7 2 0,1 6 0,6-2 23,8 3 1,8 2-30,5-1 1,4 5-1,3-5-41,2 3 1,7-3-25,9-4 0,6 0 1,5-6-22,17-1 1,8-6-543,-6-5 0,4 0 0,3-3 560,-9-7 1,1-1-1,1-2 1,1-1 19,4 0 1,0-1-1,0-1 1,1-1 27,1-2 0,-1 0 1,1-2-1,0-1 27,-1-1 0,0-1 1,1-1-1,-2-3 19,0-2 1,-1-1 0,-1-3-1,0-1 3,-2-1 1,-1-2-1,0-2 1,-1-3-74,12-6 1,-2-5 0,-2-2 101,-3-4 0,-3-2 1,-3-4-18,-4-1 1,-2-4-1,-4-2-16,-3-2 0,-3-1 0,-4-2-8,-5 2 0,-3-2 0,-5-1-249,-4 3 1,-3 0 0,-7 1 274,-5 2 1,-6 1-1,-5 3-9,-7 0 0,-5 3 1,-4 3-31,-10-1 0,-4 4 0,-4 2-123,8 8 1,-3 1-1,-1 1 1,-1 2 7,-4 0 1,0 1-1,-2 2 1,-2 1-639,4 3 0,-4 0 1,0 2-1,1 0 1,3 1 655,0 0 0,2 2 0,2 0 0,0 0 0,-10 0 1,2 1-1,9 1 0,-12 2 0</inkml:trace>
  <inkml:trace contextRef="#ctx0" brushRef="#br0" timeOffset="493190">1467 16535 13379,'0'-4'4117,"0"1"-718,0 3-2738,-64-37-291,33 27-312,-6-10 1,-1 3 110,6 24-68,4 7 0,-9 10-34,-1 9-56,16-9 0,2 0 1,-5 9 4,2 14-4,20-22 4,11 4 40,22 1-16,-1-13-29,6-3 0,1-2-33,2-3-146,-1-1 0,2 1 124,8 4 10,5 9 45,-19 13 45,-29 3-22,-14 0 2,-10-15 1,-7-3 13,-1-1 0,-3-2-244,-10 6 1,-4-1 179,-12 1 0,0-4-9,19-6 1,0-2-143,-9 0 0,5-7-860,11-18-1445,5-15-7361,26-30 8248,4 19 1,8 0-1,-8 33 1</inkml:trace>
  <inkml:trace contextRef="#ctx0" brushRef="#br0" timeOffset="493448">1922 16313 24799,'-30'50'11,"0"-1"0,3 0 1,9-1-96,21-9 0,5-2-325,-3-5 1,-2 0-9,1 9 0,-2 2-592,-2-8 1,0 1-1633,-2 7 0,0 0 2641,-2-1 0,0-3 0,-1 4 0,0-12 0</inkml:trace>
  <inkml:trace contextRef="#ctx0" brushRef="#br0" timeOffset="493965">1778 16988 10926,'-3'-7'8609,"2"2"-6694,1 5-755,-22-69-527,15 46-519,-6-16 1,4 4-98,10 25-39,5 4-62,16 1-171,9 3 0,2 2 48,14-3-31,-2 2 0,0-1-1191,8-2 1194,0-2-1529,-20-2 0,-3 0 1719,0-4 263,24-19 225,-31 10 252,3-10 83,-16 11 568,-7 4-719,-5 6 3146,-6 6-3577,-6 3-106,-5 6-68,-4 11-28,7-3-16,4 12 33,9-12-11,7 10-33,15-4 16,6-3 0,5-4 0,7-11 45,1-16 67,-3-5 68,-5-13 151,-21-7-191,-9 12 84,-16-9-11,-6 18-106,-2 1 123,-19 9-101,12 14-67,-14 9-45,18 4-17,-4 25 0,18-17-50,-2 32-168,15-11-840,8-9 0,3 1-73,8 15-930,3-17 0,4-4-1456,7-6 2735,19 6 0,-31-23 0,1-1 0</inkml:trace>
  <inkml:trace contextRef="#ctx0" brushRef="#br0" timeOffset="494381">2714 16868 24676,'1'-38'930,"-1"0"0,-2-17-930,-9 62 22,-5 23 1,0 14-29,1 5 9,4-3 0,1 4-765,4-11 1,0 1 677,-1 18 0,0 1 31,4-13 0,1-2 172,1-6 0,1-3-131,4 10 46,1-23 72,6-38-78,-5-4-11,1-11 0,-1-5 19,-1-1 1,-1-2-633,3-14 0,-1-3 590,0-5 1,1 1 13,-2 13 1,2 0 35,4-14 1,1 5-299,5-5 265,-5 22 1,1 3 914,5 1-920,-4 16 10,10 6 7,-2 11 1256,12 9-1291,-10 4 454,10 27-476,-20 0 23,-3 23-263,-18-31 1,-7 0 275,-5 2 1,-6-2-6,-8 0 1,-3-3-46,-1-4 0,-1-2-236,3-6 1,1-4-1051,-14-4-2844,25-20 4178,23-6 0,5 2 0,3 6 0</inkml:trace>
  <inkml:trace contextRef="#ctx0" brushRef="#br0" timeOffset="494605">3291 16728 21668,'-5'4'2952,"0"0"-2677,5-4-7,0 0-1119,30-3-1849,8-11 2700,-2 5 0,-1-2 0,5-5 0,-6 2 0</inkml:trace>
  <inkml:trace contextRef="#ctx0" brushRef="#br0" timeOffset="495091">3871 16489 24867,'-4'-45'194,"-1"1"0,1 3 1,7 6-106,24 11-61,6 5 17,4 5-45,6 5-22,4 5 10,3 9-32,0 8-24,-3 9-16,-8 5 11,-13 6 51,-15 1 22,-21 4 33,-16-2 12,-15 0 23,-8-5 66,1-5 51,7-7-11,13-8-34,15-6-107,7-3 113,10-2 33,7 0-56,13 1-56,16-1-39,13 3-14,-14-1 0,1 2-25,16 2 16,-16-1 1,-2 3-34,3 5-89,-3 10-96,-22 8-291,-31 8-908,-29 5-2003,9-20 0,-4-2 3415,-1-2 0,1-2 0,-15 5 0,21-13 0</inkml:trace>
  <inkml:trace contextRef="#ctx0" brushRef="#br0" timeOffset="495457">950 17718 20646,'-62'13'502,"1"1"1,7-3 0,11-1-358,26-3 482,51-3-369,6-3-885,-2-3 1,8-1-1,3 0 707,5-2 1,2-1-1,7-1-483,-12 1 0,6 0 0,4-1 0,0-1 0,-1 1 0,-3 1 413,-3-1 0,-3 1 0,-1 0 0,2 0 1,5-1-131,-2 0 0,5 0 1,3 0-1,0-1 0,0 1 1,-3 0-1,-3 0 124,5-1 1,-4 1-1,-2-1 1,1 1 0,3-1-215,-2 1 0,2-1 0,2 0 1,0-1-1,-1 1 0,0 0 217,-4-1 1,1 1-1,-1 0 1,0-1 0,0 1-1,-1-1-116,7-1 1,0 0 0,-1-1 0,-1 1 0,0-1 117,-4 1 0,-1 1 0,-1-1 0,0 0 0,-2 0-2,9-2 0,-2 0 0,-1 1 0,-1-1 38,-7 2 1,0 0 0,-1 1 0,-3 0-418,9-1 1,-3 0 0,-2 2-2937,13-1 0,-6 2 3308,-16 3 0,-4 1 0,3 2 0,-25 1 0</inkml:trace>
  <inkml:trace contextRef="#ctx0" brushRef="#br0" timeOffset="501713">6183 17499 19764,'-1'-42'1001,"-1"-1"0,1 5 0,-7 8-637,-20 21-140,-12 12-40,-13 15-353,21-1 1,0 3 199,-3 5 0,1 4-354,0 4 0,4 2 314,2 3 1,4 2-15,5 0 1,3 1-249,6-2 1,3-1 160,7-4 1,4-1-137,22 19-15,-2-33 1,5-4-130,9-4 1,3-6-645,7-6 0,3-6 233,4-3 1,0-6-564,-11 0 1,0-4 0,1-5-941,-2-6 1,1-6 0,-1-3 0,-4 4 2303,-1-1 0,-4 2 0,0-2 1051,6-11 0,-2-4 0,-11 8 1335,-15-10 1803,-11 13-936,-4 13-1270,0-4 58,0 8-752,1 7-1093,1 9 341,0 3-621,1 8 1122,-1 5-987,1 13-23,2 15-6,-2 17-11,0-21 1,-2 2-357,-2 3 0,-3 2 345,-3 4 0,-2 0-17,-4 4 1,-2-1 2,-1 0 0,-1-2 44,-2 0 1,1-4 87,-6 7 184,2-14-128,18-43-23,1-19 14,7-8 1,4-6-43,2-2 0,2-1-547,1-3 1,1 0 541,6-3 0,1 1 19,-2 12 0,-1 1 312,3-5 0,0 0-323,-1 5 0,-1 4-76,5-9-38,-5 14-24,-5 19 12,4 8 6,7 12 1044,10 15-1073,8 24 9,-20-17 0,1 2-397,-1 5 1,0 2 396,-3-1 0,0 1-6,-2-3 1,0-1-100,1 0 0,0-4 130,10 11 22,1-12 1,-13-23 100,0-23-50,2-18-48,-4 3 1,-1-3 236,2-7 0,0-3-223,2-17 0,-1-1-490,-5 18 1,-1 1 481,3-15 0,-2 2 20,-1 1-543,0-1 420,-5 27-287,-2 12-413,2 16-247,8 7-1653,12 11-7170,21 24 8653,-14-14 1,1 3 0,-26-25 0</inkml:trace>
  <inkml:trace contextRef="#ctx0" brushRef="#br0" timeOffset="502497">7720 17411 25147,'-39'-12'48,"0"-1"1,3 5-1,4 9-73,12 27 0,7 8-6,1-6 0,3 0-963,0 6 0,4-1 983,7 7-172,24 3 172,-6-28 11,29 3 11,-20-16 526,22-15-408,-6-19 90,-6-11-82,-21 14 1,-3-1 175,-5-21-27,-12 3-185,-5 11 55,-15 1-21,-7 8 892,-2 4-1049,0 6 460,14 12-516,7 7-449,5 20-392,4 6-1046,10 21-1547,13-1 1128,-2-24 1,3-3-716,21 13 243,-8-19 0,2-4 2581,-2-5 1,2-5 862,3-3 0,4-3 0,-4-1 532,-1 1 1,-2-3 869,15-10 0,-7-2-29,-20-2-536,10-21-422,-25 20 437,2-18-438,-17 15 90,-11-6-789,-8 12 158,-4 5-388,-12 19-23,-13 19-61,0 10 1567,22-9 1,3 3-1585,8-1 0,4 1-33,-8 30-23,13-4-35,17-7 30,16-13 38,15-15 68,11-17 6,-9-11 10,11-22 17,-27 4 1,-2-3-17,1-3 0,-2-1-378,1-12 1,-3-1 391,-5 1 0,-3 0 2,-2-3 0,-1 0 37,0 0 0,-1 2 39,-1 5 0,-2 2 165,0 7 1,-2 2 50,-1-10-130,-3 17-139,-2 14-90,0 7-89,-6 27 100,4-4-33,-8 41-84,9-28 0,1 2-62,0 12 0,1 4-398,0 4 1,3 2-809,5-13 0,3 1 0,0-4 324,0 3 1,3-3-2799,15 8 0,5-8 3865,13-10 0,-7-8 0,-14-13 0</inkml:trace>
  <inkml:trace contextRef="#ctx0" brushRef="#br0" timeOffset="502847">8870 17419 25068,'-40'-4'22,"0"0"1,-23 6-51,60 30-6,12 1 29,13-4-1,15-8 23,8-12 17,2-16 27,-7-12 102,-9-12 28,-11-9-96,-9 5 269,-12-22-73,-10 20 6,-11-10-96,-8 26-66,-8 15-51,-4 20-73,-3 15-203,23-8 1,1 5 168,2 2 1,3 2-3,3 2 0,3 1-37,2 0 0,5 2-252,6-2 1,4 0-897,5-1 0,7-2 1210,10 0 0,2-5 0,5 5 0,4-8 0</inkml:trace>
  <inkml:trace contextRef="#ctx0" brushRef="#br0" timeOffset="503332">9808 17279 23198,'36'-13'-1774,"0"1"0,6 1 0,2 2-346,11 5 1,2 3-2583,-4 3 0,-2 1 4702,-11 0 0,-4 2 0,5 3 0,-24-2 0</inkml:trace>
  <inkml:trace contextRef="#ctx0" brushRef="#br0" timeOffset="503471">10163 17459 18078,'-40'19'1439,"0"-1"1,0 1-1,-12 5 1,6-2-891,7-4-420,18-9-185,15-6 91,18-4-136,24-10-820,-2 1 0,5-2 921,20-7 0,1 1 0,-24 6 0,-2 1 0,3-1 0,0 1 0</inkml:trace>
  <inkml:trace contextRef="#ctx0" brushRef="#br0" timeOffset="504846">11692 17074 12006,'1'-4'5562,"0"0"-3287,-1 4-1782,-20-75-186,26 40-257,-14-9 1,7 1 112,42 8-119,-10 24 1,1 4-28,22-12-9,-15 17 1,-1 6-48,6 11-51,8 13 45,-15-1-42,-17 8 1,-9 5 102,-16 7-2,5-10 0,-5-1 106,-17-9 1,-4-5 8,-1-1 162,-2-4 0,1-3 220,2-7-136,-5-4-89,18-9-90,7-5-135,4 3 29,3-1-118,5 7 33,10-1 7,10 11-7,14 5-5,10 13-5,-5-3-46,-9-1 1,-1 2-129,7 12 44,-14-10 1,-4 2-68,-6 16 29,-29 0-80,-26 0-16,-5-11-725,-2-12 0,-3-4-1010,13-9 1,-1-2 2003,-18-1 0,3-2 0,3-4 0,10-8 0</inkml:trace>
  <inkml:trace contextRef="#ctx0" brushRef="#br0" timeOffset="505205">12153 16572 15468,'-56'-13'1079,"-1"-1"1,14 5 0,-1 2 0,-1 5-687,1 7 1,0 5 0,1 0-1806,-12 0 0,-2 3 1509,2 5 0,-3 5 1,7 0-56,10-2 0,3 5-33,2 2 1,-5 5 0,1 3 0,5 0-31,2 2 1,5 1-1,-1 4-252,-1 0 1,-1 5-1,2 0 1,4 0 232,3 8 1,5 0 0,4 0-10,3-2 1,4 1 0,5-1-27,4-3 0,5-1 1,4-2-14,4-3 0,5-3 0,1-3 46,9 7 0,7-6-16,12-10 0,9-5 1,1-5 47,-10-8 1,0-5 0,4-2-340,4 0 1,4-2-1,0-1 1,-3-2 366,-1-3 1,-3-2 0,4-4 67,-9-2 0,4-4 0,0-1 1,-1-2-1,-4 0-296,11-6 0,-5-2 1,2-2 303,-11 5 0,2-1 0,1-2 0,-3 0 0,-4-2 33,10-12 0,-5-2 1,-6-3-58,-7-1 1,-4-2 0,-5-2-83,-7-1 1,-5-3 0,-6 1-73,-6-2 0,-6 0 0,-5 1-135,-6 2 1,-4 0-1,-7 4-183,-5 4 1,-6 3 0,-4 5-2876,-4 5 0,-4 4 0,2 4 3160,-10-1 1,3 6-1,10 7 1,8 5 0,13 4-1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06:16.52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1949 2582 19171,'-35'-1'1394,"0"1"0,-3-4-1057,86-3-253,-8 3 0,4-2-573,12 0 1,4-1 499,-4 2 0,4-1 1,-3 1-475,4-1 1,1-1 432,-5 2 0,3-1 1,-4 0-92,-2 0 1,-2 1-271,-4 0 1,3-1 0,-4 2 218,-1-1 1,-2 1-2204,10 0 0,-6 0-235,-22 3 2610,1 3 0,-25 0 0,-5 2 0</inkml:trace>
  <inkml:trace contextRef="#ctx0" brushRef="#br0" timeOffset="192">2620 2516 23237,'-53'10'1271,"13"33"-1179,37-11 1,6 4-2001,-3 17 0,1 1 1916,-2-12 1,0 1-40,-1 15 1,-1 3-937,1-16 0,1 1 0,-1-2 443,0 12 1,0 0-2343,2-5 0,1 3 0,1-6 2716,1-9 1,0-5-1,2 16 1,-3-34-1</inkml:trace>
  <inkml:trace contextRef="#ctx0" brushRef="#br0" timeOffset="584">2972 2906 19098,'-5'-3'3221,"2"2"-1323,3 1-1797,25 30-68,10 7-33,-14-13 0,1 2-14,3 2 0,-2 1-75,1 18 49,-13-18 1,-2 2 34,-7 27 22,-18-9 117,-26-12-61,9-18 151,-17-15 78,24-20 57,2-12 106,18-22-308,18 4-79,18-7-271,1 22 199,17 2-1730,-17 18 0,1 2 1607,21-6-585,-4 8 0,0 1-927,10 4 976,-24 0 0,0 1-3665,22 4 4318,-18 3 0,-11-1 0,-9 1 0</inkml:trace>
  <inkml:trace contextRef="#ctx0" brushRef="#br0" timeOffset="925">3608 3079 15541,'10'-3'6604,"-2"1"-5002,-8 2 336,0 0-1910,-23-16-6,22 18-22,-15-13-50,46 28 16,-9-9-19,9 0 0,3-2-3,9-3 5,20-5 35,-19-7 16,-9-9 0,-14 1 33,-8-8 34,-19 0-11,-7 1 17,-13 1 6,-6 13-40,5 5 67,-8 8 6,1 11-56,-1 12-50,8-1-12,12 12-16,13-7-68,11 11-274,11 2-728,22 0-597,-14-21 0,2-3-3227,5 0 1,-1-3 3668,17 7 0,-15-11 1,-26-9-1</inkml:trace>
  <inkml:trace contextRef="#ctx0" brushRef="#br0" timeOffset="1267">4362 3041 24872,'-34'7'117,"1"-1"1,-17 2-95,79 11-6,7-10-12,15-2-5,4-7 11,-5-8 23,-8-7 28,-12-7 38,-14-3 13,-17 0 16,-16 3 33,-12 6 62,-11 7 34,-1 8-141,7 5 102,-4 10-23,2 18-123,5 7-34,4 18-73,20-2-3655,21 3 3157,7-13-1143,5-18 1,4-3 1107,20 5 0,-7-4 0,-15-14 0</inkml:trace>
  <inkml:trace contextRef="#ctx0" brushRef="#br0" timeOffset="2517">6263 2708 15126,'-7'0'5366,"2"0"-5052,5 0 223,0 0-346,51-25-141,-21 18 1,4 0-555,23-10 0,5-1 509,-4 7 1,0 1-395,-1-1 0,-1-1 330,-4 0 1,-1 0-124,-7 1 0,-1-1-210,-7 3 0,-3-1-476,12-6-902,-21 6-919,-29 3 1070,-22 5 566,-21 6 913,-10 4 414,-3 1 488,9 0 638,8-3 1641,12-2-891,10-1-105,5-2-902,6 2-455,4 0-99,3 4 190,0 14-578,2-3 51,1 25-140,3 3-76,1-11 1,0 2-410,1 7 0,1 2 317,1 6 0,-1 1-152,1 4 1,1 2-630,-1-11 1,1 1 0,-1-4-1104,2 4 1,0-2 1939,5 11 0,-1-9 0,-3-21 0,0-3 0</inkml:trace>
  <inkml:trace contextRef="#ctx0" brushRef="#br0" timeOffset="4084">7187 2975 19054,'-24'-43'655,"-1"1"0,2 5 1,8 9 955,15 23-1555,14 15-28,17 12-23,2 3 0,-8-5 1,1 3-17,17 19-82,-18-14 1,0 3 47,-4 0 0,-4 2 6,-4-1 0,-4 0 478,-6 25-428,-21-10-2209,-28-11 2248,9-19 196,-23-18-22,37-17 364,-2-14-521,19 4 56,18-9-67,12 6-50,20-6-32,-7 16 1,4 3 1149,-2 2 0,0 3-1174,1 0 0,0 2-118,0 1 0,-2 2-327,-6 2 1,0 0 130,7-1 0,3 0-395,6-1-1,1 0 264,-8 1 1,-1 1 310,-1 0 1,-2 0-186,23-7 359,-22 2 241,0-5 593,-15-5-493,-12 6 332,-13-4-2,-12 9 901,-13 0-1147,-13 5-128,-19 12-208,8 7 138,-4 13-211,27-2 6,5 11 1,10 10-18,5 1-39,13 7 0,14-18 23,4-12 11,16-8 5,-2-13 51,16-19 39,-11-9 106,-3-20 268,-22 10-139,-3-10 68,-10 11 156,0-11-235,-6 13-117,0 6-146,-2 17-23,2 5 28,2 11-38,0 8-24,4 24 7,1-7-18,2 2 1,2 1-23,1-3-45,1-1 1,1 1-124,9 3-33,7 3-73,4-12 235,-7-16 67,-1-9 39,-4-19 40,0-19 50,0-4 33,-1-11 23,-5 12-67,-5 10 73,3-2 67,-3 5-113,-1 2-27,-1 3-3426,-4 10 3348,-1 4 10,0 4 18,-1 2-6,-1-1-1,0 2 40,0 0-95,0-1 3342,-1 2-3415,0 4 56,0 0-51,0 6 51,1-5 28,0 0 11,0-3 34,0-2-62,-1-3 6,0 1 17,-1-2-1,2 3 7,-1 0-1,1-1-11,0 0 0,-1-1 0,0 1-6,0 0 1,0-1-1,0 1 17,0-1-5,1 2 5,-1-3 0,0 0 6,-2-3-6,-1-1 0,1 0 1,-1 0 32,1 2-4,1 1-24,1 1 12,0 1-33,1 2-6,6 8-1,2 6-4,9 14 21,3 8-10,2 9 5,1 5 11,1 2-17,-7-12 29,9 11-23,-12-24-6,6 7 12,-11-20 61,-4-7 39,0-16-89,2-8 5,2-17 6,3-11-11,3-7-11,3-2-240,5 3 200,2 5-67,1 13-179,1 8-341,4 12-729,2 7-1075,3 11-2572,-2 7 4997,-7 6 0,-11-5 0,-8-4 0</inkml:trace>
  <inkml:trace contextRef="#ctx0" brushRef="#br0" timeOffset="4983">9146 2959 25494,'-46'30'639,"16"-5"-443,52-21-62,9-7-27,7-8-29,2-10-56,-3-10 12,-5-8-23,-11-3 40,-10 2-1,-9 6-39,-9 11 28,-9 8-33,2 8 11,-11 9-6,7 6 17,-8 16-28,9-5 11,-3 17-16,11-6 5,1 12-40,5 3 24,11 5 10,8-2-39,13 0 28,9-8 12,4-10-1,-2-11 12,-4-11 27,-5-11-5,-3-12-39,-2-16 17,-4-12 16,-5-7 12,-4 1 22,-4 6-11,-2 6-6,1 6-17,2 3-16,5 4-12,14 3 12,-6 9 5,17 3 6,-9 9-34,7 6 11,-3 8 6,-5 10 6,-8 8 5,-6 6-11,-7 14 0,-5-17 0,-1 14 0,0-19 23,5 6-46,7-4 6,6-7 17,-1-9 17,18-6 22,-8-12-5,16-10-12,-7-15 6,-3-15-5,-4-9 22,-5-5-316,-7 2 327,-6 3 33,-6 6 23,-4 5 28,-4 1 28,-4 5-33,-1 4-18,-2 8-10,0 5 298,3 9-394,1 4-22,2 3 28,6 15-6,9 9-39,13 21 22,-9-17 1,2 1 10,3 2 1,1 1-288,1 2 0,-1 0 251,-2-1 0,-2 1-48,-4-1 1,-3 1-191,0 28-443,-23-3-66,-19-6-35,5-29 1,-3-2-894,-3-4 1,-2-3 1705,-2-3 0,1-3 0,-6-1 0,10-5 0</inkml:trace>
  <inkml:trace contextRef="#ctx0" brushRef="#br0" timeOffset="6075">10813 2921 10685,'3'-5'6391,"-1"0"-5100,12-26 0,1-5-149,-8 6-943,9-8 0,-4 2 338,-18 17-229,-4 12-100,-17 9-73,-3 16-6,-14 18-85,12 0-16,12-10 0,0 2-3,4 1 1,2 2-4,1-1 1,1 1-12,-4 25 50,22-4-21,1-31 88,16 12 85,-1-25 280,14-11-252,-3-15-23,4-17-100,-14 3 78,-1-16-23,-9 9 141,-1-15-213,-6 22 128,-2-1-150,-3 25-62,-1 0 16,0 26-22,0 5 7,0 23-1,3 3-17,1-6-17,8 12 17,15-4 11,-4-8 22,9-17 1,2-6-6,-1-9 0,28-2 45,-11-29-26,-4-11 1,1-8-563,-5 2 1,-2-2 514,-8 9 0,-1-2 0,-3-2-822,4-18 1,-8 1 824,-10 17 0,-1-1-7,0-3 0,0-6 0,-2 0-240,-2 0 0,-2-1 1,0 0 259,-1 1 1,0 0 0,-2 1 7,-1-2 1,-1 0-1,-4 4 15,-5 1 1,-4 6 44,-20-11-45,-9 23 770,-3 29-740,-1 29-64,22-3 1,3 6 229,0 11 1,3 6-233,6-10 1,2 2 0,2-1 9,-3 13 1,4 4-24,6-15 0,1 5 1,3 0-1,2-4-69,2-2 1,3-3 0,2 2-200,0 2 1,2 2 0,2 0-1,2-4-2403,7 2 0,3-3 1,0-4 2680,-2-5 0,0-3 0,-2-3 0,2 2 0,-2-6 0,3 1 0</inkml:trace>
  <inkml:trace contextRef="#ctx0" brushRef="#br0" timeOffset="6709">1747 4321 17613,'44'-2'46,"0"0"0,0 0 0,4 0 0,1 0 0,1 1 2,1 1 1,2 1-1,1 0-1198,-7-1 1,3 1 0,0-1 0,1 0 1203,7 0 1,1 0-1,2-1 1,0 1-292,-8-1 0,1 0 0,0 1 0,2-1 0,-1-1 349,5 1 0,0-1 0,1 0 0,0 0 0,1-1-93,-8 1 1,1 0 0,0-1-1,0 0 1,1 0 0,0-1 90,3 0 0,1 0 0,0 0 0,0-1 1,1 0-1,0 0-199,-5 1 1,0-1 0,1 0-1,0 0 1,0 0 0,1 0 0,0-1 132,-3 1 1,-1 0 0,1 0 0,0-1 0,1 1-1,0-1 1,0 1 0,1-1-38,3 0 0,-1 0 0,1 0 1,1 0-1,0 0 0,2 0 0,0 0 1,3 0 9,-8 1 1,2-1 0,2 1 0,1-1 0,1 1-1,0-1 1,-1 1 0,0 0 0,-1-1 0,-2 1 0,-3 0-16,6 0 1,-2 0 0,-3 0 0,-1 0 0,0 0-1,2 0 1,1 0 0,4 0 2,-10 1 0,3 0 0,2-1 0,1 1 0,2-1 1,-1 1-1,1 0 0,-1 0 0,-1-1 0,-1 2 0,-2-1 1,-2 0-6,9 1 0,-3-1 0,-2 1 0,-1 0 0,0 0 0,0 0 0,2 0 0,2 0 0,-4 0 1,1 0-1,1 0 1,1 0-1,1 0 1,0 0-1,0 0 1,-1 0 0,1 1-1,-2-1-9,-1 1 1,0-1-1,0 1 1,0 0 0,-1 0-1,1 0 1,-1 0 0,0 0-1,0 0 1,-1 0-37,5 0 1,0 0 0,0 0 0,-1 0 0,0 1 0,0-1 0,0 0 0,-1 1 0,0-1-108,4 1 1,0-1 0,0 0 0,-1 1 0,0 0-1,0-1 1,-1 1 0,0-1-550,-4 1 0,1 0 0,-1-1 0,0 1 0,0 0 1,-2-1-1,0 1 0,-2 0 701,9-1 0,-1 1 0,-1-1 0,-3 0 0,-1 1 0,-4-1 0,4 1 0,-3-1 0,-3 1 0,-6 0 0,8-1 0,-1 0 0</inkml:trace>
  <inkml:trace contextRef="#ctx0" brushRef="#br0" timeOffset="7342">12869 2847 13166,'9'-58'2184,"0"1"1,-2 5 0,-3 4-713,-12-8-474,-10 14-248,-10 10-296,-5 13-264,-2 9-117,2 16-23,6 12-16,5 14-40,9 8 29,6 4-1,13 1 12,8-4 61,8-7 39,4-11 85,-2-12 5,-3-18-79,-3-12-38,-4-12-18,-6-5-3313,-5-5 3269,-5 14 22,-6-2-22,-4 17-95,-9 2-6,5 5-202,-7 11-375,9 9-4138,-2 27 4771,8-5 0,3-2 0,5-19 0</inkml:trace>
  <inkml:trace contextRef="#ctx0" brushRef="#br0" timeOffset="7642">12829 3126 16527,'-5'0'3249,"1"0"-1525,4 0-1225,-28 38-140,40-20-85,-14 31 1,46-32 1337,16-14-1332,-31-11-61,3-17-12,-39-5-106,0 6 39,-15 0-100,-1 10-52,-2 3-167,-10 6-885,4 14 1064,-16 14 0,22-9 0,-1 6 0</inkml:trace>
  <inkml:trace contextRef="#ctx0" brushRef="#br0" timeOffset="8866">15103 2551 20593,'-6'-40'1619,"1"1"0,-5-9-1479,0 86-96,1 6-27,2-6 0,1 5-741,-1 12 1,1 2 423,-1 3 1,0 2-118,0-1 0,1 0-2860,3-15 0,0 0 0,1-6 1529,-1 16 0,1-17 1,1-6-1,1-21 1</inkml:trace>
  <inkml:trace contextRef="#ctx0" brushRef="#br0" timeOffset="9083">14752 2505 17535,'61'-11'-937,"0"0"1,0 0-1,-18 0 1,-2 1-1,1 4 937,9 7 0,2 5 0,-10 0 0,1-2 0,-3 1 0</inkml:trace>
  <inkml:trace contextRef="#ctx0" brushRef="#br0" timeOffset="9299">14693 3341 21006,'59'-16'-386,"-1"0"1,0 0-1,0 0 1,4-2-1,-2 1 1,-1 1-1746,3 1 1,0 1 0,-7 1 1500,-4 1 1,-4 1 0,9-2 0,-7 1 0,-12 3-1</inkml:trace>
  <inkml:trace contextRef="#ctx0" brushRef="#br0" timeOffset="9542">16052 2482 18140,'-2'-7'5685,"1"1"-5136,1 6 420,0 0-941,-30-27-17,20 53-22,-22 1-15,27 16 1,6 10-719,-3 3 0,0 2 520,0 2 0,2 0-325,1 1 1,2-2-889,4-2 0,4-1 1437,6-3 0,1-5 0,4 6 0,3-15 0</inkml:trace>
  <inkml:trace contextRef="#ctx0" brushRef="#br0" timeOffset="9726">15800 2985 22246,'-12'-43'158,"0"0"1,7 3 0,11 7-411,22 20 0,10 6-3256,6-1 0,2 1 2866,-7 2 1,2 2 641,4 1 0,5 0 0,-9 2 0,5-1 0,-6 1 0,1 0 0</inkml:trace>
  <inkml:trace contextRef="#ctx0" brushRef="#br0" timeOffset="10909">16595 2757 18649,'-5'0'3776,"2"0"-2135,3 0-1552,-45 9 35,50 0-29,-25 4-28,63-5 0,4-8 6,-2-9 39,-6-7 45,-12-7-12,-12-3-44,-15 0-6,-12 2-50,-5 8 95,-24 4-61,7 9 11,-17 8-57,13 10-5,4 23-22,14-9-28,7 24 16,15-15 12,10 13-18,12-2-346,13-2 352,9-4 17,5-7-11,-2-10 6,-7-10 16,-9-9-5,-7-13 11,-5-9 6,-2-13-1,-1-7 12,-2-6 342,4-1-303,5-2-6,6 4 51,17-2-67,-14 17 10,14 0-27,-22 18-11,4 5-6,-5 11 0,-4 10-39,-5 10 5,-4 9-28,-6 8-89,0 6-129,2 3-241,7-1-274,12-6-404,14-9-554,14-13 445,-23-18 0,2-3 341,3-5 1,-1-3 490,2-3 0,-2-2 400,1-4 1,-3-3 161,-2-1 1,-3-3 165,-3-1 0,-3-2 723,12-24 258,-12-1 26,-12 4-194,-12 3-158,-10 7-145,-9 6-292,-5 8 214,-2 7-560,1 7-80,2 11-27,2 8-17,2 12-5,2 11-7,4 5-10,6 4-23,6-2 17,8-3 11,7-9-11,7-10 56,4-10 28,4-16 56,15-18-95,-14 0 113,12-16 43,-21 12 96,-1-2-6,-9 7-89,-6 9-129,-7 7-34,-3 8-17,-3 6-11,2 10 17,4 7 0,12 3-28,11 1 0,16-4 17,14-5 0,10-8-1702,-18-10 0,0-4 1702,15-5 0,-18-2 0,-3-5-264,2-17 258,3-16 3,-25 17 0,-3-4-6,-2-4 1,-3-3 7,-2-2 1,-1-2 8,-2-1 1,-1 0 16,-1 5 0,-2 1 16,-2 5 1,0 3 109,-6-14 17,-2 18-78,3 14-79,2 9-23,0 26 6,3-2 6,-2 37-22,3 4 2,7-7 0,1 2-6,-2-15 1,2-1-20,7 18 0,3-1-172,-1-18 0,0-3 93,4 9 1,1 0-70,-1-4 0,0-1-141,-3-4 1,-1-2-1757,10 23 880,-12-25-4705,-6-13 5898,-12-25 0,3 3 0,-3-4 0</inkml:trace>
  <inkml:trace contextRef="#ctx0" brushRef="#br0" timeOffset="11243">18290 3018 17860,'-4'-5'6027,"1"1"-5299,3 4-712,66-60-38,-10 46-1261,-12-5 0,7-4 1,-5 9 1248,-7 12 1,-1 6-37,16 0 0,-1-1 1017,5 0-975,-20-2 0,-2-1 33,6-3 635,-2-8-523,-25-5 191,-6-11-185,-8 7 465,-14-12-38,1 16 2036,-5-4-2205,7 11-213,5 4-145,2 4-23,3 6 0,0 10-12,0 29-10,0-6-113,3 3 1,-1 1-73,2 0-300,0-3 1,2 1-1393,3 11-4581,4 5 6480,-1-15 0,-5-19 0,-3-12 0</inkml:trace>
  <inkml:trace contextRef="#ctx0" brushRef="#br0" timeOffset="11425">19185 2615 18565,'-5'-5'3955,"1"0"-3608,4 5-162,0 0-991,-37 7-1020,41 18-225,-29-1 2051,39 4 0,8-1 0,-8-8 0,7 9 0</inkml:trace>
  <inkml:trace contextRef="#ctx0" brushRef="#br0" timeOffset="12126">19669 2852 16465,'0'-3'5612,"1"0"-4021,-1 3-779,-78-23-543,35 30-191,-8-11 1,0 6 27,12 36-72,13-4 67,9 26-73,13-27-14,6-2 0,5 2-37,31 16 12,-16-24 0,3-3-188,1 0 1,1-4 237,26 1 67,-11-21-22,-5-13 12,-7-18-6,-19-16-40,-10 5 11,-5 12 1,-1 0 78,-11-18-5,-8-9 89,-10 8-95,4 21-96,3 9-22,7 17-83,7 18-124,3 7 145,2 18-936,16 9-805,11 3 327,-2-24 1,5-1-721,5-2 1,3-2 218,4-2 0,2-3 1055,3-4 0,0-4 1490,-1-3 1,-1-4 809,-4-7 1,-3-2 357,13-9 3097,-6-28-2754,-21 8-769,1-16-346,-10 13-258,-3 8-443,-2 11 186,-2 4-416,0 11 538,1 2-565,3 24 31,4 8-37,6 22-11,-1-10-31,-2-7 1,0 0 13,3 11 22,5 14 1,-7-26 44,-3-15 46,-2-11-35,4-17-10,6-11-12,11-14-34,11-8 12,7 0 17,2 4-6,0 9-17,-4 11-5,-4 9-1,-2 12-44,-2 10-6,-10 5-420,7 32-599,-14-3-1072,-5-10 0,0 2 2136,3 20 0,-6-21 0,-5-16 0</inkml:trace>
  <inkml:trace contextRef="#ctx0" brushRef="#br0" timeOffset="13559">22805 3245 14337,'6'-8'6222,"-2"2"-5500,8-27 1,-2-5 241,-9 10-600,9-13 0,-3 2 179,-16 25-263,3 6-173,1 5-62,2 2 5,-1 2 0,1 2 1,-1-1 100,1 0-84,2-1 460,0 0-516,1-4-11,0 2 23,0-3-12,-1 4-5,-1-3-12,0 0 23,-3-1-6,2 0 6,0 1-23,2 1 17,1 1-55,0-1 38,3 2-22,-3-1-50,3 1 61,-3 2 11,1 2 29,-1 1-12,1 1-11,-1-3 22,1-1 96,0-1-118,0-5 5,0 2-10,1-2-18,-1 3 57,0 1-34,1-2 6,0-1-1,-1-1 6,1 0 12,-2 0-40,1 2 11,-1 1 23,0-1-17,0 1 0,0-3 6,0 2-12,0 1-4061,0-1 4067,3 1 0,-2 1 0,3 0 0</inkml:trace>
  <inkml:trace contextRef="#ctx0" brushRef="#br0" timeOffset="14782">22611 3114 10528,'5'0'3937,"-2"0"2146,-3 0-5422,48-47-403,-38 35-60,15-15 1,-9 5 183,-36 21-119,-4 8 11,-14 8-33,-1 13-140,7-1 78,-9 16-106,22-16 0,2 1-34,1 2 0,2 2-132,1 4 0,5 1 172,19 21-51,7-15 33,12-16 1,7-5 69,-3-9 1,2-3-563,1 4 0,0-3 568,1-7 1,-3-6 69,5-12-129,-4-4 73,-3-18 17,-15-20-129,-10 24 1,-3-2 119,-2 1 0,-3-1-109,-6-9 1,-3 1-6,-10-11-34,8 22 1,-2 0 21,-22-10 982,9 25-1048,-10 1-35,8 22-22,2 11 18,6 5-180,-2 14-404,10 9-4,3 3-270,18 5-443,20-16-878,25-11 705,-19-18 0,3-3-343,5-4 0,1-4 822,3-3 0,-1-3 784,-1-3 0,-2-2 630,-3-3 1,-3-3 512,-5-1 0,-4-2 1469,14-23 51,-15 0-256,-12 5-355,-9 8-514,-3 9-521,-5 8-471,1 7 392,-3 10-627,-1 11 60,-2 15-38,0 13 0,3 11-27,2-8-4,4-10 1,0-2-14,2 2 8,1-1 0,1-1 25,0-5 258,1 3 207,-3-23-146,3-17-128,3-14 0,9-17-34,9-9 0,7-1 11,6 4-45,2 9-55,0 10-68,-1 11-28,-1 9-16,0 15-68,1 9-22,-11 6-864,9 26-1605,-20-6 2412,-6-8 0,-2 0 0,-3-1 0,-5-2 0</inkml:trace>
  <inkml:trace contextRef="#ctx0" brushRef="#br0" timeOffset="15232">25303 3097 18837,'11'-48'606,"-1"0"1,1 0 0,-1 0 0,2-9 0,-2 1 0,-2 7-210,-4 5 1,-4 6 95,-7-15 531,-6 25-1001,-2 21 297,-2 27-298,0 25-14,6-10 1,2 5-317,0 11 0,1 2 241,1 9 0,2 2-389,2-17 1,0 2 0,2 0 249,-1 2 1,2 1 0,0 1-223,2 0 1,0 1-1,1-1-375,0-1 0,1-1 1,0-1-382,1-4 0,0-1 1,1-2-1082,1 12 0,-1-5 2265,-2-11 0,-1-5 0,0 2 0,-4-18 0</inkml:trace>
  <inkml:trace contextRef="#ctx0" brushRef="#br0" timeOffset="15716">24972 3476 17434,'-27'-46'987,"-1"-1"1,3 6 0,10 4-943,24 6-151,22 9-186,31 8-1291,-18 10 1,4 2 1321,8 1 1,2 1 91,4 0 1,1 1 8,-4 0 0,-1 0 129,-8-1 1,-3 0 242,-8-3 0,-5-1-4,13-10 145,-22-11 123,-19-7 1415,-17-5-1180,-8 1 1076,-6 3-800,1 6 126,6 9-609,8 6-342,5 7-123,11 2-44,11 11 16,17 7-5,14 16-160,-20-10 1,0 1 128,0 4 0,-2 2 8,-3 0 0,-3 2-8,-5 0 0,-4 1 8,-3 24 39,-20-7 34,-13-14 40,-10-14 60,1-12 52,6-17-1,11-12 183,12-15-295,18-9 6,12 0-39,14 2-62,10 9-28,7 8-507,4 7 137,2 9-280,-3 4-610,-2 5-1238,-2 4-2459,-2 1 4985,-11 2 0,-16-3 0,-14-1 0</inkml:trace>
  <inkml:trace contextRef="#ctx0" brushRef="#br0" timeOffset="16450">26387 3123 23959,'-26'-17'51,"11"11"-46,29 32 7,9 1-7,14 3 18,-10-11 61,12-3 106,-17-12 73,3-9-50,-5-10-73,-6-11-28,-6-6 22,-4-2 18,-9 1-1,-4 5-5,-8 6-28,-3 6-57,-3 7-61,-1 5-17,0 10-5,2 8-6,3 11-34,6 9-66,5 5-86,11 5-86,7-13 1,3-2-99,8 13-240,2-10 0,2-1-1500,21 7 1160,-14-16 1,3-3-499,13-4 0,1-5 1106,-6-6 1,-1-4 366,-1-1 1,-2-4 200,-7-7 1,-4-4 624,7-18 392,-1-14 1037,-12-12-880,-14 13-789,-8 6 291,-11 12-286,-6 11-230,-3 1 234,-2 7-581,6 12-5,3 5-12,6 15 29,5 5-6,4 11 33,16 9-16,7-10 78,10-2-17,-10-21 162,5-6-61,-8-16-95,5-9-67,-2-14 11,-6-10 56,-6-2-11,-7-1 5,-7 5 39,-9 7 12,-11 7 106,-20 10-196,9 7 17,-17 11-40,19 7-10,-6 11-74,5 18 6,13 4-33,9 16-278,12-15-103,16 14-723,13-8-3734,7-7 1,2-2 3393,-18-16 1,0-3 0,11 6-1,-6-6 1,-19-16 0</inkml:trace>
  <inkml:trace contextRef="#ctx0" brushRef="#br0" timeOffset="16600">27568 3510 22487,'0'-3'4200,"0"0"-3673,0 3-1222,-31-46-9136,22 35 9807,-23-35 1,30 47-1,2 0 1</inkml:trace>
  <inkml:trace contextRef="#ctx0" brushRef="#br0" timeOffset="18374">2161 5904 17921,'2'-47'1278,"-1"1"1,1 0 0,-1-13-1,1 10-936,2 23 168,-1 9-264,-1 7-201,-1 2-6,1 15 45,-2 15 28,1 23-59,-4-11 0,-2 2-19,-1 8 0,-3 2-722,-2 6 0,-3 0 693,1 1 1,0 0-1,1-4 1,2-2-1,3-7 1,1-3 5,2 16 17,8-24 73,2-18 17,7-20-51,4-21-17,4-24-25,-11 18 1,0-1 316,-2-6 0,-1 0-317,-2-2 0,-1 0-14,-2 1 0,-1 1 3,-1 4 0,0 1 110,-3-22 33,-2 20-62,0 17-61,1 14-34,2 14 22,1 15 777,1 18-810,1 18-37,-1-22 0,1 0-278,-1 4 0,1 1-19,-1 0 1,0 1-614,1-2 1,0 0 957,1-1 0,0-3 0,1 4 0,1-10 0</inkml:trace>
  <inkml:trace contextRef="#ctx0" brushRef="#br0" timeOffset="18768">2403 5273 14101,'-3'-2'3915,"1"1"-1260,2 1-2263,-54 63-229,41-39-46,-17 15 1,8 0 39,32-17 16,6 0 18,11-8 112,24-23-225,-20-1 40,12-16 196,-29 0 5,-6-2-17,-9-9-22,-14 2 34,-12 5 5,-8 7-67,0 7-129,7 8-168,11 4-139,9 9-169,11 8-73,4 5-2789,14 16 3215,-1-8 0,-3-4 0,-5-9 0</inkml:trace>
  <inkml:trace contextRef="#ctx0" brushRef="#br0" timeOffset="19150">2953 5874 13357,'-9'3'3338,"-25"7"0,-5 0-2420,14-4-226,-17 4 0,0 1 389,15-4-678,3-1-167,8-1-130,12-3 168,3-1 79,28-5-258,6-4-89,-2 1 0,2-1-264,17-7 252,-20 5 1,1 0-135,12-4-5470,14-2 423,-22 7 4634,1 2 1,-26 6 0,-2 0 0</inkml:trace>
  <inkml:trace contextRef="#ctx0" brushRef="#br0" timeOffset="19633">4425 5938 19624,'14'-48'1587,"-1"-1"0,-2 6 0,-2 8-1077,-6 14-354,-2 11-116,-3 13-18,-3 16-5,-6 19-17,-2 1-6,3-8 1,-1 3-113,-2 8 0,1 1-785,0 4 0,1 1-444,0 7 0,6 0 1347,10-8 0,2-5 0,0 6 0,11-13 0</inkml:trace>
  <inkml:trace contextRef="#ctx0" brushRef="#br0" timeOffset="20008">4676 5548 20740,'-43'-27'192,"0"1"1,6 3-1,7 13 612,16 40-753,8 0 44,4 32-56,10-18-22,-2-12 0,3-2 231,9 6-75,27-3-72,-23-21 286,23-5-141,-24-23 336,3-14-358,-6-12-6,-8-7-22,-11 0-16,-11 5-46,-8 9-61,-7 10-62,1 11-168,0 10 28,12 8-419,2 14-1076,17 10-6011,9 15 7635,4-1 0,-2-14 0,-7-12 0</inkml:trace>
  <inkml:trace contextRef="#ctx0" brushRef="#br0" timeOffset="20808">5054 5926 21651,'-33'-47'819,"-7"23"-522,9 58-199,9-9 0,0 2-673,0 5 0,1 2 620,2 2 0,3 1-31,3 0 0,4-1-17,4-2 0,5-1 391,17 20-320,19-15 38,19-16-123,-22-16 0,1-3 93,1-5 0,0-4 30,-1-2 0,-2-4 14,-4-4 1,-2-4 148,14-25-23,-17-9-50,-15-2-50,-19-1-56,-11 2-29,-14 5-33,-6 9-33,-3 11-115,0 12 48,4 11 420,4 16-1328,10 10-4786,11 15 5766,13 0 0,4-11 0,3-9 0</inkml:trace>
  <inkml:trace contextRef="#ctx0" brushRef="#br0" timeOffset="21234">5701 5714 5739,'-4'6'0,"1"0"0</inkml:trace>
  <inkml:trace contextRef="#ctx0" brushRef="#br0" timeOffset="23253">4881 6034 14824,'-4'-54'1981,"1"1"0,-1 0 0,-1 10-1186,1 29-543,0-1-107,2 11-44,2 8 186,-1 21-91,0 12 0,-1 25-90,0-11-22,0-15 0,0 0-31,0-3 0,-1-1-304,-1 9 0,0 1 284,-1-2 1,0-1 41,-2 2 1,0-3-14,-3 9 66,-1 1 136,7-32 346,1-3 163,3-15-712,3-7 35,11-29-56,-3 12 16,15-32 0,-5 9 148,-1 6 1,2-2-180,-1 5 0,2 1-550,6-9 0,1 3 528,-8 17 0,0 2 8,6-2 0,3 2 11,0 7 1,-1 2-6,21-10-105,-14 16 1,-1 7 109,2 15-16,7 4 5,-7 24-17,-22-9 1,-1 0-113,8 21 115,-10-13 0,-4 3 6,-5-7 0,-2 0 8,3 21-14,-4-20 0,-1-2 1068,0 0-1020,-3 4 311,1-15-127,-2-10-94,2-15-124,-1-4 386,-5-25-403,0-4-5,-6-25-272,8 28 1,-1 0 268,-2-3 0,-1 0-3,-5-21 3,3 24 0,-1 3-3,-14-10 11,-12-2-11,11 26 1,-3 4-12,-25-2 22,0 10-39,4 15-22,0 18 62,9-3-316,7 5 1,1 4 309,13-8 0,2 1 8,-5 4 0,0 3-5,2 2 0,3 2-12,3 0 0,2 0 20,0 0 0,2 0-3,2 2 1,4-2 24,6 13-16,11-12 490,1-16-485,19-6 12,-6-13 5,10-9 653,-5-12-670,-2-14 0,-7 2-3,-7-1 1,-1-2 36,0-21-332,-3 11 0,0-2 281,-3 4 1,0 1 13,1 1 0,0-1 9,6-3 0,0 3-11,7-12 5,-2 20 0,3 4-11,14-1-178,13-2 178,4 10 12,-12 9 16,18 13-79,-21 13 46,15 14 7,-30-4 1,-3 3-3,6 13 0,-10-7 0,-3 0 0,-3 2-5,-1 24 10,-4-8 18,-3-2-23,-4-6-28,-1-22 112,0-9 78,1-9-78,-1-7 524,-2-8-597,-6-10 194,-2-11-199,0 3 5,-4-30-5,6 12-193,4 12 0,0 1 181,-5-19 23,-2 9-11,-3 8 16,-4 7-22,-6 9-11,-6 6-6,-7 7 12,-7 6-18,-4 12-5,10 1-23,11 5 1,1 4 67,-11 16-326,11-7 0,0 1 306,6-1 0,1 1 3,-1 2 0,1 0-6,1 0 1,1-1 5,1-3 0,2 0 224,-8 22-235,12-9-12,13-10 12,14-9-17,3-9-700,31-7-2420,0-12 3148,14-3 0,-26-1 0,-15 1 0</inkml:trace>
  <inkml:trace contextRef="#ctx0" brushRef="#br0" timeOffset="24174">6346 5916 14241,'7'-43'1604,"0"0"1,0 1 0,4-17 0,-7 13-474,-12 28-901,0 9 219,-19 4-130,0 20-162,-6 6 30,5 10 1,1 6-127,9-5 1,1 1-537,-7 17 0,2 3 497,10-5 1,5-1-12,6 2 0,4-1 0,5-3 1,5-2-128,5-3 1,4-4 126,4-5 0,3-4 25,2-6 1,3-4-9,0-4 0,1-5 17,-1-3 0,-1-4 111,28-13-4,-9-15-1,-13-17-431,-16-15 352,-17 25 1,-6-2-17,-5-3 0,-5 0-11,-4-3 0,-3 0-6,-3-1 0,-2 1-25,-1 1 0,1 2 11,2 4 1,1 2 58,-11-18 655,7 20-745,8 16 445,5 9-573,5 15-219,1 9-672,6 16-2167,7 11 3192,12 10 0,-7-24 0,2-2 0</inkml:trace>
  <inkml:trace contextRef="#ctx0" brushRef="#br0" timeOffset="24937">6874 5762 23394,'6'60'47,"-1"-26"1,3 0-54,11 5 1,1 2-824,-1 2 1,-3 0 822,-3 0 1,-2 0 13,-3-5 0,-3-1 608,-7 21-369,-10-21 425,-10-18-224,-2-19-95,2-17-73,8-18-111,10-16-108,14-10 156,2 29 1,2 1-249,6 2 0,3 1-67,5 3 0,3 2-118,2 4 0,2 4-140,1 2 1,1 4-188,0 2 0,-2 3-340,-1 3 1,-1 3-2341,27 8-1767,-4 9-2028,-1 4 6598,2 0 420,-26-14 0,0-2 0,1-1 0,0-3 3399,28-7 1362,-11-6-1176,-12-9-1042,-14-4-869,-11-6-665,-8-1-292,-10-2 287,-8 3-601,-9 7-48,-10 9-226,-10 15-62,-7 17-28,-2 16-36,27-12 0,3 4-219,1 1 0,4 3 216,2 0 0,4 1-3,2 0 0,4 0 3,11 24-5,16-13 5,20-16 0,14-18 0,-23-14 0,0-4 14,1-6-1,-1-4-235,-1-5 1,-2-5 246,-4-3 1,-3-3-369,-4-4 1,-3-1 384,-5-3 0,-3-2 11,-2-3 0,-3 0 20,0-2 1,-2 0 40,1 1 1,0 2 28,1 5 0,-1 3 242,3-22-138,-2 22-130,-3 20-105,-1 11 421,-1 17-428,-1 16-22,-2 19-8,3-13 0,1 3-157,0 6 1,0 2 10,2 7 0,2 1-370,1 5 1,2 2-1079,4 3 1,4-1 1618,-1-17 0,2 0 0,-1-5 0,-2-1 0,0-4 0,18 20 0</inkml:trace>
  <inkml:trace contextRef="#ctx0" brushRef="#br0" timeOffset="25521">8460 5995 21024,'-4'-42'1294,"-1"0"0,2 3 0,-4 9-981,-8 16-195,3 7-107,5 7 12,5 9-7,10 6-21,7 7 33,12 0-51,19-4 30,-13-9 9,16-4 7,-21-13 16,-1-7 6,-14-19-23,-19 0-11,-6-1 51,-18 4 28,3 11 10,-7 2 1,1 8 11,2 12-28,4 10-33,2 11-7,7 8-32,7 8-18,8 7-5,12 8-241,8 7 232,-5-27 1,3 0-301,3 2 1,3 0 291,3-2 0,5-2 14,3-3 0,4-4 11,11-6 0,2-5 3,-9-5 0,0-4 8,-2-3 1,-3-3 13,14-11 23,-22-9-28,1-12 28,-10-11-6,-10 12 0,-2-2-22,3-15 2,-1 13 1,1 1 53,8-11 33,10-7-1500,-7 25 1,1 3 1466,8-6 459,17-1-425,-17 23-1,16 1-95,-14 10-11,8 13 17,-6 23-28,-7-4-12,-8-5 1,-1 3-179,4 17-634,-5-9 0,0 1-2649,-2-5 0,-1-1 3320,0 2 1,0-4-1,0 1 1,-7-17-1</inkml:trace>
  <inkml:trace contextRef="#ctx0" brushRef="#br0" timeOffset="26311">10904 5750 12578,'-8'0'7746,"1"0"-7068,7 0 195,0 0-637,-28-29-135,56 15-95,-2-24-15,18 28 1,11 5-340,3-3 0,1 0 273,-16 3 0,-1 0 0,1 0-436,0 0 0,0 1 0,-1-1-18,17 0 0,-3 0-440,-9 1 0,-3 0-3058,16 0 4027,-29 1 0,-18 3 0,-11 0 0</inkml:trace>
  <inkml:trace contextRef="#ctx0" brushRef="#br0" timeOffset="26504">11299 5637 23164,'11'49'91,"-1"1"1,0 1 0,-1-1-140,-2-5 0,-1-2-484,-1-6 1,1 1 170,1 11 0,2 2-2485,7-2 1,3-1 2845,-3-4 0,0-3 0,0-4 0,0-7 0,-1-8 0</inkml:trace>
  <inkml:trace contextRef="#ctx0" brushRef="#br0" timeOffset="27274">11905 5977 20901,'-6'-9'1745,"-10"-23"0,1-5-900,6 13-663,-6-11 1,2 3-88,13 22-45,11 13-38,11 12-12,15 17 19,-14-10 1,0 3-299,2 5 1,-1 2 261,0 4 1,-2 2-10,-2 2 1,-2 1-23,-3 0 1,-4-1 10,-2-1 1,-3-1-57,-4 25 98,-14-17 23,-12-18 11,-12-16 45,-4-20 0,6-15 508,13-15-542,18-8-33,17-1-28,17 0 18,-10 25 0,6 1-170,13-3 1,3 3 61,-12 6 0,1 2-396,18-4 0,2 2 175,-15 6 0,-1 2-523,10-2 1,2 0 365,-3 2 0,1 0-14,3-1 0,-3 1 353,14-2 185,1-3 40,-44 3 55,-4 2 219,-18-6 151,-11 2 506,-9-4-400,-3 3 752,-4 4-948,-2 5 264,-2 10-567,-2 10-94,9 3-6,-3 25-6,18-7-22,-1 18-6,19-8-6,13-6 23,14-8-16,14-13-12,6-12 39,1-18 34,-4-13 83,-9-17 86,-13-10 49,-13-5 62,-14 1 22,-8 7-28,-5 10-44,-1 10-91,5 11-105,4 8-62,3 5-6,3 10-17,6 8 6,6 15 17,9 11-20,-5-11 0,1 1-8,8 13 8,-6-12 1,-1 0-15,3 5-157,11 11-16,-11-21-941,9 1-3760,-1-19 4891,5-1 0,-10-5 0,-8-4 0</inkml:trace>
  <inkml:trace contextRef="#ctx0" brushRef="#br0" timeOffset="27980">13220 6062 18936,'6'-51'1797,"0"0"1,-1 7 0,-1 9-1596,-1 23-23,1 9-62,3 7-49,7 12-29,7 18-17,5 17-25,-11-19 1,1 1 4,0 3 1,1 0 8,5 6 1,1-1-237,8 13 225,-11-23 0,1-3 90,0-4 106,-3-6-72,-7-11 10,-9-21-66,-1-14-40,-1-19-12,2-14-19,2 20 1,1 1-26,4-17-56,1 22 0,3 2-208,11 2-901,11 2-1277,5 14-7361,11 16 8970,-19 3 0,-3 3 0,-24-4 0</inkml:trace>
  <inkml:trace contextRef="#ctx0" brushRef="#br0" timeOffset="28829">14020 6117 15580,'0'7'4352,"0"-2"762,0-5-5069,24-19-6,14 1-17,4-9-5,9 3 22,-27 5 0,-2-7 1,-10-3 49,-16-4-21,-8 8-29,-5 4 112,-24 10-78,16 9-28,-15 4-23,22 5 1,5 6 22,2 8-17,2 9-6,2 15-11,3 9-14,8-18 1,2 1-12,2-6 0,2 1-346,5 3 0,4-2 349,11 6-11,16-3-93,-7-17 138,12-3-1,-2-11 51,9-21-62,-19 1 28,9-21 0,-24 3 6,0-12 0,-16 14 0,-3-1 5,1-23-16,-7 2 39,0 6 22,7 7-56,5 5 0,9 7-11,3 19-11,-3 7 5,8 12 1,4 16-12,-6-3 3,-8 4 0,-2 2-3,-4 14-6,-3-11 1,-1 1 677,0 11-672,5 7-11,1-16 123,16 9-111,-2-17 16,9-6-6,-13-14 12,11-11 33,7-17-22,3-8-258,-18 4 0,-2-3 232,-6-1 1,-2-1 2,8-22 0,-13 19 1,-1-1 112,0-25 49,-3 1 7,-10 2-3284,-5 22 3161,-1 13 38,-1 4-11,5 10-95,0 2 322,2 5-299,3 8-23,8 10 0,1 3 2,6 7 1,2 1-8,3 6-18,6 12 1,2 3 1334,-11-18 0,0 1-1318,7 12 1,0 2-23,-7-12 0,-3-2-33,4 27-135,-24 2 39,-6-22-548,-22 6-1278,7-29-285,2-3 2268,5-17 0,14 1 0,1-5 0</inkml:trace>
  <inkml:trace contextRef="#ctx0" brushRef="#br0" timeOffset="29463">16007 5966 19025,'1'-4'4380,"0"1"-3624,-1 3-179,-69-29-224,23 27-430,-5-8 1,0 4 206,-6 28-80,11 10-27,13 3-6,16 5-12,9-9 18,22 17-57,8-18 28,22 9 1,6-20 22,3-9 27,-3-12 18,-9-10 187,-10-12-8,-8-7 62,-10-4-40,-5 3-67,-4 5 39,-3 7 177,-1 10-384,0 5-5,-3 9-12,0 10 0,-1 12 0,2 12 23,6 9-34,9 1-6,14 1 17,15-6-17,-14-23 1,2-3-282,5-2 1,1-5 294,2-1 1,1-5-9,0-6 0,1-4 8,-1-4 1,-1-4-4,-1-6 1,-2-5 19,-1-5 0,-4-5-14,-2-7 1,-4-3-24,-2-7 1,-4-4-535,-1-5 0,-3-1 557,-5 19 0,-1 0 1,-1 1 10,2-20 0,-2 2 23,-1 6 0,-3 2-112,-5 8 0,-2 3 137,-2 8 0,-3 3 75,-16-13-83,-2 17-34,1 16 479,3 19-484,1 19-6,-1 30 32,10-15 0,2 5-53,2-8 0,1 2 0,0 2-485,0 7 0,0 3 0,1 0 397,1 6 1,2 1-1,1 1-107,2-15 0,1 1 1,2 0-1,1 0-587,4 14 0,1 1 0,3-1 509,1-13 0,1 0 0,1-2 0,-2-4 0,4 9 1,0-5-1,0-5 0,0 0 0</inkml:trace>
  <inkml:trace contextRef="#ctx0" brushRef="#br0" timeOffset="30337">1957 7761 7918,'0'-6'4915,"4"-26"0,1-3-3649,-3 15-253,3-17 1,-1 4-751,-4 26-128,0-1-68,0 8 118,0 10-12,1 13-3453,0 38 3286,-2-11-65,-1 5 0,-1 0-206,-2-1-93,1-4 0,0 2-572,2-19 0,1-1-2859,8 10 0,2 0 3789,6 13 0,4-16 0,-8-28 0</inkml:trace>
  <inkml:trace contextRef="#ctx0" brushRef="#br0" timeOffset="30544">2438 7871 19944,'6'-42'1049,"0"0"0,0 1 0,-4 14-797,-3 25-173,-3 9-1,-4 23-33,-1 14-51,-2 7-47,4-19 0,0 2-504,-1 3 0,0 0-626,-5 25 1183,7-12 0,1-4 0,3-20 0,2 16 0</inkml:trace>
  <inkml:trace contextRef="#ctx0" brushRef="#br0" timeOffset="30895">2563 7295 11150,'-3'-4'3248,"0"1"1059,3 3-3925,-40 49-225,30-29-1961,-10 13 0,5-1 2134,19-19 1476,14 4-1425,-1-22-101,6-8-39,-7-11-2302,-5-7 2151,-5 7 2408,-14-9-2464,0 19-62,-18-7-140,5 19-348,-12 9-33,10 5-4699,-7 22 5248,13-13 0,1 4 0,10-16 0</inkml:trace>
  <inkml:trace contextRef="#ctx0" brushRef="#br0" timeOffset="31245">1925 7197 13827,'-6'0'2308,"1"0"-152,5 0-1725,-63 51-167,47-23-144,-15 6 1,7 1 86,38-6 6,11-5 134,1-9 163,-4-8-1,-5-7-151,-8-9-106,-5-6-5,-9-6 62,-6-2-13,-6 2-116,-1 4-124,6 6-230,2 6 90,7 5-376,6 11-1825,14 9 2285,23 14 0,-17-14 0,7 0 0</inkml:trace>
  <inkml:trace contextRef="#ctx0" brushRef="#br0" timeOffset="31555">3013 7919 21430,'-41'6'283,"1"1"1,3-2 0,10-1 836,22-3-1042,5-1 421,7 2-370,7-2 151,12 2-246,11-6-46,7-2-262,4-5-585,2-1-8972,-6-1 9281,-13 4 0,-13 3 0,-13 4 0</inkml:trace>
  <inkml:trace contextRef="#ctx0" brushRef="#br0" timeOffset="32503">4542 7891 17356,'-4'-59'1620,"-1"0"1,3 5 0,-4 13-994,-1 31-397,2 7-96,-2 13-5,-1 18-68,-3 28-53,4-19 1,0 4-476,-1 6 0,0 2 416,0 4 1,-1 2-701,0 3 0,-1 0 437,1 3 1,1 0-315,0-1 1,0-2 145,2-13 1,0-1-1861,1 5 1,1-3 2183,0-2 0,0 0 0,2-32 0</inkml:trace>
  <inkml:trace contextRef="#ctx0" brushRef="#br0" timeOffset="32786">4455 7928 13049,'-6'-43'1642,"0"0"1,0 0-1,-1-17 1,2 5-1162,6 21 1,1 3-197,6-15 191,30-3-296,4 27-363,-9 7 1,2 5 249,28 13-17,-5 21-45,-34-3 1,-5 6 0,-4 7 0,-5 3-1,-9 4 1,-5 0-205,-6 3 1,-5-2 265,-7-2 1,-3-3 22,-2-3 0,-3-4-9,1-5 0,0-4 6,-23 9-42,12-15-230,15-11-656,16-15-1643,18-13 2484,21-17 0,-11 17 0,4 0 0</inkml:trace>
  <inkml:trace contextRef="#ctx0" brushRef="#br0" timeOffset="33204">5063 7741 24105,'46'-33'-11,"-1"21"2,-25 34 1,-3 10-15,0 2 1,-1 2-313,-4 3 0,-2 2 315,-2-1 0,-4 0 17,-4-3 1,-3-2 30,-10 22 260,-9-18-114,-2-17 322,-2-19-395,9-11 72,-1-19-78,16-16-83,4 6-52,21-20-133,14 20-16,-10 14 0,4 1-52,4 1 1,3 3-113,1 2 0,1 3-230,-1 2 0,0 2-484,-4 4 1,-1 1-2569,23 0-3327,-11 7 6962,-15 2 0,-12-1 0,-11-1 0</inkml:trace>
  <inkml:trace contextRef="#ctx0" brushRef="#br0" timeOffset="33537">5734 7845 23646,'-53'31'257,"16"-2"-173,50-9 40,11-5-29,11-6 6,8-8 5,1-10 62,-3-9 84,-8-11-17,-11-4-5,-10-4 0,-12 1-23,-9 5-39,-7 9-33,-9 10 10,-5 7-33,-4 13-28,0 9-28,-1 27-56,13-10 0,11-4 0,3 1-67,5 16-135,12 12-86,-1-28 0,4-1-525,6-1 1,3 0-2078,3-1 1,3-1 2889,-1-3 0,-1-3 0,9 6 0,-14-14 0</inkml:trace>
  <inkml:trace contextRef="#ctx0" brushRef="#br0" timeOffset="34270">6496 7828 16969,'8'-52'1930,"0"0"1,-2 8 0,-3 7-1623,-11 13 140,-5 11-235,3 10-107,-7 5-5,-6 18-28,-7 21-57,11-9 1,1 4-562,-1 7 0,0 4 548,2 5 0,1 1-9,3 2 0,3 0-413,6 7 0,5-2 413,6-13 1,5-4-173,5 2 1,5-6 222,18-3 56,19-14 44,-8-21 6,-4-17 1,0-6-91,8-6-168,-14-8 1,-6-3 168,-15 1-9,-7 3 0,-3-4 230,-5 6 1,-3-3-245,-1-21 1,-4-3-4,-4 9 0,-3 1-535,-5-7 0,-3 3 515,3 22 1,-4 4 11,-7 0 1,-3 4-99,-25 0 67,20 12 1,-2 3-72,-3 8 1,1 6-117,-15 16-336,9 24 55,29-3-62,15-8 1,5 1-1782,5-3 1,3 0 2313,2 4 0,0-1 0,10 9 0,-9-20 0</inkml:trace>
  <inkml:trace contextRef="#ctx0" brushRef="#br0" timeOffset="34629">7089 7967 17148,'-3'-9'3048,"1"2"-564,-14-54-1426,7 34-744,0-7 0,0 3-387,4 19 256,9 20-177,2 3 759,13 24-771,-5-7 1,1 3 5,0 2 0,-2 3-349,3 8 0,-4 2 290,-5-6 0,-3-2 14,-3 22 34,-12 1 129,-14-27 22,-1-7-67,0-16 84,9-34-123,11 4 33,4-29 0,26-5-129,11 1-42,-7 21 1,5 4-191,-1 7 0,2 3-215,21-6-379,-19 14 1,0 2-2959,1 4 1,-1 1 3845,-2 1 0,-3 0 0,22 1 0,-35 2 0</inkml:trace>
  <inkml:trace contextRef="#ctx0" brushRef="#br0" timeOffset="35680">8023 8073 14908,'2'-4'8811,"0"2"-8313,-2 2 157,-2-62-313,-14 39-295,11-12 1,-5 3 98,-43 21-107,7 16-28,12 1 1,-1 3-12,6 5 0,2 3 0,-21 24 11,15-4-11,8 11-28,15 2 17,9 0-12,15-1 7,20-21-7,13-12 23,-4-9 31,-6-14 0,1-4-9,15-15-332,-15 4 1,-1-4 343,-10 0 0,-4-2-4,-1-4 1,-4-1 3,6-23-155,-11 7 1,-2-3 156,-5 13 0,0 0 23,2-15 0,-1-1 50,-3 15 0,-1 3 177,1-21-152,-5 23 85,-2 12-90,-1 15-163,-1 5 34,-3 18 628,1 17-651,0 22-5,2 0-64,10-4 0,3 4-412,0-14 0,1 1 207,7 19 0,2 1-269,-1-11 0,0-2-350,1-2 1,1-2-583,-1-4 0,0-2 56,-2-6 0,0-2-961,14 9 734,-4-19 941,-1-25 924,0-17 717,2-20 621,3-11-262,-15 24 1,0-1-201,1 0 1,0 1 1083,10-23-60,-6 12-965,-9 12-454,-8 11-313,-6 8-229,-3 5-101,-1 4-23,1 4 403,1 0-403,6 7 23,6-5 33,11 2 0,7-8 12,7-6 38,-2-6-5,-6-6-39,-7-5-6,-9-3-16,-5-3-6,-7 4-23,-4 4-5,-3 8-12,-5 8 12,-5 11 22,-7 8-11,-8 13-16,0 7-7,2 4-10,10 3 5,10 4-28,10 1 5,15 2 12,13-3-6,19-1 20,-15-23 0,1-3-283,6 0 1,2-3 267,1-2 1,2-3-34,7-2 1,-1-2 21,14 0 23,-25-6 0,-4-3 0,-5-7 23,0-11 22,-10-11-6,-5-7 0,-1-7 17,2 0 11,1 3-11,4 3-17,3 4 6,7 6 520,4 5-537,6 7-11,3 8-17,0 9 11,-3 12-22,-5 12-6,-3 14-22,-6 9-17,-8-6-317,-7-8 1,-2 2-2250,2 13 2622,-3-10 0,-1-1 0,-1-4 0,0-5 0</inkml:trace>
  <inkml:trace contextRef="#ctx0" brushRef="#br0" timeOffset="36370">11327 7913 15126,'-4'0'5954,"1"0"-5332,3 0-426,92-47-2067,-51 34 0,5-1 1835,9-6 1,8-3 0,-2 3-102,-10 8 1,-1 3 0,1 0-316,0 1 1,0 0 0,-1 1-259,-3 0 0,-1 1 1,-1 0-1348,12 0 0,-3 2 2057,-14 1 0,-5 1 0,3 0 0,-23 2 0</inkml:trace>
  <inkml:trace contextRef="#ctx0" brushRef="#br0" timeOffset="36587">11993 7786 10931,'-3'1'8184,"0"0"-4415,3-1-3746,-29-3 66,17 23-66,-23 11-21,28-1 1,5 4-439,-1 5 0,0 1 405,0 4 0,2 1-39,2 2 0,2 1-126,0 1 0,2 0-303,3-2 1,0 1-872,3-3 1,1-1 1369,2 1 0,1-4 0,1 4 0,-1-9 0</inkml:trace>
  <inkml:trace contextRef="#ctx0" brushRef="#br0" timeOffset="37303">12290 8121 22867,'-14'-42'687,"-1"-1"0,1 5 0,6 10-670,10 25 5,10 10 6,14 10-50,16 14 19,-17-11 0,0 3-221,1 2 0,-2 2 199,-4 2 0,-2 2 5,-5 1 0,-4 0-85,-4 1 0,-4 0 105,-14 27-5,-12-10 61,-12-15 101,0-16 95,5-16-22,10-15-118,11-16-101,18-14-5,16-8-6,-3 23 0,4 1-37,4 1 1,3 2-37,3 1 0,3 2-155,0 3 1,0 3-42,2 1 1,0 2-136,-2 2 1,1 1-160,-1 2 1,0 0-260,-1 2 0,-1 0-102,0 1 0,0 0 58,-2 0 1,-1 0-115,29-5 812,-10-3 678,-10-3 733,-15-3 225,-13-1-376,-13 0 363,-13 1-671,-11 2 226,-9 5-573,-7 4-157,-8 12-236,15 3 12,-10 19 6,18 5-17,-3 14-28,8 7-23,9 0 12,12-4-1,14-9-10,10-12 38,9-11 51,2-13 73,8-23-56,-16 1 173,9-23 73,-19 6-11,2-9 29,-8 2 44,-4 7-34,-4 10-140,-1 9-229,-3 9-6,0 21-84,-1 19-34,0 2-498,4 24-1137,2-14-5125,4 16 6878,1-9 0,-4-19 0,-2-16 0</inkml:trace>
  <inkml:trace contextRef="#ctx0" brushRef="#br0" timeOffset="38342">13608 8303 11889,'-3'-8'6122,"1"3"-4954,-7-26 0,-1-6 523,4 4-1377,-4-6 0,1 1 750,8 15-941,1 15-168,0 4 51,4 16 16,9 15-16,1 4-29,15 22 6,-13-20 1,1 0 13,0 2 0,-1-1-101,3 5 0,-1-1 109,6 14 23,-5-15 157,-7-15 173,-5-14-139,-4-20-169,0-16-5,-1-21 5,0-14-25,-1 28 1,1-1-448,1 0 0,1 1 410,6-19-60,3 22 1,3 2-494,15 0-539,20-5 264,-12 24-1538,-8 12 1,1 4-7454,9 10 8698,5 3 1,-25-4 0,-16-10 0</inkml:trace>
  <inkml:trace contextRef="#ctx0" brushRef="#br0" timeOffset="39757">14364 8295 14717,'0'-3'5507,"0"1"-1626,0 2-3847,14-50-18,-3 38 7,15-38-6,-2 50 39,9-4-6,-11 1 23,1-2 151,-10-9-118,-6-2-44,1-13 5,-9 2 34,-4 0 5,-5 7-33,-3 7-45,-5 7-11,-5 11 22,-8 10-11,-5 13-22,1 11-6,3 9-304,10 2 293,9 0 5,11-1 6,14-4-29,12-6 57,16-5-17,14-13-301,8-10 295,-29-11 1,0-4 8,-1-2 0,-2-3 59,25-18-14,-28 3 0,-4-2-53,7-11 60,-14 7 1,-3-2 6,0-9 139,-1-6 12,-4 11 277,-3 15-361,-3 10-100,-1 8-96,-1 2 285,3 7-223,1 1-6,-1 1 11,0-2-11,-3-4 683,0-2-666,-2-1-6,1-1 6,-3-1 6,2 1-35,-1-1 1,-1-2 22,0-1-11,0-1 12,-1 1-18,-2 0 12,1-1-6,-2 1 11,-1-1 0,3 2-11,0 1 6,5 3-6,-1 0-96,1 0 24,0 2 60,-1 4 12,0 4-5,1 4 5,5 3 0,7-1 22,13-1-11,12-5-11,10-4 17,5-6-28,0-6 22,-8-4 62,-9-4 0,-11-3-6,-8-1 28,-5 1 45,-6 3 17,-2 4-62,-1 5-22,-1 4-118,0 1 45,0 12-17,0 8 12,0 18 5,0 11-17,-1 9-489,-2 6 506,2-31 0,0-1 11,1 30-130,8-8 113,7-10 6,9-13 0,15-13 11,-9-12 1,23-17-12,-5-13-78,-18 5 1,0-2 80,1-5 0,-2-2 2,-3-3 1,-2-1-50,-3-3 1,-3-1 57,-3 2 0,-2-1 5,-4 2 1,-2 2 19,-1-26-5,-10 10 5,-5 9 39,-4 10-5,2 10 620,5 10-699,3 6 175,2 2-203,0 7 34,1 9-28,2 13 12,2 13-1,3 10 11,3 6-344,7 4 353,-6-31 0,2-1 11,2 0 0,2-2-20,2 0 1,1-1-34,19 19-34,-3-3-106,-12-3-113,-10-3-615,-25 8 359,-3-16-1021,-31 10-1025,2-21-5337,-11-4 7931,11-14 0,19-2 0,14-3 0</inkml:trace>
  <inkml:trace contextRef="#ctx0" brushRef="#br0" timeOffset="40392">16411 8076 22604,'-51'-3'500,"-1"0"0,10-2 1,5 6-171,-4 31-66,13 0-113,-5 11 6,6 9-73,13-14-23,8-4 79,14-13-10,8-11 43,12-2-16,10-12-45,20-17-62,-17 0 23,-12 3 0,-2-2 78,-2-12 23,2-9 100,-13 5 85,-7 8-309,-4 14 0,-6 7-27,-3 13-12,-5 7-5,0 12 5,3 13 56,10 20-39,12-5-247,5-1 242,22-7-46,10-13 37,-5-13 0,4-3-20,-16-5 1,2-2-349,18-2 1,0-6 364,-20-6 0,0-4-11,7-3 0,0-5 22,-3-5 1,-3-7-9,1-14 0,-5-5 2,-5 0 1,-3-1-9,-2-1 1,-4-2 13,-3-5 1,-4 0-551,-5 8 1,-1-1 544,0-9 0,-4-2 55,-9 0 1,-5 3-11,1 15 0,-2 5-37,-2 5 0,-1 6 65,-12 1-62,13 20-17,-2 25-11,10 3-26,4 9 1,2 8 3,1 20 0,2 3-536,-1-13 0,-1 4 524,0 4 1,-1 6-1,0-3-46,-2-15 0,1-2 0,-1 3-290,0 4 0,0 5 1,0 0-1,1-2-920,-1 8 0,1-2 0,1 0 1006,1 3 1,1-1 0,0-8 0,1-8 0,2-8 0,2 5 0</inkml:trace>
  <inkml:trace contextRef="#ctx0" brushRef="#br0" timeOffset="41172">1861 9625 16493,'6'-46'1249,"0"1"0,0 1 0,-2 9 401,-2 21-1454,-2 4 55,0 6-268,0 15 288,-3 37-260,0-18 0,-2 4-39,-1 15 0,-1 3-835,-2-1 0,0-1 661,2-9 1,1 0-967,-1 8 0,4 1 613,8-10 1,1-2 0,-3 18 0,10-13 0</inkml:trace>
  <inkml:trace contextRef="#ctx0" brushRef="#br0" timeOffset="41405">2500 9621 23965,'-18'-25'28,"-3"23"-31,9 30 0,2 10-36,-10 19-98,8-22 0,2 1-835,4-2 0,2-1-1718,3-1 1,3 0-2957,6 24 4768,15-27 0,-13-19 0,1-3 0</inkml:trace>
  <inkml:trace contextRef="#ctx0" brushRef="#br0" timeOffset="41645">2872 9420 23926,'-14'55'196,"-1"5"-191,6-24 1,0 1-282,0 1 0,-1-1-32,0 1 0,0-1-382,-4 20 690,7-18 0,3-4 0,1-10 0,0 14 0</inkml:trace>
  <inkml:trace contextRef="#ctx0" brushRef="#br0" timeOffset="42013">2884 9146 22302,'-29'-13'39,"-1"1"0,-19 1-56,35 52 17,6-4 0,4-7-5,7-11 122,0-7 287,2-7 27,2-9-252,3-9-117,6-11 33,3-8-11,-1-1-34,-6 3-72,-7 6-359,-6 9-689,-6 7-1848,-6 9 2918,-5 10 0,7-5 0,0 5 0</inkml:trace>
  <inkml:trace contextRef="#ctx0" brushRef="#br0" timeOffset="42353">2351 9269 20615,'-5'56'504,"2"-12"79,10-38 151,0-5-314,3-9-241,1-7-27,1-9 27,-2-6 39,-5 2-11,-4 3-50,-4 8-106,-3 5-141,-2 8-145,-4 8-835,-8 19 117,6-4-4020,-3 22 4973,13-17 0,2-3 0,2-10 0</inkml:trace>
  <inkml:trace contextRef="#ctx0" brushRef="#br0" timeOffset="42713">1965 9054 19692,'-47'22'675,"1"-1"1,6-1 0,9 2-542,21 13 40,19-2 34,14-3-29,15-8-28,9-8-5,2-7 89,-4-10 146,-12-5-79,-15-8-168,-13-6-38,-17-5-29,-10-3-17,-9 2-27,-2 4-57,7 8-224,9 6-324,9 10-1093,10 12 1675,15 14 0,-9-9 0,9 2 0</inkml:trace>
  <inkml:trace contextRef="#ctx0" brushRef="#br0" timeOffset="43003">3327 9732 18880,'-6'2'4267,"1"0"-2967,5-2-1289,-51 14 129,51-7-107,-39 9-5,90-13-61,-19-3-130,2-1 1,3-1-1025,20-3-1729,-21 2 0,2-1 2916,24-3 0,-31 3 0,-21 3 0</inkml:trace>
  <inkml:trace contextRef="#ctx0" brushRef="#br0" timeOffset="43496">4748 9781 19104,'0'-11'1848,"-4"-23"0,-1-4-1260,2 15-157,-3-15 1,1 2-40,2 25-443,0 8 34,2 9 62,1 41-45,0 8-9,0-9 1,-1 3-553,-3-1 0,-1 0 435,-1 5 0,-2 1-202,-4 0 1,-1 0-390,1-1 1,-1-3 133,3-11 0,0-3-1145,2 1 0,0-4-8103,0 5 4796,3-10 4761,4-16 1,2-13-1,1-2 1</inkml:trace>
  <inkml:trace contextRef="#ctx0" brushRef="#br0" timeOffset="43771">4658 10146 10903,'-4'-44'2046,"0"0"0,0 0 0,-1-19 0,0 2-1327,1 11 1,1 2-1060,0 0 1,1 0 717,1 0 1,0 1-158,2 1 0,2 0-98,2 4 0,2 1-39,5 4 1,3 2-77,4 3 0,5 4-5,4 3 0,3 4-3,5 4 0,2 3 195,-8 4 0,2 5-209,15 7 0,-2 10-20,-14 10 1,-3 5-286,3-4 1,-4 3 312,-8 7 0,-10 3 6,-16 7 0,-12 0 17,-9 1 0,-6 0-65,5 1 1,-4-1 64,-15-3 0,-2-6 8,18-18 0,1-2 142,-6 1 1,0-1-112,-20 1-140,19-10-600,19-11-675,19-7-6644,25-7 8003,9 0 0,-5 7 0,-9 5 0</inkml:trace>
  <inkml:trace contextRef="#ctx0" brushRef="#br0" timeOffset="44128">5605 9510 23366,'-30'31'5,"-1"0"1,5-2 0,7-1 10,12 11 1,16-6 22,6-10 258,15-9-146,-9-8 163,9-13 156,-9-16-307,-5 1 156,0-20-190,-14 18 219,-5-29-259,-1 26 107,-13-24-101,7 31-111,-5-2-259,9 15-173,3 6-286,4 11-823,6 8-1714,6 14 3271,8 9 0,-9-18 0,-1-1 0</inkml:trace>
  <inkml:trace contextRef="#ctx0" brushRef="#br0" timeOffset="44587">6184 9508 21604,'-26'-43'405,"0"0"1,3 4-1,4 11 878,9 21-1333,5 5 455,4 11-382,3 13 213,5 17-247,6 11 0,7 8 5,3-2 727,1-1-732,-2-5-17,-6-7-68,-7-2-161,-14-3-281,-14-2-531,-15-8-1150,-11-10-1315,-3-12 134,1-17 1232,8-14 1177,12-18 1137,14-14 540,10 24 0,4-1 540,3-2 1,1 1 86,2 1 1,0 1 832,11-24-550,-2 13-408,-4 12-449,-4 13-554,-3 10-163,-3 10 45,-1 12-22,-4 16-90,-4 17-101,1-15 1,-2 1-348,-1 4 0,-1 0-1525,-1 2 1,1 1 2017,1 4 0,1-3 0,-2 4 0,5-5 0</inkml:trace>
  <inkml:trace contextRef="#ctx0" brushRef="#br0" timeOffset="44937">6446 9777 17580,'1'-4'5691,"-1"1"-3804,0 3-1405,26-91-1379,-14 54 938,0-1 0,3-8 1,-2 5 103,11-17-75,-9 20 0,1-2-25,-2-1 0,0-1 27,-1 2 1,-2 1 42,-3 5 0,-2 2 356,1-16-297,-11 18-101,-1 15-62,-4 9-22,-2 14 27,-4 16 18,-3 18-26,7-12 1,2 2 230,1 5 0,1 3-273,3 16 1,2-1-506,1-15 0,3 0 486,4 17 0,3-2-65,2-19 1,3-3-147,4 8 1,2 1-352,0-5 1,2-1-1327,4 2 0,0-3-546,9 10 2487,8 1 0,-32-36 0,4 1 0</inkml:trace>
  <inkml:trace contextRef="#ctx0" brushRef="#br0" timeOffset="45088">6445 9640 18688,'-5'-4'4521,"2"0"-3911,-9-56-470,24 30-157,-6-10 1,7 2-326,23 18 1,7 8-277,-12 1 1,1 2-1932,21-1 1,0 4 1757,7 2 0,-11 2 0,-22 1 0</inkml:trace>
  <inkml:trace contextRef="#ctx0" brushRef="#br0" timeOffset="45794">7364 9576 14680,'21'-53'2188,"1"0"0,-4 6 0,-4 7-1605,-8 14 733,-5 9-974,-8 11-119,-3 7-201,-12 14-5,-5 20 0,1 6-302,8-5 0,1 2 293,3-3 1,2 3 5,-6 17 0,3 3-14,5-11 0,2-1-435,4 5 0,4-5 424,8 7-17,19-6 34,32-22 27,-17-9 12,-4-15 0,-1-8 72,3-20-33,-17 5 0,0-3 0,8-18 6,-16 13 0,-3-4 10,-4-7 1,-3-3-79,0-3 1,-1-2-332,-4-10 0,-2-1 370,-2 11 1,-3 3 262,2 10 0,-4 1-209,-7-3 0,-4 3-42,-13 0-59,8 14 0,-2 2-53,-17 5 1004,7 11-1101,14 6-300,9 15-477,12 13-1003,11-1 1,4 3 1915,4 2 0,1-1 0,12 18 0,-3-17 0</inkml:trace>
  <inkml:trace contextRef="#ctx0" brushRef="#br0" timeOffset="46162">7938 9506 23629,'5'-19'90,"27"35"-79,4 28-11,-10-11 0,-2 2-23,-9-4 1,-3 1-9,-5-1 0,-2 0 15,-4 18 32,-16 3 164,-13-19 172,-3-8 158,-3-13-96,13-23-251,8-4 89,6-18-112,11-12-162,11-3-48,-2 18 0,5 2-298,5 6 0,3 2 91,5 0 0,2 3-143,4 1 0,1 2-154,2 3 0,0 3 167,-9 1 1,1 3-1815,11 4 1,-1 3-4815,14 10 6779,-20-5 1,-3 0 0,-1 5 0,-15-5 0</inkml:trace>
  <inkml:trace contextRef="#ctx0" brushRef="#br0" timeOffset="47221">8841 9672 24144,'-19'-41'198,"-1"-1"0,-1 6 0,-2 11-81,-23 37-27,-9 10-17,0 9-45,6 3-34,12 0 23,14-7-23,5 14-22,12-10 17,4 14 0,13-12-6,12-6 0,14-7 34,13-10 11,9-14-14,-28-2 0,1-4-802,-1-5 1,-1-1 809,15-15-261,-16 1 0,-3-3 373,4-22-61,-10 11 1,-2-3 4,-6 2 0,-3-2-22,0-3 0,-1 0 31,-1-2 0,-1 1 53,-1 4 0,-1 1 14,-1 6 0,-1 2 165,0-20-84,-3 21-145,0 18-140,0 12 1478,-1 9-1456,1 15 17,1 20-45,2 25-228,0-20 1,0 2 151,0 8 1,0 0 27,0-8 0,-1 2-281,1-2 1,1 3-1,0-3-310,3-1 1,2-1-478,5 14 1,4-2-78,2-21 1,4-5-308,2-7 1,1-4-1716,26 2 1019,-7-17 1977,-10-14 2778,-10-13 102,-9-10 1037,-6-6-1054,-7-1-558,-1 1-484,-3 8-600,-2 8-403,-1 10-307,-2 8-191,3 4-129,2 2 11,1 1-34,1 3 118,7 2 12,8 4 5,10-1 6,9-3-6,3-4 5,2-9 46,-3-6 33,-7-9 0,-8-5-56,-9 4 0,-5 0 397,-47-11-464,12 59 0,-2 8 5,-27-30 14,26 42 1,11 8-9,16-13-3397,6 20 3385,4-19-32,13 13 16,6-22 16,12 3 1,4-9 45,1-11-17,-1-8-12,0-13 1,-9-2-1087,-4-9 0,0-8 1212,-2-13 1,-2-4-82,2 9 1,0-1 1115,-2-11 0,-2 4-1155,4 10 17,3 6-5,-4 10-7,13 5-55,-11 12 3413,10 10-3346,-11 13-12,-4 15-4,-6 7-35,-7 6-277,-6-20 1,-2 0-401,1 13-3876,2 15 4576,-1-30 0,1-5 0,-2-12 0</inkml:trace>
  <inkml:trace contextRef="#ctx0" brushRef="#br0" timeOffset="47855">11797 9647 14426,'-5'0'5064,"1"0"-1939,4 0-3113,48-53-953,-10 33 942,-5-2 1,7-4 0,-1 5-33,11 7 1,3 5-105,-2-2 1,4 1-1,-3 0-153,-8 3 1,-2-1-1,-1 2-559,3 0 1,0 0 0,-5 1-1132,-4 1 1,-4 2-1013,7-1 2990,-23 5 0,-12-1 0,-4 1 0</inkml:trace>
  <inkml:trace contextRef="#ctx0" brushRef="#br0" timeOffset="48062">12337 9469 11166,'-5'0'8828,"2"0"-5350,3 0-3511,-13-10 89,10 28 11,-13 10-56,12 5 0,2 4-8,-1-6 0,-2 3-23,-3 24 1,0 1-12,3-28 0,1 2-126,-2 14 0,1 6 1,3-3-943,4-6 1,3-1-569,3 19 1,3-2-157,-1-23 0,3-4 1823,4 0 0,-1-5 0,-3-6 0,0-3 0</inkml:trace>
  <inkml:trace contextRef="#ctx0" brushRef="#br0" timeOffset="48844">12678 9805 19944,'0'-8'4071,"0"2"-3768,0 6-62,0 0-213,11-30-6,9 45-16,14-13-6,-14 22 0,-2 9 0,11 15-6,-13-9 0,-3 0-5,-5 3-20,-6 12 1,-5 0 46,-7-14 1,1-5 0,-4-3 78,-12-14 152,-3-8 77,-7-13 103,2-24-220,14-10-84,7-15-78,22 8-68,11 4-38,17 5-82,-4 18 0,3 2-67,0 3 0,0 1-258,1 1 1,2 2 2,1 2 0,-2 1-240,8 1-1203,0 1 1,3 1-210,-16 1-1,0 0-472,15 0 0,0-1 764,-9 1 0,-2-2 1549,-2 0 0,-2-1 937,17-4 4482,0-10-862,-31 3-1189,2-7-1231,-24 3-656,-9-1-728,-3 4 465,-13-5-45,3 11-734,-14-2-106,2 17-45,-3 10 12,4 14-29,3 10-5,9 8 22,6 3-28,8 1-50,8-4 50,5-14-28,12-1 73,9-17 23,-2-3 122,22-23-72,-15-11 129,14-20 83,-11-5 51,-8-5 102,-7 1 27,-5 5-6,-7 10-157,-3 12-201,-3 12-129,0 7-84,0 7 50,0 8 40,2 12-62,3 15-67,5 13-129,4 7 73,-2-10-331,-2-11 0,2 0-733,7 12 383,-4-15 0,3-2-2114,18 4 2974,9-15 0,-19-12 0,-3-8 0</inkml:trace>
  <inkml:trace contextRef="#ctx0" brushRef="#br0" timeOffset="49179">14064 9911 15832,'0'-8'7198,"0"2"-6538,-2-23 1,0-5 213,-2 11-712,1-12 1,-1 3 420,-2 22-482,3 7-225,0 0 24,2 11 111,2 12 11,4 18 6,4 16-48,-2-23 1,1 1-185,0 1 0,1-1 204,9 28-82,2-7 60,-1-13 33,-4-11 73,-4-14 101,-4-8-56,-2-15 315,1-11-388,2-15 51,4-11-68,3-4-56,7 0-100,7 6-34,-3 12-1099,25 4-1046,-10 16-1228,-9 5 0,0 2 3524,15 6 0,-17-1 0,-14 2 0</inkml:trace>
  <inkml:trace contextRef="#ctx0" brushRef="#br0" timeOffset="50030">14732 10030 17759,'-3'0'5596,"1"0"-2729,2 0-2822,-15-10-28,22 4 0,-3-9 0,29 5-6,-3 1-11,11-6-6,-16 1 17,7-10 1,-14-3 16,-8-1-17,-5 0 17,-7 5-23,-8 5 12,-14 8-17,5 5-22,-13 5 11,11 6 11,-2 5-6,4 9 12,7-1-34,0 21 22,8-8 12,0 19-1,10-7-16,6 0-51,8-2-50,6-4 51,2-7 27,-3-8 57,-4-11 55,-4-10-11,1-11-5,2-11-3387,7-20 3342,-8 8-6,10-17-33,-6 19 33,6-4 11,-1 8-16,-6 10-23,-4 8 17,-6 6 3409,1 2-3404,-1 2-10,2 3-1,0 4-33,0 1 45,1 2 44,-2 0-28,-3 1-22,-2-2 0,-4 0 12,-1-1-7,-2-2 1,0-2 5,-1-2-22,0 0 11,0-2 11,1-2 6,1 1 39,-1-1-79,1 0-1674,2 0 213,2 2 1484,14 2 0,-12-2 0,6 0 0</inkml:trace>
  <inkml:trace contextRef="#ctx0" brushRef="#br0" timeOffset="51086">14846 10125 23399,'-33'-25'448,"11"9"-319,28 26-73,4 1 112,4 7 118,1-1-79,1 0 56,1-2 96,-3-8-168,-2-5 122,8-3-94,1-6 44,14-11-90,-5-2 7,1-9-96,-14 9 16,-3-8-55,-5 5-17,-1-6 28,-2-3 0,-3 6-22,1-3 22,-3 9 0,0 3-34,0 6 51,-1 3 61,0 5-100,0 1-342,-1 2 336,1 4-17,3 1-11,0 2 6,11 0-12,2-4 6,12-1 6,-5-1 11,11-1-12,-1-3 18,13-1-7,10-5 1,-14 1 34,-3-1 5,-24 3 117,-7 1-111,-7 0 11,0-1 16,-1 0 40,0 0-45,0 4-140,0 1 28,-1 7 39,-1 6-11,-1 5 0,0 21-33,1-5-7,-1 8-184,2 4-795,8 5 353,1-7-2213,18 12 2879,8-25 0,-12-8 0,1-8 0</inkml:trace>
  <inkml:trace contextRef="#ctx0" brushRef="#br0" timeOffset="52563">16021 9921 13247,'21'-42'1015,"0"0"1,-1 3 0,-9 8 1738,-15 17-2536,-8 4 1156,-4 6-1302,-10 6 731,-3 7-764,-4 14 2775,12-4-2786,2 15-11,16-8 11,7 11-11,9 1-6,12 3-11,-4-16 0,1-2 0,10 9 17,14 12-17,-20-19-67,1 9-17,-9-5-96,-12-1-167,-16-4-230,-16-2-874,-17-7-2184,-12-6 3635,-6-15 0,26 4 0,6-7 0</inkml:trace>
  <inkml:trace contextRef="#ctx0" brushRef="#br0" timeOffset="52762">16087 9822 23948,'-10'3'179,"-24"35"-204,6-5 0,-3 7-836,5-2 1,-1 3 0,2-3 638,3-1 1,3-1-129,-3 7 0,3 0-1006,9-11 1,3 0 747,3 3 0,1-1 0,-3 15 0,7-10 0</inkml:trace>
  <inkml:trace contextRef="#ctx0" brushRef="#br0" timeOffset="53396">16753 9998 21461,'-5'-41'763,"1"-1"1,1 4 0,-4 11-685,-13 22 38,-7 15 6,-18 20-123,11-3 3,8-4 0,2 3 8,-5 19-16,7-8-29,8 17 40,21-30 10,3 4 40,15-15 168,11-12-128,-5-3 161,24-24-50,-22-3 57,10-15 16,-18 5-101,-10 12 415,-8 4-516,-8 16-122,-4 5 49,-9 14-5,-1 3-11,-9 14-17,9 0 34,-2 16-6,10-6 11,8 3-22,5-19 22,13 1 45,21-9-17,-8-11 0,2-2-16,27-3-669,-17-8 1,-3-3 673,3-7-1448,1-8 1,-1-3 1458,-1-6-3,-3-1 1,-1-7-402,-9-4 1,-4-3 386,2-3 1,-2-4-12,-8 12 0,0-3 0,-3 1 2,-5 5 0,-1 1 1,-2 1 30,1-21 1,-3 3-17,-3 13 0,-4 2 92,-5-8 1,-5 4 97,-8 2-83,-7-7-90,11 38-40,7 14-5,-10 40 14,8 7 0,0 8-428,2-9 1,0 2 0,0 2 398,1 0 0,0 2 0,2-2-15,1-4 0,1-1 1,0 2-17,1 12 1,1 3 0,0-1-865,2-9 1,0-1 0,1 1-940,-1 9 1,1 2-1,1-3 1849,2-11 0,0-3 0,0-7 0,2 9 0,1-2 0</inkml:trace>
  <inkml:trace contextRef="#ctx0" brushRef="#br0" timeOffset="70512">4174 6714 11341,'-48'-2'1563,"0"1"0,-1 0 0,6 0-343,9 0-96,-8 0-809,17 1-249,8 0-37,12 0-101,5 0-84,-1 0 308,5 6-87,0-2 193,11 9 29,7-4-70,19 1-55,20-4-264,-20-4 0,6-2 143,1-2 1,4-1-1,1-1-1132,-1 1 1,1 0-1,0-1 1104,1 0 1,0-1-1,1 0-6,0 1 1,1-1-1,2 1-546,-2 0 1,4 0 0,-1 0 0,-4 1 541,-4 0 1,-3 0 0,2 0-383,1 0 1,5-1-1,-3 1 1,-11 1 326,15-1 79,-24 2 0,1 0-41,27-1 1488,-13 0-1281,-14 2 2229,-33 0-2441,-5 0 3411,-26 0-3414,-21 3-4,12-2 1,-5 1-284,0 1 0,-5 0 1,1 0 304,1 0 0,1 0 1,-1 0 3,0 0 0,0 1 0,0-1 7,0 1 0,-1 1 1,2-1 6,-10 3 0,-3 0-3,4 1 0,-5 1 1,4 0-10,-2 1 1,1 0-9,9 0 1,-3 1-1,4 0-2,-8 5 0,5 0 13,7-4 1,1 0 2,-8 5 1,4 0-4,2 0-33,2-1-33,21-4 139,26-7-33,11-5 191,19-5 0,8-4 1,-2 0 1,1-1-205,10-2 1,3 0 101,-12 2 0,2 0 1,-1 1-648,15-2 1,1 0 623,-11 2 0,3 0 0,0 0-43,-2 0 1,0 1-1,0 1-228,-3 0 1,0 0 0,0 1-3119,3 0 0,0 1 0,-4 0 2749,-1 1 0,-3 0 0,-2 1 0,-8 1 0,-21 2 0</inkml:trace>
  <inkml:trace contextRef="#ctx0" brushRef="#br0" timeOffset="71629">4315 8656 8343,'-43'1'1161,"1"-1"1,3 0-1,7 2-264,10 2-141,3 1-252,-4 2-314,9-2-184,5 1 22,5-1 358,3 2 804,8 1 87,11-2-363,20-1-218,24-10-384,-18 0 1,2 0-752,10-4 1,2-1 601,-15 2 0,1 1 0,1-1-15,2 0 1,0 0 0,1 0-32,0-1 0,0 0 0,1 0-42,-2 0 0,1 0 0,0-1-68,-2 1 0,0-1 1,0 1-30,-2-1 1,1 1 0,-2 0-40,19-4 1,-2 1-14,-6 1 1,-1 1 4,-3 0 0,-4 1-93,10-2 36,-8 1 335,-37 8-82,-15 2-202,-25 6 83,-2 0 0,-2 1-8,0-1 0,-3 2-539,-14 2 0,-7 2 0,1 0 539,11-3 0,1 0 1,-3 0 9,-1 1 0,-4 1 1,-1-1-1,3 1 12,-6 0 0,3 0 1,0-1 1,4 0 1,1-1 0,2 1 29,-15 2 0,3 0 251,10-3 0,3 1-290,9-2 0,1 0 16,-18 4-14,17-2-154,14-4-59,12-4 2037,20-1-1701,20-5-83,31-7-40,-15 2 1,4-1-149,-9 1 0,1 0 1,2-1 134,4 0 0,2 0 0,0 0-429,2-1 0,1 0 0,-1 1 506,-1-1 1,-1 1 0,0-1 62,-3 2 0,0-1 0,-2 1-76,16-3 1,-2 1-562,-7 2 0,-3 2-2308,-7 2 0,-3 1 2920,18 0 1,-27 3-1,-16 1 1</inkml:trace>
  <inkml:trace contextRef="#ctx0" brushRef="#br0" timeOffset="72921">4181 10741 9688,'-61'12'1069,"0"1"1,6-1 0,12-3-269,28-7-392,7 0-6,5-1 191,16-3-22,17-5-52,26-6-327,-18 4 1,4 0-831,8-2 1,4 0 755,-14 2 1,3 0-1,0 0-20,4-1 0,1 1 0,1-1-42,3 0 1,1 0 0,0-1-616,2 1 1,1-1 0,0 0 645,2 0 1,0 1-1,0-1-19,1 0 1,0 0 0,0-1-8,1 1 0,0 0 1,-1 0-5,0 0 1,0 0-1,0 0 6,-3 0 1,0 1-1,-2-1 7,-3 2 1,-1-1 0,-1 1-240,-6 1 0,-1 0 1,-2 1 177,12-2 0,-4 1-364,-6 2 0,-4 0 157,5 0 1131,-14 3-823,-25 3 1862,-8 0-1856,-12 1 12,-38 5 213,8-1-71,-1 1 1,-4 1-118,7-2 0,-2 1-32,6-1 1,-2 0 0,-3 1-33,-10 1 1,-4 0 0,1 1-397,6-1 1,1 0-1,-1 1 324,-9 0 0,-2 1 0,5 0 6,-1 0 0,3 0-12,11-2 0,-1 1 0,2 0-506,-7 2 0,0 0 514,10-1 0,-2 0 0,1 0-292,-15 5 0,1 1 282,4-2 1,3 1 2,4-1 1,2 0-4,5 0 0,3 0 7,3-1 0,2-1 1,-17 10 385,12-7-845,15-4 1994,16-7-1248,18-1-99,21-7 3,-5 0 1,4-1 284,11-3 1,6-2-432,-2 0 1,5-1 0,0 1-509,-2 0 1,-1 1-1,0 1 428,0-2 0,1 1 0,0 1-8,-2 1 1,1 0 0,-2 1-288,12-1 0,1 0 277,-3 1 1,3-1 0,-1 1-102,-12 2 1,-2 0-1,1 1-302,2 0 1,0 0-1,-4 0 297,-7 2 0,-3 1-182,26 0 359,-38 3-205,-9 3 1902,-59 13-1696,7-8 1,-3 1-142,-7 1 1,-5 1 145,4-3 1,-4-1 0,0 1-113,3-1 1,0 0-1,-4 1 167,-3 0 0,-6 1 0,0 0 0,3 0-374,10-3 0,1 1 0,1-1 1,-1 0 354,-1 0 1,-2 0-1,3 0 1,5-2 64,-6 2 1,7-3-69,-17 1-343,42-4-236,24-10-288,32-6-2145,1 1 1,5-1 2821,2 1 0,-2-1 0,-10 5 1,-3 0-1,11-2 0</inkml:trace>
  <inkml:trace contextRef="#ctx0" brushRef="#br0" timeOffset="84279">19331 5321 20646,'-47'4'413,"0"0"1,0 0-1,-10 13 1,0 8 0,8 4-1574,5 13 0,4 9 1210,10-13 1,-2 5-1,0 1 1,5-2-435,1 3 1,5-2 0,0 3 398,-3 10 0,0 2 0,4 0-12,4-3 1,3 0 0,4-2-25,6-4 1,4-1 0,5-2-119,10 16 1,11-5-320,-2-23 0,4-3 1,3-2-800,6-2 1,3-3-1,3-3 1102,10-1 0,3-2 0,-5-3 0,-4-1 0,-3-3 0,-1-4 0,1 1 1</inkml:trace>
  <inkml:trace contextRef="#ctx0" brushRef="#br0" timeOffset="85762">20159 5735 18828,'7'-51'1144,"0"0"1,-1 5-1,-1 9-785,-4 20-202,0 7-101,-1 10 53,1 13 19,-1 15-16,-3 21-64,-1-16 0,-2 3-256,-3 6 0,-2 2 272,-4 4 1,-2 2-547,-1 0 0,-1 0 510,0-3 0,0 0-14,3-6 0,2-1-86,3-7 1,2-2 116,-1 18-23,6-20 129,6-4 632,5-16-385,8-1-146,11-8 1006,13-7-1186,13-6-64,-22 5 1,4-1-1800,11-2 1,1 0 1412,-13 4 0,-1 0-2605,16-2 1,-3 1 2414,2 2 1,-8 0 0,-19 4 0</inkml:trace>
  <inkml:trace contextRef="#ctx0" brushRef="#br0" timeOffset="87975">21325 5930 9946,'0'-7'7376,"0"1"-5807,0 6 267,0 0-1455,10-45-207,-7 36 44,2-25 51,-16 57-79,-9 18-94,-6 15-57,11-23 1,-1 3-1,-3 11 0,1-1-208,5-14 1,0 0 187,-4 9 1,1-3 2,1-4 96,-1 0 447,7-15 544,5-11-258,3-9-649,-1-13-152,1-13 344,3-19-386,2 15 1,2-2 5,1-4 0,3-2-493,2-2 1,1-1 478,1 2 0,1 0-9,-1 4 1,1 2 19,12-23 17,-5 16-67,-5 17-6,-4 12 45,-2 18 0,2 13 957,5 18-974,4 14 6,-9-21 0,0 2-217,1 0 0,1 1 225,0-1 0,1 0 14,1-3 0,-1-1-11,16 19-5,-4-14 55,-8-13 175,-6-12 4,-2-14-122,5-18-23,5-24-48,-8 16 1,-1-4-279,1-6 1,-1-2 255,0-3 0,0-1-14,-1 1 0,1 0-218,0 3 1,0 1 228,-2 7 1,1 2 10,6-15-22,-8 20-168,-6 15-353,-5 12-5041,-11 26 5562,1-1 0,-1 4 0,6-13 0</inkml:trace>
  <inkml:trace contextRef="#ctx0" brushRef="#br0" timeOffset="92510">22647 5836 22431,'-1'13'224,"-3"-4"-210,-1 25 0,0 7-9,-5 1 18,-3 10 5,0-11-17,-4 13 0,4-15 11,3-10 286,7-19 79,3-9 514,0-2-458,2-18-421,1 3 62,10-46-39,0 8-144,-6 22 0,2-2 118,4-12 1,0 2-14,3-2-6,3-2 0,3-1 0,7-1-3,-7 16 0,1 2 9,6-1-17,6 6-12,-1 17 12,0 5-6,3 11 12,-13 10-1,-8 4 6,-4 13 181,-9 3-214,-11 15 49,-13 6 1,-3-20 0,-4-2-416,2-5 0,-1-3 413,0 0 0,-1-4-170,-22 5 206,30-20 163,-8-2-106,23-11-46,1-1-66,5-2 5,7 1 5,17 4 12,12 1-17,20 7-1,-24 1 1,-1 0-79,23 9-28,-20-2 1,0 1-639,1 4 1,0 1-542,0 2 1,1 0-1572,5 4 0,-2 0 2857,-12-7 0,-2-1 0,7 3 0,-15-10 0</inkml:trace>
  <inkml:trace contextRef="#ctx0" brushRef="#br0" timeOffset="92899">23755 5412 24777,'1'-43'84,"8"24"-67,24 72 0,-4-2-12,-7-15 1,2 5 29,-5-2 1,0 3-1,-1-2-694,1 4 1,-1 0 596,-1 4 1,-2 4 0,-7-5-508,-12-3 1,-8-3-1295,-6 14 1,-7 0 1862,-1-17 0,-4-1 0,2-3 0,2-2 0,1-4 0,-2-5 0,0 1 0</inkml:trace>
  <inkml:trace contextRef="#ctx0" brushRef="#br0" timeOffset="95042">21781 6586 7335,'-48'-1'669,"0"0"0,0 0 1,0 0-1,-13-1 1,1 1-1,7 0-347,11 1 0,4 0-290,-7 1 0,2 0 948,-14 0 191,-6 3-1199,27-2-278,15 0 60,17-1 285,8 2 555,12 1 537,17 0-980,5-2 1,5-2-93,2 0 0,1-1-194,1 0 0,3-1 161,-7 0 0,3-1 0,-4 1-359,1-1 0,0 1 366,16-1 1,-2 0-3,-20 2 0,-5 0 506,12-1 566,-22 1-705,-18 0-224,-28 0-96,-14 0-42,5 0 1,-4 0-199,-3 2 1,-1-1 175,-5 1 0,0 1-12,9-1 1,0 1 31,-18 2 0,3 1-6,1 1-17,7-1 0,2 1 649,5 1-985,3 2 202,18-3 95,14 3 168,14-3-17,18 2-67,22-4-45,-15-4 0,2-2 129,-6 1 0,3-1-151,26-2 0,0-2 5,-29 3 1,-1 0-9,32-3 0,-2 0 47,-15 1 236,6 0-184,-45 4-237,-45 1 146,2 0-357,-8 2 1,-5 1 364,4 1 1,0 0-549,-16 3 0,-2 0 555,19-1 1,0-1-1,1 1 25,-20 3 0,2-1-94,7 1 0,3-1-53,11-2 1,5 1-414,-6 3 240,24-2 1165,21 0-515,16 0-163,22-4-148,-12-2 1,4-1-784,19-5 0,1-1 735,-14 2 1,0-1 5,18-4 0,0-2 165,-22 4 0,-1 0-165,7-2 1,-1 0 44,-7 1 0,-3 0 515,12-3 263,-21 3-587,-19 2-443,-19 0 101,-22 0 89,-26 1 2389,2 3-2375,4 5 0,-1 2-347,17-2 0,1 2 333,-16 2 1,1 2-60,20-3 1,4 1-356,-10 4 106,20-3 505,20-2 190,18-3-101,18-2-129,21-9-87,-19 2 1,1-2-136,3-3 0,1-2 174,2 0 1,0-1 8,-2 0 0,-1 0 0,-3 1 0,-2-1 1045,23-7-613,-19 6 27,-20 5-442,-14 3-364,-20 3 39,-23 2 137,5 2 0,-5 1-156,-10 1 0,-4 1 122,-7 2 1,-1 1-71,0 0 0,0 1-100,7-1 0,2 0-437,11 0 0,4 0-4481,-8 5 5181,23-2 0,15-5 0,5-1 0</inkml:trace>
  <inkml:trace contextRef="#ctx0" brushRef="#br0" timeOffset="105258">18833 7476 17025,'-21'-30'809,"0"0"1,-19-9-429,8 60-151,4 5-32,5-1 1,-2 4-1044,0 2 0,-2 2 943,-7 12 0,-2 4-35,11-15 1,-1 2-1,1 1 49,-3 8 0,0 1 0,2 0-51,4-7 1,3-1 0,0 1-350,1 5 0,1 1 1,4-4 315,1-2 0,6-1-3,6 8 0,6-2 139,5-11 1,6 0-286,20 15 1,6-3 2,-11-14 1,4-3-494,16-1 0,8-2 1,-5-4-691,-12-8 1,1-2 1300,16 1 0,9 1 0,-13-4 0,-1-1 0,-16-4 0,0-1 0</inkml:trace>
  <inkml:trace contextRef="#ctx0" brushRef="#br0" timeOffset="107962">19742 7789 7694,'1'-7'3892,"-1"2"-1388,0 5 185,0 0-1804,1-42-936,-2 32 29,1-30 240,-3 48 129,-4 10 213,-13 31-396,2-10-263,2-3 1,-2 2 283,-10 16-127,10-19 1,-1 0-17,1-2 0,1-1-20,1-2 1,2-1-1,-9 21 18,7-10 16,6-12 268,4-11 578,3-9 431,2-6 102,1-4-1122,-2-8-251,-1-11-6,-1-14-39,0-12-6,8-9 0,9-6-305,-2 29 0,3 0 308,1 0 0,2 2-6,0 1 1,0 2 47,14-17 45,-10 15-45,-9 14-45,-7 10-95,-4 5-34,-1 2 690,3 7-584,6 10 18,8 15 22,6 12-34,5 8-366,1 1 360,2-3 1,2-4-6,-1-6 6,-1-8 0,-5-7 5,-7-10 118,-8-9 280,-6-4 51,0-8 159,4-10-479,4-15-33,6-15-17,0-11-299,-9 25 1,-1-1 261,0-2 1,0-1-9,-1 0 0,0 0 6,-1 1 0,0 1 56,1-27-12,-4 11 6,-3 11-28,-3 10-56,-1 9-39,0 7-371,1 5-865,3 5 1275,12 7 0,-7-4 0,7 4 0</inkml:trace>
  <inkml:trace contextRef="#ctx0" brushRef="#br0" timeOffset="110120">20555 7814 15592,'19'-45'1224,"-1"-1"1,0 4 0,-6 8-430,-11 15-106,-1 4-168,0 5-174,0 5-213,0 1-111,0 4 10,-1 5-10,0-1 27,0 4 28,1-5 534,0-1 149,0-2-682,0-4 10,0 1-27,0-4-1,0 2 12,0 0-6,0 1 1,1 2-96,-1 1 33,-4 15 6,0-1-16,-20 42 5,1-3-183,6-11 0,-1 3 174,2-5 1,2 1-1,2-1 1,1 0 11,2-3 0,1-2-9,0 25-5,4-18-6,8 0 23,2-20 11,4 2 11,-2-14 39,0-5 11,4-3 243,7-6-1099,11-3-4045,13-6 4823,-1 0 0,-14 4 0,-11 5 0</inkml:trace>
  <inkml:trace contextRef="#ctx0" brushRef="#br0" timeOffset="110878">21529 7737 9643,'-2'-4'7953,"1"0"-4245,1 4-3534,-16-48-113,12 37 57,-12-31 61,16 56-33,0 11-62,-2 15-11,-3 16-28,-1-8-17,-2-4 0,-2 2-332,3-15 1,0 1 297,-4 12 0,-1 1 0,3-12 1,1-3-85,-6 23 90,2-10 23,3-10-12,1-10 280,5-11 549,1-7 793,2-6-1106,0-8-388,0-14-116,0-17-1,1-19-337,0 22 1,2-1 316,0-5 1,2-1-6,2-3 1,1 0 10,2 1 1,1 1-1,0 3 0,1 0-2,1 5 0,1 1-12,-1 4 0,1 1-22,17-20-33,8 6 50,-12 19-23,13 4 6,-13 16-39,7 5 50,2 9 23,-2 11-51,-5 12-11,-10 11 5,-15 12 119,-10-24 1,-5 1-80,-3 1 0,-5 0 5,-4 0 1,-4-2 13,-2-2 0,-1-2-2,-1-2 0,-2-3 108,-11-2 1,2-4-42,-1 2-95,-1-9 22,50-9 5,17-2-10,7 3-1,16 6-11,-13 2 0,2 1 20,-4 2 0,1 0 105,-1 1 0,1 1-139,-1 1 0,0 0-445,27 11-881,-21-10 0,2 0-1906,0 1 1,-1-1 3262,-4-3 0,-3 0 0,7 2 0,-17-7 0</inkml:trace>
  <inkml:trace contextRef="#ctx0" brushRef="#br0" timeOffset="113246">20702 7676 17652,'-7'-61'969,"1"12"-694,-3 41 22,2-2-235,2 2 100,0-4-44,4 6 5,-1-1-73,1 4 6,1 2-61,-1 0 5,-2 3 17,-2 3 11,-3 5-17,0 1 11,-5 14-11,5-2-5,-2 12 5,4 0 6,3 4 0,2-6 11,-1 14 50,1 7-17,-1-21 1,0 1-28,-2 21 39,-1 1-34,3-32 107,-7 25-46,1-15-21,-4 13-51,3-18 28,0 8-17,4-12 17,-2 9-17,3-8 0,2-2 23,-1-4-17,2-4-23,0-5-16,0-4 16,1-2 0,0-3 2426,0 0-2302,3-3 72,9-7-150,6-2-35,8-5-16,4 1 0,1 2-34,3 0 17,-5 4-6,12-1 12,-14 4 5,6-1 12,-17 2 16,-8 3-11,-5 1-11,-3 0 11,6 0-12,0 0-21,5 0 10,-4 0 7,-2 0 4,-3 0 68,-2 0-56,8-2 0,5-2-33,8-1 22,-2-1-17,-5 3-17,-6 1 28,-6 1-56,-2 1 40,-5 2 21,-7 4 7,-11 4-1,-5 2-5,-4-1-23,0 0-5,-6 1 6,13-3 27,-10 3-22,15-5 11,-4 0-16,8-2 72,-1-1 22,10-3 1,-3 0-28,4-1-62,-1-1 0,-3 0 11,-7-1-45,-4 0 6,-6 2 39,-1 1 1,1 0-24,10 1 12,5 0 0,11-2 342,0 0-308,1-5-6,-2 0-6,0-5-11,-2 2-5,0-1-17,-1 1-17,2-3 50,1-3 0,2-5-66,1-7 44,3-8 22,1-6 34,4-16-50,-3 16-18,0-12 35,-4 21-18,1-5-10,-2 5 16,1 1-22,2 1 33,2-1 17,2 1-39,0 0 0,0 1 23,0 0-23,-3 10 5,-1-2-10,-3 9 5,1-2-6,-1-1 1,0-2 16,1 3 17,0-9-11,1 7-23,1-5 12,-1 8-12,-1 3-11,0 4-11,-2 3-112,1 2 151,-2 5-5,-1 3-12,-2 7-16,0 4 11,0 3 11,0 6-28,-2 6 5,0 11 12,-2 10 8,3-22 1,0 1-437,0 5 1,-1 0 426,0 3 1,0-1 0,1 1 0,0-1-26,1-3 0,1 0 23,1 2 0,1-1 25,0 10-16,1 8-1,0-30 23,-1 2-28,-1-10-101,-1-6 151,0-5-5350,2-4 5311,0-4 0,1 0 0</inkml:trace>
  <inkml:trace contextRef="#ctx0" brushRef="#br0" timeOffset="113954">22354 7319 22750,'-29'-46'1120,"6"10"-1103,23 36-73,1 1 100,8 9-21,11 7-12,5 5 6,25 16-9,-23-17 1,2 2-746,8 10 0,4 6 1,-3-3 727,-1-1 1,-2 1 6,2 5 0,2 5 1,-8-5-8,-14-12 1,-4-1-320,6 20 1,-6 2 260,-11-12 0,-6 1-174,-6 10 0,-7 0-574,-9-2 0,-5-1-1739,-8 0 0,-2-3 2554,2-5 0,2-4 0,11-10 0,4-4 0,-4 1 0</inkml:trace>
  <inkml:trace contextRef="#ctx0" brushRef="#br0" timeOffset="115395">18648 9285 14667,'0'-3'2801,"0"0"-717,0 3-2062,-11-14 23,3 17 100,-20 7 85,-1 33-15,1 3 1,-3 6-835,2-1 1,-1 2 672,5-7 0,0 3 0,1-3-37,-1 3 0,1 0-6,6-10 0,0 1 0,3 1-22,-1 16 0,4 0-37,1-1 1,8 0-62,11-12 1,6 0 0,2-5 27,3-5 0,5-4-17,13 2 0,4-5-394,2-9 1,5-4-1274,4-3 1,7-1-1,-4 0-2203,3 1 0,-2-1 3507,-5-3 0,2-2 0,-13-1 0,-14-4 0,-11 0 0</inkml:trace>
  <inkml:trace contextRef="#ctx0" brushRef="#br0" timeOffset="116487">19249 9637 12836,'14'-46'2094,"-1"1"1,0 3 0,-4 6-1115,-6 8-185,-1 6-453,0 7 459,-1 1-459,0 9-219,-1 0-599,0 4 173,0 8 359,0 10 28,-3 19-45,-2 0 1,-2 2-647,-5 19 609,3-19 1,-1 0 3,-10 22-6,7-21 0,-1 2 3,0-1 0,1 1 5,-1 3 0,1-1-8,0 19-11,6-18 17,6 7-1,7-22-21,4 7 21,4-15 46,2-7 72,2-6 546,-2-4-1095,24-15-2133,5-6-2357,-10 2 1,0-1 3533,14-7 1,-14 6 0,-25 12-1</inkml:trace>
  <inkml:trace contextRef="#ctx0" brushRef="#br0" timeOffset="118045">20135 9600 21097,'19'25'409,"-2"4"-168,-6 5-1,-4 6-88,-4 3-40,-4 1-39,-3-1-45,-2-3-5,0-5-12,2-6-11,2-7 5,1-8 231,1-6 531,0-5 168,0-5-554,0-8-331,-3-10 12,-2-13-45,-1-9 16,-2-4 6,2-3-50,3 2-6,2 1 12,6 1-1,5-1 29,9-1-12,5 0-17,6 4-5,1 7-17,1 6 22,-5 8 1,-4 7-23,-9 5-51,-5 5-117,-5 3 96,-1 4 139,3 5-28,5 5-33,1 6-6,0 4 28,-5 2 33,-4 2-10,-8 2 5,-6-2 39,-4-3 95,-3-6 45,5-8-27,2-5-68,6-4-112,3 0-667,1 0 617,1 7 55,1-3 7,0 8-12,2-7 0,0 1-12,-1-3 24,-1-1 335,0-2-510,-1 3 169,-6 13-6,2-5 6,-5 10-6,2-6-6,-2 0 17,-1 3 28,-4 0 45,2-3-50,-1-3 33,-2-2-22,-1-4-6,-5 2-16,-5 0-12,8-5-6,-3 1 12,13-3 0,1 0-11,5 0 44,2-1-33,7-1 5,6-2-33,13 1 5,8-1 12,-3 3-6,11 8-11,5 17 11,4 8 0,1 3-14,-14-7 0,-2-1-721,7 3 544,-1-1 1,3 3-1798,-6-5 0,-2 1 1988,-1 1 0,-1 0 0,-6-6 0,-3-2 0,-4 5 0</inkml:trace>
  <inkml:trace contextRef="#ctx0" brushRef="#br0" timeOffset="119287">19261 10252 15732,'-7'2'1237,"2"0"-985,5-2 45,5-2 5,8-4-190,15-4-50,15-5-28,12-1-330,4 0 324,-2 4-23,-17 6-38,-3 1 38,-23 4 135,0 0-5,-18 3-102,-10 4-38,-14 4 239,-12 4-346,-10 2 62,-3 0 38,0-1 40,3-2 51,7-2 55,7-2 85,8-4 134,8-1-112,8-3-314,6-1-230,5 0 449,15-2-62,8-3-67,24-5 6,11-4-21,-25 7 1,1-1-9,-1 1 1,0 1 16,22-5-5,-15 5 67,-17 3 207,-13 2 168,-7 1-353,-12 2 11,-2 0 6,-8 2-67,6-2-157,6 0-370,5-2-44,5 0-612,7-2 1138,13-3 0,-9 2 0,4-1 0</inkml:trace>
  <inkml:trace contextRef="#ctx0" brushRef="#br0" timeOffset="120583">21349 9685 19361,'8'-32'-283,"1"-1"0,3 1 440,-13 52-51,-4 12 1,-1 2-73,-5 4-23,-2 1 0,-2 1-5,-13 17-6,7-16 0,-2 0-292,5-9 1,0-1 324,-2 0 1,1-3 341,-5 3-162,9-13 757,5-8 424,7-18-1360,1-2 39,3-25-45,1 8 23,4-27-1,3 0-1556,0 13 0,0-1 1551,4-14-42,-3 20 0,0 3 92,-2 8 151,6-13-179,-7 22-212,1 0-29,-3 12 3480,11 13-3295,-2-2 210,19 19-215,-4 3-6,9 15-197,-18-18 0,-1 0 199,1 2 1,-2-1-14,11 18-17,-6-11 0,-2-1 6,-1-4-45,15 20 83,-25-36 270,-1-3 392,-4-6-85,-1-21-548,-2 1-6,3-32-11,-2-5-9,2 6 1,-1-2-12,-1 14 1,0 0-88,2-18 0,1 2 163,1-12-20,-3 28 1,-1 0 58,1-19-5,-3 18-158,-1 18-452,-1 8-1900,1 10-1137,-1 14 3529,6 9 0,-5-3 0,5 0 0</inkml:trace>
  <inkml:trace contextRef="#ctx0" brushRef="#br0" timeOffset="120934">22035 9215 23685,'-19'-39'-448,"13"21"515,23 55-64,4 1 0,2 2 5,-6-10 1,0 1-1,5 9 0,2 2 6,2 3 0,-2 1-20,-4-8 1,-1 3-512,6 16 1,-4 3 370,-13-12 1,-7 1-659,-13 3 0,-6-2-640,0-9 0,-7-1 1444,-8-3 0,-6 0 0,5-5 0,-7 4 0,8-10 0,-1-1 0</inkml:trace>
  <inkml:trace contextRef="#ctx0" brushRef="#br0" timeOffset="127289">1221 12087 16740,'-4'-43'1226,"0"0"1,1 4 0,0 8-500,2 16-312,1 6-578,-2 6 259,1 24 116,-3 16-136,-1-3 0,0 4-433,-2 6 1,-1 2 361,-1 3 1,1 1-45,0 0 0,2-1-141,1-5 1,3-2-701,2-3 0,4-3-4010,8 23 4890,5-18 0,-4-19 0,-5-12 0</inkml:trace>
  <inkml:trace contextRef="#ctx0" brushRef="#br0" timeOffset="127704">1277 11629 13211,'-45'-12'1163,"0"0"0,2 5 0,7 8-1017,11 18-84,6 6 44,12 5-5,8-4-40,4-1 381,36-7 1,11-9-224,-4-11-1848,5 4 0,-3-4 1758,-20-19 247,-13-5 290,-7-10-240,-10-2-191,-7 3 476,-28 7-543,12 18 34,-27 1-96,10 17-84,-9 6-100,7 9-191,12 7 2508,14 5-6922,13 9 3835,10-5 0,-1-12 0,1-13 0</inkml:trace>
  <inkml:trace contextRef="#ctx0" brushRef="#br0" timeOffset="128054">1853 12196 18347,'-52'34'801,"-1"1"0,9-7 0,8-3-745,16-9 133,14-7-110,7-6 199,15 1-138,7-4-3388,19-4 3293,-6-2 65,15-7-59,-8 3-29,-12 3 1,0 0-29,18-2-117,2 2-96,-23 5-1768,0 2 1987,-6 0 0,-8 0 0,-2 0 0</inkml:trace>
  <inkml:trace contextRef="#ctx0" brushRef="#br0" timeOffset="128795">3057 12257 16426,'-6'-43'1745,"1"0"1,0 2 0,0 12-1225,1 25-566,2 2-84,-1 9 129,-1 14-11,-1 22-34,1 17-56,1-5-512,5-11 0,3 1-1979,9 13 161,-2-17 1,3-3 1607,13 5 0,-9-21 1,-7-13-1</inkml:trace>
  <inkml:trace contextRef="#ctx0" brushRef="#br0" timeOffset="129170">3277 11836 9850,'-3'-5'5047,"0"1"-2135,3 4-2783,-65-27-79,40 34-22,-13-13 0,3 7 17,23 38-22,4 8-35,11-2-4,7-3 55,10-10 78,6-9 186,3-12 252,-2-7 67,-5-12-62,-6-10-23,-7-11-50,-7-8 17,-12 0-72,-7 4-225,-12 7-139,-6 11-63,-3 7-78,3 13 12,11 0-293,3 23-413,14 1-1618,8 18 2385,19 6 0,-8-23 0,6-2 0</inkml:trace>
  <inkml:trace contextRef="#ctx0" brushRef="#br0" timeOffset="129561">3675 12172 15076,'0'-3'5478,"0"1"-4543,0 2-1008,-21-7 146,19 25-56,-14 3-17,23 28 5,1 13-5,-3-20-16,-1 9 10,-3-28 219,1-3 555,0-11-141,0-17-504,3-15 12,3-20 49,4-17-403,-4 25 0,3-1 322,0 0 1,2 1-6,1 2 0,0 2 9,14-19-79,-6 17-39,-2 15-29,0 10 29,3 16 6,6 10-57,4 19-87,-14-11 1,-2 1-410,2 5 1,-1 1-1807,1 3 1,0 0 2363,-2-3 0,0-3 0,4 8 0,-8-18 0</inkml:trace>
  <inkml:trace contextRef="#ctx0" brushRef="#br0" timeOffset="130403">5055 12266 12046,'-2'-8'3590,"-7"-23"1,-3-5-1794,-5 4-1214,0-7 0,-3 1 83,-9 10-347,-4 11-190,-13 12-123,14 9-17,-16 20-17,18 13 11,13-9 0,2 2-204,4 3 1,3 1 167,2 2 0,6 0-37,10 3 1,6-1 33,8 11 22,3-20 0,6-6 3,3-12 1,3-5 30,0 0 0,1-4 33,6-4 1,-2-4 72,14-17-27,-22-2 83,-13-13-27,-18-1-18,-12-15-56,-3 23 1,-3 0 72,-11-9 1,-2 2-93,7 11 0,-1 2 28,-9-8 0,-1 4 53,-10 4-33,-6 1-129,7 11-118,17 8-145,10 6 22,12 13-703,9 13-4651,12 16 4786,7 1 0,-7-15 0,-5-12 0</inkml:trace>
  <inkml:trace contextRef="#ctx0" brushRef="#br0" timeOffset="130761">5475 11993 23371,'-10'7'-67,"16"22"56,8-2 0,4 4-71,6 17 1,0 3-28,-6-7 0,-1 0-377,-1 5 0,-2 0 477,-8-15 1,-2-3 59,-3 12 413,-10-14-44,-14-24-174,4-7-22,-17-35-157,22 7-39,3-3 0,2-2 0,6-19-12,4 20 1,3-2-37,5 0 1,3 1-149,15-16 0,3 11-565,12 20-1194,6 13-765,-15 5 1,1 2 1946,30 6 0,-23-2 0,-20 2 1</inkml:trace>
  <inkml:trace contextRef="#ctx0" brushRef="#br0" timeOffset="131203">6544 12126 16902,'0'-4'6621,"0"1"-5899,0 3-627,-71-43-50,12 53-42,3-20 0,-1 5-692,15 26 0,6 9 691,5-3 1,4 1 117,3-1 0,4 0-154,-8 22 290,16-14-346,12 7 51,11-18 22,12 3 29,10-19 703,12-19-682,7-17 3,-18-2 1,-1-5-1328,-6-1 1,-3-2 1307,0 0 0,-4-2 11,-5-8 0,-4-1-1247,-4 6 1,-2 0 1237,1 0 1,-1-1 89,-2-14 0,-1 2-32,-1 23 1,-2 2 110,-1-10 0,-1 2 249,-6 1-236,0 16 1936,-2 10-2148,7 8 3039,-2 9-3095,4 14 280,-1 21-247,3 21 29,2-1-794,3-3 0,1 4 317,0-13 0,1 1-370,0-3 1,2 4 0,1-3-2381,5 11 0,2-3 3232,0-9 0,1-5 0,6 7 0,-8-25 0</inkml:trace>
  <inkml:trace contextRef="#ctx0" brushRef="#br0" timeOffset="131804">6934 12189 17227,'0'-5'5080,"0"1"-3607,0 4-1702,-8-35 223,14 31 45,1-25-22,19 37-6,6-2 17,4-10 28,-2-9 11,-2-12 12,-9-11-40,-8 5 118,-9-22-34,-11 18 51,-7-13 27,-7 19-50,-4 9-78,-3 10-11,-13 13-51,11 5-5,-16 17-6,16 6 0,-3 14-6,11-4-5,10-4 0,4 2 5,4 18-194,5-16 1,4-1 188,6-10 0,4-4 11,6-2 0,5-5-9,3-3 1,3-3 2,1-3 1,1-3 13,-3-2 1,-1-2-62,21-5 92,-12-9 11,-9-11-10,-7-13 4,-6-12-4,-5-9 21,-4 0 34,-2 6 23,-1 9 396,-2 11-379,0 7 21,2 5-128,1 4-11,8 1 0,9 1 5,13 3-22,8 4-17,5 10-5,-5 8 16,-7 13 6,-7 9-39,-8 10-326,-7 9-2837,-4 7 3202,-4-7 0,-5-20 0,-1-15 0</inkml:trace>
  <inkml:trace contextRef="#ctx0" brushRef="#br0" timeOffset="132287">8576 11965 16376,'-8'-3'4239,"2"1"-3079,6 2-510,0 0-639,25-35 6,29 20-734,-11-6 0,5 1 714,7 12 0,3 4-64,-1-2 0,0 2-365,-4-1 1,-1 2-1265,-6 0 1,-1 1 1695,-3 1 0,-3 0 0,3 0 0,-11 2 0</inkml:trace>
  <inkml:trace contextRef="#ctx0" brushRef="#br0" timeOffset="132487">9035 11905 24195,'-17'53'14,"8"-20"0,2 3-26,3 10 1,2 3-1233,-2 6 1,1 3 810,0-16 0,1 1 0,0 0-1729,0 2 1,1 0-1,0-1 2162,1 16 0,0-5 0,1-17 0,-1-5 0,3 6 0</inkml:trace>
  <inkml:trace contextRef="#ctx0" brushRef="#br0" timeOffset="133260">9403 12298 24407,'-19'-37'-14,"0"-1"0,1-19 3,45 67-6,13 12 29,2 14-10,-20-5 1,-3 2-8,5 15-1,-14-10 0,-3 2 1,-10 10 5,-6 7 39,-7-12 118,-11-15 39,4-15-95,1-11 44,7-18-61,9-11-61,2-14-18,14-7-16,10 0-45,15 5-45,11 6 14,-18 20 1,2 3-548,13-2 1,1 2 263,-3 2 0,2 3-229,9-2 0,-1 1 226,-17 4 1,0 1-368,7-1 1,0 1-608,20-4 1151,-25 2 0,0-1 221,-2-2 0,-3-2 412,10-8-95,-11-1 453,-21-1 124,-15 1 145,-9-6 821,-20 1-1476,0 8-202,-10 4-173,18 11 325,-3 11-370,9 9-11,-7 27 5,11-10-20,8 1 1,3 1-3,3-4-73,10 29-67,9-30 22,14 3 134,10-13 68,-6-16-6,-5-8 51,-7-19 39,-8-8 78,2-14 168,-5-16-218,-3 18 257,-3-13 46,-4 28 145,0-2-431,-1 13-236,-1 6-50,0 12 90,0 8 33,1 5-17,2 19-11,11 14 1,7 1-4,-5-22 0,4-2-19,23 11-39,-6-13-404,16-3-7811,5-12 8293,-6-3 0,-9-4 0,-26-3 0</inkml:trace>
  <inkml:trace contextRef="#ctx0" brushRef="#br0" timeOffset="133719">10733 12107 8097,'7'0'9830,"-1"0"-7858,-6 0 1736,0 0-2516,-21-17-643,13 10-330,-14-11 28,20 15-533,1 2 230,4 14 50,5 11-10,1 7 21,6 19-16,-3-4 8,-4-11 0,-1 2 20,7 21-6,0 2 1,2-23 4,1-12 57,0-11 22,-1-13-39,2-17-39,-4-4 0,-1-9 0,-1-4 0,8-23-1,-8 22 1,1-2-6,3-7 1,1 3-1,5-6-76,-8 16 1,1 3-497,2 4-973,-2 13-2695,5 7-1652,-2 7 5881,7 2 0,-14-2 0,-1 0 0</inkml:trace>
  <inkml:trace contextRef="#ctx0" brushRef="#br0" timeOffset="134671">11485 12310 18621,'-3'0'4918,"1"0"-3708,2 0-1283,-20-2 28,17 1 85,-12-1 55,25 2 0,5 0-11,7-6 11,1-5 6,4-13-17,-4-13-17,-4-7 23,-7-4 6,-6 6-40,-11 11-12,-7 11-16,-11 10-33,-8 6 5,-7 10 0,-2 7-11,1 13 11,4 7 0,5 6-6,10 5 0,8 3-5,12 2-17,13 1 6,15-2-442,16-6 461,-17-23 0,3-2-3,2-3 1,0-2-76,1-3 1,0-2 74,27-2 12,-7-12-6,-6-10 17,-3-24-12,-16 10 1,1-24-6,-17 15-3127,3-18 3161,-7 20 33,1-8 22,-1 21 295,1-4-356,0 9 111,5-1-128,-4 13 3364,5 0-3397,-3 7-1,4 8 7,2 7 16,2 11 11,0 8-11,0 5-17,-4 3 17,-2 0-6,-4-2-5,0-3 6,1-5-1,4-5 17,3-8 12,5-7 16,6-10-22,11-13-12,5-11 12,5-14-148,-26 14 1,-1-3 141,-1-2 0,-2-2 9,-2-1 0,-2-1 22,-3 2 0,-3 0 58,2-26-3185,-22-1 3186,1 22 179,-15-6 34,10 22 127,0 1-290,6 7-100,4 7-96,4 3 3319,0 1-3335,0 6 72,3 10-6,6 12 7,9 14-7,9 7-279,-9-21 0,2 0 263,2 1 0,0-1-9,1 1 1,0-1-77,-4-1 0,-2 0-21,5 26-46,-23-1-1593,-14-19 0,-7-3 1588,-13 11-110,1-16 1,-4-4-733,-18-9 397,22-7 0,0-5-1846,-20-15 1990,23-17 1,16 11-1,14-1 1</inkml:trace>
  <inkml:trace contextRef="#ctx0" brushRef="#br0" timeOffset="135311">13245 12017 19417,'-3'-3'4212,"1"2"-3529,-58-17-571,35 14-45,-15-5 1,-2 5-7,8 15-27,-8 11-17,4 8-23,7 4 12,9 4-23,9 0 17,9 1 5,15-2-10,11-3 38,12-11 18,6-10 117,11-17-90,-17-4 51,9-18-3303,-16-15 3237,-5 7 101,1-20 127,-16 23 79,0 1-51,-5 14-235,-2 9-135,-2 9 3416,-2 7-3365,-4 13 20,-1 12-26,1 10-5,7 2 17,12 0-12,14-4 40,19-8-150,-14-21 1,2-3 129,5-4 0,1-5-269,2-4 1,0-6 268,-1-3 0,-2-5-3,-2-6 0,-2-5-3,3-19 1,-5-6 2,-6 0 1,-2-2-1,-2-1 0,-3-4 4,-7 7 0,-2-4 0,-3 7-422,-1 9 1,-1 1 430,0-8 0,0-3 1,-3 5 50,-6 12 1,-2 3 15,-1-4 1,-2 2 48,-16-6 145,4 19-291,6 13 496,5 18-473,1 16-34,-3 27 8,5-15 1,0 4-452,-2 9 0,0 4 449,2-13 0,1 0 0,-1 2-45,0 3 0,1 2 0,0 0-280,0 1 0,1 1 0,2 0-1584,2 2 1,1-1-1,1-1 1920,3-6 0,0-2 0,1-3 0,0 2 0,1-6 0,6 6 0</inkml:trace>
  <inkml:trace contextRef="#ctx0" brushRef="#br0" timeOffset="136294">14549 11792 21999,'-23'-33'101,"1"0"0,-15-18-157,34 60 28,-3 7 16,2 8-10,1 3 10,6 0 7,3-3-18,4-5 51,-2-6 192,-1-7 312,-2-3-90,2-10-280,4-8 6,2-11 101,1-6 146,-5 3 21,-4 6-100,-8 5-308,-1 9-61,-9 0-96,1 7-173,-7 5-152,6 10-548,2 11 106,8 2-2224,12 14-4179,9-2 6451,5 1 0,-6-13 0,-6-12 0</inkml:trace>
  <inkml:trace contextRef="#ctx0" brushRef="#br0" timeOffset="136603">14716 12031 12662,'4'2'3193,"-1"0"302,-3-2-3338,-60 51-107,40-31 3,-16 14 1,3 1 35,24-9 29,0 5 190,15 1 22,7-8-140,4-4 236,9-9 95,-2-8 140,6-5 437,3-16-762,-14 1 711,-5-37-851,-17 30-50,-7-20 55,-27 16-161,-1 8-57,-20-3-78,18 14-594,3 9-1882,17 12 2571,6 13 0,6-8 0,8 3 0</inkml:trace>
  <inkml:trace contextRef="#ctx0" brushRef="#br0" timeOffset="138070">2561 13359 7156,'-3'-3'2073,"1"1"-1580,2 2 5,41-26-95,-4 18-252,2-6 1,4 1-177,-6 10 0,1 2 167,7-1 1,2 0-671,5 0 1,3-1 647,6 0 1,2 0-58,-18 1 1,2-1 0,0 1-19,4-1 0,0 1 0,1 0-17,3 0 0,1 0 0,0-1-4,1 1 0,1 0 0,0 0 15,1 0 1,1 0-1,-1 0-636,0 0 1,1 0-1,-1 0 757,2 0 1,-1 1 0,1 0 122,2-1 1,0 1 0,0 0-79,-13 1 1,1 0 0,-1 0 0,2 0-101,1 1 0,1 0 0,1 0 0,0 0-48,3 1 1,0-1 0,2 1 0,-1 0-566,3 1 1,1-1-1,-1 1 1,2 0 539,-12 0 1,0-1-1,1 1 1,0-1-1,-1 0 16,2 1 0,1-1 0,-1 0 1,0 0-1,1 0-10,0 0 0,0-1 0,1 1 0,-1-1 0,1 0 8,0 0 0,0 0 0,0 0 0,0-1 0,1 0-244,0 0 0,0-1 1,0 0-1,1 0 1,-1-1 242,2 1 1,0-1 0,0 1 0,1-1 0,-1-1-141,2 0 1,0 0 0,0 0-1,0-1 1,1 1 143,-9 0 1,-1 0-1,1-1 1,0 1-1,0 0 1,1-1-27,0 1 0,1-1 0,0 0 1,0 0-1,0 0 0,0 0 43,1 0 0,1 0 1,0 0-1,0 0 0,0 0 1,0 0-27,1 0 0,1 0 0,0 0 0,-1 0 0,1-1 1,0 1-14,1 0 0,-1 0 0,1 0 0,0 0 1,0 0-1,0 1-22,0-1 0,0 0 0,1 0 0,-1 1 0,0-1 0,-1 1 7,1-1 0,-1 1 0,-1-1 0,1 1 1,0 0-1,-1 0-1,-1-1 0,1 1 0,-2 0 1,1 0-1,0-1 0,-1 1-4,-2 0 1,1 0-1,-1 0 1,-1-1-1,1 1 1,-1 0 1,8-2 0,0 1 0,0 0 0,-1-1 0,-1 0 11,-2 1 0,0-1 0,-1 0 0,0 0 1,-1 0 46,-2 0 0,0 0 0,-1 0 0,-1-1 0,0 1-2,10-2 1,0 1 0,-2-1 0,0 1 9,-2-1 1,-1 1 0,-1-1-1,0 1-25,-2 0 1,-1 1-1,-1-1 1,0 1 100,-1 0 1,-2 0-1,1 0 1,-1 1-130,13-1 0,-1 0 1,0 0-12,-3 2 0,-1 0 0,0 0-6,-5 1 1,-1 1 0,-2 0 265,-2 0 0,-2 0 0,-2 1-265,5 0 0,-3 1-12,-8 0 0,-1 0 17,6 2 1,-1-1 16,15 1 746,-13 0 0,0-2-723,15 0 5,6-3-31,-28 1 0,0 0-20,3 0 1,-1-1 0,1 1 0,-1 1-4,-2 1 1,-1 2-3,28 4 0,-10 5-17,-12 4 1905,-11-1-1888,-10-2 1598,-6-5-1391,1-4 1272,12-8-1429,18-6-39,16-4-17,-26 5 1,1 1-33,0 1 1,0 0-1649,-3 1 0,-1 1 1686,17-1 0,-20 3 0,-15 3 0</inkml:trace>
  <inkml:trace contextRef="#ctx0" brushRef="#br0" timeOffset="146409">7397 14008 14275,'-1'-3'5842,"0"1"-5013,1 2-868,-13-5 72,9 11 68,-14 29-129,12 16-448,1-11 0,1 3 64,0-4 1,1 0-813,1 0 0,0 0-1644,0 19 2868,3-3 0,0-36 0,0 0 0</inkml:trace>
  <inkml:trace contextRef="#ctx0" brushRef="#br0" timeOffset="146849">7489 13619 14533,'-49'-13'831,"0"0"0,0 0 0,0 3 0,-1 2 0,4 5-430,-9 11 0,2 7-1473,-4 5 1,1 4 1300,1 6 1,3 3-157,11-7 0,3 4-10,7 6 1,1 5-1,4 0-1332,1 8 0,5 3 1274,2-1 1,0 4 0,4-1-18,6-6 1,4 1 0,2-1 149,4 1-1,3-1 1,3 0-161,2-2 1,3 0 0,3-2-19,4-3 0,3-2 0,4-3-224,2-2 1,3-4 0,3-2 208,3-4 0,3-3 0,1-4-93,5-3 1,1-3 0,1-3 138,3-2 1,1-4 0,0-2 3,3-4 1,0-3 0,-2-1 6,-10 2 1,-1-2 0,0-2 520,7-6 1,0-2-1,-1-4-421,-3-3 0,-2-2 0,-1-3-12,0 1 1,-1-2 0,-2-2 7,1-5 0,-2-3 0,-6 0 62,-3-12 1,-8-1 13,-8 0 1,-7-1 19,-9 2 1,-8 1-29,-6 3 1,-8 3-43,-7 4 0,-8 6-59,-5 4 1,-4 5-60,-6 6 1,-3 4-115,-1 5 0,-1 4-348,2 3 0,0 2-4309,-2 5 0,2 3 4766,18-2 0,3 0 0,-20 7 0,40-5 0</inkml:trace>
  <inkml:trace contextRef="#ctx0" brushRef="#br0" timeOffset="147607">6584 15305 10405,'-4'-5'2952,"1"0"-953,3 5 1205,0 0-2789,6-61-6,-5 42-239,2-15 1,-2 2 120,-2 25-67,-1-4 40,6-12-164,2 4 163,12-14 135,0 11 72,6-2 13,-7 5 38,-4 7 5,-7 6-156,-3 1-186,-3 1-66,0-5-23,0-1 6,0-1 22,0 2-28,0 4-223,0 3-24,-1 8 175,-5 12 55,-9 21-67,2-9 1,-3 2-378,-6 10 0,-3 1 363,-6 8 0,-3 2-709,9-14 0,-2 1 0,0 0 689,-3 2 1,0-1 0,0 1-77,0-1 0,-1 1 0,1-2-540,2-2 0,1 0 0,1-1-941,-8 12 1,3-2 1579,7-6 0,3-3 0,0 3 0,9-13 0</inkml:trace>
  <inkml:trace contextRef="#ctx0" brushRef="#br0" timeOffset="148500">6197 16169 21041,'-40'-17'235,"7"3"-218,33 14-28,0 0 67,-1 4-17,-2 1-28,1 2 0,0-1 6,2-1 56,-1-1 73,-1-1 106,-4 2-191,1-3 34,-9 6 1,0-4 16,-8 3 34,-4-3 33,-2-1-5,-2-4-29,2-7-61,3-6-67,7-11 6,10-16 10,15 3-16,11-7-11,3 19 10,9 3-4,-3 14-1,21 9-28,-14 8-11,-2 13 0,-2 4 6,-4 7-352,-4 5 1,-3 4 308,-12-6 1,-6 2-34,-4 14 0,-6 4-347,-2-16 1,-4 2-1,-4 1 391,-3-1 1,-6 3 0,-1-1 0,2-2-377,-1-1 1,1-2 0,-2 1 472,-4 0 0,-3 3 1,-1-2-1,3-5 111,-12 5 0,0-6-830,6-9 1,-2-1-1,3-4 729,0-1 1,2-9-4,-6-20 0,8-9-5,14-12 159,7-7 1,6-5-175,11 9 1,7 0 36,8-15 1,5 2-43,1 11 0,3 5 55,9 0 0,0 6-63,14 8 1100,-17 15 1,0 4-1180,23 17-56,-12 4 1,-1 2 22,-14-6 0,0 1-348,20 16 1,-1-2-194,-17-17 0,-1-2 25,5 5 1,2-4-3109,-1-7 0,-2-5 3719,8-5 0,-6 0 0,-18-2 0</inkml:trace>
  <inkml:trace contextRef="#ctx0" brushRef="#br0" timeOffset="148925">6162 15786 13905,'-51'-2'1243,"1"0"1,0 0 0,-9 1 0,3 2-802,1 7 0,1 6-1529,-1 11 1,1 6 1170,16-8 0,1 2 0,0 2-27,-6 8 1,1 4 0,3 2-34,7-1 1,4 3-1,2 1-11,1 4 0,2 2 0,2 1-382,3 2 0,2 1 0,3 1 354,3 0 0,2 1 0,3-1-11,3-1 0,3 0 0,3-1-100,2-3 0,3-1 0,3-2 85,4-4 0,3-2 0,2-2 13,4 4 0,5-5-37,13-2 1,6-8-244,-3-13 0,5-7 213,3-5 0,7-4 0,-1-3 70,-5-2 1,0-4 0,0-3-275,-5 0 0,3-4 0,-2 0 0,-4-1 312,-3 0 0,-3-1 1,0-3 43,7-7 1,-1-3 0,-4-2 147,-9 5 1,-5-1-1,1-4-114,-1-3 0,1-3 0,-2-3 0,-2 2-9,0-8 0,-3 0 1,-3-2 35,-1-8 1,-2-2 0,-7 2 39,-7 10 1,-5 1 0,-2 3-33,-1-9 0,-6 2 75,-8 11 1,-5-1 0,-3 6 9,-6 5 0,-4 5-191,0 2 1,-2 1-1,-2 4-31,-16 5 0,0 7 811,-2 4 1,1 5-1061,3 1 0,1 4-998,2 5 1,3 1-1600,-9 6 2857,7 6 0,40-18 0,3 1 0</inkml:trace>
  <inkml:trace contextRef="#ctx0" brushRef="#br0" timeOffset="149874">8374 15466 10707,'-11'-5'3002,"3"1"-1462,8 4 331,0 0-639,-7-69-609,13 36-402,-6-12 0,4 2 20,14 11-112,0 5-45,2 8-51,2 7-49,6 7-29,6 12-11,7 11-45,2 17-45,-3 13 62,-23-20 0,-4 3 25,-3 10 1,-5 0 80,-4 17 48,-6-18 0,-6-1 205,-16 5 128,-10 5 106,-3-14 141,1-14 50,6-10-134,9-14-241,9-5-196,8-6-84,7-1-29,7 1 1,11 0-6,10 3-11,13 3-28,9 4-11,7 7-11,-1 5-40,-8 10-5,-16 7 22,-16 10 0,-27 8-39,-22 7-6,6-23 1,-3-1-503,-4 0 0,-2-1 93,-1-3 1,0-3-757,3-3 0,0-5 1283,-24-2 0,27-6 0,10-8 0</inkml:trace>
  <inkml:trace contextRef="#ctx0" brushRef="#br0" timeOffset="150274">8492 15085 15860,'-60'8'1208,"-1"-1"0,2 5 0,4 4-894,13 9 0,4 4-1412,-3 7 0,2 4 1162,1 7 0,3 4-44,12-12 1,2 2 0,2 2-12,2 2 1,2 1-1,2 1-11,2 2 0,3 0 0,2 0-22,4-2 0,2 0 0,5 0-29,7 4 1,5-1 0,1-4 10,2 3 0,5-5-55,4-8 0,5-2 0,2-6-108,8-6 1,3-7 97,-6-3 1,2-1 0,2-3 61,2-3 0,2-2 0,-1-4 37,3-1 1,0-4 0,0-1 40,-1-3 1,0-2 0,-2-3 48,-2-2 0,-2-1 0,-2-4 33,-5-1 1,-2-2 0,-3-2 80,8-17 0,-8-4-39,-8-4 0,-9-4-40,-8-4 1,-7-3-49,-5 18 0,-3-1 0,-3 1 5,-2-3 1,-3 1 0,-2 1 26,-2 1 0,-2 1 0,-1 2-4,-1 3 0,-1 3 0,-1 2-19,-14-7 1,-3 5 40,0 10 0,-2 6-315,-1 7 0,-1 4-468,2 6 1,-1 4-3198,2 3 0,1 2 3861,8 1 0,3 0 0,-8 4 0,20-4 0</inkml:trace>
  <inkml:trace contextRef="#ctx0" brushRef="#br0" timeOffset="150816">7947 14750 9285,'-4'-11'4363,"0"3"-1820,4 8 1540,0 0-4061,-16-35 174,15 30 230,-6-18-23,27 46-28,8 17-224,-10-14 1,0 2-76,1 4 0,2 1-20,5 12 0,0 1-45,-1-7 0,0-1-449,7 5 1,-1-2 428,-9-17 1,1-2-68,6 1 1,-1-2-680,15 8-1502,4 6 2257,-11-2 0,-19-16 0,-6-3 0</inkml:trace>
  <inkml:trace contextRef="#ctx0" brushRef="#br0" timeOffset="151979">5529 17279 11295,'2'-7'7753,"-1"2"-6337,-1 5-509,0 0-526,10-56-297,-16 50-84,8-40-11,-19 67 0,-6 16 5,3-5 1,-1 2-424,-1 1 1,-3 3 0,1-1 362,1 0 1,0 0 0,0 0-53,-1 0 0,0 1 1,1 0-197,-10 16 1,1-1-172,5-4 1,1-1-539,5-6 1,1-2-2742,6-6 0,2-2 3764,-3 13 0,9-20 0,5-14 0</inkml:trace>
  <inkml:trace contextRef="#ctx0" brushRef="#br0" timeOffset="152587">4549 18106 19742,'-27'-47'-50,"-1"26"22,8 72-3,8-16 0,0 1 14,2-6 0,0 2-78,-2 17 0,2 1-459,5-17 0,0-1 515,-1 12 0,2 0 5,4 11 379,7-15-177,6-18 350,10-18-322,-2-12 171,9-22 0,0-6-155,0-2-327,3-6 1,0-1 595,-4 0-110,4-4 301,-12 15-593,-9 18-23,-7 16-11,-3 16-57,-2 14-38,0 12-68,0 7-89,3 4-157,3 1-252,6 0-583,3-3-4049,7 3 1428,-8-21 3527,4-1 1,-14-25 0,1-2 0</inkml:trace>
  <inkml:trace contextRef="#ctx0" brushRef="#br0" timeOffset="153013">5194 17892 10028,'-50'-18'894,"-1"-1"0,1 1 0,2 1 0,0 2 1,2 6-249,-16 15 1,4 7-842,15-5 1,1 3 380,0 5 1,-3 3 0,3 2-352,-2 7 0,1 2 187,8-4 1,-1 2 0,1 1-37,2 3 1,2 1 0,2 0-4,-5 6 0,4 4-50,6 0 0,3 5 0,3-3-45,3 3 0,4 1 91,0-6 1,1 2-1,3-2-33,3 3 0,5-2-165,3-4 1,4 0-272,10 5 0,5-3 378,-7-11 0,5-2-37,16 6 1,6-5 69,-3-18 1,2-6 123,17-2 0,4-6 33,-13-5 1,1-5-1,1-3-439,-5-2 1,0-3 0,1-3 0,-1-1 518,2-3 0,0-3 1,-2-1-1,-1-2 31,-2-1 0,-1-2 0,-2-1 0,-3-1-157,5-11 0,-4-2 0,-6 0 130,-11 3 1,-5 0 0,-4 0-14,-5 1 1,-3 1-1,-5 1 134,-3 1 1,-4 2 0,-3 1-10,-8-13 1,-6 4-62,-6 10 0,-5 7-104,-2 8 0,-4 8-92,-4 6 0,-1 7-54,-2 6 1,0 6-118,1 3 0,1 4-230,3 4 1,2 3-486,5 1 1,4 4-2459,3 0 0,5 1 3327,-11 22 0,17-19 0,10-14 0</inkml:trace>
  <inkml:trace contextRef="#ctx0" brushRef="#br0" timeOffset="153745">6382 17099 20974,'-16'-11'235,"6"17"-129,21 42-92,-4-15 0,0 3-721,2 6 0,-1 2 676,0 3 1,0 1-85,-1 2 0,1 0-160,-1-1 1,1 1-519,1-2 1,2-1-2409,1-3 0,1-1 2520,0-8 1,0-3 0,4 6-1,-6-19 1</inkml:trace>
  <inkml:trace contextRef="#ctx0" brushRef="#br0" timeOffset="154472">7050 17615 12836,'-50'-3'487,"-1"1"0,-6 3 0,9 4-195,22 6 542,-27 12-55,27-10 313,-13 4-538,16-7 303,-5-1-330,4-4-224,-3 1-163,-2 0-84,9-1-28,3 0-11,9-2-73,6-1-6,0 0 135,3 4-17,1 2-28,0 3 78,2 7 6,0 1-39,1 9 17,1 13-79,0-4 34,3 6-34,-3-17 6,3 2 39,-3-9 84,1 3-34,-3-10 919,-1-4-527,-2-8 276,0-1-422,1-4-200,2-10-119,4-2 1,6-5-29,-1 9-16,12 0-6,3 5 17,24-1-44,0 4-274,-20 3 0,0 1 296,10 4-79,6 8-45,-21 9-3309,-6 28 3337,-20-8-109,-20 7 0,-9 0 76,-10 1-105,7-14 0,-7 5 0,4-6 128,9-11 1,0-2-863,-9 4 0,-5 1 1,4-6-6948,-16-5 7937,-10-4 0,38-14 0,14-4 0</inkml:trace>
  <inkml:trace contextRef="#ctx0" brushRef="#br0" timeOffset="154896">6696 17478 12942,'-9'-1'2027,"-27"1"1,-7 2-953,-5 10-1375,-6-4 0,-2 5 571,20 3 1,4 4-99,-2 4 1,1 2-118,7-4 0,2 4 11,-11 20 0,2 8-109,10 3 0,2 1-478,-3-2 1,3 3 478,10-11 0,2 3 0,4-3-32,3 3 0,3-3 22,0 1 1,4 0-124,10 13 1,9-5-39,-1-24 1,6-5 118,14 11 1,6-7-12,4-17 1,4-9-798,-11-7 1,1-3 0,-2-2 866,14-2 1,1-6 68,-13-1 0,6-5 0,-1-1 0,-4-1-208,-1-3 0,-3 0 1,2-4 289,1 1 1,3-4 0,-2-1 0,-4 0-32,1-6 1,-5-2-1,-3-1 84,-6-1 0,-3-1 0,-3 1-67,1-7 1,-7-2 79,-11 1 0,-6-4 0,-5 3-91,-8-1 0,-6 2 25,1 4 1,-3-3 0,-5 7 13,-16 0 1,-7 10-71,-7 8 1,-5 9-51,16 12 1,-2 4 0,-1 3-41,-1 2 1,-1 4 0,1 1-88,1 4 0,0 1 1,2 2-303,-15 9 1,4 3-801,9-1 0,4 2 1218,8 3 0,6-1 0,-2 2 0,12-3 0</inkml:trace>
  <inkml:trace contextRef="#ctx0" brushRef="#br0" timeOffset="155644">8599 16447 7447,'1'-7'9533,"0"1"-8665,-1 6-201,14-60-146,-10 44 241,10-46-527,-14 65 241,0 11-84,-7 21-252,-6 21-123,1-21 0,0 3-275,-3 4 0,-2 1 188,-1 2 0,0 0-539,-1 1 1,0 1 247,1 0 0,1-1-222,1-1 0,1-1-946,1-2 0,2 0 1529,0 0 0,2-4 0,-1 5 0,3-7 0</inkml:trace>
  <inkml:trace contextRef="#ctx0" brushRef="#br0" timeOffset="156211">8421 17313 10534,'0'-5'4979,"0"1"-2011,0 4-2671,-60-33-89,27 37-135,-8-13 0,-1 6-396,4 46 370,18-17 1,1 2-37,0 3 1,1 3-12,1 2 0,2 0-17,2 2 0,2 0-22,3 1 0,3-1-6,3-1 0,3-2-56,13 27 29,12-14 134,14-14 22,8-16 129,3-15 128,-4-15 85,-10-14 22,-9-15 5,-14-9-10,-11-5-12,-12 5-94,-10 10-181,-8 14-72,-7 13-44,-6 12-91,-2 9-66,1 10-187,7 6-46,7 6-1128,9 6-2544,8 2 4022,11 2 0,0-18 0,4-4 0</inkml:trace>
  <inkml:trace contextRef="#ctx0" brushRef="#br0" timeOffset="156687">8372 17071 15950,'-6'-5'876,"-26"-9"1,-8 1-312,-2 8-622,-5-5 1,-2 5 409,-4 20-191,24 4 1,1 2-102,-8 10 1,14-2 0,2 4-15,9-4 1,2 3-32,-3 12 1,2 3-608,1 6 0,3 4 542,4-8 1,1 3-1,1-4 18,1 5 1,3-2-32,2-4 1,1 3-1,4-6-75,4-1 0,4-4-29,6 8 1,4-2 2,4-6 1,5-6-9,3-6 0,4-6 48,3-5 0,3-6 111,2-5 1,1-5 92,1-6 1,-2-6 91,-1-3 1,-2-6 69,-5-6 1,-4-6-831,-13 1 1,-3-5-1,-3 1 713,0-3 0,-3-3 4,-6-1 1,-2-4 0,-3 1-435,-5-7 1,-3-1 437,-2 8 0,-1-1 1,-2-1-79,-2 1 0,-1 1 1,-3 0 176,-5-1 0,-4-1 1,-2 5-701,-10-6 1,-2 6 514,0 5 0,-2 8-12,-5 14 0,-2 9 642,6 6 0,0 3-762,-9 4 0,-1 4-314,-4 10 0,4 4 171,15-7 0,3 4-582,-6 11 0,7 3-4877,6 19 5686,4 6 0,11-22 0,6-16 0</inkml:trace>
  <inkml:trace contextRef="#ctx0" brushRef="#br0" timeOffset="157338">9045 16195 7839,'-4'-3'6654,"1"1"-755,3 2-4612,-59-52-1079,44 39-164,-44-39-83,59 52 73,6 6 33,1 1 68,25 19-107,-9-9 19,12 5 1,3 0-31,4 0-773,-7-5 0,8 2 0,-6-3 750,22 9-82,-15-6 0,7 2 0,-6-2-47,-13-6 1,0 1-1022,13 6 1,7 3-1,-7-3-1112,-14-6 0,-2-1 2268,22 9 0,-5-2 0,-19-10 0,-3 0 0</inkml:trace>
  <inkml:trace contextRef="#ctx0" brushRef="#br0" timeOffset="157803">9734 16797 16930,'-4'0'2538,"0"0"128,4 0-2470,-32-70 5,37 39-103,-14-12 0,5 1 54,39 16-113,-6 8 28,7 2-22,7 6-17,4 3 22,11 9-5,-7 11 33,-3 15-38,-11 0-1,-14-1 0,-1 4-11,6 16-300,-9-12 1,-1 2 218,-5-6 0,-2 0-65,6 18-302,-5-15 0,0-1-964,6 11-221,-6-15 1,1 1 1604,7 8 0,-9-17 0,-3-8 0</inkml:trace>
  <inkml:trace contextRef="#ctx0" brushRef="#br0" timeOffset="157986">9944 17188 17350,'11'-53'250,"1"-1"0,1 3 0,5 6-264,4 18 0,3 3-182,2 0 0,1 0-941,8-5 0,2 2-1907,-5 3 0,-1 1 722,-1 2 0,-2 1 2322,8-5 0,-24 17 0,-6 4 0</inkml:trace>
  <inkml:trace contextRef="#ctx0" brushRef="#br0" timeOffset="158337">10154 16284 12421,'-56'-2'1339,"-1"0"1,1 0 0,1 2 0,1 2 0,2 3-833,-9 6 0,2 5-2202,19-1 1,0 2-1,3 1 1779,-9 4 0,1 4-19,6 3 1,-1 6-1,5 0 156,2 7 0,2 3-240,3-3 0,0 4 1,4 1 8,9-6 1,4 1 0,4 0 14,3 1 1,4 1 0,2-3-9,2 9 0,8-1-40,10-6 0,9 1 0,4-6 1,12-1 0,6-7-75,0-1 0,6-1 0,1-6 72,0-9 0,2-5 0,0-5-238,-10-2 1,0-3 0,1-3 0,-1 0 282,3-2 0,1-2 0,-1-1 0,-2-1 11,6-2 0,-3-1 1,2-5 58,-1-2 0,3-4 0,-2-2 0,-5 0 58,-7 1 1,-5-1 0,2-3-17,-2 1 0,3-2 0,-3-2 0,-6 0 476,-5-3 1,-6-1 0,-6-1-496,2-17 0,-11-2-29,-11-1 1,-10 0-32,-9 2 1,-8 3-18,-13 5 1,-5 7 65,6 11 1,-6 8-229,4 14 0,-7 6 1,-2 3-1,3 3-1000,-6 5 1,3 5-1,-3 0 1146,2-2 0,-3 2 0,1 0 0,7-1 0,-12 8 0,10-2 0,-9 5 0</inkml:trace>
  <inkml:trace contextRef="#ctx0" brushRef="#br1" timeOffset="206704">17773 12351 17066,'-13'-40'433,"-1"1"0,2 1 0,4 10-298,7 24 3,1 0 141,0 17 125,-2 8-136,-6 23-16,-9 12-546,3-22 1,-1 2 383,-5 5 0,0 0-48,-3 3 0,-1 1-28,1 0 0,1-1-20,3-2 0,3-2-118,3-4 0,4-1 101,-1 22 23,10-12 23,7-10 122,5-12 214,7-10 901,6-14-980,10-14-96,11-14-94,-20 10 0,0-1 8,1-2 0,0-1 217,-2 2 0,-1 0 38,16-16-62,-11 11 23,-11 9-258,-9 10-39,-5 4-57,-4 4 85,0 6 45,3 9-29,2 10 18,2 12 22,0 8-34,-4 8-329,-1 6 274,-3 0-40,-3-1-135,-2-3-923,-2-4-4779,-1-2 5865,3-11 0,2-15 0,3-13 0</inkml:trace>
  <inkml:trace contextRef="#ctx0" brushRef="#br1" timeOffset="223437">18456 12588 7139,'-8'-1'4604,"1"0"-4038,7 1-465,0 0 28,2 2 106,-2 0 45,3 3 6,-3 0-1,1-1 51,-1 0 73,1-1 22,-1 1-33,-1-1 39,0 0 230,-1-1 2794,1-1-3287,-1-9 0,-2-2-1,1-10-66,-1-2-57,7-1 6,5-2 0,8 2-22,4 3-12,6 2-5,1 6-6,4 5-22,0 5-17,2 9 17,3 8-1,2 11-21,1 11-29,-5 9-16,-10 11 24,-17-23 1,-5 1-319,-6 3 1,-5 2 323,-6 2 1,-5 1-426,-6 0 1,-5-1 503,-4-1 0,-4-2 30,-1-4 1,-3-3 72,1-5 1,-1-4 27,5-7 1,1-5 279,-22-2-196,20-23-145,20-16 50,17-15 57,17-6-40,13 4-67,7 8-84,5 14 541,0 14-530,3 16-34,2 16-33,2 18 137,-23-15 1,0 3-374,-1 1 1,0 0-883,1 1 1,1-2 1156,5-2 0,-1-3 0,3 4 0,2-9 0</inkml:trace>
  <inkml:trace contextRef="#ctx0" brushRef="#br1" timeOffset="224894">23050 6560 6902,'-51'5'543,"1"1"0,4-1 0,5 0 1249,2 1-1629,14-3 558,-2 1-844,19-2 213,-2-1-834,8 0 887,5 0 53,0-1 330,19 2-498,-6-2 101,24 1-191,-7-2-3341,16 1 3375,-17-2-493,3 2 113,-26 2 396,-2-1 192,-19 5-309,-14 2-73,-20 5 171,7-3 1,-2 0 94,3-1 0,1 0 1691,-1 0 0,1-1-1441,-24 7-46,26-6-195,1-1-314,18-4 678,17-3 252,13-2-515,6-1 45,35-10-191,-19 5-3,11-4 0,3 0-342,-17 5 1,0-1 310,16-3 0,0 0-5,12-3-34,-22 7 1,-3 0-91,-3 1-1047,14 0 426,-39 5-1149,-11 6 1905,-12 1 0,2 0 0,3-2 0</inkml:trace>
  <inkml:trace contextRef="#ctx0" brushRef="#br1" timeOffset="230420">19768 12491 7044,'-5'-2'2050,"1"1"1485,4 1-2707,-47 1-94,21 2-423,-8 0 0,-1 2 137,-7 5-168,-8 6-45,-6 2 23,0 1 16,5-3 12,11-4 134,14-6 230,11-2 10,8-3-26,1-1-477,3-1 140,-4 0 27,2 0-83,0 0-140,1 1-179,3 0-286,0 0 392,-1 8 0,0 5-6,-2 11 12,1 5 50,-1 5-17,1 4-28,0 0 34,1 8-56,1-17-1,1 6 46,3-17-28,-2-3 111,2-4 342,-2-9 370,1-1 40,0-1-337,1-5-403,4-6-124,7-6-22,8-3 6,6 1 11,6 3-17,5 5-11,2 5 6,2 3-17,1 8-17,-2 6 11,-3 10 11,-5 11 6,-7 9 17,-12 10-11,-13 5 16,-17 1-290,-14-2 290,-12-8 12,-7-6-23,-5-9-89,-3-10-622,1-11-5854,3-15 6554,14-7 0,20 3 0,12 4 0</inkml:trace>
  <inkml:trace contextRef="#ctx0" brushRef="#br1" timeOffset="236295">3667 15429 6910,'-7'0'2817,"2"0"-1954,5 0-841,12-14-67,4 6-11,14-11 51,1 10 38,6 0 51,7-2 28,11-3-405,-21 5 1,1-1 342,6-1 0,1 0-19,5-1 0,1 0-26,3 0 1,1 0-1,2 1 1,0 0-493,-1 1 0,1 1 484,0 1 0,-1 0-11,-3 0 0,2 1 5,10-3 1,-1-1 14,-20 4 0,0-1 2,18-5 0,0-1 0,-16 3 1,-2 0-15,14-4 1,2 0 5,0 0 0,1 1-3,-1 0 0,0 1-25,-2 0 0,-1 2 6,-5 1 0,-2 2-133,-4 0 1,-3 2 126,-5 2 0,-3 0-11,20-1 39,-12 1 51,-10 1 622,0-3-612,2-2 18,9-5-29,7-3 1004,8-2-1026,-18 7 0,1 1-17,14-4-3,-16 5 1,0 2-4,3 0-5,4 2 299,-10 1-299,-10 3 28,-3 1 11,-3 0 23,1 0-12,3 0-33,-1-1 5,0 1-27,-2-1-57,-3 1-22,-3 1 62,-5 2 106,-1 1 50,-2 2 0,1 2-5,2 1-28,1 1 5,4 1 29,0 1-18,3-1 58,-1 4 93,0 0 119,0 5 44,-1 3 39,-2 4-10,1 2-186,-3 2-145,2-1-56,-1 0-29,2-1 18,1 0-12,3-1 6,0 1 40,0-1 72,-1 2 67,0 0 17,-2 1-22,0 3 39,-1-1 44,-2 3-117,-1 1-123,0 1-34,0 3-11,1-3 23,1 2 5,0-3 0,0 0 17,-1-3 11,-1-2-12,0-1 24,2 5-57,-4-11 11,1 9-22,-3-10 0,2 6 0,1-1-17,0 0 68,2 5-46,-4-11 29,1 9 33,-4-10 12,2 6 21,-2 7-88,2-6-24,-2 0 18,1-4-28,-1-4 38,1 7 29,1 0-34,-2 1 6,-1 1-28,0-1 22,1 0-16,0-1-23,2-2 22,0-1 0,2 6-16,-4-11 22,4 9 17,-3-10 22,1 6-5,-2 1-1,0 4-50,-1-9 1,1 7 28,-1-10-29,2 6 22,0-2 40,1 1 11,-1 0-28,1 2-22,-1 0-12,-1 0-22,1 0 34,1 6-12,-1-5-22,1-3 0,-1-2 11,-1-6-11,2 5 17,3 5 17,-2-2-6,-1 0 28,1 0 5,-3-3 23,2 6 6,0 10-79,0-4-11,-1 0 11,-1-4 1,1-7 10,1 6 28,2 3-27,-3-9 33,3 7 11,-3-7 6,0 6 44,1 8-38,-3-5-29,3 6-27,-2-6-12,0-7 6,1 4 39,0-5-6,2 7-28,0-5 29,1 3-40,-2-11 39,-1 4 46,0-2 4,1 11-33,-1-2 23,1 5-56,-3-11 16,3 5 0,-1-6 1,4 10-57,-1-6 57,0 2-29,-3-9 62,-1 2 84,1 4-62,-1 3-5,1 4-62,-2-4 6,1-3-17,-1-4-39,0-4 0,1-5 22,-2-4 0,0-3-123,-2-2-3165,1 0 0,-1-1 0</inkml:trace>
  <inkml:trace contextRef="#ctx0" brushRef="#br1" timeOffset="244987">19956 6727 16159,'-10'-21'784,"2"5"-1086,10 15 239,5-1 77,9-4-9,14-2 8,0 0-65,29-3 17,-19 4 75,13-1 230,-28 4 320,-13 2 41,-9 0-612,-6 1-389,-6 0 202,-10-1 162,-10 1 57,-10 1-18,-5 3 1,-2 1-17,2 1-17,2 2 0,3-1-112,2 0-68,14-2-643,7-1 398,13-1 251,9 1 510,7-1-157,18 1-156,15-3-63,13-4 43,-27 2 0,2-2 14,6 0 0,1-1-12,-9 0 1,-1 1-6,27-4-11,-19 1 212,-20 3 68,-4 1 308,-12 2-896,-13 1 111,-13 1 147,-20 5 16,-19 6-330,24-2 0,-2 1 389,-4 2 0,-1 0 25,0 1 0,1 0-3,4-2 1,2 0-115,-17 7-264,26-9 303,17-5 549,28-3-398,-1-4-84,48-7-168,-10-2-137,-12 3 0,0 1-240,-5 1 1,-2 1-1468,0 0 0,-2 2 1997,20-1 1,-21 3-1,-15 1 1</inkml:trace>
  <inkml:trace contextRef="#ctx0" brushRef="#br1" timeOffset="251453">20243 12597 7218,'3'-8'3131,"-1"1"-1530,-2 7 2097,0 0-3329,2-28 382,-1 18-365,2-20-112,-2 25-50,1 3 28,-1 0-5,1 1 89,-1 1-689,0 2 370,0 5 84,2 8-40,2 10 1,2 12 27,-1 10-5,-3 10-28,-1 5-11,-5 1-246,-1-2 240,-4-4 6,1-6-1,0-6 7,1-9 17,0-7 4,1-5-32,1-8-12,0-4 44,3-7 421,0-2 823,1-3-823,2-3-342,2-5-28,2-7-11,1-8-5,0-6-18,-3-7-27,-1-7-6,-2-5-6,1-4 1,1 0 16,1 2 12,2 3 28,-1 5-1,-1 4 28,-1 6-22,-2 5-28,1 6 0,-1 8-33,0 6-68,0 5-476,-1 1 314,0 6 201,1 10-10,3 13 16,2 15-17,2 12-17,-1 4-5,-3 2 22,-1-2 23,-2-4-6,-2-6 22,-5-9-16,-2-7 16,-3-8 29,1-7 61,4-8 285,1-5 12,4-5-291,0-9-79,-1-9-22,1-15-34,0-12 11,1-8 12,0-4 22,0 2 11,1 4 23,-1 7 16,1 8 0,0 7 1,-1 7-46,0 9-49,1 7-40,0 3-488,-1 3 494,5 9-28,2 1-303,5 11-1070,-2 3 1423,-3 5 0,-4-12 0,-1-1 0</inkml:trace>
  <inkml:trace contextRef="#ctx0" brushRef="#br1" timeOffset="267306">21227 12602 7100,'3'-4'3898,"-1"2"1272,-2 2-4111,1-19-247,-2 12-219,0-15-177,-2 18-86,0 2-100,0 0-124,0 2-128,0 0-135,0 0 56,-4 3 90,-6 2 5,-9 6 29,-7 5 16,-8 7 11,-5 6 1,-5 6-23,-3 3-270,25-17 1,-1 0 243,2 0 1,0 0-25,-22 22-251,7-2 234,7 2 16,10 2 6,6 0 17,6 1 6,2-1-6,2-1 0,2 0 17,2-3 464,3-2-492,4-4 291,6-5-213,6-4 40,8-6-6,6-7 11,5-6 0,4-5 33,1-7 29,-3-4 5,-5-6 140,-4-7-179,-13 7 157,-1-7-34,-11 6-45,-1-6 1,-5 0 67,-5-4-207,2 10 77,-6-5-44,3 9-33,-5-3-29,-2 1-27,-5 1-7,-6 0-4,-4 2 4,-5 4 12,-2 2-28,1 3-28,4 2-50,2 0 44,11 1-50,-1 3 0,8 2 28,-3 4-106,-2 2 50,5-2-236,-1 1-346,7-4-869,1-1-6183,1-2 7746,3-1 0,0-2 0,1-1 0</inkml:trace>
  <inkml:trace contextRef="#ctx0" brushRef="#br1" timeOffset="273369">21655 12872 7402,'-2'10'3406,"0"-2"-2208,2-8 225,0 0-1143,-4-13-28,3 5 6,-3-12 22,6 6 22,1-1 12,4-3 5,2-2-33,1 0-67,3 1-85,2 3-83,1 3-63,2 2-38,0 4-51,-1 3-56,0 2 12,0 7 10,1 6-95,4 15 174,-7-4 67,1 14 17,-10-11 17,-1 9 95,-6-3 79,-7 0 16,-7-1 45,-9-2 68,-4-4 105,-2-6 174,4-8 320,4-5-690,11-4 147,4-2-723,7 1 291,5-1 95,3 0-33,10 1-40,8 3-27,8 3-3404,13 10 3415,-15-2-41,10 10-38,-19-3-5,0 7 89,-10 2 107,-27 11-57,-1-13-27,-35 10-23,-1-15-184,15-12 1,-1 0 18,-2-3 0,-2-2-1832,-7-2 1,1-4 2013,13 0 0,2-2 0,-21-1 0,36-1 0</inkml:trace>
  <inkml:trace contextRef="#ctx0" brushRef="#br1" timeOffset="276594">22406 12738 15345,'-17'-12'1047,"0"2"-1024,2 8 38,-5 2 29,-6 2 39,-4 2 50,1 2-5,7-1-85,10-2-66,7-1 55,7-2 415,4 0 0,7-2-180,10-3-61,8-3 12,6-4 11,6-1-46,3-1-22,3 1-33,-1 2-84,-3 3-34,-7 4-17,-7 7 17,-7 7 28,-6 11 56,-4 13 28,-2 10-28,-5 11-23,-1 7-78,-4-29 1,0 2-29,1-1 0,0 0-145,0 0 0,1 0 140,6 28-23,2-5-107,-1-5-5,-1-4-655,-4 5 145,-5-21-2441,-8 10 3080,-7-22 0,5-5 0,0-5 0</inkml:trace>
  <inkml:trace contextRef="#ctx0" brushRef="#br1" timeOffset="276937">22352 13107 9509,'-9'-6'2840,"2"1"-1653,7 5 885,0 0-1439,24-27 56,-3 17-17,28-21-106,0 25-113,11-1-276,-27 3 0,1 0-259,0 0 1,-1 1 339,29-4 16,-11 0-27,-14 2-12,-15 2-123,-13 2-6374,-7 1 6262,-11-2 0,5 2 0,-4-1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11:05.731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10325 2449 18509,'7'-63'1587,"0"0"0,-2 7 1,-1 10-704,-1 13-856,-5 18-117,-1 15 94,0 11 40,-3 31-40,2-12 1,-1 4-254,-2 12 1,0 6 28,1-7 1,0 5 0,0 1 0,1-5-1120,-1 15 0,0-1 787,0-4 0,1 3 0,2-6-2835,7-7 1,3-5 2851,-1-6 0,1-3 0,7 22 0,-4-28 0</inkml:trace>
  <inkml:trace contextRef="#ctx0" brushRef="#br0" timeOffset="400">10499 2227 8629,'-18'-46'1618,"0"0"1,0 1 0,-8-3 0,-3 2 0,0 5-2213,0 3 0,-3 5 873,-8-1 1,-4 6 157,4 14 1,-2 8 141,-18 4 1,-4 7-380,21 2 1,-1 2 0,-1 3-564,-8 7 1,0 3-1,3 6 459,7 3 0,3 4 1,3 4-42,-2 7 1,2 3 0,3-1-27,6-6 0,3-1 1,2 6-7,1 8 1,2 8 0,3 1 0,2-4-330,4 0 1,3-2 0,2 4 295,2-13 1,0 3 0,1 2-1,2-2 1,3-3-613,8 16 0,4-4 0,4-4 586,-3-12 0,2-4 1,6-2-25,8 3 0,7-4 1,7-4-305,4-11 1,9-6-1,1-1 1,-3-1 300,-2 3 0,-3-1 1,6-3 12,-3-5 1,5-2-1,3-1 1,-2-3 0,-5-4 22,4-5 0,-4-5 0,-1-1 28,1 2 1,0-1 0,1-4 9,-11-1 1,2-3 0,-2-2 0,-4-2 51,1-4 1,-3-2 0,-1-4-101,0-6 1,0-5 0,-1-2 0,-3 3 58,-3 1 1,-3 2-1,-3-6 26,-6 1 0,-1-5 0,-1-3 1,-3 1-1,-4 5 212,-2-5 0,-5 5 1,-1-2-211,3-10 1,-1-2-1,-6 3 28,-5 11 1,-5 3-1,-5 4-45,-10-2 1,-8 6-122,-5 4 1,-6 1-1,-1 5-330,2 6 0,-1 4 0,0 1-284,-2 2 0,-1 2 0,2 2 702,-18 3 0,9 4 0,10 2 0,2 0 0</inkml:trace>
  <inkml:trace contextRef="#ctx0" brushRef="#br0" timeOffset="1840">9852 3711 18846,'5'-37'764,"0"0"1,-1-20-597,-17 72 11,-14 16-101,4-5 1,-4 2-782,-8 9 1,-3 2 726,7-8 0,-1 0 1,-1 2-494,-2 2 0,-2 2 0,1 0 338,-2 2 0,0 1 1,1 0-696,1-1 1,1 1 0,1 0 644,1 1 1,1 1-1,4-5 1,2-3-1,3-3 1,-12 21 0</inkml:trace>
  <inkml:trace contextRef="#ctx0" brushRef="#br0" timeOffset="2608">8763 4961 9923,'0'-7'5820,"0"2"-4908,0-30 1,0-7 376,0 4-810,-1-10 0,-2 0 198,-5 16-318,-11 11-197,-13 11-56,-21 16-67,19 3 1,-3 3-919,-5 6 0,-1 4 901,-2 4 0,0 3-11,1 3 1,1 4-12,4 1 0,3 3 17,5 0 1,4 2-21,5-2 0,4 0 3,6-4 0,3-1 17,9 26 39,18-15 56,20-15-9,-2-24 1,2-6-31,19-6 8,-12-8 1,0-6 47,-15 1 0,-2-3 36,5-5 0,0-3-22,-5-2 0,-3 0-29,-3-1 1,-2 0 33,-4 2 1,-2 1 254,7-19 29,-10 16-141,-6 15-196,-8 11 1275,-9 22-1370,1 0-11,-16 34 11,4 6-426,8-14 0,0 3 417,0 5 1,0 6-104,1 2 0,0 5 0,2-4-14,0-2 0,2-1 10,0-5 0,1 2 1,3-6-479,3-6 0,5-4-758,3-4 1,3 0-1503,2 2 0,4-2 2146,16 8 1,-9-22 0,-8-13-1</inkml:trace>
  <inkml:trace contextRef="#ctx0" brushRef="#br0" timeOffset="3025">9119 4760 9381,'-23'-37'896,"0"-1"0,0 0 1,-3-1-1,-2 0 0,0 6-213,-5 9 1,-2 4-332,-11-4 1,-5 6-109,4 12 1,-3 6 0,2 2-158,-5 1 0,1 7-522,-3 8 0,-3 7 0,3 3 500,10 1 1,4 4-1,-2 3-442,0-1 1,-1 3 0,0 3-1,0 1 421,8-6 1,-1 2 0,1 1 0,0 2 0,0 1 13,3 0 1,-2 2 0,1 2 0,0 0 0,2 0 0,1-2-164,1 1 1,1 0 0,1-1 0,2 0 0,0 1 116,1 2 1,0 2-1,1-1 1,3-1-1,3-5-14,-5 21 0,11-5 27,12-1 1,14-5 32,17-13 1,11-6-25,8-3 0,5-5 113,2-2 0,7-8-146,-16-14 1,6-6-1,0-3 1,-6 1 309,9-1 1,0-3-317,-4-1 1,6-3 0,1-1 0,-5-2-2,-3-2 0,-3-1 1,2-4 5,-6 3 0,2-2 0,2-3 0,-1 0 0,-3 0 12,4-3 1,-2-2 0,0 0-1,-1-3 4,-6 4 1,2-2 0,-1-1 0,-2-1 0,-4 1 18,-1-5 0,-3 0 0,-2 0 0,-3 1-9,2-3 0,-4 1 1,-2-3 27,-2-5 0,-3-4 0,-4 1 54,-8 3 1,-3 0 0,-1 1-56,3-11 0,-6-1 31,-10 6 0,-6-2 0,-1 9 46,2 17 1,-4 4-106,-21-20 0,-6 4-76,9 21 1,-4 7-294,1 1 1,-4 3-1,0 3-2361,-12 3 0,0 4 2481,-1 3 1,4 4 0,4 5-1,25-4 1</inkml:trace>
  <inkml:trace contextRef="#ctx0" brushRef="#br0" timeOffset="3557">10825 3645 9544,'-10'-42'2164,"-1"-1"1,1 1 0,-3-10 0,1 4-1502,2 13 1,2 5 1064,-4-7-1224,4 12 46,5 12-511,9 11 11,11 17 1,19 16-314,-11-4 0,3 3 268,5 8 1,1 3-528,4 9 1,0 0 529,-7-8 1,1 2-9,-1 1 0,2 4 0,-3-2-31,3 5 0,0 0-119,-2-3 1,1 3 0,-1-1-615,-6-8 1,-1-1-1,0 0 764,1 5 0,0 0 0,-2-4 0,-2-5 0,-2-3 0,-2-2 0,0 0 0</inkml:trace>
  <inkml:trace contextRef="#ctx0" brushRef="#br0" timeOffset="4214">11567 4876 19798,'-11'-45'446,"-1"1"0,4 3 0,6 7-289,19 8-17,15 6-17,16 4-50,12 9-54,-26 6 1,0 4-15,2 3 1,0 4-12,-2 4 1,0 4-332,-3 4 0,-3 4 311,-5 4 1,-4 2 11,-4 2 0,-6 2 20,-8 0 0,-6 1 19,-4-1 0,-5-2-3,-15 18 37,1-20 0,-2-3 109,-12 2-36,13-12 0,1-3 383,-11-3-157,8-19-67,10-11-89,9-14-85,15-5-44,13 3 429,14 8-497,7 10 6,7 11-27,6 14 16,7 10-346,-26-4 0,1 1 340,0 3 1,0 2-9,-3 1 0,-3 2-114,-4 1 0,-4 2 83,2 28-5,-28 0-73,-25-5-370,4-26 0,-6-4 137,-9 1 1,-3-3 35,7-5 1,-3-2-854,-4-2 1,-5-2-1,4-2-689,-2-5 0,0-3 1862,4-2 0,-3-2 0,7-1 0,-16-5 0,20-10 0</inkml:trace>
  <inkml:trace contextRef="#ctx0" brushRef="#br0" timeOffset="4591">11765 4403 13250,'-7'-51'1603,"-1"0"1,-3 5 0,-8 15-848,-43 38-1094,21 7 1,-3 6 548,-1 7 0,-3 7 0,3-1-788,-5 4 0,0 3 606,14-7 1,-3 4-1,0 2 1,6-1-2,2 3 0,5 0 0,1 3-16,2-3 1,0 2 0,1 1-1,3 1 3,-3 15 0,4 0 0,4 1-348,5-1 1,3-1 0,5-1 356,5-4 0,4-2 1,5-1 6,3-5 1,5-3 0,4-2-19,5-5 0,5-2 0,3-5-17,4-2 0,3-3 1,4-4-545,0-6 0,4-3 0,1-1 0,-4-2 555,1 0 0,-4-2 1,4-2 14,2-3 1,5-2-1,-1-2 1,-5-2-190,-3-2 1,-4-4 0,1-1 218,10-5 0,1-1 1,-2-4 58,-5-2 0,-3-2 0,-2-3-72,-6-2 0,-3-3 1,-4-2 1,-6-3 0,-4-1 0,-4-3 89,-5-1 1,-4-3 0,-5 0-116,-4-3 0,-6 0 0,-3 0 340,-5-1 0,-4 2 1,-4 1-370,-4 1 1,-5 2 0,-3 3 9,-4 4 1,-3 2-1,-3 4-15,-2 3 1,-3 4-1,-1 3-14,-1 3 1,-1 4 0,-1 3-258,1 2 1,0 2 0,-1 3-1412,2 1 0,0 3 0,2 1 1701,-15 2 0,6 3 0,19-3 0,6 2 0,-5 3 0</inkml:trace>
  <inkml:trace contextRef="#ctx0" brushRef="#br0" timeOffset="5148">7983 6220 29028,'-44'-3'-88,"1"0"1,-4 10 0,2 11 508,14 13 0,4 10 0,1-1-1414,0-6 0,2 0 0,-3 2 1014,0 0 0,-2 3 1,-1 1-1,0 0-108,-2 3 0,0 1 1,0 0-1,0 0-104,0-1 0,0 1 0,1-1 0,-1 1-495,-1 2 1,-1 1 0,2-1 0,2-3-2592,4-3 0,2-4 0,2-2 2859,0 2 1,3-5 0,0 5 0,15-27 0</inkml:trace>
  <inkml:trace contextRef="#ctx0" brushRef="#br0" timeOffset="5874">6506 7743 16135,'2'-3'2352,"0"2"-39,-2 1-1994,30-9 62,-21 17-146,20-6-16,-35 21-130,-3-5 80,-11 7 167,-6-7-196,4-3 280,-11-7-196,17-16-117,-3-2 156,4-28-174,10-2-55,-1-9-9,11 15 0,4 1 9,8-7-34,5-7-34,1 21 1,-5 17 5,17 6 17,-2 17-29,11 18 26,-25-6 0,-4 3-1702,-2 8 1,-4 1 1698,-1-4 1,-4 1-10,-8 14 1,-8 4-328,-4-13 1,-4 1 0,-3 0 342,0 2 1,-3 0 0,-3 1 5,-7 6 0,-4 0 1,2-4 3,-2 0 0,-2-5 33,6-9 1,-2-1 0,4-6 39,-13 8 103,8-10 0,4-9-58,18-19-68,2-11-5,29-12-22,5 2 1005,28-7-1034,-11 16 0,2 1 3,3-1 1,1 1-547,11-2 0,-1 3 543,-18 6 1,1 1-541,15 0 1,0 1 198,-15 3 0,0 0 559,16-1 1,0-2-2336,-9 2 1,-3-1-3810,23-6 5932,-2-4 0,-38 8 0,-2 1 0</inkml:trace>
  <inkml:trace contextRef="#ctx0" brushRef="#br0" timeOffset="6257">6926 7377 18420,'-48'-6'566,"1"0"1,0 0 0,-1 1 0,1 1 0,0 3-426,1 4 1,2 3 0,-2 1-1952,-1 3 0,-2 3 0,1 2 1845,-2 4 1,0 3-1,0 3-26,-2 6 1,1 2-1,3 1 96,8-6 1,2 2 0,1 2-101,4 1 1,0 3 0,0 2-1,4-1 0,-2 6 1,3 0 0,2 5-11,2 1 1,1 4 0,2 2 0,4-2-2,2 5 1,5-2-1,5 1-83,6 5 1,6 0-1,8-6 81,7-15 1,5-3 0,2-4 7,9 6 0,7-6-313,7-9 1,7-4 0,-1-5 312,-12-7 0,-2-4 0,4-2 25,2 0 0,3-1 0,1-2 1,-3-3 54,9-6 0,-1-5 1,-2-3 29,0-3 0,-1-5 0,-2-2 2,-2-3 0,-2-2 0,-3-4-8,-2-1 1,-3-3 0,-3-2-19,-4-2 0,-3-1 0,-3-2-21,-4-2 0,-3-1 1,-3-1-27,-4-1 0,-4-1 0,-2 1-9,-3-1 0,-3 0 0,-2 3-11,-1-9 1,-6 2 32,-3 11 0,-5-1 1,-1 6 739,-4 5 1,-3 3-819,-10-12 1,-3 5-70,3 17 0,0 6-196,0 3 0,0 5-929,-23-2-8611,16 17 9247,16-1 0,14 4 1,7-6-1</inkml:trace>
  <inkml:trace contextRef="#ctx0" brushRef="#br0" timeOffset="6781">8553 6159 16292,'7'-64'1977,"0"1"0,-2 8 0,0 6-958,2 3-316,-5 19-507,-2 14-136,2 12-15,7 16-17,10 19-11,-4-6 0,1 3-524,5 10 0,-1 2 493,3 8 0,1 1-563,1 4 1,0 1 486,1 1 0,1-1-168,0 0 1,1-1-603,-1-1 0,0 0-2831,-2 2 0,-1-2 3691,-4-5 0,-2-5 0,4 15 0,-11-28 0</inkml:trace>
  <inkml:trace contextRef="#ctx0" brushRef="#br0" timeOffset="7299">9444 7496 16628,'-1'-6'4458,"0"1"-2094,1 5-2409,-4-50 95,2 47 18,-9-20-40,-1 66-23,-3 16-22,3 0-197,5-5 231,11-10-11,5-9 39,7-13 89,2-11 112,5-12 1,5-13-68,7-12 214,4-6-202,-5 2-79,-9 9-124,-11 10 12,-6 15 62,-1 10-51,3 13-33,3 10 11,2 8-17,0 8-466,-2 8 256,-6-27 0,-2 0-423,0 2 0,0 0-1159,-1 0 0,0-2 1820,1 1 0,-1-3 0,0 3 0,1-8 0</inkml:trace>
  <inkml:trace contextRef="#ctx0" brushRef="#br0" timeOffset="7715">9931 7384 16420,'-17'-51'802,"1"1"0,0-1 0,-1 4 0,-1 1 1,-3 2-378,-6 4 1,-3 3-1,1 3-1253,-3-2 0,-3 5 944,0 8 0,-4 3 0,0 4 15,-7 7 1,-1 7-52,6 3 0,-2 3 1,0 3-613,-4 4 0,1 3 0,0 5 573,-2 4 0,0 5 0,2 3-26,-2 4 0,2 4 0,3 4-6,10-8 1,2 3 0,1 1 0,2 2-6,-1 3 0,3 2 0,1 2 1,2 0-264,1 4 1,3 1 0,1 0 0,2 1 237,1 0 0,3 0 0,1 0 0,4 1-12,5 5 1,3 0 0,3 0 0,0-5 15,0-3 0,2-4 1,6 0-1,9 8 0,8-2 0,4-9-444,11-12 0,7-9 476,-8-6 0,4-1 0,2-6-10,3-5 1,2-6-1,1-4 17,2-4 1,1-5 0,-1-4 5,-12 1 0,0-3 0,-1-2 0,-1-2-163,2-2 1,-2-3 0,0-1 0,-1-1 170,0-3 0,-2-1 1,0-2-1,-3-2 17,-1 0 0,-1-1 1,-2-1-1,-3-2 1,-2 1 1,-2 0 0,-3-2-1,-3-2-33,-2-4 0,-4-2 0,-2-1 0,-4 2-222,-4-3 1,-4 1 0,-3 2 207,0 2 1,-3 1 0,-7 5-6,-21-4 1,-9 11 311,0 13 1,-4 7-317,6 4 0,-3 0 1,-1 4-27,0 3 0,-1 3 0,0 3-155,-4 4 0,-1 3 0,5 1-100,-2 1 1,4 3-1931,-7 10 0,8 2 2017,10 8 0,7-6 0,14-12 1</inkml:trace>
  <inkml:trace contextRef="#ctx0" brushRef="#br0" timeOffset="8399">11983 5789 7375,'2'-5'5920,"-1"0"2425,-1 5-8070,-4-36-135,2 33 325,-19 11-376,7 19 1,1 10-440,-3 2 0,-3 5 353,-3 6 1,-3 6 0,0-2-1087,5-9 1,1-2-1,-1 1 1014,-4 9 0,0 2 0,0-1-346,1 0 1,0 0-1,3-3-1708,6-10 0,1-1 0,1 0 2123,-1 3 0,0 0 0,2-3 0,1 0 0,2-5 0,3 1 0</inkml:trace>
  <inkml:trace contextRef="#ctx0" brushRef="#br0" timeOffset="8940">11510 7149 16429,'10'-40'949,"0"1"0,-4-19 651,-39 76-1457,7-1 0,-3 5-17,-9 7 0,-1 4-493,-6 6 1,0 2 396,0 3 1,1 1-523,4 1 1,4 0 485,9-11 0,4 0-5,4 4 0,7 0 96,10-4 0,6-2-102,2-1 0,6-2 20,8 0 0,6-6 5,6-10 0,4-6 9,4-6 0,2-4 22,4-4 0,-1-5 39,-2-4 1,-2-4 41,-5-2 1,-4-3 36,-8-1 0,-5-2 89,-1-28-168,-23 23 1,-7 1-23,-22-16 551,-12 9-593,14 27 0,-3 6-9,-28 7-2,23 3 0,0 3-17,0 3 0,3 3-48,3 5 1,3 2-79,4 1 0,2 2-258,5 3 1,4 2-1091,3 0 1,4 2 1487,4 2 0,1-2 0,1 5 0,6-8 0</inkml:trace>
  <inkml:trace contextRef="#ctx0" brushRef="#br0" timeOffset="9348">11625 6788 15323,'-45'-23'505,"0"1"0,1-1 0,-1 4 0,0 2 0,2 8-157,-11 16 0,1 10-988,-5 5 1,1 7 768,18-4 0,2 3 0,0 3-49,1 4 0,1 3 1,3 3-50,1 4 1,2 2 0,3 3-345,2 3 0,2 3 0,3 1 294,3 2 1,3 1-1,3 1-256,2 0 0,4 1 0,4-2 239,4-2 1,4-1 0,4-2 18,3-6 0,4-2 0,5-4-258,3-5 0,5-5 0,4-4 282,3-5 1,3-5 0,1-4 18,4-3 0,2-5 0,0-3 48,2-3 1,1-4 0,-1-3 76,-1-3 0,0-2 1,-1-4 14,-3-3 0,-2-4 0,-2-3-34,-2-3 1,-3-3 0,-3-3-23,-4-3 0,-2-2 1,-4-3-39,-4-3 1,-2-2 0,-4-1-32,-2-2 0,-4-2 0,-2 1-10,-5-2 1,-3 0 0,-2 0 5,-3 3 1,-3-1-1,-2 3-2,-3 3 1,-2 2 0,-3 3-8,-13-13 0,-4 7-23,-3 9 1,-3 5 95,0 9 1,-2 4-206,2 6 0,1 3-190,4 4 0,3 2-1258,-17 1 1552,25 7 0,15-3 0,10 3 0</inkml:trace>
  <inkml:trace contextRef="#ctx0" brushRef="#br0" timeOffset="9808">12307 5615 20907,'-27'-40'634,"-1"0"1,-1 0 0,14 16-590,24 30 17,14 11-12,23 16-39,-14-9 1,3 2-414,6 5 1,1 2 398,4 4 0,1 3-12,-16-11 0,0 0 0,-1 2-37,-1 0 0,0 2 0,-1 0-750,-1 1 1,0 2-1,-3-2 533,5 7 0,-1 1-1860,-1-1 1,1 2-1,-2-3 2129,-3-5 0,-1-2 0,4 7 0,-3-4 0,-5-9 0</inkml:trace>
  <inkml:trace contextRef="#ctx0" brushRef="#br0" timeOffset="10515">13340 6570 21475,'-31'41'44,"0"0"1,3 0 0,7 1-40,12 1 1,7 0-738,1-1 0,4 0 743,2-2 0,6-2 20,11 1 0,5-4 2,15 8 12,-2-21 0,4-6 0,-9-10 0,1-4 13,9 1 1,1-4 106,2-3 1,-3-3 215,15-10-207,-16-4 465,-32-6-594,-19 1 186,-16-7-248,-22 1 8,15 18 1,-4 2-114,-5 1 1,-2 1 143,-1 0 1,0 1 81,1 0 0,1-1-57,3-1 1,3-3-3,3 0 0,4-3-6,1-7 0,4-3 12,-5-21-23,9 0 5,20 3-10,16 12-12,3 8 0,3 1 6,15-7 0,-6 11 0,1 4 5,15 4-22,14 2-45,-5 18-297,-2 16 333,-31-4 1,-2 6-32,-1 17 1,-4 2 3,-6-12 0,-2 1-138,-2 21 0,-4 1-145,-6-17 0,-2 0-550,2 16 1,-1 0-124,0-14 1,2-2-941,3-1 0,2-4-1978,5-5 3910,9-12 0,-10-14 0,0 0 0</inkml:trace>
  <inkml:trace contextRef="#ctx0" brushRef="#br0" timeOffset="10891">13894 6243 11295,'-48'-17'864,"0"-1"0,-1 1 0,1-1 1,-1 5-1,-2 1 0,1 2 1,3 4-1158,0 2 1,3 4 0,-1 4 450,-8 5 1,-1 4 0,8 1-89,11 0 0,2 3-16,-3 3 0,-1 4 0,2 1 13,-6 13 0,3 5-32,7-5 1,0 3 0,2 4-10,6 0 1,1 5 0,3 0-1,1 0-34,0 9 1,3 1 0,2-1-5,0 0 1,3 0 0,5-1-12,9-7 1,4-2 0,5-4 5,13 4 0,7-5 13,-5-8 1,5-1-1,5-4 16,1-8 1,6-3 0,1-3 0,0-2 15,11 1 0,1-3 0,3-3-493,-5-3 1,3-2 0,0-1 0,-4-3 497,-1-1 1,-4-2-1,3-4 101,4-3 1,5-3-1,-2-2 1,-7 1-23,5-3 0,-2-5 4,-6-2 1,7-4-1,-1-4 1,-11 0 42,-2-11 0,-8-6-124,-3 3 1,-1-5-1,-7 2-16,-5-3 1,-9-1 4,-12-2 1,-7-4-1,-1 7-21,1 9 0,-6 2-11,-11-12 1,-9-5-1,-1 10-42,-5 13 0,-3 6-77,1 2 0,-5 0 0,3 6-117,-3 5 0,-1 6-1574,-15 3 1,2 5 1578,19 3 1,3 1 0,4-1 0,3 0 0,-4 3 0</inkml:trace>
  <inkml:trace contextRef="#ctx0" brushRef="#br0" timeOffset="17516">7918 1458 23723,'-35'-43'970,"1"0"1,3 4 0,7 10-2848,15 20 1142,9 11 548,16 12 29,19 13 109,-7-7 1,5 1-700,8 4 0,3 0 184,9 2 1,2 0 421,-16-8 0,1 0 1,0-1 310,1 1 1,-1 0 0,0 0 0,16 9 1,-2 1-100,-7-1 0,-3 2-135,-8-2 0,-4 1 21,-8-1 1,-5 1-286,4 26 247,-21-5 473,-17-7 706,-15-12 1521,-11-14-718,-5-14-366,-1-15-297,2-16-264,2-12-575,1-3 439,-2 3-1617,-3 10-178,-1 10 126,0 11 1048,4 9 534,11 8 939,13 8-911,14 6-779,18 4 0,15 3 0,18-2 0,-16-15 0,2-2-879,3-2 0,2-1 815,1-2 1,1-3-28,8-6 1,-1-2-316,16-4 915,-20-3 1,-1-3 943,13-12-1453,-20 9 0,1 0 0,-2-1 0,-1 1 0,-3 0 0,-2 1 0,13-15 0,-18 6 0,-12 8 0,-14 8 0,-6 6 0,-7 10 0,7-3 0,1 4 0</inkml:trace>
  <inkml:trace contextRef="#ctx0" brushRef="#br0" timeOffset="18283">6572 1217 30051,'-33'-44'-991,"-1"0"1,3 4-1,3 13-518,11 30 4236,5 6-183,12 21-3123,13 6-559,10 14 569,3-16 0,2-1-1167,13 13 1871,-1-10 1,-1-3-50,-6-6-904,-5-4 1,-2 0-1392,-9 2 1570,-5 7 801,-13-12 5044,-25-1-3029,4-15-585,-26-6-406,8-13-1026,8-5 0,2-3-160,-13-12 0,9-8 0,3-1-545,4-2 53,3 1 0,0-2-610,11 15 1,1-1 287,-2-14 0,2-1 230,5 10 1,3 2 341,1 3 0,4 2 334,16-13 379,11 15 177,17-4-1963,-8 18 1,3 2 1725,18-4-408,-3 12 1,-1 6-706,2 16 472,-21-8 1,-4 5-390,-2 31 265,-33-11 0,-7 0-296,-8 24 423,-7-23 1,-8 3 0,-1-4-443,-3-1 0,-2-3 447,-8 7 0,0 0-4694,2-4 1,6-3 4136,7-5 1,-4 5-1,32-26 1</inkml:trace>
  <inkml:trace contextRef="#ctx0" brushRef="#br0" timeOffset="23016">8594 2906 14765,'-7'-6'615,"1"1"-653,6 5 1331,-66-30-956,34 19 133,-16-6 1,-1 2-59,17 12 321,-23 4-313,6 6-410,13 0 1,-3 2 635,-6 2 1,-3 1-265,-5 4 1,-3 0 342,-4 3 0,-1 0-606,18-5 1,0 1 0,0 1 405,0 0 0,0 1 1,1 1-38,0 0 1,0 2-1,0 0 9,2 0 0,1 2 0,0 0-5,1 1 0,1 0 0,1 1-352,1 2 0,1 0 1,1 1 232,1 1 0,1 1 0,1 2-62,0 0 0,1 1 1,0 3-173,-3 8 1,-1 2-1,3-2-132,-2 3 1,2-1-131,5-3 0,0 2 0,3-3-536,4-1 1,4-1 55,-3 10 0,3 1-66,5-1 1,3-1-42,3-1 1,5 0-162,2-2 1,3 0 8,2-2 0,2 0-29,2-3 1,1 0 162,0-4 0,2-2 164,0-3 0,1-2 14,21 17-290,4-10 1620,2-9-1003,-3-7 1356,-3-7-807,-7-5 795,-4-4-301,-5-3 389,-2-1-179,-6 0 170,-4 0 320,-6 0-1374,-19 0-152,-7-1-93,-23-2-227,-7-2-103,-10-4-183,29 3 0,0-1 314,0 0 1,-1-2 112,0 1 0,0 0 109,1 0 1,0 0-65,0 0 1,0 2 65,-28-6 26,-2 3 155,26 4 60,0 0-15,27 4-59,1 0 4,8 1 942,9 3-945,8 3 68,12 6-349,10 6-54,9 4-12,5 5-89,2 1-375,2-1 123,0-5 324,5-6 220,-28-11 1,2-2 30,3-2 1,2-3 63,5-4 0,1-2-335,2-3 1,1-2 371,1-3 0,-1-1 71,-3-2 1,-2 0 79,-6 1 1,-1-1-11,-8 2 1,-2-1 325,13-12 14,-15 3-123,-11 1 59,-8 0-252,-11-10-365,-1 11 731,-11-12-922,1 12-38,-5-7-153,2 1 52,2 5 80,2 4-68,2 3 189,0 4-34,1 2 175,0 2 221,0 0-36,3 2-41,2 2-48,3-1 68,3 4 151,0 2-103,1 0 403,1 9-197,2 3-141,1 12 122,1 7 44,0 10-20,-2 9-116,2 8-71,-1 6-584,1-1 450,0-4 191,-2-7-94,-4-6 117,-7-5 105,-10 0 138,-12-1 230,-14-2-755,17-17 0,-3-2 113,-2-1 1,-2-1-10,-7-1 1,2-1-55,-15 2-1382,17-8 1,2-3 1103,7-4-215,-26-4-295,13-5 477,7 1 1,-1 0 55,-14-3 160,14 3 0,0 2-66,-8 0 56,-13-3 468,24 4-432,5-2 3308,22 3-3867,6-1-2263,16 2 2892,8-1 0,-4 2 0,-6 0 0</inkml:trace>
  <inkml:trace contextRef="#ctx0" brushRef="#br0" timeOffset="27508">6611 5408 14510,'-42'-23'106,"0"-1"0,7 4 0,1 6 116,-26 28-925,29-4 1,-2 2 856,-10 3 0,-2 1 108,-4 2 1,1 1-167,-1 1 1,-2 0-92,11-2 0,-2 1 1,3-1 149,-2 2 0,0 0-58,3 0 1,-2 1 0,3-1 26,-3 4 0,1 1-61,-4 2 0,-4 3 0,3-1-40,-2 1 0,-1 2-24,9-4 1,-5 3 0,2 0-1,5-4 38,2 0 1,1 0 142,-11 13 0,-5 5 1,5-2-73,10-5 1,3 0-62,-8 7 1,2 1 3,10-6 0,4 0-19,4 2 0,2 0-48,3-7 1,0 0 14,-2 17 1,3 0 9,4-14 0,2 0 84,-2 3 0,0 3 1,0-2-22,0 2 0,0 1 20,-2 5 0,0 3 0,2-6-118,3-14 1,1-1 28,-5 26 1,3 2 117,5-25 0,2-1-128,7 14 0,4 0 2,1-12 1,4-2-113,7 2 1,4-4-7,0-10 0,3-2-1306,0-2 0,1-2 1434,21 8-973,-13-9 0,-1-1 1023,2 0 124,4-1 1,1-2-40,3-1 127,9 0-77,-17-6 2045,-19-3-2205,-5 0 3236,-16 2-3334,-18 3 511,-5 2-482,-23 7-8,-1 0 48,15-7 1,-1 1 38,-7-2 0,0-1 1,6-2 0,1-1 4,-26-2 40,9-6-77,13-4 7,-21-8-41,9 1 2,-10-4-252,10 4 254,12 2 160,-8-6-24,24 8-37,-4-3-90,16 7-148,6 5 83,7 1 639,7 7-492,1-1-45,21 13-54,-3-1 55,18 9-4,-13-8 37,-5-4 0,2 0 108,18 3-243,-11-5 1,3-1 63,-4-4 1,2-2 5,3-1 0,1-1 48,4-3 0,-2-2-124,-10 1 1,1-3 212,14-7 1,-2-4 84,-12-4 0,-2-2-110,1 2 1,-1-3 78,-5-8 0,-5-2 303,-7-20-279,-8 19 0,-4-1-52,-4 0 0,-5 1 74,-10-27-203,-3 17-12,-19-1-186,12 24-483,-10-5-467,18 17 1095,5 4 1,8 5 0,2 0 0</inkml:trace>
  <inkml:trace contextRef="#ctx0" brushRef="#br0" timeOffset="28466">14802 1404 18523,'5'-54'1135,"0"0"0,-1 5 0,0 9-258,-2 21 477,0 4-1162,0 3-400,0 5 245,-7 15 246,-4 13-457,-9 18 106,0 3 109,1 15 1,0 3-165,9-29 1,0 0-321,-2 14 1,-1 5-1,2-5 662,1 13 38,3-2 1,1 0 14,2-2-136,0-6 0,3-1-261,9 11 206,2-5-43,4-11-75,1-20-300,1-11 127,5-3 1375,9-11-502,7-9 321,-3-2-756,0-2 1,2-2-372,-8 4 1,2 0-2355,15-8 1,1-1 2838,-11 6 0,-3 2 1,10-6-1,-20 10 1</inkml:trace>
  <inkml:trace contextRef="#ctx0" brushRef="#br0" timeOffset="29406">15827 1469 25750,'0'-4'353,"0"1"-492,0 3 692,-16 21 267,13 7-1031,-9 23 199,14-19 1,3 1-179,2 22-471,-1 4 815,-5-26 331,-1-1-325,-2-14-95,0 0 782,0-8 355,2-7-322,0-2-682,0-5 32,0-3-73,0-1-117,-1 0-267,0 1-67,-1 2-582,1-1 411,-2-1 15,1-2 91,-1-3-54,-1-9 84,-2-6 109,0-9 124,0-5 441,3-2-50,1 3 263,2 5-293,0 3 65,0 4-105,-1 1-28,-1 0-252,-5-9-278,1 11-135,-3-5-108,2-2 94,1 7-3,0-4 53,3 5 89,7 12 349,4-4 323,6 8 351,5 0-64,3 4-156,-1 2-59,0 6-239,0 6-233,2 10-291,12 19-236,-8-9 113,-5-6 0,0 1-340,12 10 123,8 10 0,-3-1 203,-8-5 197,-7-4 175,-9-5 93,-4-3 62,-3-2 33,0-3-24,-1-3 46,1-3-23,1-6 93,0-4 254,-1-3 169,-1-3 191,-2-6-33,-2-8-285,-2-10-136,-7-11-101,-5-10-97,-5-5-187,7 18 0,1 2-268,-4-13-231,2-14-50,7 21 286,-1-11 126,1-1 89,-1 0 40,-1-2 70,1 5-30,0 5-15,0 11-71,2 11-155,0 10-318,1 11-1172,-3 13-6264,-2 16 8013,0 5 1,1-11 0,2-9 0</inkml:trace>
  <inkml:trace contextRef="#ctx0" brushRef="#br0" timeOffset="30266">16761 1426 28359,'-4'-48'-60,"0"0"1,0 4-1,0 7-1189,1 8 4530,0 8-3997,1 10 49,2 6 334,6 18-436,-1-2-1385,8 24 1562,-1 3 106,2 17 222,-2 6 94,-3 1 7,-4-5-38,-2-10 694,-7-8 101,1-17 225,-5-7 257,-1-14 4,-3-11-933,-2-12-259,0-15-115,0-14 65,4-11-330,7 27 0,1-2 359,0-1 0,2-1-160,2 1 1,2-2-1664,3-4 1,0 1 2018,7-13-148,-4 21 0,2 2 75,3 0-72,8-1-25,-2 11 360,2 11-438,-1 9 2933,0 12-3245,1 11 682,-2 16-369,-2 24 7,-8-16 89,-9-6 1,-4-1-115,-5-8-10,-14 23 268,-7-24 0,-12 3 16,-5-7 68,-4-8-89,20-7-29,5-5-22,29-4 6,5 0-1,23 0 12,12 1-12,-13 1 1,2 0-280,5 2 0,0 0 279,4 1 1,-1 1-9,2 1 1,-1 0-43,1 1 0,0 1-555,12 3 1,0 1-994,-8-2 0,-1 0-737,0 0 0,-2 0 2330,-9-1 0,-4-2 0,-8-2 0,-1 0 0</inkml:trace>
  <inkml:trace contextRef="#ctx0" brushRef="#br0" timeOffset="30657">15039 2591 9621,'-48'10'852,"-1"-1"1,1 1-1,-1 0 1,-1 0-1,8-1 598,-13 5-519,-4 1-338,25-7 152,57-16-510,11-4-14,19-6 1,12-3-1117,-21 6 0,3 0 1,3 0-1,3-1 1001,1-1 0,5 1 1,1-1-1,-1 0 1,-1 1-368,-6 1 1,-1 0-1,-1 1 1,1 0-1,2-1 288,-2 2 0,4-1 0,0 0 0,-1 1 1,-3 0-1,-6 2-248,6-1 0,-6 1 0,3 0 243,6-3 1,6 0-1,0-1 1,-4 1 19,3 0 1,-3 0 0,2-1-189,-7 3 0,1-2 0,2 1 0,0 0 157,3-1 0,3-1 0,-1 1 0,-3 1 13,6-2 0,-2 1 0,-1 0-5,-4 2 1,0-1 0,-3 2-46,11-3 0,-6 2 606,-19 5 1,-2 0-1131,3 0 1,-2 1-4946,10-1 5525,-23 8 0,-15-2 0,-8 2 0</inkml:trace>
  <inkml:trace contextRef="#ctx0" brushRef="#br0" timeOffset="33549">5018 11143 18947,'-6'6'173,"-2"2"-133,-2 3 16,-5 4 16,-6 5 147,-4 1 212,1-5 190,0-4 74,4-7-163,1-7-213,1-8-100,0-9-68,3-9 12,4-10-141,6 12-16,6-6-29,6 20-21,8 1 21,10 6 1,10 14 22,8 12-23,2 16-227,-24-12 1,-3 5 218,-4 4 1,-3 4-38,-6 7 1,-5 2-20,-10 6 1,-6 2-563,0-14 1,-2-1-1,-4 1 630,-4 1 1,-3 1-1,-2-2 28,-3 1 1,-2 0-1,-2-3 34,1-3 0,0-2 0,-1-2 105,-15 7 1,1-6-61,10-11 0,1-7 254,-16-12-152,25-27-61,18-23 11,21-14-87,3 28 1,4 2-21,4 0 1,5 4-12,0 4 1,4 4-12,29-4 4,4 16-35,-28 12 1,0 4-43,1 5 1,1 4-286,1 7 0,-1 4-1692,2 5 0,0 2 1762,-5-2 0,-2-2 1,9 11-1,-17-18 1</inkml:trace>
  <inkml:trace contextRef="#ctx0" brushRef="#br0" timeOffset="37916">6204 11375 14950,'17'-39'1133,"-1"0"0,1 0 0,4-10 0,-8 3-187,-20-5-60,-12 15-516,-7 6-176,3 11 2,-19 1-100,7 12-57,-19 3-17,2 16-22,-5 11-274,26-5 1,1 2 256,0 3 0,2 3-22,1 2 0,3 1-98,4 1 1,3 1 90,4 0 1,5-1-11,5 28 28,9-17 0,27 7 28,1-23 16,20 4 68,-6-18 74,-2-15 55,-3-13 95,-6-12-129,-12 0 997,-1-24-677,-15 15-7,1-14 264,-7 19-453,-2 13-189,-1 10-193,0 5-269,0 6 141,0 11 286,2 20-23,0 26-40,1 2-434,-4-20 0,-1 4 1,-1-1 406,-2 7 0,0 2-17,0-4 0,0 4 0,1-2-154,-2 9 0,1-3-597,4-5 1,1-4-357,2-13 1,2-2 1134,9 20 0,-6-35 0,1-2 0</inkml:trace>
  <inkml:trace contextRef="#ctx0" brushRef="#br0" timeOffset="40224">6930 11227 11866,'11'-44'1567,"1"1"0,0-1 0,4-15 0,-2 7-217,0 0-41,-6 16-581,-3 16-610,-4 10-286,0 13 185,-5 18 11,-5 26-9,1-9 1,-1 4-595,-3 12 1,0 3 570,3-16 0,-1 2 1,2-1 4,-1 1 1,1-1 0,0 0-2,-1 15 0,2-2-150,1-8 1,3-4 151,4-8 1,2-3 53,4 13 202,7-22 196,3-17-101,7-24-263,-1-5 10,4-10 1,3-4-40,-6 8 1,1-1 374,11-12 0,0 0-344,-7 11 1,-3 3 36,16-13 234,-17 19-324,-13 17 40,-8 19 33,-8 17-28,-5 21-56,2-18 0,-1 2-207,-7 24 173,3-6 1,2 1-309,5-14 0,2 0 0,-4 19 0,4 1-1313,5-11 0,4-2 1627,4 2 0,0-4 0,3 6 0,3-10 0</inkml:trace>
  <inkml:trace contextRef="#ctx0" brushRef="#br0" timeOffset="47540">8125 11489 9890,'7'-59'1700,"1"-1"0,-1 0 1,-1 6-1,1 2 1,-3 11-732,-2 5-431,-2 15-527,0 11-78,0 14 190,0 15 39,0 21-86,0-9 0,-1 3-162,-1-3 1,0 2 124,-4 26 0,-1 3-556,1-17 1,-1 1 520,2-3 0,-1 2 0,0-1-16,1 6 1,1-2 8,1-5 1,1-1-105,2-8 0,2-2 107,1 16 95,3-18 588,-2-14 400,-2-15-774,-2-17 855,0-18-1068,0-22-57,0 19 0,0-2-429,1-6 1,1-2 414,0-5 1,2 0-7,1-5 1,1 0-6,1 1 0,0 0-6,1 5 1,1 2-174,-2 9 1,0 3 208,4-11-347,-6 26 224,-3 18 29,-4 19 50,-3 19-11,0 4 0,0 3 11,-5 21 184,3-8 1,0 2-205,2-15 0,1-1 9,0 11 0,0 1 2,1-3 1,1-1-6,1-4 0,0-3 3,1-5 0,-1-3 317,1 17-721,0-18-2193,1-15 2608,-1-10 0,1-6 0,-1-1 0</inkml:trace>
  <inkml:trace contextRef="#ctx0" brushRef="#br0" timeOffset="55340">9460 11208 9386,'-3'-47'2330,"0"1"0,-1 1 0,-2 8-1255,-8 20-594,-6 1-189,-8 10 10,-7 14-50,-9 18-112,17-2 1,0 5-432,-5 10 0,1 4 326,7-9 1,1 1 0,0 2-524,-1 3 0,1 2 0,0-1 482,1 2 0,0 1 1,2-1-1,1-1 1,1 0-1,2 0-297,1 3 0,2 1 0,2-2 294,-1 8 1,4-3-91,2-5 1,6-3 171,17 12 708,10-26-467,15-3 307,17-21-212,-9-17-219,-2-7 230,-14-16 6,-15-1-39,-4-11 151,-19-10-281,-15 13 1231,-6 6-1370,-17 15-73,2 13-62,-9 1 963,5 9-1853,6 13 210,16 0 697,3 22 0,15-21 0,-1 9 0</inkml:trace>
  <inkml:trace contextRef="#ctx0" brushRef="#br0" timeOffset="58773">9876 11367 8741,'-4'-9'2613,"-2"-23"0,1-7-966,6-2-1082,-2-7 1,2 0 179,11-5-258,5 7-268,2 11-175,1 13-60,2 8-12,7 8 11,-2 5-28,32 15 39,-11 6-362,-11-2 0,0 2 306,-8 1 1,-2 2 2,-2 1 0,-3 2-201,5 31 305,-20 2 56,-25 1-31,2-30 0,-3-3 59,-5-1 0,-2-3 352,-24 14-116,12-15 956,2-10-553,21-10-309,0-4-302,12-4-129,7-2-56,3 0 656,8 0-628,7 3 177,7 3-188,6 9 6,5 4-23,3 9-28,-2 4-17,-5 5 39,-12 4 6,-11 4 45,-18 0 61,-20 0-55,-5-10-46,-9-10 1,-6-3-129,10-7 0,-2-1-758,-18 3 1,0-4-2078,11-5 1,2-2 2343,9-2 1,2-1-1,-4-3 1,19 2 0</inkml:trace>
  <inkml:trace contextRef="#ctx0" brushRef="#br0" timeOffset="61040">11028 11281 13026,'0'-3'5506,"0"1"-3596,0 2-2000,-8-14 186,0 24 32,-13 2-55,-2 37-56,6-13 0,1 2-17,-6 16-12,10-17 1,3 0 0,4 9 5,11 10 34,11-8 34,17-10 39,13-9-59,-17-20 0,2-2 16,12-3 1,0-3-31,18-3-6,-22-2 1,-2-3 61,-4-6 6,1-5-6,-15-5-17,-11-4-39,-14-4 11,-9-3-11,-13 2-33,-21-4-7,11 14 18,6 8 0,-1 2 44,-15-1 51,-14-5-145,6-4 262,11-4-105,13-9-96,16-8-12,17-8-10,15-1-1,18 6-11,10 10-11,7 13 0,1 11 5,-1 16 23,-2 14-11,-1 16 11,-25-12 0,-1 3 17,-1 3 0,-3 1 8,-3 3 1,-4 2-43,-3 0 0,-6 1-451,-7 2 0,-5 0 261,-7 5 0,-2-2 0,-6 5 1,-2-4-1</inkml:trace>
  <inkml:trace contextRef="#ctx0" brushRef="#br0" timeOffset="67833">3236 12973 11267,'-4'-29'-386,"25"6"509,31 21-56,3 2 104,-11 4 0,0 2 75,9 2 105,-9 0 0,7 1 1,-5 1-833,-10-2 1,1 0 831,5 1 1,8 1-1,1 0 1,-7-1-528,2 0 0,1-1 356,6 1 1,10 1 0,1 0 0,-9-2-730,2-1 0,1 0 595,-6-1 0,7 1 0,3-1 1,-2-1-24,-2-1 1,-1 0 0,1-2 0,0 1-474,-8-1 1,0 0 0,1 0 0,1 0-1,0 0 463,10-1 1,1 1-1,1-1 1,0 0 0,-2 0 2,-5-1 1,0 1 0,-1-1 0,-1 0 0,-1 0-282,3 0 1,-2 0 0,1 0 0,1 0 333,-1 0 0,2 0 1,1-1-1,0 1 1,-2 0 50,5-1 1,-2 1-1,2-1 1,4 1-25,-13-1 1,3 1 0,3-1 0,0 1 0,1-1-1,0 1 1,-3-1-179,4 1 0,-2-1 0,0 1 0,0 0 0,1-1 1,1 1 145,-1 0 1,1-1 0,2 1 0,0 0 0,-1 0-1,-2-1 1,-4 1-78,3 0 0,-5 0 0,-1 0 0,1 0 0,2 0 56,0 0 0,0 0 0,2 0 0,0 0 0,0 0 0,1-1-14,3 0 1,0 0 0,1 0 0,0-1 0,-1 1 0,-2-1-24,3 1 1,-3 0 0,-1 0 0,3-1 0,4 0 0,-13 0 0,3-1 1,3 1-1,1-1 1,2 0-1,-2-1 1,-1 1-1,-3-1 1,-3 1-22,13-2 1,-5 0 0,-2 0 0,1-1-1,2 1 16,-2-1 1,1 1 0,1 0 0,1 0 0,-1-1 0,-1 0 13,-2-1 0,-2 1 0,1-1 0,-1-1 0,0 1 0,1-1-12,1-1 1,1 0 0,-1-1 0,1 1-1,-1-1 1,1 0 0,2 0 1,-1 0 0,1-1-1,0 0 1,0 0 0,2 0-21,-5-1 1,2 1 0,0-1-1,0 0 1,0 0 0,-2-1 0,-2 1 14,0 0 0,-1-1 0,-2 1 0,-1-1 0,0 0 0,1 0 4,-2-1 1,1 1 0,0-1-1,-2 0 1,0 0 0,-3 1-1,11-4 0,-2 2 0,-2-1 1,2-2 81,-7 3 0,0-1 0,1 0 0,-1-1 1,-1 0-57,8-4 1,-2-1 0,1-1 0,-1 0 2,-1 0 1,1-1 0,-1-1-1,1-1 71,2-1 1,0-3 0,-1 1 0,-4-2-44,1-4 1,-4 0 0,-3 0-34,-10 8 0,-2 0 0,-1-3 270,8-13 0,-1-4 1,-4 2-246,-3-6 0,-3 0-36,-5 12 0,1 0 0,-5-4 39,-3-5 0,-5-2 0,-3 2-14,-4-5 0,-3 1-20,2-10 0,-6-2 11,-9 16 1,-5-2 0,-2 4-34,-8-4 0,-4 1-17,2 1 0,-4-1 1,-2 2-11,0 7 1,-1 3 0,-2 1 11,-4-1 0,-1 0 1,0 2 12,7 7 0,1 1 0,-4 0 9,-5-2 0,-3-2 0,-2 1 0,3 2 4,-2 0 0,1 3 1,-1-2-4,6 4 0,0-1 1,-2 0-1,-1-1 15,-8-2 1,-2 0 0,0 0 0,3 2-11,-3 0 0,2 2 1,-4-1-10,11 4 1,-4-2-1,-1 0 1,-1 1-1,2 1-4,-6-1 0,1 1 0,-1 1 0,0 0-3,-4 0 0,-1 0 1,0 2-1,2 0 0,10 3 0,1 0 0,0 1 1,-5 0-7,3 2 1,-4 0-1,-2-1 1,0 1 0,1 0-1,2 1-1,-9-1 0,4 2 1,-1-1-1,-5 0 6,8 1 1,-4 0 0,-2-1 0,0 1 0,0 0 0,3 1 3,-3 0 0,2 1 0,1 1 0,-1 0 0,0 0-75,0 0 0,-1 0 0,0 1 0,1 0 0,-1 1 72,0 0 1,1 0 0,-1 1 0,0 0 0,0 0-2,0 1 1,0 0 0,0 0-1,-1 0 1,1 1 1,-1-1 1,0 1 0,0 0 0,0 0 0,0 0 0,-1 0 0,1 0 0,-1 0 0,0 0 0,0 1 1,-1-1 0,0 0 0,0 1 0,0-1 0,-1 0-94,10 1 0,0-1 1,0 1-1,-1 0 1,0-1-1,1 1 97,-3 0 1,0 0 0,0 1 0,0-1 0,2 0 0,1 1 52,-1-1 1,3 0 0,1 0-1,-2 1 1,-4 0-59,3 1 1,-4 0-1,-1 1 1,-2 0-1,1 0 1,2 0-1,3 0-94,-4 1 1,3 0 0,1 1 0,-1-1 0,-3 2 84,3-2 1,-3 1 0,-1 1-1,-2 0 1,1-1 0,1 1 0,3 0-1,0 1 1,0 0 0,2 0 0,1 0-1,1 0 1,1 0 81,-12 1 1,3 0 0,0 1 0,-4 1-78,8-1 1,-3 1-1,-2 1 1,-1 0-1,3-1 1,3 1-2,-7 1 0,3 0 0,1 1 0,-4 0-1,7-1 1,-2 1-1,-3 0 1,0 1-1,2 0 1,2-1 54,-1 2 1,1 1-1,3-1 1,-1 1 0,0 0-53,1 1 1,-1 0-1,1 1 1,1-1-1,2 1 2,-1 0 0,3-1 1,-1 1-1,-2 3-2,-4 3 1,-3 2-1,-1 2 1,2 0 0,3 0-6,3-1 0,5-1 0,-1 1 0,-2 3-2,5-4 0,-2 2 0,-2 1 0,0 1 0,2 0 0,2-1-1,-1 3 1,3 0 0,0 1-1,1 0 1,1 1-46,0 1 0,0 1 0,1 0 0,1 2 0,0 0 49,2 0 0,0 2 0,1 0 0,1 1 0,0 0 5,1 1 1,1 1 0,1-1-1,1 2 1,0 0-9,1 0 1,1 2 0,1 0 0,1-1 0,1-2-17,0 1 0,2-1 1,0 0-1,1 3 14,0 5 1,-1 4-1,1 1 1,2-2 0,3-6 9,1-1 0,3-5 1,-1 4-2,0 0 1,-1 4-1,1 3 1,0-1-1,4-3 3,1 0 1,4-2 0,1 0 0,1 0 6,0 16 1,1 0-1,5 0-12,3-13 0,1 2 0,4-2 0,5-5-94,10 3 1,6-4-1,6-5-667,11-2 1,7-4 0,1-4 767,1-4 0,1-4 0,-3-3 0,9 0 0,-6-4 0,-20-8 0,0-1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18:33.8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7324 1996 17216,'1'-57'1796,"1"0"0,-1-1 0,0 6-401,0 9-471,-2-2-403,-1 19-387,0 12-111,0 14 16,2 14-17,0 18-10,-2 25-54,0-19 0,-1 3-661,0 5 0,-2 2 241,0 3 0,1 1-1555,-1 1 1,2-1 2016,0-6 0,1-4 0,0 12 0,2-25 0</inkml:trace>
  <inkml:trace contextRef="#ctx0" brushRef="#br0" timeOffset="391">7360 1525 17759,'-50'-19'730,"1"1"0,-1-1 1,2 4-1,0 1 1,3 6-401,-6 10 0,2 8-1263,-3 5 1,3 7 1024,-1 8 1,4 9-24,11 0 0,3 6 0,2 2-54,7-3 0,2 1 0,2 2-15,0 0 0,2 0 0,5 2-13,6 0 0,4 1 0,5-2-43,9 11 0,7-1-49,-1-12 1,3 2-1,5-2-125,4-3 0,5-1 1,3-4-763,4-3 1,4-2 0,2-4 509,4-2 0,1-4 1,2-3 217,2-4 1,1-4-1,0-2 243,-1-3 1,1-3 0,-2-3-2,-2-3 1,0-4 0,-2-3 223,-6-1 0,0-3 0,-4-4-228,15-13 1,-7-6 411,-9-6 1,-7-5-99,-7-7 1,-7-4-162,-9 16 0,-3-2 0,-3-2 69,-3-12 0,-3-3 1,-1 4-80,-2-4 1,-3 1 44,-4 8 0,-3-1 1,-5 7-1,-9 8 1,-6 6-116,-13-5 1,-5 4-116,13 17 1,-3 3 0,-1 2-260,-1 3 0,-2 1 1,1 4-2023,0 1 0,0 3 1,3 1 2348,-12 2 0,5 2 0,-12 4 0,33-2 0</inkml:trace>
  <inkml:trace contextRef="#ctx0" brushRef="#br0" timeOffset="956">6972 2838 8892,'3'-5'4924,"-1"2"2889,-2 3-7017,7-60-426,-13 45-146,-6-37 39,-25 75-140,10-2 0,-3 5-380,-8 7 0,-3 5 283,-1 3 0,-3 4 0,2-1-553,11-11 1,1-2 0,-2 4 509,-4 3 0,-3 5 1,1 0-1,2-3-588,2 0 0,2-2 0,0 1 366,-5 7 0,0 0 1,2 0-638,6-7 0,3-1 1,3-1 803,-1 9 1,6-5-1,1 1 1,15-16-1</inkml:trace>
  <inkml:trace contextRef="#ctx0" brushRef="#br0" timeOffset="1323">7278 2751 11122,'-4'-2'8323,"1"-1"-5192,3 3-2739,-45-27-61,33 20-236,-33-20-22,45 27 195,5 2 147,9 6-12,18 7-227,4 2 1,3 2-141,4 0 1,0 1-379,3 0 1,2 2 363,6 2 1,0 0-787,-7-2 1,1 0 641,-8-3 1,3 1 0,-1 0-354,1 0 1,0 1 0,1 2-2803,7 5 0,0 2 0,-3-2 2183,0-1 0,-4-1 0,1 3 0,-9-6 1,-23-13-1</inkml:trace>
  <inkml:trace contextRef="#ctx0" brushRef="#br0" timeOffset="2224">6046 3935 21763,'-41'-31'-134,"8"7"151,33 24 403,0 0-296,-3 3-74,0 0 40,-4 7-17,-3 2-51,1 0-11,1 1 0,6-5 68,1-4 240,1-2 829,0-1-941,-4-8-156,-4-5 16,-7-11-45,0 3 62,-8-12-17,9 13-3369,-1-5 3341,9 15-56,6 3 12,9 5 16,11 4-11,5 3-6,29 23-33,-13 4-157,-15-6 1,-2 4 189,-10 1 1,-7 2-1,-5 24-1095,-24-4 0,-7 0 1084,10-24 0,-4 1-6,-14 14 1,-8 6 0,3-5 674,2-8 1,1-2-633,3-4 1,-2 1-1,4-5-172,1-5 1,3-6 263,-10-7 271,18-25-288,16-19-5,20-12-12,16-4 2674,5 13-2730,-1 17 1,3 2-12,3 4-8,10 3 0,4 2-59,-17 6 0,0 3-65,20-1 0,2 1-660,-4 2 0,-1 1-1485,3-1 0,-1 1 2266,-8 1 0,-3-2 0,13 1 0,-29-2 0</inkml:trace>
  <inkml:trace contextRef="#ctx0" brushRef="#br0" timeOffset="2599">6376 3735 15464,'-46'-16'748,"0"0"1,0 0 0,1 0 0,-17-3-1,1 2 1,0 5-475,8 10 1,0 4-1,0 2-1109,-4 3 1,0 2-1,0 2 954,-1 4 1,0 2 0,1 2-46,3 3 1,0 1 0,4 4-165,3 1 1,2 3-1,3 2 103,5 3 0,3 3 1,3 2 0,5 3 1,2 3 0,5 1 0,2 3 0,5 1 0,3 1-23,4 1 1,5 0 0,3 0-23,6-2 0,4-1 0,5-2-28,5-3 0,5-1 1,4-4-26,7-4 1,4-3 0,3-4-45,6-3 0,3-4 0,2-4 5,-12-6 0,2-3 0,1-2 1,0-2 37,1-1 0,0-2 0,1-2 0,-2-2 57,16-3 1,-1-4 0,-2-2 57,-4-3 1,-1-3 0,-4-3 29,-4-2 1,-2-4 0,-4-3 3,-4-2 1,-4-3 0,-2-3-22,-5-3 1,-2-2 0,-4-2-14,-3-3 1,-3-2 0,-3-1 3,-3-2 1,-2 0 0,-3 0 5,-4 1 0,-4 0 0,-3 2 16,-3 4 1,-3 0-1,-4 4-32,-17-13 1,-8 7-35,-9 8 1,-3 7-20,7 9 0,-2 5-84,7 7 0,-2 2 0,0 3-2196,-17 0 0,2 4 2308,6 0 0,3 0 0,7 1 0,7 1 0,13 3 0</inkml:trace>
  <inkml:trace contextRef="#ctx0" brushRef="#br0" timeOffset="3424">8444 3633 11424,'-4'6'3069,"1"-1"-677,3-5 2660,0 0-4290,-61-60-884,43 29 262,-15-9 0,6-1 138,35 5-250,12 3-6,13 3 1,9 7-34,7 9 11,6 9-23,4 13-408,1 12 389,-30-5 0,-3 3-48,18 22-59,-19 9 143,-17 1 45,-21 4 434,-13-3-409,3-24 0,-1-3 26,-11 6 134,-10-5 67,19-21 399,-2-9-399,7-8 109,7-7-271,7-3-62,7 2-16,7 3-29,9 6-16,10 6-1,13 6-10,13 9-245,-21-2 1,1 1 226,0 3 1,1 1-17,-3 0 0,-1 3-57,14 17 18,-21 6-23,-31 5-67,-27 4 33,5-21 1,-4-2-567,-7 0 0,-3-1 303,-3-2 0,-1-1-426,1-4 1,1-2-1661,2-5 1,2-2 1826,-20 0 1,26-7 0,20 0 0</inkml:trace>
  <inkml:trace contextRef="#ctx0" brushRef="#br0" timeOffset="3807">8589 3215 17865,'-50'-14'971,"0"1"1,1-1 0,-13-4 0,5 7-661,18 17 1,3 7-822,5 3 1,1 4 649,-10 8 0,1 6-792,0 10 0,3 4 693,11-10 0,3 1 1,1 3-18,1 2 0,3 2 0,2 1-13,2 0 0,3 1 1,3-1-9,4 0 1,3 0 0,4-2-4,2-1 0,4-2 0,6-1-678,11 4 1,6-2-1,1-4 664,3 3 0,5-5-18,4-8 1,7-2-1,-1-6-377,-9-10 1,-1-4 0,3-2 402,11 2 1,3-1-1,-1-2-166,1-5 1,1-2-1,-2-3 194,-3-2 1,0-2 0,-2-5 99,3-8 0,-2-4 1,-4-4-58,-12 3 0,-3-3 1,-2-2-35,-2 1 1,-2-1 0,-5-2 38,-1-24 0,-9-1-14,-6 7 0,-4-1-13,-2 11 0,-2-2 0,-3 1 912,-5-17 1,-9 4-928,-5 19 0,-5 2 0,-1 5-36,-3-2 0,-5 7 179,-4 6 1,-6 4-1,1 5-423,-9 6 0,-2 6-262,9 1 1,-1 1 0,-1 3 513,0 3 0,-1 3 0,5-2 0,3 1 0,4-1 0,8 2 0,-1 0 0</inkml:trace>
  <inkml:trace contextRef="#ctx0" brushRef="#br0" timeOffset="4457">5520 5092 22179,'-14'-34'912,"-13"30"-828,1 35 0,1 13-1123,0-9 0,-1 1 1052,1-3 0,-2 2 1,-1 1-11,-3 2 1,0 0 0,-1 0-378,1 0 1,0 1 0,0-1 218,-2 3 0,0 0 0,4-2-837,1 1 1,5-3-2375,-4 12 2892,15-11 0,10-30 0,1-2 0</inkml:trace>
  <inkml:trace contextRef="#ctx0" brushRef="#br0" timeOffset="5540">4544 5946 19266,'2'-39'1523,"1"0"1,2-21-1328,-6 63 62,-6 16-62,-7 23-146,3-10 0,-2 3-709,-2 9 1,-1 3 663,-1 6 1,0 1-6,1 1 0,0-1 3,3-3 0,1-2 0,3-8 0,3-3 346,1 19-243,11-22 29,1-17 436,17-19-174,12-33-296,-2 2-193,-8-1 1,0-2 343,10-16-112,-15 20 0,-1 1 91,11-20 915,-12 18-1095,-10 16-68,-6 13 28,-1 18 6,1 2-17,8 40-6,0-5-199,-2-11 0,0 2 110,1-4 0,-1 1-54,1 2 0,1-1-232,0-1 1,1-1 27,0-6 0,2-3-1114,13 13-818,2-22-807,3-28-465,4-26 2187,-15 6 1,-1-6 753,1-8 1,-1-3 674,0-7 0,-2-2-131,0-6 1,-2-1 588,-7 18 0,0 0 0,-1 1 474,2-19 1,-4 1-218,-2 4 1,-5 3-5,-7 6 0,-4 4-462,2 10 0,-6 4 440,-21-5 0,-6 6-275,6 11 0,-2 4-559,-19-4 0,-4 3 366,5 9 1,1 5-102,-3 5 0,0 5-98,-1 6 0,0 5-74,20-2 1,0 2 0,1 3-10,-1 5 0,0 2 0,2 3-255,-1 6 1,1 2 0,2 2 250,0 5 1,2 1 0,1 3-2,10-13 0,1 2 0,1 0 0,2 0-12,-4 15 0,3 0 1,3 0-7,3-4 1,3 1 0,4-1-21,6-5 0,2 0 0,6-3 108,9 14 1,10-6-135,12-10 1,10-9 31,-9-17 0,3-5 0,3-4-317,7-5 0,2-5 1,2-4 320,-10-2 0,1-2 0,0-3 0,0-1-158,2-3 1,1-2 0,-1-2 0,-1-2 225,0-1 1,-1-2 0,-1-2 0,-1-3 67,3-6 0,-1-4 0,-3 0 0,-3 1-57,-2 2 1,-3 2 0,-3-5-1,-6 1 1,0-4 0,-4-1 0,-5 3 196,-3-15 0,-9-1-161,-2 11 0,-3-2 0,-4 1 4,-3 4 0,-4 0 0,-4 3 6,-14-14 0,-8 5-23,-6 9 0,-5 7 3,-5 6 0,-2 7-31,-1 5 0,1 4 13,3 5 1,2 1-238,8 3 0,3 1 193,-16 1-4012,25 2 3832,19 2 0,9 0 0,4-1 0</inkml:trace>
  <inkml:trace contextRef="#ctx0" brushRef="#br0" timeOffset="6107">5549 5114 20459,'-49'-23'1228,"1"0"1,6 6-1,10 1-858,23 6-236,10 8-55,10 1-1,16 6 12,25 5-76,-6 6 0,2 1-497,-11-4 1,-1 2 440,20 10 0,0 4-174,-18-7 1,-1 2-524,10 6 0,1 3-1793,0-1 0,-2 1 2532,-5-5 0,-3-2 0,12 7 0,-23-16 0</inkml:trace>
  <inkml:trace contextRef="#ctx0" brushRef="#br0" timeOffset="6874">6592 5836 18964,'0'-5'3349,"0"1"-2061,0 4-1170,-26-52-96,17 39 51,-27-30-12,19 58-38,-4 4 66,-15 7 18,2-8 50,-25 3-6,10-10 78,-4-3-94,25-8 178,6-3-66,13 1-174,3 0-107,3 1-39,3 1 73,3 6 51,4 6-40,4 10 11,3 9-4,2 14-2,-5-3-4,-1-1 4,-3-2-4,-1-10 4,1 5 24,-1-8 139,-3-12 258,0-6-236,-2-9 46,-1-7-180,0-8-11,8-22-39,-1 12 5,18-14-22,-6 26 11,36-10-22,-6 13-235,-12 4 0,1 3 240,-3 6 0,-1 4-11,1 1 1,-1 4-1649,-2 3 0,-2 2 1604,10 12-319,-25 1 1,-9 3 222,-24 21 47,-3-11 1,-5-1-51,-12-4 1,-4-4 50,6-5 0,-1-3-256,-11 3 1,-1-5-406,11-8 0,-1-3-1642,-7 1 1,1-3 2411,9-7 0,3-2 0,-6-1 0,21-5 0</inkml:trace>
  <inkml:trace contextRef="#ctx0" brushRef="#br0" timeOffset="7251">6457 5546 15121,'1'-5'5058,"0"1"-3496,-1 4-744,-108 59-2531,73-29 0,0 4 1736,-2-4 1,-6 2 0,0 3 0,6 1-22,4 8 0,5 2 0,2-1-10,3-7 1,3-1 0,0 4 1,-2 17 0,1 5 1,6-4 7,5 0 1,5-2-9,-2-11 1,1 0 0,8-1-49,20 16 1,12-9-28,0-21 1,6-5 61,1-2 1,4-1-1,-1-4 8,8-4 0,2-8 5,6-5 1,6-5-1,-3-3-153,-17-1 1,-3-2-1,3-2 208,1 0 0,3-2 0,-1-1 0,-4 0 13,13-8 0,-5-7 63,-9-3 0,1-6 0,-7 2-72,-9 6 0,-4-4 38,5-17 1,1-9 0,-9 3-17,-11 2 1,-7-2-310,-2 4 0,-1-3 0,-7 3 287,-10-9 0,-10 6-14,-10 6 0,-6 8-33,6 10 0,-3 7-18,1 10 1,-4 4 0,-1 4-380,-5 4 0,-2 4 1,1 1 219,-11-2 0,-2 4-2019,0 6 0,-5 4 0,9 0 2017,18-2 1,4 1 0,-9 3-1,5-2 1,14-2 0</inkml:trace>
  <inkml:trace contextRef="#ctx0" brushRef="#br0" timeOffset="8533">8404 4580 15855,'10'-59'1695,"-1"1"0,0 4 0,-1 9-648,-1 11-256,-1 8-231,-2 10-347,-2 7-197,-1 11 74,-5 14 33,-5 21-98,-1-7 1,-1 4-413,-5 9 1,-2 3 268,-3 7 1,-3 1-601,8-15 0,-1 0 1,0 1-602,0 0 1,0 1 0,1-1 861,-4 12 1,2-4 0,6-15 0,1-4 0,2 3 0</inkml:trace>
  <inkml:trace contextRef="#ctx0" brushRef="#br0" timeOffset="9100">8197 5473 15838,'0'-4'4419,"0"0"-2201,0 4-1943,-78-7-57,31 26-612,-9-9 1,0 6 449,25 13 0,5 7-17,0 2 1,3 4-343,2 4 1,4 2 302,3 1 0,5 1-17,7 6 1,5-1 7,0-18 1,5-2-3,10 7 0,6-5-466,29-5 488,-17-16 1,3-4 32,1-4 1,2-6 134,3-9 1,-2-5-7,11-6-64,-26-2 1,-5-4 282,-11-13 532,-8-11-689,-19 2-97,-11 20 0,-5 3-105,-9-3-28,7 11 1,0 4-17,-12 9-56,2 4-147,-7 11-2937,5 20 2484,21-5-1751,4 22 2418,22-14 0,-3-9 0,6-6 0</inkml:trace>
  <inkml:trace contextRef="#ctx0" brushRef="#br0" timeOffset="9491">8265 5292 15859,'-45'-23'388,"-1"0"0,1 0 0,-10-7 0,2 8-178,7 19 0,1 7 686,7 4 0,0 6-861,1 3 1,-1 4 0,2 3-25,-8 14 0,4 5-333,10-5 0,1 4 0,5-2 322,1 6 0,4 2-2,6-7 0,2 3 0,3 0 106,5 0 1,4 1-1,2 0-162,1 0 0,2-1 1,4 0-18,5 4 0,3-1 1,5-6-293,18 4 0,5-8 305,-7-9 1,3-4-9,16-4 0,3-7-291,-9-7 1,0-4 366,-10-3 0,1-1 0,-1-3 464,17-7 1,-2-7-369,-17-3 1,-2-4 0,-3-1-39,1-1 1,-4-5 19,-6 0 0,-2-5 0,-5 1 11,-5-7 1,-8-2 6,-3-1 1,-4-5 0,-1 3-206,-2-2 1,-6 1 186,-6 5 0,-4-2 0,-4 7 39,-10 5 0,-5 6-48,-13-6 1,-4 3-68,-2 8 1,-2 6-161,17 8 1,-1 2 0,2 2-563,-3 1 0,3 2-1709,6 4 1,5 4 2788,12 5 0,15 0 0,4-2 0</inkml:trace>
  <inkml:trace contextRef="#ctx0" brushRef="#br0" timeOffset="9957">8928 4430 20454,'-45'-41'997,"1"0"0,3 4 0,13 10-974,24 22 300,16 13-272,16 11-29,23 16-363,-17-11 1,1 2 331,6 5 1,0 1-9,-8-5 1,0 1-201,0 1 1,1 4-1,-1-2-1007,0 3 0,1 1 1141,0 0 0,3 3 0,-6-5 0,-8-7 0,-2-4 0,16 21 0</inkml:trace>
  <inkml:trace contextRef="#ctx0" brushRef="#br0" timeOffset="10373">9385 5298 24133,'1'-53'1154,"17"7"-1053,13 32 0,5 5-51,0 1 1,1 2-21,-1 3 1,0 4-458,-1 5 0,-2 4 432,1 4 1,-2 5 2,-2 5 1,-1 5-6,-2 3 0,-3 3-26,-3 2 1,-3 2-32,-4 2 1,-3-1 5,-4-8 1,-2 1-289,-4 14 0,-3 1-1017,-4-9 0,-1-2 12,1 2 0,-1-2 1341,-10 21 0,11-45 0,2-1 0</inkml:trace>
  <inkml:trace contextRef="#ctx0" brushRef="#br0" timeOffset="10567">9514 5597 21378,'36'-35'-40,"1"1"1,-1-1 0,1 3 0,0 1 0,1 7-429,13 8 0,1 5-778,0-1 0,-1 0-3670,-5 2 1,-3 0 3111,16-4 1,-35 9 0,-26 6 0</inkml:trace>
  <inkml:trace contextRef="#ctx0" brushRef="#br0" timeOffset="10907">9721 4912 16155,'-58'-1'978,"0"-1"0,0 1 0,-2 3 0,-1 2 0,1 3-577,1 2 1,0 3-1,-1 3-1270,14-1 1,-1 2-1,1 1 1,1 2 943,1 1 1,1 1 0,0 2-1,4 2-55,-9 8 1,4 4 0,6 2-138,8 0 0,4 3 0,8 1 126,9 0 1,5 1-1,7 1 0,7 0 1,6 0-1,4-1-4,7 0 1,6-1 0,3-2-27,4 0 1,4-2-1,2-1-124,4-2 0,2-2 0,1-3 100,2 0 0,1-3 1,2-3 21,0-2 1,2-2 0,0-3 27,1-3 1,1-2-1,0-3 12,0-3 0,1-2 0,-2-3 20,0-4 0,-1-3 1,-1-4 31,-3-2 0,-2-3 0,-1-5 3,-5-2 1,-2-4 0,-3-3-141,-4-2 0,-3-3 0,-3-2 137,-5-3 0,-3-1 1,-3-3-29,-5-2 0,-2-1 0,-4-1 136,-2-1 1,-2-2 0,-4 1-167,-3 1 0,-3-1 0,-4 2-34,-2 3 1,-3 1 0,-6 3-174,-17-12 0,-12 8-658,7 20 1,-6 6 0,0 2 853,-2 4 0,0 3 0,2 2 0,-7 3 0,6 2 0,-15 2 0</inkml:trace>
  <inkml:trace contextRef="#ctx0" brushRef="#br0" timeOffset="26642">19578 1697 26196,'-46'28'486,"4"14"-932,30-6 0,5 4-1032,-1 10 0,1 0-3438,4-8 1,1-1 4244,3 0 0,1-4 0,1-3 1,3-18-1</inkml:trace>
  <inkml:trace contextRef="#ctx0" brushRef="#br0" timeOffset="26999">19860 1404 17550,'-41'-9'58,"0"1"0,4 2 0,8 10 1509,21 36-1517,9 5 599,11-1-581,12-4 10,9-10 51,2-11 515,-2-11-212,-8-13 876,-6-11-1028,-7-12 0,-6-8 84,-8-1 134,-13-1-391,2 15 22,-13 2-163,7 17-134,-7 4-224,0 12-577,4 12-2123,7 14 3092,9 14 0,3-23 0,6-1 0</inkml:trace>
  <inkml:trace contextRef="#ctx0" brushRef="#br0" timeOffset="27730">20112 1754 23567,'-12'41'50,"-1"-1"1,1-1 0,4-1-15,5-2 0,2-3-13,-1 11 33,0-1 179,1-31 403,2-2-61,3-15-335,6-14-46,9-19-45,8-17-101,-10 24 1,0-1-126,2-1 1,0 2 99,-1 3 1,2 1 2,22-20-28,-15 20-23,5 7-5,-9 17 47,7 10-46,4 10-3422,9 25 3369,-13-10-60,-10-6 1,0 2-237,7 9-115,9 8 25,6-10 208,-11-22 0,3-3 156,29-5-188,-23-9 0,0-4 362,11-10 27,-21 1 0,-2-3 200,10-14-17,-16 8 1,-3 1 2995,3-9-2750,-15-7-256,-14 29-161,-16-3 1129,-6 15-650,-9 11 122,0 10 54,4 24-224,15-11-76,6 20-110,22-21-289,9 7-388,18-9-145,12-8-14,8-11 55,2-10 304,-6-15 241,-8-24 132,-21-9-237,-15 15 0,-5-2 361,-14-26-382,-3 14-116,-16-4-48,-7 13-69,-1 6-147,0 8 26,15 15 329,11 7 12,4 9-386,5 11-2091,8 13 2491,13 15 0,-8-21 0,6-1 0</inkml:trace>
  <inkml:trace contextRef="#ctx0" brushRef="#br0" timeOffset="28066">21529 1722 24251,'-2'-4'2169,"1"0"-1854,1 4 282,-7 8-245,23 23-835,3 17 283,2-13 1,1 2 76,-1-1 0,-2-1-129,-4-4 1,-2 0 244,2 16 84,-22-17-167,-13-15 270,-5-12 533,-9-17-208,12-11-176,-1-25-268,14 0 24,12 15 0,7 1 94,14-10-273,21 2-295,-12 29 0,2 4 38,15-2-698,1 8 0,2 4-814,-16 3 0,-1 1 606,7 0 0,1 1 1305,4 5 0,-6-1 1,-11-2-1,12 4 0</inkml:trace>
  <inkml:trace contextRef="#ctx0" brushRef="#br0" timeOffset="28449">22401 1854 29879,'-18'-44'-525,"-1"1"0,-6 1 1,-4 13 188,-8 31 1146,-20 9-666,4 18 69,28-8 1,2 3-53,-11 17-176,18-12 0,3 1-298,6 28 552,4-10-253,18-16 0,7-5-579,24-5 403,-10-9 0,2-3-4,17-8 236,-16-11 0,0-5 322,8-21-566,-14 6 1,-3-6 382,-10-2 0,-3-4-32,-2-7 0,-2 0-112,-4 8 0,-1-2-20,2-19 0,-2 3-330,0 1 271,-3 4 1,-2 2-268,-6 11-217,-2-9 51,-2 32 97,2 9 214,2 11 48,-1 28-44,2 16 5,2-7 0,0 4-172,2 4 0,3 2-491,1 7 1,4 0-2040,3 2 1,2-1 1422,-2-12 0,3-2 1434,8 5 0,0-6 0,-5-12 0,8 5 0</inkml:trace>
  <inkml:trace contextRef="#ctx0" brushRef="#br0" timeOffset="29015">22985 1869 24620,'0'-42'583,"1"1"1,0 4 0,-1 9-537,-2 23-118,2 3-2,4 12 35,8 6 34,11 13 11,12 4 20,8-2-4,5-4 10,-2-12 93,-8-8 51,-11-17 48,-12-10-94,-13-11-114,-7 3-20,-15-9 9,-14 6 153,-4 2 25,-6 7 14,12 15 16,10 8 161,-5 15-52,11 6-100,-4 18-47,12 7-218,13 8-98,15 5 11,-3-30 0,5-1-444,4-1 1,3-2 348,4-2 0,2-2 38,1-4 0,0-2-49,-2-4 1,-1-2 49,26 0 66,-8-15 182,-7-10 77,-6-15-120,-5-12 43,-7-6 33,-6-4 69,-5 5 10,-3 8 112,1 8-43,2 6 849,7 6-866,8 7 326,6 6-311,5 13-54,2 10 12,1 14-482,-4 13 167,-3 7-89,-19-22 0,-2 0-510,-1 1 1,-2 1-3241,0 0 0,-2 0 3895,5 20 1,-7-19-1,-6-15 1</inkml:trace>
  <inkml:trace contextRef="#ctx0" brushRef="#br0" timeOffset="30132">24552 1533 19454,'6'-44'1342,"0"0"1,0 7 0,-6 8-1226,-15 14 333,-16 26-221,3 19-134,5-2 1,1 2-257,5-2-1,1 2 203,1 7 0,0 6 1,2-2-443,2 5 0,3 2 382,0-4 0,1 4 1,4-2-613,7 8 1,5-4 478,-1-11 1,5-2-644,13 3 0,8-5-4121,16-5 1,2-5 3300,-14-4 0,-1-1 0,7-2 0,-7-6 0,-21-8 0</inkml:trace>
  <inkml:trace contextRef="#ctx0" brushRef="#br0" timeOffset="30658">25056 1930 14751,'8'-49'2272,"-1"0"1,1 0 0,2-17 0,-4 12-1288,-9 24-581,-2 13-494,2 11-33,0 12 123,0 15 11,1 22-48,0-11 1,2 3-411,0 5 1,1 3-240,1 2 0,1 1-1451,1-1 0,2-1 2137,2-1 0,-1-3 0,3 3 0,-1-10 0</inkml:trace>
  <inkml:trace contextRef="#ctx0" brushRef="#br0" timeOffset="30908">25318 1498 21024,'-3'-9'1812,"-2"-23"0,0-5-1117,3 13-578,-2-12 1,5 4-67,9 23-6,12 17 5,16 19-16,0 8-774,-2 12 0,-1 9 740,-9-8 0,-2 4-536,-2-1 0,1 5 1,-5-1 443,-5-4 1,-4-1-1,-5 1-383,-3 2 1,-5-1 0,-5 0 474,-7 5 0,-5-1 0,1-6 0,2-4 0,-1-5 0,-6-3 0,0 0 0</inkml:trace>
  <inkml:trace contextRef="#ctx0" brushRef="#br0" timeOffset="33642">19464 1855 14279,'0'-3'5033,"0"0"1622,0 3-4749,4-57-1701,-5 39-33,2-42-290,-4 55-265,0 3 7,2 4 958,4 10-644,5 19-721,1 8 654,2 4 133,-6 4 106,-3-8 390,-8 15-87,-1-14-328,-5-4 724,3-18 493,3-8 228,4-7-497,1-6-1033,2-10 0,4-22 0,0-9 0,1-5 0,-3-9-39,-3 11-651,-1-9-100,-2 13 1386,-1 12-875,1 16-279,0 7-44,2 14 622,3 10-200,3 17 147,-2-1 1,0 1-81,1 18-1581,-3-2 0,-2-2 1939,-2-5-439,-4 1 0,-1-2 977,2-16-432,-7 13 380,11-33 343,-2-6 76,1-13 992,-1-14-2142,1-17 0,5 8 0,2-2 0,2 4 0,0 0 0,1-1 0,1 2 0,12-22 0,-8 25 0,-2 6-161,-5 17-468,-4 17-209,0 12 1,-1-10 0,1 2 0</inkml:trace>
  <inkml:trace contextRef="#ctx0" brushRef="#br0" timeOffset="49100">21667 2704 11654,'8'-45'1081,"1"0"0,-2 3 0,0 9-639,-4 16 768,-1-1-527,-4 9-386,2-2 347,-3 6-526,1 3-141,0 1 107,1 10 51,0 10-62,-1 15-12,1 11-16,-1 7-28,2-8 28,2-10 0,0 2 32,1 14-22,0-14 1,1 0 80,-1 18 14,1-6-68,-2-15 45,-1 1 120,0-14 230,-1 2 278,0-11 223,-1-5-766,-2-28-113,-1-1-14,-3-23 83,1 1-94,0-5 10,-1-2 11,1 1-11,1 4-1,2 9 71,0 10-26,3 11-203,-1 9-46,1 4 145,3 9-186,4 9 4,4 14 34,5 12 22,0 9 86,-3-8-15,5 17 45,-7-21-23,2 11 229,-7-20 166,-3-8 292,-2-11 7,-1-9-454,-1-12 17,-3-14-24,-2-14-56,-1-11-67,4 16 0,0 1 39,1-13-9,1-15-36,1 32 117,-1 0-152,0 11-211,0 11 102,1 5-430,0 20-757,8 22-231,-2 0 1424,2-3 1,2-2 0,-4-12 0,4 10 0</inkml:trace>
  <inkml:trace contextRef="#ctx0" brushRef="#br0" timeOffset="50541">18429 3508 12828,'-39'0'302,"-1"0"1,-22 0 150,67-3 342,10-3-177,16-3-235,17-2-271,-18 5 1,3 1-555,16-2 1,0 1 551,-14 1 0,0 1 23,19-2 1,1 0-334,-15 1 1,2 0 198,4-1 1,4 0 0,-2-1-637,4 1 0,0 0 631,1-2 0,3 1 1,-1 0-14,6 0 1,0 0-40,-9 1 1,3-1 0,0 1-496,2 1 1,1-1 0,0 1 504,1-1 0,1 1 1,-1 0-9,1 0 1,1 0 0,1 0 15,-7 0 0,2 1 0,0 0 1,-4 0-16,-1-1 0,-4 1 0,4 0 10,-2 0 0,3 0 1,1 0-1,-2 0-513,9-1 0,-2 0 0,-1-1 543,-9 2 1,-1 0-1,3-1-7,0 1 1,3-1-1,-1 0 1,-2 0 123,-4 1 1,-3 0 0,9-1-102,-3 2 1,8-1-1,7 0 1,1 0 0,-1 0-1,-4 0 1,-7 1-111,-1-1 0,-7 1 1,0 0-1,6-1 127,-1 1 0,7 0 0,4 0 0,0-1 1,-2 1-1,-6 0 0,-10 1 40,14-2 1,-7 1-66,-7 0 1,2 0 0,-3 0 451,7-1 0,-2 0-157,6-1 1,-2 1-134,-13 0 1,0 1 75,8 0 0,2-1 994,-5 1 0,0 1-1003,9-1 1,1-1-76,-7 2 0,0-1 83,-3 0 1,2 0-154,8 0 1,-3 0-227,2-1 75,-6 2 1,2-1-67,-12 1 1,-2 0-145,25-1 292,-20 1 1,0 0 167,14 1-90,-20-1 1,1 1 3,0 0 1,0 1 11,7-1 1,-1 0 69,16 1 67,-18 0 1,0 0-138,-3 0 0,-1 0 1764,24 0-1938,-17 0 1,1 0 3,-5 0 1,-2 0 17,1 0 0,0 0-59,-2 0 0,-1 0-112,19 0 1231,-14 0-462,16-1 11,-10 0-24,1-1 372,-20 2-582,-3 0-1208,-10 0 1050,-2 0 0,-5 0 0,-4 0 0</inkml:trace>
  <inkml:trace contextRef="#ctx0" brushRef="#br0" timeOffset="51790">21683 2789 20462,'1'-36'-365,"-1"1"1,4-21 134,4 53 1218,0 3 46,-3 5-805,-3 5-109,-4 9 264,-6 8-160,-7 7 278,1-5 72,-10 19-604,13-12-243,-2 20 542,14-7-40,8 2-346,5-4-254,0-3-87,-3-7 31,-5-7 156,-3-5 247,-3-5-15,-1-8 520,-4 1 48,3-8 295,-2 1 407,3-4-258,1-2-48,2-5-567,-1 0 7,3-16-228,-1 0-230,0-16-170,-2-2-155,-4-8 125,0-6-14,-1 19 0,0 0 22,-1-13 179,2 14 0,0 2 82,2-7 91,1-6 133,5 1 146,-2 16 107,4-1 189,-4 18-1,0 1-109,-1 5 100,1 7-798,2 10-379,3 13-30,4 13-30,2 9-135,2 5 157,-7-19 0,-1-2-827,3 14 1237,-5-12 1,-1-2 0,-3-13 0,0 9 0</inkml:trace>
  <inkml:trace contextRef="#ctx0" brushRef="#br0" timeOffset="60232">18392 3568 10358,'1'-3'3212,"-1"1"318,0 2-2462,1-22-830,-2 15 562,-4-18-333,0 20-15,-1-1-270,2 2-176,4 2-133,-1 1-79,6 5 178,1 3-28,6 8 19,-2 6 27,0 10 79,-1 9 63,1 7-45,0 6-225,2 0 101,0 0 118,2-6 37,-2-6 43,-2-7-7,-4-9 105,-2-8 370,-3-7 411,0-6-707,-1-3 122,-5-14-385,3 2 87,-8-29-78,5 6-7,-1-18-7,3 5 5,1 2 8,-1 3-21,-2 5 45,-3 6-33,-1 6-36,-1 7-121,4 8-114,2 6 81,2 7 200,2 11-66,0 12 4,2 1 7,6 28 14,2-14 6,6 19 15,-1-13-69,-2-6-128,-2-5 89,-4-9 59,-4-7 171,-2-9 252,-1-7-290,-7-22-102,-5-15-40,-2-6 12,-5-18-16,9 26 17,2-2 0,0 0-10,0-9-4,-2-15-10,6 23 45,1 14-108,2 9 2,0 10 32,1 12 86,4 11-43,3 15-2,5 11-26,5 5-240,2 0 221,1-1 2,-1-7 56,-3-5-95,-3-8-25,-3-6-121,-5-7-1190,-2-6-577,-2-7 1995,-2-2 1,0-4 0,-1 0 0</inkml:trace>
  <inkml:trace contextRef="#ctx0" brushRef="#br0" timeOffset="63032">18011 4933 17479,'16'-41'887,"1"0"0,-2 4 0,-4 10-742,-11 21-134,-4 12 1,-4 11-18,-7 16-22,4-4 0,1 3-6,-4 14-39,7-11 1,1 1-197,7 10-117,8 11-231,10-7-1326,10-7 1943,6-7 0,-14-17 0,-4-5 0</inkml:trace>
  <inkml:trace contextRef="#ctx0" brushRef="#br0" timeOffset="63448">18077 4544 16101,'-37'19'37,"0"0"1,3-1-1,12 0-9,30 5 84,6-2 107,7-7 105,0-5 141,-3-5 90,-3-6-68,-5-6-95,-4-7 79,-4-11-314,-4 6 179,-5-8-28,-3 14-112,-4-2-146,0 6-296,-2 6 78,7 4-286,-1 7-252,8 8-638,1 9-2090,10 7 2586,11 7 0,-7-17 0,4-1 0</inkml:trace>
  <inkml:trace contextRef="#ctx0" brushRef="#br0" timeOffset="64175">18338 4812 10466,'2'-6'4139,"1"2"-789,-3 4-3277,-11 6-45,9 3 16,-9 18-4,11 5 16,1 9 11,2 1 17,1-5 56,1-4 50,-1-9 449,-1-9 521,0-8-332,-1-10-301,2-20-365,-2 2 147,2-22-68,-2 9-96,2-7-61,4 2-95,-2 15-28,13 4 11,-8 15-34,13 5-27,-3 11-3483,15 15 3522,-9-4-154,-3 1 0,-1 0 36,-1-3-196,19 18-106,-11-15-258,18 4 576,-15-12 91,14-7 145,-30-13 162,8-14 129,-16-8 253,3-26-444,-5 15 108,-1 5 0,0 2-108,-1 7 3487,2-15-3464,-6 26 0,0 2-252,-1 7-22,-3 17 56,-1 7-17,0 7-62,2 11 29,14 0 50,-3-8 11,17 6 22,-1-18-5,-5-4 67,4-4 45,-15-9 39,2-12-56,-7-3 5,-5-12-61,-5 7 34,-9-8 5,-5 5 34,-16-11-107,9 11 29,-14-8-57,27 19-84,-5-7-324,15 12-942,8 2-682,9 9-4992,8 9 7030,-1 4 0,-7-5 0,-6-5 0</inkml:trace>
  <inkml:trace contextRef="#ctx0" brushRef="#br0" timeOffset="64549">19165 4774 20918,'-40'8'73,"18"12"-68,47 12 1,9 10-6,1 2-4252,-4 0 4247,-10-12 881,-5 9-814,-12-19 139,-2 3 107,-10-16 118,-11-19-291,3-1 179,-8-22 89,11 1 28,1-11-162,5 0 3196,8 12-3415,14-9-246,20 11-6,-1 1-218,-4 16 0,2 4-1899,24 2-2597,-22 3 1,-1 1 3606,16 3 1,-19-1 0,-23 1-1</inkml:trace>
  <inkml:trace contextRef="#ctx0" brushRef="#br0" timeOffset="65098">19897 4872 10170,'4'-2'4939,"-1"0"-2132,-3 2-567,-5-60-1842,2 41-40,0-17 1,-3 3 178,0 21-200,-5-1-169,-4 6-90,-7 5-10,-8 12-7,-10 10-16,-4 13-23,-1 7-16,5 8-17,7 3 11,10 0-6,10-3-5,13-5 17,13-9 22,11-8 28,9-11 28,6-9 22,3-16 0,0-14-10,-2-15 16,-6-12-65,-20 21 1,-3-2-277,-2-3 1,-2-2 267,-2-2 0,-3 0 0,-1-1 0,-1 1 20,-3 0 0,0 2 11,-2 2 0,0 1 81,-7-25 28,1 9-11,3 12-44,2 13-136,3 13-21,3 8 27,5 15 525,2 16-530,1 3 0,-1 3-12,4 18-417,-4-7 0,-1 1 311,-3-12 1,1-1-130,0 10 0,2 1-415,0-1 1,2-1-334,2-2 1,1-2-1236,2-4 1,3-3 1640,3-2 1,0-4 0,3 3 0,-1-10 0</inkml:trace>
  <inkml:trace contextRef="#ctx0" brushRef="#br0" timeOffset="65692">20321 4852 23282,'-33'-32'15,"0"0"0,2 2 0,10 15-38,22 34 12,8 1 22,8-1 6,6-4 5,4-8 18,-1-6 4,-3-11 68,-4-14-50,-9 3 16,-2-15 23,-8 13 84,-5-5-34,-2 6-89,-6 7-29,-4 7-16,-11 7-17,8 4-5,-11 13 16,13 6-17,-4 11-16,5 8 5,6 13-5,6-16 5,10 13 11,8-22-5,11 4 5,8-7-10,8-7-1,4-7 28,0-8-5,0-11 16,-4-8-11,-6-11 0,-9-8 29,-5-6 21,-8-3 68,-4 3 5,-2 5 12,0 4-23,4 4-44,4 4-18,7 4-44,3 6 11,4 7-17,2 8-22,1 9 17,1 8-18,-1 11-32,-4 6-136,-3 7-380,-2 2-1321,-1 2-7272,-2-3 9153,-3-9 0,-6-14 0,-6-10 0</inkml:trace>
  <inkml:trace contextRef="#ctx0" brushRef="#br0" timeOffset="66125">21272 4544 13463,'0'-7'7399,"0"1"-6593,0 6 349,-13-65-657,3 48-428,1-19 0,-3 9 8,-6 39-16,-6 18-17,-8 24-499,14-20 1,1 3 442,0 6 0,2 1-14,4 2 0,3 1-26,5 0 1,7 1-166,12 6 1,7-2-107,3-8 0,4-4 30,2-3 1,3-2-799,6-6 1,3-4 1089,-3-6 0,-2-2 0,17 9 0,-6-7 0</inkml:trace>
  <inkml:trace contextRef="#ctx0" brushRef="#br0" timeOffset="68399">21390 4760 7918,'-2'-6'5707,"0"2"-1960,2 4-3377,6-24-135,1 18-89,6-19-45,0 29-6,-1 1-11,-1 5 11,-3 1 17,-4-1 45,-1-1 258,-2 0-208,-3-3 320,-2-1 21,-3-3-111,-2-1-95,-1-5-79,0-5-73,3-7-33,3-5-17,4-3-39,6-1-56,5 3-39,7 2-23,5 6-12,5 5-21,5 6-23,6 11 28,2 8-11,0 11-22,-7 8 28,-11 7 10,-16 6 12,-23 5-79,-1-26 0,-4 0 115,-7 1 1,-3-2-190,-3-1 1,0-3 258,0-4 1,1-2 224,-20 2 128,16-14-39,16-14-84,12-9-101,13-5 126,9 0-243,9 4 410,4 6-489,9 7-33,-10 7-6,14 8-79,-8 7-134,15 7-123,7 5 48,-23-13 0,1 1-166,1-1 0,1 0-339,-1-2 1,1-1-3073,28 5 3893,-4-9 0,-27-5 0,-6-2 0</inkml:trace>
  <inkml:trace contextRef="#ctx0" brushRef="#br0" timeOffset="68652">22089 4467 20128,'-32'-44'971,"0"0"0,3 5 0,7 9-949,13 23 1,11 20-18,3 2 29,14 31-51,6 5 3,-7-16 0,3 1-645,2 3 1,2 1 658,1 0 0,1 0-17,-2 0 0,-1 0-62,-4-1 1,-4 0-196,-6 1 0,-7 0-625,-10 0 1,-8 0-2583,-9 1 0,-5-2 3481,-4-3 0,0-4 0,-15 9 0,18-19 0</inkml:trace>
  <inkml:trace contextRef="#ctx0" brushRef="#br0" timeOffset="93048">18755 5638 6770,'0'-10'2907,"0"3"185,0 7 487,0 0-2975,-3-43-340,2 31 318,-2-33-487,3 44-134,0 0 56,0 5 224,0 9-57,0 13-105,-1 2 139,-3 31-151,1-24-8,-1 4 0,0 2-14,2 8-236,1-15 0,1 0 208,3 8 73,10 11-6,0-21-12,5 11-10,-4-19 117,-4-6 544,-4-10-225,-3-4 668,-3-6-869,-6-16-235,0 3 89,-16-36-112,9 24 51,-12-30-29,11 16-22,0-20 29,7 10 22,7-2 0,5 16-34,4 10-23,-1 8-33,-2 9-28,-1 5 11,1 16 17,2 9 12,2 20-7,-1-4-5,-5-3 0,0 2 11,3 14-8,-4-15 0,1 0 3,2 12-1,-1-12 1,-3-14 436,1-8-235,-3-9 79,-3-15-230,-5-12-34,-1-7 18,-8-19-7,3-10-16,1 1 22,3-2 17,5 29-28,2 13-45,2 10-190,-1 6 168,3 21-73,3 0-330,2 22-51,1-10 493,-2 3 0,0-2 0,-2-9 0,2 21 0</inkml:trace>
  <inkml:trace contextRef="#ctx0" brushRef="#br0" timeOffset="97958">17259 6309 9884,'-48'0'636,"1"0"1,4 0 0,11 0-570,21 0-168,7 0-453,3 0 1198,9 2-73,5 0-386,7 0 90,14-2-107,8 0-45,20-2-400,-25 1 0,2-1 321,6-1 1,1 0-9,4-1 1,1 1-23,5-1 0,1 0-630,3-1 0,0 0 634,-18 1 1,1 0 0,-1 1-6,1-1 0,0 0 1,1-1 2,8 0 1,1 0 0,-3-1-17,2 1 0,0-1 3,-6 1 1,2 0 0,-3 0-4,-1 0 0,-1 0-9,11-1 1,2 1-415,-2-1 0,0 1 420,0 0 0,0 1-811,-10 0 0,1 0 0,-3 0 825,3 1 1,0-1-15,17 0 0,-1-1-97,-21 2 1,-1 1 85,9-1 0,2 1 184,-5 0 1,-1 1-177,-2 0 0,-1 0 9,-4 1 0,1 0 5,-3 0 1,0 0-1,-1-1 1,1 1 190,0-1 1,1 1-195,2-1 1,1 1-20,1-1 0,1 1-3,13-1 0,-2 1 6,-15 0 0,0-1-12,16 1 1,0 0 5,-18 0 1,1 0 4,20-1 1,1 0 11,-19 1 0,0 0 0,24-2 0,-4 1 6,-6-2-9,-5 2 0,1-1-19,14-1 10,-24 2 1,2 0 3,-2-1 0,1 1-1,-1-1 1,0 0-15,1 1 1,0-1-9,1-1 0,0 1-8,3-1 0,1 1 1035,1 0 1,0 0-1020,3 0 1,1 0 11,1 0 0,0-1 5,1 1 0,-1 0 14,1 0 1,-1 1-9,0-1 0,-1 1 73,-1 0 0,-1 1-4,-1-1 1,1 1-6,6-1 0,1 2-7,-7-1 1,-2 1-56,-2-1 1,0 1-1,-1 1 1,-1-1-9,-7 0 0,1 0 413,8 0 0,3-1-503,5 1 1,1-1-73,-11-1 1,-2 1 238,-2 0 0,-2-1-2852,13 0 2779,-25 1 1,-5 0 0,-11 0 0</inkml:trace>
  <inkml:trace contextRef="#ctx0" brushRef="#br0" timeOffset="99708">17006 6443 15950,'2'-32'862,"-1"7"-901,-2 27 213,-1 6-29,-1 8-49,-2 11-18,1 10-33,1 10-28,2 4 27,3 2 7,2-1 27,3-8 79,-3-6 129,-1-9 162,-4-9 157,-3-7-62,-4-7-151,-1-11-123,-2-9-101,0-12-28,3-10 6,1-8 10,4-4 1,1 0 6,1 2-1,1 9-28,0 8-38,0 13-208,-1 7-40,-1 9 147,0 12 16,-1 14-17,1 12-16,3 9 0,6 2 16,6-3-11,4-5 17,-2-7 51,-5-10 156,-4-9 157,-4-8-163,-2-15-145,-1-11-22,-1-17 0,-1-12 0,1-5-12,1 2 1,1 4 10,0 10 18,-1 7 44,0 6-61,-1 11 5,-1 2-185,2 9-33,0 1 139,1 10 34,0 9 1,0 15-34,0 10 5,2 6 40,1 1-18,2-3 18,0-10 11,-2-9 101,-1-13 39,-3-8-135,-1-12-5,-4-10 11,-1-15-11,-1-11 0,3-19-12,2 20 12,1-11 6,3 29-85,0 2-207,0 10-68,0 10-396,2 12-5512,2 13 6245,1 6 0,-3-8 0,0-9 0</inkml:trace>
  <inkml:trace contextRef="#ctx0" brushRef="#br0" timeOffset="101034">15016 7416 18733,'2'-39'735,"0"0"1,1-23-849,-4 66 137,-1 3-52,-7 21-115,-3 10-169,-7 17-406,0 6 192,4-2-291,6-6-1658,9-8 2474,9-11 1,-3-16-1,4-7 1</inkml:trace>
  <inkml:trace contextRef="#ctx0" brushRef="#br0" timeOffset="101415">15030 7045 13604,'-54'-6'1720,"15"12"-94,49 20-1513,6-1 230,5-15 111,-2-5 496,2-12-3243,-5-14 3060,-4 1-37,-6-26-762,-13 19 149,-3-6 285,-11 10-353,-8 11-74,-1 3-331,-5 9 129,16 4 3615,3 11-3026,11 4-313,3 9-531,10 7-3744,19 11 4158,-1-12 1,0-6 0,-14-18 0</inkml:trace>
  <inkml:trace contextRef="#ctx0" brushRef="#br0" timeOffset="102175">15351 7210 15961,'-4'1'3895,"1"-1"-2948,3 0-914,-6 31-62,6-3 7,-3 7 1,0 2-36,3 15-8,0 9-10,0-20-3516,0-11 3453,1-12 2153,0-8-411,1-12-1101,2-12-738,2-15 14,0-2 37,5-17 52,3-2-75,3 1 3366,1 6-3364,7 11-158,-10 21 265,18-5 20,-11 22-65,9 8-37,-4 12-55,-2 7 58,-5-4-398,10 12 76,-7-16-110,15 8-62,-3-16-11,7-8 160,4-12 412,-8-3 66,12-13 311,-3-7 136,-4-3 131,-8-6 37,-23 6-84,-16 4-116,-9 6-122,-11 6-88,-4 6-110,-1 6-92,3 9-5,5 7-29,8 4 35,5 21 16,6-16 24,10 32 17,4-23-17,10 13 11,4-16 28,3-8 84,4-9 152,0-9-23,-5-13-51,-5-11-5,-9-13-56,-6-12-16,-6-6-17,-10-1-18,-9 6-33,-12 9-50,-13 14 11,-11 11-56,-1 7-174,7 9-174,16 3-319,18 8 124,14-2-5064,27 10 5646,-3-10 0,3 1 0,-14-8 0</inkml:trace>
  <inkml:trace contextRef="#ctx0" brushRef="#br0" timeOffset="102549">16119 7250 19042,'30'10'101,"6"8"-101,10 26 2,-21-20 1,1 0-350,1 1 1,0 0 349,-2 0 0,-1 0-9,16 22 250,-15-4-132,-17-6 178,-20-7-44,-13-10 118,-11-10 73,-1-13 361,3-14-322,10-12 0,10-11-151,13-3-173,12 0-113,4 10-34,23-12-100,-2 18-40,-7 9 1,3 1-183,-2 5 1,1 3-467,2 2 0,1 2-685,-1 0 1,-1 2 1467,29 4 0,-29 0 0,-8 2 0</inkml:trace>
  <inkml:trace contextRef="#ctx0" brushRef="#br0" timeOffset="103658">16985 7342 21775,'-31'-28'106,"1"1"0,1 3 1,3 9-107,-2 25 0,3 8 0,1 7 11,0 8-5,-1 7 17,1 4-18,4 2-16,7-2 17,8-4-6,10-6 33,15-3-5,0-14 17,20-5 17,-4-16 5,12-8 23,1-13 27,-6-13-16,-9-11-381,-21 19 1,-2-2 307,-2-4 0,-3-2 33,-1-2 1,-1 0-128,-2 1 0,0 0 161,-1 4 0,-1 2 157,-6-23 84,-2 12 11,-3 9-89,1 12-196,3 10 520,4 7-610,2 14 33,2 12-16,1 18-6,4 14 11,-3-21 1,0 1-2,2 3 1,0 0-92,0 2 0,1-2-64,5 23-247,1-17 0,2-2-543,10 10 187,-5-16 0,2-2-1755,19 4-1031,-1-14 257,1-14 1558,-4-16 1417,0-10 526,-10-2 1597,4-22 352,-17 14 174,2-13-51,-15 14-621,-7 6-303,-5 4-459,-3 6-290,0 4-561,7 4-51,2 3 17,6 8 6,3 8-6,1-1-11,9 10 11,6-11 12,11 1 10,2-7 35,1-10 21,-6-9 1,-7-11-12,-9-7 12,-9-5 22,-11-1-11,-8 3 44,-9 6 18,-2 7-40,0 9-28,0 6-45,3 8-3414,-1 15 3364,9-2 0,0 19 0,12-4-16,0 12-1,6 2 11,8 1-22,16 6 11,-3-18 3370,18 5-3386,-8-20 10,10-3-10,0-8-7,7-11 46,-17-4 22,10-12 0,-21-4-22,5-9 33,-5-4 34,-4 1 22,-2 2 34,-3 3 16,-1 3-16,0 3-3426,3 1 3325,-4 8 6,5 1-23,-1 10 11,8 1-27,6 7-1,3 5 6,5 16 3392,-8 2-3386,-4 2-17,-10 4-17,-5-2-398,1 9-2957,2 1 2535,-1-5 0,-2-14 0,-4-11 0</inkml:trace>
  <inkml:trace contextRef="#ctx0" brushRef="#br0" timeOffset="104408">18424 7250 9274,'1'-4'6351,"-1"0"-1624,0 4-4520,-14-34-111,4 41-7,-15-12 1,7 60-37,9-18 0,0 1-34,2-6 1,0 1 28,1 20 0,3 0-695,6-18 1,1-1 643,-2 7 1,4 1-32,12-3 1,6-4-584,21 7 169,-9-13 0,3-4-1126,0-10 0,1-4 1005,-3-3 1,-3-2 0,12-2 0,-21-4 0</inkml:trace>
  <inkml:trace contextRef="#ctx0" brushRef="#br0" timeOffset="108142">19008 7229 7347,'0'-8'3775,"0"2"-415,0 6 684,0 0-3898,-1-36-309,0 29 158,0-26 156,-1 48-90,-3 12-16,-5 16-6,-6 11-22,6-22 0,0-1 6,-7 19-6,6-15 0,1-1-17,2 8 33,1 11 102,12-25 167,7-13 17,8-9-173,-1-9 207,23-18-124,-10-2 68,16-12 45,-14 8-23,-9 4-56,-9 8-129,-8 7-111,-5 5-6,-3 9 33,-2 7-39,0 3-28,-2 23 1,3-5-40,1 16-73,9-7-45,5-5-106,9-6-11,-3-11-1922,15-4-1713,-7-14-5097,13-8 9023,-16-3 0,-7-2 0,-13 7 0</inkml:trace>
  <inkml:trace contextRef="#ctx0" brushRef="#br0" timeOffset="108391">19511 7158 21534,'-13'-31'30,"0"-1"1,-2-9 37,27 64-29,7 19-25,-6-14 0,1 3-506,0 6 1,0 2 491,2 3 0,-2 1-11,1 4 0,-1-1-59,-1 1 0,-2 0-1603,-2 1 0,-2-2 1488,-1-10 1,-3 0-2882,-13 18 0,-6-1 3066,4-22 0,-2-2 0,-2 6 0,-1-4 0,-2-6 0</inkml:trace>
  <inkml:trace contextRef="#ctx0" brushRef="#br0" timeOffset="120882">16819 7922 16930,'10'-18'-650,"-1"4"202,-9 19 633,0 12-67,0-2 95,-1 21-96,1-1-72,-1 12-6,2 4-22,-1-18 0,1-1-17,1 12 84,-1 17 67,0-24-50,-3 8-73,1-9-39,-2-7 33,2-14 230,0-6 700,1-8 729,0-1-606,1-8-874,0-7-111,0-15-28,-1-11 16,-1-7 23,-3-1 16,-2 1-16,-2-4-84,3 20 22,-1-6 34,4 22 28,1 0-112,0 9-292,0 4-100,1 4 291,-1 9 179,0 11-72,1 14-12,0 10-6,1 6 7,2 0 38,2-1-22,3-3-17,2-6 6,0-8 17,-1-11 139,-3-10 365,-2-8 230,-3-3-359,0-11-365,-3-9 35,-6-29-68,-2-3 25,2 17 1,0 1 2,-3-10 28,2-7-11,7 14-22,0-5 22,2 11 39,1 11-106,0 10-124,-1 5-268,0 7 392,-1 8-23,-2 11-342,-2 14-83,0-2-3697,-1 16 4184,4-14 0,1-6 0,1-13 0</inkml:trace>
  <inkml:trace contextRef="#ctx0" brushRef="#br0" timeOffset="122609">15059 8730 13571,'19'-16'1328,"15"-1"-1247,-1 11 0,4 2-753,3-2 1,0 0 703,4 1 0,0-1-8,1 0 1,0-1-4,2 2 0,0-1-19,2 0 1,0 0 1,2 0 1,2 1-40,3 0 0,2-1-993,4 0 1,2 1 1031,-18 1 0,2 1 1,0 0-57,4 0 1,0 0 0,2 0-14,1 0 0,2 0 0,-1 1-6,1-1 1,0 1 0,-1 0-153,-1 0 0,-1 0 0,-1 0 161,-3-1 0,-2 1 0,-1-1-208,17-1 1,-2 0 225,-5-1 1,-2-1 17,-3 0 1,0-1-24,1 1 1,0-2 177,3 0 0,1 0-20,3-1 0,2 0-76,-20 4 1,1-1 0,1 0-19,0 1 0,-1-1 0,1 1-2,0 1 0,-1 0 0,-1 0-2,18 0 1,-2 0-7,-7 2 1,-2 0 571,-8 1 0,-4 0-779,16 2 1009,-25 0-1535,-16 2-6387,-13 0 7115,-1-2 0,-1 1 0,2-1 0</inkml:trace>
  <inkml:trace contextRef="#ctx0" brushRef="#br0" timeOffset="123965">15126 8770 17921,'-22'-31'-1208,"3"8"927,19 29 1147,0 18-571,0-3 41,-6 26-108,-4 0-196,0-8 0,-1 2-13,0-3 1,1 0-551,-1 8 0,0-3 520,-1 14-69,3 6-29,4-19 19,-1 14-32,3-24 245,-1 2 437,2-27 18,0 0 962,2-8 440,-1-7-1918,-2-10-62,-4-29-22,3 7 5,0 4 0,1-2 0,1-16-1662,2 15 0,-1 0 1701,1-12 73,0-14 1,-3 35-40,0-4 95,-3 13 6,2 10-151,0 1 2601,2 5-2993,1 3-6,1 14 431,0 0-3403,3 40 3364,-1-21-377,2 6 0,1 2 388,0-7 0,2 1 1,0-1-23,0-10-12,5 13 85,-7-25 3922,0-2-3558,-3-8 1147,0-22-1556,-2 3-1694,0-14 1,0-4 1687,0-5 11,0 1 1,0-3-84,0 8 0,0 2 150,0-29-10,1 10 167,0 24-61,-1 17-599,0 2-152,0 9 3704,0 12-3104,0 13-3555,0 19 2978,1-2-3546,5 20 3522,2-20 0,-4-14 0,-2-19 0</inkml:trace>
  <inkml:trace contextRef="#ctx0" brushRef="#br0" timeOffset="126276">13864 10075 19725,'-9'-34'263,"-1"1"1,-5-20-640,12 62 410,-5 17-23,-5 17-45,3-13 1,1 2-2244,-3 11 0,1 0 2053,-5 17-93,7-19 1,3-1 385,2 3-1681,0 7-4309,6-14 5921,0-12 0,1-11 0,-1-9 0</inkml:trace>
  <inkml:trace contextRef="#ctx0" brushRef="#br0" timeOffset="126666">13758 9688 6745,'-43'-19'-242,"0"1"1,4 2 0,7 9 2479,12 29-2530,5 3 1418,7-1-1345,4-4 981,4-7-157,1-5 4666,0-5-3249,2-6-1207,4-16-582,1-6-105,0-7 197,-1-5 179,-5 10 113,0-2-129,-2 10-336,-2 10-396,0 6-1763,0 2 1917,1 15 22,1 6-515,1 17-1568,7 0 2160,13 2 1,-8-18-1,5-4 1</inkml:trace>
  <inkml:trace contextRef="#ctx0" brushRef="#br0" timeOffset="127431">14110 9832 15630,'-10'63'248,"0"0"0,0-15 1,5-5-138,14 5 144,0-16 96,-1-3 11,1 5 354,-3-5-347,-3-14 212,-1-4 1177,-2-10 745,0-3-2149,1-2-106,-1-16-180,0 0-39,2-5-5,3 0-34,5 8-21,8-2-27,1 8-3400,7 3 3404,-8 6-57,7 9-121,4 9-57,2 7-179,7 7-316,-5-2-2856,3-3 2710,-6-6-1248,10-5 1,-5-9 1039,-1-8 0,-1-2 1058,8-2 183,-9-4 0,-3-1 160,-7-2 2862,10-10-1774,-11 1 1124,4-11-1691,-11 11 1121,-4-9-1406,-11 20 3602,-4-4-3814,-5 9-315,-10 1-90,1 10 61,-5 7 30,7 3-45,1 10 1,9-1-3363,5 13 3434,6-11 6,22 17-1,-10-28 62,21 10 1,-20-19 282,16-7-212,-16-4 220,11-25-139,-20-2 33,-1-19-107,-11 15 219,-19-17-302,7 29 1683,-5 1 0,-3 1-1726,-1 6-30,-6-3-538,15 12-700,11 6-476,3 5-3792,11 7 5517,2 2 0,0-1 0,-4-4 0</inkml:trace>
  <inkml:trace contextRef="#ctx0" brushRef="#br0" timeOffset="128231">15030 9981 22554,'-1'-19'-107,"21"25"91,16 36-26,-11-13 0,-1 2-416,-4-2 0,-2-1 413,9 16-33,-4 15 67,-15-33 435,0 16-65,-13-31 119,-4-1-366,-2-13 157,-11-23-174,10-6-84,-2-19-61,16 5-169,17 0 113,-1 17-197,17-2 102,-15 21-707,33-5 12,-8 9 211,-10 3 0,2 0-377,-4 2 1,0 1-499,12 0 0,1 0 1173,-6-1 1,-1 0 305,1 1 0,-2-2 58,-5-2 1,-2 0 576,10-4 1193,0-4-592,-19 3 1466,-12-7-1669,-16 4-157,-8-9-78,-9 5 196,-6 0-689,-13 7-201,12 4-23,-15 11-6,13 11-27,-7 14-23,4 10 5,8 7-55,10 3 39,8-11-119,16 13 80,10-23 10,17 8 68,10-22 45,-6-8 90,21-25 49,-22-10-193,-11 3 0,-3-5 107,-7-2 0,-4-3 14,-1-7 0,-4-1 14,-1-5 0,-3-1 64,-1-2 1,-1 0-378,0 3 1,-1 1 519,0 5 0,0 2 311,-2-22-123,-3 19-302,0 18-28,-3 11-461,5 10 256,-3 10 25,2 17 0,-2 22-20,4-15 1,0 2-76,0 6 0,1-1-106,5 24-396,6-16 1,4-1-19,2-15 0,2 0-782,9 10 0,4-1-796,-2-12 1,3-3 2209,4-3 0,-2-4 0,4 3 0,-5-8 0</inkml:trace>
  <inkml:trace contextRef="#ctx0" brushRef="#br0" timeOffset="128849">16478 9935 22447,'-37'-26'-527,"9"8"566,32 24-44,0 1 44,11 5 85,-3-6 201,6 0 235,-6-7-95,-4-8-219,-4-11-22,-2-8 22,-8-4-33,-5 3-39,-7 7-57,-1 7-94,4 7-74,-2 5-33,8 4 62,-5 8 33,2 9-33,-1 12 27,2 8-5,3 8-67,4 1 34,8-1-1,7-4-16,12-5 10,8-5-16,10-6-16,5-7-24,5-8 18,0-7 33,-3-11 23,-2-9 27,-4-13 1,-3-9 28,-6-7 27,-4-2 46,-8 3 77,-5 7 7,-7 10-18,-3 7-44,-3 5-67,0 6-34,-1 4-90,0 3-100,-1 2 83,5 0 113,9 3 11,16 3-40,12 5 7,7 3-18,-4 2-39,-8 2 23,-11 4-29,-9 4-145,-8 9-560,-4 5-3254,-5 7 3162,-1-5 0,0-15 0,0-12 0</inkml:trace>
  <inkml:trace contextRef="#ctx0" brushRef="#br0" timeOffset="130777">4068 7072 17347,'-43'14'690,"0"0"1,0 3 0,4 4-200,11 8 0,2 3-1510,-8 6 1,-3 1 1211,8-8 1,0 0 0,-1 1-45,-4 3 0,-1 0 0,0 0-56,-2 2 1,0-1 0,1 0-52,0-1 0,0 0 0,2-1 10,-13 11 1,4-1-367,10-9 0,3-2-2496,-4 13 2788,24-22 1,10-13 0,4-9 0</inkml:trace>
  <inkml:trace contextRef="#ctx0" brushRef="#br0" timeOffset="131732">2708 8708 19003,'-21'-23'319,"5"22"-302,22 60-17,-3-24 0,-2 1-503,-1 3 1,-2 0 516,-1 1 0,-2-1-6,0-1 1,-2-2 184,0-4 0,-1-2 25,-5 17 118,5-23 783,4-12-520,2-28-560,1 2 62,0-27 0,2 1-51,7-16 531,4 3-573,1 22 1,2 3-32,5-5-16,7 2-129,-3 22-45,8 5 23,16 5-76,-15 6 0,0 5-249,25 13 201,-3 6-559,-10 6-478,-13-8-609,6 6-140,-5-8 604,-4-12 830,-3-12 766,-2-16 702,-1-15 665,-1-13 196,-1-10-604,-10 18 0,0-1 257,5-22-705,-3 5 380,-7 18-370,-4 18-1270,-2 3 106,0 12 554,3 10-33,5 8-6,5 6 28,6 1 16,2-2 7,4-3 22,-10-9 380,0-2 561,-12-9-269,0-7-521,-2-10-28,0-12 0,-4-16-145,1 13-35,-2-7-408,3 18 5,1 5-2065,11 2-1531,4 11-408,7 2 4419,0 5 0,-13-1 0,0 1 0</inkml:trace>
  <inkml:trace contextRef="#ctx0" brushRef="#br0" timeOffset="132325">3875 8895 24251,'15'-40'179,"-1"-7"-163,-9 12 1,-2-2 0,0 0 0,-1 0-434,0-1 1,-1 0 410,0-2 0,-2 0 6,0 1 0,-1 1 17,0 1 0,-2 1 5,0-1 1,-4 3 236,-9-5-226,1 14 191,-7 6-146,4 8-89,3 3-224,4 7 597,8 16-357,0 3-19,2 21 0,0 4 14,2 3-99,1 4 0,4 4 102,5-16 0,3-2-17,0 1 0,2-1 2,1-2 1,1-2-6,21 15-5,-13-25-12,19 6 29,-4-18 33,23-15 28,-13-17-1684,-22 2 1,-3-3 1655,2-18-10,-13 1 1,-5-4 0,-4 8 1,-3-1-280,1-8 0,-1-1 274,-5-3 0,-2 0 3,0 11 0,-2 0-80,-1-4 0,-1 1 139,0 8 0,-1 4 3047,-10-10-2843,-1 16 21,8 14-323,3 6 754,9 10-720,8 27-1,6 12-23,0-9 1,2 3-51,3-1 1,2 0-138,5 4 0,1-2 25,-5-9 1,3 0-1796,17 13 1,0-3-3025,6 0 4993,-7-8 0,-2-4 0,-14-13 0,0-3 0</inkml:trace>
  <inkml:trace contextRef="#ctx0" brushRef="#br0" timeOffset="132858">4874 6947 20974,'-44'-8'683,"22"10"-588,68 32-70,-18-12 1,1 2-40,3 4 0,-1 2-650,1 4 1,-1 1 153,0 4 1,-1 2-2809,-1 3 1,-1 0 3317,-3-4 0,-3-3 0,7 12 0,-14-22 0</inkml:trace>
  <inkml:trace contextRef="#ctx0" brushRef="#br0" timeOffset="133816">5480 8251 20755,'-10'-19'163,"5"20"-124,25 55-34,-11-22 1,-2 1-9,0 2 1,-2 1 2,0-2 0,-1 0 11,2 25-11,-1-13 33,-1-17 348,-1-15 723,0-9-230,-2-16-717,0-14-96,1-22-22,-1-17-242,1 26 0,0-1 220,0 0 0,2 1 27,-1 2 1,2 1-5,8-26-40,-2 25-12,4 5-38,0 20 5,8 2-11,8 10-33,5 11-74,6 10-441,2 10 72,0 5-286,-3 1-392,-1-3-560,-3-6-778,-4-10 550,-6-9 822,-7-8 991,-3-14 526,-5-11 544,0-14 532,-2-11 269,1-4 117,-2 2 125,-2 7-729,-3 11-505,-5 12-666,0 8-851,-1 6 845,6 21-11,5 2 1,9 17 16,5-5-23,4-4-10,2-6 66,-3-7 169,-5-8 83,-3-9-60,-4-11-23,-4-12 44,-2-11 1,-4-6 16,-7-2-22,-4 2-101,-6 6-112,-2 8-90,1 9-386,4 7-953,5 7-256,3 8-1010,8 10-7192,4 8 9555,1-1 1,-3-5 0,-5-9-1</inkml:trace>
  <inkml:trace contextRef="#ctx0" brushRef="#br0" timeOffset="134429">6544 8219 14706,'8'6'5484,"-1"-1"-4571,-7-5 2991,0 0-3596,-18-7-196,14 0-95,-14-9 28,23-2-28,2-7-17,6-7 11,-1-7-6,-1-10-342,-6-9 353,-4 26 1,-2-1-6,-1 0 1,-2 1 33,-8-24-6,-5 10 22,-4 14 7,0 9-7,3 9-89,5 7-157,7 3 456,3 12-266,3 12-16,-1 18 6,4 17-275,1-22 1,2-1 279,2 2 0,2-1-14,3-1 0,2-2 2,3-3 1,1-2-152,27 16 157,6-14 23,5-13-423,3-12 429,0-15 10,-4-14-25,-31 7 1,-2-4 10,-4-3 1,-3-3-9,-3-5 1,-4-2 4,-2-5 1,-5 0-382,-4-4 1,-5 0 372,-2 0 1,-3 1 30,-5 3 0,-2 3 30,-2 4 0,-2 4-16,0 6 0,-1 4 249,-19-10-112,11 14 329,12 7-614,11 7 776,7 5-676,8 10 511,9 14-500,15 16-16,-10-15 0,2 2-176,3 5 0,1 1 165,0 2 0,2 1-437,0 2 0,1-1 428,0-2 1,2-1-144,1-3 1,1-1-695,0-5 1,1-3 856,2-3 0,-1-3 0,3 2 0,-6-9 0</inkml:trace>
  <inkml:trace contextRef="#ctx0" brushRef="#br0" timeOffset="135845">17702 9779 8427,'0'-9'7159,"0"1"-6179,0 8 1989,0 0-2448,-5-58-482,3 44-543,-5-44 252,6 60 33,-4 9 471,-13 31-134,-7 16-584,6-15 1,-1 3 468,3-1 0,0-1-3,4-8 0,1 0-39,2 12 0,3-1-57,10 10-117,2-18 1,5-1-141,24 11-314,14-13 163,-6-14-963,16-8-3323,3-18 2208,-10-3 2582,-6-11 0,-4-1 0,-17 5 0,19-14 0</inkml:trace>
  <inkml:trace contextRef="#ctx0" brushRef="#br0" timeOffset="136607">18078 9996 17236,'-17'-43'745,"0"0"0,0 4 0,6 11-295,12 25-529,-1 2 235,7 5-173,2 7 150,6 11-122,-2 15-44,-2 11 10,-6-6-1523,-2-9 0,-1-1 1546,1 0-22,3 30 22,-2-37 22,3 4 281,-2-19 329,2-14-553,-2-4 3391,2-10-3084,2-25-66,-1 1-174,-3 9 0,1-1-12,2-9 163,9-15-219,0 24-61,9-9-34,2 18-44,1 9 27,-5 8-123,8 6 45,-12 12-11,9 7-107,-10 11-246,-1 6-476,-2 4-779,2 4-2845,9 3 2929,-6-16-1948,16-1 60,-7-22 3535,8-4 0,-3-10 0,-8-6 1770,-10-6 1383,-7-2-78,-7-3-336,-5 2-767,0-1-723,-3 5-465,0 2-280,1 6-442,2 5-1703,1 3 1540,1 17 157,2 5-61,3 16-1,5 0 40,8 3-12,-4-15 124,9 1 206,-6-17 52,6-4-41,5-13 74,1-10 112,1-14 29,-6-8-69,-7-7-55,-9-1-101,-7 2-146,-9 6-123,-6 7-51,-4 8-44,2 7-364,5 8-549,6 6-152,5 8-587,6 7-2555,7 8 4218,8 9 0,-8-11 0,-1 0 0</inkml:trace>
  <inkml:trace contextRef="#ctx0" brushRef="#br0" timeOffset="137216">19135 10097 22408,'26'-36'123,"1"-4"-106,-3-8 22,-1-10-19,-12 25 0,-2-1-313,-2-3 1,-2 0 342,-1 1 1,-3 1 89,-5-28 84,-4 13 267,-5 15-289,2 12-123,3 12-359,4 7 134,2 13 219,0 12-34,-1 17 6,-2 13-11,0 9-6,0 2-98,1 0 48,5-3 16,7-5 18,9-7-12,11-10 39,11-10 6,11-13-6,9-14-288,-27-5 1,0-5 270,-1-4 1,0-2 5,16-16-6,-19-1 0,-2-5-11,-11 9 1,-2-2 18,4-15 1,-2-1 36,-8 6 1,-3 2 18,-4 1 1,-2 0 0,-2 3 0,-3 2 115,-12-27 55,-4 11 29,4 14 307,4 12-654,8 14-180,4 6 129,2 14 670,1 13-547,3 21 0,3 16-348,-1-24 0,2 1 334,1 1 1,3 0-1,0 0 0,2 1-115,6 6 1,1-1-158,-2-8 1,0-1-328,4 5 0,0-3-479,6 8-2602,-9-18 0,0-1 3683,2-1 0,1 3 0,-13-21 0</inkml:trace>
  <inkml:trace contextRef="#ctx0" brushRef="#br0" timeOffset="137451">20016 9463 14958,'-4'-9'5292,"1"2"-3152,3 7-1428,-14-63-300,10 46-488,-5-19 1,6 8 161,17 35-86,16 12-31,-4 0 1,1 4-198,6 10 0,0 3 130,0 10 0,-3 4-31,-5 8 0,-7 2 24,-10-16 1,-4 1 0,-4 0-514,-5 1 0,-5 0 0,-3-1 134,-3 0 0,-3-2 1,-3-1 483,-5 1 0,-3-1 0,2-5 0,3-3 0,1-5 0,1-5 0,1 0 0</inkml:trace>
  <inkml:trace contextRef="#ctx0" brushRef="#br0" timeOffset="155224">12762 10536 12640,'-13'0'-207,"12"-2"391,47-10-139,-6 2 19,2-1 1,4-1-1534,-3 0 0,3-1 1530,-4 1 1,3 0 0,2 0-12,5-1 1,3-1-1,1 0-421,-10 3 1,2 0-1,1 0 1,1 0 386,3 0 1,1 0 0,1-1 0,0 1 23,4 0 1,0 0 0,1-1 0,0 1-33,1 0 1,1 0-1,-1 0 1,1 0-206,-1 1 1,1-1-1,-1 0 1,0 1 197,-1 0 1,0 0-1,-1 0 1,0 0 6,-2 1 0,0-1 1,0 1-1,-1-1 7,-1 1 1,0 0-1,-1-1 1,1 1-290,-1-1 1,0 1 0,0-1-1,0 1 272,1-1 1,-1 1 0,1-1 0,-1 1-39,2-1 1,-1 1 0,1 0-1,-1 0-103,1 0 0,0 0 0,0 0 0,0 1 141,0 0 1,0-1 0,0 1-1,0 1-5,-2-1 0,1 1 0,-1-1 0,0 1 73,-1 0 0,0 1 0,-1-1 0,0 1-71,-2 0 1,-1 0 0,0 0 0,0 0 6,13 0 0,0-1 0,-1 1 1,-3 0 1,0 0 0,-1 1-2,-3 0 0,0 0 0,0 1 7,-3 0 0,-1 0 1,0 0 265,-2 1 1,0-1 0,-2 1-276,-1 0 0,0 0 0,-1 1 0,19-2 0,0 2 5,-3 0 1,0 1 335,-3 0 0,0 1-327,-3 0 0,1 0 17,-12 0 1,2 0 0,-4-1-24,3 1 1,-1-1 21,18 0 1,0-1 19,-20 0 1,0-1-1,11 0 1,2-1-7,0 0 1,2 0 15,-11 0 0,1-1 0,-2 1-32,2 0 0,0 0 16,16-3 1,-1 1 745,-24 2 1,-2 0-741,7-1 1,0 0 10,-5 1 1,-2 0 78,24-4 1337,-10 2-1354,-9 2 790,-9 0-548,-10 2 1396,-6-1-1173,-3-2 409,7-4-896,10-3-62,13-4-11,10 0-1696,-17 7 0,-1 1 1673,11-3-44,7 2-174,-34 6-481,-3 1-802,-9 2 1496,-15 5 0,6-3 0,-6 3 0</inkml:trace>
  <inkml:trace contextRef="#ctx0" brushRef="#br0" timeOffset="178382">19125 7943 12505,'-12'-7'-1910,"2"1"885,10 6 381,1 0 773,3 0 325,6 1-129,8 0-185,6 0-68,5 0-88,-3-1-57,-7 0 106,-8 0 225,-6 0 946,-5 0-4344,-18 4 3213,6-1 56,-25 5-6,7-2-28,-11 2-28,3-1-89,8-1-331,10-2 2927,10 0-3240,7-3 627,5 0 308,4 0 190,22 0-358,-1-1-62,9-2 0,-9-2 28,0-2-28,-1 0-39,4-1-28,-7 2 73,-10 3-50,-7 1-169,-5 1-744,-1 0 1102,-3 4 80,-3 1-74,-8 4-16,-6 3 10,-6-1 164,-6 2-259,11-7-162,3 0-39,14-5-128,2 0 962,14-2-504,-4-2-10,20-3-157,-9-1 16,19-6 0,-2 1 45,10-3 56,2-1 22,-16 6 102,-7 2 682,-18 6 84,-7 2-1248,-10 0 78,-17 2 134,-8 3 6,-4 0 17,-5 4-6,8-2 29,-6 1-24,6 0-55,7-2-22,13-2-113,7-2-1103,9-2 1479,11 0-141,-4 0-94,16 0-258,-4-2-1294,14-1 347,-10 1 362,12-1 0,-24 3 0,4 0 0</inkml:trace>
  <inkml:trace contextRef="#ctx0" brushRef="#br0" timeOffset="266544">13916 13397 9632,'7'-48'733,"-1"-1"1,0-1 0,0 6 1467,0 1-571,-3 6-571,0 7-740,-3 21-1725,0 6 1446,-4 29 240,-6 14-227,1-3 0,-1 4-594,-2 5 0,0 2 560,0 5 1,0 2-9,1 0 1,2 1-10,1-2 1,2 0-358,2-3 1,1-2 354,2-4 0,1-2-21,2-7 1,3-1 65,8 20 128,10-16 203,6-14-130,-2-11 415,27-13-392,-7-20-177,-9 2 0,0-3 6,-2-6 0,-2-2 240,1-1 0,-2-1-145,-3 2 1,-1 1 406,12-14 802,-16 16-915,-14 13-171,-7 9-506,-4 3 162,0 11 263,2 25-190,0 0-17,0 1 0,1 3-25,-1-6 0,0 2-164,0 12 1,1 3-84,-1 3 1,0 0-816,2 2 1,0 1 1058,2 1 0,0-3 0,-3-22 0,1-3 0,4 20 0</inkml:trace>
  <inkml:trace contextRef="#ctx0" brushRef="#br0" timeOffset="273016">13488 7570 13401,'46'-14'720,"-1"1"0,10-3 0,-4 3-155,-2 3-486,-13 3 1,0 0-5,16 0-110,-3 2-29,-12 1-7,6 0 280,-23 2-424,3 0 114,-16 2 136,-6 0-390,-2 0 78,-1 2 569,-9 4-248,-19 13 45,-6 4 168,-6 3-319,-4 5 675,-3 7-273,23-18 0,-1 1-134,-4 4 1,0-1-167,4-3 1,1-2 62,-16 11-70,11-8 0,0-1-18,-13 5-24,-7 6 341,5-6 257,21-13-84,-9 2-46,17-9-151,5-3 146,6-2-141,3 0 37,2 0-15,11 1-1501,4-1 387,16 0 210,9-7 562,14-5 102,-8-3 4,-13 3 1,1-1 153,23-11-219,-14 4 0,0-2 493,-9 5 0,0-1 74,1-3 0,-3 1 649,1-4 528,-7-11-926,-17 8-996,-2-6 396,-20-5-1417,-2 13-615,-15-8-164,8 14 513,-19-4 175,9 6 648,-13-8 312,12 4 91,7 0 722,6 1-90,7 5 202,-1-2-421,8 8-519,-1-2-459,4 7-274,3 2-939,1 1 2948,0 8-171,0 4 9,3 14-56,3 4-193,2-4-125,11 9-428,16 1-24,-4-5-514,3-7 1,3-2 164,17 3 258,-14-8 1,2-1-100,-8-3 1,-1 0 213,23 14-6,-20 10-348,-25 17 118,-20-19 0,-5 2-312,0-5 0,-3 2 782,-18 16 1,-1-5 0,8-11 0,7-9-1,0-1 1</inkml:trace>
  <inkml:trace contextRef="#ctx0" brushRef="#br0" timeOffset="276349">13546 7603 21538,'30'-4'1460,"-13"3"-1354,-41 7 456,-5 1-201,-2 2-118,0-1-243,3 1-178,3 0 213,4 1-287,4 1-288,6 0-223,5 0 564,6-4 0,1-3 1,2-3-1</inkml:trace>
  <inkml:trace contextRef="#ctx0" brushRef="#br0" timeOffset="277482">13454 7409 12481,'-4'-2'-521,"1"0"2481,3 2-612,-28-10-798,20 6-324,-20-6 277,27 9-2920,1 1 3224,4 1-204,-1 0-207,8 2-472,-1 0 234,7 1 112,3 1 17,12 3 370,-10-2-910,14 6 36,-10 1 233,10 4-274,11 10 42,-5-3-144,7 6-6,-17-11 68,9 3 135,-4-7 293,-2-4 0,0-2 196,9 2-126,-11-4 0,-3-2 328,-10-1-3381,13 3 3361,-19-2-178,8 4-149,-13 0-642,1 11-149,-4-5 184,-1 10 214,-4-5 3569,0 6-3376,-2 5 307,-1-5 353,-1-2 864,-7-1 588,-24 17-203,9-10-1434,-4-4 0,-2-1 899,-1-4-651,-3 0 0,-1 0 405,1-1-744,1-2 1,3 0-8,9-6-527,-3 3-1741,22-12 1687,12-3 0,-4 0 0,5 0 0</inkml:trace>
  <inkml:trace contextRef="#ctx0" brushRef="#br0" timeOffset="293948">17449 8595 7688,'56'-8'207,"1"-1"0,-11 2 1,0 1-166,6 0 0,-1 2-26,7 0-16,-13 1 0,6 2 0,-4-1 22,-4 2 1,0 0 5,20 0 0,0 0-442,-24 0 1,-1 0 432,14-1 1,-2 1 14,0-1 16,-5-2 1,1 0 10,12-5-47,-21 2 0,2-1 5,6 0 1,1 0-14,-5 1 0,-2 1-12,-2 0 0,0 2-2,-4 0 0,1 1-6,-1 1 0,1 1 2,0-1 1,0 0 2,5 1 1,-1 0 14,22 2 22,-1-2 120,-27 1 0,0-1-148,1 0 0,0 0 5,3-2 1,-1 1 150,21-1-128,-12-1 0,-1-1 23,20-1-240,-26 3 0,0-2 186,-3 1 0,-1 0 0,1 0 0,-1-1-3,1 1 1,1 0 10,4 0 1,0-1 8,-6 1 0,-2 0-8,21-2-12,-18 2 1,1 0-1425,7-1 0,-1 1 1430,-8 1 0,2-1-3,23-1 0,-3 1-3,-7 0 20,-1 1 0,0 0 14,-2 0 40,17-2-17,-28 2 100,15-5-78,-12 2-17,21-4-34,-20 3 351,17-1-289,-21 4 3397,7-1-3100,-21 3 493,-11 0-359,-6 1 6677,-3 0-7932,-2 3 404,2 2 560,0 10-140,2-1 101,3 31-106,1-4-7,-2-9 1,0 3-147,-1-3 0,-1 1 93,1 3 1,0-1-26,1 23-61,1-15 0,1 0-762,7 17 648,-3-13 1,0-3-1,0-4 1,-1-4-1</inkml:trace>
  <inkml:trace contextRef="#ctx0" brushRef="#br0" timeOffset="294798">21066 9871 11368,'0'-4'3041,"-1"0"309,1 4-3714,5-37-185,-2 32 605,7-19 50,-2 49-145,3 12-160,-4-2 1,0-1-21,1 9-72,-1 15-2487,-8-21-7053,-3-9 9554,0 2 1,0-17 0,3-11-1</inkml:trace>
  <inkml:trace contextRef="#ctx0" brushRef="#br0" timeOffset="295014">21197 9442 11995,'-12'-31'-999,"0"14"1,10 28 0,-2 1 0</inkml:trace>
  <inkml:trace contextRef="#ctx0" brushRef="#br0" timeOffset="295791">21328 9762 16006,'15'44'353,"-1"4"-320,-2 3-10,0 1-6,-5-13 50,-1 3 78,-2-12 740,-1-6 1401,-1-7 643,-1-15-2800,-1-25 28,0-4-73,0-25-62,9 5-22,5 1-22,9 7 11,-1 13-90,13 1-34,-8 15 1,13-1-12,-6 11 68,-7 4-56,5 9-186,-2 10 146,-5-3-929,17 22 672,-25-25-835,20 15 409,-21-24-2286,33 3 2729,-25-11 72,28-8 522,-24-10 262,3-9-128,-9 4 1092,-2-12-398,-13 13-118,1-7-155,-8 13-315,-3 7-370,0 4-106,-1 4-17,-1 6 34,-7 14-67,1 4 5,-2 12 56,9-10 6,13 9 16,6-13 63,14 5 55,7-14-28,8-8 39,2-12 85,-2-10 38,-9-12 40,-12-7-11,-12-3-79,-20 0-78,-18 5-1,-21 6-16,18 18 0,-2 2-131,-1 2 1,1 1-5,-25-1-380,19 5-73,18 3 303,12 2-824,12 10-1216,11-1 2241,16 7 0,-11-10 0,3-2 0</inkml:trace>
  <inkml:trace contextRef="#ctx0" brushRef="#br0" timeOffset="296191">22432 9619 13138,'0'-5'4442,"0"0"-2381,0 5-2033,16 11-45,0 8-50,14 15-22,-5 7-57,-2 4-22,-2 0-56,-6-2 38,-6-7 231,-6-6 186,-13-9 82,-9-9 68,-11-8 78,-4-14 39,0-8-78,9-12-162,10-2-174,16-2-95,15 3-23,16 3-117,13 4-140,10 4-195,-25 11 0,2 1 136,2 2 0,1 0-224,1 1 0,0 2-583,2 0 1,0 2-911,-1-1 0,1 2 2067,2 2 0,-2 0 0,4-1 0,-6 3 0</inkml:trace>
  <inkml:trace contextRef="#ctx0" brushRef="#br0" timeOffset="297232">23277 9684 10416,'0'-3'5657,"0"0"-1977,0 3-3646,-47-21 16,14 24-22,-4-8 0,-2 3-11,-11 30-39,1 7-29,8 4-33,12 5 11,13 0-11,12-1 6,13-6 5,10-6-11,10-9 84,5-10 101,5-11 11,1-14 11,0-15-33,-4-16-60,-20 17 1,-2-3 22,-2-3 1,-3-2 55,-2-1 0,-1-1 146,-3-7 0,0 1-278,-1-14 266,-2 20 1,0 2 428,1-2 23,0-4-174,-1 14-291,1 12-269,0 8-589,-1 5 634,3 21 201,0 12-279,3 29-35,-3-25 1,0 1-280,0 3 1,1 0 188,0-2 1,1 0-90,2-3 1,1-1-614,13 24-199,6-10-397,7-9-561,4-11-1287,16-10 2418,-16-10-363,19-14 1030,-17-11 857,10-10 768,-5-5 2437,-5-6-2438,-18 14 690,-7-5-959,-18 14-402,-8-3-40,-7 2 279,-4 2-458,2 3-409,9 5 76,5 3-216,6 4 12,2-1 50,6-1 27,13-4-10,-6 2 78,9-2 84,-14 1 0,0-4-17,-3-4-39,-4-4-67,-8-4-6,-5 0-16,-11 1-12,-7 8-39,-5 8-34,-1 14 17,3 8 6,5 10 17,5 6 16,8 6-11,6 3-3380,15 14 3386,2-18-209,22 14 192,4-21-50,14 4 5,4-7 50,-21-17 1,-1-2 22,10 2 6,13-5 5,-22-13 17,7-5 39,-5-13-17,-5-8-16,1-17 0,-13 13 3380,3-13-3240,-11 19 72,4-10-173,-4 13 331,4-7-281,-2 15-39,4-4-39,3 5-28,9 3-17,0 7-6,12 3-5,-2 11 17,-6 2-17,8 15-68,-4 13 29,-8-5-174,3 18-4350,-18-1 3437,-3-9-6559,-3 16 7696,-5-28 0,-1-5 0,0-11 0</inkml:trace>
  <inkml:trace contextRef="#ctx0" brushRef="#br0" timeOffset="298224">24853 9401 20833,'-44'14'199,"1"-1"1,2 3 0,9 6-215,21 7 1,7 4-641,-2 2 1,2-1 484,-1 22 102,10-15 1,4 0-131,12 13 116,-4-16 1,4 0-82,0-11 0,1-3-55,24 18-427,2-10-860,1-10-565,-10-10 1304,0-8 1,-23-3 0,-1-1 0</inkml:trace>
  <inkml:trace contextRef="#ctx0" brushRef="#br0" timeOffset="299007">25300 9600 14600,'1'-4'4195,"0"0"-2487,-1 4-1750,17-19 175,-12 34-90,13-5-14,-16 40-19,2 4-14,1-4 21,1-4-8,-2-10 3,-2-9 129,-2-11 402,0-8 429,0-5-598,0-3-84,0-16-268,0-8-50,3-21 23,7-4 16,8-2-17,1 12 6,14-5-17,-10 18 6,10-5-39,-8 15-29,-1 8 7,1 6-40,1 9-135,12 13 96,-11-1-309,13 16-251,-12-7-235,10 10 16,2-2-62,1-4-173,-5-8 359,-7-10 627,-10-8 263,-4-14 95,-4-7 420,4-19 11,-1 2-240,-1 0 572,-2 6 110,-3 11-128,-2-1-437,-2 6-610,-3 6-532,0 3 202,-2 6 503,0 8 0,0 9-33,3 8-11,6 3 16,8-1 6,7-4 34,4-5 89,1-8 123,0-7 6,-2-13-50,-2-8-12,-3-12 1,-3-8 44,-6-5-10,-5 0-91,-3 2-61,-1 3-90,0 5-449,1 7-71,-1 8-1165,0 6-282,-3 11-2351,1 10 4307,-1 4 0,1-3 0,-1-5 0</inkml:trace>
  <inkml:trace contextRef="#ctx0" brushRef="#br0" timeOffset="299648">26550 9831 13737,'3'7'5602,"0"-1"-3581,-3-6-178,0 0-1792,3-20-1,8-4-50,-1-8 0,12-8 0,-6 3-50,2-17 47,-10 23 0,-1-1 25,-1 0 1,-2 0 39,1-27 50,-5 11 33,-4 12 46,-3 12 10,1 7-78,0 8-156,3 5-258,2 3 27,-2 4 248,-2 11 44,-4 15-17,-2 19 0,3 14-14,5-27 0,4 0 0,2 0 1,2-1 7,4 0 1,2-2-1,4-3 1,3-1-6,24 20 23,3-10 5,-1-12 44,-6-11 46,-6-12-68,-1-15-38,1-15-7,6-18-354,-17 16 0,0-2 357,2-5 1,-1-1-7,-1-4 1,-1-1-6,-2-2 1,-2 0 18,-5 2 1,-3-1 8,-3 3 1,-5 0 13,-4 3 0,-3 0 6,-2 3 0,-2 2 19,-1 1 1,-1 2 136,-9-20 29,7 11-51,8 14-151,4 12-190,3 7 5,0 9 833,0 13-682,3 19-5,2 24-295,0-21 1,1 1 305,2 4 0,2 1-11,0 2 0,1 1-31,2 0 0,1-1-146,1-2 0,2 0-285,1-3 0,1-1-636,2-3 0,1-2-2356,0-3 1,1-2 3464,15 17 0,-15-22 0,-11-13 0</inkml:trace>
  <inkml:trace contextRef="#ctx0" brushRef="#br0" timeOffset="299944">27559 8999 16185,'0'-7'4811,"0"2"-3332,0 5-1109,0 0-247,16-14-16,3 40-79,22 5-42,-18 6 0,-1 7-507,4 2 1,2 1 511,1 2 1,0 1-51,-1 0 1,-2 1-108,-4-2 1,-6 1-216,-7-3 0,-8 0-445,-11-3 0,-11-3-1185,-11-1 0,-9-4 2011,3-10 0,-4-3 0,3-2 0,2-1 0,3-3 0,-2-3 0,0 1 0</inkml:trace>
  <inkml:trace contextRef="#ctx0" brushRef="#br0" timeOffset="306608">20692 10131 6473,'-4'0'2357,"1"0"1015,3 0-3400,5 0 203,0 0 659,32 0-576,12 0-180,-8 0 0,5 0-427,5 0 0,2 0 371,8 0 1,3 0-510,-17-1 1,2 1 0,0-1 514,4 0 0,1 0 0,0-1-663,4 0 0,0 0 1,1-1 663,1 0 1,0-1 0,1 0 15,1-1 0,0 0 0,1-1-13,-16 1 0,0 0 0,1 0 0,-1-1-6,1 1 1,1-1 0,-1 0 0,0 0-9,1 0 0,0-1 0,-1 0 1,1 1-326,-1 0 0,1-1 0,-2 1 0,-1 0 312,4 0 1,-3-1 0,0 1-4,-5 1 0,-1 0 0,4 0-51,8-1 0,5 0 0,-1 0 0,-6 0 26,4 1 1,1-1 2,0 0 0,8-1 1,0 0-1,-9 1-158,-1 1 0,-3-1 168,-7 1 1,2 0 0,0 0 7,0 0 0,-1 0 1,1 1 4,1-1 1,-1 1 0,1 0 3,0-1 1,0 1-1,-1 0-4,1 0 1,-1 0 0,0 0 13,-2 0 0,1 0 0,-1 0-10,-2 0 1,1 0-1,-1 0-18,16-2 0,0 0 5,-4 0 1,-2 0 313,-4 0 1,-1 0-301,-3 0 1,-2 0-6,-1 1 0,-1-1-15,-1 0 1,0 0-9,1 1 1,0-1 2,1 0 1,0 1-7,2-1 1,1 0 5,0 1 0,1 0 610,1 1 0,-1 0-571,0 0 0,0 0 28,-2 2 1,0-1-4,-1 1 1,-2 0 0,0 0 0,0 0-6,-2-1 0,0 0 838,-1 1 1,1-1-873,9 0 1,0-1 345,-15 1 1,0 1-358,16-1 1,0-1 4,-15 3 1,1-1-3,10 0 0,1 1 17,1 0 0,0 0 8,0 1 0,-1 0 3,-1 1 0,-1 0 25,-4-1 1,0 1 41,-5 0 0,0-1 597,25 2-372,-6-2-12,-1-3 0,-3-1 0,1-3 28,-3-1 687,-4 2-642,-10-1 112,-10 4 61,-12 0 396,-6 3-810,-5 0-156,1 0 27,6-2 22,11-1-10,13-2-18,9-1 18,4 0 22,-5 1 33,-8 0 118,-10 1 151,-9 1 28,-8 0-134,-4 2-179,-1 0-241,-1-1-527,0 1-1804,1 0-5443,-2 1 7953,-1 0 0,2 0 0,0 0 0</inkml:trace>
  <inkml:trace contextRef="#ctx0" brushRef="#br0" timeOffset="320291">20917 7412 12785,'7'1'-1032,"1"0"0,-3 0 0,-1 1 0</inkml:trace>
  <inkml:trace contextRef="#ctx0" brushRef="#br0" timeOffset="322824">14424 7405 18723,'-4'1'1559,"1"0"-929,3-1-431,7 0-2,3 0 106,14-2 162,8-5 43,13-4 85,10-3-476,-23 7 0,0 0-377,4 0 0,0 1 486,2-1 0,1 1 28,0 0 1,1 0-84,8 0 0,-1 1-166,-15 2 0,-1-1-116,12 2 1,-1 0-120,11 1 85,-13 1 0,-1 1-226,14 1 191,-11 2 0,0 0-245,6 3 2,8 2 4,-9 1-27,-16-2-38,5 4 19,-1 2-92,-13-4 736,8 3-627,-8-6 78,10 3 131,6-3 209,22 0 155,-16-3-9,-8-1 1,0-1 243,13 2 98,12 1-216,-28-2 1,0-1 218,16 2-70,-1-2-127,-23 0-61,0-2-3282,2 0 3053,-5 0 44,14 0 61,9 0-78,5 0-19,2 0-192,3 0 187,-10 0-46,-12 1 1,0 0 70,12 0-78,-10 1 1,-2 0-117,-5 0 24,24-1 44,-11 0 1,2-1 5,7 0 6,-8 1 3316,-6-1-3153,7 2-158,-7-1 20,22 2-53,-10 0-50,6 0-5,-14 0 190,-10 0-198,1 0 0,-6-1 197,6 0-245,9-1 14,-4-2 21,-1 0-1,-2 1 22,6-1-181,-2 1 16,1 1-17,-16 0 232,-1 3 172,2 1 200,13 4-69,-5-2 56,8 1 207,-6-2-5,-5-2 85,9-1 114,17-2-194,-16-1-328,25 0 63,-30-1 22,7 0-69,-11-1 41,3 0-11,-1-2-52,4-1-99,7-1 154,-4 1-17,-9 2-3520,17-2 3347,-22 3-46,28-5 30,-23 5-44,11-3-37,-16 3 25,7 1-67,-15 0 3661,18-2-3424,-12 1 48,11-2-60,-11 2 118,23-5-32,-16 2-368,10-2-247,-12 3-201,-9 1-19,4 0-14,0 0-17,0 1 6,4 0-47,5-1 312,4 0 308,-4 0 159,17 2-1,-14 1 4,15 0-27,-14 2-16,-6 0-5,-7 2 17,-7-2 6,-6 0 61,6-1-26,5 0-49,0-1 24,12 0 38,-7 0-16,1 0 11,13 0 5,-13 2-33,7 0 5,-15 2 51,-3 1-11,-9-3 94,6 3 24,-4-3-12,5 0-5,1-1 89,1-1-101,-3 0 358,4 0-5,-7 0 174,0-1 84,-5 0-134,-3 0-326,0 0-201,-1-1-51,-1-2-16,-2 0-34,-1 0-39,-1 0 22,0 2-365,0 0-357,4 1-504,-2 0-4448,1 4 5719,0 0 0,1 1 0,0-2 0</inkml:trace>
  <inkml:trace contextRef="#ctx0" brushRef="#br0" timeOffset="350750">15278 13633 12561,'5'-11'2302,"-1"3"-2134,-4 8 869,0 0-858,0-4-179,-3-5 330,-5-16-100,-3-4 117,-2-9-151,5 13 112,2-3 73,3 3-280,1 4 55,8-7-150,3 15-34,9-5-11,0 9-62,11 1-28,3 7-22,15 9 14,-15 4 0,-1 3 41,12 11 29,-15-1 0,-5 5 42,-15 6 0,-6 4-1,-4 3 1,-5 1 2,0 2 1,-6 0 26,-8-5 0,-7 0 0,1-3-491,-5 2 1,0-2 514,-7 10 0,-2-2 56,3-11 0,0-6 70,12-10 0,-1-2 308,-7 0 1,1-2 98,-11-2-147,10-15-184,22-4 207,6-4-219,5 5-246,0 1-285,5 3 1360,2 1-996,17 4-46,12 3-16,4 2-118,-8-1 1,4 0-110,8 1 0,3-1-779,4 0 1,2-1-31,10 0 0,1-1-1872,-8-3 1,-3-1 2918,-7-1 0,-3-1 0,10 1 0,-26-1 0</inkml:trace>
  <inkml:trace contextRef="#ctx0" brushRef="#br0" timeOffset="396898">21493 6135 11049,'-3'-1'5220,"0"0"-2710,4 0-2390,-1 6-139,-1 6 168,0 13-131,1 7-23,1 5 117,2-1 10,2-4-213,4-1-197,-3-11 176,-1 0 16,-3-9 29,0 0 26,-1-4 125,0-3 3205,-1-1-2973,-1-10-274,-3-3 41,-1-9 10,-2 1-16,1 2 24,1 4 0,3 5-90,0 4-123,1 3-959,1 1 674,-1 9 470,1 10-23,0 16-33,2 8-34,0 4 11,3-7 6,-1-8-11,-1-9 112,-1-9 347,-2-8 1003,1-4-1316,-2-19-85,-4-5-33,0-21-23,-3-6 1,2-2 21,3 1 1,2 8 22,0 8 34,0 9-11,0 10-57,-1 7-117,2 5-666,-1 2 582,1 10 230,0 17-40,2-1-5,3 19 11,1-15 5,3 10-10,-3-15 16,-1-2 135,-3-17 341,-1-1-11,-1-4-319,-2-10-135,-5-10-11,-4-13 0,-3-8-11,3-2 17,4 4 17,3 8-57,3 9-217,1 10-578,0 7-292,1 9-2093,7 12 2355,1 5 0,-3-9 0,-3-7 0</inkml:trace>
  <inkml:trace contextRef="#ctx0" brushRef="#br0" timeOffset="397408">20926 7355 11558,'0'-7'6654,"0"2"-6256,5-24 0,3-6 711,1 6-801,0-10 0,1 1 101,0 16-96,-3 8-324,-3 6-459,-1 6 302,-3 5 106,0 9-11,0 10-240,0 12-342,2 10-1085,4-12 1,2-1-781,2 8-1759,10 5 4279,-7-28 0,-6-9 0,0 1 0</inkml:trace>
  <inkml:trace contextRef="#ctx0" brushRef="#br0" timeOffset="397790">21109 6909 8226,'-3'-5'3808,"0"0"-985,3 5-2811,-56-4-12,42 22-12,-42-7-83,59 31-11,12 0 106,-2-9 112,17 7 117,-15-27 130,4-1 901,-11-9-190,-2-10-392,2-18-236,-3-6 52,-1-12-248,-5 14 191,-7 1-56,-5 6-292,1 5 57,-6-2-269,10 13-169,0 0-1029,5 4 26,2 5-906,0 9 2201,1 11 0,-1-7 0,1 2 0</inkml:trace>
  <inkml:trace contextRef="#ctx0" brushRef="#br0" timeOffset="398665">21304 7087 10993,'-1'-6'4879,"1"1"-1667,0 5-3391,-4-11 398,6 13-151,2 3-6,8 21-73,0 1 180,3 21-192,-6-12 6,2 15-5,-4-12-28,-3-7 33,-2-6 45,-1-10 274,-1-7 1221,0-7-705,0-4-616,-2-9-95,-2-10-74,-1-3 34,2-22-39,9 11 0,6-15-11,8 14-22,2 6-7,0 10 1,-6 7-50,6 7 27,-6 6-39,10 6-5,-3 7-29,2 8-28,-1 6-106,1 2-106,-1-1-62,0-3-72,-2-4-1,0-5 242,-5-8-360,14-9 416,-4-10 200,22-16 46,-20 4 140,10-13 128,-22 15 118,0-4 45,-8 6-17,-6 5-62,-3 4-72,-2 3-130,-1 3-245,-1 1-281,0 3 79,1 4 196,-2 6 22,1 11-5,-1 8-1,4 5 23,5 2-28,5-2 6,9-4 33,6-4 17,9-9 6,7-6 27,7-8 79,-2-11 219,-2-15-225,-18 2 158,-7-18-12,-16 9-34,-11-10-44,-8 3-34,-12 2-17,-5 6-33,-4 5-62,1 7-56,3 6-95,6 6-236,8 2-218,8 6-241,6 4-627,4 6-1624,7 4-6790,6 1 9458,4-4 0,-4-6 0,-3-4 0</inkml:trace>
  <inkml:trace contextRef="#ctx0" brushRef="#br0" timeOffset="400091">22219 6978 22688,'13'-16'67,"11"11"-70,5 19 1,3 5-21,13 7-2,-12-4 0,-1 0-70,4 10-68,2 10 7,-14 1 49,-15 1 28,-19-2 62,-13-5 108,-12-10 110,-3-11 96,2-13 28,9-13-79,10-11-145,8-11-56,12-4-34,10 0-39,11 0-45,12 5-89,10 3-208,9 4-326,-24 13 1,1 2-36,2 0 0,0 1-451,1 2 0,-1 1-395,0 1 1,-1 1-1667,25-1 1048,-12 3 1516,-13 1 1626,-15 0 1249,-10 0-337,-5 0 1140,-5-5-2165,0 1 667,-1-5-240,-1 4-320,-1 0-465,1 3-415,-1 1-94,-4 8 55,-7 8-5,-9 11-23,-5 10-22,0 5-11,6 4-34,10 2-22,8-3 11,14-6 17,10-10 28,15-9 55,8-10 68,6-10 28,0-12 185,3-24-140,-19 6-14,-15 3 0,-3-3-139,-7-24 158,-3 18 0,-2-2 34,-2-2 0,-1 0 48,-1 1 0,0 2 16,0 3 0,-1 1 205,-2-21-123,2 14-68,0 11-55,2 10-135,2 9-146,-1 5-364,0 8 614,0 5-183,0 15 6,1 16-22,2 18-17,0-23 0,1 1-244,1 0 1,1 1 111,1-2 1,2 0-446,12 27-342,6-8-553,6-9-253,4-9 140,2-11 275,1-10 464,-2-12 593,-3-11 444,-5-7 420,-6-4 770,-4-1-273,-6 2 692,-1-1-535,-5 6-105,-1 3-689,-3 7 94,-3 3-1018,0 2 492,6 6 28,5 1-22,11 3 17,7-4 22,4-4 5,3-7 57,-3-6 33,-5-8 34,-9-7 39,-7-3-3347,-15-8 3195,-4 12 24,-15-4-18,-1 16 17,-8 0-28,2 7-100,6 3-18,5 10 3432,8 0-3403,-2 16-34,2 5 22,2 12-11,2 3 17,8 1 12,9-4-1,10-3 11,13-6-22,8-6-45,19-5 1,-11-10 55,-2-5 17,-12-11 28,-9-7 17,2-9 16,-4-6 34,-5-11-16,-4 5 61,3-10-17,-5 14-11,4-3 6,-1 10-57,-4 7 6,2 2-39,-7 8-11,7 0-22,-1 4 5,28 16-6,-15-4 0,19 14-16,-13 1-34,0 4-118,5 10-604,-7 3-4252,-8 2 4182,-8-6 0,-8-20 0,-6-13 0</inkml:trace>
  <inkml:trace contextRef="#ctx0" brushRef="#br0" timeOffset="400924">24328 6906 8903,'1'-4'6806,"0"0"-2941,-1 4-2801,25-49-616,-19 36-207,18-38-236,-24 50-2839,0 1 1137,0 6-4974,0 5 6671,0 3 0,0-2 0,0-6 0</inkml:trace>
  <inkml:trace contextRef="#ctx0" brushRef="#br0" timeOffset="401449">24470 6870 7946,'0'-3'5623,"0"1"1155,0 2-5642,19-68-474,-14 46-402,6-16 1,-3 6 86,-7 26-190,-1 5-297,0 1-95,-4 5 263,-4 10 22,-8 15-28,5 0 1,-1 1-29,-5 17 6,6-7 0,2 1-231,4-10 1,1 0 233,0 8 0,2 0-12,-1-1 1,2-1 2,2-3 1,2-2-1,7 26-16,11-10-40,3-26 1,3-5-124,16 4-348,-1-11 1,6-6-4384,5-9 1,-1-3 4102,-11 4 1,-3-1-1,6-2 1,-9-1-1,-21 3 1</inkml:trace>
  <inkml:trace contextRef="#ctx0" brushRef="#br0" timeOffset="403940">25194 6872 7044,'-8'-9'2717,"1"2"-612,7 7 3071,0 0-4818,-13-15-313,8 9-45,-22-13 39,7 13 101,-15-1-50,6 2 347,-13-1-84,18 4-96,-2-3-105,16 4-113,7 1-801,2 0 712,1 8 156,-3 4-16,-3 11-40,-2-2 51,-5 16-51,2-9-50,-1 5 6,2 3-23,6-14 6,-1 3 11,3-9 140,2-9 365,0-1-63,0-3 2739,0-3-2581,3-2-511,1-2-89,7-3-33,6 0-12,7 1-11,8 3-45,4 2 39,3 6 12,-1 2-28,-2 7-29,-6 4 46,-9-4-29,-3 7 23,-7 4-6,-1 2 28,-4 6 23,-5-5 16,-6-2 12,0-4 27,-18 8-21,1-9-1,-14 6-22,2-10-57,3-7-10,9-5-1155,1-4-4160,12-7 5393,-1-1 0,7 0 0,1 3 0</inkml:trace>
  <inkml:trace contextRef="#ctx0" brushRef="#br0" timeOffset="404414">25419 6621 15518,'-3'-3'5070,"0"0"-2970,3 3-1736,-13-29-196,9 21-117,-9-22-63,13 30-251,0 0 325,9 10-23,9 4-22,5 7-3,5-1 0,3 1-12,-5-2 1,2 1-394,13 10 1,2 2 382,-4-1 0,-2 1-4,0 2 1,-3 1-48,-3 2 1,-5 2-96,-5 0 0,-8 1-177,-10 1 0,-7 0-809,-9 3 1,-8-2 1139,-14 6 0,-2-5 0,15-16 0,1-3 0,-25 20 0</inkml:trace>
  <inkml:trace contextRef="#ctx0" brushRef="#br0" timeOffset="420257">22482 7720 6719,'1'-4'1686,"0"1"6626,-1 3-7774,4-43 487,-3 29-190,3-30-298,-4 40-380,0 4-650,-2 3 454,1 0 129,-2 9-45,0 4-45,-2 17-34,0 2 23,1 8 5,2-12-5,2 6 11,0-2-6,0-8-5,0 2 50,1-20 12,0-1 229,0-5 1237,-1-3-435,0-4-987,0-7-84,0-4 51,-3-16-23,-1 0-5,-3-11 27,1 2 96,0-2 33,3 10-55,0 7 122,2 10-156,0 10-162,0 2-259,0 2-346,0 1 256,1 7 455,-1 11-34,5 15-27,4 12-12,7 7 22,6 3-5,-4-16 11,-1-8 84,-10-17 499,-3-10-258,-2-1 179,-1-4-359,-5-13-145,0 1 45,-7-19 11,0 6 62,-2-10-68,4 10 40,4 2-45,4 13 11,1 2 0,1 5-118,0 1-1478,0 2 682,-1 8-1381,0 8 2239,1 18 0,0-14 0,1 3 0</inkml:trace>
  <inkml:trace contextRef="#ctx0" brushRef="#br0" timeOffset="421173">21913 8181 13771,'-42'-11'265,"0"0"0,0 0 0,9 3 82,22 8-218,-1 0-190,8 0-1748,4 0 2128,7 1 426,3 2-6,15 2-185,10-2-251,17-1-227,-18-4 0,2-1-382,7 1 0,1-1 348,7-2 0,1 0-718,6-1 1,2 1 699,-15 1 1,1 0-1,-1 1-10,10-2 0,4 0-13,-5 1 1,8 0-1,0 0 1,-7 1-710,2-1 1,0 1 708,-1-1 0,9 1 1,-1-1-1,-11 1-1,-6 1 0,-3-1-6,13 0 1,6-2 0,-7 1-1,-14 1 0,0-2 2,14 0 1,6-2-1,-8 1 4,-21 2 0,-1 0 0,10-2 0,5 0 0,-5 0-65,-9 2 0,-2 0 62,12-1 0,-1 0-8,13 0 407,-8 3-614,-6 1 1049,-3 1-1924,-6 2 258,-8 1-2515,-8 1 2565,-8 3 0,-6-5 0,-2 1 0</inkml:trace>
  <inkml:trace contextRef="#ctx0" brushRef="#br0" timeOffset="422440">21733 8278 17356,'9'-20'-2118,"-2"6"1536,-7 20 929,-1 8-39,-2 10-162,-2 12-74,-2 6-49,1 7-23,2-1 0,2-2 5,1-7-21,1-7 21,1-10 225,-1-9 694,2-8 863,-1-3 34,1-5-1088,0-8-711,3-10 57,1-13-23,-2-10-11,0-5 44,-4-1 18,1 6 16,-1 8 28,0 10 23,0 10-219,-1 7-134,1 5-650,-2 3 51,1 5 688,-2 9 191,-1 15-96,0 12-16,1 19-6,1-17-11,2 13 17,1-27-11,0 1 408,0-12 28,1-9 527,-2-7-531,0-11-377,0-11 29,-4-16-28,-1-11-46,-2-4 46,1 3 16,2 10 1,2 10-3494,1 11 3253,1 9-2907,-1 5 2116,2 16 981,3 9 0,-2-4 0,3 0 0</inkml:trace>
  <inkml:trace contextRef="#ctx0" brushRef="#br0" timeOffset="423107">21591 8983 17056,'-5'-36'-409,"0"-1"1,-2-19 828,7 58-588,0 8-3449,1 18 3629,-1-4 920,1 33-960,-1-22 17,-1 16 5,0-22 286,1-1-291,0-14 364,0-1 660,1-8 3035,0-4-3157,3-7-679,4-17-122,3-8-40,5-16 12,1 4-12,-3 11 90,5-4-95,-11 21-28,5-6-258,-7 15 90,3 2 34,2 11 33,0 2-336,13 23-129,-3-5-454,10 15 90,-10-15-7572,14 9 8485,-14-17 0,2 1 0,-13-13 0</inkml:trace>
  <inkml:trace contextRef="#ctx0" brushRef="#br0" timeOffset="423440">22059 8950 16712,'3'16'156,"4"6"-49,3 1 100,5-1 67,4-10-139,-1-6 229,21-10-67,-9-9-96,7-2 657,-3-21-1,-17 8 22,2-14-291,-16 12-269,-10 3-179,-6 6-72,-3 4-125,2 6-565,6 5-89,4 4-1619,4 5-3724,5 8 6054,2 4 0,0-3 0,-3-3 0</inkml:trace>
  <inkml:trace contextRef="#ctx0" brushRef="#br0" timeOffset="424125">22440 9094 19787,'36'-24'778,"-3"-4"-520,-12-4-18,-1-8 29,-2-8 185,-3 1 151,-5 3 17,-4 8-101,-5 6-118,-4 4-50,-1 3-140,-2 4-79,1 3-22,3 6-106,0 3-186,1 5-318,-1 1 112,0 7 380,-2 11 34,0 3-22,-1 30-6,2-12 11,2 18-11,9-13-11,5-3 22,9-1-17,5-5 29,5-5-7,0-6 1,-2-8 118,-5-7-51,-9-7 72,5-17-116,-8-7-24,6-21 24,-6-8-268,-2-7 239,-3 11 60,0-14 8,-4 27 38,1-11 46,-3 17 16,-2 7-78,0 7 184,-1 2 94,0 8-317,-1 0-54,1 5-395,1 0 135,0 3 184,0 8 80,1 13 4,3 13-21,0 10 10,3 4-21,-3-1-236,3 2-829,3-1-4526,7 0 5349,3-10 0,-5-16 0,-5-12 0</inkml:trace>
  <inkml:trace contextRef="#ctx0" brushRef="#br0" timeOffset="440323">16855 13397 12141,'-38'5'705,"0"-1"1,3-1 0,5 1-241,6 2-135,-2-2-145,-2 0-73,-2-1-33,-2 0 5,0 1 6,2 0-12,3 0 1,7 0 10,3 0 46,5-1 105,0 0 35,1-1-23,-1 0-6,-2 0 90,0 0 107,1-2-7,5 1-128,5-1-582,1 0-96,2 3 370,0 5 135,0 8-68,0 8 6,0 8 11,0 7-28,-1 4-23,-2 1-10,0-2-6,0-4-1,3-5 1,1-9 6,0-6 72,2-9 320,-1-4 492,0-5 196,0 0-280,0-3-481,4-5-252,4-7-50,6-4-24,8-4-4,7 3-24,5 3-4,8 4-1,4 5 11,-9 5-28,-8 7 1,2 5-54,6 15 0,0 6-111,-9-8 1,-2 2 216,7 13 1,-10 2 70,-24 8-183,-17 0 171,-18 1-39,11-24 1,-4-1-7,-2 0 1,-3-2-18,0-3 1,-1-2-56,1-3 0,1-4-958,-24 0-6878,12-19 7875,16-7 0,14 1 0,9 4 0</inkml:trace>
  <inkml:trace contextRef="#ctx0" brushRef="#br0" timeOffset="444814">23806 8082 13771,'-14'-10'2285,"4"2"-1842,10 8-68,2 0-297,0 0-44,0 0-62,5-1 123,10-1-33,20-4-45,21 0-506,-18 1 1,4 0 499,6 0 0,3 0-11,7-1 0,-1 0 0,-10 1 0,0 0-6,10-1 1,1-1-7,-5 1 1,-1-1 17,-1 1 0,-1-1-1,0 1 1,-3-1 5,13-1-11,-22 1 17,3 0-6,-21 3-17,6-1 12,-16 3 28,-6 2-79,-5 0 2013,-1 0-2035,-1 2 184,-2 5 74,-3 10-135,-2-1 61,-5 20-66,6-8-6,-3 11-17,6-8-12,1-3 1,3-3-28,-1-4-6,1-5-67,0-3-257,0-2-303,1-2 644,2 6 0,-1-10 0,0 4 0</inkml:trace>
  <inkml:trace contextRef="#ctx0" brushRef="#br0" timeOffset="445824">24616 8770 11262,'0'-4'4049,"0"0"500,0 4-4090,18-59-336,-13 44-465,13-45-78,-18 63 392,3 8 112,1 11-44,3 16-24,0 8-10,-2 3 5,-3-2 12,-5-4 5,0-6 5,-3-10 85,2-10 447,1-9 96,2-6-471,1-12-156,0-10 5,5-13-5,6-9-12,10-1-5,7 2-34,3 6-39,-2 8-45,-3 8-44,-2 9-51,0 6-101,2 12-84,5 5-67,3 10-263,4 3-410,-1 2-256,2-4-18,-1-3 90,-4-8-157,-3-6-140,-5-8 650,-3-7 919,-2-7 649,-3-6 672,-4-1 549,-5 1 84,-4 3-291,-3 5-392,-1 4-526,-1 4-595,0 3-773,0 2 690,0 10-1,3 2-5,3 10 0,7-4 12,5 0 11,5-6 106,1-5 134,-2-6-39,0-9-45,-2-9 67,1-12 158,-2-9 144,-2-4 18,-7 2-78,-4 6-186,-4 8-128,-3 6-90,-1 6-191,0 6-520,1 4-718,0 4-547,0 4-5004,-2 9 6868,1 3 0,-1-1 0,2-6 0</inkml:trace>
  <inkml:trace contextRef="#ctx0" brushRef="#br0" timeOffset="446614">25670 8853 20028,'28'-5'1506,"6"-5"-1316,-11-8-33,7-9-39,-1-9-48,-12 6 0,-2-1-19,4-14 47,-7 11 0,-2-1 199,-2-8 16,-1-8-22,-5 8 6,-6 2 6,-2 5-51,-3 4-45,2 6-28,-1 8-50,3 6-56,1 6-90,2 4-274,1 1 279,0 1-94,0 0 11,-4 2 112,-5 7 11,-7 7-28,-5 11 16,-2 7-21,6 5 5,5 1-34,7 14 34,10-7 0,3-2 11,11-1-11,5-9 12,11 7 16,10-5-234,8-6 228,2-7 6,-2-8 39,-7-7 29,-7-12 4,-8-9 1,1-24-95,-5-12-509,-3-5 519,-11 17 1,-1-2 5,-2 5 1,1-1-12,2-8 1,0-2-1,-1 2 0,0 2 28,-3 2 0,0 2 20,-3 3 0,-1 1 81,-2-25 22,-9 7 153,-10 0-147,1 16-23,-3 5-106,10 17 139,4 7-419,3 4 67,1 5 146,1 21 11,4 12 17,1 9 6,2-14 0,3 0-12,9 26 59,-5-20 1,0 1-309,4 10 0,-1-2-23,-5-15 1,0 0-1219,3 13 1,-1-1 1495,-4-11 0,-2-4 0,4 14 0,-3-7 0</inkml:trace>
  <inkml:trace contextRef="#ctx0" brushRef="#br0" timeOffset="460174">20561 7343 10903,'15'-1'426,"-4"1"-185,18 0-34,-2 0-50,16-2 11,19 0-90,-3-2-471,-1 0 455,-1 0-1637,-24 1 1,0 1 1596,21-4 6,-14 3 0,2-1-285,-4 0 1,-2 0 306,26-3-121,-17 2 0,0 0 171,15-1-66,-22 2 0,2 0 8,5 0 0,0-1-12,-7 1 1,-2 1-14,-2 0 0,0-1 61,23-2 242,-11 1-275,-11 2 0,2-1-23,-5 1 1,0 1 1362,5-1 0,1 0-1340,24-1-28,-13 1 33,9 0-5,-10 1 0,10 0-17,-24 0 0,-2 1-6,11-1 933,14-2-854,-23 1-1,11-1 46,8-1-68,-4 0-38,10 0 398,-18 2-421,11 0-17,-9 3 5,-10-1 1,2 1 0,22 0-1,6 1 7,-24-1 4,3 1 237,-7 0-197,19-1 11,-1 1-28,-1-1-14,-13 0 0,-2 0-529,5 0 498,-3 0 1,3 0-18,-8 1 1,-2 0 16,21 0-65,-14 1 1,-4 0 65,-5 0-6,8 2-6,-22-3-73,0 0-117,-6 0-353,6 1-2179,0 3 2739,-1 0 0,-5-1 0,-5-2 0</inkml:trace>
  <inkml:trace contextRef="#ctx0" brushRef="#br0" timeOffset="461173">20010 7525 6243,'3'6'-504,"0"0"504,-3-6 1440,0 0-662,36-20 107,-7 11-485,4-4 1,3-1-116,-5 7 1,1 0-431,8-1 1,1 0 267,7-2 1,1 0-701,7 0 0,1 0 599,4-1 1,1 1-23,-19 3 0,0 1 0,1-1 2,-1 1 0,0-1 0,0 1-2,20-2 0,-1 0-6,-3 1 1,-2 0 5,-1 1 0,-1 0-372,-3 1 1,0 1 385,0-1 0,-1 1-9,-12 1 1,0 0-1,22-1 1,0-1-1,-18 2 1,1 0 3,-3 0 1,3 0-1,-1 0 16,10-1 1,-2 0-7,2 0 1,0 0 2,-1-1 1,0 1-9,0 0 0,-1 0-9,-1 0 1,-2 1-6,-1 0 0,-2 0-12,-4 0 1,-1 1-9,2 1 1,-3-1 25,12 0-177,10 0 188,-23 1-6,12 0 0,1 0 23,4-1-6,4-2-28,4 0 11,-12 1 0,-15 1 0,0 0-11,12 0 5,-16 0 1,0-1 0,10 1 5,-12-1 0,-13 2 604,-1-2-570,-5 2 1163,8-4-1236,6 0 932,9-1-926,10 0-18,6 0-10,3 1-40,-1 2-50,-4 2-448,-8 1-1205,-14 2 1793,-11 1 0,-9 0 0,-6 0 0</inkml:trace>
  <inkml:trace contextRef="#ctx0" brushRef="#br0" timeOffset="462522">20425 7369 17255,'-48'-26'2409,"10"5"-2129,34 21-415,2-1 113,14-3 123,13-2-34,27-5-50,-2 1-613,3 2 0,4 0 604,-11 3 1,2-1-4,-1 1 1,3-1-1,0 1 2,-3 1 1,-1-1 0,1 1-5,5-1 1,0 1 0,-1 0-4,-8 0 0,-1 1 0,2-1-2,11 0 0,4 0 0,-2 0-493,-8 1 0,0-1 0,1 1 500,11-1 1,1 0 0,2 0-2,-11 0 0,2 1 1,-1 0-1,-1-1-1,6 1 1,-2-1 0,-1 1-1,-3 0 1,-2 0 0,1 0-4,3 1 0,1 0 0,-4 1 8,4 0 1,1 0-9,-5 1 0,4-1 0,-2 0-12,-10 1 1,-1 0 0,0 0-468,20 1 1,0-1 478,-1 1 0,-1 0 0,-16 0 0,1 0 5,18 0 1,-2 1-6,-21-2 0,-2 1 6,8-1 0,2 1 5,2-2 0,-3-1-302,-13 1 0,0-1 288,6 0 0,2-1-8,9-1 0,-3 1 11,5-1 11,6 2 0,1 0-17,-26 1 1,0 0 5,13 1 0,-1 0 750,9 0-744,-2 0 5,-15 0 28,-3 0 1382,-1-1-1354,-8-3 1128,6-3-1167,6-3-33,4-1-18,1 1 7,0 3 868,-2 2-908,-1 2 0,-7 2 11,-6 1 110,-9 0-70,-9 0-12,-4 0-252,-4 0-9079,-1 0 9348,0 0 0,0-1 0</inkml:trace>
  <inkml:trace contextRef="#ctx0" brushRef="#br0" timeOffset="485507">16312 5286 11364,'62'-1'478,"0"-1"0,0-1 0,-4 0-168,-17-1 0,0 0-1126,8-3 1,2-1 1068,7-2 0,2-1-117,-15 3 1,1 0 0,0-1-40,5-1 1,1 1 0,1-1-682,3 0 0,1-1 0,0 1 618,2-1 1,1 1 0,0-1-61,1 0 1,0 1 0,1-1 0,-1 1 0,1 0 0,-1 1-7,1-1 0,0 1 0,0 1-15,0 0 0,0 1 0,-1 0-30,-1 1 1,0 0 0,2 0-380,-9 3 1,2-1 0,-1 1 0,-4 0 439,-1 0 1,-4 0 0,2 1-51,15-1 1,3 1 0,-4 0-234,-2-1 0,-1 1 247,-10 0 0,2-1 0,0 0 3,-2-1 0,0 0 0,0-1-63,0 0 0,-1-1 1,1 0 70,0-1 1,0 0-1,0 0-5,1 0 0,-1 1 0,1-1-52,-2 0 1,1 1-1,-1 0 42,-2 1 0,1 0 1,-1 0-51,18-2 0,-1 1 302,-3 1 0,-2 0-283,-4 1 0,-1 1 11,-3 1 1,-1-1-12,-2 2 1,0-1 5,0 0 0,0 0 1077,0-1 0,0 0-982,1-1 0,0 0 0,1 1 0,0-1 2,0 0 1,0 1 8,0 0 1,-1 0 2,-1 0 0,0 1-3,-3 0 0,-1 1-11,-2-1 0,-1 2 3,-3-1 0,-1 2 11,-2-1 0,0 2 73,30 0 583,-2 0-584,-28-1 1,-1-1-9,1 0 1,1-1-4,3-1 1,-1 1 459,2-2 0,-1 1-499,0-1 1,0 0 2,-2 1 0,-1 0 807,29-1-658,-9 2 33,-6-1 11,-7 1 537,-3-3-452,-2 1 211,2-2-223,5 0-111,2-2-23,0 1-17,-3 0 0,-1 0-140,-16 3 431,1 1-560,-14 2-55,-1 0-981,-4 0-3344,-4 3 4481,-1 1 0,-2-1 0,0-1 0</inkml:trace>
  <inkml:trace contextRef="#ctx0" brushRef="#br0" timeOffset="490506">16414 2025 19484,'-5'0'157,"1"0"448,4 0 135,15-26 294,21 12-497,-6-4 1,5 0-963,9 8 1,3 3 266,6-1 1,2 0 98,5 0 1,1 1 141,1 1 0,1 1-439,-1 1 0,-1 2-91,-4 2 1,-2 3 414,-6 4 1,-4 0 0,5 2 0,-18 4 0</inkml:trace>
  <inkml:trace contextRef="#ctx0" brushRef="#br0" timeOffset="490956">16567 2340 19365,'-56'11'1168,"0"1"0,7-2 0,4-2-175,-8 1-451,23-5-435,15-2 56,40-12 402,16-7-383,12-3 1,5-3 135,-18 7 1,2-1-243,3 0 0,5-2 0,-3 1 38,5-1 0,0-1-22,-10 5 0,3-2 0,-1 1 27,-3 0 0,-1 0 0,-1 0 126,14-7 0,-4 0-78,-9 0 1,-6-1 26,-8 2 0,-7-2-266,-3-22-744,-27 2-1125,-21 3 3,-16 3 1239,21 20 0,-1 0-91,1 0 0,0 1-804,-20-16 591,2 0-265,18 12 825,-2 2 927,19 13-77,0 2-153,7 3 145,4 10-500,5 4-578,2 6 117,17 23-147,4-3 402,-6-8 1,3 2-80,0-1 0,2 1-59,1 1 1,0 1-144,-2 1 0,-2 1 244,-3-2 1,-5 2 314,-5-1 0,-5 0 118,-8 1 0,-6-1-147,-4 0 0,-5 0 439,-8 2 1,-1-3-1,-4 4 1,0-6 0</inkml:trace>
  <inkml:trace contextRef="#ctx0" brushRef="#br0" timeOffset="508040">17680 13404 13984,'-12'-37'302,"3"8"45,9 37 337,0 13-264,0 17-229,0 17-124,0-22 0,0 1 8,0 3 1,1 1-474,2 0 1,0 0 498,4 22 181,1-17 1,2 0-38,3 14-27,-3-16 1,-1-1-23,0 7 274,-3 10-347,-4-30 186,-3 24-130,-2-30 51,0 2 179,0-15 961,2-7-1208,1-12 100,0-16-246,4-21 1,-1 14 0,0-1-326,2-6 0,0 0 354,-1-3 0,0 2-14,-1 9 0,-1 0 123,-3-18 0,-2 3-65,-2 5 9,-1 2 0,-2 1 76,-4 7-6,-2-5-39,1 10-62,4 7-6,4 6 618,2 6-774,3 4-442,-1 3 643,1 22 28,2 16-117,-1-3 0,-1 3-584,2 7 0,-1 0 570,0-6 0,-1 1 0,1 9 0,-1-2-649,2 7 433,0 3 0,1 0-1702,3 2 1915,-1-13 0,1-3 0,-2-15 0,2-8 0</inkml:trace>
  <inkml:trace contextRef="#ctx0" brushRef="#br0" timeOffset="520040">24521 3041 13397,'-55'-14'1222,"4"4"-1147,41 9 177,-6 1 38,6 0 373,-1 0 258,3 0-193,4 0-33,2 0-132,2 0 71,5 4-587,-3-1-15,6 5-266,-1-2-219,2 2 106,5-1 248,7-1 145,8 0 28,11-4 575,8 1-28,7-2-6,3 1-90,1 0-283,-23 0 1,-1 1 42,14-1-207,-17 1 1,1 0-3,14-1-329,-16 1 0,2-1 267,2-1 1,1 0-8,3 0 1,1 0 0,3-1 0,1 0-73,1 0 1,1 0 16,1 0 1,-1 0 11,-1 0 0,-1 0 1,-3 0 1,-1 0-5,-3 0 1,-2 1-278,28-1 212,-19 1 315,16 0 97,-14-2-137,-13 0 1,3-1-50,-5 0 0,1 0 20,13-3 0,0 1-13,-14 0 0,1 1 7,15-2 0,-1 1 148,13-3-294,-24 3 0,2 0 8,3 0 1,-1 0-36,-5 1 1,-2 0-78,28-2-21,-2 1-54,-4 2 103,-20 1 1,2 0-2,2 0 0,1 0-8,9 1 1,-2 0-64,-13 0 0,-1 0-13,12 0 1,-1 0-6,8 0 29,9 0 12,-4 0 85,-22 0 0,-1 0-93,15 0 26,-10 0 1,1 0 4,24-1-309,-21 0 0,2 0 363,0 0 0,2 0 8,6 0 1,0 1-59,-10-1 0,-2 0-7,-3 1 1,-2 0-116,15-1 128,-19 0 473,1 0-496,-5 0 629,-8 0 86,-3 0 897,1 1-926,2 0 12,10 0-17,6 0-3396,11-1 3402,-15 0-351,11 1-337,-20 0 14,1 0 124,-8 0 157,-8 0-67,-4 0 3554,-3-1-3824,6-1 53,9-4 85,28-7-59,9 1-186,-14 3 0,-1 2 282,18-2-21,-21 4 0,-1 1-78,15 0 85,6 1-135,-9 2-51,-21 1 3,-6 0-66,-12 0 3,5 0-6,12 0 24,-6 0 581,14 2-582,-13 1-53,3 1 360,-8 1-58,-7-1 6,-5 1-464,-7-1 782,0-2 137,-10 1 65,2-2-130,-3 1-502,6 0 134,4 0-155,6 1-105,1 0-2843,0 4 2008,0-1 0,0-1 1,0-2-1</inkml:trace>
  <inkml:trace contextRef="#ctx0" brushRef="#br0" timeOffset="521415">26799 3151 17686,'10'-31'498,"1"0"1,5-19-807,-16 50 193,-2 7 197,-2 7-74,-3 11-23,-1 8-1,-1 6 24,3 3 11,1 0-17,3 0 15,-1-3 27,1-4-12,0-6-10,0-9 157,0-3 230,1-10 330,0-2-184,0-5-333,0-7-33,0-7 51,-2-8-84,1-7-112,0-4-16,0 7 66,-1-9-45,0 15-20,-3-3-68,1 14-147,0 5 59,2 7 131,-3 10-8,1 11-12,-1 9-22,2 6 28,5-1 11,5-2 10,4-6 27,0-7 108,-3-7 311,-3-9 11,-3-7-223,0-12-89,0-9-44,1-14 29,3-17-100,-2 16 168,0-19-112,-3 35-58,-3-7-149,-1 20-42,-3 12 122,2 2-142,-2 18-275,3 5-791,0 16-3332,2 9 3722,3-5 0,-1-17 0,2-15 0</inkml:trace>
  <inkml:trace contextRef="#ctx0" brushRef="#br0" timeOffset="522122">25065 3909 13866,'-47'32'-201,"12"-12"-365,26 37 275,8-33-802,7 20-1589,4-20 1619,4 1 0,-4-11 0,-4-7 0</inkml:trace>
  <inkml:trace contextRef="#ctx0" brushRef="#br0" timeOffset="522532">25140 3711 9128,'-3'-4'2252,"2"0"-477,1 4-1730,-32-14 353,24 21-263,-21-8 343,41 26-125,4-5 153,10-4-238,-8-10 467,5-3-136,-7-8 225,4-9-40,-8-7-555,-4 2-22,-9 1 113,-5 7-101,-6 1-51,-10 0-157,7 5-140,-8 5 73,15 4-73,-3 7-100,8 5-203,3 4-466,8 6-1889,9 7 1365,-1-9-3552,12 10 4974,-10-16 0,-4-4 0,-5-6 0</inkml:trace>
  <inkml:trace contextRef="#ctx0" brushRef="#br0" timeOffset="523266">25538 3913 18313,'-13'9'129,"3"5"-73,15 32 22,1-4-27,2-12 44,1 3 79,-1-7 280,-1-6 627,-1-5-230,-1-17-610,2-11-169,1-3 96,13-27-95,1 7-51,-4 9 1,1 1 5,18-16-34,5 7-10,-10 12-96,18 6 44,-26 11-184,26 10 40,-27 12-108,10 12 124,-15-2-358,4 9-185,-1-5-236,10 5-1248,15 3 324,-3-12 891,0-5-785,-3-11 1261,-18-7 235,13-4 908,11-20 139,-4 1-257,-14 3 0,-2 0 84,3-2 1608,1-2-1418,-20 11 997,-6-5-1669,-16 14-61,-6 1 55,-19 17-3458,13 1 3357,-7 5 7,13 7 61,13-6 0,3 3 67,12-3 40,10-7 257,23 1-274,-10-9 69,0-6 1,-1-3-37,-3-5 196,23-9 79,-26-6 3599,1-22-3813,-12 1-60,-16-10-51,-15 9-95,-12 7-73,-3 8-203,1 9-413,7 9-364,7 8-600,9 11-1243,6 8-4801,11 8 7663,2-3 0,-2-7 0,-3-8 0</inkml:trace>
  <inkml:trace contextRef="#ctx0" brushRef="#br0" timeOffset="523632">26908 3892 12236,'0'-4'5064,"0"1"-3210,0 3-2056,0-22 202,3 23-11,6-3-6,6 37-27,7 17-24,1 5 37,-11-27 0,-2 0 25,8 26 1,-5-8 83,-6-13 225,-8-14-73,-3-11 582,-8-16-359,3-11-167,0-14-96,8-9-50,10-5-100,8 2-85,9 3-95,6 6-191,4 8-262,5 7-460,3 9-863,3 6-1540,-2 10-3018,-2 5 6474,-9 3 0,-15-4 0,-9-4 0</inkml:trace>
  <inkml:trace contextRef="#ctx0" brushRef="#br0" timeOffset="524648">27603 3964 20291,'-43'-33'35,"1"0"1,3 4-1,4 13-74,0 34-11,6 11-23,6 7-11,8 4 5,8 3 18,8-1-1,11-4 51,10-7 56,8-10 44,5-11 74,3-13 16,0-14 34,-1-16 61,-5-14-322,-18 18 1,-3-2 147,-1-2 1,-3-2-1607,-1-10 0,-1 0 1641,-1-15 16,-2 21 0,0 2 175,-2-2 63,0-4-70,-2 12-200,1 12 66,-1 9-248,2 14 3504,0 14-3415,0 15-33,1 13-106,1 9-503,1 7 359,0-28 0,-1 0-123,1 1 1,2 0-84,1-2 1,1 0-728,13 25-553,10-13-719,8-16-182,6-14 1014,5-18 1311,2-12 784,-2-11 658,-6-9 698,-8-1 320,-10-1-49,-11 3-477,-8 4-533,-8 6-426,-6 4-14,-4 5-574,1 5-125,2 4-48,3 3 51,3 7 35,2 4-23,5 7 19,5 5 79,18 3-39,-6-7 28,17 0 67,-13-13 67,5-3 57,-5-10-7,-5-7-49,-9-10-57,-6-4-50,-11-1-29,-17-1-44,2 14-33,-16 1-29,5 15 40,7 2-1,-5 11 29,18 8-28,-2 11-23,5 7 6,3 5 16,6 6 1,6 0 11,9 1 11,8-6-17,5-6 17,2-10 17,1-10 5,0-8-11,2-12 17,3-8 23,3-12-12,0-10-34,0-7 28,-16 12 1,-2 0 33,9-11 8,-11 12 1,-2 2 76,1-3-57,3-5-23,-1 7-27,-2 6-50,1 7-6,-1 8-17,1 7 17,1 10 11,0 11-3454,6 23 3410,-8-10-225,5 23-543,-9-18-2473,-4-9 0,1 1 3285,4 11 0,-3-6 0,-8-25 0</inkml:trace>
  <inkml:trace contextRef="#ctx0" brushRef="#br0" timeOffset="525233">29028 3669 21699,'-23'9'249,"-10"41"-250,23-19 1,1 2-878,-3 17 0,2 1 869,4-16 1,2-1-2,2 8 0,4 1-45,9-1 1,4-1-26,1 1 1,5-1-165,9 5 1,5-3-732,2-11 1,1-5-868,-6-5 0,0-3 1842,5-1 0,-4-4 0,-6-5 0,-1-1 0</inkml:trace>
  <inkml:trace contextRef="#ctx0" brushRef="#br0" timeOffset="528598">29060 3580 12533,'15'-28'960,"-1"0"1,12-20-278,-14 40 57,-3 0 61,-5 3-112,-2 2-252,-2 1-538,0 2 101,-4 5 50,-2 5-39,-6 10-5,-1 8 50,-3 6-17,-3 2 0,-2 2 6,-2-4-11,-2-3-1,3-3-10,3-4-23,6-8-34,3 4-72,6-8 5,-1 2-1002,7-1-3137,2-5 4240,1 3 0,-1-6 0,-1-2 0</inkml:trace>
  <inkml:trace contextRef="#ctx0" brushRef="#br0" timeOffset="534389">29610 3916 7285,'-4'-5'2095,"1"1"2722,3 4-4095,-8-29-151,8 16-55,-4-26-29,14 22-84,1-4-100,3-2-130,1 0-89,1 1-44,-1 3-40,1 3-51,1 7-72,-1 4-34,0 5 23,0 10-6,-1 6 61,2 10 35,-2 5-18,-1 2 12,-4 0 10,-5-1 57,-6-3 73,-5-5 39,-6-4 44,-5-6 57,-3-5-6,-2-4 22,3-3 34,4-2-17,5-1-55,6-1-102,3 1-56,1 0-22,5 1-16,5 0-40,9-1 5,9 5 34,6 4-11,5 7-39,1 5-28,-4 6-39,-8 3-12,-8 2 73,-11 0 45,-13-4 0,-12-3 17,-15-6 17,-11-7-46,-6-6-161,-4-10-578,1-7-3018,7-8 3769,14 0 0,14 7 0,10 5 0</inkml:trace>
  <inkml:trace contextRef="#ctx0" brushRef="#br0" timeOffset="534841">29921 3401 17501,'57'-8'364,"1"0"0,-3 3 0,-3 9-244,-18 14 1,-3 5-891,4 4 0,0 1 826,-1 4 0,0 2-40,0 4 1,-2 1-155,-1 2 1,-4 2 109,-2 1 0,-4 2-53,-5 1 0,-5 1-163,-4 0 0,-8 2-854,-10-5 0,-6 3 0,-2-3-1719,-3 6 0,-3-3 2412,1-8 0,-1-1 0,2-6 0,-10 7 1,16-20-1</inkml:trace>
  <inkml:trace contextRef="#ctx0" brushRef="#br0" timeOffset="547522">27313 4467 16560,'10'-55'695,"-3"10"-701,-9 50 78,-1 2 43,-2 14-70,-4 16-27,1 3-6,-2 10 1,3-8 6,2-3-14,3-1-6,0-3 32,2-4 22,0-8 63,0-6 318,0-8 533,0-4-123,0-6-448,0-9-85,0-7-59,0-11-56,0-4-11,1-2-90,-1 8 197,2-3-113,-2 15-90,1-2-122,-1 11-102,0 3 130,-2 17-12,0 4 6,-4 18 11,0 1 0,-2 1-23,1-3 23,1-4-78,1-7-292,1-8-1421,0-8 1791,-1-11 0,3 0 0,-1-3 0</inkml:trace>
  <inkml:trace contextRef="#ctx0" brushRef="#br0" timeOffset="548532">25731 4835 6725,'-2'-4'2560,"0"1"-869,2 3-1316,18-2-44,-1 1-68,20-3-112,0 4-78,9 0-34,8 3 6,7 2-361,-27-1 1,1 1 315,4-1 0,-1 1 14,2-1 1,1 0-10,1 0 1,0-1-6,0 0 0,1-1-6,0 0 1,0 0-4,0 0 0,1 0 9,-1-1 0,1 0 3,-2 0 0,0 0-6,-1 0 0,-1 0 9,20 1-3,-17-1 0,0-1-9,19 1 0,-17 0 1,2 0 5,-8-1 0,0 0 5,1 0 1,-1 0 11,0 0 0,0 0 11,-1 0 0,0 0-6,-1 0 1,-1 0-102,-1 0 1,0 0 92,-1-1 0,-1 1 8,30 0 0,-3-1 12,-2 1 16,-1 0-10,0 0-1,-2 0 11,-1 0-16,-2 0-1,0 0-5,1 0 17,1 0-11,-1 0 11,3 0-1,0 0-22,-22 0 1,-1 0 0,12-1 27,13 0 12,-25 1 22,14-2-56,-17 1 11,6 0-28,-17 1 601,5 0-724,-3 0 25,-2 0-664,-3 0-1260,-2 0 2011,-2 1 0,-5-1 0,-3 1 0</inkml:trace>
  <inkml:trace contextRef="#ctx0" brushRef="#br0" timeOffset="549989">25652 4875 7302,'3'-6'3730,"0"2"689,-3 4-4206,1-8-162,0 6 201,1-6 5,1 17 7,-2 1-18,2 12-44,-2 1-62,-4 7-17,-2 4-17,-3 5-5,1 3 33,2-1 34,3-3 56,1-9 101,1-6 275,0-8 666,0-8 27,0-4-677,0-10-352,0-7-79,0-10-39,-1-8-51,-1-4-34,0-1-10,1 4-34,0 4 16,1 7-10,1 5-7,0 5-21,0 5-102,0 4-128,-1 2 118,3 13-169,0 2-370,3 13-1024,2 0-4459,2 5 6139,0-4 0,-4-8 0,-2-10 0</inkml:trace>
  <inkml:trace contextRef="#ctx0" brushRef="#br0" timeOffset="550549">25484 5596 7302,'0'-10'4408,"0"2"-2084,0 8 1910,0 0-3976,-13-45-208,8 34-128,-10-32 106,8 50 45,-6 7-34,-7 11-33,-4 5-40,-1 4-78,8 2-202,6-2-240,11-2-269,8-4-539,8-6-2295,7-7 2809,-3-7 0,-7-4 0,-6-4 0</inkml:trace>
  <inkml:trace contextRef="#ctx0" brushRef="#br0" timeOffset="550989">25444 5220 12275,'-37'-16'4,"0"1"0,3 2 0,7 10 24,13 31 11,2 8 6,3 4 11,4 1 28,3-2 39,6-7 84,3-6 169,5-8 223,1-8 179,0-5-22,1-12-128,0-5-85,-2-10 62,-2-4 73,-4 0-79,-4 3-224,-2 5-229,-2 5-252,-1 5-315,-1 4-133,2 6-398,2 6 50,0 1 902,3 18 0,-3-18 0,3 9 0</inkml:trace>
  <inkml:trace contextRef="#ctx0" brushRef="#br0" timeOffset="551448">25690 5489 16174,'4'35'285,"1"0"1,0 1 0,-1-4-90,1-5 196,-2 4-107,-3-16-49,0-2 487,0-6 1802,0-4-2245,4-16-39,2-2 12,5-13-18,2 2-61,1-1-6,12-7-163,-9 13 1,7-2-17,-5 14-29,4 5-10,7 5 11,0 11-17,-2 12-6,-3 11-151,-3 18 90,-9-16-314,-2 18-459,-6-21-829,1 6-2252,0-9 3977,1-11 0,-3-11 0,0-6 0</inkml:trace>
  <inkml:trace contextRef="#ctx0" brushRef="#br0" timeOffset="551790">26325 5453 11525,'0'-4'2996,"0"0"2186,0 4-4062,12-60-566,-9 45-397,8-46-28,-15 61-12,-10 9-66,1-1 27,-15 16-5,-2 13-62,6-5 0,-6 22 23,19-14-23,6-7 0,2 2-5,9 22-181,1-24 1,5-1 185,25 17 0,-1-12-67,2-11 0,3-2-163,-9-7 1,1-1-1599,15 6 1,2-1 382,-17-8 0,-2-3 1434,4-1 0,-5-1 0,-6-4 0,0 0 0</inkml:trace>
  <inkml:trace contextRef="#ctx0" brushRef="#br0" timeOffset="556490">26942 5549 7884,'0'-10'3490,"0"3"-2336,0 7 2890,0 0-3804,-3-16-139,-4 14 34,-9-7-12,-7 18-17,-5 8-11,-2 2-22,0 3 17,2 1 5,4 3-17,3 2-10,3 1 10,3 3 56,2 15-94,5-15 21,2 18-10,6-17 16,7 7 106,16 2-111,-3-16 44,20 5 6,-9-17 23,7 0 179,-1-6-73,-9-9-129,-6-3 129,-6-8 44,-8-3 12,-1-3-45,-4-4-3397,-10-1 3217,1 7 40,-12-3-22,3 8-6,-5-3-34,0 2-11,-5 0-39,9 6-16,-6 0-7,7 5 3275,-3 0-3605,3 4-386,4 3-2140,5 10-3568,9 1 6447,3 3 0,0-9 0,-1-5 0</inkml:trace>
  <inkml:trace contextRef="#ctx0" brushRef="#br0" timeOffset="556966">27290 5363 8707,'-3'-3'5988,"1"0"-2051,2 3-3247,-35-54-612,27 40-56,-13-17 1,7 8 11,16 24-6,1 1 0,3 3 45,4 6-3387,7 10 3331,-2-3 11,16 22-23,-7-9-5,5 7-296,7 9 279,-4 1-39,-8-6 0,0 2-39,-6-3 0,-1 0-372,0 11 1,-4-2 191,-7-16 0,-4 0-1411,-7 9 0,-4-1 1686,-12 14 0,1-10 0,5-20 0</inkml:trace>
  <inkml:trace contextRef="#ctx0" brushRef="#br0" timeOffset="568739">26123 6177 7565,'0'-7'4637,"0"1"-2676,0 6 1248,0 0-2458,9-34-62,-5 22-73,6-27-72,-8 32-309,-2 2 302,0-4-268,-2 2-56,0-1-129,0 3-185,0 3-134,1 1 123,1 5 129,0 5 11,0 9 5,1 8-27,1 8-1,1 1-5,2 0-5,-1-3 10,0-2-10,1-4 10,-2-4 7,-1-7 111,0-6 202,-2-5-6,1-3-168,-1-7-95,1-5 17,-1-8-6,1-3 1,-1 0 16,0 2-28,-1 4-22,0 5-29,-2 4-134,2 4-179,1 2 89,0 11-246,0 3-559,2 11-1139,0 3-3953,2 3 6116,-2-3 0,-2-11 0,0-6 0</inkml:trace>
  <inkml:trace contextRef="#ctx0" brushRef="#br0" timeOffset="569239">25883 6423 13121,'-21'-3'723,"12"1"-376,36 6 151,10-3 74,9 0-1,11-4-330,-23 1 0,0-1-575,5-2 0,2 0 446,3 0 0,2-1-31,4 0 1,0-1-10,2 1 1,0 1-28,-1 0 0,0 0-14,-3 1 0,-2 0 2,-4 1 1,-3 0 112,-6 1 1,-2 1-102,15-2-6,-18 2-6,-13 1-5,-10 0 23,-3 0 777,0 2-772,1-1-6,0 1-5,0 0-45,-1-1-1260,-1-1-1115,-2 4 2375,-6 2 0,4-2 0,-3 1 0</inkml:trace>
  <inkml:trace contextRef="#ctx0" brushRef="#br0" timeOffset="569898">25933 6513 6574,'-2'-8'3226,"1"1"-2912,1 7 1035,0 0-716,-2-22 101,2 16-123,-2-17-141,2 23 224,0 0-173,0 3 107,2 1-113,2 6 40,3 4 5,1 2-45,1 5-95,-1 2-28,-2 2-33,-2 0-51,-1-1-34,-3-1-55,1-1-34,-1-1-34,-1-2-17,0 0-78,-1-4 84,-1 6-101,1-6-95,-1 7-140,1-6-369,1-1-1312,0 1-4911,0 1 6788,0-3 0,0-4 0,0-5 0</inkml:trace>
  <inkml:trace contextRef="#ctx0" brushRef="#br0" timeOffset="570648">26016 7229 7235,'0'-3'5724,"-1"0"-711,1 3-4207,5-28-279,-4 20-264,4-20-330,-5 27-448,0 1 369,0 4 236,1 5-56,2 5-29,3 6-5,2 1-5,0 2 10,0-2 1,-2-1-3309,-2-2 3359,-2-7 157,0-2 179,-2-7 1176,0 0-498,3-8-980,-1 0-56,4-14 3414,2-4-3409,4-6 50,2 2 23,0 5 6,-4 7-34,-3 6-101,-3 4-89,-1 3-90,-1 2 95,4 0-28,16 7-162,9 2 55,5 2-414,9 3-514,-9-2-1934,8 3 3098,-5-2 0,-18-6 0,-7-2 0</inkml:trace>
  <inkml:trace contextRef="#ctx0" brushRef="#br0" timeOffset="580164">18857 13206 17977,'-23'-22'1131,"0"-1"1,-15-12-924,32 33-203,-4 5 18,-8 9 5,-3 2 44,-20 19-16,-2 5-900,8-4 0,-2 1 844,12-11 0,1 2 0,-15 19 0,3 2-1408,18-18 0,3-1 1408,-5 6 0,2 1 0,7-2 0,3 0-397,3 2 1,3-1 396,-2 23-17,8-11 0,4-2 0,2-8 5,3-4 0,3-1 24,12-1 2,-2-11 0,3-2 19,23 4 339,-19-13 1,-1-3-328,10-5 2844,6-12-2699,-15-8 85,4-11 195,-11-15-178,-14 4-113,-18-4-123,-7 18 1343,-21 3-1343,-5 13-28,5 6 0,-4 3-20,5 3 1,-1 3-249,-8 2 0,1 2 240,-12 10-37,23-4 1,1 2-193,-12 12-664,-5 12-4444,20-7 5337,13-3 0,12-15 0,3-7 0</inkml:trace>
  <inkml:trace contextRef="#ctx0" brushRef="#br0" timeOffset="591490">26946 6402 7710,'0'-3'4240,"0"0"-879,0 3-2319,-4-28-499,2 20-302,-3-20 123,4 27 202,1 1-605,0 3 89,0 8-28,-1 5 46,3 9-24,-1-5 68,4 9 17,1 2-28,-1 1 0,0 3 0,-2-14-45,-3-5 28,1-2-78,-2-3-80,-1-1-934,-1 5-1820,0-4-1423,-1 3 4251,0-1 0,4-10 0,0-1 0</inkml:trace>
  <inkml:trace contextRef="#ctx0" brushRef="#br0" timeOffset="592357">26913 7024 15905,'11'-54'762,"-2"11"-628,-4 39-50,0 2-78,-3 0-73,-1 2 190,-1 4 134,0 7-77,-2 8-57,-2 9-62,1-3 35,0 15-63,3-12 6,1 11-22,4-8 17,2-4-1,1-4 1,-2-6 117,-3-7 325,-1-5 527,-2-4-963,0-8 133,0-10-33,0-6 6,3-5 33,0 5 45,3 4-11,-1 1-85,0 3-72,-1 1-44,2 1-1,4 0 6,4 0-12,9-1-5,6 0 6,3 1 5,0 5-11,-4 3-17,-4 3 12,-7 6-12,-4 4-6,-5 7 12,-3 3-17,0 5-78,2 2-163,1 4-252,3 1-291,3-1-448,2-3-1093,2-4-3808,0-6 6161,-3-6 0,-5-5 0,-5-4 0</inkml:trace>
  <inkml:trace contextRef="#ctx0" brushRef="#br0" timeOffset="600956">24700 5812 6378,'-8'-1'1870,"3"-1"-1299,5 2 543,0 0-1069,-23-7-110,17 5 279,-16-5 342,28 10 18,5 1-49,9 1-135,10 0-138,8-1-45,9 1-33,7 1-5,9-1-82,-27-2 0,1 0-360,4 1 0,1-1 318,3 0 0,2 0 3,2 1 0,0-1 2,2 0 1,0-1-9,1 1 1,-1-1-9,0 0 0,-1 0 3,-1-1 0,-1 1 2,-2-1 1,0 1 11,-3-2 0,-1 1 8,-2 0 1,0 0 27,6-1 0,-2 0-52,16 1 4,-18-1 1,0 0 44,15 0-59,-20 0 1,0 0-1,0 0 0,0 1-21,0 0 1,0 0 51,0 1 0,0-1 0,1 1 0,-1 0-8,0 0 0,0 0-1,0 0 1,-1 0 2,-1-1 1,-1 1 38,28 1-5,-6-1-45,-6 0-27,-3 0 21,-2 1 12,-1 0 0,-4 0 649,-1 0-648,-2 1 78,-2-2-62,-1 0 16,-1-1-16,-2 0-12,-2-1-5,-2 0-11,-3 0 33,-1 0 22,-4 0 29,-1 0 56,-2 0 66,-2-1 102,1-2-269,-7 2 22,5-4 11,-4 3 6,0-1 17,0 1-17,-3 0-39,-3 2 11,1-1 56,2 0 39,4-1-11,3 0-45,3 0 1,2-1-74,-1 0-201,1 1-1003,-4 0 1154,-3 3 0,-5 0 0,-3 0 0</inkml:trace>
  <inkml:trace contextRef="#ctx0" brushRef="#br0" timeOffset="621292">19552 13485 6781,'-11'0'2308,"3"0"-886,8 0 1104,0 0-1820,-6-15-616,4 8 111,-3-17-89,8 15 146,5-11 83,3 2 141,2-6 67,1 3 23,2-1-488,-5 9-51,5-3-72,-4 7-6,7 0-56,2 4-5,4 4 16,3 8 18,1 9-1,2 10-39,-2 9 22,-5 4 163,-9 13-6,-9-15 168,-24 23-139,2-33 27,-4-2 0,-2-1 314,-16 3 92,7-11 0,0-1-98,-10 3 1004,-10-7-1038,37-11 74,-1-4-320,13-1-95,2-3-90,4 1-33,4 2 33,2 2-10,12 2 32,7 7 1,17 6 8,-12 1 1,1 2-26,-4 1 0,-1 1 14,0 0 0,-2 1-53,11 26 16,-23-6 57,-16 23 44,-24-10-302,1-22 0,-5-3 286,-8-6 0,-1-4-26,4-3 0,0-2 6,-14-1 0,-3-3-230,0-5 1,-1-4-1051,2-1 0,1-3 944,1-2 0,5-2 0,6-4 1,21 4-1</inkml:trace>
  <inkml:trace contextRef="#ctx0" brushRef="#br0" timeOffset="631672">28264 4913 6719,'-3'-1'3271,"0"1"-369,3 0-2297,-22-7-213,16 6-219,-15-6-128,22 7-129,1 0-78,0 0 94,0 0 113,2 2 6,3 1-12,5 2 17,6 2-28,0-2 45,23 5-23,0-5-33,-7 0 0,1-1-6,18 0 3,-7 0 0,3 0-423,-14-2 0,1 1 403,16 1 1,0 0-12,-9-1 1,-2 0 7,-2 1 1,-1-1 2,-1 1 1,-1 0-188,-2 0 0,0 0 193,0 1 0,0-1 5,1 0 1,0 1-1,2-1 1,2 0 2,2-1 1,1 0-1,4 0 1,1-1-1,2 0 0,0 0-2,1-1 0,-1 1-1,-2-1 1,1 0-369,-4-1 1,0 0 378,-3 0 1,-1 0 0,-2 0 0,0-1-3,-1 0 0,0 0-3,20-1 0,-11 0 0,1 0-8,-12 1 0,1 1 0,17-1 0,2 0-12,-7 2 1,-2-1-4,3 2 1,-1-1 8,-1 1 1,-1 1-7,-2-1 1,-1 1-236,-5-1 1,-1 1 257,-4-2 0,-1 0 476,24 1-462,-4-3 341,-5-1-341,5-4-11,-19 2 822,5-3-710,-24 3 661,1-1-577,-8 1 218,-3 0-341,-2 0-46,-1 0-161,0 0-628,-2 2-89,0 0 834,-6 2 0,5 0 0,-5 1 0</inkml:trace>
  <inkml:trace contextRef="#ctx0" brushRef="#br0" timeOffset="632299">29989 5193 11564,'0'-3'4196,"1"0"-808,-1 3-2956,24-56-29,-16 39-219,6-15 1,-1 6 17,-10 22-219,-1 3 17,-2 2 78,0 7 29,-2 7-1,-1 12-5,-2 11 45,-2 18-107,4-15 17,-1 18-17,4-21-17,0 9 1,0-4-118,2 7-264,-1-8-27,1-4-1810,-1-4 2196,0-9 0,-1-6 0,1-6 0</inkml:trace>
  <inkml:trace contextRef="#ctx0" brushRef="#br0" timeOffset="632872">29797 5901 19412,'-3'-15'-12,"-2"11"-32,-3 42-96,1-1-230,-2 11-426,3-6 118,1-8-1814,2 5 2492,3-8 0,0-10 0,0-5 0</inkml:trace>
  <inkml:trace contextRef="#ctx0" brushRef="#br0" timeOffset="633098">29781 5594 14325,'-26'-19'-8586,"8"15"7171,22 17 0,1 2 0,-4-10 0</inkml:trace>
  <inkml:trace contextRef="#ctx0" brushRef="#br0" timeOffset="633565">30015 6042 11631,'5'0'3725,"0"1"-510,-5-1-3019,37-3-83,-21 16 21,31 3-11,-34 18-84,-2-8 73,0 11-22,-5-13-12,1 8 107,-5-11 118,-1-8-35,-1-6 1059,1-4-749,0-9-197,4-8-28,3-11-101,4-10-174,0 5 96,14-20-113,-11 25 62,19-21-83,-14 28-7,8-4-38,-7 14-7,0 4 1,-5 6-112,15 13-101,-5 7-202,14 16-336,-2 3-380,-2 4 391,-7-11-3382,8 10 974,-20-24 2311,10 11 0,-20-23 0,-1-1 0</inkml:trace>
  <inkml:trace contextRef="#ctx0" brushRef="#br0" timeOffset="633866">31025 5876 11598,'0'-6'6032,"0"1"-2408,0 5-3607,-20-56 39,10 53 0,-20-32-23,12 75 6,-7 15-25,10-23 0,1-1-14,-8 23-8,7-14 0,3 0-88,3 15-24,4-18 0,4 0-284,14 16-374,14-8-595,13-5-1063,12-7-5296,5-7 7732,-5-9 0,-20-9 0,-13-5 0</inkml:trace>
  <inkml:trace contextRef="#ctx0" brushRef="#br0" timeOffset="634655">31445 5851 19910,'-17'-36'1064,"6"6"-795,18 25-34,1 1-84,-3 1-89,-2 2-57,-1 1-61,-1 0 62,0 3-6,-1 0 11,1 2 0,-1 0 6,0-1-11,0-2 16,0 0 23,-1-1 0,-3 1-12,-3 0 1,-3 0-12,0-1-16,2 0 5,0 1-5,4-1-1,2 0 18,1-1 38,0 0 18,-2 0-45,-1 0 100,-10 1-27,3-1-18,-6 1-27,7-1-17,5 0 28,3 0-12,9 0 6,6 0-44,12 0 10,8 0 46,5-3-12,2 0-11,-1-2-17,-4 0 0,-8 2 1,-7 1-24,-6 1-10,-4 3-12,-3 4 29,-1 7 38,-2 8-27,-1 10-23,-2 7-5,0 7-1,1 6 1,2 6-242,2 1 135,4-1-151,0-4-297,1-6-633,-3-5-1815,-1-6 2997,-2-6 0,-3-15 0,-1-4 0</inkml:trace>
  <inkml:trace contextRef="#ctx0" brushRef="#br0" timeOffset="634872">31426 6129 19412,'48'-31'-127,"1"-1"0,-4 3 0,-3 8-680,6 20-1327,0 3-4789,2-1 5508,-9 1 0,-16-1 0,-10 0 0</inkml:trace>
  <inkml:trace contextRef="#ctx0" brushRef="#br0" timeOffset="635149">31918 5673 21080,'-11'-44'754,"0"1"1,1 4-1,5 9-720,8 23 16,9 10 23,5 13-22,10 16-63,8 20-1113,-7-8 1,0 1 1124,-7-11 0,0 0-4,0 1 0,2 3 1,-1-2-474,1 5 1,-1-1 409,4 11 0,-2 2-129,-5-2 0,-7 1-1194,-13 7 1,-7-2-566,1-19 1,-5-1 1954,-14 8 0,-1-7 0,4-16 0,0-1 0</inkml:trace>
  <inkml:trace contextRef="#ctx0" brushRef="#br0" timeOffset="642780">30482 6712 18509,'-9'-58'1715,"2"13"-1564,7 43-291,0 2 129,0 7 111,-1 11-55,-1 15-45,0 15-11,-1 9 5,1 5-5,1 1-11,1-2-448,-1-4 335,0-16-1114,-5 8-2683,-3-23 3932,-1 7 0,3-20 0,4-7 0</inkml:trace>
  <inkml:trace contextRef="#ctx0" brushRef="#br0" timeOffset="643197">29293 7115 7263,'-6'0'3119,"2"0"2085,4 0-4750,101-2-2022,-47 3 1661,-10 0 1,11-1 0,4 1 0,-6-1-756,-7 2 1,-3-1 0,3 1 686,5-1 0,4 1 1,1-1-1,-4 0-18,-2 1 1,-1-1-1,3 1-4,7-1 0,5 1 0,1 0 0,-4-1-2,2 1 1,-3 0 0,3 0-259,-9 0 1,2 0-1,0 0 1,0 0 254,-3-1 1,0 1 0,0 0-1,-1 0-5,-3 0 0,1 1 0,-1-1 0,0 0 4,0 0 0,0 0 1,-1 0-1,1 0-10,1 1 1,1-1-1,-2 0 1,-4 0-108,9 1 0,-4-1-373,6 1 1,-4 0-2528,-1 1 3020,8 1 0,-41-2 0,-12-1 0</inkml:trace>
  <inkml:trace contextRef="#ctx0" brushRef="#br0" timeOffset="643913">29354 7198 19014,'-6'-30'571,"13"43"-408,2 40-54,0-14 0,1 2-212,-3-10 0,-1 0 394,3 30 187,-4-4-147,-3-8-46,-3-9-11,-2-9-173,-1-10-90,0-7-470,1-8 47,2-3-1862,1-3 0,0-2 0</inkml:trace>
  <inkml:trace contextRef="#ctx0" brushRef="#br0" timeOffset="644590">29263 8162 7436,'-3'-5'4234,"1"1"3698,2 4-7742,5-37-94,-3 29 301,3-20-212,-10 73-151,3-17 2,0 5 0,-1 1 37,2 4-23,3 12 23,2-5 45,2-5 235,0-8-118,-3-14 477,-2-5 72,-1-11-370,0-13-341,0-6 0,0-17-56,1 4 11,9-16 16,18-2-32,4 1-7,4 6 12,5 11-6,-21 20-11,17-5-17,-13 13 1,8 8-96,15 18-320,-2 9-88,0 3-867,-21-14 1,0 0 1386,18 18 0,-13-12 0,-4-5 0</inkml:trace>
  <inkml:trace contextRef="#ctx0" brushRef="#br0" timeOffset="657730">20625 13392 7778,'-3'0'2800,"1"0"1575,2 0-3557,-14-12-141,9 8-178,-13-10-174,11 12-62,-1 0-6,-2 1-61,2 0-84,1 1-67,4 0 1026,2 0-752,4-1-50,5-3-68,12-4-106,11-4-44,11-4-1,8 0-5,3 1-23,-1 3-16,-4 4-34,-9 4-11,-9 3 0,-8 6 72,-9 8 102,-6 13 10,-4 15-56,-3-5 1,-2 2-45,-1 19-380,0-11 1,0 1 362,1-13 0,0 0-17,0 8 0,1 2-3,0-3 1,0 0-43,2-3 0,0-2 6,1-3 0,0-2-179,3 22-633,2-11-1955,0-9 2795,0-11 0,-2-10 0,-1-7 0</inkml:trace>
  <inkml:trace contextRef="#ctx0" brushRef="#br0" timeOffset="658047">20597 13764 9974,'-3'-1'4743,"0"1"-1080,3 0-3433,8-25 40,18 11-35,20-22-129,-13 24 1,3 2-277,3 0 0,0-1 223,2 0 0,0 0 3,0 1 0,0 1-25,-2 0 0,-2 2-31,-4 1 0,-1 0-45,16 1-151,-19 2-258,-15 2-599,-10 4-5584,-4 5 6637,-2 1 0,0-1 0,0-4 0</inkml:trace>
  <inkml:trace contextRef="#ctx0" brushRef="#br0" timeOffset="672122">31834 7411 5739,'4'3'0,"0"0"0</inkml:trace>
  <inkml:trace contextRef="#ctx0" brushRef="#br0" timeOffset="673214">31615 7340 8136,'1'-3'2358,"-1"0"4397,0 3-7063,4-50 196,-3 39 179,2-36 169,-1 63-80,-1 3-66,1 6 112,-2 8 268,-8 9-257,0 5-124,-9 11-21,2-10 10,1-1 23,1-5 16,2-5-38,3-11 174,-2 1-108,4-13 169,0 1 11,3-10 766,3-4 215,0-6-1172,0-10-44,2-13-12,2-12-38,-1 4 38,5-21 0,-2 20 40,1-13-23,-3 19 12,-3 9-63,0 8 52,-1 4-29,0 5-106,0 2-303,0 2 264,0 10 94,0 1-4,-1 19-35,1 5 6,-1 22 17,3-9 12,0-4-12,2-10 5,-1-20 113,0 5 246,-2-15 112,1-1-235,0-12-197,1-10 1,3-18-17,0 1-28,0 1 0,0-2-22,4-15-109,-2 15 1,-2 1 158,2-8-11,-3 14-50,-6 13-186,-1 10-111,-4 6 5,-4 13-414,-7 11-760,-6 16-4763,-3 13 6262,3-3 0,10-17 0,6-12 0</inkml:trace>
  <inkml:trace contextRef="#ctx0" brushRef="#br0" timeOffset="673932">31473 8422 19725,'11'-44'619,"0"0"1,-1 4 0,-3 11-749,-7 24 17,0 6 152,2 8-7,0 10-33,0 13 6,0 10 5,-3 7-22,-5 2 5,-2 0 17,-4-3 1,-1-5 66,0-4-22,5-16 196,-1-5 113,6-16-24,-1-5-55,3-13-51,0-12-67,7-16-39,5-9 33,12-4-271,-8 28 1,2 1 256,1 0 1,2 2-1580,5-2 1,0 3 1502,10-8-26,14-5-12,-14 20-6,12 0-28,5 9-6,3 9 3,-23 7 1,0 4-2176,17 14 2139,-7 6-146,-17 11-194,-14-3-1217,-1 13-4677,-7-2 6273,-5-10 0,1-16 0,-1-13 0</inkml:trace>
  <inkml:trace contextRef="#ctx0" brushRef="#br0" timeOffset="684757">28959 6289 6792,'-7'0'3848,"1"0"-2381,6 0 242,0 0-1452,-9-5-105,7 4 21,-5-3 74,14 4-35,9 2-16,11 0 73,12 0 51,15 0-172,-20-2 1,2 0-486,5 0 0,3 0 418,5-1 1,1 0-21,3 0 1,1 0-20,2 0 0,0 0-20,0 0 1,-1 0 5,0-1 0,0 1 2,-2-2 1,0 1-11,-3-1 0,-1 0-1,-1-1 1,-1 0-4,-2 0 1,-2 0 5,-1 0 1,0 0-296,-2 1 0,-1-1 295,0 1 1,0 1-15,0-1 1,-2 1-20,1 0 0,-1 1-171,-1-1 1,-1 1 195,1 1 0,-1 0-55,-1-1 1,0 1 45,-1-1 1,1 1 5,-1-1 0,-1 0 6,1-1 0,-1 0-9,1-1 1,0 1-4,-1-1 1,0 1 5,28-3-11,-4 1 6,-4 2-6,-1 1 5,-4 1 12,-1 0 5,0 1-10,2 2 4,5 1-4,4 1-1,3-2-1092,-23-2 1,0 0 1096,12 0 186,-17-1 0,0 1-146,5-1 311,6 0-283,-7 0 87,-5-2-98,-4 1 3335,0-2-3374,0 1 62,0 0-51,-1 0-6,-5 1 50,-5-1 96,-7 1 73,-5 1 16,-3 0-698,0 0 1,-1 0-1</inkml:trace>
  <inkml:trace contextRef="#ctx0" brushRef="#br0" timeOffset="692398">24009 3961 6266,'-4'0'414,"1"0"1356,3 0-1513,35 11-72,-11-5-44,31 10 4,-15-6 40,6-2-6,6-1 17,8-2-359,-27-3 1,1 0 235,22 0 78,-9-2 0,2 0-48,-11 0 1,1 0-519,19 0 0,1 0 482,-6 0 0,0 0-6,3 1 1,-1 1-26,-11-1 1,1 0 26,-1 1 1,2 0 0,-2 0-8,4 1 0,-1-1-8,-2 0 1,3 0-1,-1 0 25,12 0 0,-2-1-3,4 0 0,-1 0-14,3-1 0,0 0-17,0 0 0,0 0-666,-1 0 1,-1 0 648,-2 0 0,-2 0 3,-2 0 1,-2 0-429,-3 0 1,-1 0 435,-2 0 1,-1 1-153,-1 1 1,0-1 160,0 1 1,0 0 7,1 1 1,0-1-12,1 0 0,1-1-17,-1 1 1,1 0-12,0-2 0,-2 1-14,-10 0 1,0-1 133,15 0 1,0 0-121,-17 0 0,-1-1-6,15 0 1,0-1 2,-11 1 1,-2-2-9,0 1 0,-1-1-11,2 1 0,0-1-6,2 1 0,0-1 0,4 1 0,0 0-5,3 0 0,1-1 7,1 1 1,1 0 11,0 1 1,0-1-1,-1 1 0,-1 0 0,-2 0 0,-1 1 5,-4 0 1,-2 0 509,-2 0 0,-1-1-496,25 0 12,-4 0 163,-4-1 1352,2 0-1307,-19 2 1,0-1 219,14 1-237,-12 0 0,0 0 195,16 3-224,-19-1 0,1-1 20,0 2 1,0-1 174,-1 1 1,0-1-466,1-1 1,-1 1 38,-1-1 0,0-1-26,29 2-4,-3-2 7,-15 0 11,-10 0 0,-1 0-47,14 0 86,-13 0 1,1 0-20,19-2-7,-1-2-67,-13 2 503,17-5-519,-18 5 74,15-3 8,-12 3-19,0 0 175,3 0-255,4 1 53,2-1 17,0 0 1,0 0 11,-3 1 6,-4 0 330,-4 1-375,-5 0 160,-5 0-105,-3 0-13,1 0-6,4 0 0,5 0-47,5 0 3,4 0 61,1 0 1,-5 0 0,-6 0 35,-8-1 10,-7 0 20,-5 1 65,-5-2-4,-2 0 63,0 0 36,-1-2 35,0 1-20,-2 0-68,-2 0-121,-1 1-161,-1 0-243,-1 1-595,-3-1-3151,-2 1 4143,-4 0 1,3 1 0,1 0 0</inkml:trace>
  <inkml:trace contextRef="#ctx0" brushRef="#br0" timeOffset="698006">18009 2053 12408,'3'-6'1334,"0"1"16,-3 5 374,63-27 347,-23 14-1761,7-4 1,3 0 581,12 6-666,-27 5 0,1 0 604,3 0 0,2 1-93,16-4 1,0 0-486,-16 4 0,0-1-49,0 1 1,4-1 0,-3 1-1523,6 0 0,-1 1 1390,-7 1 1,3 0-1,0 1-18,1-1 0,0 1 0,0 0 54,1 1 0,0 0 0,0 0-126,1 0 0,0 0 0,0 1 6,1-1 0,-1 1 1,1 0 1,0 0 0,0 0 0,0 1-3,1-1 0,-1 1 0,0 0-52,-1 0 1,0 0-1,0 0 11,0 0 0,-1 0 0,-1 0 21,0 0 1,0-1 0,-1 1 39,0 0 1,-1-1 0,0 0 36,22 0 1,-1 0-4,-20-1 0,-1 0 1,1 0 12,20 0 0,-1 0 27,0-1 0,-2 1 11,-2 0 1,-1 0-29,-4 0 1,-1 0-18,-4 1 1,-1-1-1,-4 0 0,-1 1 14,-2-1 0,0 0 6,5-1 0,-1 0 39,17 0-38,-19 0 0,0-1 72,19 0-83,-22 0 0,2 0-6,0 1 0,1 0 8,-1 0 0,1 0-34,8 1 0,-1 0-30,-15 1 0,-2 0-4,12 0 1,-2 0-50,8 2-95,12 0 10,-4 2-33,-1-3 87,3 0 72,-28-1 1,1 0 33,1 0 1,2 0 26,0-1 1,0-1 44,1 1 0,0-1 70,-2-1 0,1 0-11,-3 1 1,0 0 137,26-2-81,-7 2-63,-2 1-41,0 0-66,-15 1 1,0 0-35,-2 1 0,-1-1-57,1 1 0,0-1 10,3 2 0,-1-1-37,25 2 64,-15-1 0,1 0-2,-9 0 0,0-1 9,3 1 0,-2 1-35,6-1 64,5 2 2,-13-2-5,13 3-35,2 0 5,-16-2 0,0 1-71,15 2 51,-14-2 0,1 0-43,11 3-6,14 1 16,-4 1-29,-3 1 47,-7-2-16,-4 0 29,-3-3 64,-1 0 64,11 0 30,-4 0 5,9 0 55,-18-2 14,11 0 61,-8-1-106,-9-1 0,1 1 82,9-1-79,-9 0 0,-2 0 69,-5 0 113,22-1-52,-14 0-7,27-4 13,-17 2-136,-3-1 0,-2 0 124,-2 0-146,-3 1 0,0-1 155,7 0-35,16-3 44,-15 2-50,4-2-53,-20 2-30,13-2 45,0 2-122,-7 1 1,3-1 13,27 0-57,-24 2 0,-2 0-50,9 0 92,5-1 19,-17 0 590,2 0-391,-16 2 869,-7 0-1166,-8 1-3,1-1 0,8-1 0,3 0 0,4 1 0,1 0 0,-8 1 0,0 2 0,-10-1-1131,0 1-392,-4 0-905,-5 4 2162,-9 8 1,6-6 0,-4 3 0</inkml:trace>
  <inkml:trace contextRef="#ctx0" brushRef="#br0" timeOffset="703256">13357 15170 15020,'-16'-34'11,"14"4"23,35 23-6,19-3-23,-18 5 1,2-1-501,7 0 0,1 1 486,7-2 1,2 1-501,4 0 0,2-1 503,-17 3 1,1-1-1,0 0 2,1 0 1,1 0-1,0 0 6,1 0 0,0-1 0,1 0-2,-1 0 0,1 0 0,0 0 5,0 0 1,1-1 0,0 1 5,0-1 0,0 1 0,0 0-4,1 0 1,1 1 0,-1-1-8,1 0 0,0 1 0,1 0-447,0-1 0,2 1 0,-1-1 480,3 0 1,0 0 0,0 0-3,4-1 1,1 0 0,0 0-16,-13 2 1,1-1 0,1 0 0,0 0-438,1 0 0,2-1 0,-1 1 1,1 0 417,1-1 0,1 1 0,0-1 1,2 0 4,-1-1 0,2 1 0,1-1 1,-1 1-1,-4 0 3,-3 0 1,-4 1-1,1-1 1,3 1-1,3-2 1,4 0 0,1 0-1,-1 0 1,-4 0 8,-3 1 0,-4 1 1,0-1-1,2 1-282,11-3 1,3 1-1,1-1 1,0 1 286,-1-1 1,0 1 0,0 0-1,0-1-196,1 2 0,0-1 1,-1 0-1,1 1 207,-1-1 1,1 1 0,-1 0 0,0 0 0,1 1 0,-1 0 0,0 0 0,1 0-1,-1 1 1,-1 0 0,1-1 0,0 2 5,0-1 0,0 1 1,-1 1-1,1-1 6,-1 0 0,-1 1 0,1 0 0,-1 0-3,0 0 0,0 0 1,-1 1-1,1 0 12,-3-1 1,1 1 0,0 0 0,-1 0 21,-2 0 0,0 0 0,0 1 0,0-1 8,-2 0 0,0 0 0,-1 0 0,0 1-56,-2-1 0,0 0 0,-1 0 0,1 0 55,13 0 1,0-1-1,0 0-15,-3 1 1,0-1-1,0 0-15,-1 0 1,-1 0-1,0 0 140,-1 0 0,0 0 0,0 0-164,-1-1 0,-1 0 0,1 1-15,-3-1 0,1 0 1,-1 0-5,-1 0 0,0 0 1,-1 0 211,-1 0 1,0 0-1,-1 0-210,0 0 1,-1-1-1,0 1 0,-2-1 1,0 1-1,0-1 0,-2-1 1,-1 1-1,0 0 13,18-4 1,0 1 16,-4-1 1,-2 0 599,-1 0 1,-1 1-609,-4 0 0,-1 0 610,-2 0 1,-2 0-623,-3 2 1,-1-1-6,-3 1 0,-1 0-3,-2 0 0,-1 0 0,27-6-22,0-1 22,0-1-17,-29 6 1,0 0-1,6-1 1,-1 1 22,13-5 16,9-2 1031,-29 6-745,6-5 1234,-16 5-1206,-2-4 874,-12 4-1014,-1-4 292,-2-2-437,-1-1-6,0-3-11,-1-4-12,0-6 12,0-7 0,-2-6 22,0-7-5,-2-5 10,-2-5-33,2 27 1,0 1-201,-1-3 0,-1 0 203,0-2 0,-2 0-28,0-1 0,-1-1-20,-1-2 1,0 0 8,-1-1 0,-1 0 8,1-1 0,-2 1-3,1 0 1,-2 1-9,0 1 0,-1 1-11,0 1 0,-1 2-26,-2 2 1,-2 2-20,-1 0 0,-1 1-17,-2 3 0,-2 0-5,-1 2-1,-3 2 6,-1 1 1,-3 3 10,-2 1 1,-1 1 10,-3 2 1,-2 2-37,-11 1 0,-1 1 56,17 3 1,-1 2-390,-17 0 1,1 2 391,14 2 0,1 2-6,-12 1 1,-2 1-1,-2 1 0,-3 1 6,9 0 0,-3 1 0,3 1-754,-4-1 1,0 1 769,2-1 1,-4 2 0,3-2 16,-4 1 1,1-1 3,8-1 1,-3 0-1,1 0-11,-1 0 0,1-1 1,-2 0-620,4-1 1,-3 0-1,2-1 1,2 1 627,1-1 0,3 1 1,-2-1-6,-17 1 0,-3-1 0,4 0-58,-1 0 1,-1 0 58,1 0 1,-6-1 0,5 1-171,17-1 0,4 1 1,-4-1 160,-14 0 1,-4 0-1,4 0-3,-2 0 1,1 1 0,9-1 1,-1 0 0,-1 0 1,0 0 1,1 0-1,-1 0-2,1-1 1,-1 1 0,1 0 7,-1-1 0,0 1 0,-1 0 1,6-1 0,-2 0 1,1 0-1,3 1-1,1-1 0,3 1 0,-2-1 3,-15 0 1,-2-1 0,4 1 2,-1-1 0,2 1 50,9-1 0,-2 1 0,0-1-56,2 1 0,0 1 0,-2-1 0,-8 0 0,-1 1 0,0-1-6,8 1 1,0 0-1,1 0 394,1 0 1,1 0 0,1 1-389,-1 0 0,1 0 0,2 0-11,-14 1 0,-1 1-1,11-1 1,-3 1 0,-1 1-2,-10 0 0,-2 1 0,5 0 7,-4 0 1,0 0 1,7 0 0,-2 1 1,3-1-237,1-1 0,2 0 243,9 0 1,-2 0 0,0 0-2,2-1 0,0 0 0,-1 0 5,-7 0 1,-2 0-1,4 0 10,-3 1 0,1-1-12,6-1 1,-3 0 0,3 0 239,0 0 1,1-1-255,-13 1 1,-1 0-12,1-1 1,0 0-9,1 0 0,-2 0 9,12 0 1,-1-1-1,3 1 16,-3-1 0,1 1 3,-17-1 0,1 1 0,23-1 0,0 0 17,-9 0 0,-2 1-17,-7 0 0,-1 2-3,9-1 0,-1 1 11,-7 1 1,2 0-9,19-1 0,0 0 3,-6 1 0,1 0 457,8-1 0,1 0-444,-14 1 1,-1 0-14,11-1 0,0 0 211,-2 0 1,2-1-204,-3 0 1167,-4-2-1206,8 0 28,-12-2 16,-5-1 1,17 0 0,-1 1 5,-14-2-8,13 2 0,1 0 20,-12-1-15,14 0 1,1 0 3,-11-2 796,-15-2-819,29 2 73,-6 0-73,4 1 1080,-6-1-1085,-3 1-7,-10 2-10,5 3 11,9 1 11,-10 3 22,1 2-22,2 0 28,0 0 17,19-3-23,9-2 18,5-1-220,6 0-184,2 1 56,1 1 230,0 4 72,0 5-27,-1 0-1,-1 5 29,1-7 21,0 9 52,-4 19-18,2 2-33,1-7 0,-1 0-276,0 12 262,3-13 0,-1 2 11,2 6 0,1 2 0,1 3 0,1 1 8,2 13 1,0-2-312,0-17 1,2-1 304,1 11 1,2 0 28,-1-9 0,0 0-352,3 9 0,1 4 413,-2-13 1,1 2 0,-2-3-57,2 2 0,0 0 34,3 17 0,-1 0-3,-5-18 1,-2-1-1,0 11 0,0 3-8,-2-1 0,-1 0-17,-2-2 0,0 1-9,-1 6 1,0-3-34,0-19 0,1 0 36,4 12 1,2-4 5,2-13 112,14 20 50,0-23 94,-1-2-228,-1-2 516,-9-12-522,-4 2 778,-3-6-856,0 2-28,-4-5-145,1-3-656,1-3-1400,1-4 2229,3-3 0,-3 4 0,0-1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30:38.8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1824 2437 18461,'-6'-38'188,"-1"1"0,-3-21 1313,11 72-1478,2 16-12,0 24-28,-2-19 0,1 3-367,-2 6 1,-1 2-250,0 4 0,-1 1-1487,1 0 0,0-1 2120,2 2 0,0-5 0,1 7 0,2-14 0</inkml:trace>
  <inkml:trace contextRef="#ctx0" brushRef="#br0" timeOffset="208">2297 2432 21741,'-18'47'0,"-1"1"0,2-1 0,4 0-328,7-7 1,3-1-1052,0-1 0,2-2-2366,3-3 1,1-3 3744,5 13 0,0-20 0,-2-14 0</inkml:trace>
  <inkml:trace contextRef="#ctx0" brushRef="#br0" timeOffset="567">2417 1985 19378,'-30'29'99,"0"0"0,5-3 0,10 0-26,32 6-12,8-6 34,3-9 101,0-9 68,-6-7 21,-4-11 29,-4-17-236,-7 4 68,-3-17-1,-9 13 6,-5-6-67,-8 5-44,-5 5-91,-6 9-229,-4 6-476,-2 13-1322,-2 10-4677,2 11 6755,7 1 0,12-9 0,8-7 0</inkml:trace>
  <inkml:trace contextRef="#ctx0" brushRef="#br0" timeOffset="917">1739 1883 14877,'-5'-1'2796,"1"-1"-1209,4 2-743,-43 71-189,43-31-580,-13 12 0,5-1 8,30-15-373,11 3 463,-13-25 807,5-3-774,-10-11 155,-1-14 51,-8-12-239,-2-1 258,-7-22 223,-6 19-193,-5-12-283,-2 21-423,1 7-283,1 8-179,4 9 37,3 11 685,7 14 0,1-10 0,3 3 0</inkml:trace>
  <inkml:trace contextRef="#ctx0" brushRef="#br0" timeOffset="1256">3000 2860 22739,'22'-25'134,"16"1"-123,-3 14 0,5 4 17,-2-2 0,0 0-36,-4 2 0,-2 0-463,24-3-3215,-11 5 3686,-14 3 0,-13 1 0,-10 0 0</inkml:trace>
  <inkml:trace contextRef="#ctx0" brushRef="#br0" timeOffset="11023">4913 2591 14499,'-4'-43'1738,"0"-1"0,0 1 1,-1 15-1616,4 27 0,-1 16-11,8 26-78,-1-9 0,0 4-898,3 10 0,0 0 866,-2-6 1,0 1-6,1 14 1,-3 2-66,-2 3 1,-2 0 8,-1 0 1,-2-1 16,-1 5 0,-2-3-95,-1-20 0,-1-5 149,-5 13 83,-4-11 95,-1-26-111,1-16 5,-1-25 5,8-30-38,5 2 330,3 11 1,1-4-324,3-12 1,-1-1-104,0 12 0,0-3 95,2-6 1,0-6-1,-1 6-815,1 7 0,-1 3 784,1-12 1,0 1 16,0 11 1,0 4-263,1 11 1,1 2 244,2-5 1,4-1 83,6 2 0,4 2-69,20-11-20,-14 26 0,2 4-3,22 5 567,3 17-589,0 15 45,-28-4 1,-1 5-27,-2 3 0,-5 3 846,-3 5 1,-8 1-805,-8 3 0,-8 0 29,-9 3 1,-5-3 267,1-7 1,-4-2-226,-19 9 0,-2-3-77,17-16 1,0-2 4,-11 5 1,2-3 77,2-6-4453,13-26 4311,22-1 1,-1-4-1,7 8 1</inkml:trace>
  <inkml:trace contextRef="#ctx0" brushRef="#br0" timeOffset="11723">5545 2380 22440,'-3'0'3187,"1"0"-2700,2 0-436,22 25-928,6 3 590,-4-1 0,0 3-95,-1-2 0,-2 1 167,-4 3 0,-4 0-48,-3 1 0,-5 0-233,-13 29 143,-14-11 207,-10-16 853,-3-17 20,4-21-263,9-19-262,10-19-134,16-12 34,11-4-577,16 2 452,-12 29 1,3 3-178,2 0 1,2 2-140,1 3 1,2 1-177,0 3 1,2 1-1217,27-4-1821,-5 9-2207,-8 8 2470,-16 4 2895,-1 12-54,-16-5 468,3 6-535,-11-8 6190,-1 0-1954,-8-3-959,-2 4-1048,-6 0-717,-2 1-543,3 0-292,4-1-5,6 0 39,11-2-24,11-3-30,28-5-96,-10-3-27,-6-3 1,-1-2 3,12-10 16,6-10 23,-10-6 181,-15-3 275,-15 0-159,-20 4-207,-15 7 59,-17 10 107,3 8 247,-20 11-116,26 8-116,-8 10-170,24 10-45,9 8 75,13 9-148,10 4-820,13 3-93,-8-28 1,2-1-2900,4 0 1,2-2 3047,0-3 0,-2-3 1,10 5-1,-15-12 1</inkml:trace>
  <inkml:trace contextRef="#ctx0" brushRef="#br0" timeOffset="12423">7230 2299 15569,'-4'-47'1603,"0"0"1,-1 6 0,-6 9-1100,-18 23-252,-11 20-73,-8 24-148,21-5 0,0 5-1084,0 9 0,2 4 1058,1 6 1,4 3-1,4 2 1,6 0-20,5-4 0,8 0-17,13-1 0,5-4 25,-6-18 1,5-4 5,15 1 0,3-7 269,21-12-230,-22-10 1,2-5 16,0-6 0,-1-5-98,-2-7 0,-2-6 140,-2-5 0,-5-4-9,-2-5 1,-6-4-25,-5-3 0,-4-3-12,-6-3 0,-6 1-464,-5 0 1,-6 1 501,-4 4 1,-6 4-43,-3 6 1,-4 4 214,-2 7 0,-4 5-197,0 6 0,-1 5 33,1 3 1,0 4-24,-25 7 154,15 14 314,19 19-2561,15 19 2052,17-14 0,2-1 0,-2 6 1,11 0-1</inkml:trace>
  <inkml:trace contextRef="#ctx0" brushRef="#br0" timeOffset="12774">7793 2339 20844,'-3'-4'1039,"1"1"-1049,2 3 233,23 60-344,-10-25 0,0 2-505,2 10 1,0 2 558,-2 5 1,-6-2 65,-10-16 1,-3-2-30,-2 7 1,-4-1 243,-3-9 1,-3-4 952,-26 10-660,14-22 452,-4-22-444,24-18-344,3-19-118,19-13-36,5 22 0,4 1 11,14-12-84,-5 18 0,3 3 453,18 3-1189,-7 7 0,2 3 436,-15 4 0,2 2-2738,26 0 1,-2 2-1154,-4 3 4255,-8 1 0,-3 0 0,-17 0 0,-1 2 1</inkml:trace>
  <inkml:trace contextRef="#ctx0" brushRef="#br0" timeOffset="13749">8699 2483 11232,'3'-6'8922,"-1"2"-6965,10-58-1402,-14 40-76,0-19 1,-6 3-412,-11 25 47,-29-4-85,-1 23-71,16 1 0,-1 5-1,-10 10 1,1 6-1106,7 0 1,3 2 1116,0 0 1,5 2 12,8 0 0,5 1-2352,4 27 2370,6-11-47,21 4-3,13-32 63,14-3 75,11-19-90,4-18 542,-27 2 0,-1-4-419,5-15 0,-3-3 1256,-9 11 0,-2-3-1190,5-19 0,-3-4-49,-10 11 0,-3-1-629,4-12 0,0-1 521,-2 3 1,0 1 92,-2 8 0,-2 2 123,-2 5 0,-1 4 294,0-6 15,-6 13-588,-1 22 360,-2 18 32,-2 30-83,3-2-197,0 11 1,1 3-110,0 4-256,2-13 1,0 8 0,1-4-214,4-4 0,1-1 97,0-3 0,1 2 1,3-4-238,8 1 1,3-5-494,4-7 0,1-5 59,17 5-921,9-15 537,-4-30 2027,-8 2-109,-14-5 0,-2-4 1585,11-29-127,-2 0-741,-5 1 672,-12 15 121,-12 16-1800,-5 5-843,-9 7-68,-6 7 1135,2 4-700,-1 6 1,9 5 236,2 10 27,7-7 30,12 7 28,8-11-7,11-2 78,5-5 29,1-13 33,-2-8 157,-1-21-213,-17 8 56,-4-19-44,-17 15-1,-6-7-11,-14 3-67,3 14 17,-20 5-45,19 14 11,-17 9-22,12 7-22,-12 24 16,6 2 28,0 16-17,14-16-10,7 13-29,9-11 17,11 9 17,14-6-1,1-22 1,3-3 11,15 6 0,-7-12 0,2-4 23,19-5-15,-16-7 0,2-3-2,-7-1 0,-1-3-1,2-6 1,-2-2 5,6-11 17,-1-13-6,-14 6 29,3-9 44,-6 7 112,-3 3-56,-4 11-78,-2 4 29,3 8-52,3 7-61,9 1 11,5 11-11,14 19 11,-15-2-137,-10 0 1,-2 3-128,2 20-1674,-10-4 0,-2 2 1938,-5-9 0,-1-2 0,1 27 0,-7-35 0</inkml:trace>
  <inkml:trace contextRef="#ctx0" brushRef="#br0" timeOffset="14390">11586 2158 14611,'-10'-57'2380,"0"-1"1,-1 6-1,-2 10-1976,-6 17 39,-11 10-376,4 27-9,-3 13 1,1 6-34,8-4 1,2 3-493,-4 8 1,0 6-1,2 1 484,6-4 0,3 1 0,0 0-483,0 0 1,-1 1 0,3 2 468,-1 11 1,2 3 0,6 0-23,6-2 0,5 0 1,2 0-100,1-1 1,3 0-1,4-1-767,0-11 1,3 1 0,3-3-1,-1-4-249,14 9 0,4-6 1134,-2-9 0,4-2 0,-7-6 0,7 5 0,-13-12 0,1 0 0</inkml:trace>
  <inkml:trace contextRef="#ctx0" brushRef="#br0" timeOffset="15683">12608 2235 8948,'0'-5'6778,"1"1"-2762,-1 4-3725,6-23-257,-6 25 22,3-2 0,-10 40 0,-3 21-318,3-26 0,-1 0 296,0 3 0,-1 0-1,-1 1 1,0-1-4,-1 1 1,0-1-9,-1-1 1,0-1-4,0-3 1,0-1 25,-8 23 6,2-14 195,7-14 381,5-13-140,4-14-385,2-15-41,3-17-10,3-20 141,-1 19 1,0-2-174,2-5 1,0-2-447,0-2 1,1-1 448,-1 0 1,1 1-1,-1 2 0,0 1-113,0 5 0,0 1 170,8-23 16,-2 16-45,3 12 205,1 13-244,4 9 892,6 12-903,4 13 263,2 15-275,2 14 4,-17-18 0,-1 2-184,2 1 1,-1 0 193,1 1 1,0 0-3,-1-3 0,1 0 6,17 20 5,-7-10 23,-8-15 223,-7-10 74,-6-13-163,-2-17-17,1-35-95,-1 8-208,-2 1 0,0-2 188,-1 9 1,0 0-1,1-9 1,0-2 22,1 4 0,1 0 117,0 3 0,0 3-57,2-8 50,-2 5-79,-5 25-128,-1 3-139,0 5-3279,9 14 3496,0 3 0,1 0 0,-3-2 0</inkml:trace>
  <inkml:trace contextRef="#ctx0" brushRef="#br0" timeOffset="17832">13487 2276 12809,'9'-46'1378,"-1"1"0,0 4 0,-2 7 406,-3 18-1577,-2 7 181,0 7-276,-1 11 291,0 11-252,-1 18-6,-5 19-55,2-22 0,-1 2 122,-3 3 0,0 1-123,0 2 1,-1 0-3,0-3 0,1 0-9,0-3 1,1-2 49,-1 25-21,4-12 16,9-12 68,5-11 22,12-11-56,11-11-146,12-15-347,15-8-575,-26 7 1,2-2 309,4-1 0,-1 1 1,6-2-1,-8 4 0</inkml:trace>
  <inkml:trace contextRef="#ctx0" brushRef="#br0" timeOffset="18490">14288 2279 21556,'37'6'280,"-6"13"-179,-21 32-6,-6 11-64,-7-29 0,-2 0-6,-1 1 1,-2-2-1,-1 0 0,-1-2 20,-11 22 28,4-10 145,4-13 326,6-14-108,4-17-352,4-18-11,6-18-22,6-18-239,-4 22 1,1-4 201,4-17 0,0-1-583,-3 16 1,-1 0 579,5-19 0,-1 1 0,-4 22 1,0 1-195,2-5 1,2 0 206,-3 6 0,3 2-1363,3 3 0,2 2 1388,7-6 221,16 2-217,-8 22 1104,9 4-503,3 23-240,-16-3 171,-5 29-589,-23-2 184,-17 19 1269,0-27 0,-4 0-1190,-6 1 0,-4-1-114,-12 5 0,-2-2-128,8-8 0,0-3 161,1-2 0,1-3 363,-10 0 381,23-16-661,5-5-541,21-8-189,2 1-58,17 0-97,1 6 796,13 5-923,11 5-82,10 7 342,-26-5 1,2 1 469,2 1 1,1 0-70,2 1 1,0 1-179,0-1 1,1 0-2551,5 1 0,-1-1 849,15 2 1960,-20-9 0,-4-2 0,-16-4 0,7-1 0</inkml:trace>
  <inkml:trace contextRef="#ctx0" brushRef="#br0" timeOffset="18723">15302 1790 21723,'-20'-48'995,"0"0"1,3 5 0,3 8-904,9 16-65,12 18 743,11 21-798,6 9 25,-4 1 0,2 4-35,-2 2 1,1 4-584,-1 2 0,2 5 0,-2-1 617,-4-4 0,-1 0 0,-1-1 6,-1 0 0,1 0 0,-4 0-79,-2 17 1,-5-2-601,-7-10 0,-5-1-1310,-4 12 0,-4-1 1559,-2-9 0,-1-4 0,-10 10 0,12-25 0</inkml:trace>
  <inkml:trace contextRef="#ctx0" brushRef="#br0" timeOffset="19865">6326 4737 11306,'-2'-51'2560,"0"1"0,0 6 0,-5 10-1686,-9 19-505,-5 19-83,-1 22-46,1 23-164,10-13 0,2 4-847,0 7 1,2 1 767,0 6 1,3 1-68,-1 3 0,3 0-261,5 0 1,1-2-132,-2-11 0,4-1-4434,9 17 1,4-4 4895,-7-26 0,1-3 0,1 9 0,-1-6 0,0-12 0</inkml:trace>
  <inkml:trace contextRef="#ctx0" brushRef="#br0" timeOffset="20256">6449 4393 8790,'-40'-28'955,"1"0"0,0 1 0,0-1 0,-11-5 0,0 2 0,1 11-513,-4 12 1,2 11-337,-2 4 0,1 6 115,0 8 1,2 6-292,17-2 0,0 2 0,2 5 156,-1 5 0,1 5 0,2 2-388,-2 9 1,2 2 0,0 4 319,7-10 0,1 3 1,1 1-1,1 1-317,1 2 1,1 2-1,1 0 1,3 1 257,1-2 0,1 1 1,4-1-1,3-1-12,3-4 0,4-1 0,2-2 0,5-2-124,8 6 1,6-3 0,6-6 92,5-7 0,7-6 0,3-5 37,5-5 1,2-5-1,3-4-73,2-4 0,1-3 0,1-3 60,0-3 0,1-4 0,-1-1-6,-1-3 1,-1-3 0,-1-2 50,-1-2 0,-2-4 0,-1-2 69,-3-2 0,-1-3 0,-2-2 34,-3-2 0,-2-2 0,-2-2 160,-4-3 0,-1-2 1,-4-2-182,-3-3 0,-3-1 1,-3-1 12,-4-2 0,-2-1 0,-4-1-4,-3 1 1,-2-1 0,-5 1-12,-3 3 0,-4 1 1,-4 1 454,-8-15 1,-7 6-496,-8 8 0,-7 8-42,-6 8 1,-5 7-122,-4 7 1,-3 7-407,-3 6 1,-1 6-1829,1 4 0,3 5 2372,9 0 0,4 2 0,-10 7 0,28-8 0</inkml:trace>
  <inkml:trace contextRef="#ctx0" brushRef="#br0" timeOffset="20773">6021 5767 16950,'-38'45'67,"-1"1"0,1-1 0,-1 1 1,1 0-1,0 0 0,1 0 1,2-1-532,-3 6 0,2-1 1,0 1 430,8-11 1,-1 0 0,1 1 0,0-1-218,0 0 0,1 0 1,0 0-1,1-2 52,-7 11 0,2-2 1,2-1-233,4-6 0,1-1 1,3-1-1068,-4 7 1,5-3 1496,8-9 0,2-4 0,2 2 0,7-13 0</inkml:trace>
  <inkml:trace contextRef="#ctx0" brushRef="#br0" timeOffset="21033">6146 5766 21428,'48'18'56,"1"0"0,-1 1 0,0 1 0,0 1 0,-3 4-49,-5 3 1,-4 4-1,1 0-1300,3 1 0,0 1 1,-1 1 1103,1-1 1,-1 2-1,1 0-3088,5 7 0,2 0 0,-5-2 2531,0-2 1,-3-2-1,-1 2 1,-7-8 0,-20-19-1</inkml:trace>
  <inkml:trace contextRef="#ctx0" brushRef="#br0" timeOffset="21783">5159 7376 20800,'-31'35'163,"2"-2"-96,-2-5 0,-2-4-33,5-7 134,-17-2-90,22-10 230,-26-9-140,27-15-28,-6-18-106,19 1 27,10-17 13,14 11-30,1 13 1,3 2-5,18-10-393,12 10 364,-17 19-11,10 17-17,-7 13-5,5 19-1,-24-13 1,-6 4-858,-9 18 0,-7 2 835,0-13 0,-5 1-86,-11 13 1,-8 6-1,0-5 82,6-18 1,0-3 0,-2 2-581,-11 13 1,-2 1-1,2-5 657,-1-3 0,-1-6 115,-13-3 0,-2-9 165,17-15 1,0-6-158,-5-3 0,4-5-39,-3-21 0,41-13-50,23 10-12,22 4-44,-1 9 381,-9 8 1,2 3-394,-3 1 1,2 2-29,11-1 1,3 0-239,12 1 1,1 2-234,-11 0 1,-1 1 64,-2 1 1,-3-1-1250,-10 2 0,-2-2 1453,16-8 0,-16 6 0,-7-6 1</inkml:trace>
  <inkml:trace contextRef="#ctx0" brushRef="#br0" timeOffset="22157">5398 7140 11894,'-11'-8'1753,"-21"-8"1,-13-5-1,4 5-941,-16 2-1154,11 4 1,-12-3 0,-2 2 0,6 6 585,10 9 1,4 4 0,-3 2-154,-2 0 0,-4 0 0,0 2 0,5 0-58,2 2 1,4 2 0,-1 3 12,-13 14 1,-1 7 0,7-2-36,10-6 0,3 6-4,2 5 0,-3 9 0,1 4 0,7-4-13,7-1 1,5-1-1,1 3 0,-2 2 1,1 3-1,1 2 1,5-3-23,4 6 0,5-2 0,5-1-21,1-5 1,5-2-1,7-3-17,13-2 1,7-3 0,0-6 20,4 1 1,4-7 8,-8-11 1,4-3-1,2-6-114,9-5 1,3-7 0,-4-1 90,-1 1 1,2-3 45,3-4 0,9-4 1,0-2-1,-11 0 33,-2-3 0,-3-5 24,0-4 1,6-5 0,-1-4 0,-8 2-4,-10 0 0,-6-1 0,0-2-15,1-2 1,2-3 0,-2-1-1,-5-1 11,-2-7 1,-4-1-1,-4-2-198,-3 0 1,-3 0 0,-4-1 214,-4 1 0,-3 0 1,-4 1-3,-3 4 0,-3 0 1,-2 3-17,-4-6 0,-7 4 5,-5 11 0,-7 1 1,0 4 126,-4 5 1,-2 3-308,4 2 1,-4 0 0,4 4-190,1 3 1,3 4-4589,-2 2 1,5 1 4244,8 2 0,-2 1 0,23 2 1</inkml:trace>
  <inkml:trace contextRef="#ctx0" brushRef="#br0" timeOffset="23099">7363 7069 17288,'-22'-48'1010,"1"-1"0,2 4 1,6 5-703,22 0-180,8 4-55,12 7-39,8 10-23,9 8 6,6 15-6,8 12-328,-28-2 0,0 3 314,1 2 0,-2 4-6,-1 0 1,-4 3-190,-4 2 1,-5 2 183,-4 1 0,-7 1 11,-7 1 1,-6-1 7,-5 0 1,-5-3 19,-4-1 0,-3-4 28,-1-3 1,-1-3 198,-22 6 151,7-12 62,10-17 6,8-7 541,11-6-816,5 0 269,10 2-454,2 5-5,11 3 5,-3 4 28,43 6-597,-5 6 552,-8-1 1,0 2-26,-7 1 0,-3 3-22,-2 2 0,-3 3-295,12 26 107,-23 11-140,-31 7 123,-2-30 0,-6-1-84,-8-1 1,-5-2-639,-5-2 0,-2-4 27,-2-4 1,-1-4-505,2-4 1,0-5 1456,5-8 0,2-4 0,-3 2 0,13-11 0</inkml:trace>
  <inkml:trace contextRef="#ctx0" brushRef="#br0" timeOffset="23490">7529 6513 11889,'-62'-9'1883,"1"-1"1,1 5 0,3 6-1293,14 8 0,3 5-1124,-5 7 0,2 6 695,-2 8 1,3 4-115,14-7 1,1 2 0,2 3-500,1 4 1,2 2-1,2 3 453,2 2 0,3 2 0,2 1 1,2 1 1,3 1 0,4 0 1,3-2 1,4 0 0,3-2 10,3-2 1,3-2 0,5-3-152,4-2 0,5-2 0,3-3 114,4-2 1,3-3-1,2-1-4,5-3 1,2-2 0,2-2-1,4-2 1,1-2 0,2-3-464,3-3 1,1-2 0,1-3 491,1-2 0,2-4 0,0-3 40,0-3 1,0-4 0,-1-4 37,-2-2 0,-1-4 0,-2-3 24,-4-4 1,-1-2 0,-4-4-74,-5-1 0,-3-4 0,-4-2 69,-5-1 1,-4-3 0,-5-2-29,-3-1 1,-4-2 0,-5-2-21,-5 0 0,-5-2 0,-4 1-21,-4-1 1,-4 1 0,-4 1 5,-5 3 0,-5 2 1,-3 3-26,-5 3 1,-4 4 0,-3 5-10,-3 3 1,-3 6 0,-4 3-381,5 6 0,-4 4 0,0 2 0,3 1 141,1 1 1,3 2 0,-2 2-1601,-14 3 1,-1 4 0,7 1 1771,13 2 0,6 1 1,2-1-1,3-1 1,1 3-1</inkml:trace>
  <inkml:trace contextRef="#ctx0" brushRef="#br0" timeOffset="24166">4571 8827 11536,'6'-46'2337,"0"-1"1,-1 6-1,-2 4-829,-5 8-473,-3 10-508,-1 10-342,-2 8-152,-7 15-10,-11 18-12,5-4 0,0 4-506,-7 7 1,-1 5 341,1-1 0,-2 4 0,2-2-848,-3 3 0,-1 1 256,2 0 0,-2 4 0,3-3-1683,1-1 0,1 0 2058,5-8 1,0 1 0,2-4 0,1-3-1,3-5 1,-7 18 0</inkml:trace>
  <inkml:trace contextRef="#ctx0" brushRef="#br0" timeOffset="25140">3505 9959 14068,'10'-37'2557,"0"0"0,-1 5-1980,1-9 0,-1 3 318,-8 19-301,-2 4-460,-1 8-106,-8 27 0,2 0-5,-6 21-6,-2 16-367,6-22 0,1 4 342,0 1 1,1 4 0,0-3 1,0 4 0,1 0-11,3-1 1,1 4-1,3-8-5,4 8 8,3-11 0,5-5 103,19-13 23,6-14-59,-6-18 1,0-8-9,8-13-379,-15 7 1,0-1 439,12-21-14,-17 18 1,-1 0-31,14-19 50,-3-1-62,-21 35 560,-1 4-633,-4 15 51,-3 16-22,-7 33-12,-1 8-14,1-17 1,0-2 468,-4 18-572,6-23 0,1-1-659,5 23-86,6-8 303,4-12-1855,18-32-896,0-23 902,7-6-850,-12-2 1,-1-6 3167,3-8 1,-1-3-259,-4 8 1,-1-3 353,5-18 0,-4-3 0,-11 4 0,-4 1 0,2 9 0,-3-1 870,-3-16 1,-4 1 960,-3 24 1,-4 1-37,-8-18 0,-4 0-1058,0 11 0,-3 2-141,-7-3 1,-2 4-362,9 15 0,-1 5 129,-29-8 37,5 24 0,-5 8-197,3 4 0,-3 7-559,8 0 1,-5 3-1,-1 3 1,6-1 367,4 0 0,4 0 0,-2 4 2,-1 3 1,-2 4-1,1 2 1,5-1-13,3 2 1,5 1 0,-1 4-18,0 6 0,-2 6 0,1 1 0,4-3 10,1-2 0,2-1 1,3 5-11,5-3 1,0 5-1,2 3 1,4-3 0,3-4-25,6 0 1,5-4 0,2 2-5,0 0 0,2 3 0,2-1 0,4-7 5,9 10 1,11-10-770,8-13 1,10-4 0,0-8 816,-10-7 0,1-6 1,3-1-8,2 0 0,5-2 0,1-2 1,-2-3-264,-3-3 0,-1-3 1,0-2-1,-1-2 277,3-3 0,-1-2 0,0-2 1,-3 1-1,6-4 1,-3-1 0,0-2 16,-7-1 0,1-2 0,-1-1 0,-4-1-15,2-4 0,-3-1 0,0-5 97,-2-1 1,1-5 0,-2-1-1,-4 1 2,0-7 1,-5 0 0,-3-1-53,-2-7 1,-5-2 0,-5 5 2,-7 2 0,-10 2 19,-8 9 1,-6-1 0,0 6-68,2 11 1,-5 2 315,-14-4 0,-8-2 0,0 8-375,0 11 1,-1 5-71,3 1 1,-3-1 0,3 3-90,2 4 0,3 2-1272,1 1 1,4 0 1467,1 2 0,8-2 0,16 2 0</inkml:trace>
  <inkml:trace contextRef="#ctx0" brushRef="#br0" timeOffset="25620">5272 8523 14320,'-14'-47'1940,"1"-1"0,1 7 0,2 6-1369,5 11-667,3 14 91,7 18 167,10 21-131,-2-2 0,2 5-1173,5 12 0,3 4 1127,-6-10 0,1 2 0,0 2-137,3 4 1,1 1 0,-1-1-227,4 10 0,3 1 378,-5-14 0,3 3 0,-1-2 0,-4-7 0,-5-8 0,0-3 0,14 22 0,-1-1 0</inkml:trace>
  <inkml:trace contextRef="#ctx0" brushRef="#br0" timeOffset="26365">6237 9685 19254,'-53'-23'84,"-3"12"-39,5 40 28,-3-1 607,2-5-383,9-9 472,8-6-376,11-7 150,7-3-268,7-2 258,4 1-544,4 1-281,2 2-49,0 4 318,0 7 74,0 11-34,1 11-1,2 8 1,3 4 0,1 3 11,1-2 17,-1-4-12,-2-6-16,-1-9 39,-3-10 207,1-8 325,-2-6 112,1-5-285,0-3-354,0-7-72,3-6-6,5-3-5,9 0 0,11 0-12,10 5 0,10 4 6,10 6-258,-26 5 1,1 3 279,3 1 1,0 3-23,0 0 0,0 3-52,-3 2 0,-2 2-15,15 20-28,-22 12-95,-31 13 44,-7-24 0,-9 0-226,-21 10 0,-6-2-304,13-13 1,-1-2 182,-2-4 0,-4-1 0,3-5-700,1-6 0,1-4-1028,-7 1 0,-1-6 2145,7-11 1,3-3-1,-4 1 1,14-12-1</inkml:trace>
  <inkml:trace contextRef="#ctx0" brushRef="#br0" timeOffset="26750">6041 9312 15485,'-53'-17'552,"-1"-1"0,1 1 0,1 4 1,0 2-1,4 11-261,-9 21 0,4 12-1082,14-8 0,1 4 1,0 2 851,-1 4 1,0 3-1,2 2-28,0 5 1,2 2 0,2 2-369,1 4 1,2 0-1,3 3 338,3 0 1,2 2 0,4 1-25,3-2 1,3 1 0,3 0-8,5-3 0,3 1 0,5-1-12,3-4 1,4 0 0,4-2-71,5-4 0,4-1 0,5-3-29,3-2 1,5-3 0,3-4 74,4-3 1,4-5-1,4-5 106,0-7 0,4-5 0,1-2 0,-4-2-231,0 0 0,-2-3 0,2-4 267,3-4 1,5-3 0,-2-3 0,-5-2 92,-5-3 1,-5-3 0,0-2-258,8-5 0,1-3 0,-5-2 280,-6-2 0,-3-2 1,-5-2-42,-5-1 0,-4-3 0,-4-1-40,-5 0 1,-2-1 0,-6-2 41,-6-9 0,-5-2 0,-3 3-86,-3 9 1,-2 1-1,-4 2-39,-6-6 0,-5 2 0,-1 5-22,-4 4 0,-5 7-25,-12-1 1,-7 7-666,-5 9 1,-1 6 544,11-2 0,-2 5-892,-2 7 0,-4 5 1,9 2-752,15-1 0,2 3 1780,-21 8 0,4 1 0,22-5 0,2 1 0</inkml:trace>
  <inkml:trace contextRef="#ctx0" brushRef="#br0" timeOffset="28683">7996 8069 15791,'8'-42'1418,"-1"-1"1,1 0-1,1-10 1,-1 9-1094,-6 16 142,-1 19-585,-1 9 153,-2 25 10,-7 20-54,0-5 1,-1 3-545,-1-5 0,0 2 351,-8 19 0,-2 2-633,2-4 1,0 4 834,5-12 0,-2 6 0,0 0 0,2-7 0,-2 6 0,2-4 0,3-8 0,0-1 0,0 1 0</inkml:trace>
  <inkml:trace contextRef="#ctx0" brushRef="#br0" timeOffset="29358">7992 9465 19994,'-12'-43'870,"-1"0"0,1 2 0,0 11-170,6 23-526,1 1 111,0 1-94,3 4-46,0 0-111,1 1-34,0 0-280,-1 0 386,1 1 6,-3-1-72,-6 2-18,-2 0-22,-26 12 0,14-4 11,-9 8 0,-1 4-27,-12 15-602,12-7 0,0 2 618,12-9 0,1 2-6,-6 17 1,3 1-6,2 2-218,6 4 0,5 1 179,16 5 27,3-16 1,3-2 5,15 9 11,4-15 1,5-4-7,-8-10 1,1-2-135,13 5 1,1-2 156,-9-9 0,-2-4 157,19 0 1238,-19-12-1210,-16-10 404,-10-12-399,-16-19-72,-5 5-78,-6 2 21,-6 12-66,3 17-45,-9 3-17,-3 17 259,-3 12-533,1 13-454,10 4 89,11-7-1882,14 3 2577,38-11 0,-22-5 0,21-6 0</inkml:trace>
  <inkml:trace contextRef="#ctx0" brushRef="#br0" timeOffset="29731">8152 8959 14027,'-60'-11'941,"0"0"0,-1-1 0,3 5 0,1 3 1,4 6-503,-7 14 1,5 9-935,16-4 0,0 3 0,2 3 584,-1 4 1,1 3 0,2 2-66,1 4 0,3 2 0,2 2-32,1 4 1,3 1 0,3 0 10,5-10 1,2-1 0,2 4-14,3 10 0,3 7 1,1 0-1,3-9-18,1 1 0,5-1-14,0-3 0,1 6 0,4-1 0,4-10-59,14-2 0,7-7 264,12 5 1,7-6-200,-12-16 1,2-4 0,2-3 22,4-4 0,2-4 0,0-3-326,3-2 0,1-5 1,-2-2 353,1-3 0,0-3 0,-2-3 22,-1-2 0,-2-4 1,-2-2-290,-3-1 0,-2-3 1,-3-2 308,-4-1 1,-2-2 0,-3-2-370,-4-1 1,-3-2 0,-3 1 347,1-9 1,-4-2 28,-9-2 0,-4-5 1,-4 4-241,-5-5 0,-4 1 197,1 5 1,-3-3-1,-4 4-50,-10-5 0,-6 6-124,-3 7 1,-5 5-252,-2 8 0,-4 5-785,-1 6 1,-3 5-2672,0 4 0,1 4 3859,6 2 0,4 2 0,-11 1 0,25 2 0</inkml:trace>
  <inkml:trace contextRef="#ctx0" brushRef="#br0" timeOffset="30198">8346 7826 13295,'-5'-7'2013,"-12"-28"1,-1-7-484,5 4-794,-5-8 0,1 2 278,11 15-695,2 13-358,3 9 56,10 13 50,12 12-28,22 16-14,-12-12 0,3 2-675,9 4 1,2 1 654,6 2 1,3 0-10,-15-9 1,0-1-1,1 1-15,0 0 1,2 0-1,-1-1-82,-1 1 0,1-1 1,-1 1-253,-1-1 0,1 0 0,-2 1-917,0 0 1,0 0 0,-2-1 1269,12 9 0,-5-3 0,-13-8 0,-5-2 0,5 3 0</inkml:trace>
  <inkml:trace contextRef="#ctx0" brushRef="#br0" timeOffset="30682">9442 8669 16230,'-4'0'4206,"1"0"-1259,3 0-2796,-16-75-123,24 51-9,-3-20 1,8 4 25,46 30-29,-18 5 1,3 4-612,4 4 0,0 5 592,2 3 0,0 4 6,-1 5 0,-2 4-12,-3 3 1,-2 3-1,-5 2 1,-3 4-1,-6 0 1,-5 3-181,-7 1 1,-4 0 121,-4-1 0,-5 0-288,-5-1 1,-3-1-291,-1-4 1,0-1-2940,-11 23 3584,5-13 0,5-21 0,4-9 0</inkml:trace>
  <inkml:trace contextRef="#ctx0" brushRef="#br0" timeOffset="30874">9810 9019 10674,'-6'-3'7174,"1"2"-12375,5 1 5162,-6-63 1269,37 31-1804,1-15 0,5 1 221,-3 28 0,6 5-556,-2-2 0,5 0 0,-3 1-1901,1 0 1,0 2 2809,4-3 0,-4 1 0,1 1 0,-28 9 0</inkml:trace>
  <inkml:trace contextRef="#ctx0" brushRef="#br0" timeOffset="31207">10483 8129 11992,'-47'-20'1411,"1"0"1,-1 0-1,-10 2 1,-3 2-1,2 4-1087,9 5 1,2 4 0,-3 2-1550,4 3 1,-3 2-1,0 2 1,3 1 1274,0 1 1,3 2-1,-3 4 14,2 2 1,-3 4-1,1 2 1,1 2-173,-7 8 0,2 3 0,-1 4 144,4-2 1,-2 3-1,1 1 1,2 3-30,11-8 1,0 2 0,2 1 0,1 1 0,1 3-13,1 5 1,2 3-1,1 2 1,3-2-1,2-3-6,-6 11 0,5-4 0,6 3 13,8-6 1,4 3 0,5-1 0,8-9 170,23 6 1,12-9-145,-2-8 1,6-3 0,4-4-5,-7-10 0,3-3 1,3-3-1,2-2-2,3-2 1,5-3-1,1-2 1,0-1 0,-5 0-288,-2 0 1,-3-1 0,0-2-1,3-1 270,5-1 1,4-3 0,2 0 0,-2-3 0,-6 0 73,-4-2 1,-5-1 0,-1-1-1,3-2-53,-3 1 0,1-1 0,1-2 0,0-1 0,0-2 16,2-3 1,0-4 0,0-1-1,-2 0 1,-3-1-4,1-3 1,-2 0 0,-3-1-1,-2-2 75,1-5 0,-1-3 1,-4 0-1,-6 2-76,2-14 0,-11 0 88,-12 10 1,-4-1 0,-9 1-162,-11 2 1,-8 1 0,-3 2-100,-3-1 1,-4 2-1,-3 3 199,-1 0 0,-3 4 0,-7 5-2524,-7 10 0,-7 5 1,-1 4-1,8 2 1976,-4-1 1,4 3 0,-1 1-1,-3 0 1,13 2 0,15 2-1</inkml:trace>
  <inkml:trace contextRef="#ctx0" brushRef="#br0" timeOffset="32382">12562 3018 11038,'-59'10'1669,"-1"0"0,6-1 0,4 0-1162,14-3 0,5-1 58,-14 3-346,23-4 22,29-3 5,30-7-171,-4 1 1,4 0-722,12-2 0,3-1 660,8 0 0,3 0-13,-20 3 1,1 0 0,0 0 2,-1 1 0,0 1 0,-1 0-2,15-1 1,-3 2-28,-9 0 0,-4 1 317,13 5-225,-32 4 11,-37 10-22,-32 7-36,8-9 0,-4 1-696,-10 1 0,-3 1 689,15-5 0,-2-1 1,1 0 14,-3 0 0,1 0 0,0-1 28,2 0 0,0-1 0,1 0 349,-12 3 1,2-1-370,12-3 0,4-1-69,-7 1 72,29-5 112,32-8-62,14-4 1,5-3-70,-8 3 0,2-1 143,8-3 1,5-1 0,-1 0-150,9-3 0,0 0-364,-8 2 0,2 0 0,0 0 365,-2 0 0,-1 0 0,0 1-1,15-5 0,-2 0-260,-6 3 1,-5 1 273,8-1 39,-18 5-106,-45 14-919,-20 8-4212,-26 11 4807,25-10 0,1-1 0,-11 6 0,17-8 1</inkml:trace>
  <inkml:trace contextRef="#ctx0" brushRef="#br0" timeOffset="34241">15119 5349 5991,'-2'-9'964,"1"2"1383,1 7 3707,0 0-4693,-7-16-246,2 9-214,-6-13-105,5 12-113,0-2 129,-2-4-605,2 4 202,-2-8 6,2 6-79,0-2-235,0 5-162,2 15 100,2 20-28,0 6 0,2 0 0,0 3-336,-1-1 0,1 2 336,0 10 0,0 4 20,2 11 0,0 1-6,0-11 0,1-1-22,1-2 0,0-1 2,1-10 1,1-3-4,3 11 37,2 1 123,-2-17 242,-3-15-85,0-20-213,1-16 633,3-20-689,1-16-33,-7 23 0,0-1 11,-1-16 0,-1 1-188,-1 14 1,0 1 167,-2-18 1,1 1-4,-1 18 1,1 2 8,-1-6 0,0 0 14,1-22-56,0 20-28,-1 24 45,-1 17 11,-2 25 0,-4 18 0,4-12 0,-1 2-3,0 4 0,1 3 6,1 10 0,1-1 2,1-16 1,2 0 5,2 11 0,3-3 12,8-1-7,7 6 124,-6-21 302,-4-11-330,-7-24-72,-3-15-7,0-21-8,-4 6 1,-2-3-10,1 2 1,-1-1-914,-2-11 0,0 1 902,2 17 1,1 0-1,1-6 1,0 1-115,3-14 109,2-5-28,3 17-33,-1 21 27,1 17 34,-5 14 1792,-1 25-1960,-8 15-2776,0-1 1,-2 3 2400,1-9 1,1-2 0,-1-1 0,1-4 0,2-5 0</inkml:trace>
  <inkml:trace contextRef="#ctx0" brushRef="#br0" timeOffset="38008">15805 5493 8920,'-3'0'5674,"0"0"308,3 0-5035,-24-70-600,18 40-89,-6-17 0,4-5 167,22-3-290,7 1-213,-5 24 0,2 3 134,21-5-45,-4 15-6,22 16-10,-17 20-1,7 5 17,-13 26-17,-24-13 1,-5 3 10,-4 3 1,-3 1-363,-1 2 0,-6-1 365,-11 1 1,-8-1 5,-10 2 0,-4-2-6,1-1 1,-2 0 4,10-13 0,0 0 0,3-4-2,-1 0 1,3-4-7,-4 8 6,17-13 236,76-21-222,-30-3 0,2-1-466,15-2 1,5-1 442,4-6 1,-2 0-17,-21 6 0,0 0-126,23-6 0,0 0-566,-15 4 0,-1 1-3192,9-2 0,0 0 3898,-12 3 0,-3 2 0,8-3 0,-22 6 0</inkml:trace>
  <inkml:trace contextRef="#ctx0" brushRef="#br0" timeOffset="76590">16895 5098 18632,'12'-42'825,"0"1"1,0 2-1,-4 13-746,-9 24 5,-4 13 5,-3 2 42,-6 14 1,-4 6-48,2-4 0,-1 3-984,-9 17 0,1 1 925,7-15 0,1 0 17,0 15 0,2-2-25,5-2 5,5-8 1,4 0 5,13-1 28,10 3 202,20-11 16,0-16 12,14-18-57,-2-17-122,-9-6 80,-9 0 1,1 0-236,11-13 216,-15 13 0,-2 0 168,3-8 1818,-13 11-1986,-11 12-157,-7 9-11,-4 14 22,-4 12-16,-6 17-2980,-6 16 2946,1-6-518,2-2 0,0 0-1111,0 6 1657,0 6 0,0-4 0,7-22 0,-4 16 0</inkml:trace>
  <inkml:trace contextRef="#ctx0" brushRef="#br0" timeOffset="79383">18121 5124 8696,'10'-9'3692,"-1"1"-1178,-9 8 1956,0 0-4234,-6-17 66,-2 11-100,-7-12 5,-6 17 17,-9 0 16,-8 3 18,-8-1 39,-3 0 0,3 0-73,10 0-34,12-1-60,11 0-91,8 0-118,4 0 6,1 2 118,0 5-33,2 9 27,0 11 84,0 22-95,-1-11 56,-4 24-11,-2-17-23,-4 10 85,-8 5-63,6-21 91,-4 6 44,8-27 163,1-1 307,3-10-145,2-7-308,1-10-78,0-7-51,2-7-33,5-3-29,8 0-27,15 1-1,-6 9-5,18 3 17,-10 11-22,11 3 16,2 8-11,0 7-23,-4 7-10,-3 14 22,-17-11-17,-8 15-84,-20-12-3824,-18 16 3511,-1-15-309,1-8 1,-3-2-2530,-21 5-711,14-10 0,0-1 3974,3-2 0,3-2 0,-10 1 0,19-6 0</inkml:trace>
  <inkml:trace contextRef="#ctx0" brushRef="#br0" timeOffset="79649">18149 5026 18789,'39'-44'1103,"1"-1"1,0 4-1,-2 11-564,-2 20-293,0 5 157,1 5-89,-7 0-6,6 2-56,-2-1-207,-13 0-6,-1 0-341,-13-1-9529,-1 1 8904,-4 1 0,-2-1 0,-1 0 1</inkml:trace>
  <inkml:trace contextRef="#ctx0" brushRef="#br0" timeOffset="84816">6057 6287 15171,'-19'-42'1268,"1"-1"0,1 4 0,3 10-753,6 19-409,4 5-486,2 3-8,1 4 366,1 4 96,4 10-41,3 8-5,5 10-5,4 5 27,2 6-16,1 4-12,-1 4-345,-2 6 337,-9-27 0,0 1-9,-1 1 1,0 1-6,1 2 0,0 0 3,1-1 0,1 1-3,0 0 0,1 1-3,1-1 0,0 1 6,0-1 0,1 1-9,0 0 1,0 0 5,-1-1 0,0 1 19,-1 0 1,0-1-9,-1 2 0,-2 0-14,-1-1 1,-1 1-1,-1 1 0,-2 0-8,-1 0 0,0-1-9,0 0 0,0-1 9,1 0 0,0-1 0,1-2 0,2 0 11,0 0 0,0-2-3,1 0 0,0 0 0,0 0 0,0-1 9,0 1 0,0 0 5,-2 0 0,0 1 6,0 1 0,-1 1 2,-1 1 1,-1 1-1,1 3 1,-2 0 2,-1 2 1,0-2-18,0-8 1,0 1 13,-1 15 1,1 0-17,2-15 0,1 0-12,1 14 1,1 2 25,4-2 0,0-3-15,-1-13 1,0-1 2,3 13 1,1-1 62,5 17-7,-7-21 1,1 1 8,0 2 0,0 0-374,-1 2 1,-2 0 387,0 1 0,0 1-39,-2 1 0,-1 0-23,-1-1 1,0 1-9,1-2 0,0-1-3,0-2 0,2-1 8,1-2 1,1-1-9,0-3 1,2 1-117,1-3 0,0 1 133,0-1 0,1 1-3,0-1 0,0 1-14,-1 0 0,0 1 3,0 0 0,-2 1 3,0 0 0,0 1 0,-1 1 0,0 0 2,0 2 1,0 0-1,0 1 1,1 0-301,1 0 0,1 0 298,0-1 0,2 0 8,0 0 0,0-1 6,2 0 0,-1 0-14,0 1 0,1-1-12,-1 1 1,0 1 8,0-1 0,0 1 5,-2 1 1,-2 1 11,0 2 0,-2 2 8,-3 2 0,-2 2 6,-2 4 0,-5 1-6,-2 4 0,-5 0-333,2-19 1,-2 1 0,-1-1 278,-2 2 0,-2-2 1,0 1-210,-2-1 0,-1 0 0,-1-1-2078,0-1 0,-1 0 0,0-1 2302,-6 11 0,1-5 0,8-14 0,3-4 0,-3 3 0</inkml:trace>
  <inkml:trace contextRef="#ctx0" brushRef="#br0" timeOffset="88306">18763 5128 10214,'-4'0'4033,"1"0"397,3 0-3852,-8-71-186,9 40-255,-1-14 0,6 3 42,25 14-78,20 6-466,-18 13 0,2 4 368,3 0 0,0 4-15,0 4 1,-1 4-36,-4 2 1,-3 3 46,16 23-5,-21 10-12,-23 8 17,-24 4 3,2-27 0,-4-1 11,-5 0 0,-1-2 11,-1-1 0,0-2 17,3-2 0,1-3 143,-14 10 218,14-13 67,14-9-212,11-10-79,10-8 596,11-6-601,10-1 227,8 2-306,6 6-50,3 7-6,3 12-27,2 8-247,-1 13 223,-2 6-32,-9 7-12,-14 8-34,-24 2 34,-14-8-115,-18-12 0,-9-2-280,3-10 0,-3-2-1349,0-1 1,-3 1 0,2-4 1799,-10 1 0,3-4 0,14-4 0,5-2 0,-6 0 0</inkml:trace>
  <inkml:trace contextRef="#ctx0" brushRef="#br0" timeOffset="93049">20159 4877 18134,'-60'-9'515,"1"-1"1,2 3-1,7 10-437,22 16 1,4 6-513,-2 4 0,2 2 451,0 5 0,3 3-1,2 4 1,4 1-17,2 2 0,5 0 3,2 0 0,6-1 14,9 4 0,7-3-12,2-9 1,3-3 19,12 2 0,2-6-2,18 1 13,-18-16 0,0-3 144,16-2 136,-19-8 0,0-2-58,5-5 579,-1-29-675,-26 11 298,0-28-202,-14 14 55,-15-19-229,1 20 8,-5 12 1,-2 5-59,-2 7-1,-32-1-83,9 24-238,19-3 1,-2 3-2332,-8 12 0,1 3 2051,9-6 1,3 1 0,-19 17-1,29-22 1</inkml:trace>
  <inkml:trace contextRef="#ctx0" brushRef="#br0" timeOffset="94550">20797 4867 13054,'-4'-3'5366,"1"0"-2387,3 3-2738,4-49-45,22 28-95,2-9 0,4 1-62,3 21 1,2 5-642,7 0 1,-2 2 618,11 7-113,-3 16 124,-19 12-14,-14-8 0,-2 4-290,-2 5 1,-2 3 280,-4 4 1,-2 1 0,0 3 0,-3 1-12,-2 0 0,-2 0-30,1-1 0,-1-1-136,-1-3 1,0 0-355,1-4 0,1 0-3883,2 8 0,1-2 4409,3 10 0,1-3 0,-3-39 0</inkml:trace>
  <inkml:trace contextRef="#ctx0" brushRef="#br0" timeOffset="94749">20914 5384 15238,'-1'-3'4610,"0"0"-4027,1 3-533,73-75-95,-35 52-94,-8-2 1,4-6-1,2 7-861,12 14 0,-1 7-1167,16-4 2167,0 2 0,-4 2 0,-24 2 0,12 1 0</inkml:trace>
  <inkml:trace contextRef="#ctx0" brushRef="#br0" timeOffset="95315">14146 7207 13525,'61'3'33,"0"0"1,-1 0-1,-9-3 1,1 0 0,1-1-1,1-1 26,6-4 0,2-1 0,1-2 0,2 1-620,-7 0 1,2 0-1,0 0 1,0 0 0,-2 0 603,-7 1 1,-2 0 0,0 0-1,1 0 1,3-1 49,1 0 0,3 0 1,1-1-1,1 0 1,-1 0-1,-1 0-67,5 0 0,-3-1 0,0 0 0,3 0 0,5-1 123,-15 2 1,4 0 0,2 0 0,2-1 0,0 0 0,1 0 0,-2 0 0,-2 1 0,-2 0-86,8-2 1,-5 1-1,-1 1 1,1-1-1,3 0 1,7-1 6,-17 3 0,4-1 0,3 0 0,4-1 0,1 0 0,2 0 0,-1 0 0,1 0 0,-2 1 0,-3-1 1,-2 2-1,-4-1 0,-5 2-104,12-2 1,-6 1-1,-5 1 1,0-1 0,3 1-1,5-1 39,-7 0 1,4 0 0,2 0 0,3-1-1,0 1 1,1-1 0,-1 0 0,0 1 0,-2 0-1,-3 1-84,5-1 1,-2 1 0,-1 0-1,0 0 1,-2 0 0,0 1 0,0-1-1,-1 1 91,10-2 0,-1 1 0,-1 0 0,-1-1 0,2 1 1,1 0-10,-9 0 0,0 1 0,1-1 0,0 1 1,1-1-1,0 0 0,0 1 0,-1 0 0,1 0 1,1-1 0,1 1 0,-1 0 0,-1 0 0,0 1 0,-3-1 0,-3 1 65,8-1 1,-4 1 0,-1 0 0,0 0-1,4 0-69,-6 1 1,3-1 0,3 0-1,-1 0 1,-1 1 0,-3-1 0,-4 2-4,7-1 1,-6 0-1,-1 1 1,1 1-184,8-1 0,1 1 0,-1 0 0,-7 2-2679,7 3 0,-4 0 2864,-9-1 0,1 1 0,-7 0 0,5 5 0,-28-2 0</inkml:trace>
  <inkml:trace contextRef="#ctx0" brushRef="#br0" timeOffset="96425">4330 3730 13900,'45'-7'168,"0"0"0,1-1 0,2 2 0,2-1 0,0 2-30,4 1 0,1 1 0,1 0-1127,-9 1 0,1-1 1,0 1-1,2-1 1124,3 0 1,2 0 0,0 0 0,1 0 47,5-1 1,0 0-1,1 1 1,2-1-53,-11 0 0,1 1 0,1-1 0,0 0 0,0 1-382,4-1 1,0 0-1,1 0 1,0 0-1,1 0 310,-9 0 1,0 1 0,1-1 0,0 1 0,0-1 0,1 0-127,1 1 1,0-1-1,0 0 1,1 0-1,0 0 1,-1 0 105,2 0 0,-1 0 1,1 0-1,0 0 0,-1 0 1,1 0-156,-1 0 1,1 0 0,-1 0 0,0-1 0,1 1 0,-1 0 185,-2 0 1,1 0 0,0-1 0,-1 1 0,0 0 0,0 0-43,9-1 1,-1 0-1,0 0 1,-1 0 0,0 1 27,-4-1 0,0 1 0,-1 0 0,0-1 0,-1 1-12,9 0 1,1 0 0,-3 0 0,-2 0-19,1-1 0,-4 1 0,2 1 171,-5 0 1,2 1 0,-1 1 0,-4-1-181,13-1 0,-2 1-14,-6 1 1,2 0 0,-4 0-15,1 0 0,-6 1 431,-7-1 1,-4 2-3334,17 4 2913,-25 6 0,-16-4 0,-12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33:30.3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2292 2649 15988,'13'-44'1169,"-1"-1"0,1 1 0,-2 8 810,-4 16-1447,-1 2-72,-3 9-460,-1 10 209,-1 4-91,2 18-29,-1 15-89,-3 22-230,-4-11 1,-2 4-1133,1-5 0,0 1 645,-2-1 0,1 1-3047,3-5 1,2-2 3079,8 5 0,-3-7 0,3-21 0</inkml:trace>
  <inkml:trace contextRef="#ctx0" brushRef="#br0" timeOffset="208">2823 2656 24178,'-17'57'17,"3"3"-253,10-27 1,2-1-364,0 19-2739,0 10 3338,11-12 0,-6-14 0,5-8 0</inkml:trace>
  <inkml:trace contextRef="#ctx0" brushRef="#br0" timeOffset="408">3315 2653 17602,'0'-3'5596,"0"1"-4336,0 2-1232,-18 23-34,9-4-218,-6 14 0,-1 4-1288,0 17 613,6-22 0,1 1 899,-1 26 0,6-40 0,2 6 0</inkml:trace>
  <inkml:trace contextRef="#ctx0" brushRef="#br0" timeOffset="742">3356 2235 20929,'-31'44'50,"0"-1"1,1-6-1,13-6 227,35-11-53,0-14 53,7-5-41,-4-13 40,-4-8-13,-5-6 11,-5-1-123,-13 3-95,-7 5-95,-12 8-73,-9 7-331,-5 9-812,2 5-3506,3 8 4761,10-1 0,11-5 0,7-6 0</inkml:trace>
  <inkml:trace contextRef="#ctx0" brushRef="#br0" timeOffset="1092">2747 2389 20890,'37'30'151,"-5"-6"-67,-12-11 123,0-7 118,-2-7-146,-5-5 309,-2-18-135,-7 0 5,-8-15-5,-9 6-45,-10 3-78,-4 6-101,1 8-107,2 7-140,4 5-184,4 7-353,2 7-892,4 7-4407,0 7 5954,4-3 0,3-7 0,2-7 0</inkml:trace>
  <inkml:trace contextRef="#ctx0" brushRef="#br0" timeOffset="1408">2500 2046 17111,'-4'-3'4107,"0"1"-2837,4 2-297,-52 51 172,43-20-939,-14 4 1,6 0 143,33-4-687,3-11 1003,-5-10 111,-7-9-189,-5-10-595,-9-8-727,-2-8 308,-3-3-141,1 4 691,5 5-211,2 7-227,6 7-354,8 10-3853,12 7 4581,5 6 0,-7-5 0,-7-4 0</inkml:trace>
  <inkml:trace contextRef="#ctx0" brushRef="#br0" timeOffset="1666">3760 2750 25485,'33'-4'-24,"0"-1"0,3 0 0,-1 0-1286,8-2-5072,11-3 6346,-11 1 1,-17 3-1,-13 3 1</inkml:trace>
  <inkml:trace contextRef="#ctx0" brushRef="#br0" timeOffset="2493">5473 2567 18044,'0'-7'3988,"0"2"-3601,0 5 84,0 0-342,4 28-73,5 18-45,-2 15-690,-1 0 0,-2 3 491,-6-14 1,-1 1-446,0-2 1,1 2 0,-2-2 332,-4 10 1,-2-4 117,2-9 0,0-2 87,-6 15 106,0-30-6,-1-31 23,-1-27 84,1-28-25,7 17 0,2-2-39,0-8 0,1-3 83,1-6 1,0-1 30,1-3 1,2-1 25,1 1 0,3 1-29,-1 2 1,3 2-31,1 4 0,2 4-79,-2 12 0,2 1 31,8-9 1,4 4-32,15-4 477,-9 15 0,4 4-521,25 4-12,3 15-5,-11 11-31,-13 10 0,-3 8-23,-11 8 1,-3 2 53,4-2 0,-4 2-135,-13 13 0,-11 2 149,-8-14 0,-6-1 126,-10 9 0,-4 0-115,-5-3 0,-2-3-8,-1-3 0,0-3-37,5-5 0,2-3-81,-17 6-532,24-13-1211,30-16-4972,28-7 6827,11-5 0,-8 5 0,-11 4 0</inkml:trace>
  <inkml:trace contextRef="#ctx0" brushRef="#br0" timeOffset="2849">6211 2625 14824,'-3'0'5170,"0"0"-3361,3 0-694,-71 9-533,34 4-453,-8-3 0,1 5-6,16 18-17,14 4-22,18 3 6,18-4-12,21-6-16,13-10-629,6-9 629,-4-6 145,-13-9 220,-18-5-243,-15-10-49,-17-11-74,-3 2 69,-25-26-57,8 17-47,7 10 0,0 0 20,-6-9-18,7 7-62,7 10-83,5 9-231,11 5-111,11 9-1698,17 6-3837,14 6 5993,-1 1 1,-16-6 0,-13-4-1</inkml:trace>
  <inkml:trace contextRef="#ctx0" brushRef="#br0" timeOffset="3133">6721 2572 16124,'0'-4'5886,"0"0"-3388,0 4-2397,-33-22-23,20 35-38,-21-12-12,33 41-34,13 1-5,12 2 16,14-1-19,-16-21 0,2-1-14,1 0 0,-1 0-45,2 5 1,-2-1-1,4 12-157,-14 16-78,-39-14 154,3-16 0,-4-1-487,-7-2 1,-3-3-531,-4-4 1,0-4-2157,0-4 0,1-4 3327,-23-7 0,25 0 0,19-1 0</inkml:trace>
  <inkml:trace contextRef="#ctx0" brushRef="#br0" timeOffset="3308">6593 2596 22459,'-5'53'-264,"0"0"1,0 0-1,0-3-1509,2-9 1,1-3 639,-1-2 1,1-3 0,-1 10 0,2-19 0</inkml:trace>
  <inkml:trace contextRef="#ctx0" brushRef="#br0" timeOffset="3609">6945 2932 20643,'9'-46'1204,"-1"0"1,1-4-1,0 3-733,4-11-1128,-4 18 0,0-2 777,1-3 1,-1-1 106,1-7 0,-3 1-149,-1 16 1,-1 3 69,-2-6 1,-4 4 641,-11 9-611,-7 2 174,-6 14-291,3 11 77,1 20-45,10-2-27,1 27-51,9 0 297,2-13 1,2 3-317,6 13 0,2 1-390,2-4 1,1 0 336,0-1 1,2-1-266,2-1 1,2-3-462,-4-7 0,1 0-1566,3 8 0,0 1 2340,-4-8 1,-2-2 0,3 9-1,-10-20 1</inkml:trace>
  <inkml:trace contextRef="#ctx0" brushRef="#br0" timeOffset="3775">6939 2819 19748,'-5'-6'2215,"-5"-24"0,3-6-1857,12 7-330,-9-8 0,4 2-17,31 9-128,11 9-152,-11 8 0,3 1-1143,5 2 1,2 1 1411,6 1 0,-2 2 0,8-1 0,-7 3 0</inkml:trace>
  <inkml:trace contextRef="#ctx0" brushRef="#br0" timeOffset="4432">7732 2491 18067,'10'-49'1775,"1"-1"1,-3 7 0,-1 5-897,-8 4-633,-2 15-78,-4 12-179,2 10 50,-7 31-27,5-5-7,-2 17 1,1 5-6,1 5-480,3-12 1,1 6 0,2-3 473,5-5 1,2 0 5,3 16 0,5-1-9,5-18 1,4-4-15,4-7 1,2-4 28,18 7 45,-4-21 1,-1-9 49,3-13-76,-12 5 0,-2-5 87,-1-36-11,-15-11-73,-8 28 0,-1-2 47,-4-29 1,-3 0-54,-1 28 1,-1-1 7,-1-7 0,-1-4 1,-3 2 64,-8-2 0,-2 2-307,-2 2 1,-3 3 272,-7 1 1,-1 6-29,-17 5-13,18 18 0,-2 4-20,-1 7 0,1 5-31,-1 1 0,2 4 353,-4 6 0,4 7-524,10 2 0,5 5-299,3 4 0,5 2-914,3 5 0,7 0-2887,8 2 1,4-2 3795,2-5 1,1-4 0,13 9 0,-11-22 0</inkml:trace>
  <inkml:trace contextRef="#ctx0" brushRef="#br0" timeOffset="4782">8392 2538 20330,'-3'-3'3943,"1"0"-3137,2 3-783,0 29-46,13 6-2,-5-4 0,0 3 8,6-1 0,0-1 9,-3-2 0,-2 1 24,4 21 57,-13-14 34,-15-14 27,-11-13 85,-8-16 50,1-13-6,8-27-224,11 10-5,17-22-45,16 20-57,17-7-452,12 10 276,-20 20 0,2 2-238,2 3 1,1 1-483,2 3 1,1 1-1219,3 1 0,0 2 2182,5 2 0,-2 1 0,6-1 0,-5 2 0</inkml:trace>
  <inkml:trace contextRef="#ctx0" brushRef="#br0" timeOffset="5765">9269 2570 25245,'-36'-23'67,"0"1"0,0 0 0,-16-6 0,4 13-59,17 24 1,2 8-20,0 1 0,2 3-1,2 3 1,1 1 5,4 3 1,3 1-12,4 1 1,2 0-24,1 26-4,18-8 461,15-11-434,16-13 6,8-13 50,3-18-5,-2-17 39,-4-18-96,-24 13 1,-3-2 64,-1-6 0,-2-3-461,-1-5 0,-3-2 447,1-5 0,-1-2 5,-1-1 1,0 0 11,0 3 0,0 2 138,-2 8 0,-1 2 24,2-17-56,-6 22-56,-2 17 91,-1 10-229,-2 10 1203,1 13-1144,1 19-16,2 23-45,1-16 0,1 2-721,0 8 0,1 2 446,2 6 1,1 0-244,3 1 0,2-1-295,3-4 0,4-4-720,4-6 1,3-6-504,2-6 1,3-6-840,-2-7 1,1-6-2265,23 0 5223,-10-25 23,-8-19 4300,-5-23-1476,-16 20 1,-1-1-970,0-2 1,-2 0-613,0 1 0,-2 2 456,2-22 429,-6 15-1606,-12 15 270,-5 11-786,-6 8-72,1 5-44,2 7 367,5 5-336,4 8-5,13 5 22,12 1-6,17-4 12,12-7 16,3-8 40,-5-12 28,-11-8-12,-14-12 12,-11-5-23,-15-5 17,-17-4-56,0 14 17,-16 0-6,10 18-6,-6 3-16,3 10-22,5 7-29,3 10 40,5 8-1,4 9-5,8 10-5,6 5-332,13 4 309,12-1 19,-5-30 1,2-2-4,4-3 1,2-2 5,1-4 1,2-2 11,30 1 5,-3-14 11,-5-15 12,-6-17 5,-7-14-20,-23 17 1,-1-2-133,-2-2 0,0 0 133,0-1 0,-1 0 27,-1 2 1,0 2 97,12-21-10,-4 10 27,-2 10 313,0 8-414,2 5-38,4 9-12,5 8 257,5 12-280,4 12-10,5 12-618,0 11 421,-23-20 1,-1 1-656,-1 4 1,-3 1 873,-3 8 0,-2-2 0,2 4 0,-8-1 0</inkml:trace>
  <inkml:trace contextRef="#ctx0" brushRef="#br0" timeOffset="6766">4787 3715 19067,'49'-3'13,"-1"-1"1,1 1-1,0-1 1,4 1 0,0 0-1,1 0 1,1 1 1,1 1 1,1 1-1,0-1 1,2 1-868,-7-1 1,1 0-1,1 0 1,1 0-1,0 0 948,4-1 1,0 0-1,1-1 1,0 1-1,1-1-157,-7 1 0,0-1 0,0 1 0,1-1 1,0 0-1,1 0 195,1-1 1,1 0-1,1 0 1,0 0-1,0 0 1,0-1-107,3 1 1,0-1-1,1-1 1,0 1 0,0 0-1,1-1 36,-8 1 1,1 0 0,1-1 0,-1 1 0,1-1 0,0 1 0,1-1-172,1 0 1,1 0 0,0 0 0,0-1 0,1 1 0,-1 0 0,1 0 115,-6 0 1,0 1 0,0-1 0,0 1 0,1-1 0,-1 1 0,1 0 0,0-1-30,0 1 1,1-1-1,-1 1 1,1-1-1,0 1 1,0-1-1,-1 1 1,1 0-49,-1 0 0,0 0 0,0 1 0,-1-1 0,1 0 0,1 1 0,0 0 1,0-1-774,-1 1 1,2 0 0,0 0 0,0 0 0,1 0 0,-1 1 0,-2-1-1,-1 0 1,-2 1 840,11-1 0,-3 1 0,-1-1 0,-2 1 0,-1 0 0,-1 0 0,5 0 0,0 0 0,-1 0 0,-6 0 0,-8 1 0,2 0 0,0 0 0</inkml:trace>
  <inkml:trace contextRef="#ctx0" brushRef="#br0" timeOffset="7592">11387 2231 16230,'0'-5'5589,"0"1"-3320,0 4-2174,-50-43-39,32 40-44,-37-23-24,50 42-4,3 13 21,10-8 22,6 3-7,9-5 26,2-7 35,0-7 84,-2-9 45,-3-8 38,-6-8-20,-5-5-60,-5-1-21,-6 3 46,-4 3-45,-4 6-84,-1 7 43,1 3 18,0 4-164,1 6-1117,0 7 1255,2 12 1,2-12 0,4 3 0</inkml:trace>
  <inkml:trace contextRef="#ctx0" brushRef="#br0" timeOffset="7909">11420 2652 19009,'-4'0'3820,"1"0"-2212,3 0-1311,-1 34-180,18-20-38,6 27-57,18-31 267,-5-3 135,-8-5 76,-10-7-58,-9-7-140,-7-10 12,-6-5-29,-4-1-40,-5 2-273,1 8-109,-1 3-286,1 9-1000,-1 7 1392,-8 16 1,10-8-1,-3 7 1</inkml:trace>
  <inkml:trace contextRef="#ctx0" brushRef="#br0" timeOffset="10274">7292 5001 19189,'4'-60'1363,"0"0"0,0 8 0,-4 11-1083,-2 26-253,-3 21 35,-2 24 5,-5 31-59,3-14 1,-1 3-765,2-10 1,-1 2-1,0 2 517,-1 3 0,-1 3 1,1-1-493,0 2 1,1 1 0,0 0 730,0 5 0,2 1 0,1-6 0,-1-5 0,2-4 0,3-4 0,-1-1 0</inkml:trace>
  <inkml:trace contextRef="#ctx0" brushRef="#br0" timeOffset="10658">7383 4827 14421,'-28'-37'1342,"1"1"1,0-1 0,-17-10 0,-3 9-618,-4 14 1,-3 10-1537,-6 8 0,-3 9 984,17 4 1,-1 3 0,0 4-87,-2 5 1,-1 4 0,2 4-640,-3 6 0,1 4 0,2 4 570,12-7 0,1 2 1,1 3-1,2 0-16,2 4 1,1 1 0,2 2 0,2 0-12,3 2 1,3 2 0,1 0 0,4 0-2,3 0 0,2 1 0,3-1 0,4 0-28,3-1 0,4-1 1,3-1-1,3-1-29,8 11 0,6-2 0,6-4-81,6-6 0,5-4 1,5-5 79,5-5 1,5-5 0,3-5 20,-11-8 1,1-3 0,2-3 0,0-2-447,4-2 1,1-4 0,0-1 0,-2-2 488,6 1 0,-2-3 1,2-4 25,-11-2 1,3-4-1,0-2 1,-1-1-1,-5-1-116,7-6 0,-5-3 1,1-2 150,1-1 0,3-2 1,-1-3-1,-7-1 57,-3-7 1,-6-2 0,-4-2-63,-5-1 0,-4-2 1,-3-1-21,-5 0 1,-4-2 0,-4 0-2,-5 0 1,-4-1 0,-3 2-15,-3 3 0,-4 1 0,-3 2 378,-4 4 0,-4 3 0,-4 3-461,-3 6 1,-3 3 0,-3 5-195,-4 4 1,-3 4 0,-1 4-696,-4 5 1,-2 3 0,0 4-2323,0 3 0,-1 3 0,3 1 2623,-7 2 1,5 1 0,13 1-1,7-2 1,12-3 0</inkml:trace>
  <inkml:trace contextRef="#ctx0" brushRef="#br0" timeOffset="11100">6364 6173 17042,'0'-4'3310,"0"1"-1591,0 3-1169,-77 45-2015,50-22 1,-1 3 1501,-12 6 1,-7 3-1,4 2-30,7-1 1,3 2 0,-1 1-16,-5 5 1,-1 2-1,0 1-44,7-10 0,0 1 1,0 0-1,0 1-126,1 0 0,-1 0 0,0 1 0,1-1-649,-8 9 0,1 0 0,2-1 827,4-2 0,2 0 0,3-5 0,2-5 0,4-3 0,-6 16 0</inkml:trace>
  <inkml:trace contextRef="#ctx0" brushRef="#br0" timeOffset="11517">7028 6339 16839,'3'-46'1184,"0"1"1,0-1 0,0-14 0,1 10-580,2 19 361,1 16-916,10 16 45,21 21-53,-7-1 0,1 6-740,10 9 1,2 5 678,-11-9 1,0 2-1,0 2-129,1 2 1,-1 2 0,1 1-1271,-1 1 1,1 0 0,-2 0 1417,-5-5 0,0 0 0,-3-3 0,1 2 0,-3-5 0,2 5 0</inkml:trace>
  <inkml:trace contextRef="#ctx0" brushRef="#br0" timeOffset="12359">5241 7782 12573,'-7'0'4995,"1"0"-2967,6 0-589,0 0-1231,32-26-74,-16 19 146,22-12-134,-30 25 168,-7 12-107,-11-1-56,-9 9-11,-10 1 124,-16-3-141,14-10 134,-11-6 1,20-14 56,-7-17-135,10-10-106,4-4 11,9-9-12,10 9-32,5-5-46,10 9 12,6 13-23,18 13-6,-1 16 18,1 7-18,-4 24-1718,-26-4 1,-4 3 1714,1-8 1,-4 3-50,-9 13 1,-7 6-1,-4-3-699,-8 6 0,-5-2 742,7-10 1,-2 1-1,-2 0-263,-4 0 0,-3 0 0,-1-3 330,1-4 1,-2-2-1,2-2 24,-7 11 0,-2-4 184,-11 0 1,2-13-42,12-25-51,-4-4 2293,25-26-2365,23-13-79,2 5 0,13 5 0,7 2 0,-1 11 0,1 2 637,5-4 1,2 0-711,9 3 1,2 3-80,-5 2 1,2 0-348,3 1 1,3 0 0,-3 0-65,3 0 0,0 0-2714,2 0 0,3-1 0,-8 1 3226,-14 3 1,-3 1 0,6-2 0,-4 0 0,-11 3 0</inkml:trace>
  <inkml:trace contextRef="#ctx0" brushRef="#br0" timeOffset="12717">5278 7395 15186,'-44'-8'1019,"1"0"1,-1 0-1,-7 2 1,-1 1-1,3 5-490,-8 7 1,0 8-1494,0 4 0,-3 5 0,2 2 1020,8 2 0,3 2 0,0 4-41,8-2 1,-1 4-1,2 1 1,4-1-15,4-1 1,4 1 0,2 4-5,3 7 0,1 7 1,3 0-1,3-5-14,0 5 0,6 3-12,4-11 0,1 7 0,2 2 0,3-1 0,3-7-20,5 2 1,5-6-1,3 2 4,0 0 0,3 4 0,2-2 0,3-6-28,11-2 0,5-7 1,0-3-12,10 2 0,7-7 43,-11-15 1,6-5-1,1-3 1,-3-2 43,3-5 1,-4-3 0,4-3-177,2 0 1,3-2-1,1-2 1,-5-3 212,-8-1 1,-3-2 0,-1-2 0,-2-1 13,-1-2 1,-2-2-1,-1-1 1,-3 0-18,3-2 1,-3 0 0,-3-4 19,1-7 1,-2-3 0,-5 0 6,-2-12 1,-5-3-30,-6 11 1,-1-3-1,-4 0-171,-4 2 1,-4 0 0,-5 0 196,-7-2 1,-5 0 0,-1 5-43,-2-2 1,-5 5-9,-3 13 0,-5 2 0,-2 7-36,-7 9 0,-3 8-304,2 2 0,-5 2 1,3 2-2896,-12 6 1,2 3 3065,0 2 0,7 2 0,5 4 1,24-7-1</inkml:trace>
  <inkml:trace contextRef="#ctx0" brushRef="#br0" timeOffset="14817">7824 7389 21282,'-3'-46'274,"1"-1"1,0 4-1,6 6-212,18 11-11,8 3-34,10 5-6,8 6-17,6 7-39,5 13 17,-3 9 0,-6 13 0,-14 7 11,-16 6 17,-23 5 34,-18 1 33,-18-1 34,-5-7 78,2-10 236,8-12 94,10-10 29,8-13-404,9 0 46,2-9-124,9 4-51,5-2 6,11 4 29,12 3-35,13 7-33,14 6 25,-25-2 1,0 2-248,3 1 1,1 1 190,-2 1 0,-1 1-81,-4 2 0,-3 2-425,9 23 78,-27 9-219,-36 7-132,-11-19 1,-7-3-234,11-10 0,-4-2-617,-1-3 0,-5-1 0,2-4 1688,-5-6 0,3-3 0,-19 6 0,10-9 0</inkml:trace>
  <inkml:trace contextRef="#ctx0" brushRef="#br0" timeOffset="15173">7972 6978 15322,'-56'-15'2406,"0"0"0,-4 4-2037,9 5 1,-9 1 0,6 6-404,6 10 1,3 8 212,1 4 1,-2 5-1,4 0-137,-3 2 0,5 5-20,4 12 1,1 9-1,9-4-418,9-12 0,6 1 396,-2 13 0,1 8 0,6-3-468,8-15 1,4-1 0,3 1 456,2 11 0,4 1 0,4-3-6,5-1 0,5-3 0,7-3-20,3-10 1,6-3 0,2-2 0,-2-3 19,-1-1 0,-1-4 0,5-2-3,6-4 1,5-1-1,1-4 1,-3-3 19,-1-4 0,-2-5 0,1-2 11,-4 0 0,2-3 0,0 0 1,0-3 16,-3-1 0,1-2 0,-2-2 0,-1-2 7,-2-1 0,-1-2 0,-1-2 0,-1-4 51,0-4 1,0-3 0,-2-2 0,-4 2-46,-2 1 0,-3 2 0,-4-5 17,3-10 0,-4-6 0,-9 3-483,-12-3 0,-8-1 429,-1 9 0,-3-2 0,-6 0-668,-10-7 0,-7 1 1,0 4 637,-4-3 1,-5 5-44,-3 8 0,-8 2 0,1 7-232,-10 10 1,-4 8-896,14 5 0,-5 2 0,-1 2 0,4 1 1225,-3 1 1,2 2 0,1 1 0,3 1-1,1 0 1,7 1 0,-9 5 0</inkml:trace>
  <inkml:trace contextRef="#ctx0" brushRef="#br0" timeOffset="15642">4663 8930 13597,'0'-6'5411,"0"1"-2336,0 5-2212,-6-61-561,1 47-229,-15-34-51,-14 80-16,7-2 0,-3 4-3,4-4 1,-2 2 0,-1 2-488,-4 7 0,0 2 1,-2 3 233,3 0 1,-2 3 0,-1 2 0,2 1-1483,6-9 1,1 1-1,0 1 1,1-1 0,0-1 1731,-4 8 0,1-1 0,1-1 0,2-3 0,1 1 0,1-3 0,6-7 0,-2 7 0</inkml:trace>
  <inkml:trace contextRef="#ctx0" brushRef="#br0" timeOffset="16257">3432 10405 19232,'-9'-44'1152,"1"0"0,1 2 0,-2 8-228,0 22-907,2 1-79,0 16 68,2 20 16,-3 26-16,-1 4-491,3-11 1,0 4 484,2-6 0,1 1-12,1-1 1,2 2 0,1-2 0,4 8 0,4-3-6,4 0 0,4-6-221,16-5 289,19-20 21,-21-24 1,0-7-9,2 0 1,-1-5-249,5-10 0,-3-4 288,-8 0 0,-3 0-9,7-20 70,-14 16 0,-4 0 199,-3-2-11,0-9-218,-7 32 735,-6 19-887,-1 10 258,-12 28-247,2-3 0,-1 3-76,0 4 1,0 3-502,-3 13 1,2 1 19,6-8 1,4-1-371,1 0 0,3-2-848,3-4 0,2-2-2123,1-8 0,2-2 3158,7 11 1,-5-22 0,-3-15-1</inkml:trace>
  <inkml:trace contextRef="#ctx0" brushRef="#br0" timeOffset="16634">4085 10285 12174,'-21'-48'980,"0"-1"0,0 1 1,-1 3-1,-2 3 1,-3 6-508,-15 5 0,-6 9-1174,-7 4 1,-1 6 823,9 5 0,-2 5-21,7 4 1,-2 4 0,-1 5-45,-2 7 0,0 5 1,0 2-45,-2 2 1,0 2 0,1 4-10,6-2 1,0 4 0,1 1 0,3 1-189,5 0 1,3 0 0,2 2 0,1 1 176,0 3 1,2 1-1,1 0 1,2-1-1,-2 5 0,2-2 1,4 4-33,5 1 0,3 4 0,2 1 0,6-6-58,5-3 1,5-4 0,1 2 22,-2 9 0,0 1 1,11-5-124,17-5 0,11-6 0,2-8-160,-9-13 1,3-6 0,1-1 338,6 6 0,3-1 1,2-6-12,4-10 0,2-8 0,-3-3-85,-8 0 1,-2-3-1,2-5 181,1-3 1,3-3 0,-1-3-1,-3-1 59,5-8 0,-4-1 0,-2-2-64,-3 1 1,-2-1 0,-5-3 46,-8-1 0,-4-3 0,-6-1 43,-5-6 0,-5-1 1,0 1-96,0 8 0,0 2 0,-3-3 16,-4-1 0,-2-2 0,-3-1 0,-3 4 15,-5-3 1,-5 3 0,-1 2-34,-2 0 0,-2 1 0,-1 2-28,-10-15 0,-5 8-11,-4 17 0,-3 9 350,8 10 0,-1 4-1121,-12 0 1,0 4-1390,13 6 1,3 3-6601,-20 5 8743,32 5 0,16-9 0,1-2 0</inkml:trace>
  <inkml:trace contextRef="#ctx0" brushRef="#br0" timeOffset="17100">5301 8725 31860,'-16'-29'-1714,"0"1"1,-1 3 1583,26 48 1,7 15-170,-3-8 1,4 2-884,6 6 1,5 4 0,-1-1 938,7 5 0,1 1 10,-1-2 0,2 3 0,0-1-309,-4-7 0,0-1 0,-1 1-1661,0 1 0,-1 1 0,0-2 2189,-4-4 1,-1-1 0,-2-2 0,1 2 0,-4-4-1,1 4 1</inkml:trace>
  <inkml:trace contextRef="#ctx0" brushRef="#br0" timeOffset="17807">6146 9755 18050,'1'-5'1983,"0"0"-583,-1 5-1187,-64 23-12,30-9-297,-10 3 1,0 1 409,3-1 195,2-2-84,6-6-134,10-4-179,10-3-100,8-2-68,4 1 170,1-1-265,2 4 190,2 6 17,5 8-11,1 9 33,0 8-11,-5 8 12,-5 5 16,-7 2 28,-4-1-5,-3-6-29,1-9 124,4-12 370,5-11 274,2-6-118,2-8-431,0-5-291,0-9-17,0-8-6,1 3 12,5-9-34,2 14-6,10-5 57,8 10-23,16 4 0,17 3-14,-21 5 0,2 2-192,3 2 1,1 3 182,1 2 1,-2 3-34,-3 3 0,-5 3-9,-7 3 1,-5 3-132,-2 35 59,-26-24 0,-8 1-37,-9 4 1,-7 0-108,-8 1 1,-5-3-783,-4-1 1,-3-5-341,2-4 0,0-6-2596,3-6 0,2-5 3999,9-5 0,3-4 0,-6-1 0,19-4 0</inkml:trace>
  <inkml:trace contextRef="#ctx0" brushRef="#br0" timeOffset="18183">5966 9574 14712,'0'-6'4761,"-1"1"-3803,-59-11-270,10 35-1726,-4-9 0,-2 6 1197,10 20 1,3 9-108,12-10 1,-1 1 0,2 6-41,3 1 1,1 5-1,1 1 1,2-3-551,-1 0 1,4-2-1,0 4 541,3 4 0,1 5 0,2 0 0,4-4-7,6-4 0,2-4 0,4 1-9,1 9 0,4 2 0,3-3 132,3-6 1,2-2-1,7-2-231,10 1 0,6-3 0,0-4-490,3 0 1,4-4 464,2-9 1,5-3 0,-1-6 10,10-9 0,1-8 114,-9-2 1,2-3 0,0-4 43,1-4 0,-1-4 0,0-6 66,-9-3 0,1-5 0,-2-3 0,-4 2-42,0 1 0,-3 1 0,-1-7 21,-8 0 0,1-7 0,-1-3 1,-3 2-1,-4 5-35,1-12 0,-5 0 0,-3 5 0,0-6 0,-2-1 0,-4 4 3,-5 6 0,-4 3 0,-3-1-21,-1-8 0,-2-1 1,-5 3-9,-2 5 1,-4 2 0,-4 3 0,-18-12 0,-8 8-30,11 20 0,-3 3 0,-3 3-42,-3 4 1,-2 2 0,-1 5-131,-2 3 0,-1 3 0,0 3-526,1 1 0,1 3 0,0 2 711,0 2 0,2 3 0,4-1 0,5-2 0,3 0 0,-19 10 0</inkml:trace>
  <inkml:trace contextRef="#ctx0" brushRef="#br0" timeOffset="19408">8444 8323 18739,'-1'-45'1478,"1"1"1,0 3 0,-2 12-1210,-4 24-263,-2 14 50,-1 4 50,-13 31-67,5-15 1,-1 4-789,-8 14 1,-2 4 724,7-12 0,-2 2 0,0 0-130,-1 5 1,-2 1 0,1 0-488,0 2 1,-1 1 0,2 0 388,-1 4 1,0 1 0,3-6 0,1-3 0,3-5 0,4-5 0,0-1-1</inkml:trace>
  <inkml:trace contextRef="#ctx0" brushRef="#br0" timeOffset="19949">8253 9535 14421,'0'-7'5528,"1"2"-4285,-1 5-55,0 0-857,-91-11-1051,61 22 0,-1 3 757,-12-5 0,-6-1 1,5 6 1,4 19 0,6 7-33,3-2 0,3 2 100,7-3 1,5 1-116,5-4 1,6-1-26,15 25 12,19-12 11,22-15 33,-21-20 1,3-5 38,9-6 1,0-4 33,13-3 70,-21-4 0,-5-3 216,-10-8-50,-3-8-113,-18 0-128,-15 4-74,-16 7-21,-16 9-1,-11 15 402,28 2 1,0 3-660,-25 15-375,14 5-857,19-2-3760,17-5 5255,15-7 0,0-7 0,2-6 0</inkml:trace>
  <inkml:trace contextRef="#ctx0" brushRef="#br0" timeOffset="20342">8277 9108 18828,'-58'-13'609,"1"0"1,0 1-1,-4 3 1,0 2-1,6 9-354,5 13 1,4 8-930,6-3 1,-1 3 0,0 5 708,6 2 0,-1 5 0,1 1 0,3-1-386,1-1 1,2 0 0,0 4 352,2 4 1,0 5 0,1 1 0,5-3-13,5 1 1,4-2 0,1 3-8,-2 9 0,1 2 1,5 0-12,4-5 0,4-1 0,5-1-2,3-6 0,4-1 0,6-4 31,17 10 1,11-8-36,3-18 0,6-7 1,-1-3 27,5-1 1,2-5-342,-15-7 1,4-2 0,1-3-1,-5-2 365,-4-3 1,-3-3 0,1-2 50,7-3 0,2-3 0,-4-2 126,-5-2 1,-2-2-1,-4-4-63,-2-9 1,-4-4 0,-4 2-83,1-3 1,-6-1 44,-7 0 0,-4-4 1,-4 3-32,-8-5 0,-6 0-44,2 9 1,-2-2 0,-2 0-3,-7-5 1,-2 1 0,-1 2 6,-8-9 0,-1 4-25,1 5 0,-1 4-48,2 14 1,0 5 103,-18-4-1980,14 12 0,-1 3-7907,-17 0 8587,10 6 0,23 6 1,13 0-1</inkml:trace>
  <inkml:trace contextRef="#ctx0" brushRef="#br0" timeOffset="20749">8649 8165 23757,'4'-51'-73,"17"25"73,12 48 0,4 16-17,-6-11 0,2 1-1735,7 8 1,4 4 0,-4-3 1446,-6-5 0,1 2-747,-1 2 0,5 6 1,2 2-1,-3-2 910,-5-3 1,0-1 0,-2 0-1,-1-2 1,1 1 0,-1-1-1,0 0 1,-2-2 0,0 0 0,0 0-1</inkml:trace>
  <inkml:trace contextRef="#ctx0" brushRef="#br0" timeOffset="21166">9625 9029 13827,'-4'0'6111,"0"0"-1563,4 0-4425,-48-52-101,43 34 9,-3-14 0,9 1-3,54 22-575,-10 3 1,3 2 546,-3 7 0,1 5-9,-1 2 1,-2 3 2,-11-1 1,-1 5 16,5 16 0,-5 3-5,-4 6-15,-9 11 1,-5 5-9,-13-23 0,-4 1-53,0 17 0,-2-2-23,-1-17 1,0-2-519,-1 10 0,2-2-1070,4 9-3270,8 10 4951,7-34 0,-2-13 0,-3-10 0</inkml:trace>
  <inkml:trace contextRef="#ctx0" brushRef="#br0" timeOffset="21382">9765 9392 22459,'27'-51'-531,"0"1"1,6 2-1,6 8-292,13 18 0,7 8-3136,2-5 0,-1 1 2222,-12 3 1,0 1 1736,4-2 0,-8 2 0,-22 8 0,-5 1 0</inkml:trace>
  <inkml:trace contextRef="#ctx0" brushRef="#br0" timeOffset="21700">10434 8620 12219,'-56'-10'1728,"0"0"0,0 0 0,-4-1 1,1 2-1285,8 7 0,-2 4 0,3 2-1777,-7 7 0,2 4 1448,-1-2 0,-1 6 19,4 7 1,-2 7-1,5 1-99,16-6 1,3 1-1,0 4-31,0 1 0,-3 2 1,2 3-1,5-1-4,2 10 0,4 0 0,5 2 2,1 1 0,4 1 0,5-1-129,4 0 0,4 0 0,5-2 106,3-3 1,4-1 0,5-2 23,5-4 1,4-3 0,5-4-154,5-4 1,5-3 0,2-4 153,6-4 0,3-3 0,2-4-600,5-2 1,3-4 0,0-3 600,-14-2 1,1-2-1,0-2 1,-1-1 26,1-2 0,0-1 1,0-2-1,-1-2 153,-1-2 0,-2-1 0,0-2 1,-1-4 67,2-6 0,-1-3 1,-2-2-1,-4 2-167,-1 1 0,-5 1 1,-2-4 26,4-14 1,-4-4 0,-10 1-22,-11-3 1,-10-1-62,-3 9 1,-3-2 0,-5 1-27,-5 0 1,-5 2 0,-5 2-55,-6 1 1,-6 4 0,-3 3-126,-8 5 1,-5 4 0,-3 5-600,8 7 0,-2 4 0,-1 3 0,0 2 744,-14 2 1,1 4 0,4 1 0,-6 1 0,7 2 0,24 1 0,-1 0 0</inkml:trace>
  <inkml:trace contextRef="#ctx0" brushRef="#br0" timeOffset="24050">13635 2016 14359,'5'-57'2031,"1"1"1,-1 9-1,-3 6-1068,-9 4-571,-10 31-16,-19 33-200,10 0 1,0 5-959,-5 12 0,1 4 806,10-10 0,0 1 1,3 2-25,2 3 0,3 1 0,2 2-8,4 1 1,2 0-1,5 2-20,3 1 0,4 0 0,3 0-56,2 0 0,4 0 0,2-1-114,3-1 0,3 0 0,2-1-621,1-2 0,3 0 0,2-2-309,0-2 1,3-1-1,1-2 1128,6 0 0,1-2 0,-3-4 0,-4-1 0,-3-5 0,-1-6 0,1 0 0</inkml:trace>
  <inkml:trace contextRef="#ctx0" brushRef="#br0" timeOffset="24617">14639 2260 14633,'7'-58'2126,"-1"0"1,0 7 0,0 8-1399,-2 19-510,0 12-111,0 13 45,2 15 5,0 16-1,-1 24-580,-5-20 1,-2 3 479,-4 7 0,-1 1-20,-3 4 1,-2 1-20,-2 0 0,0 0-9,0-4 0,1-2 0,3-4 1,2-1-4,3-2 1,3-2-6,6 8 6,18-5-6,16-31-73,-8-8 0,4-5-190,8-3 0,3-4-1310,7-4 1,2-3 1572,-12 4 0,1 0 0,-4 1 0,-3 1 0,-3 0 0,-2 2 0,0 0 0</inkml:trace>
  <inkml:trace contextRef="#ctx0" brushRef="#br0" timeOffset="25441">15706 2324 17356,'1'-10'4665,"0"3"-3791,-1 7-448,0 0-370,7-16-56,-2 45 0,5 0 0,-5 32-237,-3-20 0,-1-1 240,0-7 0,-1 1 0,1 13 0,-1 0-3,0 12 36,-1-22 0,-1-6 48,0-12 191,-4 2-107,3-40-146,0 1 0,5-15 1,3-5-23,2 6 0,1 0-217,1-7 1,1-2 224,6-4 1,0 1-6,-2 5 0,1 0 8,6-19 0,0 0-11,-7 20 0,0 1 11,3-15 0,-2 5-5,-4 13 37,7-19-21,-4 31-41,14 1 87,-7 10 608,20 12-532,-19 12-63,3 4-30,-14 19-3082,-28 18 3139,-1-7-58,-17-1 1,-7-2-567,-3-3 509,0-5 1,-1-2 23,-4-4 217,2-3-34,22-13 67,22-6 2842,15-1-3168,5 1-12,28 8-161,-1-3 322,-9-2 1,2 0-268,-1-1 1,2-1-137,4 2 0,1 0-747,5 1 1,-1 0 429,-8-3 1,1 1-4287,21 4 1,-3-2 4541,-5-1 0,-14-3 0,-7-2 1,-18-4-1</inkml:trace>
  <inkml:trace contextRef="#ctx0" brushRef="#br0" timeOffset="26134">17042 2212 21679,'3'-45'953,"0"9"-874,2 40-7,1 9 1,-1 15 0,-2 15 22,-7 13-45,-1-24 1,-2 1-270,-3 3 0,-2-1 227,-2 0 1,-1-1-4,-11 19 37,8-22 0,-1-3 238,-3 0 213,-4 2-123,14-27-214,7-19-44,4-17-39,5-2 5,2 0 1,3-3-54,0 7 0,1 0-199,4-16 0,1 1 179,-4 15 1,1 2 13,4-9 1,0 3-3,0 4 304,14-16-41,-16 33 75,8 1 80,-6 12-80,17 20-165,-4 7-130,-8-3 1,1 2 235,-2 1 0,-1 0-397,0 2 1,1 1-16,0 0 1,0-1-40,0-1 0,-1-2-206,18 19 83,-5-11 109,-5-11 109,-8-11 46,-3-11 34,-3-15 409,-3-14-435,-3-16-22,-4-16-227,-4 26 1,-2-1 284,0-2 0,-1-1 5,0 3 1,0 1 54,-2-24-52,3 18-345,1 16-799,2 13-2220,2 13 3346,12 12 1,-8-5 0,7 5 0</inkml:trace>
  <inkml:trace contextRef="#ctx0" brushRef="#br0" timeOffset="26383">17960 1782 31502,'26'38'-821,"0"-1"1,3 3 0,0 1 364,4 7 0,-1 2-1165,1 3 1,-2-1 1323,-6-11 0,-4 3-388,-9 2 0,-4 5 0,-4-4-215,-5-8 1,-7 1 902,-8 15 1,-6 5 0,1-11 0,-6-1 0,1-13 0,0-1 0</inkml:trace>
  <inkml:trace contextRef="#ctx0" brushRef="#br0" timeOffset="33759">15274 5453 13015,'12'-54'2337,"0"-1"1,-3 5 0,-2 7-1784,-1 12-28,-10 11-358,-5 25-33,-9 17 16,-6 22-59,9-13 1,1 2-230,-3 5 1,2 2 186,-2 2 1,2 1-323,0 2 1,2 1 305,1-2 0,3 0-6,1-3 0,3 0-3,3-1 0,2-3-2,5 8 156,12-5 107,7-33-29,15-13-106,13-17-64,-21 4 0,1-3 109,8-7 0,-1-1-41,-13 9 0,0 0 7,7-7 1,-2 3 77,-5 4 477,0 2-645,-11 18-27,-8 8 39,-1 20-39,-3 9-6,-4 20-14,-6-11 1,-3 3-110,-1-1 0,-1 1-430,-1 1 1,-2 1-868,-1 3 1,-1 0 1380,3-4 0,1-3 0,2-12 0,2-2 0,-7 24 0</inkml:trace>
  <inkml:trace contextRef="#ctx0" brushRef="#br0" timeOffset="39333">16718 5540 8976,'7'-6'6419,"-2"1"-4234,-5 5 39,0 0-1788,1-27-262,-6 20-112,-4-21-12,-11 30 17,-12 3 6,-13 5 16,-11 4-171,24-7 0,1-1 295,-28 5 117,10-5 40,16-4-90,15-3-95,10-2-50,5-1-40,3 0 198,0 2-360,0 2 134,3 12-16,-1 6-18,1 17-5,-5 6 23,-1 6 5,-2 2-17,1-1 6,1-1 33,-2-3 79,-2-3 72,-3-6 23,-3-9 28,1-7 112,1-9 23,4-5-130,2-6-100,2-7-62,2-6-55,13-16-63,0 9 1,24-14-1,3 13 7,16-2-7,-24 14 1,0 1-9,1 3 0,0 2-2,29 1-7,-4 10 1,-6 8-11,-9 10-17,-11 5 11,-14 7-84,-14 6-79,-18 6-72,-16 3-75,9-25 0,-4 0 80,-3-2 0,-2-1-299,-3-3 1,-2-3 127,1-3 1,0-3-1583,-25 1-5488,17-16 7499,20-7 0,15 3 0,7 3 0</inkml:trace>
  <inkml:trace contextRef="#ctx0" brushRef="#br0" timeOffset="39549">16889 5481 14678,'4'-3'4840,"-1"0"-2695,-3 3-1641,77-59-100,-34 35-818,10-12 1,-1 3 648,-7 18 175,-12 5-673,-14 7-1870,-11 9 2133,-8 3 0,0 1 0,-2-4 0</inkml:trace>
  <inkml:trace contextRef="#ctx0" brushRef="#br0" timeOffset="41334">17818 5496 17484,'1'-3'3591,"-1"1"-2437,0 2-1216,2-23 74,-2 22 32,0-12-10,-2 30 11,-3 5 33,-6 2 23,-7-1 78,-5-4 129,-7-8 79,1-7-203,6-7 315,-5-14-247,14-5-90,-4-16-61,14 2-62,14 0-39,10 5-11,12 9 0,8 9 11,5 10-11,5 12-1,4 13 15,-26-6 0,-1 3-175,-2 3 1,-3 3 154,-4 3 1,-5 3-26,-6 4 0,-7 2-548,-10 5 0,-7 1 523,-8 5 0,-7 1 46,6-14 1,-3-1-1,-2 0 6,-2 1 0,-2 0 1,1-1-396,-1-2 1,1-1 0,0-2 543,-11 6 1,3-5 5,11-9 0,2-9 39,-1-18 17,31-23 22,25-15-120,-4 21 1,5 0-172,6 2 0,3 2 84,5 1 1,3 2 26,6 3 1,2 4-101,4 1 1,3 5-380,-17 3 1,0 3-1,1 1 441,4 2 0,1 3 0,-5-1 0,-2-1 0,-4 2 0,-4 0 0,0 0 0</inkml:trace>
  <inkml:trace contextRef="#ctx0" brushRef="#br0" timeOffset="51325">19234 5367 11077,'1'-8'3904,"0"2"-1899,-1 6-308,-18-68-700,2 48-630,-5-13 0,-4 6-149,-6 35 0,3 9 1,-2 5-46,4 5 1,-1 3-677,-8 11 1,-2 4 560,11-12 0,0 1 0,1 1-4,-3 8 0,0 2 0,3-1-35,-5 13 1,5-2-17,2-3 0,5-2-12,12-8 1,6-4 8,20 15 25,4-19 0,5-4-2,18 7 39,4-19 0,1-7-476,-2-10 498,-1-6 0,-1-4 129,8-19 36,-22 3 0,-3-4 199,4-20-11,-26-6-269,-20 22-98,-34 3 42,-9 15-79,8 8 1,-2 3-51,8 4 0,0 4-316,-6 2 1,3 3-474,-5 11 806,20-1 0,4-1 0,7-4 0,-6 10 0</inkml:trace>
  <inkml:trace contextRef="#ctx0" brushRef="#br0" timeOffset="53550">19643 5361 22767,'17'-47'233,"-1"0"0,-4 7 1,5 7-162,39 10-41,-18 16 0,1 2-20,2 2 0,0 1-5,-1 1 0,0 6 2,-1 10 0,-5 7 9,5 23-171,-16-18 0,-2 3 156,-9 4 1,-6 2-9,-4 6 1,-4-1-4,1-8 1,-1 3-113,-8 23 1,-2 0-112,4-24 0,0-2-569,-4 17 1,2-1 44,-1 8-2162,3 3 2918,4-18 0,2-12 0,1-9 0</inkml:trace>
  <inkml:trace contextRef="#ctx0" brushRef="#br0" timeOffset="53726">19802 5835 18824,'43'-30'-1409,"0"0"0,1 0 1,-1 0-1,-6 2 1,-3 1-1,4 4 1409,13 5 0,5 5 0,-11 5 0,-2 4 0,-22 3 0</inkml:trace>
  <inkml:trace contextRef="#ctx0" brushRef="#br0" timeOffset="56526">20937 5253 18089,'-2'-50'651,"0"1"1,1 3 0,6 8-573,13 17 22,27 1-73,-6 13-34,19 6-5,-19 8-73,7 24 33,-18 1-16,5 20-6,-16-4-4223,-9 4 4302,-9-12 85,-20 15 21,-9-22-131,7-10 0,-3-2 310,-23 6-67,8-9 465,-1-7 258,17-8 2935,3-4-3692,13-4 1204,12-2-1377,10 1 317,11 2-334,10 8 0,9 7-40,9 10-202,-24-7 0,1 1 245,2 2 0,-1 0-12,0 3 1,-1 0-1,-3 0 1,-3 2 25,8 21-6,-24-1-22,-29-2-90,-28-4-78,14-19 0,-4-3-751,-6-1 1,-1-2-2143,-3-3 0,2-2 2504,5-2 1,5-1-1,-12-2 1,25-1 0</inkml:trace>
  <inkml:trace contextRef="#ctx0" brushRef="#br0" timeOffset="60533">22068 5181 13032,'3'-53'2167,"0"0"1,0 0 0,1 7-640,-1 11-755,1 0-554,-1 16-180,2 11 12,5 16 5,4 15-17,4 20-14,-8-13 1,-1 3-401,0 6 1,-3 2 390,-1 5 1,-1 0 0,-2 1 0,-1 0 2,-1-2 1,-2-1 16,-1-5 1,-1 0-34,-2-6 0,-1-1 75,-9 23-5,0-13 45,3-13 358,6-14 0,4-14-325,3-16 715,1-17-793,2-18-37,-1 18 1,0-3-18,-1-5 1,0-1-387,-1-5 1,-1-1 383,-1-3 0,-2 0-3,-1 1 0,-1 1 2,0 3 1,-1 2 8,1 6 1,1 2 24,-4-22-11,5 17-44,2 15-34,2 13-40,1 14 51,4 17 34,2 23-12,-2-10 1,0 3-41,0 10 1,-1 1 45,-1 7 0,-1 1-3,0 3 0,-2 0 3,1-2 0,-1 0-6,0-4 1,0-1 2,1-5 1,1-2-201,0-5 0,1-4 243,4 21 27,1-19 274,-3-18-27,-2-19-247,-2-24-5,-4-26-37,1 15 0,-1-3 65,-1-9 0,0-2-79,-1-4 1,-1-2-1,2 0 0,-1-1-3,2 5 1,-1 1 5,1 6 0,1 2 6,0 10 0,1 2 454,-2-12-486,2 20-89,0 12-6,1 14 57,1 18-202,2 21-205,-1-9 1,1 2-1099,0 9 0,2 3 1555,-1 11 0,1-2 0,-3-23 0,1-2 0,2 29 0</inkml:trace>
  <inkml:trace contextRef="#ctx0" brushRef="#br0" timeOffset="61150">14596 7385 14880,'45'4'51,"0"-1"1,-1 0-1,16-2 1,2-1-1,1-2-43,-16-1 1,-2-1-1,3 0 1,3-2-943,3 1 1,4-1 0,3-1 0,1 0 0,-1 0 0,-5 1 945,-3 0 0,-3 0 1,-2 1-1,3-1 1,6 0 66,-2-1 0,7-1 0,3 0 0,2 0 1,0 0-1,-2-1 0,-4 2 0,-7 0-228,9 0 0,-8 0 0,-1 0 0,9 0 316,-12 1 0,5-1 1,4 0-1,1-1 1,2 1-1,-2 0 0,-1 0 1,-4 0-3,3 1 1,-3 0 0,-2 0 0,0 0 0,2 0 0,2 0-24,-5 1 0,1-1 0,2 1 0,0-1 0,0 0 0,1 0 0,0 0 0,0 1-170,0-1 1,0 0 0,0 1-1,0-1 1,1 1 0,0-1-1,2 1 1,0-1 104,-3 1 1,1 0 0,1-1 0,2 1 0,-1 0 0,1-1 0,-2 1 0,0 0 0,-2 0 0,-3 0-48,7 0 0,-3 0 1,-2 0-1,-1 0 1,1 0-1,1 0 0,4 0 1,-7 0 1,2 1-1,2-1 1,1 0-1,0 0 1,1 0-1,-1 0 1,-2 1-1,-1-1 1,-4 1 12,15-2 1,-5 1 0,-2 0 0,0 1 0,3-2-1,3 1-8,-13 0 0,3 1 1,1-1-1,2-1 1,1 1-1,0 0 1,-1 0-1,-1 0 1,-2 0-1,-4 0-19,6 0 1,-3 0 0,-3 1-1,0-1 1,0 0 0,2 0 0,4 0 29,1-1 1,4 0 0,3-1 0,1 0 0,1 0 0,-3 1 0,-3-1 0,-4 1 0,-7 1 59,9-2 0,-9 2 1,-1-1-1,6 0-80,1-1 0,5 0 0,3-1 0,-1 1 0,-4 0 1,-6 1-4,7-1 0,-7 1 0,0 0-125,5-1 1,0 0-1,-5 1-808,2 1 1,-8 1 908,2 2 0,-35 3 0,-14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E2E98-918F-FA4F-0E19-E38FFB9E0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6F867-840A-E4C8-F0E1-3D42244E9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B5443-88E0-913F-C634-1537F5F4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E29A-512D-6B4B-A9EF-BC690EC2D2B5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3BC40-2F27-111C-F941-FBAAAAB35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87C48-C721-6D31-BA5F-4C9C6412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6884C-103C-3444-97C8-A3D6E7FE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48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490B-EAF6-79A1-7BB7-D273D0909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F41BF-6898-DC29-4E60-41370A6CF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98A6E-247B-3531-026E-4616B8F4B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E29A-512D-6B4B-A9EF-BC690EC2D2B5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B5DCB-7F65-ABB3-BB15-0D5491CD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5D886-ECB8-D722-7D34-A1AAC2A20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6884C-103C-3444-97C8-A3D6E7FE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6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4DA7-D475-CAFC-96D8-291FB70E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0A2FF-C2AB-4E04-5EBE-E44C0C051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87D75-F9C1-B02D-4FDD-27099924B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E29A-512D-6B4B-A9EF-BC690EC2D2B5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0FDE-8A7A-16D4-629D-0BD3C937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4DA3F-F2C2-F9FB-9E23-73705190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6884C-103C-3444-97C8-A3D6E7FE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05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2B09A-E572-AC1C-8D52-3A58B88A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33F2B-68A3-5AE2-B7FA-AB00E2657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3F15D-962F-F4AC-8DC1-38F4D0D40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00AF9-7E87-B238-B5CD-D62FDD03C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E29A-512D-6B4B-A9EF-BC690EC2D2B5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7EF69-76D7-7769-A643-F6F2A28D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44E00-7A74-3B21-859A-27C3889E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6884C-103C-3444-97C8-A3D6E7FE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0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4EF9-42A1-47A4-E89E-20511BFD5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726D2-B57D-8253-4AF6-A63A1FB0D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F3D203-D061-65B2-DA04-FF38C0BC2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2C062-F137-F377-0E15-50F04D176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011B7D-6D91-6D9C-7A51-ADE212340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F4F4A-98FD-FE60-5543-EF199887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E29A-512D-6B4B-A9EF-BC690EC2D2B5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5B0890-D924-7241-4278-62D652656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6E8D5B-E6F7-7F2E-F03E-51B567E2F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6884C-103C-3444-97C8-A3D6E7FE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53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AE064-D025-4B85-DD1F-9FB592BD8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32F2A-DC32-17FC-DDAD-43DBF8C35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E29A-512D-6B4B-A9EF-BC690EC2D2B5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173BC-68B0-81F7-A6CC-54CDD8967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A98F1-9458-A61F-96E1-1496FEDD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6884C-103C-3444-97C8-A3D6E7FE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8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443E29-184A-BC31-0C04-2E4C1EAF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E29A-512D-6B4B-A9EF-BC690EC2D2B5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A1BD7F-98C9-8B14-DF7D-FF0395EC8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78F01-5DEA-7FF8-4B6D-3DEACACF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6884C-103C-3444-97C8-A3D6E7FE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15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77F07-0906-AA7B-0A6B-5B0499E9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3B172-6831-7557-BC9D-8B9AF8040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23A1B-1B87-AA4B-8DC8-18E996B26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59783-40FC-E2F1-8B07-84AE160F2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E29A-512D-6B4B-A9EF-BC690EC2D2B5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83FC3-91A7-EC55-AAC7-D9E94351C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5B485-915F-9DC6-E754-0DB5CF02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6884C-103C-3444-97C8-A3D6E7FE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3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EC2B-1EE0-35D1-9C86-031274E77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A0FFAB-88CE-6041-D106-FEAE1A4B0A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E4811-EFC3-22BE-B174-320B2B3E5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078F8-5E05-16E1-33C8-3FF2B9E7B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E29A-512D-6B4B-A9EF-BC690EC2D2B5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151B5-87E8-3B0E-6493-5A192DABE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2745C-D839-A895-5AF0-3A857735B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6884C-103C-3444-97C8-A3D6E7FE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49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3CE2-96CE-7341-25A5-6FE04CAE5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5A054-3974-DF76-0EF6-B4F47010F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E55EB-D7A6-3DF1-D272-BC17C4EF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E29A-512D-6B4B-A9EF-BC690EC2D2B5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5D504-2CBC-DAA1-8E20-B88EE0C4B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1DFDF-040D-D423-B754-FF5BA4DBF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6884C-103C-3444-97C8-A3D6E7FE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37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BA57B3-87D0-9187-CF7A-5DDFA273BE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093255-4A78-ACDC-A710-4143EC76E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0FD8D-7512-6A08-A3A7-4E603841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E29A-512D-6B4B-A9EF-BC690EC2D2B5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B23B5-A753-60F2-8442-C192728F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86D83-9BB3-8E40-5B1E-F25CAD1C1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6884C-103C-3444-97C8-A3D6E7FE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375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37D755-06F3-D761-7F3A-841494477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F17ED-BAC9-9DBC-80CB-CA2A2977E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C73A5-36DD-E463-00DE-3BCAE1C74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0E29A-512D-6B4B-A9EF-BC690EC2D2B5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EB583-22AE-0CF1-E6C0-4022994B7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CFC6B-79D6-CCB6-FA0B-A02B26997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6884C-103C-3444-97C8-A3D6E7FE1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94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738B22-485A-F076-E259-A57F7B4D9F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53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55C12A-CCB6-ED1A-9081-956057DBA6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C3E54FD-21E2-8977-1C98-5DF72A899F63}"/>
                  </a:ext>
                </a:extLst>
              </p14:cNvPr>
              <p14:cNvContentPartPr/>
              <p14:nvPr/>
            </p14:nvContentPartPr>
            <p14:xfrm>
              <a:off x="766800" y="869400"/>
              <a:ext cx="5930640" cy="4869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C3E54FD-21E2-8977-1C98-5DF72A899F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7440" y="860040"/>
                <a:ext cx="5949360" cy="488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4335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F8E66-EDC8-436A-AEA7-A1CE8F8A6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381DA7-77A3-D755-27BD-29EDE045C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9BF476-57B1-33F6-F287-3061BF9FE7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6C4A8F-A788-FF37-DCDC-D06DAA700CC6}"/>
                  </a:ext>
                </a:extLst>
              </p14:cNvPr>
              <p14:cNvContentPartPr/>
              <p14:nvPr/>
            </p14:nvContentPartPr>
            <p14:xfrm>
              <a:off x="2434320" y="686160"/>
              <a:ext cx="8072280" cy="4807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6C4A8F-A788-FF37-DCDC-D06DAA700C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4960" y="676800"/>
                <a:ext cx="8091000" cy="482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7950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4CBB2-9A32-49BC-7836-3B0836A9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6A76B6-1F94-E5C1-622E-25EE2432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A669E8-7C11-00F1-38D0-32FB650AC0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7DED554-A4F4-3576-A435-E680996DACE7}"/>
                  </a:ext>
                </a:extLst>
              </p14:cNvPr>
              <p14:cNvContentPartPr/>
              <p14:nvPr/>
            </p14:nvContentPartPr>
            <p14:xfrm>
              <a:off x="416520" y="578160"/>
              <a:ext cx="6917040" cy="4419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7DED554-A4F4-3576-A435-E680996DAC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160" y="568800"/>
                <a:ext cx="6935760" cy="443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4590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146E6-AA80-7728-6E01-53D97C1C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5ACD08-97E6-262C-FB58-AF44D3098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76C073-62DD-2642-1A54-67C96D81B8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210A2B3-5222-633D-9099-AC4C0B72A87F}"/>
                  </a:ext>
                </a:extLst>
              </p14:cNvPr>
              <p14:cNvContentPartPr/>
              <p14:nvPr/>
            </p14:nvContentPartPr>
            <p14:xfrm>
              <a:off x="127800" y="676800"/>
              <a:ext cx="11517840" cy="6111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210A2B3-5222-633D-9099-AC4C0B72A8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440" y="667440"/>
                <a:ext cx="11536560" cy="613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2726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C8E15-2D19-A43C-AD05-8D06C3074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F44426E-6595-FE60-BC0F-3E638E624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26A960-92B8-AFA3-5061-062A094519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8FD9235-7BAF-8A9B-3234-CA30F25111C8}"/>
                  </a:ext>
                </a:extLst>
              </p14:cNvPr>
              <p14:cNvContentPartPr/>
              <p14:nvPr/>
            </p14:nvContentPartPr>
            <p14:xfrm>
              <a:off x="286920" y="581400"/>
              <a:ext cx="11597040" cy="5372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8FD9235-7BAF-8A9B-3234-CA30F25111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7560" y="572040"/>
                <a:ext cx="11615760" cy="539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0025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666C8-0E5B-7AF1-B2F1-6F0E9D7C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66F1C57-1414-7AE5-3B48-AB47E2C96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C4CB87-6F71-991E-2645-5EED9148C1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A1B1444-010A-291F-16C4-4BF75B131968}"/>
                  </a:ext>
                </a:extLst>
              </p14:cNvPr>
              <p14:cNvContentPartPr/>
              <p14:nvPr/>
            </p14:nvContentPartPr>
            <p14:xfrm>
              <a:off x="352080" y="784440"/>
              <a:ext cx="11441520" cy="5446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A1B1444-010A-291F-16C4-4BF75B1319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2720" y="775080"/>
                <a:ext cx="11460240" cy="546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9596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33DA0-775C-8E10-60EA-426215A2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DEFDAB-98CB-DC56-F8F6-6DAB5A2D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BF50F2-60DB-4FA8-4F6D-379F02BE44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AC8A9EC-5C24-9240-CAF1-F547B4D8AC23}"/>
                  </a:ext>
                </a:extLst>
              </p14:cNvPr>
              <p14:cNvContentPartPr/>
              <p14:nvPr/>
            </p14:nvContentPartPr>
            <p14:xfrm>
              <a:off x="801360" y="768240"/>
              <a:ext cx="9656280" cy="4105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AC8A9EC-5C24-9240-CAF1-F547B4D8AC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2000" y="758880"/>
                <a:ext cx="9675000" cy="412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9357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18ED2-F80D-388F-9E41-1CC0654B8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589048-FA57-82AB-E47E-66881E977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3AB4E4-3ABF-995A-4B3F-8E094EFBBA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6F94ED1-0626-97FB-1D0D-2C3A32386AE0}"/>
                  </a:ext>
                </a:extLst>
              </p14:cNvPr>
              <p14:cNvContentPartPr/>
              <p14:nvPr/>
            </p14:nvContentPartPr>
            <p14:xfrm>
              <a:off x="279000" y="667800"/>
              <a:ext cx="11634480" cy="5640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6F94ED1-0626-97FB-1D0D-2C3A32386A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640" y="658440"/>
                <a:ext cx="11653200" cy="565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8854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A8BEA-1E17-CAC9-0F52-0AE08E7F7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C318C2-19E3-BA44-5992-51C40A9EE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85C0DF-A9B9-B29F-1DD1-FE07C09D17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ACBC8B0-B5DA-DEB3-E472-E32D3D1D7CFC}"/>
                  </a:ext>
                </a:extLst>
              </p14:cNvPr>
              <p14:cNvContentPartPr/>
              <p14:nvPr/>
            </p14:nvContentPartPr>
            <p14:xfrm>
              <a:off x="433800" y="648360"/>
              <a:ext cx="11425320" cy="4312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ACBC8B0-B5DA-DEB3-E472-E32D3D1D7C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440" y="639000"/>
                <a:ext cx="11444040" cy="433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6412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F7E37-3DCB-AB8A-378F-D86460B91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21CF2D-DC65-93F2-8C2C-9EDD5E6AF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550CBC-E35B-152A-3E5D-FA19C36FA4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4E0C4B-F241-F1A4-5D15-98B4E0DA10FA}"/>
                  </a:ext>
                </a:extLst>
              </p14:cNvPr>
              <p14:cNvContentPartPr/>
              <p14:nvPr/>
            </p14:nvContentPartPr>
            <p14:xfrm>
              <a:off x="632520" y="732600"/>
              <a:ext cx="8285760" cy="5828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4E0C4B-F241-F1A4-5D15-98B4E0DA10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3160" y="723240"/>
                <a:ext cx="8304480" cy="584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923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3EF88-A326-29CE-E8AE-86E8177A5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BEFAB9-69D7-9353-D43D-D80679175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DB8E58-AD73-205B-FF12-EAD788D1FE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226CE40-9D32-270D-1810-FCE5919259B9}"/>
                  </a:ext>
                </a:extLst>
              </p14:cNvPr>
              <p14:cNvContentPartPr/>
              <p14:nvPr/>
            </p14:nvContentPartPr>
            <p14:xfrm>
              <a:off x="401760" y="135360"/>
              <a:ext cx="10693800" cy="5767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226CE40-9D32-270D-1810-FCE5919259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400" y="126000"/>
                <a:ext cx="10712520" cy="578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0376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7AA074-8DE4-9600-69D3-8067EFFF9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506DDB-AA34-35B2-982C-14CC1500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33103B-D491-B867-0355-DD9F17B9DE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304B89B-398B-DF25-8DFF-F982C377CD68}"/>
                  </a:ext>
                </a:extLst>
              </p14:cNvPr>
              <p14:cNvContentPartPr/>
              <p14:nvPr/>
            </p14:nvContentPartPr>
            <p14:xfrm>
              <a:off x="713520" y="211680"/>
              <a:ext cx="11133360" cy="6101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304B89B-398B-DF25-8DFF-F982C377CD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160" y="202320"/>
                <a:ext cx="11152080" cy="612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3021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3D263-750A-ADAB-986B-87FC7F198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2CA33CF-2D27-E6C5-5B17-83FF6C2A1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F76421-BB52-5723-031B-C14C278497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7E6ED49-56AF-D3E2-49FA-E6399D2E2727}"/>
                  </a:ext>
                </a:extLst>
              </p14:cNvPr>
              <p14:cNvContentPartPr/>
              <p14:nvPr/>
            </p14:nvContentPartPr>
            <p14:xfrm>
              <a:off x="206280" y="376920"/>
              <a:ext cx="10488960" cy="6077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7E6ED49-56AF-D3E2-49FA-E6399D2E27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6920" y="367560"/>
                <a:ext cx="10507680" cy="609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9759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80D5F6-B0A8-E726-32F4-A35B5983C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78148E-EC0D-F290-9416-A036982D1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404939-54C9-0E5F-D4A4-D1F70B8CAB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47BB01-E2AD-A218-83EE-0FF7F04F9FE9}"/>
                  </a:ext>
                </a:extLst>
              </p14:cNvPr>
              <p14:cNvContentPartPr/>
              <p14:nvPr/>
            </p14:nvContentPartPr>
            <p14:xfrm>
              <a:off x="380520" y="769680"/>
              <a:ext cx="9544320" cy="6063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47BB01-E2AD-A218-83EE-0FF7F04F9F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1160" y="760320"/>
                <a:ext cx="9563040" cy="608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6356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84DBE-C6CA-A350-1A2D-BA3DFFD3B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FA4C0AA-2867-1B20-988F-A249909C9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2CA15F-A41B-1547-A1BF-D659CE412C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56FBB55-4DCA-AE8B-C655-33854BBCE53D}"/>
                  </a:ext>
                </a:extLst>
              </p14:cNvPr>
              <p14:cNvContentPartPr/>
              <p14:nvPr/>
            </p14:nvContentPartPr>
            <p14:xfrm>
              <a:off x="873000" y="277560"/>
              <a:ext cx="5479560" cy="4490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56FBB55-4DCA-AE8B-C655-33854BBCE5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3640" y="268200"/>
                <a:ext cx="5498280" cy="450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2937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982-3E8A-BD7C-8864-2A84FBB47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2CC057F-A4CB-6B32-5D7D-80DCFD58F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C15A58-CF67-D480-C639-35B17DA07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335E87F-A3B0-05AA-4CB4-FEA07EB508E4}"/>
                  </a:ext>
                </a:extLst>
              </p14:cNvPr>
              <p14:cNvContentPartPr/>
              <p14:nvPr/>
            </p14:nvContentPartPr>
            <p14:xfrm>
              <a:off x="941400" y="474840"/>
              <a:ext cx="10674360" cy="4986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335E87F-A3B0-05AA-4CB4-FEA07EB508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2040" y="465480"/>
                <a:ext cx="10693080" cy="500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7389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5757C8-6069-70AC-B989-1B0D36F85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A058F5-BB62-7980-2A6C-4510716F6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A4CF51-05B0-44FB-C30A-16E20CF577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6EC9A5-F953-4087-4A5F-5D9992F20CF7}"/>
                  </a:ext>
                </a:extLst>
              </p14:cNvPr>
              <p14:cNvContentPartPr/>
              <p14:nvPr/>
            </p14:nvContentPartPr>
            <p14:xfrm>
              <a:off x="599760" y="574560"/>
              <a:ext cx="7199280" cy="3826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6EC9A5-F953-4087-4A5F-5D9992F20C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0400" y="565200"/>
                <a:ext cx="7218000" cy="384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3686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AC9C8-E000-51DA-313B-3FA0B53E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9086EA-992E-7CD2-0727-9EA6B1AFE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B27191-4CDF-C810-A879-1C900DD31D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3FE3D98-6BE3-86C8-9200-CCC70C8B2AAE}"/>
                  </a:ext>
                </a:extLst>
              </p14:cNvPr>
              <p14:cNvContentPartPr/>
              <p14:nvPr/>
            </p14:nvContentPartPr>
            <p14:xfrm>
              <a:off x="825120" y="637920"/>
              <a:ext cx="7347240" cy="3471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3FE3D98-6BE3-86C8-9200-CCC70C8B2A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5760" y="628560"/>
                <a:ext cx="7365960" cy="349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222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0</Words>
  <Application>Microsoft Macintosh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2</cp:revision>
  <dcterms:created xsi:type="dcterms:W3CDTF">2025-11-05T13:32:50Z</dcterms:created>
  <dcterms:modified xsi:type="dcterms:W3CDTF">2025-11-05T17:31:47Z</dcterms:modified>
</cp:coreProperties>
</file>