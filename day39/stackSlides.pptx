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3:36:21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2700 2236 22021,'-20'-31'655,"1"-1"1,-17-18-499,15 50-67,-5 6-23,-3 7-17,-3 11-27,0 8-23,4 6-34,9 5 6,8-1-28,15 2 11,13-3 17,18-2-107,6-15 1,6-2-23,-1-4 1,1-1 128,-1-1 0,0-1-6,-6-5 1,-7 0 117,-11 5-23,-10 0 46,-33 7-63,-7-8 43,-15 3 0,-4 0-398,10-5 1,-3 0 345,-2 0 1,-4 1-1,3-2-30,6-1 1,1-2 0,-10 0 0,4-3-101,1-7-409,-3-7-313,16-1-9014,10-12 8025,12 11 0,3-2 1,3 10-1</inkml:trace>
  <inkml:trace contextRef="#ctx0" brushRef="#br0" timeOffset="254">3085 2111 24351,'9'-17'1400,"14"30"-1514,-3 27 15,-3-6 1,-1 3-212,4 18 7,-8-19 1,0 1-228,6 21-1474,-8-15 1,0 0-4811,0 16 6762,-5-20 1,0-3 0,-2 0-1,-2-18 1</inkml:trace>
  <inkml:trace contextRef="#ctx0" brushRef="#br0" timeOffset="843">3223 2509 21892,'4'-43'28,"0"1"0,-5 6 0,6 8-45,42 18-27,-6 9-74,3 0 0,3 1 45,-11 0 1,1 0-372,12-1 1,0-1 428,-16 0 0,-2-2 2,29-6 229,-8-5-122,-8-2 135,-6-8 23,-17 3-106,-5 2 168,-12 2 618,-9 6-582,-6 0 167,-16 4-323,-2 6-123,-2 4 0,0 7-39,8 7-31,-3 8 306,10 8-377,11 11 45,8-13-31,17 8 26,18-18 39,-7-5 50,17-5 72,-20-12-236,5-7 245,-12 0 371,1-20-121,-14 6 39,1-13 83,-12 5-232,-2 9-169,-3 5 143,0 8-264,4 7-84,0 0-7,3 6 2,3 8 0,1 3-513,12 26 235,-2-16-601,4 7 1,3 0-1583,7 7-261,-6-10 1,1-2 2820,10 9 0,-13-15 0,-8-10 0</inkml:trace>
  <inkml:trace contextRef="#ctx0" brushRef="#br0" timeOffset="1070">4485 2280 17042,'0'-5'7136,"0"1"-5898,0 4-1165,-58-42-68,24 57-8,0-31 1,1 6-69,15 36 1,7 10-193,3 7 33,-1 10-1024,20 7 526,1-32-1261,9-2 1,6-2-4846,20-9 5986,14 1 0,-26-13 0,-15-3 0</inkml:trace>
  <inkml:trace contextRef="#ctx0" brushRef="#br0" timeOffset="1295">4853 2179 20302,'-12'-52'1392,"1"0"1,2 9 0,0 6-351,-7 8-834,10 19 49,-4-4-251,8 17 148,0 9 89,4 16-101,5 14-11,1-1-190,4-6 1,2 2-1039,9 19 559,-5-15 1,-1 0-336,5 12-2497,-10-15 0,-3 0 3303,0 4 0,-2 4 1,-5-30-1</inkml:trace>
  <inkml:trace contextRef="#ctx0" brushRef="#br0" timeOffset="1578">5183 2143 17630,'0'-3'4610,"0"1"-2707,0 2-1476,-66 11-99,37 12-201,-9-12 1,1 4 0,18 13 1,6 1-75,-3 2-38,2 1 1,1 2-39,7-1-86,1 5-126,24-6-62,10-16-376,26 2-153,-22-14 1,3-3-3490,20-5 1,1-2 4184,-10 2 1,-3-1-1,-1-1 1,-6 0-1,-4 1 1</inkml:trace>
  <inkml:trace contextRef="#ctx0" brushRef="#br0" timeOffset="2028">6083 1959 19143,'-3'-4'4234,"1"1"-2961,2 3-765,-66-29-378,40 31-61,-11-16 1,2 7 29,13 40-8,12-6 55,-2 14-11,9-14-90,9 3-251,11-5 123,6-3 86,8-5 115,-10-12 256,2-7 219,-13-5 203,2-7-64,-8-5-166,-6-2-164,-5-2-224,-5 2-244,-3 3-168,5 6-150,-2 3-257,7 5 44,-2 2 148,4 8-108,0 8-672,1 11-1510,2 7-5281,7 4 7173,1-5 0,-1-11 0,-1-9 0</inkml:trace>
  <inkml:trace contextRef="#ctx0" brushRef="#br0" timeOffset="2343">6042 2450 20311,'-3'2'3423,"1"0"-2655,2-2-1010,-11 43 190,18-29 80,-3 30 21,20-41 30,1-2-82,-2-3-13,-5-1 162,-2-4 308,-8-4-101,-4-4-61,-11-3-40,-6-1-34,-12 3-61,-7 3-112,-3 4-62,3 5-168,5 3-555,8 3-1158,5 2 43,7 1 1855,3 6 0,3-7 0,0 2 0</inkml:trace>
  <inkml:trace contextRef="#ctx0" brushRef="#br0" timeOffset="2854">1739 3364 16863,'4'41'2269,"31"-8"-2166,2-30 1,7-7-997,-4 2 0,3 0 0,3 0 889,9-1 1,3-1-1,2 0-487,-8 1 0,3-1 1,1 0-1,1-1 486,-5 1 1,1 0 0,1 0-1,1-1 1,1 1-209,5 0 0,1-1 1,1 1-1,0-1 1,1 0 223,-6 1 0,1 0 0,0 0 0,0-1 1,1 1-1,0 0-217,-5 0 1,1 0 0,1-1-1,-1 1 1,0 0 0,0 0 0,-3 1 205,1-1 1,-2 0 0,-2 0 0,1 1 0,3-1 0,2 0-97,3 0 1,3-1-1,2 1 1,2-1 0,1 0-1,-2 1 1,-2-1-1,-3 1 60,2-1 1,-3 1 0,-2-1-1,0 1 1,2 0 0,4-1-14,-10 1 1,2 0 0,3-1 0,0 1-1,1-1 1,0 1 0,-2-1 0,-1 1 0,-2 0 11,12-2 1,-2 1-1,-2 0 1,-1-1-1,-1 1 1,1 0 14,-6 0 0,0-1 0,-1 1 0,0 0 0,0-1 1,0 1-169,-1-1 1,1 1-1,0-1 1,0 0-1,-3 0 1,-2 0-321,10-1 0,-3 0 0,-2 0 1,-1 0-320,11-2 0,-2 1 0,-6 0 829,0-2 0,-12 2 0,-22 4 0,-7 1 0</inkml:trace>
  <inkml:trace contextRef="#ctx0" brushRef="#br0" timeOffset="3910">3086 2214 22333,'6'-39'2054,"1"0"1,3-23-1894,-11 60-747,1 4 820,0 9-6,10 22-333,3 5 43,1-3 0,1 0-255,-2-5 1,0-1 126,2 7 0,-1 0-217,4 25 351,-6-4-215,-7-13 28,-3 12-1,-2-22-617,1 10-2090,6-17 2915,6-7 1,-5-10 0,3-4 0</inkml:trace>
  <inkml:trace contextRef="#ctx0" brushRef="#br0" timeOffset="4387">3064 2409 20341,'-48'0'683,"16"0"-464,49-2-119,13-2-27,14-2 6,9-3-29,4 1 12,-3 1-12,-9 1-39,-15 3 6,-7 1 0,-15 1 274,0 1 181,-11 0-48,-7 4 97,-9 0-57,-10 3 14,-6 1-44,-1-2-3367,-4 0 3242,16-1-156,-3-1-226,15-1-258,2-2-15,5 0-25,5-1 15,9-2 3255,14-2-3594,5-1-4865,32-6 5559,-9 4 1,-7 0 0,-17 3 0</inkml:trace>
  <inkml:trace contextRef="#ctx0" brushRef="#br0" timeOffset="71427">7992 4346 17673,'-11'0'392,"7"2"695,15 2-656,17 6-424,-6-3 664,32 6-488,-24-7 19,2-1 1,1 1 29,24 1-491,-18-1 0,2 0 199,3 0 0,4 1 230,-6-1 1,3 1 0,-2-1 137,3 2 1,0-1-95,0 0 0,4 1 0,-4-2 110,2 2 1,0-1-92,0-1 1,3 1 0,-3 0-397,2-1 0,-1 0 367,-5-1 0,2 0 1,-3-1 109,2 0 1,-1 0-120,13 0 1,3 0-124,0 0 1,1 0-67,0-1 0,2 0-841,-13-1 1,2 1 0,-4-1 812,3 0 0,1 1 1,2 0 1,5 1 0,-7-1-232,-16 0 1,-1-1 214,7 1 0,5 1 0,-3 0-31,-2 0 0,0-1 20,0 0 0,3 1 0,-2-1 40,10 0 1,1 1-63,7-1 0,-3 0-140,-21-2 1,-1 1-127,6-1 0,0 1-5,-9-1 0,1 0 10,7 1 0,1-1 4,0 1 0,-1 0-9,0-1 0,0 0-12,2 0 0,-1 0 72,1 0 0,0 0 85,1-1 1,0 0 125,-1 0 0,-1-1-2,-2 0 1,1-1-6,7-2 0,-3 0-54,17-2 61,-20 2 0,-1-1-55,13-2 14,-15 2 1,3 0-770,-1 1 0,-1-1 847,-7 2 0,0-1-9,2 0 0,-3 1 401,-3 0-429,15-2 1863,-18 0-1507,1 0 536,-14 0-670,-7-2 3252,-10 1-3409,-8-5 46,-7 0 223,-11-5 62,-20-7-33,3 3-144,13 5 1,0 1 129,-19-8-453,15 7 0,-3 1 313,8 3 1,-1 1-45,-17-4 0,-2 1-93,11 4 0,-1 1-3,-18-3 1,-1 2 0,15 3 1,1 1-9,2 1 0,-1-1 16,-10 2 1,0 1-12,15 0 0,0 0-11,-9 1 1,0-1 47,2 0 0,-1 0 16,-5-1 0,1 0-32,9 1 1,-2-1 55,-3-1 1,-4 0 0,4-1-545,3 0 0,1 0 547,-8-1 0,-1 0 24,6 0 0,0-1 5,4 1 1,-1 0-29,1-1 1,-2 0-244,-4-1 0,2 1 257,-13-3 168,22 5 0,-2 0-267,-7 0 0,-1 0 11,-5 1 1,0 0-58,0-1 0,0 2 66,-3 0 0,3 1 5,21 1 1,-1 0 5,-15-1 1,-6 0 0,7 1-4,12 1 1,1-1-120,-8 1 0,-6-1 0,4 0 192,0 1 1,2 0-12,-3 0 1,-1 0-141,-7 1 0,1 0 133,7-1 0,0 1 0,-13 1 1,0 1-4,18-1 0,0 0 23,-18 1 0,-1 1 52,7-1 1,1 1-79,-2 0 0,-1 0 11,2 0 0,3 0 4,13 0 0,2-1-108,-10 1 0,2 1 184,-11 0-92,-3 1 1,0 1 244,12-2-219,-3 2 0,-2 0 110,-5 3-110,21-5 0,1 1 84,-27 7 22,17-2 1127,-14 6-1123,19-2 463,7 3-304,20-7 519,6 11-1222,9-2-74,1 4-278,18 9-110,0-10 127,16 8 310,-6-19 0,2-4-285,19 2-171,-15-6 0,5-3-143,-1-1 0,4-2 0,1 0 851,3 0 0,2 0 1,-3 0-1,-4 0 1,-1 0-1,-3 0 0,8 0 1,-1-1-1</inkml:trace>
  <inkml:trace contextRef="#ctx0" brushRef="#br0" timeOffset="73110">10455 4689 11626,'-61'-4'904,"0"1"0,1 0 1,3 0-540,14 1 1,1 0-472,-2 0 0,1 1 384,-1 0 1,1 0-27,0 1 0,0-1-20,2 1 1,-2 0 83,-10 1 0,-1 0-125,7 0 1,0 0-329,1 0 1,0 0 361,0 0 0,1-1 5,5 0 0,0 0 1,-11 1 0,-3-1-897,11 0 1,-2-1 0,3 0 815,-3 0 1,1 0 67,-16-1 0,-2-2-126,6 0 0,1 0 36,6 0 0,0 0-27,-12 0 1,3 0-1,19 2 0,2 0 10,-2 1 1,1 0-77,0 0 0,-1 1-8,0 0 1,-1 1-867,-1 1 0,1 0 960,-2 1 0,0 0 18,2 1 1,0 1-21,-6 2 1,2 0 154,-13 3 859,21-2 1,2 0-820,-6 4 471,-9 4-473,6 1-176,-7 10 84,21-11 3117,-2 6-3045,15-7 594,1 2-835,-3 3-30,3 4-133,5-7-140,3 6-191,6-5-170,6 7-343,7 4-54,13 4 156,13 3 519,-12-16 0,2 0 130,6 0 0,4 0 149,0-4 1,4-1-1,-2-1-485,4 2 0,2-1 648,12 0 1,7 1 0,-4-3-405,-18-4 0,-2-2 0,1 1 526,9 1 1,0 0 0,2 0-15,0-1 1,0-1 0,2-1-719,-8-1 1,1-2 0,1 1 0,-2-1 637,6 2 1,-2-1 0,6 0-78,-2-1 1,6 0 0,2 1-1,-1-1 1,-5-1-438,-5 1 1,-4-1-1,0 0 1,1 0 418,9 0 1,2 1 0,1-1-1,-1 1-176,0-1 0,-1 1 0,1-1 1,1 1 110,2 0 0,2 0 0,-1 0 1,-3 0 5,-8-1 0,-2 1 1,0-1-1,4 1-19,-3-1 1,4 1 0,3 0 0,-2-1 0,-4 1-1,-6-1-204,-1 0 0,-5 0 0,3 0 202,10 0 0,6 0 0,0 0 0,-5 0 2,-9-1 1,-5-1 0,3 0 254,7 1 0,3-1 0,2 0-283,-3-2 1,4 0-1,-1 0 1,-4-1 282,-7 2 1,-3 0 0,2-2-243,5 0 0,5 0 1,-3-1-1,-7 0-6,-6 1 0,-3 0-3,23-2 1,0-2 488,-16 2 1,-1 0-530,7-1 1,0-2 1365,-3-1 1,-3-2-1110,16-8 60,-5-14 282,-32 3-761,-4-12 1541,-12-10-1630,-7 5-66,-10-9 566,-3 21-428,-9 10 1,-3 1-581,-8-1 710,-19-5 1,-5 2-604,28 15 0,-3 0 742,-21-6 1,-10-3-1,7 3-745,12 5 0,0 1 759,3 2 0,-5-2 0,-1 0 0,3 1 32,1 2 0,3 2 0,-4-1 4,-2 0 0,-3 0 0,-1-1 0,1 2-15,-6 0 1,1 0 0,-1 1-27,10 2 0,-2-1 1,1 2-1,1 0 2,-6 1 1,0 1 0,3 1 4,-13 0 0,0 0-19,9 2 1,-2 0 0,0 1-21,6 0 0,0 1 1,-1 0-19,3 0 1,-2 0-1,-1 1 1,-2 0-506,3 1 1,-2 0 0,0 1-1,-1-1 1,3 1 366,-5 0 0,1 1 0,1-1 0,0 1 54,2-1 0,0 0 0,1 1 0,2 0-1219,-7 2 0,3 0 0,5 0 1360,3 0 1,5 0 0,3-1 0,4 0 0,1 0 0</inkml:trace>
  <inkml:trace contextRef="#ctx0" brushRef="#br0" timeOffset="74544">10028 5600 7626,'-55'-9'1557,"0"0"1,0 0-1,5 0-2088,-11-2 1505,14 3 0,1-2-178,-15-2-511,16 3 1,1 0-42,10 2 0,2 1-54,0 0 0,0 1 62,-30-5-140,29 6 0,1 0-16,-19-1 38,9 3 0,-3 0-50,12 2 0,-1-1-8,-17 1 0,-2-1-244,8 1 0,0 0 254,-1 0 1,0 0 39,0 0 1,0 0-26,1 0 0,1 1-28,0 0 0,0 0 9,0 0 0,0 1-5,-1 1 0,1-1-9,-2 1 1,1 0-3,-1 1 1,-1 0-4,1-1 0,0 0-33,0 1 0,1 0 70,0 0 1,1 0-6,1 0 1,1 1-3,2 0 0,-1-1-108,2 1 0,1 0 109,0-1 0,1 1-9,2 0 1,0 0-2,1 0 1,1 0 1,1 1 0,1 0 99,-28 6 12,4 2-6,5-1-11,5 1-2337,9 0 1944,9 0 398,8 3-241,7 2 382,4 4-556,5-5 119,2 17-214,8-8 3338,5 15-3038,9-3-241,10 0 42,-2-7 203,3-10 0,2-2-835,8 0 905,-5-7 1,9 1 0,-2-2-714,9-3 0,2-2 829,1 1 1,5 0 0,1-1 6,-1-1 0,0-2 1,1 0-38,-11 0 1,0-1 0,1 1 0,1-1-570,2 0 1,0 0 0,1 0 0,0 1 530,1-1 1,1 1 0,0 0-1,0-1-49,1 1 1,-1 0-1,1-1 1,-1 1-34,1-1 1,0 1 0,0-1-1,-1 0-66,1 0 1,0-1 0,-1 1 0,-2-1 8,4 0 1,-2 0 0,3-1-16,-9-1 0,5 0 0,1 0 0,-2-1 0,-6 0-3,-1 0 1,-4 0 0,6-1-28,-2 0 0,7-1 1,4 0-1,1 0 1,-2 0-1,-6 1-10,2-2 1,-5 1 0,-1 0 0,4 0 36,5-1 1,2 0 0,3 1 0,-2-1 0,-2 0-11,2 1 1,-2 0 0,-1 0 0,0 0-36,-2 0 0,0 1 1,-1 0-1,-1 0 54,-2 0 0,-2-1 0,0 1 0,0 1-239,12-1 0,-1 0 0,-1 0 369,-5 0 1,0 0 0,-2 0 66,-4 0 1,0 0 0,-2 0-45,-3 0 1,0-1-1,-2 0-23,17-2 0,-1 0 91,-4 0 1,-1-1 352,-4 0 0,-2 0-377,-6 0 0,-1-1 839,-6 0 1,-3 0-741,14-7 1610,-18-1-1452,-16-2 664,-14-4-1609,-18-4 53,-25-7 291,13 13 1,-7-1 50,-10-3 1,-6-2 0,-2 1-28,1 1 0,-1 0 0,-2 0-744,7 3 1,-1 0-1,-1 0 1,4 2 706,-2-1 1,2 3 0,1 0 68,-2 2 1,0 2-1,1 0-324,7 3 0,1 0 0,-2 1 444,-12-2 1,-2 0-1,-1 0-38,-2 2 0,0 0 0,-2 2 45,14 1 0,-1 1 0,0 1 1,0-1 11,-3 2 0,-1-1 0,1 1 0,-1 1 0,-2 0 0,0 0 1,0 0-1,0 1-7,1 0 0,0 0 1,0 0-1,0 0-20,2 1 1,0 0 0,0 0-1,1 0-53,3 1 1,0-1-1,0 1 1,1 1-186,-13 0 1,2 0 0,0 1-422,6 1 1,0-1-1,1 1 689,2 1 0,1-1 0,5 0 0,4 0 0,5-1 0,-22 5 0</inkml:trace>
  <inkml:trace contextRef="#ctx0" brushRef="#br0" timeOffset="75811">10014 6306 4813,'-42'-13'1146,"0"0"0,0-1 1,-7-3-1,3 3 780,4 12 1,0 3-1232,-3-1 0,0 0-435,7 0 0,-2 0 24,-20 0 0,-4 0 118,2 1 0,-2 0-287,19 0 1,-2 0 0,1 0 112,0 0 0,0 0 1,2 1 265,-6 0 1,-3 1-360,7 0 1,-6 2 0,1-1-1,6 0 291,-6 1 1,1-1-399,6 0 0,-6 1 0,0 0 0,3-1 87,1 2 0,2-1 0,3 1-255,-1-1 0,-2 1 221,-10 1 1,-7 1 0,3 0 30,-4 1 1,0 0-37,10-1 0,-2 0 0,0 0-4,2 0 1,1 0 0,0 0-113,-3 1 1,-1-1-1,5 0-189,-1 1 1,3-1 8,-8 1 0,5-1-1331,-6 2 1071,13-1 8,6-2-666,30-1 2079,2-1-1088,12 7-1422,22 9 1398,-2-3 139,15 0 1,7 0 736,-6-6 0,1-1-712,10 3 1,3 0 5,-9-4 0,3 0 0,1-1-24,-2-1 1,2 0 0,2 0-394,-2 0 1,2 0 0,2 0-1,3 0 458,-1 0 0,4-1 0,0 1 1,1 0-1,-2 0-328,-5-1 1,-2-1 0,1 1-1,0 0 1,1-1 259,7 2 0,2 0 0,1-1 0,-2 1 1,-2-1-100,2 1 1,-2-1-1,0 1 1,1 0-46,-7-2 1,1 1 0,0 0 0,1 0-1,-1 0-49,-1 0 1,0-1 0,-1 1 0,1-1 0,-1 0 123,0 0 0,0 0 0,0-1 0,-1 0 1,0 0 71,0-1 0,-1-1 0,1 1 0,-3-2 1,-2 0-46,9 0 1,-4-2 0,3-1 101,-3-1 0,3-1 0,0 0 0,-1-1-39,-8 0 1,-1 0 0,1-1-1,3-1-5,6 0 1,5-1-1,2 0 1,-1-1 0,-3 1 14,-7 1 0,-1-1 0,-1 1 0,0-1 1,0 0-8,6-1 1,0 0 0,1 0 0,-2 0 0,-3 0 234,-1-1 1,-3 1-1,-1 0 1,0-1-233,1-1 1,0-1-1,0 0 1,-3 0 41,9-3 1,-2-1 0,-2 0 7,-5 1 1,-2-1-1,-2 0 169,6-4 1,-7-1 247,1-10 1156,-19 9-1412,-14-4 932,-21-3-1253,0 5 26,-19 1 1,-8 3 1047,2 5 1,-3 2-978,-8-3 0,-3 0 3,7 5 0,-2 1 0,-2 1 1,4 1 0,-2 1 0,-2 1 0,0-1-463,-3 0 1,0 1 0,-2-1 0,-2 1 475,3 0 0,-3 0 1,-1 1-1,2-1 1,3 1 5,-12 0 0,3 0 1,-2 0-3,4 1 0,-3-1 0,-1 1 0,2 0-9,8 0 1,1 1 0,-1 0-1,-5-1 51,5 1 1,-5 0 0,-2 0-1,0 0 1,0 0 0,2 0-435,-5 1 0,2-1 1,0 1-1,0 0 1,-2 0 403,5 0 1,-2 0 0,-1 0 0,0 0 0,2 1 0,1-1-253,0 1 0,1 0 0,2-1 0,0 1 0,0 0 127,2 1 1,-1-1 0,1 0 0,2 0 0,1 0-102,-15 0 1,3 1 0,-1-1 247,9 1 0,-2 0 1,3 1-1,8-1 0,9 0 1,3 0-1,-13 1 1,0-1-1</inkml:trace>
  <inkml:trace contextRef="#ctx0" brushRef="#br0" timeOffset="77194">10095 6992 12378,'-61'-3'1190,"-1"0"0,0 0 1,3 0-1,2 0 1,5 1-577,3 0 1,3 1-1007,-3-1 0,0 0 824,-2-1 1,0 1-98,-1-2 0,1 1-194,11 0 0,-2 0 173,-20-2 1,-1 1-23,17 1 0,0-1-220,2 2 1,-3-1 0,1 1 2,-12 0 0,0 0 57,-2 1 0,-2 0-25,0 1 0,-1 0-444,18 1 1,0 0-1,0 0 398,-2 1 0,0 0 0,0 0-2,-3 0 1,0 1 0,0 0 12,1 0 1,-1 0 0,1 0 2,1 0 0,1 0 0,1 0 12,-17 1 1,2 0-8,8 0 1,3 0-61,6 0 0,3 0 22,-16 3-111,23 0 1,2 1 287,-5 3-31,-17 10 163,29-7 457,-7 9-162,21-12 40,-6 10-821,11-7 1029,4 4-1510,14 3 202,14 2-407,21 3 289,-12-10 1,3 0-234,10 2 1,4-1 666,-9-3 0,1-1 0,0 0 0,12 3 0,3-1 126,-10-3 0,6 0 1,0 0-1,-2-2-858,2 1 1,-2-2-1,4 1 1045,2 0 0,5 1 1,1-1-1,-2-1-105,-8-1 0,0-2 1,-1 0-1,1 0-453,1 0 1,0 0-1,0-1 1,1 0 340,0-1 1,0 0-1,0 0 1,0-1-34,1 0 0,-1-1 1,0 0-1,1 0-8,-1-1 0,0 0 0,0-1 1,0 0 2,-1-1 0,-1 0 0,2-1 0,0-1-171,-3 1 0,3-2 0,-1 1 0,0 0 0,-5-1-443,13 0 0,-5-1 1,4 0 460,-13 1 0,4-1 1,0 1-1,-1-1 1,-4 1-109,12-1 0,-5 1 0,3-1 69,-5 1 1,2 0 0,1-1 0,-1 1-29,-1 0 0,0 0 1,-1 0-1,0 0-54,-1 1 0,-1-1 0,0 1 0,-1-1 20,-2 1 0,-1-1 0,0 1 1,0-1 160,11 0 0,-1 0 0,-1 0-5,-4 0 1,-2 0 0,0-1 109,-5 1 0,-1 0 0,0 0 0,14-3 1,-2 0 747,-7 0 1,-2-1-689,-7 0 0,-2-1 84,-6 0 0,-3-1 1784,19-9-1186,-16-1 2383,-14 1-2603,-15 0 1135,-21-2-1472,-23-2-110,6 9 1,-3 1-337,4 1 0,-4 1 291,-12-2 0,-7-1 0,1 0-682,7 2 1,0 1 0,-3 0 670,-5-2 1,-3 0 0,-3 0 0,2 1-535,2 0 1,1 1 0,-1 1 0,-1 0 516,-3 0 1,-1 0 0,0 0 0,2 1 60,11 2 0,3 1 0,-2-1 0,-3 1-87,-4 0 0,-5 0 0,-1 1 0,1 0 0,4 1-42,4 0 0,4 2 1,0 0-1,-4 0-45,-3-1 1,-4 1 0,-2-1 0,1 1 0,4 1-416,-3 2 0,3 0 1,1 1-1,0 0 582,-4 2 1,0 1 0,2-1 0,5 1 0,-12 0 0,6 1-1,7 1 1,-1 0 0</inkml:trace>
  <inkml:trace contextRef="#ctx0" brushRef="#br0" timeOffset="78450">10111 7542 18185,'-55'2'818,"1"-1"1,4 0-1,-2 0 1,3-1-478,0 0 1,0 0-837,3-1 0,-2 0 0,1-1 618,-9 0 1,2-1-36,-3 0 1,-1 1-25,-2 0 1,0 1-23,-3 0 0,-1 1 11,19 0 1,0 1-1,-3 0-8,-15 2 1,-2 0 0,3 1-526,17-2 0,2 1 0,-3 0 506,-2 1 1,-4 1 0,0 0 0,4 0 27,0 0 1,3 1 0,-1 0-5,-13 1 1,-2 1 0,-1 0 0,2 1 1,0 0-1,-3 0-13,9 0 0,-2 0 0,0 1 0,2-1-266,-7 2 1,2 0-1,1-1 302,2 1 1,1-1 0,2 0-4,8 0 0,2-1 1,3-1-272,-4 3 1,1 0 301,-5 1 1,-1 2 74,4 0 1,2 2-57,-15 8 1497,13-3-1578,22-3-1188,15 1 918,3-4 655,23 13-1199,14-10 327,10 4 260,-8-10 0,4-2-151,3 0 0,5 0 190,-3-2 1,4 0 0,2 0-313,10 1 1,3-1 0,3-1 508,-9-1 0,2 0 1,2-1-1,2 0 35,-8-1 1,3 1-1,0-2 1,0 1 0,2 0-25,-7-1 0,1 0 1,0 1-1,1-1 1,0 0-1,0-1-402,3 2 0,-1-2 0,1 1 1,0 0-1,0 0 0,0 0 269,0-1 0,0 1 1,-1-1-1,1 1 0,1-1 1,1 0-117,-2 0 0,1 0 0,2-1 0,-1 1 1,1-1-1,-2 0 0,-1-1 121,2 1 0,-2-1 0,-1 0 0,0-1 0,1 0 0,1 0-52,-4 0 0,2 0 0,0 0 0,1-1 0,-1 0 0,-1 0 0,-2-1-36,11 0 1,-1-1 0,-2-1-1,-1 1 1,-2 0-50,2-1 1,-3 0 0,0 1 0,2-1 103,-6 0 0,0 0 0,1 0 0,0 0 1,0 0 47,9-2 0,0 0 0,-1-1 0,1 1-7,-1-1 1,-1 0-1,1 0 1,0-1 16,-10 2 0,1-1 0,0-1 1,-2 1-1,-5 0 122,4-1 0,-5 1 1,0-2-62,2-1 0,-1-1 1,-3 0 669,1-2 1,-3-3-366,8-7 0,-5-4-155,-17 6 0,-6-3-244,1-20 1218,-52-1-1163,-15 20 1,-7 1 604,10 4 1,-4-1-595,5 7 0,-4 0 1,-4 0-1,0 1-275,-7 2 0,-2 1 0,-1 1 0,-1 0 260,9 2 1,-1 0-1,-1 0 1,1 1-1,-1-1 7,-1 1 0,0 0 0,0 0 0,0 1 1,0 1-287,-3 1 0,0 0 0,0 1 1,1 1-1,1-1 232,-5 1 1,2 1 0,0 0-1,-5 1 3,4 1 1,-3 0 0,-3 0 0,-1 1 0,1 0 0,3 1-235,6 0 1,2 0 0,0 0 0,0 1-1,-1 0 1,0 1 166,-7 0 1,-1 2 0,-1-1 0,0 1-1,1 1 1,3 0-441,-3 1 0,2 1 0,1 0 0,2 0 0,1 0-244,-1 1 1,2 0 0,1-1 0,0 1 819,-2 1 0,0 0 0,3 0 0,8-2 0,5 0 0,5-2 0,0 1 0,0-1 0</inkml:trace>
  <inkml:trace contextRef="#ctx0" brushRef="#br0" timeOffset="79711">9471 8307 14192,'-63'-5'1095,"1"0"1,0 1 0,5 1-764,17 3 0,2 1-770,-5-1 0,-1 1 650,-2 0 1,-2 0-52,0 1 1,-2-1 18,-11 1 0,1-1-136,18 1 1,1-1 5,-15 0 0,-1 1-1,-2 1 0,1 0-14,4 1 1,-1 0-278,7-1 1,-2 1-1,2 1 340,-7 2 0,2 0 1,-3 1 0,3 0 0,10-1 0,1 0-37,-16 6 0,2 0 33,18-4 1,2 0 8,-14 4 1,0 2-153,14-4 0,1 0 79,4-1 1,1 1 3,-22 10 556,7 0-674,11-2 776,8 5-782,15 4 697,14 1-896,19 3-123,21-3 298,-14-12 0,4-2-404,7 2 0,4-2 469,8 2 1,4-1 25,-13-5 0,2-1 0,2-1-34,7 1 1,2 0 0,1-2-494,-8-1 0,2 0 0,1-1 0,1 0 590,6 0 0,1-1 0,2 1 1,0-1-19,-7-1 0,2 0 0,0-1 0,0 1 0,-2-1-67,4 1 1,-3-1 0,2 0 0,4 1-404,-12-2 0,3 1 1,3 0-1,0 0 0,1-1 1,-1 1-1,-3-1 279,4 1 1,-2-1-1,0 0 1,0 0-1,1 0 1,1-1-86,-2 1 1,2 0-1,0 0 1,1 0-1,0 0 1,-3-1 0,-1 0 247,8 1 0,-3-1 0,-1-1 0,-1 1 0,-1-2-41,8-1 1,-1 0 0,-3-2 0,-1 0 5,-10 0 1,-2-1-1,0-1 1,1 0-20,12-2 0,1 0 0,1 0 0,-3 0 27,3-2 1,-3 1 0,4-2-44,-12 3 1,4-2-1,1 0 1,-2 0-1,-4 1-85,10-3 1,-4 1 0,3-1 78,0 0 1,4-1 0,-1 0-1,-5 0 47,-1-1 0,-4 0 1,-3 0 77,-7 1 1,-2-1-1,-2 0 295,6-5 0,-6-1 1504,7-16-1685,-36 1-374,-41 0 208,-2 16 1,-5 2 683,2 2 1,-6 1-581,2 3 1,-7-1 0,-2 1-1,2 1-195,-6-1 1,0 1 0,-4-1 146,9 3 0,-3-1 0,-2 0 0,0 0 0,1 1-2,-9 0 0,0 0 0,1 1 1,-2 1-26,10 0 0,0 2 0,-1 0 1,0 0-1,-1 0-3,-2 1 0,-1 0 0,0 0 0,0 0 0,-1 1-124,-3 0 1,0 1 0,0-1 0,-1 1 0,-1 0 111,9 1 1,-1-1 0,0 1-1,0 0 1,-1 0 0,0 0-254,-1 1 0,-1 0 0,0 0 0,0 0 0,0 0 0,-1 0 220,0 1 0,0-1 0,-1 1 0,0-1 0,1 1 0,-1 0-194,1 1 0,0-1 0,0 1 0,0 0 0,2 0 0,2-1 105,0 1 1,3-1-1,1 1 1,0-1 0,0 1-579,-5 0 1,-1 0-1,0 1 1,3-1-1,4 0 694,-5 0 0,4 0 0,5 0 0,-11 0 0,11 0 0,16-1 0</inkml:trace>
  <inkml:trace contextRef="#ctx0" brushRef="#br0" timeOffset="100952">12496 2382 19313,'-35'-15'215,"0"0"0,-6 8 1,2 11-48,9 17 1,-1 10-1397,-10 5 0,-6 5 0,5-3 1307,5-4 0,-2 1 136,6-5 1,-6 6 0,-2 1-1,1 0 1,4-3 33,-5 4 0,3-4 0,-2 3-102,-2 2 1,-3 2 0,0 0-1,2-2 89,-4 3 1,2-1 0,2-3-227,8-7 0,2-2 0,0 0 100,-2 4 0,0 0 0,2-2 218,-1 1 0,2 0-174,-4 4 0,0-1-236,6-7 0,1-4-26,-9 3 1634,2-15-1833,16-17 1716,-4-16-1651,7-8-9,1-28-48,7 14-920,9-1 0,3 1 1358,1 10 85,5-22 321,-3 35-63,-3 9 175,0 2 182,-3 20-291,-1 17-157,-3 24-287,0-7 1,0 1-43,2-13 0,-1 1-6,-1 16 0,3-1-548,12 9 237,-3-24 0,5 0-95,5-6 0,4-4-76,17 9 38,6-20 0,6-6-949,-6-7 0,2-4-1940,-2 1 0,4-2 0,-3-1 2775,1-3 1,-4-1 0,-8 1 0,-7 2 0,-11 1 0</inkml:trace>
  <inkml:trace contextRef="#ctx0" brushRef="#br0" timeOffset="101485">13320 2491 9439,'7'-62'2937,"0"-1"1,-1 7 0,0 3-2186,-2 13 1,-1 3-74,1-13 849,0 0-814,-3 28-501,2-3 62,-2 23 599,-1 17-301,0 22-292,-3-6 1,0 2-8,1-3 1,-2 3-684,-2 9 1,-1 5 0,0-2 607,-1 9 1,1 1-87,0-3 1,1 4-1,1-2-382,1-9 0,2-2 0,2 0-166,3 15 0,4-2-320,2-7 0,5-3-577,4-8 0,4-4-821,3-7 0,3-4-1043,3-6 1,2-4 3206,24 0 0,-19-10 0,-17-4 0</inkml:trace>
  <inkml:trace contextRef="#ctx0" brushRef="#br0" timeOffset="102158">14129 2592 21456,'-15'-43'484,"1"1"0,5 5 1,-6 8-328,-43 20 547,28 11-255,-2 4 1,1 4 350,0 18-470,10 1 0,1 1-358,-4 15 58,12-9 0,3 1 427,5 11-2,11 11-711,10-10-333,13-12-256,7-15 370,4-11 546,0-13 400,-3-13 444,-5-12 272,-6-10-122,-6-7-148,-8 8 217,-2-17-530,-7 22-296,1-10-544,-4 22-18,-1 5-727,0 11 263,0 3 707,-2 12-185,-2 12 119,-1 13 52,2 9-11,3-10 0,3 0-97,7 15 21,-2-19 1,4-4-280,15-2-370,7-13 689,3-11 219,5-15 369,1-13 356,-5-13-72,-5-10-416,-9-8-4,-14 26 0,-3-1-82,-1 0 0,-1 0-136,0-30-251,-3 3-317,-6 9-290,-1 9 135,-4 9-9,2 12 26,2 8 13,3 8-71,1 11 1210,12 19-977,6 11 196,-1-10 1,2 1-284,2 0 1,1 0 362,3 1 0,0-1 58,1 0 0,0-1 11,-1-2 1,-1 0 74,15 20-834,-13-1 273,-14-2-203,-21 3-522,-17-4-2987,-16-3 3723,0-10 0,21-15 1,15-10-1</inkml:trace>
  <inkml:trace contextRef="#ctx0" brushRef="#br0" timeOffset="102602">15072 2647 20339,'-1'4'4230,"1"0"-3043,0-4-537,-2-65-227,1 11-407,0 10 1,0-1-463,-1 6 0,0 1 472,-6-25-95,3 22 0,-1-1 102,0 0 1,-1 1 60,-2-2 1,1 2-142,-3-10 603,-2 0-276,6 32-185,0 3-229,3 9-57,2 15 1045,1 39-342,4 6-278,-2-18 0,1 2-120,6 12 0,5 2-292,5-4 1,3 1-777,4 8 1,2 0 604,-1-11 1,1-4-565,3-7 1,1-2-1596,-6-9 1,2-1 2449,8 4 1,-1-1 0,3 2 0,-5-9 0</inkml:trace>
  <inkml:trace contextRef="#ctx0" brushRef="#br0" timeOffset="102824">15148 2376 24736,'-47'-9'1170,"1"0"1,-1 0-1,-21-2 1,22-3-1244,44 6-1174,19-8 2398,11 3-784,4 2 1,4 0-948,2 1 0,2 0-617,13-2 0,3-1 1279,7 1 1,-3 0 0,-24 5 0,-3 1 0,26-3-1</inkml:trace>
  <inkml:trace contextRef="#ctx0" brushRef="#br0" timeOffset="103125">16037 2061 32767,'-9'-20'-2566,"3"12"1476,12 49 918,5 3-324,3-8-890,9 11-3405,7 2 1294,-4-9 2184,8 4 0,-23-32 0,-1-2 0</inkml:trace>
  <inkml:trace contextRef="#ctx0" brushRef="#br0" timeOffset="103509">16256 1760 32767,'-6'-6'-4573,"1"1"3108,5 5 3755,0 0 1458,-62-29-3748,45 28 0,-18-5 0,6 6-1661,26 20 833,13 32 636,7-19-351,15 15-1286,-4-19 496,10-1 1157,-11-15 51,8-5-128,-11-14 2193,-4-11 195,-11-4-315,-4-18-895,-8 10-864,-4-13-547,-3 17-717,-13-3-1,4 14-529,-9-1 429,5 10 1246,5 9 607,7 7-1776,11 11-1023,7 0 2334,20 16 1,-15-24-1,8 7 1</inkml:trace>
  <inkml:trace contextRef="#ctx0" brushRef="#br0" timeOffset="103875">16701 1900 32767,'0'-4'-1618,"0"0"562,0 4 3120,-32 15-1454,24 8-610,-23 16 0,38 14 0,-2-19-1483,6 10 966,-5-22 99,1-1-830,-4-8-990,1-14 3413,-2-4-1556,5-18 1416,4-7 127,8-16 232,9-5-635,-11 23 1,1 2-760,12-15 0,-1 15 0,2 3 0,21-4 0,-11 11 0,4 2 0,-2 8 0,0 3 0,-7 2 0,0 3 0,9 4 0,0 5 0,-5 8 0,-2 5-943,-2 1 0,-3 3 627,-2 4 1,-6-1-1,-7 4 1,-12-14-1</inkml:trace>
  <inkml:trace contextRef="#ctx0" brushRef="#br0" timeOffset="104424">18298 1701 27610,'-5'2'5157,"2"-1"-5157,3-1 0,41-18 0,-10 7 0,23-9 0,7 0 0,-19 6 0,0 2 0,18-6 0,1 0 0,-15 5 0,-3 0 0,-6 3 0,-2 0 0,17-4 0,-21 5 0,-16 5 0,-10 3 0,-13 8 0,5-4 0,-5 5 0</inkml:trace>
  <inkml:trace contextRef="#ctx0" brushRef="#br0" timeOffset="105325">20066 1136 32767,'-44'-41'0,"1"1"0,2 3 0,2 12 0,-4 30 0,10 6 0,-6 35 0,19 5 0,8-9 0,1 3-189,6 4 1,3 2-1190,4 8 1,3 4 1228,4-6 0,3 3 1,0-2-125,-3-16 0,0-2 1,3 4-491,3 10 0,3 8 0,-1-2 0,-2-7-478,0-1 1,-2 1 204,-3 4 1,1 9 0,-1 2 0,-4-11 14,-4-1 1,-6-1-475,-5 1 0,-3 9 0,-3-2 0,0-9 1034,-5-7 1,-3-4 577,-7 6 0,-5 2 0,-1-12 880,0-14 1,-3-11 1395,-22-11 1,1-17-568,18-23 0,6-10-1489,-3 4 0,8-5-147,21 1 1,9-5 0,3 3-185,5-1 0,5 2-78,4-12 0,3 0 9,2 7 1,5 1-35,-2 15 1,3 0 0,-2 4-16,3-2 1,0 2 204,2 3 0,3 1 1,-2 1 241,5-1 0,-1 1 85,9-8 0,2-1-130,-3 1 1,0-1-30,1-4 0,-2 1-72,-15 13 0,-2 0-23,4-5 1,-5 1 1075,-7 2-530,-4-1-333,-7 10-219,-8 7 547,-2 3-1397,0 6 1407,0 1-1263,3 2 44,1 7-97,5 18 136,3 8 81,3 7 245,5 10 184,-7-20-231,-2 2 1,-1 2-969,-1 12-2634,-3-7 1,0-1 2955,1 6 1,-3-8 0,3-25 0</inkml:trace>
  <inkml:trace contextRef="#ctx0" brushRef="#br0" timeOffset="105519">20325 1355 25634,'-9'-12'-9831,"2"0"7373,15 36 0,-4-16 1,-3-3-1</inkml:trace>
  <inkml:trace contextRef="#ctx0" brushRef="#br0" timeOffset="106086">20607 1418 22565,'-3'-15'11,"21"25"6,2 13-3,5 9 0,-1 1-25,-4 0-17,-3 5 0,-2 2 50,-9 2-5,-3 8 142,-12-19 625,-10-16 48,5-5 320,-8-18-680,15-12-304,-1-17-28,8 5 106,17-18 17,-2 24-206,10-2 1,3 1-125,15-3-292,-9 9 0,0 0 641,13-4-310,-11 6 1,-2 2-41,1 1-35,-2-2 0,-3 1-191,-11 4-6,7-14-189,-23 17-14,-8-10-83,-2 12 1494,-17-5-836,10 9 214,-15-2-185,13 13-68,0 6-16,7 12-6,15 10 6,6 9-6,4-6 23,14 14-37,-10-24 1,0-1-198,-1 1 0,0 0 172,0 3 0,-3-1-146,-2 6-464,-15 6-5300,-25-1 5938,1-6 0,-2-7 0,13-18 0</inkml:trace>
  <inkml:trace contextRef="#ctx0" brushRef="#br0" timeOffset="106842">21515 1190 31036,'-4'-48'201,"0"0"0,0 0 1,-3-14-1,0 7-1407,-3 4 438,0 23-175,4 15 243,3 14 1149,3 16-597,7 19 1,2 7-564,-1-5 0,1 3 39,0 0 1,2 4 0,0-1 569,3 11 1,0 0 15,0 2 1,-1 1-752,1-1 0,0 0-91,-1-1 0,0-2-2201,0-3 0,0-2 3105,-1-10 0,-2-3 0,4 7 0,-6-23 1</inkml:trace>
  <inkml:trace contextRef="#ctx0" brushRef="#br0" timeOffset="107025">21487 1381 25583,'39'-20'-109,"0"-1"0,-1 1 0,1-7 1,-6 7-1,4 17 0</inkml:trace>
  <inkml:trace contextRef="#ctx0" brushRef="#br0" timeOffset="107669">22750 1290 26541,'-48'-21'-298,"0"0"0,2 3 0,6 12 16,-1 43 269,6 6-92,15-8-48,15 19-73,19-20 108,5-6 0,6-3-80,6-9 0,4-4 283,0-1 0,1-3 29,-1-7 1,-2-3 149,12-10 237,-10-21-304,-16 7-103,-6-24-5,-11 22-88,-11-13 0,-5-3-199,-10-6 51,8 14 0,-2 2-201,-17 4-96,17 24 2,-22 4 313,12 13-130,-11 16 102,21-4-531,7 17-915,27-10-1102,15 8 406,-6-19 0,4-2 2299,10 0 0,-2-2 0,7 2 0,-2-5 0</inkml:trace>
  <inkml:trace contextRef="#ctx0" brushRef="#br0" timeOffset="107976">23197 1227 21735,'-38'-33'40,"8"16"-12,26 64-23,11-3 1,3-2 33,20-6 34,4-12 44,17 2 35,-17-17 0,0-3 105,23-5-5,3-12 163,-16-19-135,-15-3-51,-6-11-66,-15 6-85,-11 0-50,-5 4-140,-5 6-605,0 7-1910,4 8-1842,4 7 4469,8 13 0,-2-5 0,4 6 0</inkml:trace>
  <inkml:trace contextRef="#ctx0" brushRef="#br0" timeOffset="108325">23989 1412 14689,'4'0'6458,"-1"0"-5942,-3 0 520,27-89-1026,-26 36 216,1-1 0,0-11 0,-5 6-681,-10 10 1,-5 2 581,3 3 0,-2-2 0,0 3 88,-2-3 1,-1 4-118,5 11 0,0 1 317,-1-1 1,0 3-287,2 6-174,-1-2 1,9 28 275,2 20-237,2 8 0,1 3 12,0 23-90,5-3 0,4 2 87,3-10 0,3-1-9,6 12 0,5 2-1023,-1-14 0,2 0 1,2-3 949,-3-7 0,1-3 1,-1 0-37,13 13 0,1-2-955,5-6 1,-3-5 67,-2-2-885,-6-7 1,-1-3 1886,-3-7 0,-9-3 0,-7-7 0</inkml:trace>
  <inkml:trace contextRef="#ctx0" brushRef="#br0" timeOffset="108519">23806 1292 5709,'-10'-5'8066,"2"1"-4383,8 4-2815,0 0-359,-37-63-397,42 44-5,-8-18 0,9 2-21,25 25 1,10 7-283,10-5 0,3 0 224,4 0 0,2 0-9,-1 2 1,-1 0-247,-3 0 0,-2 1-1893,-5 2 0,-2 0 1778,-10 1 1,-4 0 0,7 2 0,-20 0 0</inkml:trace>
  <inkml:trace contextRef="#ctx0" brushRef="#br0" timeOffset="110475">10716 9142 8707,'-3'-4'7898,"0"1"-4330,3 3-3825,-22-30 21,16 24 360,-12-15 55,28 42-11,10 15 22,13 13-89,-11-20 0,4 0-336,5 2 1,4 0 298,6 1 1,4-2-779,8 1 0,3-3 745,-14-9 1,2-2 0,1-1-8,4-1 0,2 0 1,1-2-7,2-1 1,1-2 0,4-1 4,-10-4 1,4-1-1,1-2 1,0 0-1,-3 0-8,1-2 1,-3 0-1,0-1 1,3-1-395,-1 0 0,2-1 0,2 0 0,-3-1 0,-3-1 388,11-3 0,-5-2 1,0-1-5,-2 1 1,-1-1 0,-1 0-181,-3 0 0,-1 0 1,-1-1 193,15-4 1,-2-2-784,-10 3 0,-3-1 893,-9 1 0,-5 0 252,9-13 633,-24 0-964,-26-2-33,-21 0 28,-26 0 389,20 16 0,-4 2-392,-4 1 0,-1 2-11,-2 1 0,-1 2 12,-6 0 1,0 1-30,11 2 0,2 0-8,3 1 0,2 0 33,-16-2 2762,14-1-2756,-10-3 17,0-1 38,0 1 57,4 1-6,8 2-111,10 4-113,12 0 6,9 1 1131,10 2-1030,10 3-29,20 1 6,25 3-223,-20-5 0,3 1 220,7 0 1,2 2-9,3 1 0,1 2-409,-1 0 1,0 2 397,-4 1 0,0 2 5,-3 1 1,-2 2 2,-3 1 0,-2 1 3,-1 2 0,-3 1-3,-2 1 1,-1 2-132,-4 0 1,-1 1 127,-5-1 1,-3 1 5,11 24 22,-16-3 6,-18-1 1186,-13-12-1203,-5-7-5,-4-13-56,-9-4 151,6-4-6290,-8-1 5421,17-5 1,8-1 0,6-1 0</inkml:trace>
  <inkml:trace contextRef="#ctx0" brushRef="#br0" timeOffset="111708">14112 9151 17120,'-3'-60'1482,"1"0"1,0 10-1,-6 7-989,-20 9-330,4 21-6,-10 7-118,4 15-11,-13 30-16,15-2-402,10 3 1,5 6 414,9 13 1,5 2-457,-1-10 0,4 2 434,4 1 1,4 5 0,3-3-406,0-15 1,2-2 0,2 2 339,1 5 1,1 3-1,1 0 1,-2-3 33,0-2 0,-2-3 0,0 2-14,5 12 1,-2 3 0,-4-4 41,-8-6 0,-5-2 11,-2 8 0,-6-1-6,-6-7 1,-7-3-20,-12-2 0,-5-5 11,11-13 1,-3-4 7,-20 1 1,0-11 292,-6-21-337,-8-5-85,20-28-27,22-2 42,11 7 0,3-2-64,7 5 0,2 1 81,0-1 0,4 1-160,7 2 0,4 1 300,-1 4 0,4 0-614,16-16 0,3 1 395,-13 13 0,2 0-33,4-1 1,3-2 0,-2 3 155,-4 2 1,0 1 55,14-13 1,-1 1 27,-17 14 0,-2 0 255,9-10 1,-1 1 392,4-11-488,-15 19 0,-1 0 565,6-15-2379,-14 4 1982,-2 7 444,-6-12-606,-5 26 1115,-1-13-953,-1 16 97,0 0-265,0 7 3111,0 5-3341,-1 12 241,0 13-201,-1 5-18,3 5 1,1 0-22,3 7-91,0-2 1,3 3-728,8 12-1659,-2-14 1,0 1-7322,10 17 9274,-3-8 0,-11-29 0,-6-16 0</inkml:trace>
  <inkml:trace contextRef="#ctx0" brushRef="#br0" timeOffset="111908">14732 8859 18352,'-5'-4'1132,"2"2"-2919,3 2-8044,-21 23 8722,18-13 0,-17 15 1,21-21-1</inkml:trace>
  <inkml:trace contextRef="#ctx0" brushRef="#br0" timeOffset="112712">14922 9126 16745,'0'-4'4430,"0"1"-3158,0 3-1188,-14-17-39,13 21 17,-6 1-23,25 44-39,-2-8 14,-3-11 0,-1 0 31,7 16-6,-2-1 62,-4-3-17,-9-22 157,-2-5 347,-2-9 106,0-1 107,0-3-649,-5-6-52,3-1-27,-4-3-34,3 0-5,1 1-17,0 0-17,1 0 17,0 0-6,1 1-17,-2 1 29,2 0 10,-2 0-22,2-1-16,-2-1 16,2-3-11,0-2 0,0-3 0,0-3-6,1-3 12,2-2 5,-1-3 6,1 0-6,-2-1 0,-1 0 12,-1 0-1,-3 2 1,-1 7 27,-4-5-5,2 10-6,-3-5 11,3 8 23,0 2-56,3 4 0,2 3-34,1 1 0,0 0 12,-2 6-1,-1 6 6,-1 9-11,-2 6 11,3-2 22,2 16-22,12-11 0,11 13 0,4-16-3,5-7 1,4-2-4,23 8-171,-15-8 1,1 1 187,-8-5 0,-2 0-33,22 14 0,-19 1 10,-19 2-77,-23 4-169,-18 4-403,-16 2-689,-6-3-1238,1-8 2588,1-11 0,22-11 0,3-5 0</inkml:trace>
  <inkml:trace contextRef="#ctx0" brushRef="#br0" timeOffset="113585">14683 9377 8416,'-2'-5'7192,"0"1"-2431,2 4-4375,-11-61-324,9 45-68,-9-44 96,15 66 0,4 9 16,6 12-22,7 9-34,3 6 1,4 3-23,1-1-17,-4-4 73,-7-6 218,-11-7 276,-17-8-337,-7-8-140,-7-6-17,3-8 184,-6-15-21,8-5 89,-5-27-230,18 16 6,12 0 0,5-1-67,6 4-20,3 1 0,4 1-8,11-2-280,8-3-6526,-1 12 6789,-16 11 0,-7 7 0,-14 4 0</inkml:trace>
  <inkml:trace contextRef="#ctx0" brushRef="#br0" timeOffset="114219">15400 8847 17613,'0'-49'1511,"0"0"0,0 0 0,0-11 0,0 8-1097,0 5 219,0 25-381,-1 14-179,1 14-45,-1 6 6,5 30-26,2-6 0,3 5-382,2 5 1,0 1 365,2 2 0,0 2-48,5 4 0,1 0-208,-3-14 1,1-1 0,1 1-844,1 0 0,1 1 1,0 0-31,4 6 0,2 0 0,-1-3-2050,8 6 0,-2-4 2664,-4-8 1,-3-5-1,7 7 1,-16-24-1</inkml:trace>
  <inkml:trace contextRef="#ctx0" brushRef="#br0" timeOffset="114418">15423 9166 18134,'-5'-4'3837,"0"0"-3680,5 4-90,22-68-95,21 37-1095,-8-12 1,6 1-1245,6 24 1,3 7 1838,-4-2 0,-4 2 0,15-3 0,-26 7 0</inkml:trace>
  <inkml:trace contextRef="#ctx0" brushRef="#br0" timeOffset="114834">16338 8863 22895,'4'-45'549,"1"-1"0,-1 5 0,-2 12-667,-1 24 23,-1 11 106,2 9-11,3 14-89,2 11-505,5 9-1473,2 3-3948,7 3 6015,-1-8 0,-7-18 0,-5-13 0</inkml:trace>
  <inkml:trace contextRef="#ctx0" brushRef="#br0" timeOffset="115025">16390 8436 19686,'-6'35'-1076,"-4"-23"1,21 18 0</inkml:trace>
  <inkml:trace contextRef="#ctx0" brushRef="#br0" timeOffset="115418">16618 8795 18767,'0'-6'4235,"0"1"-3602,0 5-370,0-63-269,0 46-83,-1-43 100,5 69 50,4 13-5,5 12-28,1 9 0,0 3-5,-2-2-3404,-1-5 3392,-3-10 112,-3-9 398,-1-11 17,0-11-286,4-13 6,6-14 16,9-19-128,-7 19 0,2-2 5,1-2 0,2-1-203,1 1 1,2 1 118,-1 3 0,0 1-31,1 5 1,0 2-9,21-9 2986,0 13-3019,1 14-1,-10 10-352,14 28-802,-18 4-268,-11-8 0,0 3 1428,-6 2 0,-4-2 0,3 6 0,-4-3 0</inkml:trace>
  <inkml:trace contextRef="#ctx0" brushRef="#br0" timeOffset="116500">17985 8527 21349,'49'-35'-2478,"-1"0"1,5 2 0,1 4 2477,-9 15 0,-2 3 0,18-5 0,-26 7 0</inkml:trace>
  <inkml:trace contextRef="#ctx0" brushRef="#br0" timeOffset="116927">19144 8368 23063,'14'-60'259,"-1"1"1,1 1 0,-1 4-151,-2 19 0,0 1-957,0-6 1,-1-2 900,-1-5 0,-1-1-20,0-5 1,-2-1-3,-2-2 0,-1-1 2,0 2 1,-2 0 5,-2 5 1,-1 3 156,0 7 1,-2 2-24,-6-18 309,-4 21-505,-2 18-38,-2 15 27,-2 16 961,-1 16-950,-1 23 14,12-18 1,1 4-222,2 7 1,1 3 92,3 7 0,2 1-828,5 5 0,4 0 507,0-20 1,3 0 0,1-1-341,4-1 1,3 0 0,2-2-557,3-2 1,3-1 0,1-2-789,2-2 1,1-3-1,3-1 2142,3-3 0,2-2 0,-3-3 0,-4 0 0,-2-4 0,26 3 0</inkml:trace>
  <inkml:trace contextRef="#ctx0" brushRef="#br0" timeOffset="117550">20010 8077 13592,'6'-44'1618,"-1"-1"1,0 1 0,2-16-1,-4 7-554,-13 7-149,-8 13-736,-11 16-140,2 9 6,-31 24-28,13 10-145,11-3 1,2 3 124,7 1 1,3 2-10,4 0 1,4 1-28,-5 28 122,16-6-117,14-8 23,8-10 275,11-13-197,-8-10 73,12-16-34,-5-11 34,6-13 68,-1-6 331,-8-4-304,-8 0 85,-9 2 5,-6 7-34,-1 6-140,-2 10-319,0 7 84,0 7 23,0 9 78,0 9-6,0 12-11,5 6-11,5 2-6,8-2 34,8-2 44,21-3 23,-9-14 6,12-12 16,-20-19 29,-2-14-12,-7-10 34,-7-8 62,-7-6-1669,-6 18 0,-1 0 1630,-2-12 122,-3-12-16,-2 29-29,0-3-72,0 11-84,2 9-112,2 7 3324,2 3-3352,1 9 33,6 7 6,6 14 12,20 26-29,-6-13 8,-3-7 1,0 0-361,11 12 357,-14-17 1,1 0-62,13 24-453,-15 4-560,-21-12 105,-10-4-3287,-24-9 3449,9-15 1,4-3 0,10-8 0</inkml:trace>
  <inkml:trace contextRef="#ctx0" brushRef="#br0" timeOffset="117943">20753 7998 24284,'12'-51'197,"1"1"1,0 0-1,4-8 1,-6 3-100,-13 10 0,-5 1-51,1 10 1,-1 1 2,-3-11 1,-1 0-152,-1 1 1,0 1 265,-2-2 1,-1 2-1717,0 9 1,1 2 1606,-7-12 876,5 22-965,13 22 5,-6 32 22,6-7 11,-1 9 1,1 3 22,6 8-20,2-3 1,3 3-157,4-5 0,3 2 19,5 11 0,5 3 433,-2-13 1,3 0-1,0-1-848,9 9 1,1-3 151,-2-3 0,1-3-1563,0-10 1,-4-6-384,-3-5 2338,15 4 0,-34-22 0,1-3 0</inkml:trace>
  <inkml:trace contextRef="#ctx0" brushRef="#br0" timeOffset="118084">20636 7830 18526,'-41'-30'1602,"0"1"0,5 1 0,11 2-1551,24 4-57,50-15-109,-14 21 0,3 3-1137,7-5 0,3 2 275,-6 4 1,2 2-1,0 1 977,19-3 0,-4 1 0,-15 3 0,-2 0 0,-6 2 0,1 0 0</inkml:trace>
  <inkml:trace contextRef="#ctx0" brushRef="#br0" timeOffset="119027">21782 7342 21618,'4'-48'866,"0"1"0,-1 3 1,-5 10-469,-14 21-326,-3 7-4301,-9 13 4257,7 3 843,-8 17-854,-1 17-28,4 4-12,4 3 6,22 5 17,7-29 12,29 21 16,2-33 5,23 2 1,-6-22 3419,-3-10-3291,-23-7 1,-4-3-107,4-6 45,-14-4 0,-5-2 11,-12-6-39,-6-20-39,-3 22 11,-8-1-6,-4 10-28,-2 7-22,-8 7-17,4 22-11,5 4-79,-5 23-44,17-3 27,-2 7-739,33 10-207,13-15 482,12 6-194,-2-22 0,1-4 429,5-2 157,1-5 0,1-5 308,-6-12 212,10-11 231,-29-5 100,-13 0-291,-7 7 633,-13-4-516,-1 14-190,-9-2-207,5 11-23,-2 6-50,9 2-11,0 13 6,15 0 5,8 10 11,14-3-11,10 0 53,-6-13 0,1-2 76,12 1-67,9-7 128,-29-15-84,-13 0 158,6-10 83,-10-6-218,-5-1-56,-10-6-56,-10 8-68,-6 6-330,3 4-1361,3 9-2935,7 4 4677,7 12 0,1-6 0,2 7 0</inkml:trace>
  <inkml:trace contextRef="#ctx0" brushRef="#br0" timeOffset="119360">22716 7198 16824,'3'-4'5646,"-2"0"-5112,5-24 1,0-6-126,-1 6 64,2-26 1,-1-4-1382,-10-1 1085,0 12 0,-2-1-12,-2 6 0,-2 1-20,-1-1 1,0 1-9,1 4 1,-2 1 524,-8-22-438,2 15 154,5 15-339,5 14-67,4 8-100,2 9 812,2 12-690,0 16-22,2 4 17,0-4 0,1 3-9,3 14 1,2 3-615,0 4 1,2 2 534,-2-10 0,1 1 0,1-2-243,3 11 1,2-2-278,0-5 0,1-2-542,-1-8 0,1-3-2766,13 19-711,-8-24 4638,-3-13 0,-11-14 0,-2-3 0</inkml:trace>
  <inkml:trace contextRef="#ctx0" brushRef="#br0" timeOffset="119511">22658 6902 23720,'-40'-43'223,"-1"-1"1,5 6 0,15 6-302,38 12-558,27 6 636,-4 9 0,1 1 0,6-1 0,6 3 0</inkml:trace>
  <inkml:trace contextRef="#ctx0" brushRef="#br0" timeOffset="221650">1289 11847 21013,'-46'-8'875,"1"0"1,1 0 0,11 2-512,26 4-201,1 0-68,15 0-45,3-1-11,28-4-201,19-5-886,-20 4 0,5 0 1,0 0 50,-1 0 0,1 0 0,1 0-2043,10-2 1,3 0 0,-3 0 3039,8-1 0,-6 2 0,-17 2 0,-6 1 0,3-1 0</inkml:trace>
  <inkml:trace contextRef="#ctx0" brushRef="#br0" timeOffset="221860">1553 11880 19591,'-3'0'4570,"1"0"-4273,2 0-359,-13 45-67,10-17-241,-4 13 1,1 5-1222,5-4 1,2 0-1833,-1 2 0,-1 1 3423,1 3 0,0-5 0,0 1 0,0-20 0</inkml:trace>
  <inkml:trace contextRef="#ctx0" brushRef="#br0" timeOffset="222050">1408 12722 16639,'-7'3'5040,"1"0"-3997,6-3-763,0 0-387,20-66-206,15 32-204,-9-9 0,3 1 334,4 21 1,2 5-140,-1-1 0,0-1-378,2 0 0,1-1-810,2-1 1,-1 0 145,-8 4 0,1 0 1364,13-7 0,-3 2 0,-12 6 0,16-7 0</inkml:trace>
  <inkml:trace contextRef="#ctx0" brushRef="#br0" timeOffset="222301">2254 12038 14496,'-14'-45'978,"0"0"1,0-3-1,3 6 2114,7 16-2874,0-5 1544,2 11-1443,0 8 585,2 3-859,-2 3 3347,2 24-3381,-2 10-81,2 13 0,0 6-81,1-10 0,0 0-493,0 18 0,2 0 41,1-13 1,1-4-199,5 23-1176,-1-21 0,0-2-740,-1-3 1916,3 26 1,-9-46-1,-2 5 1</inkml:trace>
  <inkml:trace contextRef="#ctx0" brushRef="#br0" timeOffset="222450">2106 12351 23523,'-1'-44'-673,"0"0"1,5 3 0,7 6-4318,40 7 3574,3 3 1,-15 9 0,-16 8 0</inkml:trace>
  <inkml:trace contextRef="#ctx0" brushRef="#br0" timeOffset="222666">2696 11694 21702,'-1'-4'3372,"0"0"-2554,1 4-913,-28-50-45,21 42-118,-18-28-50,29 53-2190,10 34-3915,-1-7 6413,3 17 0,-8-30 0,-4-14 0</inkml:trace>
  <inkml:trace contextRef="#ctx0" brushRef="#br0" timeOffset="223042">3157 11819 17413,'0'-6'5215,"1"1"-3827,-1 5-576,-5-62-200,-3 41-456,3-14 1,-3 4 43,-4 25-172,4 2 96,3 6-119,2 7-5,2 10-11,-1 13 28,5 10-45,6 10-67,6 5-560,5 3 398,3-1-270,0-3-596,-5-2-221,-7-3-1316,-13-2-5109,-14-7 7769,-5-9 0,4-15 0,7-9 0</inkml:trace>
  <inkml:trace contextRef="#ctx0" brushRef="#br0" timeOffset="223226">3062 11920 24665,'0'-40'806,"0"1"1,-1-22-734,0 58-39,1 10-1,0 8-49,0 15-102,0 16-504,-6 14-1025,0-23 0,-1 2 1647,-5 9 0,0-1 0,-2 5 0,0-1 0</inkml:trace>
  <inkml:trace contextRef="#ctx0" brushRef="#br0" timeOffset="223953">4462 11905 20392,'3'-63'1347,"0"0"1,-1 7 0,0 8-692,-4 15-208,0 13-280,-2 12-196,2 6 0,-1 9 51,-1 12-12,-1 21-14,2-10 0,0 4-260,0 7 1,-1 3 250,0 6 1,1 2-419,0 3 0,0 0 323,1 0 1,2-2-6,2-6 0,3-1 0,1-7 0,4-4-267,7-4 0,3-4 234,9 4-68,20-8 67,-12-22 57,10-11 72,2-12 67,-1-15 3,-24 15 1,-1-3 21,-1-3 1,-2-1 30,-2-1 1,-1-1 696,8-27-388,-11 9-11,-8 14 858,-8 13-1173,-1 12 358,-2 6-385,-7 13-45,-1 6-12,-6 14-150,0 19-74,8-13-829,2 19-1472,13-19-5434,8 7 7954,4-9 0,-3-14 0,-5-10 0</inkml:trace>
  <inkml:trace contextRef="#ctx0" brushRef="#br0" timeOffset="224166">5067 11725 23371,'-32'2'-2458,"9"-2"0,30 25 1,-2-14-1</inkml:trace>
  <inkml:trace contextRef="#ctx0" brushRef="#br0" timeOffset="224576">5264 11948 25410,'0'56'51,"0"-5"-40,-2 11 0,-1-10 0,-2-7-5,0-12 11,1-8 89,2-14 12,1-3 347,5-11-96,10-18-167,7-10-1750,0 2 1,1 0 1625,7-10-19,2 6 0,0 1-48,-2 6-3,-3 3 1,2 3-21,13 0-60,-1 5-130,2 12-235,-13 16 90,-9 3-684,-2 16-2067,-7 11 965,-2-6 2133,1 21 0,-7-40 0,2 6 0</inkml:trace>
  <inkml:trace contextRef="#ctx0" brushRef="#br0" timeOffset="225609">5918 12141 20173,'1'-4'5288,"0"0"-4639,-1 4-621,-5-7-5,3 13-6,3-1-29,10 9 18,3-2-17,21-11 5,-13-6 6,24-11 17,-6-14 17,-1-6-18,-5 0 80,-14-12 27,-13 16 17,-8-14 11,-11 13-56,-3 10 62,-8 3 28,-6 10-124,-4 6-33,0 6-11,0 15-17,3 17-5,6-4-18,10 4 1,3 2-180,5 15-120,3-19 0,1 0-109,5 0 0,4-1-819,8-1 1,2-2 101,13 18-1376,6-17 1,5-7-3033,19-8 3976,-23-5 1,-1-3-1059,21-6 2554,-16-11 0,-1-4 4425,14-11-1804,-11 2 0,-4-2-515,-6-7-163,-16 5 1,-2-1-358,0-14-880,0-6 503,-10 7 51,-16 12-722,-5 4-190,-12 8 257,4 12-365,-16 13-133,18 0 22,-20 17-34,8 14-17,0 7 6,6 0-78,14 10 27,14-29-72,19 22 84,8-34 28,17 2 16,-2-20 7,-8-3 66,12-23 12,-17 3 50,8-16 50,-17 5 17,-5-2 12,-6 3-107,-4 10 240,-3-1-206,-3 16-68,-1 0-27,-3 11-29,-5 14-16,0 0-12,-13 36 1,10-17-4,0 7 1,3 2-26,5 5 20,6-13 0,2-2-3,8 3-44,30-1 27,-6-21 45,21 3 23,-9-20-34,-1-7 11,-4-11 17,-5-6-11,-5-8 5,-9-7 1,-5-6 38,-8-3 12,-5 3-17,-4 8 45,-3 7 5,1 9-38,-1 5-18,6 4-33,0 6 22,14-1-28,3 8-22,18-1 0,7 12 33,7 8-11,-10 4-11,1 14-11,-13 10-28,-7 5-129,-8 12-571,-19-9-2090,-4 0 2829,-7-1 0,6-23 0,1-6 0</inkml:trace>
  <inkml:trace contextRef="#ctx0" brushRef="#br0" timeOffset="226933">8564 12289 18980,'13'-38'2271,"0"1"1,-2-1-2065,1-4 0,-2-1 751,-14-8-174,-28 4-560,-4 3-137,7 28 0,-3 6 42,-27 17-324,26 1 0,0 4 214,-3 5 1,0 4-17,-1 4 0,1 2 2,0 4 1,3 1-9,4 2 0,3 2-5,4-2 0,4 0-9,6-1 0,4-2-22,11 23 11,23-12-28,24-15 36,-16-19 1,3-5 13,5-6 0,1-5-277,3-4 0,-1-5 297,1-5 0,-2-6 2,-3-3 1,-2-4 8,-3-4 1,-3-4 4,-5-2 1,-3-3-11,-3-3 0,-2-2 8,-4-1 0,-3-1 2,0 2 1,-2 1 25,-3 6 0,-1 2 53,-2 9 1,-1 3 97,-4-9-78,-8 21-85,-9 15-32,-9 18 27,-10 18-37,15-6 1,1 4 29,-1 8 0,1 2-32,4-7 0,2 3-125,-3 25 0,4 3 108,7-17 0,3 1-15,0-4 1,2 3-1,3-3-44,5 7 1,6-4-192,4-5 0,5-5 135,4-5 0,3-6 20,4-6 0,1-4 8,2-5 1,1-5 27,-1-6 1,0-5 36,0-3 0,-2-5 27,-1-3 1,-1-4 30,-3-3 1,-1-3-3,-2-2 0,-2-2 11,-3-2 0,-1 0 5,-2-1 1,-2 0 78,10-23 67,-10 15-22,-11 20 218,-17 17-291,-13 17 859,-15 15-932,13 0 0,1 2-16,-11 13 19,16-10 0,4 0-20,6 7 304,3 7-309,19-4 11,6-14 16,21-10-21,-3-21 22,8-15 16,-6-11 1,-2-6 50,-5-15-45,-11 15 51,-3-12 61,-13 23 34,1 1-29,-8 13-122,-5 13-23,-3 4 12,-8 16-29,3 3 6,-4 24 0,9-5-3403,7 8 3392,9-20-34,14-1 17,9-13-6,15-3 12,11-10 5,5-16 14,-27 0 0,0-3-80,0-4 1,-1-4 87,1-2 1,-2-3 11,-2-3 0,0-5-3,3-12 0,-1-4 1042,-5 2 0,-1-3-1049,-5 10 1,-1-3-1,-1 2-4,1-2 0,-2 0 13,2-9 1,-1 0-242,-4 9 1,-2 1 285,-1 3 1,-2 2 73,-2-24-51,-17 41 169,-4 17-225,-15 22-34,-2 17 6,0 6-22,9 1 0,2 7-269,7 3 1,1 1 245,-1-1 0,1 2-101,6-11 1,2 2-1,4-1-1700,9 17 1,3-2 1587,-4-16 0,2-1-350,12 14 1,6-7-957,9-18 853,0-3-976,-3-13-1197,-15-10-4571,-3-14 7455,-18-7 0,3 2 0,-8 2 0</inkml:trace>
  <inkml:trace contextRef="#ctx0" brushRef="#br0" timeOffset="227416">9658 12187 23791,'-37'-22'479,"1"0"0,0-19-541,76 31-11,-4 3 1,1 0-551,-5 2 1,0 0 507,13 0 0,3-1-11,2-1 0,0-1 81,0 1 1,0-2 38,-4 2 1,-1-2 13,-9 0 0,-4 0 316,10-7-234,2-6 190,-12-6 28,-16 6-112,-7 1 263,-14 9 1051,-14 7-1124,-8 6-235,-6 5 112,-18 24-207,17 1-152,10-8 0,3 3 90,-2 18-16,11-10-17,17 11 27,11-20 1,13 5 22,-4-20 51,17-9-51,-21-6 112,24-17-55,-27 6 189,15-27-27,-20 15 265,3-12-344,-10 16 241,-3-2-146,-2 14-93,-2-2-153,0 10 0,-4 6 0,-3 10 0,-6 13 0,-5 17-192,-2 14-406,12-23 1,1 0-112,1 2 1,3 0-1283,0 0 0,1-1 1194,5 22 1,-2-23 0,3-15 0</inkml:trace>
  <inkml:trace contextRef="#ctx0" brushRef="#br0" timeOffset="228017">11788 11952 21086,'-1'-53'1224,"-1"1"1,-1 5 0,-4 5-519,-13-2-230,-11 12-296,4 13 172,-22 7-195,6 18-107,10 2 1,-1 2-230,1 7 1,1 3 201,-19 15-1,21-10 1,4 3-7,-5 19 6,17-12 1,6 2-12,12 24-14,9-25 1,5-3-1,8-5 0,3-4 0,-4-3 1,3-2-7,21 8 1,2-2 52,-15-9 1,0 0-68,22 12 1,-3-1 0,-3 3-3201,-21 9 3229,-40-22-57,-33 2-16,-7-9-9,14-6 1,-2 0-82,-3-3 0,1 0-145,-24-5-766,18-5 1,2-3-3890,-3-13 4957,17 9 0,3 0 0,8-3 0,13 9 0</inkml:trace>
  <inkml:trace contextRef="#ctx0" brushRef="#br0" timeOffset="228276">12147 11661 23730,'0'-3'3204,"0"0"-2768,0 3-402,-15 59-40,11-23-585,-3 18 1,-1 6 559,7-16 1,1-2-18,-1 1 1,1 2-295,-1-2 0,0 2 1,1-3-514,-1 0 1,1-1-527,-1 16 0,1 0-1947,1-19 1,0-4 2554,0 18 0,1-24 1,-1-16-1</inkml:trace>
  <inkml:trace contextRef="#ctx0" brushRef="#br0" timeOffset="229093">12087 12306 16437,'-5'-7'6901,"2"1"-6257,3 6 666,-49-70-884,33 47-378,-12-15 0,6 3-110,22 27-28,15 3-50,15-1-34,20 0 65,-19 3 0,3 1-12,2 0 1,1-1-148,0 1 1,-1 0 177,-2-1 1,-2 0-23,22-5 145,-16-1 113,-14-1-23,-11 1 409,-12-6-89,-6 4 50,-6-5 350,-2 5-401,1 1-106,2 4-140,5 1-134,3 3-101,1 1-17,8 7 39,7 8-5,11 17-18,7 14 4,-15-18 0,-1 2-32,-2 3 1,-1 0-51,-3-1 1,-3 1-43,-4 1 1,-4-1-82,-14 28 227,1-30 0,-3-3 48,-9 6 78,-7-9 39,18-24-17,0-11-5,6-12-34,5-13-72,11-7-40,11-4-22,15 1-34,12 3-67,6 7 44,-23 20 1,1 2-123,29-10 22,0 7-413,-2 5 525,-7 4 78,-11 5 23,-15 1 45,-12 2 50,-9 0-17,-3 0 6,-3 3 502,-4 3-407,-12 11-129,0 7-50,-2 3 6,2 12-18,8-1-16,1 13-28,9-2-34,23 1 62,-3-20-12,26-1 7,-8-22 44,11-8 5,-1-9 74,5-20-40,-18 5 90,6-19-12,-23 8 34,1-11-16,-6 0 22,-7-6-146,-3 20-11,-4-3-39,-1 22-141,-2 1-520,2 7-5075,3 13-22,0 1 5769,3 11 0,-1-11 0,1 0 0</inkml:trace>
  <inkml:trace contextRef="#ctx0" brushRef="#br0" timeOffset="229595">13648 12152 22649,'0'-4'3282,"0"1"-1439,0 3-1759,-103 12-1248,66 0 1165,-4-2 1,-7 2 0,9 4-7,2 25 92,4 1-182,3 9-163,20-2 0,10 0-83,18-2-40,23-18 207,0-13-53,12-14 1,5-8 214,-11-8 1,0-5-197,9 5 0,0-5 222,-6-12 0,-6-5 14,-14 8 0,-2-3 5,6-9 1,0-5-412,-2-1 1,-2-3 477,-9 7 1,-1-1 0,-2 0 75,3-11 1,-2 0 24,-1-6 1,-5 2 72,-8 13 1,-3 4 750,-5-17-796,-8 9 130,-5 28-320,1 11-2650,-1 11 2611,3 9 622,-17 39-633,11-11-315,4-1 1,-2 8-1,3-1 290,2 7 0,1 1-26,1-2 0,-1 4 1,2-3-12,1 2 0,3-1-132,1 5 1,2-1-154,1-18 0,2 1-981,1 9 1,2 0-600,-1-13 0,0-3 2641,6 28 1,-4-38 0,-2-8 0</inkml:trace>
  <inkml:trace contextRef="#ctx0" brushRef="#br0" timeOffset="230076">13810 12378 16454,'-5'-7'6850,"1"2"-5831,4 5-274,-44-63-762,42 44-36,-12-16 0,7 3-171,52 25 64,-13 3 1,2 1-413,6 0 1,1 1 498,-6 0 0,-1 0-267,-2 0 1,1 0 145,11-3 1,0-1 137,14-4-71,-15 2 0,-2 0 300,-4-4 208,-16 3 112,-11 1 513,-7 3-463,-11 1 867,-9 4-1035,-6 5 121,-7 6-456,11 2-18,-3 18-28,14-2 12,-2 6-28,23 11 5,8-14-22,21 10 16,7-16 12,6-9-269,1-10 331,-4-8 33,-4-9 89,-10-9 91,-8-7-7,-13-5-33,-9-5-73,-5-2-55,-5 2 206,1 9-280,-4 0-117,-1 12-331,1 3-643,0 5-1194,1 9-3910,3 7 6173,0 2 0,1-2 0,0-3 0</inkml:trace>
  <inkml:trace contextRef="#ctx0" brushRef="#br0" timeOffset="230743">14887 12165 21875,'2'-5'4202,"-1"1"-2763,-1 4-1450,22-43-6,-10 39 6,16-31-84,-4 72-1,-3 0 26,-6-9 0,0 2-154,7 22-151,-10-2-3414,-12 1 3766,-7-18 29,-15-1 83,-2-24 141,-4-1 72,5-9 275,5-18-409,11-1 3280,11-17-3442,13 3-113,15-1-21,0 9-410,20-3-286,-21 19 1,1 2-220,0-1 0,1 2-114,4 0 1,0 2-2781,17 2 1074,-16 3-5723,5 7 8586,-24 0 0,3 4 9561,-21 3-4509,-7-5-2526,-3 3-1314,1-5 514,2 1-1368,4-3 337,0 3-3617,31 4 2950,-12-5-22,36 3 16,-19-8 23,12-6-12,-4-3-16,-10-2 45,5-14-6,-19 2 5,3-11-5,-17 4 3443,-13 2-3387,-12 4 61,-16 7 85,-12 7-62,-6 10-67,-2 11-51,5 9-44,13 3-23,2 13-67,15 15-112,9 6-591,21-15 0,6-1-1336,14 7 2095,9-12 0,2-6 0,-13-12 0,15 6 0</inkml:trace>
  <inkml:trace contextRef="#ctx0" brushRef="#br0" timeOffset="232493">16880 12669 15165,'3'-9'3067,"9"-27"0,3-7-1930,0-3-908,0 1 1,0-1 333,-5 13 0,-1 5 19,-2-5-55,3-7-146,-8 24-224,-2 9-151,0 5-85,-4 7 79,-8 9 23,-15 17-15,7-7 0,-1 2-5,-3 5 0,0 1-299,1 1 0,2 1 293,5-2 0,4 0 15,4 22-1,23-12 17,15-14 50,30-17-33,0-19-403,2-7 411,-30-1 1,-1-2 91,15-14-61,-18 12 0,-2-1 6,9-11 173,-2-9 484,-21 21-635,2-2-78,-11 14-45,-10 17 28,-5 11-17,-3 4 5,-13 30-5,14-15 6,0 16 415,22-17-421,14-10 16,17-12 7,14-10-299,8-15 290,-29-1 0,0-2 19,-1-4 1,-2-3 5,14-12 68,-4-16 22,-15-7-85,-5-4-36,-12 26 1,-2 0-42,-6-11 16,-7 11-45,-3 12-190,-4 9-397,1 9-853,2 10-1629,4 7-6700,6 7 9180,5-5 0,0-5 1,-1-9-1</inkml:trace>
  <inkml:trace contextRef="#ctx0" brushRef="#br0" timeOffset="233166">18117 12143 23278,'20'-49'810,"1"1"1,-4 5-1,-4 11-286,-10 27-322,-22 45-29,-4 4-712,1-1 0,-2 3 567,0-2 0,-1 0-11,-2 5 0,-1 0-6,1 1 0,0 1-8,2-3 0,2 0-15,4-4 0,4-1 12,4-7 0,4-2 0,1 17 80,11-18-1,15-19-51,-5-13 56,25-24 951,-14-2-951,11-15 11,-9 7 418,-6 4-423,-6 7-62,-6 7-34,-5 5 1,-1 6-12,-3 3 17,4 2 17,3 3-12,6 3 7,4-1 4,6 0-16,1-3 0,0-1-5,-1-4 16,-2-1 6,-2-3 16,-2-2 7,-4 1-18,-2 0-5,-3 2 5,-3 1-11,-2 3-11,-3 0-11,0 1 39,0 0-22,1 1 5,6 5-22,-1 1-12,5 7 29,-1 2-12,0 2 6,-3-2-11,4 10 28,-5-7-11,4 8-23,-5-4 28,-1-3-28,0 0-56,1-4-173,2-2-538,6-4-1048,8-4-1859,8-3 3691,10-8 0,-17 4 0,-1-5 0</inkml:trace>
  <inkml:trace contextRef="#ctx0" brushRef="#br0" timeOffset="233426">18739 12533 17333,'0'-5'5579,"0"1"-1507,0 4-3926,3-48-107,-3 36 162,-1-18-150,-6 51-29,-5 20-5,-6 10-56,6-14-107,-2 13-324,10-19 16,2-2-4498,22 6 1009,-6-23 3943,17 5 0,-25-16 0,-1-1 0</inkml:trace>
  <inkml:trace contextRef="#ctx0" brushRef="#br0" timeOffset="233599">18917 12378 23495,'-30'-21'-670,"0"0"1,-17-15-3252,50 54 3921,3-8 0,-1-1 0,0-4 0</inkml:trace>
  <inkml:trace contextRef="#ctx0" brushRef="#br0" timeOffset="233967">19286 12465 26934,'-20'-14'403,"-22"17"-353,6 20-50,7-3 0,1 1-804,-11 12 810,-3 14-68,19-6-128,2 11-427,31 5-538,18-16-441,6-20 0,4-5-62,15-2 518,-18-8 0,0-4-6466,21-10 7606,-7-1 0,-8 0 0,-19 2 0</inkml:trace>
  <inkml:trace contextRef="#ctx0" brushRef="#br0" timeOffset="234343">19713 12398 20022,'11'-43'1509,"0"-1"1,1 1-1,1-11 1,-2 7-1118,-6 4 358,-5 16-638,0 19-5,-1-1-74,-2 19-16,-1 2-6,-5 28 14,-1-6 1,0 2-499,-7 24 482,5-21 0,-2 4 1,1-2-524,0-2 1,0-1 516,-3 9 0,0-1-1457,5-14 0,0-1 1440,0 2 0,1-1 8,-1 18 40,8-3 312,20-37-285,21-30 46,11-17-50,-19 14 0,0-1 32,18-14 40,-10 9 0,2 2 2949,11-6-3022,-15 12 0,-1 2 0,10 2-39,-17 10 22,7 25-61,-21-5-112,13 26-1,-19-17-514,4 20-1300,-8-4 1949,1 14 0,-3-24 0,-2-4 0</inkml:trace>
  <inkml:trace contextRef="#ctx0" brushRef="#br0" timeOffset="238561">21554 12398 15300,'0'-9'3610,"-6"-28"0,-4-3-2927,-1 14-456,0-14 0,-2 3 3,0 28-174,1 6 0,-1 16-23,1 4 17,-5 14 1,0 7-37,1-1 0,0 2-640,-3 8 0,-1 3 607,5-9 1,0 3-1,1 1-188,-2 10 0,1 2 0,0 1-902,0 1 0,-1 1 0,1 2 511,3-8 0,-1 3 0,1-1 0,1-2-511,-1 6 0,0-1 0,1-1 205,0-2 1,0 1-1,0-4 571,-1 9 0,-1-3 607,2-13 1,-3-1-1,0-5 442,0-10 0,-1-3-304,-2 8 0,-3-8 1452,-33-17-1056,14-30-556,-8-7-37,25-9 1,6-6 160,9 7 1,3-2-338,1-18 0,7-3 445,8 6 0,7 1-476,7-2 1,5 1-15,6 2 1,4 2-20,-11 17 1,2 1 0,1 2-4,1 1 0,2 1 0,0 2 1,1-1 1,1 2 0,-1 1 6,7-3 1,1 0-11,-2 2 0,3-1 1,-5 3 15,-8 4 0,0 0 6,11-6 1,6-3-1,-6 3 16,-7 3 1,-2 1-1,6-3 1,1 0 148,-6 2 0,-4 4-96,-3 2 225,12-3 44,-33 14 232,-2 4-13,-22 18-370,-6 8-129,-6 7-19,6-6 0,1 1-26,-4 14-8,10-13 1,2 2-21,5 14 1417,29 1-1181,3-22 50,24-5 40,-3-24 61,5-13 41,-12-2 116,4-18 17,-19 0-214,-11 6 1,-3-2-11,-3-22-45,-14-6-191,-4 26 63,-17-6-113,7 20-34,-6-3-190,-3 13-236,7 12-620,-10 9 156,12 2-5299,-5 27 6195,15-2 0,-1-4 0,12-10 0</inkml:trace>
  <inkml:trace contextRef="#ctx0" brushRef="#br0" timeOffset="239558">22312 13023 24463,'44'-42'392,"0"0"1,-3 2-1,-4 3-134,-2-4-944,-2-7 842,-5-7-106,-15 22 1,-1-1-15,-1-3 1,-1-1-26,-3 7 0,0-2-1213,1-8 0,1-5 0,-2 5 1219,4-21 16,0 0 1,-2 0 841,-2 7-719,-2-4-10,-4 20-84,-2 18 167,-2 12-318,-3 13 3374,-6 15-3235,-11 21-53,7-9 0,-1 3-661,-3 8 1,1 1 663,2-7 0,1 3-23,2 3 1,0 3 0,2-2-512,3 6 1,1 0 510,1-3 1,0 4 0,3-3-31,7 10 0,4-4-17,2-2 0,5-3-90,3-7 1,5-2 123,-1-7 0,4-5-15,26 10 29,3-21 22,-10-16 8,-8-13 1,-1-6-1,-9-1 0,-1-4 6,13-11 0,-1-5-6,-5-1 1,-3-3-448,1-3 1,0-2 452,-1-1 0,-1-1 22,-1 3 1,-2 0 285,-4 4 0,0 3-283,-5 5 0,-1 2 1016,5-19-932,-9 17 115,-6 17-260,-3 11 1111,-2 12-1078,-5 14-6,-5 18 1,-7 22 48,6-21 0,-1 1-63,-1 5 1,0 0-1,1 2 1,1 1-12,2 0 1,1 0-15,3-3 1,3-2-4,4-2 1,3-3-3143,15 24 3146,12-17 21,13-19-13,9-16 30,6-18-8,-28 0 1,-2-3 21,1-4 1,-2-3 5,-1-3 0,-2-2 3,-2-2 0,-2-1 14,-1 0 0,-3-1 53,9-24 6,-12 7-22,-13 12 490,-13 11-553,-12 10 3359,-20 16-3375,-7 22-5,4 10 2,26-3 1,7 4-15,17 18 0,4-2-5,26-16 27,-13-24-16,29 1 17,-12-15 16,14-8-16,-13-15 22,-11-12 11,-9-10-11,-10-8 0,-7-4-3,-5 24 0,-3 2-2,-1-12-12,-14-8 6,4 27 5,-6-1-50,6 11-241,-4 9-240,6 12-477,-6 10 297,5 3-2386,2 27-1367,9-8 4442,8 23 0,-3-37 0,5-4 0</inkml:trace>
  <inkml:trace contextRef="#ctx0" brushRef="#br0" timeOffset="240151">24057 12712 22856,'19'-43'872,"0"-1"0,0 3 0,-8 10-603,-14 25-191,0 1-50,-9 16-17,4 1 23,-8 22-12,5 3-5,1 13-34,7 3 40,15 5-6,5-15 5,4-7 51,6-16 0,-3-13-1,11-4 7,5-12 16,3-8 179,5-17-162,-17 8 79,3-15 33,-20 13-28,-2-5 28,-7 5-163,-8 12-38,-1 6-6,-8 8-29,0 8 12,-6 6 23,-1 11-34,2 9 33,7 11-22,5-12-22,11 10 22,19-8-3392,18 2 3375,-2-9-78,-8-15 0,0-5 100,6-12 18,14-8 44,-19-14-17,-11-6-5,-10-8-9,-8-2 14,-7-2 46,-6-2-91,-2 15 3261,-2 3-3294,5 18 106,0 5-560,2 5-306,0 7-551,2 7-1837,17 17-1260,10 0-22,8 0 4458,7-6 0,-23-15 0,1-1 0</inkml:trace>
  <inkml:trace contextRef="#ctx0" brushRef="#br0" timeOffset="240591">25198 12734 23142,'-2'-40'844,"-1"0"0,1 2 0,-1 7-492,-4 19-116,0 2-186,1 5 0,-3 12-33,1 2 34,-9 19 16,2 6-25,5-2 0,2 2-31,-3 14-17,11-4 1,6 2-15,5-15 1,2-1-1,2 5 0,2-1-28,1-5 1,-1-4-54,1-3-16,-12-8-107,-19-12 61,-2-4-161,-17-7-13,3-9-240,-7-26 415,15 7 66,17-3 1,8-4 185,16-10 30,-5 16 1,3 1 232,16-12 55,-7 16-205,-8 13-3075,-6 6 2923,-10 10-12,1 2 174,-6 14-45,-7 9-107,-2 4-13,-6 2 0,-4 1-71,-19 20-152,16-19 1,-2 1-372,-11 11 0,1-1-519,-1 2 1065,1-1 0,5-2 0,14-17 0,-6 7 0</inkml:trace>
  <inkml:trace contextRef="#ctx0" brushRef="#br0" timeOffset="246700">26290 12641 12937,'1'-5'8244,"-1"2"-6966,0 3-394,12-46-615,-8 35-185,8-35 0,-12 48 28,0 8 90,0 23-51,-8 12-518,-1 8 411,-3-18 1,-2 1-6,-1-4 1,-1 1-24,-5 10 1,0-1-6,5-10 1,0 1-7,-2 8 1,2 0 5,2 7-8,6-15 0,2-1-3,5 9 33,8-8-22,0-11 28,18-2-39,2-12-145,22-1-488,10-11-200,-23 1 1,1-3-2563,5-1 1,-1-2 2737,-3 0 1,-3 0-1,12-2 1,-23 4-1</inkml:trace>
  <inkml:trace contextRef="#ctx0" brushRef="#br0" timeOffset="247000">26968 12708 16644,'-4'0'4638,"1"-1"-3271,3 1-1294,24-14-12,8 9-55,13-9-40,-8 11 1,2 1-247,18 0-65,-16 0 0,0 1-1155,21-1-1738,-11 2-2425,-13 0 51,-17 0 5612,-11 0 0,-7 0 0,-3 0 0</inkml:trace>
  <inkml:trace contextRef="#ctx0" brushRef="#br0" timeOffset="247334">27337 12674 22772,'-36'13'155,"0"1"0,1 1 0,8 4-121,15 22-23,0 12-45,7-21 1,0 1-655,0 2 0,0 1 503,0 1 1,0 0-102,-1-1 0,0 0 9,-2-2 0,0-1 258,-13 26-186,3-27 1,-2-2 249,-9 6 372,-6-3 20,19-26 72,7-6-60,6-7 489,4-5-737,9-9-100,9-3-73,12-1-90,11 1-145,10 3-252,5 4-421,5 2 197,-12 5-1285,-13 4 0,2-1-3431,15-1 4747,-18 2 0,-2 0 0,-1 0 0,-14 2 1</inkml:trace>
  <inkml:trace contextRef="#ctx0" brushRef="#br0" timeOffset="247600">27915 12842 25051,'8'-15'112,"-4"17"-89,-13 47-23,-5 10-512,5-28 0,0 1 335,0 0 1,-1-1-250,1-1 1,-1 1-897,1 4 0,0-1-302,-1 10-3749,1 9 5373,13-28 0,-4-6 0,4-9 0</inkml:trace>
  <inkml:trace contextRef="#ctx0" brushRef="#br0" timeOffset="247790">27945 12950 16112,'0'-56'1659,"0"-1"1,4 5 0,4 3-1570,2 16 0,3 3-57,16-13-89,14 15-179,0 14-286,14 1-391,0 10-747,-6 10-5846,-4 15 7505,-19 0 0,-8 0 0,-15-13 0</inkml:trace>
  <inkml:trace contextRef="#ctx0" brushRef="#br0" timeOffset="247968">27995 13043 21506,'53'-10'-1898,"2"1"-1396,-5 1 1879,8 0 0,-26 3 0,-3 1 0</inkml:trace>
  <inkml:trace contextRef="#ctx0" brushRef="#br0" timeOffset="248451">28788 12827 15760,'1'-3'6065,"0"0"-2615,-1 3-2934,35-47-342,-27 35 11,26-35-107,-36 49 17,-16 16-61,2-2 55,-10 9 1,-4 5-73,8-7 0,0 1-9,-5 3 0,-1 3 20,-2 8 0,2 1-486,-4 15 472,10-16 0,3 1-3254,3 18 3217,10-5 12,9-14-2132,23 11 2121,-4-26-33,8-2 0,4-2 55,15-6-11,-13-6 0,0-3 235,12-5-190,6-14 27,-7-21-39,-24 13 1,-2-3-18,0 1 1,-3-3 673,-3-15 1,-4-1-663,-1-4 0,-5-5 0,-5 0 33,-16-2-25,2 18 1,-6 3-949,-3 12 1,-3 4 950,-18-6-62,-8 9-5,31 10 1877,-10 8-2672,14 19-66,0 8-8258,-4 18 9158,9-8 0,4-13 0,5-12 0</inkml:trace>
  <inkml:trace contextRef="#ctx0" brushRef="#br0" timeOffset="249207">30052 12600 24559,'-32'-6'323,"1"0"0,-10 19 0,3 12-253,8 18 0,3 8-410,3-9 1,-1 3-1,2-1 349,2-3 1,2 0-1,1-1-9,-4 8 0,2 1 3,1 6 0,5 2-37,9-4 0,5-1-411,3 1 1,5-1 147,8 5 0,6-5-311,-2-20 0,4-4-896,12 5 0,5-4 1504,3-7 0,-1-4 0,-13-2 0,-2-2 0,29 5 0</inkml:trace>
  <inkml:trace contextRef="#ctx0" brushRef="#br0" timeOffset="250334">30600 12647 25029,'9'-29'224,"-4"38"-118,-16 40-64,0-9 1,-2 1-901,0-10 1,-2 1 885,-15 18 0,-2 0-20,10-18 1,-1 1 2,-11 21 0,2 0-5,4-5 277,15-16 0,8-3-289,14-10 235,24 6-381,11-16-487,16-7 1,4-3 145,-22-2 1,0-2-94,14 0 1,0-2-1051,-13-6 1,-6-1 49,2-2-1080,4-4 0,-1 0 1344,-7 2 678,-3 3 0,0-2 1558,11-3 44,-2-1 812,-1 0 806,-16 3 90,-5 0-515,-7-1-549,-6-2-459,-6-1 212,-5-1-784,-6 2-211,0 6-18,-7 1-286,8 9 28,-13 1-45,5 13-11,-13 8-17,4 4 0,-10 13-28,9-3-11,-2 18-22,16-10 16,15 2 40,14-17 22,11-10 17,4-8 5,4-13 23,1-7 22,-2-9 34,-3-6-28,-11 4 252,0-12-67,-11 14 27,2-6-94,-7 15-124,-2 5-67,-3 5-11,-4 6-12,-6 7-27,-7 8 28,1 8-6,3 3-12,6 2 35,8-1-23,8-3 0,3-8-11,23-1 11,-3-12 11,18-3-3431,-6-13 3437,-9-1 55,8-23-44,-17 2 56,7-17 51,-13 5 66,-8 0 46,-5 3-29,-7 5-27,-2 5 3369,-2 8-3409,0 8-34,4 7-105,0 5-12,2 3 16,-1 6-27,0 10 11,1 16 0,-1 1-11,0 20-9,3-16 1,1 0-15,-1-5 1,1 0 19,0 4 0,1-2-188,0 10-168,-3-16-251,-5 3-477,-7-9-902,-8-8-2290,-8-7 4290,-6-7 0,14 0 0,1-2 0</inkml:trace>
  <inkml:trace contextRef="#ctx0" brushRef="#br0" timeOffset="250733">31928 13274 21545,'4'-1'3607,"-1"-1"-2727,-3 2-426,26-72-292,-9 25-893,3-8 1,1-4 772,-8 19 0,0 1 5,0-4 1,0-1 59,-2 0 1,-1 0-19,-2 3 1,-2 2 11,-2 4 0,-1 3 5,-1-13 208,-7 3-202,0 25-62,-2-1-72,2 14 1157,-2 7-1135,-5 10 307,-6 15-318,-5 23-6,10-15 0,2 4-631,1 7 1,2 3 434,2 5 0,2 1-211,3-11 1,2 2-1,1-3 127,1 1 1,1 0-441,4 10 0,1-3-1452,7 0-1463,2 0 3652,-4-22 0,-7-16 0,-3-10 0</inkml:trace>
  <inkml:trace contextRef="#ctx0" brushRef="#br0" timeOffset="250892">31886 12982 22643,'53'-18'-454,"0"0"0,1 1 1,6-10-1,-10 9 0,-19 22 1</inkml:trace>
  <inkml:trace contextRef="#ctx0" brushRef="#br0" timeOffset="252650">1853 13565 19680,'-2'-3'3210,"0"1"-3109,2 2-73,-19 53-56,13-8-252,-5 8 0,3 2-331,9-20 0,3-1-1002,2 3 0,3-3 1613,19 8 0,-11-21 0,1-10 0</inkml:trace>
  <inkml:trace contextRef="#ctx0" brushRef="#br0" timeOffset="253023">1990 13249 18812,'1'33'420,"1"1"0,5 16-190,25-43 263,-1-12-29,-11-4-16,1-7 264,-8-11-258,-7 2-269,-5-1 106,-10 0 90,-11 0-118,-2 3-39,-5 1-112,7 12-112,7 6-67,3 2-118,4 15 62,3-3-1003,0 28-1613,7-4 2739,7 22 0,-4-29 0,3-1 0</inkml:trace>
  <inkml:trace contextRef="#ctx0" brushRef="#br0" timeOffset="253473">2452 13544 18184,'-3'0'2006,"1"1"-752,2-1-1125,-35 59-67,27-27-43,-10 7 1,3 0 8,19-13 67,10 7-56,-5-17 208,9 17 50,-13-13-11,2 8 16,-8-8 113,-2-4 273,0-8 74,0-3-303,3-9-217,0-6-80,0-12-78,3-2 78,6-16 90,15-13-196,-4 11 25,2 6 1,1 2 7,3 1-33,8-6 12,-10 15-40,-7 14-23,3 1-5,6 12 23,0 9-79,9 12-23,-11 2-473,-4-1 1,0 2-2255,8 17 2704,-7-8 0,0-1 0,-3-2 0,-2-1 0</inkml:trace>
  <inkml:trace contextRef="#ctx0" brushRef="#br0" timeOffset="253923">4290 13858 19440,'-18'-56'1571,"1"0"1,1 6 0,3 6-950,2 4-275,5 15-296,2 14-107,3 15 61,3 5-5,8 38-45,4 5 3,-6-21 0,0 4-949,4 26 0,-1 1-3251,-4-22 1,0 0 4241,3 20 0,-1-4 0,-1-10 0,-4-23 0</inkml:trace>
  <inkml:trace contextRef="#ctx0" brushRef="#br0" timeOffset="254150">4144 13764 19255,'-13'-45'906,"0"0"0,1 1 0,-5-17 0,4 3-831,5 12 1,3 3-54,4 6 1,2 2-74,13-24-78,15 12-591,15 13 289,13 11 89,-26 16 0,1 3-269,1 7 1,-1 3-981,-2 5 1,0 4 1590,-2 10 0,-3 2 0,3 4 0,-8 2 0</inkml:trace>
  <inkml:trace contextRef="#ctx0" brushRef="#br0" timeOffset="254540">4251 13874 15760,'-6'2'4296,"0"-1"-4039,6-1-50,0 0-173,66-46-29,-22 24-451,7-8 1,3-1 442,-18 16 1,-2 3-21,25-12-114,-13 4 0,0-1-87,-14 5 0,0 0-53,14-8 0,0-1 61,-12 6 0,-3 0 157,-3 1 0,-2 0 520,12-13 87,-15 5 208,-14 5 135,-7 3 179,-5 2 61,-3 3 499,-4 3-930,-1 2-268,0 3-259,2 2-117,2 6-39,1 8 0,2 10-23,1 11-38,3 7-108,7 5-319,5 1-637,5 2-1436,2-1-5812,0-5 8356,-4-9 0,-7-17 0,-6-10 0</inkml:trace>
  <inkml:trace contextRef="#ctx0" brushRef="#br0" timeOffset="254718">5161 13174 18280,'-5'-5'2610,"1"1"-2700,4 4-1125,0 0-135,-36-29-2800,33 34 4150,-23-12 0,34 25 0,1 0 0</inkml:trace>
  <inkml:trace contextRef="#ctx0" brushRef="#br0" timeOffset="255351">5334 13332 18739,'0'-3'4862,"0"0"-3809,0 3-992,14-23-4301,-3 22 4240,12-13 848,1 40-887,0 11-62,5 17 31,-17-23 0,-2 1 14,-3 2 0,-2-1 53,-1 0 1,-4-2 58,-9 24 67,-8-13 123,-8-14 79,-1-13 236,0-16 3144,10-12-3565,5-5 68,12-12-102,10 0-50,13-10-34,13-1-277,10 2 255,3 5-17,1 3-28,1 5 6,-1 3-23,1 3 68,-2 3 16,-5 1-37,-9 2 54,-12 5 6,-12 1 17,-9 4-6,-13 0-17,2 1 334,-11-1-171,4 1 43,-2 0 35,2 1-241,8 1 17,3 1-56,4 1 28,1 7-17,4 6-39,6 10 78,7 8-27,9 17-29,-6-12 6,-5-10 0,1 1-28,5 12 6,3 11-17,-8-2-68,-15 10 57,-9-22-213,-20 14-309,-5-23-587,-11 0-1171,-2-11 2330,2-16 0,20-2 0,6-6 0</inkml:trace>
  <inkml:trace contextRef="#ctx0" brushRef="#br0" timeOffset="255757">6244 13838 26071,'29'-34'99,"0"0"0,-4 6 0,-4 0-68,-8-2 0,-4-2-12,0 2 1,-2-2-2837,2-19 1,-2 0 2822,-2 16 0,-1 1 106,0-17 0,-3 5 1437,-3 15-1096,-5-17 535,3 37-780,-5 0-169,6 11-17,-1 10 3381,2 3-3352,-3 39-508,3-18 454,0 2 1,0 4 16,2-2 0,1 0-62,2 3 0,1 0-11,0-2 1,1 0-211,4-2 0,2-1-1103,13 22-205,-9-21 1,3 1 1576,2-2 0,0-2 0,2 7 0,-1-12 0</inkml:trace>
  <inkml:trace contextRef="#ctx0" brushRef="#br0" timeOffset="255990">6462 13623 22705,'-18'-25'-1308,"60"-2"0,21 2 1308,-25 14 0,1 2 0,6-4 0,4 0 0,-9 2 0,-7 3 0</inkml:trace>
  <inkml:trace contextRef="#ctx0" brushRef="#br0" timeOffset="257024">7333 13741 22425,'13'-42'554,"0"-1"1,-2 4-1,-8 12-369,-22 26 28,-16 19-157,10-3 28,-15 25-23,14 0-47,11-13 0,0 3-8,1 2 0,3 2-12,2-1 0,3 0-16,6 30-17,18-10-12,15-11 23,16-13 28,8-12 34,5-11 22,-4-15-208,-7-11 247,-12-11 11,-14-6 12,-13-6-73,-10 8 5,-15-13-16,-9 8-20,1 10 0,-1 0-9,-19-16 3,17 22 1,-1 3 2,-11-2-11,3 12-45,5 12-78,5 11-263,7 11-179,7 7-622,15 2-578,14 2-996,18-1-1456,17-4 1106,-22-16 1,2-2 1727,4-3 0,2-3 1383,2-1 0,0-3 0,-1-4 0,-1-3 0,-3-1 0,-2-3 2144,-5-3 0,-2-2 2818,12-16-1400,-15-1-2301,-13 7 1232,-10-7-1424,-8 12 467,-4-6-1043,-5 10-41,-3 8-329,1 4-73,2 9-27,3 7-12,2 13 0,5 8-11,9 6-11,9 3 17,15-2-12,-2-10 6,28 1 22,-13-19 18,17 0 33,-17-19 50,-7-9 79,-8-11 106,-9-6-6,-9-4-179,-9 9 79,-16-15-163,-2 16-16,-11-10-130,9 14-442,6 8-1081,8 8-2895,8 10-4415,3 1 8092,3 5 0,-4-5 0,-2-1 0</inkml:trace>
  <inkml:trace contextRef="#ctx0" brushRef="#br0" timeOffset="257391">8489 13954 20963,'6'0'3192,"-1"0"-1433,-5 0-1378,29-77-84,-15 37-604,5-12 1,-1-3 502,-3-3 10,-7 24 0,-2-1-153,0-3 0,0-2 3,-2-2 0,-2 0-321,0 1 0,-2 1 349,-3 5 0,-1 1 95,-8-19-5,-3 18 337,1 17-461,2 11-39,-1 13 0,0 11 6,-3 19-17,1 16 123,8-19 1,2 3-149,1 4 0,2 3-28,4 3 0,2 2-37,2 3 0,3 0-103,4 1 0,3-1-126,1-1 0,1-1-121,2-5 0,1-1-249,-1-4 0,-1-3-426,-2-5 1,0-2-4683,9 17 5797,-10-17 0,-8-14 0,-4-10 0</inkml:trace>
  <inkml:trace contextRef="#ctx0" brushRef="#br0" timeOffset="257567">8525 13696 24144,'47'-27'-2603,"1"-1"1,5 2-1,-3 8 2603,1 18 0,-8 0 0,-19 0 0</inkml:trace>
  <inkml:trace contextRef="#ctx0" brushRef="#br0" timeOffset="258757">9026 13354 20918,'-31'-48'1086,"1"1"1,-4-2 0,2 11-516,9 22-207,-8-1-190,16 12-102,7 5 19,6 8-35,4 2 112,15 28-101,-1-10 0,11 12 0,5 5-622,-3-9 1,0 0 559,6 8 1,2 2 3,-8-11 1,1 1-1,-2 0-17,8 10 0,-2 3-9,-5-1 0,0 5 0,-4 0-738,-7-8 0,-4 0 1,-2 1 662,-1-4 1,-2 0-1,-9 3-805,-12 0 1,-9 4 0,-4-1 0,2-7-440,-3 3 1,-2-2 1335,1-3 0,-4 5 0,0-2 0,5-10 0,-6 3 0,1-3 0</inkml:trace>
  <inkml:trace contextRef="#ctx0" brushRef="#br0" timeOffset="260251">10564 13732 13357,'0'-4'6032,"0"0"-4968,0 4-353,-16-59-235,3 40-328,-1-14 1,-1 5-54,-4 24 63,-8 11-1,-11 19-62,-4 12-315,15-10 1,1 4 227,3 0 1,3 1-12,3-6 0,2 1-25,1 7 0,3 0-145,3 18-74,15-16 0,5 0 6,5-8 1,4-2 2,13 2 0,5-5 140,-9-8 0,3-5 0,12 1 0,3-4 112,4-8 0,0-4-416,2-2 1,0-5 482,8-7 0,-4-5-42,-21 4 1,-2-3 111,13-15 0,-3-3-289,-17 13 0,-2-2 272,9-12 1,-3 0-4,-14 11 1,-4 1 199,1-20-62,-15 15 271,-13 16-518,-5 9 991,-19 18-957,9 6 0,0 4-26,-2 3 1,0 2-29,-6 8 0,3 2 3,10-4 1,4-1-11,-5 17-12,22 8-5,20-23 10,17 7 7,1-20 5,18-10 84,8-15 22,-1-7-408,-28 1 0,-2-2 437,1-8 972,-6-18-838,-19 8 6,-14-28-186,-5 24 57,-20-13-3101,-7 19 2988,6 7 29,-17 2-172,19 17 82,3 1 228,-2 13-849,17 5-858,-2 15-2627,10 8 4134,11 9 0,-4-20 0,5-1 0</inkml:trace>
  <inkml:trace contextRef="#ctx0" brushRef="#br0" timeOffset="260707">11570 13824 20806,'0'-5'3254,"0"2"-2419,0 3-830,-11-17 29,5 34-12,-11-2-11,9 41 6,-3 3-11,3-12-6,-1 5 28,4-7-6,2-6 17,4-6 118,4-22 101,6-11-17,4-11-6,7-10 1,5-12-46,4-8-16,3-4-29,2 0-33,2 4-33,0 7-46,-4 8-10,-3 8-23,-3 10-12,-3 9-4,0 10-24,0 9-38,-1 8-107,-1 4-229,-1 3-359,0 0-465,2-4-722,3-4-1138,5-9 925,-4-8-7299,24-11 9472,-19-5 0,5 0 0,-23 1 0</inkml:trace>
  <inkml:trace contextRef="#ctx0" brushRef="#br0" timeOffset="260934">12457 13923 21763,'8'-41'980,"0"0"1,0 4-1,-8 9-633,-21 23-145,-3 7-84,-3 8-28,-1 9-40,-2 11-27,0 7-18,2 7-16,4 3-107,6 2-274,8 0-375,14-3-538,12-5-667,16-9-1473,12-10-3763,10-11 7208,-2-9 0,-18-2 0,-14-2 0</inkml:trace>
  <inkml:trace contextRef="#ctx0" brushRef="#br0" timeOffset="261324">12770 14079 25130,'5'-35'140,"-1"1"0,3-18-145,-15 63 22,3 2-6,10-1-11,6-1 17,3-3 22,18-5 0,-3-6 28,13-5 12,-8-8 77,-5-5 18,-7-5 5,-6-4-78,-6 4 341,-7-26-335,-5 28 83,-8-22-22,-6 29-33,-7 1-91,-3 9-4,-5 10-18,-7 16-33,12 0 11,-6 22-51,15-4-94,1 13-236,7 2-358,12-1 173,4-12-2587,26 11-645,2-22 443,-8-10 0,1-2 3355,18-4 0,-22-7 0,-16-4 0</inkml:trace>
  <inkml:trace contextRef="#ctx0" brushRef="#br0" timeOffset="261800">13240 14048 7099,'4'-7'9830,"0"2"-7611,10-25 0,2-6-685,-6 7-782,6-11 1,-1 3-24,-13 19-106,-2 8-483,-2 9 535,0 7-642,-5 13 59,0 12-75,-5 16-6,-1 14-160,5-28 1,1 2 151,-1 1 0,0 1-17,0-1 0,1 1-12,1-1 1,1 0-20,1-2 1,0 0-7,-3 27 46,2-13 44,0-18 67,2-16-10,2-18-18,1-13 12,1-20-6,2-19-45,-1 20 0,1-2-209,2-4 1,0-2 211,1-2 0,1 1-22,-2 10 0,2 1 36,4-9 0,3 1-12,9-6-36,-7 16 1,3 1-3,25-12-6,-13 18 339,17 4-339,-26 16-22,23 7 22,-10 20-12,4 8 1,-13 5-22,-12 3 33,-13-8 28,-24 13-23,1-15 216,-5-10 0,-4-4-198,-22-1-51,18-6 0,-1-3-115,1-2 0,1-3-2814,-28-12-3132,26 2 6089,10-6 0,22 14 0,3 0 0</inkml:trace>
  <inkml:trace contextRef="#ctx0" brushRef="#br0" timeOffset="262290">13961 14158 19619,'-1'3'4783,"0"0"-2123,1-3-2542,14 0-79,-5-7 79,25-21-85,-17 2 3,-1-1 1,-1-4 25,5-21-216,-8 15 0,-1-2 182,-1-12 0,-1-1-289,-3 9 1,-2 1 282,0 2 1,-1 2-8,-6-14 181,-1 26-5,-3 1-62,1 13 198,2 8-327,1 7 635,-4 17-618,-7 19-12,1 3 1,-2 4-435,2-1 1,0 2 411,-2 12 1,1 0-1,5-18 0,3-2-90,0 9 1,2-1-166,2-10 1,1-1-121,2 7 0,3 1-618,4-3 0,3-3-1336,12 10-5838,11-15 8184,-10-28 0,-8-6 0,-8-2 0</inkml:trace>
  <inkml:trace contextRef="#ctx0" brushRef="#br0" timeOffset="262500">13763 14026 22038,'-4'-3'2672,"0"2"-2437,4 1-285,70-35-348,-16 23-1229,3-7 1,4 2-3290,-18 14 1,-4 3 3646,19-1 1,-21 1-1,-28 0 1</inkml:trace>
  <inkml:trace contextRef="#ctx0" brushRef="#br0" timeOffset="262707">14724 14130 27919,'-1'8'-1685,"0"2"1,1-8-1,-1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3:43:11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2515 2396 9968,'7'2'5058,"-1"0"-2930,-6-2 1008,0 0-2361,-48-45-595,21 31 27,-12-10 0,-4 6-61,-3 25 456,-1 5-529,-2 14-23,12 1-16,-4 9-23,11 1-17,13 0 6,13-3 28,17-1-11,16-3-6,18-1-8,-17-15 0,2 0-17,2-1 0,0 2-23,5 3 1,-2 0 25,10 7 17,-4 11 297,-39-9-264,-6-3 85,-26 7 38,-17-10-385,13-7 1,-4-1 303,-5 0 0,-2-2-11,-1 0 0,0-2-11,1-1 0,2-3-43,5-1 1,3-2-465,-17-10-1983,24-12 2431,22-19 0,4 16 0,8-2 0</inkml:trace>
  <inkml:trace contextRef="#ctx0" brushRef="#br0" timeOffset="1750">2895 2499 15804,'-3'-47'1505,"1"1"0,-1-1 1,0-17-1,-1 8-603,-3 2-162,1 14-466,1 15 96,-1 10-438,4 14 57,-1 13 39,6 20-5,2 28-12,2 0-6,-2 2 1,-1 1-344,-2-28 1,0 3 172,-1 15 1,-1 8 0,0-1-867,0-8 1,-2-2 0,1 1 408,0 0 0,-1 0 0,1-2 342,-1-4 0,1-2 0,-1-3-711,-1 0 0,-2-7 548,-5 0 577,-6 2-32,3-29 306,-8-28 35,6-7 268,-9-22 325,3 0 96,-3 0-91,0 4-195,1 5-516,6 12 74,4-1 411,15 1-804,13-3-22,24-7-346,-9 22 0,2 1 343,-4 2 0,3 1-50,22-7 0,1 0 10,-16 7 1,1 0-494,15-7 0,0 1 533,-22 8 0,-1 0 8,6-3 1,-1 0 28,2-3 105,7-5 130,-27 13 34,-12 3 383,-8 4-563,-7 2 1126,-5 5-1008,-9 6-6,-6 8-68,-7 10-72,1 6-61,7 4-23,10 1 0,13-4 0,13-5 17,8-5 5,2-10 45,14-6 40,-10-9 61,12-6 39,-12-8 6,-3-8-29,-6-7-44,-4-5-16,-3-2 38,-3 2 79,-1 6-23,-1 9-144,-1 10-46,0 5-68,0 5 40,0 8 0,0 9-6,2 12 1,1-1-7,10 25-4,2-14-10,-3-10 1,1 0-20,12 14 6,2-7 17,-2-11 27,-5-9 12,-6-8 34,-5-6-23,-5-2 16,0-6-116,-1-2-410,1-6-526,3-4-314,6-3-218,9-4-539,9-5-2239,8-1 3921,-5 3 1,-11 11-1,-12 7 1</inkml:trace>
  <inkml:trace contextRef="#ctx0" brushRef="#br0" timeOffset="2073">4003 2432 17932,'0'-5'4482,"0"2"-1968,0 3-2441,-34-43-23,10 46-33,-31-23 17,20 61-34,4 10-599,7 6 548,12 2-33,8-12-315,13-17 1,6-1-1131,19 4-213,-6-11 0,5-2 1742,5-9 0,-1-4 0,6 2 0,-1-7 0</inkml:trace>
  <inkml:trace contextRef="#ctx0" brushRef="#br0" timeOffset="2324">4509 2409 11038,'10'-52'1660,"1"0"0,-3 4 0,-1 5 1962,-4-4-2849,-7 11 1078,-2 10-1487,-3 11 508,2 8-793,0 10 2856,0 13-2907,-4 19 11,-2 24-333,5-21 1,1 4 279,0 5 0,0 2-31,1 3 0,1 1-174,0 0 1,3 0-418,2-4 1,2 0-662,4-4 1,2-2-1704,3-6 1,3-3 2999,14 16 0,-10-24 0,-6-15 0</inkml:trace>
  <inkml:trace contextRef="#ctx0" brushRef="#br0" timeOffset="2601">4893 2390 17949,'0'-6'4728,"0"2"-4006,0 4-307,-62-46-135,31 39-163,-10-12 1,0 7 100,3 39-55,-2 16-434,19-16 1,0 2 314,-4 10 1,2 0-28,-8 16-6,15-19 0,4-2-5,7 0 243,14 1-205,18-13-55,22-10-45,-16-9 0,1-1-196,5-1 0,0-1-857,3-1 0,-1 0-278,0-1 1,0-1-2529,-1-1 0,0-1 3323,-7 1 1,-2-1 0,10-2-1,-20 3 1</inkml:trace>
  <inkml:trace contextRef="#ctx0" brushRef="#br0" timeOffset="2974">5697 2165 19288,'0'-4'3535,"0"1"-2270,0 3-918,-74-20-268,48 20-15,-19-6 1,1 6-15,21 23-28,-3 12 1,10 3-29,9 1 29,31 5 10,4-20 40,22-2-3331,0-27 3314,-17-2 51,8-13 145,-20-5-140,-5 4 135,-5-7-29,-14 12-50,-15-2-101,-5 8 3353,-13 3-3442,-4 17-79,9 5-352,0 16-130,16-4-2089,5 15-5735,7 0 8407,3 4 0,1-16 0,1-14 0</inkml:trace>
  <inkml:trace contextRef="#ctx0" brushRef="#br0" timeOffset="3259">5835 2670 21282,'4'4'3008,"-2"-1"-1995,-2-3-973,-44 46-7,34-33 97,-30 34 71,58-45-100,3-2 5,9-5 29,-7-3-46,-7-2 63,-5-5 16,-7-4-118,-2 3 56,-11-10-89,-4 13-34,-5-3-134,-6 6-5551,-2 8 5702,6 2 0,2 1 0,16 2 0</inkml:trace>
  <inkml:trace contextRef="#ctx0" brushRef="#br0" timeOffset="3718">1639 3557 19173,'53'3'60,"0"-1"1,0 0 0,0 1 0,0-1 0,5-1 0,1 0 0,0-1 0,2 0 0,-1-3-57,-5 0 1,1-3 0,1 0 0,-1-1 0,0 1-1,-2 0-870,4 0 1,-2 0-1,-1 0 1,3 0 0,4 0 867,-7 0 0,4 1 0,2-1 0,2 0 0,1-1 0,-2 1 0,-1 0 0,-4 1-155,4-1 0,-4 0 0,0 1 1,-1-1-1,2 0 0,3 0 122,-8 1 1,3-1-1,2 1 1,2-1-1,-1 0 1,0 0 0,-2 0-1,-2 0 1,-3 1-87,5-1 0,-5 1 1,-1-1-1,-1 1 1,2 0-1,3-1-293,3-1 0,4 1 1,2-2-1,0 1 1,-2 0-1,-3 1 0,-6 0-386,1 0 0,-5 1 0,-2 0 0,5-1 796,8-1 0,8 0 0,0 0 0,-5 0 0,-14 2 0,-5 0 0,-8 1 0,-1 1 0,1-1 0</inkml:trace>
  <inkml:trace contextRef="#ctx0" brushRef="#br0" timeOffset="4418">2106 4446 17882,'0'-8'4269,"0"2"-3995,-1-24 0,0-9 998,-3-3-956,2-1 0,-2 1 54,-4 11-320,2 19-122,2 11 55,2 17 34,0 15-17,2 23-6,-1-20 0,1 1-302,1 25 299,1-11 1,2-2-9,2 0-8,5-2 0,4-2 2,11-10 46,15 3 44,-1-27 34,-3-17 28,0-12 16,-2-16-172,0-8 201,-3-11-101,-18 25 0,-1 0 284,6-19-307,-11 13 1,-1 1-6,-1-6-39,0-10-79,-5 29-297,-2 13-577,0 12-939,0 11-2590,3 10-5355,6 10 9213,0-8 1,0-8 0,-6-13 0</inkml:trace>
  <inkml:trace contextRef="#ctx0" brushRef="#br0" timeOffset="4934">2994 4337 20408,'0'-6'4078,"0"1"-3170,0 5-292,-24-63-264,16 46-279,-5-19 0,0 8-56,10 27-6,1 9-11,2 0 6,2 25 10,5-1-21,8 20-18,10-3 1,10 1-17,-3-11-15,-5-12 1,1-2-42,7 6 11,11 11 17,-26-13 5,-15-1 6,-15 0-16,-15-3-3449,-15-4 3448,2-7-267,5-9 1,0-4-60,-11-10-441,-12-11-397,31-17-186,15-10 280,19-7 734,8 0 527,5 4 330,-3 7 392,-5 8 3469,-6 9-3178,-4 6 385,-5 8-950,-3 5-286,-3 4-173,-2 5-23,-3 9-11,-2 11-34,-4 16-17,-2 17-42,9-22 1,1 2-74,1 3 1,1 1-404,2 2 0,2-1-1210,6-1 1,3-1 1705,6 1 0,2-3 0,4 4 0,4-9 0</inkml:trace>
  <inkml:trace contextRef="#ctx0" brushRef="#br0" timeOffset="5342">3713 4431 17568,'1'-7'5932,"-1"1"-4946,0 6-152,0 0-4939,-103-9 4116,68 17-8,-27-4 0,6 7 607,41 27-649,3 7 10,16-5 29,19-3-6,0-16-38,31-4 49,-27-16 69,24-7 3314,-22-8-3130,5-17-40,-12-2-100,-6-2 123,-11-2 16,-4 7 321,-2-4-237,-2 5-257,0 14-11,-1 5-146,2 9 23,0 2-34,-1 18-62,1 23-195,-1 12 38,5 2-828,7 0-1860,9-11 2991,-4-15 0,0-1 0,4 3 0,-1-5 0</inkml:trace>
  <inkml:trace contextRef="#ctx0" brushRef="#br0" timeOffset="6624">4336 4520 16714,'0'-43'1492,"0"0"0,-1-7 0,-2 7-697,-4 10 206,-6-10-766,0 24 155,-8 9-278,-12 17-42,-3 12-51,5 6 1,1 3-324,-7 15 301,14-15 0,3 2-11,5 0 0,4 0-25,0 14 28,9 14 22,22-31 62,13-12-12,-1-10 231,17-19 21,-14-3-128,5-8 734,-9-5-280,-12-4-298,-3 1-3492,-5-1 3241,-9 16-6,-1 7-146,-1 8 12,1 10 39,2 19 16,2 25-10,-1 2-444,-4 3 1,-2 5 434,-2-11 0,-2 1-17,1 9 0,-3 5-150,-2-5 0,-3 3 0,0-2-6,2-13 0,0-3 0,-2 3 97,1 0 1,-2 4-1,1 0 1,-1-6 58,-4 16 0,-1-5-33,-5 0 1,0-8 287,-4-13-135,-2-2 41,9-53-30,11-25-78,6-6 1,5-7-149,5-1 1,5-4 44,1 7 1,3-2-1,0 3-7,-1 14 1,1 1-1,3-1-290,4-2 0,4-4 0,1 1 0,-1 5-14,0 2 0,-1 4 0,3-2 63,9-12 0,2-3 1,0 5-28,5-1 1,-1 5 1441,-4 5 1,-1 1-1115,0 2 0,-3 1 112,9-8 95,-7 4 1285,-24 23-601,-7 6-376,-4 1-218,-8 10 1623,-6 7-1758,1 2 355,-9 23-439,11-14 29,-2 32-18,16-24 40,10 10 78,11-18 17,10-9-16,4-11 38,2-10 17,-3-9 1,-8-10-1,-10-7-140,-10 3 79,-9-12-12,-13-3-50,-3 1 118,-8-2-28,4 21-62,-1 11-51,2 9-55,-5 16-23,-3 13 0,-4 21 0,14-15 1,1 3-255,1 4 1,2 3 225,3 1 0,2 1-28,2 2 1,4 0-194,5-1 0,3-1-446,3-2 0,4-1-738,4-3 0,6-3 1422,8-4 0,0-4 0,4 3 0,3-12 0</inkml:trace>
  <inkml:trace contextRef="#ctx0" brushRef="#br0" timeOffset="7001">5733 4087 18778,'-5'-2'4375,"2"0"-3821,3 2-212,-66 4-129,39 7-174,-10-6 0,2 4 124,15 25-107,13-5-12,-2 14-16,14-9 17,5-5 22,10-6 40,4-8 72,1-8 62,-2-5 17,-4-7-6,-4-7-6,-4-7-22,-6-6-28,-3-3-22,-6-2-51,-2 3-78,-1 8-11,-5 5-68,6 9-280,-8 11-419,4 13-1345,-4 18-4543,5 15 6621,3 1 0,3-17 0,3-14 0</inkml:trace>
  <inkml:trace contextRef="#ctx0" brushRef="#br0" timeOffset="7268">5776 4713 20392,'-8'2'3472,"0"0"-3125,8-2-179,0 0-145,-28 36 27,28-21 23,-18 26 45,38-34 61,2-3-78,-5-4 296,1-6-144,-11-2-91,-1-7-89,-10-2-101,-7-1-493,-8 0-2167,-5 4 2688,-6 4 0,14 4 0,1 4 0</inkml:trace>
  <inkml:trace contextRef="#ctx0" brushRef="#br0" timeOffset="7552">1964 6305 21607,'-36'6'137,"1"-1"0,-13 4-2807,81-14 0,19-5 2726,-17 5 0,3-2-13,5-2 0,7-1 1,4-1-1,-1 1-157,-1 0 0,0 0 0,2 0 0,3-1 132,-8 2 1,3 0 0,1 0-1,2-1 1,0 1 0,0 0-112,6-1 0,0 1 0,2-1 0,0 1 0,0 0 0,2 0 43,-7 2 0,1-1 1,0 1-1,1 0 1,0 0-1,1 0 1,0 0-13,-2 1 0,2 0 0,1 0 0,0 0 0,-1 0 0,-2 0 0,-3 1 0,-3 0 0,4 0 0,-4 0 0,-2 1 0,-2-1 0,1 1 0,9-1 0,-1 1 0,1-1 0,-1 1 0</inkml:trace>
  <inkml:trace contextRef="#ctx0" brushRef="#br0" timeOffset="9700">6997 6012 16667,'14'-60'1777,"0"-1"0,0-4 1,-1 6-686,1-3-994,-7 28 1,0-1 674,2-15 27,-5 17-554,-3 16-115,-1 9-215,0 9 95,0 12 62,0 15 351,-1 18-393,-1-8 0,-1 2-9,-1 17-22,0-16 0,0-1 12,-1 7-1,0 5 0,1-12 123,1-13 40,2-14 302,0-16-431,1-7 16,2-22 12,1-11-28,1-20-26,-1 27 1,0 0 2,-1-2 1,0 0 10,0 2 1,-1 1 67,0-25 28,0 16-17,-2 18-123,-1 13-90,0 10 45,0 12 33,0 14-167,-2 38-17,1-27 0,1 2-573,0 14 0,0-1 295,0-13 0,1-1-1344,4 10 1,3-1 1828,4-7 0,1-2 0,2 17 0,6-11 0</inkml:trace>
  <inkml:trace contextRef="#ctx0" brushRef="#br0" timeOffset="9967">7525 5862 19837,'-4'0'3770,"1"0"-2370,3 0-1143,29-15-139,-10 8-22,25-13 150,5 5-128,-4 1-96,1 0 12,-10 3-51,-27 9-151,2 0-505,-9 2-5275,1 9 5948,-1-3 0,0 4 0,-1-6 0</inkml:trace>
  <inkml:trace contextRef="#ctx0" brushRef="#br0" timeOffset="10493">8893 5630 15541,'2'-6'5674,"0"1"-2974,-2 5-2269,-52-61 123,8 42-473,9-14 1,-1 3 83,3 26 1,2 7-82,6 1-5683,-25 12 5599,34-4 1403,-6 28-1431,17-16 22,8 7 1,3 2-1,6 0 6,5-2 0,5-1-33,20 9-1,-7-11 0,1 0 381,-7-7 1,-1 0-356,1 0 0,-3-1 24,-2 1 52,-14-2 3374,-29-6-3380,-14-2-43,2-6 1,-1-2-247,-24-1 249,11-2 1,0 0-12,1-2-11,5-1 0,3-1 176,12-2-1291,-7-7 1115,28-1 0,-5 4 0,14-1 0</inkml:trace>
  <inkml:trace contextRef="#ctx0" brushRef="#br0" timeOffset="10751">9427 5205 21399,'-2'-3'3574,"0"1"-2649,2 2-841,-22 52-54,16-18 1,0 4-40,-7 15 1,0 2-681,8-9 0,2-2 577,0 2 0,2-2-186,2-9 1,2 0 34,-1 0 0,4 1-1166,10 11 1,4-3-190,4-1 1618,11 0 0,-1-5 0,-13-16 0,17 8 0</inkml:trace>
  <inkml:trace contextRef="#ctx0" brushRef="#br0" timeOffset="11300">9334 5744 16611,'41'-35'-12,"-1"-1"1,-9 4 0,2 7 895,15 20 1,2 8-896,-17-4 0,-1 0-3,7 0 0,-1 0 655,-4-2 1,-4-1-647,3 0 953,5-7-797,-21 3 2600,-13-8-2516,-16 1 715,-8 0-687,-13 6-44,-2 6-96,-2 9-95,7 1-11,-7 20-23,18-2-28,-2 14-27,17-3-40,16-3 34,2-7-12,27-2 107,-8-16 62,14-1 84,-15-13 89,-6-8-100,-10-1 341,-4-16-196,-9 8-23,-3-10-49,-3 8-18,-3 5-134,2 7 56,0 2-162,3 8-158,0-1-77,2 28-130,6-1 79,2 15-661,8 2-705,3-4-1200,11 9-2094,8-5 4968,12-6 0,-23-16 0,0-8 0</inkml:trace>
  <inkml:trace contextRef="#ctx0" brushRef="#br0" timeOffset="11517">10429 5704 15160,'2'-7'3702,"5"-25"1,-2-4-2258,-8 6-1188,7-6 1,-5 1 655,-34 13-554,-6 17-202,-11 4-31,11 13 0,0 5-596,-11 16 470,16-8 0,4 3-51,2 25-94,20 1-135,20 1-191,16-4 101,2-14-868,21 0-720,-16-26 1,3-3-1362,2 0 1,1-2 3318,5-4 0,-3-3 0,3-1 0,-19-3 0</inkml:trace>
  <inkml:trace contextRef="#ctx0" brushRef="#br0" timeOffset="11761">10914 5406 22066,'-6'-57'1473,"-1"0"0,1 6 1,-2 7-864,-7 7-240,0 13-169,2 10-156,4 7-39,2 10-1,1 13-5,-1 20 11,0 24-490,4-20 1,1 2 374,0 6 1,2 2-149,0 4 0,2 0-233,-1 1 1,2 0-331,2-3 0,1-1-574,2-5 0,1-3-2168,2-7 0,2-4 3557,11 13 0,-8-22 0,-7-14 0</inkml:trace>
  <inkml:trace contextRef="#ctx0" brushRef="#br0" timeOffset="12044">11187 5448 21181,'0'-4'3092,"-1"0"-2857,1 4-78,-51-2-101,30 11 3,-14-1 0,-1 4 58,2 23-70,12-11 1,-1 0-3,1 0 0,0 0 39,-17 20-39,11-6-23,12-8 51,14-7 51,18-6-63,22-6-103,-8-6 0,3-3-140,10-2 0,2-1-946,6-2 0,1-1-432,4 0 0,0-2-3356,-1 0 1,-3 1 3461,-13 1 0,-4 1 0,12-1 0,-36 3 1</inkml:trace>
  <inkml:trace contextRef="#ctx0" brushRef="#br0" timeOffset="14117">12626 5746 23668,'24'-49'767,"0"-1"1,-1 3-1,-5 9-419,-12 22-231,-1 3-122,-4 15 49,-3 14 1,-1 17-28,-2 1 5,0 8 3,0-10 1,1 3-26,0 26-31,0-9 0,2 0-85,3-16 1,2-2 104,1 29-28,8-21 61,-4-22 174,2-7-101,-3-23-5,1-22-34,-3-3 34,3-25-20,-3 22 0,-1-4-650,2-12 1,0-3 607,1-1 0,-1 2-14,0 8 0,0 5 8,4-14 206,3 17-206,2 9-22,9 0-6,13 15 6,3 17-11,0 6 0,4 20 0,-10 8 2,-13-11 1,-2 3-1,1 10 1,-4 1 520,-4-6 0,-2-1-521,-2 4 1,-2-2 25,-3 2-6,-2-5 40,-1-19 106,0-1-85,1-10 46,3-18-112,-1 3 33,10-37-17,-5 23 6,6-6 0,1-1-5,9-4-18,-5 12 1,0 1-1,8-1 229,5 7-228,-7 14-12,14 6-134,5 17 50,-8 0-134,5 21 23,-23-15-365,14 19-801,3 4 678,-6-8-801,-5-8 0,2-3-570,4-4 1141,7 4-1232,9-21 1882,-23-8 1249,22-15 735,-28 1 278,3-11-1035,-15 10 717,-3-1 22,-2 8-1120,-1 2-291,0 3-275,-1 6 0,2 0 12,16 0-12,5 0-6,8 0-10,9 0-1,-6-4-5,0 1 11,11-12-6,-24 5 40,14-14 61,-18-14-72,-5 12-12,-3-12 129,-18 13-39,-3 8 5,-13-4-11,-3 14-5,-3 7-51,5 5 0,-12 17-22,16 5-28,-7 18-28,19-8-82,9-5 1,3-1-26,5 4-75,2-3 0,3 0-474,19 7-89,0-14 0,4-1 257,15 5-27,1-14 0,1-7-144,11-13 777,-18 0 0,-1-4 274,14-20 156,-12-7 57,-12-6 55,-9-4 35,-8-2 27,-6 5-44,-4 8-202,-3 13-264,-4 12-184,1 7 512,-4 10-496,0 1 12,-5 28-11,3-1 16,-1 10-5,4 4-45,4 1 11,-1-8-67,4 16 62,1-37 61,2 3 11,5-23-16,6-16 22,7-12-11,5-14-29,2-9-16,-6 8 39,-6 9 1,2 0-7,11-7-19,-9 13 0,1 2-8,7 0-12,9 8 12,-16 13-12,11 8-5,-12 12 0,-3 13-6,-5 8 12,-2 5-18,-5-9-27,5 9 50,0-21-11,8 3 22,0-15 0,7-13-50,5-9 22,6-11 39,0-6-5,-2-4-6,-4 1 12,-5 2-12,-6 8-11,-6 9-17,-3 7 0,0 6 6,1 9-6,6 6-5,2 10 11,1 5-6,0 1 0,2-2 34,-1-3-34,-3-9-72,15-1 66,-6-11 18,17-2 21,-4-12 29,9-15-34,-18 4 68,8-15 5,-23 12 33,1-5 35,-10 7-35,-7 6-66,-11 7-40,-3 5 78,-26 6-61,9 6-16,-11 6 4,17 4-21,9 5-6,8-3-51,8 12-16,6-11 50,8 9 33,6-10-16,5-5-6,3-6 45,0-5 56,-4-7-50,-8-2 67,-1-11-29,-10 1-38,0-3 50,-6-6-62,-3 7-33,-2-8-62,-1 6-274,0 2-644,1 3-1636,2 1 2627,1 5 0,0 3 0,0 3 0</inkml:trace>
  <inkml:trace contextRef="#ctx0" brushRef="#br0" timeOffset="15001">16257 5592 14040,'14'-17'5265,"-3"2"-3994,-11 14-655,0 0 925,0-4-712,-1 1-129,0-4-123,-2 0-68,0-2-71,0-2-41,0 1-33,-1-1-11,0 3-28,2 2-112,0 4-85,2 1-189,0 2 44,5 7 23,6 7 5,10 15-6,6 12-21,4 10-7,-1 4-10,-2-2-23,-5-5-23,-6-6 62,-8-16 17,-11-3 6,-12-17 16,-7-1 1,-3-11-6,3-11 11,8-23-28,6 9-28,12-20-12,12 17-133,15-6-1935,-3 19 1,2 2 1709,16-4-252,-11 9 0,2 1-778,17-1 579,-21 6 0,1-1 76,-1 0 1,-1 1-147,28-6 852,-13 2 717,-18 3 352,-16 3-403,-13 2 1440,-12 1 2293,-1 2-3582,-4 0 165,6 3-629,3 2-90,3 4-28,3 4 6,14 10-118,7-2-34,17 3-22,-4-10-28,20-2-11,-1-8-1663,-12-4 1,0-2 1717,13-3-494,-16-7 1,-3-4 521,-9-3 136,16-21 133,-22 10 107,-1-4 185,-7 5 2507,-8 12-3067,-3 7 1521,-3 9-1577,-3 13 22,-7 15-14,-2 10 0,0 6-3,-2 5 1,0 2-454,-2 3 0,0 3 259,4-11 0,0 3 0,1-1-1271,1-2 1,1 0 0,0 1 1470,-1 5 0,0 2 0,1-4 0,0 3 0,2-4 0,0 9 0</inkml:trace>
  <inkml:trace contextRef="#ctx0" brushRef="#br0" timeOffset="15994">6882 7250 30088,'0'-3'387,"0"1"443,0 2-1410,0-20-23,0 15 195,1-15 102,-1 21 103,0 3-556,1-1 374,-1 6 421,-1-1 109,-4 1-29,-1-2 47,-2-4-101,-7-3-174,3-5-12,-4-4-29,7-3-35,2-8-89,2-9-28,2 0-68,3-4 267,4 15 44,4 5-11,8 7 34,0 2-84,24 18 78,-17-3-45,5 10 1,-1 5-68,-3 16 98,-8-8 1,-5 2-343,-11 0 0,-8 0 314,-7 6 0,-5-1 22,0-5 1,-4-1-30,-5 1 1,-5 2 0,2-4 96,-1-2 0,0-3 84,-12 10 0,1-5 58,0-9 208,7-33-168,21-13-107,0-8 152,11-23-169,10 16-66,7-14 16,8 20-5,-1 13 667,23 8-640,-5 18-75,-7 1 0,0 4-137,14 15-505,-8 4 1,0 3-920,-9-10 1,-1 1 1602,17 16 0,-1-3 0,-5-2 0,-2-8 0</inkml:trace>
  <inkml:trace contextRef="#ctx0" brushRef="#br0" timeOffset="16194">7590 7501 26693,'40'-25'-624,"1"0"0,-1 0 0,0 1 0,-1 1 0,-1 7-762,3 7 0,-2 4 287,3-1 1,-6 1 0,-7 0 0,-2 2-1</inkml:trace>
  <inkml:trace contextRef="#ctx0" brushRef="#br0" timeOffset="28727">9349 7112 23175,'-32'-42'403,"0"0"0,5 5 1,-1 11-292,-13 32-39,11 10 0,1 6-31,-1 3 0,0 3-729,-2 2 1,1 3 708,-3 7 1,1 1-377,6-5 0,2 0 354,-5 9 0,4 2-31,6 3 0,6-1 478,5 13-509,21-27 1,8-6-77,9-16 1,6-7-501,12 4 0,4-5 408,7-6 1,2-4-21,3-2 1,-1-3-126,-2-3 0,0-3-270,-6-1 1,-2-1-163,-5 0 1,-2-2 47,-7 1 0,-3-3 487,-6 2 1,-2-2-121,12-22 515,-14-1 398,-11 0 386,-5-1 320,-2 0 61,1 1-123,2 1-145,0 6 721,-2 6-1007,-2 10-208,-3 10-268,-3 6 874,-1 6-1093,-2 8 166,-5 12-138,-5 17-50,-4 13-14,7-20 0,1 2-256,0 1 0,1 1 250,2 0 1,2-1 7,1 0 1,3-1-12,10 24 29,12-12-3229,24-9 3211,-10-18 23,20-6-4,-21-14 15,7-7 341,-5-7-262,-4-9 56,-6-6 5,-4-2 39,-4-12-145,-7 16 134,-1-9 3426,-8 22-3342,-1 3-196,-2 7-67,0 5-464,0 2-315,0 6-1433,0 2-5574,0 7 7758,0-2 0,0-5 0,0-4 0</inkml:trace>
  <inkml:trace contextRef="#ctx0" brushRef="#br0" timeOffset="29643">9838 7184 21483,'-7'-49'1154,"1"0"0,2 9 0,0 7-902,-2 12 180,4 11-141,0 3-179,1 2-168,-1 4 67,2 18 34,-1 12-11,-2 27-29,-2-10 1,-1 4-607,-1-2 0,-2 2 610,2-8 1,-2 2-1,1-2 5,-2 3 0,0-1-1509,-2 10 0,1 0 1498,3-13 0,0-1 2,1 8 1,0 0-135,2-1 1,2-2 133,1 18-123,1-11 157,1-32 1008,0-10-661,0-10 3023,1-19-3381,0 1 11,1-15 0,0-4-17,1-7-2,0-2 0,1-6-533,1 0 0,0-1 504,2-1 1,0-1 13,2-8 1,0 2-91,0 13 1,0 4 89,-1 4 1,2 2 5,-2 5 1,2 2-7,10-17-5,0 14-5,0 11-46,-4 11 34,30 7 12,-20 8 1417,24 5-1446,-2 22 23,-7 2 224,-13-8 1,-3 3-225,5 22 0,-15 0-184,-23 2 195,-19-3 14,5-25 0,-4-1 5,-2-1 1,-2-2-6,0-1 0,1-2 25,-24 8-16,17-10 27,2-8-257,18-8-1092,-3-4-7249,12-5 7717,3 0 0,3 3 0,0 3 0</inkml:trace>
  <inkml:trace contextRef="#ctx0" brushRef="#br0" timeOffset="30353">10483 7448 9818,'0'-9'4332,"5"-25"1,2-6-2116,6-2-1895,-5 0 1,2 0 1195,13-12-796,-12 26 247,4-7-633,-10 20-17,-3 8-358,-1 8 581,-3 12-503,-3 15 164,-1 6-192,-1 5 0,-1 5-14,3-10 0,-1 1-8,0 16 0,0 0 8,2-18 0,3-1-121,7 9 0,4-3 118,11 5 6,-2-15 0,4-3 12,23-1 27,5-13 11,0-18 17,-2-12-33,-14-5 67,2-18-17,-22 14 0,-1-3-31,2-12 0,-2-3 6,0-8 0,-2 1-31,-5 12 0,-2 2 72,-1-4 1,-3 6-11,-9 7-56,-3-5-68,-2 20-76,1 8-1201,6 7-5646,3 10 6957,5 4 0,-1-2 0,2-3 0</inkml:trace>
  <inkml:trace contextRef="#ctx0" brushRef="#br0" timeOffset="30943">12092 7285 18683,'0'-5'4498,"0"2"-3787,0 3-207,-37-63-101,14 41-252,-4-14 1,-3 5 44,-3 23-146,6 6 74,-13 11-102,13 6-22,-11 15 0,15 9-4285,12 19 4280,11-15 314,7-11 1,5 0-321,19 9 5,-9-16 1,1-1-4,2-1 1,1-1 25,21 15-6,-7-5-6,-14-7 40,-13-4 11,-20-4 0,-20-2-22,-21-2-15,16-6 1,-1-2 2,-2-1 1,0-1 1626,3 0 0,0-2-1666,-19-3 116,15-5-3079,13-6-403,12 2 2535,8-4 0,4 10 0,2 1 0</inkml:trace>
  <inkml:trace contextRef="#ctx0" brushRef="#br0" timeOffset="31210">12642 7266 18285,'0'-4'5126,"0"1"-3115,0 3-1642,-61-17-279,34 20-29,-16-4 1,-2 5 11,3 31-59,16-12 0,1 4-20,-1 12 1,4 1-7,-4 9 4,14-17 0,7-2-99,22 0-139,14-4-497,0-11 1,5-2-474,-2-5 1,0-2 263,1 0 0,0-4-2980,-1-6 0,-2-2 3932,7-5 0,-6-1 0,-17 5 0</inkml:trace>
  <inkml:trace contextRef="#ctx0" brushRef="#br0" timeOffset="31610">12880 7237 17425,'11'-50'1506,"0"0"1,1 0 0,2-12-1,-3 8-749,-7-3-438,-3 32 893,-1 11-1167,-1 12 260,-7 29-294,-2 12 12,-5 17-222,5-18 0,-1 1 201,2-1 1,-2 0-3,-2 13 0,0 2-3,0-1 1,0 1-1381,3 7 1,1-4 1379,2-18 0,2-3-3,4 5 1,2-4 5,8-8 56,9-4 6,4-22-40,0-10 68,8-22-34,-2-8-51,-10 13 1,1-4 27,5-7 1,1 0-6,-4 6 0,1 1 125,3-2 1,-1 3-104,11-3 3272,-12 14-3305,-6 9 11,1 9-5,1 7-29,17 16-11,-11-3-5,11 18-3395,-4-1 3103,-6-6-1069,14 12-6168,-3-12 7551,-2-6 0,-5-5 0,-18-16 0</inkml:trace>
  <inkml:trace contextRef="#ctx0" brushRef="#br0" timeOffset="31970">13769 7408 24822,'-34'14'182,"0"-1"0,-12 11-53,67-16-85,3-4 2,17-4-18,-6-7 50,18-10 34,-15-4-11,-4-1 196,-10-8-168,-14 13 369,2-19-184,-13 19-85,-6-5-122,-8 11-68,0 6 50,-13 8-55,13 3 61,-18 23-84,15 4-11,-3 20-11,11-12-202,9 11-2744,27-1-1227,-3-8 4184,0-18 0,0-4 0,-5-9 0,0-1 0</inkml:trace>
  <inkml:trace contextRef="#ctx0" brushRef="#br0" timeOffset="33606">14588 7431 22615,'13'-48'636,"0"1"1,-1 4 0,-8 9-374,-21 21-112,-11 6-33,-12 14 5,-15 12-637,22-2 0,-1 4 548,-2 5 0,-1 3-3,-6 11 0,2 1-34,13-13 0,3 1-3,-4 8 0,7 0 269,15-1-239,33 4-13,1-20 25,6-13 1,3-5 19,21-15-34,-22 2 0,-1-3 14,-1-4 1,-3-3-197,-3-3 1,-3-2 209,-2-3 1,-3 0 16,7-20 14,-13 7 0,-3-3-39,-5 12 0,-1-2 82,1-15 1,0-2-89,-2 8 0,-1 1 3,0 3 1,1 0 12,-1 6 1,0 3 132,1-15-78,-1 22-152,-1 14 387,-1 16-320,-1 18 6,-4 26-23,1-15 1,-1 3-178,-2 5 1,-1 3 165,-1 2 1,0 1-9,2-1 0,1-1 2,0-2 1,4-2 0,6 1 1,7-4-35,4-8 0,7-5 6,3-4 0,5-6 0,5-9 0,2-7-108,-2-6 1,-2-6 124,2-2 0,-1-4 19,-3-3 0,-3-1 8,-2-3 1,-2-1 33,13-25 12,-9 3 44,-12 10 17,-7 15-67,-8 13 959,-12 17-999,-9 11 12,-9 13-23,2 9-10,9 3 21,11-2 221,11-12-243,25 6 34,6-18-9,-6-7 1,3-3 19,6-7 0,-1-4 0,15-4 0,-18-3 0,-2-3 56,1-12 67,2-12 51,-13-4 11,-11-3-12,-7 2-44,-9 3-45,-1 6-34,-4 7-44,1 9-90,2 7-1042,2 5-627,3 6 1725,2 9 0,0-6 0,2 5 0</inkml:trace>
  <inkml:trace contextRef="#ctx0" brushRef="#br0" timeOffset="34470">15679 7501 25797,'17'-9'761,"-1"1"-680,6-13 1,2-5 30,10-19-831,-8 10 1,-2-3 779,-5 2 1,-4-2 8,0-3 0,-3-2-1695,-2-2 0,-1-1 1659,-2 0 0,-2 0-4,-2 3 1,0 2 483,-2 6 1,0 3-414,-1-14-56,-2 19-29,0 15 463,-2 9-546,0 9 78,-8 12-5,-15 38 1419,13-24 1,-1 4-1426,-5 14 0,1 1-647,6-14 0,1 0 636,0 10 0,1 2-29,5-1 1,2-1-186,4-2 1,3 0 207,5 1 0,5-5-33,17 0-12,26-12 25,-17-26 1,3-4 22,0-3 0,1-3 22,8-6 1,-1-3 8,-13-4 0,-3-2 11,-4 1 0,-3-1 17,15-20 50,-15 6 478,-11 6-444,-8 10 1248,-5 9-1377,-2 6 490,-1 5-490,-1 4 28,-3 14-39,0 4-39,1 14 11,1-9-941,9 17-135,1-20 1115,27 27 0,-24-37 0,15 9 0</inkml:trace>
  <inkml:trace contextRef="#ctx0" brushRef="#br0" timeOffset="34670">16624 7044 26441,'-12'-39'280,"1"0"0,1 2 0,1 12-443,6 24 46,1 9-158,2 8-598,0 13-1189,6 12 85,1-6 1977,14 13 0,-13-30 0,5 5 0</inkml:trace>
  <inkml:trace contextRef="#ctx0" brushRef="#br0" timeOffset="35371">17008 7160 27897,'-38'33'33,"3"8"-44,14 15-672,2 4 700,5-2-23,5-8 217,5-12-211,3-14 175,3-13-68,17-24-85,-3-1-11,29-30 40,-2 0-1543,-15 15 1,2-1 1527,-2 0 1,1 2-18,-2 1 1,0 3-99,20-15 56,-6 13-38,-7 14 10,-6 14 18,-3 14-29,-3 12-27,0 11-40,1 5-101,3 2-95,8-3-44,9-7 78,8-10 207,-8-13 36,-8-11 0,1-5 65,12-13 14,-14 2 0,0-3 30,-8-4 1,-4-1 3353,12-15-3278,-14 7 0,-2 0 171,0-5 174,1-11-286,-16 26-123,-14 11-40,-10 16-21,-13 10-12,-8 15 0,1 7-17,7 4-6,11-1 23,14-3 6,12-11-17,24 0 50,2-19-11,17-1 6,-7-18 66,-4-8 119,-8-2 38,-9 2-244,-9 8-13,-6 6 0,-5 13 0,-4 18-1696,-3 8 0,-1 5 1696,2-9 0,-2 2 0,-1 6 0,-1 4 0,0 0-316,-3 8 0,1 1 316,1-8 0,1 1 0,0 0 0,2 1 0,-1 0 0,2-1-334,0-1 0,1-2 0,0 1-36,-2 17 1,-1-1-746,-2-7 1,-4-2 763,-8-3 1,-1-6 0,-4 4 0,-6-13-1</inkml:trace>
  <inkml:trace contextRef="#ctx0" brushRef="#br0" timeOffset="37602">6648 8942 24133,'-17'-43'196,"-1"1"0,2 3 0,9 6-129,30 9-56,-4 8 6,20-2 6,-2 13-46,15 2-16,2 11-207,-2 11 196,-9 12 16,-13 8-5,-14 6 16,-21 4 29,-16 2-3,3-24 0,-2-2-1,-3 0 1,0-2 47,-23 19 62,8-9 129,10-12 101,14-10 51,8-8-41,6-8-273,6-4-68,5-2-11,3 1 196,4 5-174,10 3-16,8 5 5,15 7-22,4 9-45,0 6-12,-7 6-27,-12 1 34,-16 0 61,-22 0 0,-26-2-40,-23-5-86,17-16 0,-3-3-1142,-7-2 0,2-3-37,-15-5-8526,1-9 8497,42 4 1,3-1 0,9 7 0</inkml:trace>
  <inkml:trace contextRef="#ctx0" brushRef="#br0" timeOffset="37836">7677 9050 23646,'-3'0'969,"0"0"-1462,3 0-3618,77-26 2978,-29 12 1,-4 0 0,-4 0 0,-10 7 0</inkml:trace>
  <inkml:trace contextRef="#ctx0" brushRef="#br0" timeOffset="38345">9011 8973 22060,'-2'-9'3434,"0"1"-2908,-1-25 1,1-2-465,1 18-51,-2-23 0,0 11 12,3 37 61,4 13 5,2 25-5,-2-8 0,1 7 0,-1-1-59,0 14 1,-1 3-556,-1-2 1,0 4-1,-1-5 502,-2-1 0,-1-3-56,-1-1 0,0 0-417,1 1 0,0 0-995,0 3 1,1 0-1782,2-11 0,0 1 0,1-1 3270,1 10 1,1-6-1,3 13 1,-1-35 0</inkml:trace>
  <inkml:trace contextRef="#ctx0" brushRef="#br0" timeOffset="38651">9095 9248 18676,'-23'-40'687,"-1"-1"1,1 1 0,-1-1 0,0 0 0,4 6 12,-7-11-426,13 14 1,3 0-196,0-10-18,36-14-33,0 36-17,7 4 1,4 4-29,23 12 0,-16 11 0,0 5 6,14 9-14,-21 9 0,-6 5-26,-11 9 62,0 11 90,-32-8-6,-31-9-67,5-8 28,-1-13 0,-2-4-11,-2-8 637,-7 0-1119,22-15-1633,18-8 2070,5-13 0,4 12 0,6-2 0</inkml:trace>
  <inkml:trace contextRef="#ctx0" brushRef="#br0" timeOffset="39269">9567 8819 21780,'-1'-3'3171,"0"1"-2504,1 2-634,35 11-10,-14 0-23,8 4 0,2 3-28,3 17 14,-13-8 0,-2 2 2,2 10 7,-12 19 5,-13-36 22,-13 17 96,-7-21 83,0-4 51,0-8-100,11-13-113,7-2-11,6-12-45,13-4-11,25-22 0,-4 13-6,3 4 1,2 0-6,10-5-135,-20 15 0,0 1 174,12-7-75,14 1 13,-23 13-56,13-5 23,-34 17 90,-8 4-7,-4 10 18,-3 7-12,-4 25 1,3-15-6,8 24 11,4-36 329,7 9-307,16-9 16,1-6-44,7 2 18,6-10 27,-24-5 118,10-5 184,-18-10-117,-4-6-45,-9-12-50,-11-1-62,-2 4 62,-14-15-78,13 23 38,-15-15-83,15 26-90,-9-1-118,5 11-44,3 5-2448,-2 15-3636,12 1 6330,4 8 0,1-15 0,4-9 0</inkml:trace>
  <inkml:trace contextRef="#ctx0" brushRef="#br0" timeOffset="39752">10762 8685 20599,'0'-8'4828,"0"2"-4481,1-25 1,-2-3 4,-2 16-316,2-19 1,-3 9-54,-1 31 57,-12 28-18,0 12-25,4-9 0,-1 3-285,3 0 0,1 1 299,1 0 0,1 0 0,2-1 1,1 1-4,1-4 0,2-1-2,-1 26 5,2-21-28,4-2 90,0-23 269,1 0 324,2-15-509,-3-3 644,5-11-667,0-8-39,8-13-28,5-8-39,7-6-218,8 4 185,1 10-12,0 13 6,-5 12-12,-4 11 29,-1 11-6,-1 13-6,-2 13 12,-7-2-1,-5 25 7,-16-14-15,-1-13 0,-4-1-8,-25 17 11,-15-9-17,20-25 0,-2-3-289,-2-3 1,0-3 154,-19-3-846,15-9 0,2-5-6974,-9-14 7971,17 7 0,2 0 0,6 2 0,14 11 0</inkml:trace>
  <inkml:trace contextRef="#ctx0" brushRef="#br0" timeOffset="40502">11122 9246 27326,'19'-44'53,"-1"0"1,0 0 0,0 0 0,0 1-1,0 1-11,7-9 0,-1 2-2342,0-9 0,-3 0 2311,-4 12 1,-2-3 19,-4 2 1,0-4 0,-3 3 407,-2 3 1,-2 1-376,1-17 0,-2 4 884,-8-3-763,-3 26-179,2 20-6,-1 16 28,3 17 2518,-1 21-2546,3-6 0,1 4 2,-1 10 1,0 4-394,3 10 0,1 2 383,-1-18 1,0 0-1,1 0-9,0 2 0,0-1 1,1-1-52,-1-1 1,1-1 0,0-2-25,0 7 0,2-3-289,4 10 0,4-5-308,9 3 199,-5-20 0,4-6-731,17-9 638,-5-18 110,-5-14 0,-1-6 462,10-19 120,-11 8 0,-2-3 721,-8 4 0,-2-1-175,9-27 247,-8 8 17,-6 14-214,-7 12-279,-7 10-219,-5 8-123,-5 6-73,-1 6 0,5 5-5,4 6-23,14 2 0,10 0 23,14-4-17,8-6-45,7-12 56,-16-2 28,3-12-17,-22-3 0,-1-10 17,-10-5 39,-7-4 29,-5 2 38,-4 4-61,2 12 128,-14 5-94,-1 13-12,-28 20-89,19 0 10,11 3 1,3 4-6,4 15-67,5 15-263,21 1-498,17-2-96,-4-29 1,4-2-623,4-3 1,4-2 1534,7-3 0,-1-2 0,6 0 0,-3-6 0</inkml:trace>
  <inkml:trace contextRef="#ctx0" brushRef="#br0" timeOffset="41036">12326 8989 22434,'-15'-48'45,"1"21"2081,3 65-2115,3-5 0,1 1 28,-2 17 400,3-11 0,1-3-423,1-3 476,-1-2-413,3-25 1614,2-9-1631,3-10 5,4-13-22,6-13 33,6-13 6,4-4-11,6 1-48,-9 26 0,1 3-19,8-5-23,13 5-28,-15 21 45,9 12 11,-3 12-27,-5 14 55,-5 11-28,-9 3-67,-6 1 39,-7-3 17,-4-7 0,-3-10 45,0-12 22,4-15-33,14-26 72,8-11-45,-4 8 1,2-1 35,18-21-97,3 5 0,1 9 0,-1 14 0,6 10 0,-6 16 0,-3 4 0,8 27 0,-21-13-96,-2 2 0,-1 4-1461,-2 19 1557,-9-10 0,-3-1 0,1 4 0,-7 1 0</inkml:trace>
  <inkml:trace contextRef="#ctx0" brushRef="#br0" timeOffset="44393">14849 8916 18156,'-7'-61'1749,"1"0"1,-2 5 0,-4 8-1280,-17 3-106,-10 14-89,-7 16-74,-8 20-81,15 10 1,1 4-1187,-14 13 1063,15-3 1,3 3-9,4 13 3,14-17 1,5 2 19,10 26-18,25-5-8,-1-26 0,6-3 8,5-1 1,3-4-9,3-1 0,1-3-3,-2-3 0,0 0-5,22 3 5,-22-3 79,-24-3-34,-18-2 804,-45 4-776,-8-3-36,11-1 0,-1-1-236,4-2 0,1 0 224,4-1 1,1-1-27,-22-3 12,21-1-324,16-2-818,14 1-1384,16 1-4256,20-1 6131,9-2 1,-17 4-1,-11 2 1</inkml:trace>
  <inkml:trace contextRef="#ctx0" brushRef="#br0" timeOffset="44786">15194 8879 21674,'13'-44'1150,"0"0"0,-2 4 0,-8 8-819,-18 15-129,-14 10-51,-11 17-67,-6 13-50,2 17-23,9 9-253,15 4 253,18 1 0,18-3-17,4-24 1,4-3-12,11 7 25,-6-14 1,1-4 19,7-5 106,5-4 1,-8-12 352,-4-25-252,-13-1-61,-2-18-118,-13 19 0,-2 1-34,-3 11 355,-14-25-361,7 26-4,-9-17-46,10 31-128,2 3-113,-1 8-285,-1 12-431,1 16-561,2 14-1187,4 7-3221,13 5 5960,-1-27 0,2-2 0,2 5 0,2-6 0</inkml:trace>
  <inkml:trace contextRef="#ctx0" brushRef="#br0" timeOffset="45404">15594 9158 22725,'22'-40'628,"1"0"1,-1 0 0,9-13 0,-7 2-257,-16 17 1,-4 0-627,0-1 0,-1-1 394,2-16 0,-3-5-17,-3-7 1,-2 2-543,1 17 0,-1 1 500,-3-18 0,-2 1 17,1 19 0,-1 4 235,0 1 1,0 4-407,-7-15 109,6 48-31,4 18 29,-6 39-26,5-21 1,1 2-244,-3 15 0,1 5 216,3-8 1,1 3-1,1-2-125,0-5 0,1-1 1,1-1 131,0-1 1,0 1 0,3-3-34,2 12 1,4-4-140,2-13 1,2-2 60,5 4 0,4-1-70,10-4 0,2-4-431,14 3 585,-13-17 0,0-7 680,4-15-602,5-9 1261,-13-17-1143,-9-25-68,-12 14 93,-7 10 0,0 0 65,-3-8 178,0-6-330,0 19 727,-2 10-900,0 16 232,0 6-171,2 3 12,1 15 27,12 15-67,4 3-5,13 9 39,1-15-1,1-9 7,2-10 10,-9-9 29,7-16 89,1-22 51,-1-9-57,-1-6 119,-9-7-7,-9 7-133,-4 14 0,-1-1-96,3-15 0,-3 6 0,-4 26 0,-3 10-209,0 6-446,6 11-157,2 8-442,7 17-668,-2 8-1970,-2 6-511,-6-10 4403,-1 2 0,-3-25 0,0 0 0</inkml:trace>
  <inkml:trace contextRef="#ctx0" brushRef="#br0" timeOffset="45578">16657 8961 27286,'24'-48'135,"-6"21"-174,-18 37-225,3 17-1040,5 8-836,1 2-3445,4 7 5585,-3-16 0,-4-10 0,-3-10 0</inkml:trace>
  <inkml:trace contextRef="#ctx0" brushRef="#br0" timeOffset="45760">16862 8687 23562,'-9'-57'905,"0"1"1,2 10-1,1 7-529,-3-2-365,4 24-106,1 3-169,3 18-503,7 17-34,0 7-2263,11 25 3064,-7-22 0,0-1 0,3 11 0,0-1 0</inkml:trace>
  <inkml:trace contextRef="#ctx0" brushRef="#br0" timeOffset="46628">17281 8857 27404,'11'-50'-28,"-4"27"50,-8 62-22,0 17 0,3 4-11,0-1-324,3-7 324,-2-16 78,1-9-11,1-17-17,5-9 12,11-16 22,13-17-20,-12 10 0,1-3-229,3-4 0,1-1 260,1-1 0,-1 0-14,0 1 0,-1 2-34,-2 3 1,0 3 225,18-9-296,-3 18 34,-16 14-6,0 11 18,-8 26-18,-6 2-11,2 21 12,-7-6 16,3-4-50,5-6-51,6-10 23,8-12-6,4-11 560,5-10-493,3-12-5,-2-8 28,-4-12 22,-9-7 39,-9-4 6,-7-1 28,-3 1 56,-7 4 125,-3-1-293,1 15 0,-3-1 0,4 16 0,1 1 0,0 5 0,1 4 0,-2 7 0,-1 10 0,-1 10 0,2 8 0,7 3 0,9 11 0,-1-18 0,9 13 0,-7-18 0,0 7 0,-4 0 0,-5-3 0,-3-2 0,-1-5 0,0-7 0,0-6 0,0-3 0,1 1 0,0 2 0,1 2 0,-1 1 0,0 0 0,-4-2 0,-2 0 0,-3-1 0,-4 2 0,2-1 0,-1 2 0,-1 5 0,3-5 0,-3 10 0,1-2 0,-3 9 0,-5 2 0,-7-1 0,-15-4-293,11-15 1,-3-3 292,-8-2 0,-3-2-460,-5-2 1,-2-4 459,-3-6 0,3-2 0,-9 1 0,15-8 0</inkml:trace>
  <inkml:trace contextRef="#ctx0" brushRef="#br0" timeOffset="47626">18063 9130 22431,'14'-49'631,"1"0"0,-1 4 0,0 5-222,4 6-135,-4 10 286,1-4-246,-11 14-213,2-2 22,-10 6-45,-10 5-11,-8 2-61,-14 9 5,-4 8-5,8 3-1,-3 12-16,13 5 17,6 2-23,8 5-11,14-12 17,7-4 11,-1-8 28,11-3-17,-11-10 112,15-7 23,-8-11-51,2-5 168,1-12 359,1-16-499,-6 13 101,3-14 17,-14 31-40,-1 1-139,-2 9-28,-3 5-23,0 9 6,-1 13-12,0 23-312,1-10 0,-1 2 301,1-3 1,-1 3 12,-1 8 1,-1 6-1,0-1-670,-2 11 1,-1 2 652,0-2 1,-2 5 0,0-2-597,-1-5 1,0-1 0,-3 0 597,-1 2 1,-1 0 0,-3 0-3,-1-2 1,-2 0 0,-3-2 1,0-3 1,-2-2 0,-1-3-227,0-6 0,-2-3 0,0-4 242,-11 3 0,-2-8 136,5-13 1,0-9-137,5-12 1,2-9 2,3-9 0,5-6-3,5-9 1,4-5 148,4-5 1,5-3-147,6-2 0,5 0-11,3-1 0,5 1-20,4 3 1,4 2-74,2 4 1,3 2-272,2 3 0,0 4-45,-6 9 1,2 1 408,25-13 0,-1 4 0,-18 12 0,2 2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3:44:03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1631 2331 24867,'-18'-60'162,"21"11"-162,27 45-563,7 0 1,6-1 536,6-1 1,4-1-453,-6 1 1,4-1 0,1-1 363,4-1 0,1 0 0,0-1-118,0 0 1,0-1 0,1 0-649,-8 1 1,2-2-1,-2 2 1,-4 0-152,12-3 1,-5 2-609,9-4 1,-9 3 1085,-26 4 0,-14 4 1,-3 1-1</inkml:trace>
  <inkml:trace contextRef="#ctx0" brushRef="#br0" timeOffset="843">2527 2074 14474,'-8'0'6138,"3"0"-4539,-30-1 0,-5-2-349,15 1-659,-19 0 1,2 0 90,26 0-365,1 7 115,6 12 88,9 9-336,6 5-417,11 16-633,5 6-77,-9-18 0,1 4-7,-1 3 0,-2 2-855,-3 13 0,-4 1 584,-5-7 1,-3-2 809,-1-1 0,-3-3 393,-7-6 1,-3-5 424,-3 0 1194,-2-9 0,-1-3 683,2-9-237,-9-2-934,24-17-437,4-14-345,5-3-89,10-10-196,26-11-158,-14 24 1,2 1-131,2 0 0,2 1-372,7 0 0,1 1 155,-6 4 1,1 0 10,15-6 0,-1-1 50,-15 8 1,-2-1 98,11-7 0,-4 0 35,-7-2-234,3-4 568,-17 7 570,-11 8 512,0 0-572,-4 6-225,-2 2-381,1 2 440,-3 12-571,1 7-35,-1 25-37,1 0 47,2 2 31,2-1 174,1-8 5,2 15-6,-2-13-5,-1-7 179,1-15 313,-2-12-49,2-8-130,3-21-145,2-9 22,6-17-5,1 2-129,-1 9 45,6-6-79,5 10-39,4 5 0,-1 8-39,10 17 22,-18 9-39,25 20 45,-21 4-12,8 18 18,-16-10 16,-1 19-11,-10-26-17,1 21 11,-4-20 68,-1-7 22,1-8-22,2-23 22,5-14-45,-1-4 140,14-31-33,-5 15-68,-4 12 0,0 0 23,9-13-62,-3 11-33,-4 11-51,13 8 23,-15 12 11,18 11-135,-11 12-252,6 16-481,2 11-1339,-2 8-42,-14-26 0,-2 1 1638,7 22 1,-7-19 0,-6-16 0</inkml:trace>
  <inkml:trace contextRef="#ctx0" brushRef="#br0" timeOffset="1348">3881 2748 20151,'2'-9'2136,"6"-25"1,2-3-1246,-5 13-768,4-11 1,-2 3 27,-5 24-190,-2 15 50,0 11 11,2 20-5,-1 19-6,1-22 0,-1 4-1699,-2 15 1,0 2 1681,-3-1 1,0-1-9,0 0 0,-1 0-239,-2 3 1,0-3 210,2-13 0,1-2 17,-1 5 0,2-2 30,-1 16 40,5-29-17,2-22 34,7-37-12,0-14-17,-3 6 1,-1-4 1121,-2-4 1,-2-2-1111,0-5 0,-1-2 11,0-4 0,-1 0-3,-1-3 0,0 1-20,0 15 1,0-1 26,-1 5 0,0-3 0,-1 4-10,0 2 0,1 0-14,-2-14 1,1 1 176,2 18 0,0 3-230,8-19 0,11 14-11,16 14-11,14 14 11,11 21 19,-27 0 1,-1 4-128,0 5 0,-4 4 125,-4 3 0,-4 3 19,-6 1 1,-7 1-1,-10 1 1,-5-1 7,-15 19 4,-10-17 0,-6-4-12,11-12 0,-2-3-5,-11 6 0,-1-4-87,-19-6-610,16-20-1169,18-16 1863,20-20 0,5 18 0,9-2 0</inkml:trace>
  <inkml:trace contextRef="#ctx0" brushRef="#br0" timeOffset="1749">4424 2766 26340,'5'-61'153,"0"-1"0,1 0 0,2 2-114,1 13 1,1 0-1095,1-7 1,-1-2 1079,0-2 0,-1-1-11,0-1 0,-2-1 8,-3 4 1,-1 0 5,-1 7 0,-2 2 0,-2 7 0,-3 4 693,-6-18-682,-5 21 317,1 16-357,1 21 254,4 8 0,-1 14-175,2 9 0,1 5-80,2 0 1,0 3 40,1-1 0,-1 4 1,2 0-17,3-2 1,1 1 0,1-3-11,1 11 1,4-1-203,4-2 0,4 1 1,1-3-474,4-1 0,4-2-473,-3-4 0,3 3 1,0-5-2080,7 3 0,0-5 2657,-4-7 1,-3-4 0,6 6 0,-14-17 0</inkml:trace>
  <inkml:trace contextRef="#ctx0" brushRef="#br0" timeOffset="3409">5024 2514 20078,'-3'-2'3445,"0"0"-2040,3 2-1366,-49-3 68,45 5-1,-28-3-33,64 4-17,8-6-22,1-6 33,-5-6 12,-10-5-40,-12 2 45,-6-15-50,-12 8 33,-4-8 17,-20 7-56,0 14 45,-13 10 16,3 16-50,0 12-22,4 9-22,10 7-7,11 5 12,14 3-67,14-2-106,15-4-91,14-7-569,11-9 149,6-11 304,-12-10-136,-15-10 1,-1-5 263,6-7 204,13-14 210,-26-4 90,-11-5 112,-8-4-134,-5 9 604,-4-12-274,1 21-111,-1-6-169,1 16 169,1 7-466,0 5 102,5 7-62,4 7-23,7 12-11,2 10 11,-1 5-12,-3 2 12,-4-2 6,-1-5-12,-3-8 29,-1-10 100,-1-7 62,0-8-68,0-9-33,3-8-5,4-12-23,3-8-6,4-7-5,3-1-34,3 5-22,2 8-11,2 11 10,1 9-4,3 9-7,1 12 6,-2 11 23,-5 13-17,-7 10 11,-8 6-11,-6 2-6,-4-3 39,1-9-5,0-13 5,1-14 18,-1-7 128,6-11-17,8-14-112,-2 0 34,10-22-34,-7 3-11,0-2 0,-5 9 0,2 0 0,10-12-17,-1 0-11,-1 17-17,-10 20-11,5 4-16,2 12-7,5 10-27,0 13-51,-2 9-140,-2 4-313,1 0-404,5-2-258,5-8-228,7-7 659,-6-13-1231,21-13 1540,-16-15 683,13-9 448,-20-6 1003,-9-10-992,-12 12 606,-4-6-141,-7 15-246,-1 0-307,-2 6-242,-2 6-303,3 2-10,0 2 5,3 5 11,0 2-17,3 6-5,4 1 11,5 0 0,7-3 6,5-4 16,5-5 23,2-9 28,0-7 11,-4-8 16,-6-8 7,-8-4 27,-7-1 29,-6 2 55,-12 0-151,2 14-16,-8 2 77,-2 12-122,1 6 5,-17 16-11,15 0-33,-11 35 21,21-23-4,-4 21-96,15 1 5,13-10-55,12 16-62,19-22 17,13-10 114,-25-16 1,1-4 47,5-3 0,-1-5 53,0-6 1,-2-4 38,-5-3 1,-3-1 8,11-18 11,-24 5 96,-8 6-18,-3 2 40,0-5-123,0 12-85,-1 5 7,1 8-46,3 5 62,6 8 0,5 11-11,3 12 28,-1 9-12,-3 3 12,-1 0-11,-1-4 44,7-3 0,-1-15 79,8-8-84,-7-12 0,3-6 39,11-10 11,-2-4-17,3-5 18,-12 3-52,-16 8 24,-4 0-46,-3 5-28,-1 1-5,0 0 0,0 3-347,0-1-1143,6 1 324,-1 1 1177,14-2 0,-12 2 0,6-1 0</inkml:trace>
  <inkml:trace contextRef="#ctx0" brushRef="#br0" timeOffset="4566">7019 2749 16103,'-15'-44'743,"0"0"0,4 6 0,0 7 1798,3 16-2272,4 8-224,3 5 937,0 4-994,5 12 617,3 12-588,6 16 0,4 10 11,0 4 1959,-1-1-1875,-2-1-34,-5-14-39,-3-9 79,-4-16 168,-2-10 263,2-2 39,2-10-499,-1-1 68,12-27-112,-5 12 56,14-29-51,-2 11-22,8-6-33,8 1 5,-5 17 0,-4 9 16,0 14-10,-2 11 5,11 7 17,17 19-17,-4 3-11,-3 1 23,-3-1-12,-11-11-17,15 3 12,-19-12 67,13-6-45,-25-13 28,18-13-17,-6-13 22,-5 0 1,1-3-436,-4 1 1,-2-2 392,4-10 1,-2-2-9,-7 2 1,-3 1-7,-3 7 1,-1 0 11,-2-12 0,-3 0-240,-3 9 0,-3 0 237,-7-17 0,-2 0-11,3 20 0,-2 0 11,-7-7 0,-2 4 40,-4 1-41,-1 3-140,9 19 209,9 16 1318,0 35-945,2 14-75,0 12-102,2-20 0,3 0-122,1-3 0,1 1-369,3 12 0,2 2 144,3-9 1,3 2-1,0-4-34,2 4 0,2-1-255,1-6 1,4 1 0,-1-5-202,4-3 1,1-3-143,7 5 1,2-1-224,-3-7 1,1-4-1750,1-5 0,0-4-7158,12-3 8722,-10-8 0,-23-6 0,-11 3 1</inkml:trace>
  <inkml:trace contextRef="#ctx0" brushRef="#br0" timeOffset="5049">7923 2498 21853,'-41'-19'605,"1"1"0,-1 2 0,17 4-638,30 7-124,30 2-123,21 1-308,-11 1 0,5 0 382,-7 1 1,2 0 0,0 0 72,2 0 1,0-1-1,0 0 108,-2 0 1,0-1 0,-3 0 30,12-2 0,-6-2 94,7-7 1,-24 1 524,-12-7-323,-18 4-156,-4-1 336,-23-3-113,0 9 46,-14-2 545,6 8-652,9 3 166,2 8-371,4 13-103,5 9 11,2 5 0,14 22-17,3-25 14,6 2 1,3-1-154,11-1-167,6 3 579,10-17 86,-15-15-174,6-3 213,-8-14 163,-3-14-225,-3-3-28,-2-5-178,-10 14 139,-2 4-224,-3 11-84,-1 1-44,0 11-63,3 9-520,4 14-2067,9 15-2476,-1-4 5215,5 6 0,-13-27 0,1 0 0</inkml:trace>
  <inkml:trace contextRef="#ctx0" brushRef="#br0" timeOffset="6899">9091 2227 19378,'-4'-53'1067,"1"1"0,-1-1 1,1 4-1,-1 2 0,1 11-726,-1 10-318,0 8-70,2 22 119,-1 19 97,1 8 0,0 5-61,1 3 1,0 1-359,-1 4 0,2 1 279,1 5 1,2-1-187,1-6 1,1 0-236,3 11 0,1 1-336,3-3 1,2 1-1473,6 3 0,1-2 520,-6-18 0,0-3 1626,5 5 1,-2-6-1,-8-15 1,1-3 0</inkml:trace>
  <inkml:trace contextRef="#ctx0" brushRef="#br0" timeOffset="7315">9068 2515 13301,'-4'-4'8110,"0"2"-6222,4 2-1804,-25-34-45,35 25-34,-22-24-5,41 30 0,10 7-39,4-4-40,2 1 1,4 0-28,-15-1 0,1 0-48,14 0 0,-1-2 81,13 0 64,-24-2 1,-5-1 64,-13-1 101,4-6 28,-19 1 246,-7-7-246,-2 5 470,-11-8-414,8 13 207,-6-5-84,8 9-213,-1 0-167,2 5-7,-2 15 12,1 6 0,0 8-28,3 11-192,9-4-32,0 1-1493,11-4 0,3-1-5144,9 6 6221,-7-11 1,-1-2-1,-1-7 1,-10-11 0</inkml:trace>
  <inkml:trace contextRef="#ctx0" brushRef="#br0" timeOffset="7509">9672 2092 19732,'15'30'-2405,"0"-4"0,5 3 1,-8-12-1</inkml:trace>
  <inkml:trace contextRef="#ctx0" brushRef="#br0" timeOffset="7870">10196 2347 17861,'0'-3'4941,"0"0"-3967,0 3-694,-68-13-226,37 26-38,-9-15 1,2 4-63,14 48 11,17-10-16,8 17 25,16-14 4,11-7-3420,14-7 3405,-12-12 3,3-7 135,-13-9 229,-2-12-89,-4-4-51,-4-16-106,-12 5 90,-13-26-73,-3 14-31,4 9 0,0 0-3,-5-5 3426,-4-1-3448,5 14-230,1 4-235,3 9 67,9 12-2179,1 22-2066,9 1 4598,3 11 0,0-19 0,0-10 0</inkml:trace>
  <inkml:trace contextRef="#ctx0" brushRef="#br0" timeOffset="8193">10607 2369 17815,'3'-5'4498,"-1"1"-2073,-2 4-2425,6-21-17,-6 37 11,5-8 18,-7 44 4,5 1-10,1 0 11,3-6-6,-1-8 17,-2-11 224,0-12 85,1-14 38,12-28-263,-1 3 5,11-21 73,-3 16 1,3 1-93,-1 5 0,1 0-227,13-9 1,1 2 173,-6 11 0,-1 3-45,-1 4 0,-1 2-115,27 4 43,-5 17-354,-4 18-533,-15 6 959,-15 10 0,-5 0 0,-3-14 0,-6 0 0,1 0 0</inkml:trace>
  <inkml:trace contextRef="#ctx0" brushRef="#br0" timeOffset="8782">446 3803 29951,'-4'0'-1022,"0"0"1574,38-7 0,26-3-581,-9 6 1,4 1 0,1-1 40,5-3 1,2-1 0,1 1-29,-12 4 1,2 0 0,1 1 0,2 0-18,1 0 0,3 0 1,2 0-1,0 0 1,-1 0 16,-1 1 1,-2-1 0,1 1 0,2-1 0,3 1 43,-9-1 1,1 1-1,4-1 1,0 1-1,1-1 1,1 0-1,-2 1 1,0 0 26,-4-1 0,0 1 0,0 0 0,-1 0 0,1 0 1,0 0-1,0 0 0,1 0-5,3 0 1,1 0-1,-1-1 1,2 1-1,-1 0 1,1 0 0,0 0-1,0 0 56,-4-1 1,1 1 0,-1 0-1,1 0 1,0 0 0,1 0-1,0 0 1,-1 0 0,1 0-4,-3 0 0,-1 0 1,1 0-1,-1-1 1,1 1-1,0 0 1,1 0-1,-1 0 1,1 0-1,0 0-102,1 0 0,1 0 1,0 0-1,0-1 1,1 1-1,-1 0 0,1 0 1,0 0-1,0-1 1,0 1-2,-5 0 0,1 0 0,0 0 0,1 0 0,-1-1 0,0 1 0,1 0 0,-1 0 0,1 0 0,0 0 0,-1-1 0,2 1 0,0 0 0,-1 0 0,1-1 0,0 1 0,0 0 0,0 0 0,0-1 0,0 1 0,0 0 0,0-1 0,1 1 0,0 0 0,0 0 0,-1-1 0,1 1 0,0 0 0,0-1 0,0 1 0,0 0 0,0-1 0,0 1-175,0-1 0,0 1 0,0 0 0,0-1 0,0 1 0,1-1 0,-1 1 0,0-1 0,-1 0 0,1 1 1,0-1 157,0 1 0,-1-1 0,0 1 0,1-1 0,-1 1 0,0-1 0,0 0 1,0 1-1,0-1 0,0 1 0,0-1-35,-1 0 1,0 1-1,-1-1 1,1 0 0,0 0-1,-1 1 1,1-1 0,-1 0-1,0 0 1,0 1-1,0-1-76,4 0 0,1 0 1,-1 0-1,0 1 1,-1-1-1,1 0 0,-1 0 1,1 0-1,-1 1 1,0-1-80,-2 0 0,0 0 1,0 0-1,0 0 1,-1 0-1,1 1 1,-1-1-1,0 0 0,0 0 1,0 0-546,4 0 0,0 0 0,0 1 0,0-1 0,-1 0 0,0 0 0,-1 0 0,-1 0 1,-1 1 685,8-1 1,-1-1 0,0 1 0,-2 0 0,-1 1 0,-4-1 0,-2 0 0,2 0 0,-3 0 0,-3 1 0,-3-1 0,-4 1 0,0-1-1,0 1 1,-1 0 0</inkml:trace>
  <inkml:trace contextRef="#ctx0" brushRef="#br0" timeOffset="10709">12629 2369 21534,'-5'-45'-34,"31"6"-20,13 29 0,13 8 0,-1 0-29,-6-2 1,-1 1 0,0 1-361,0 0 0,0 1 0,-1 1 193,11 3 1,-5 2-456,9 10-152,-7 7 529,-33 4 3,-55 14 239,-1-11 272,3-9 1,-8 0 0,3-2-413,9-4 1,0-1 451,-8 3 0,-3 2 0,2-1 152,4-1 0,1-1 98,-11 7 0,2 0-325,-10 5 531,8 3-598,41-22 84,20 3-107,31-15-78,4-4 1,5-4-405,-2 0 0,1-2 426,-9 1 1,1-1 0,-3 0 8,-1-1 0,-3 0 33,1-3 1,-4-2 826,2-13-638,-4-11 4,-24-3-16,-21 17 0,-6 0-16,-10-10 72,-4 12-1,-4 4 410,-19-2-222,17 11 1,1 0-19,-13-2-258,12 5-43,28 9 153,8 2 1104,13 6-1065,30 14-40,-5-1-204,9 9 0,0 2 63,-4 3-135,-2 1 0,-3 4-321,-19-10 0,-5 2-707,-1 20 0,-4 2 206,-6-15 1,-4 0 779,-14 26 0,-5-7 1,5-20-1,-13 16 1</inkml:trace>
  <inkml:trace contextRef="#ctx0" brushRef="#br0" timeOffset="11366">14565 2704 22386,'0'-46'387,"1"1"1,0 0-1,0-3 1,2 1-1,1 5-185,4 10 0,1 3 16,7-30 382,6 3-511,-13 36-100,1-1 34,-3 42 10,-3-1 9,2 17 0,-1 6-34,-2-9 1,-2 0-581,0 19 0,-3 0 575,1-17 0,-2-1 5,-5 16 1,-2-1-3022,-2 9 3015,5-23 1,-1-2-2,-4 8 117,7-29 386,-1-2-392,3-26 667,-2-3-771,0-14 1,-1-4 10,1 4 1,0-2 1069,-3-17 0,1-4-1092,1 2 0,1 0 0,0-6 1,1 1 4,1-2 1,3 2 3,2 1 0,5 2 17,7-1 1,4 5-5,-5 18 1,1 4 10,4 0 1,4 6 134,24 8-171,-1 18 0,9 4 51,-15 17 1,-4 7-345,4 8 186,-13-4 1,3 6-1,-3 0-722,-3 1 1,-2 2 283,-1-2 1,2 3-1,-2-3-140,0 2 0,-1-3-1451,4 8 1,0-3-1738,-5-13 1,0-1 3853,0 1 1,0-1-1,4 3 1,-12-18-1</inkml:trace>
  <inkml:trace contextRef="#ctx0" brushRef="#br0" timeOffset="11549">14883 2582 21745,'-41'-46'345,"-1"0"1,0 3-1,17 8-603,35 22 453,4 1-767,20 3 1,8 3-79,-4 2 0,4 0-503,-1 0 1,3 0 0,0 1-545,15-1 0,-1 2-1359,-2-1 1,-2 0 3055,-10 0 0,-4 0 0,9-1 0,-26 1 0</inkml:trace>
  <inkml:trace contextRef="#ctx0" brushRef="#br0" timeOffset="11882">15562 2193 11413,'-3'-3'9237,"1"0"-4318,2 3-4542,-38-22-437,29 16 49,-19-12 76,49 30 127,20 10-20,-13-6 0,0 0 92,22 15-321,-16-3 1,-2 3-222,-2 18-41,-11-14 1,-5 3 138,-15 23 110,-15-8-202,-15-12 140,-4-17 111,2-12 328,6-17-1,9-15-88,8-15-90,9-11-69,12-4-51,12-1-113,14 5-90,-14 25 1,2 1-272,4 2 0,0 2-351,4 0 1,0 2-1039,1 1 1,0 1 1865,3 0 0,-3 2 0,4-2 0,-7 4 0</inkml:trace>
  <inkml:trace contextRef="#ctx0" brushRef="#br0" timeOffset="12232">16005 2123 31028,'21'-42'-744,"14"16"1048,-5 32 0,4 8-1330,2 1 1,1 3 716,0 3 0,-1 2-55,-3 1 0,-1 3-59,-5 0 0,-4 1 106,8 25-557,-17-4 606,-21-9-120,-10-10 858,-8-13 451,3-9 465,3-14-871,4-10-98,5-12-249,3 2 300,7-19-560,7 13-173,7-14-268,13 13 488,-1 10-111,3 10 1,2 1-212,16 0 326,13-2-1641,-27 10 0,-2 1-5850,13 1 6756,9 0 0,-28 2 1,-11 0-1</inkml:trace>
  <inkml:trace contextRef="#ctx0" brushRef="#br0" timeOffset="13016">17058 2081 25310,'2'-2'6179,"0"0"-4901,-2 2-1278,-15-42-28,2 31-381,-25-26-23,15 41 1301,-18 14-869,8 4 0,0 1 0,-3 16 0,24-13 0,-1 10 0,20-12 0,6-5 0,10-5 0,8-6-353,4-5-81,-1-5 423,-4-5 508,-7-8-196,-7-5-301,-6-4 0,-3-3 0,-3 0 0,0 4 0,-2 6 0,0 6-332,-1 7-349,0 2 560,-3 24-62,1-9-44,0 30-58,0-11-110,4 10-320,7-1-441,19 0 548,-5-17-631,22-3 279,-8-18 480,14-2 545,-1-7 611,-6-6 462,-11-7 250,-14-3-154,-10-4-230,-7-3-415,-6-2-65,-1-3-978,0 11-17,0-1-265,3 15-141,0 2 102,0 4 117,1 4 511,4 7 2,0 2 42,10 12 159,1-1-2,8 6 43,2-1 64,2-6 179,4-6 47,2-6 351,1-10 172,0-8 111,-1-17-281,-10-1-249,-5-3-356,-9 3-135,-5 11 0,-2 0 0,-1 9-165,-1 5-665,0 4 244,-1 12 205,0 2 11,0 41 197,2-18 1,0 3-753,0 10 1,-1 2 449,0-10 1,1 1-1,-2-2-283,-1 5 1,-1 0 730,-1 3 1,-3 3 0,2-9 0,-2 10 0,0-14-1,1 0 1</inkml:trace>
  <inkml:trace contextRef="#ctx0" brushRef="#br0" timeOffset="14425">18966 2368 13564,'-5'-1'7740,"1"0"-7121,-1-26 1,3-13 539,1-15-986,-3 11 1,1-1 543,1-12-381,0 35 392,-8-5-470,-4 18-202,-5 0 22,-24 24-22,1 8-25,10-2 0,0 2-3,-12 15-6,5 3-64,20-1 0,8 2-19,18 16 55,4-12 1,6-5 10,30-7-137,-10-23 0,2-7 154,15-11 6,-1-2 56,1-17 56,-22-4-37,-15 4 1,-3-4 70,2-23-107,-12 20 0,-3 1-5,-3-9 179,-3-6-135,1 25-61,-1-1 231,2 16-321,-2 15 39,-2 11 23,-4 17 5,-2 13-10,3-5-12,1 16-37,7-28 1,1-1 8,2 22-12,2-18 1,4-2-67,19 6 78,-3-9-22,34-11 50,-16-28 11,9-2 14,-22-8 0,-4-5 26,4-14-40,5-10 6,-14-1 22,-7 5-22,0 3 5,-3 7 23,-1 14-34,-3 13-17,4 0-10,4 9 27,-1 3-6,16 18-16,-8 3 22,9 16-22,-10-2-6,-4-3-5,-5-9 11,1-1 0,-4-16 22,1 0 6,-2-10 27,10-14-38,1-3 0,10-12 5,-1 2-22,-1 2 11,-5 7-23,10 4 1,-7 9-29,9 5-44,-2 10-90,1 9-61,3 6-73,4 2 128,-7-5-92,-2-8 1,2-2 7,18 1-8,-12-5 1,2-2 265,-5-4 0,-1-3 25,0-3 1,-1-2-3225,27-11 3272,-8-11 51,-10-8-28,-9-4 139,-9-1 68,-9 4-157,-8 11-17,-6 8 117,-28 8-173,-5 12-45,-26 7-39,4 15 17,14-2 246,2 11-285,20 0 3379,7 1-3374,16 0 133,14-12-88,12-8 0,7-7 11,2-13 23,-3-11 27,-7-15 40,-10-15 0,-8-13-347,-8 24 0,-1-1 291,-1-4 0,-1 0 36,1-3 0,0 1 25,0-1 1,1 1 7,1 4 1,-1 1-3,2-16 163,0 7-236,-3 30-157,0 1 130,-1 50-24,0-9 12,0 9 0,1 6-50,5 2 0,1 1-263,0 4 1,1 2-186,6 11 0,2-1-1233,-1-9 1,1-2-2760,3-1 1,0-3 4489,0-8 0,-2-3 0,7 6 0,-10-20 0</inkml:trace>
  <inkml:trace contextRef="#ctx0" brushRef="#br0" timeOffset="15918">22157 2230 20895,'3'-54'1212,"0"1"0,-1 5 0,-6 9-619,-15 16-301,-6 11-219,-4 8-40,-5 15-10,-3 13-51,1 16 0,10 13-6,13 9 6,15-28 0,4 0 5,5 0 1,5 0-205,4 0 0,5-2 137,4-2 1,2-1-23,3-3 0,1-1 5,1-5 1,1-2 33,-1-5 1,-1-2 38,17 1 57,5-16 72,-30-7 11,7-11-5,-23-3 33,-6-3 79,-4 3 28,-1 8 303,0 6-544,-1 8 0,-2 3-12,-2 4 1,0 2 17,1 6 16,10 0 17,12-1 1,17-3-1,15-7 6,10-11-185,-28 1 1,-1-2 178,0-5 1,-1-3 18,-2-2 1,-2-4-6,-3-3 1,-3-3-26,-1-4 0,-4-2 5,-1-4 1,-4-1-9,-2-3 0,-2-1-434,-2 0 0,-1-1 453,-2 1 1,-1 1 5,-3 4 1,-1 3 61,-6-24 45,-9 18-146,-2 25-11,-4 22-5,-3 26-1,-2 26-373,15-19 1,0 3 361,2 5 1,1 2-32,3 2 1,3 1-54,3 2 0,5 0-81,4-1 0,5-1-107,4-1 1,6-3-77,5-3 1,5-5-37,3-4 1,5-4 11,2-5 0,2-6 111,1-4 1,0-6 154,0-4 0,-1-5 33,-2-4 0,-1-5 269,2-7 0,-2-5 20,-9 0 0,-3-1-82,-2 0 1,-4-2 375,7-28 67,-15 8 28,-1-9-303,-8 16 433,-13-2 496,-4 23-1152,-13-1 811,-3 18-885,-5 12 1,-2 11-17,3 15-17,5 8 6,12 7-11,9-1-1,16-3 7,19-3 32,6-15 239,3-7-199,-1-17 40,-10-12 27,5-7 22,-8-12 113,-5-15-152,-10 10 102,-3-12-7,-6 19-16,-4-1-62,-2 8-78,-2 8-67,-3 7 27,3 3-22,-2 11 12,7 5 38,-1 11-44,14 9 22,-2-11-11,16 7 40,1-17-1,12-1-22,5-7 44,8-13 34,-11-9-27,-7-4 72,-12-12-17,-11-3 0,1-14-45,-5 11 1,-1 0-178,-1 2 0,0-1 171,1-4 1,0 1 17,3-8 100,-2 6-22,-2 21-84,-2 3-67,-1 8-62,-4 11 79,-3 10 310,-5 14-339,2 12-10,11 9 10,22 5-429,0-27 1,3-1 439,-1-5 1,3-2-42,22 10 0,2-2 8,-19-10 0,0-1 11,7 4 1,-2 0-264,5 13 124,-34-16 78,-7 3-124,-30-5-190,-12-5-297,8-5 1,-2-1-1530,-21 0 467,7-6 1768,21-6 0,19 3 0,2-1 0</inkml:trace>
  <inkml:trace contextRef="#ctx0" brushRef="#br0" timeOffset="16416">24647 2023 26822,'-37'-42'-17,"7"10"17,32 51 0,2 9 11,6 24-11,-1-8 31,3-3 0,3 1-407,-4-10 0,2-1 376,5 15 0,0-2-11,7 11-23,-11-21 1,-1-1-51,-3 5-73,0 10-58,-18-23-564,-10-10-509,-13-8-886,-11-16 545,4-2-1595,6-8 1,1-4 372,-10-17 1159,14 10 1,4-4 2368,9 4 1,6-1 940,6-2 1,3 0 286,7-19 262,6 17 1,3 2-1221,0 2 1226,17-20-1249,-23 36-464,0-1 3066,-9 13-3531,-5 5 10,-6 5 40,-15 16-39,4-2-1,-17 24-94,12-4-144,9-13 1,1 2-1079,3 2 0,1 0-504,-3 21 1205,9-18 0,3-3 1,0-8-1,2 8 0</inkml:trace>
  <inkml:trace contextRef="#ctx0" brushRef="#br0" timeOffset="17025">24920 2344 26547,'14'-14'207,"-5"4"-184,23-2 16,-9 3 17,8-7-6,-5-4 12,-2-6-51,-7 1 17,0-22-22,-10 21 44,1-21 34,-7 25 0,-4 1-67,0 11-17,-7 6 0,-7 10 11,-11 7-22,-9 13-17,-2 12 6,6 11-1,11-7-25,15-7 1,5 0-26,13 13 42,1-14 1,5-1 10,5-10 0,5-3-16,2-3 0,3-3-102,0-4 0,1-2 138,29-2 62,-10-15 50,-9-9 0,-12-14 17,-9-13 16,-8-13-94,-5 6 30,-6 17 0,1-1 62,0-2 0,1 1-31,-1 2 0,1 0 8,1-1 0,-1 4 60,3 0-108,-3 15-116,-3 11-29,-1 7 56,-1 13 39,0 18-10,5 21-10,0-17 1,2 1-230,2 3 0,3 1 196,4 2 1,3-1-63,2-2 1,3 0-197,0-3 1,0-1-493,-4-5 0,-2 0-4768,-1 20 5549,-23-15 0,-2-16 0,-5-12 0</inkml:trace>
  <inkml:trace contextRef="#ctx0" brushRef="#br0" timeOffset="94657">3781 5499 18891,'0'-3'4212,"0"0"-4201,0 3 84,1-3 6,-1 21-34,-1 7-61,-4 27-174,-1 8-830,3-29 1,1 2 318,0 3 1,0-3 0,0 4 0,1-4-1</inkml:trace>
  <inkml:trace contextRef="#ctx0" brushRef="#br0" timeOffset="95023">4412 5780 19025,'-3'-1'3758,"1"-1"-3175,2 2-522,-18-3 124,22 3 17,-5-3-68,32 1-50,9-2-28,3-1-5,-3-1-7,-5 0 1,-5 2-6,-5-2-5,-4 2 39,-7-1 72,-5 3 23,-5 1-319,-4 1-1238,-4 3 1389,-3 6 0,1-4 0,-1 3 0</inkml:trace>
  <inkml:trace contextRef="#ctx0" brushRef="#br0" timeOffset="96207">6018 5767 20688,'8'-47'833,"0"-1"0,-1 8 0,-2 6 726,-4 17-1525,-1 10 450,2 23-473,3 27-6,-2 1-96,0-4 0,-2 1 74,-3-6 0,-1-2 370,1 2 1,-1-1-427,-2-1 1,-1 2-2418,-4 16 0,1 0 1835,-1 3 25,1-2 0,2-2-709,5-12 1143,1-7 705,1-13-313,1-20-67,0-6 678,4-42-622,-2 17 1454,-1-7 1,0-2-1517,-1-2 11,0-5 1,-1-4-1672,0 15 0,1 1 1593,0-7 0,0-1 132,1-3 0,2 1-167,6-12 18,-4 23 0,1 2 96,14-16 0,8 17-63,2 5 234,8 8-278,-6 16 3265,-6 6-3276,17 16-11,-20-3-23,0 7 0,-3 3-33,-7 13 16,-4 19 34,-18-17 311,-24 6-300,5-26 0,-4-1-45,2-1 1,-2-1-113,-3-1 1,1-2-869,-8-4-2548,18-11-6269,14-10 8047,10 0 1,3 1 0,-2 6 0</inkml:trace>
  <inkml:trace contextRef="#ctx0" brushRef="#br0" timeOffset="96584">6705 5493 17406,'7'-3'5523,"-1"1"-5120,-6 2-67,0 0-263,-17 42-34,12-10-20,-3 2 1,3 1 42,15 10-28,2-11 195,12 1 62,-7-18 180,8 0 95,-5-12 39,4-13-443,-7 0 12,3-8 324,0-13-229,-4 2-73,6-17-67,-8 6-45,-2-1-56,-5 9 11,1 1-22,-4 13-101,-1 3-314,-1 7-487,-2 9 118,0 2-1826,3 12-3753,3 3 6346,4 4 0,-4-9 0,0-6 0</inkml:trace>
  <inkml:trace contextRef="#ctx0" brushRef="#br0" timeOffset="97057">7456 5542 19484,'0'-5'4985,"0"1"-4027,0 4-347,-33-64-376,22 45-76,-8-18 1,0 6 36,12 26-185,2 3-5,1 8 16,3 8-11,3 12 6,5 8-11,6 7-23,9 5-212,5 5 212,4-2 12,-2-2 44,-6-6-67,-11-6-179,-7-4-415,-10-7-577,-5-4-711,-6-8-2969,-9-11 2415,8-7-1782,-10-17 2487,11-10 1821,0-3 1385,8 2 1,2-2 2703,2-15-2135,-1-11 1917,7 8-2427,-2 25-526,2-4-521,-2 20-363,0 7-51,0 10 56,1 9-17,1 15 22,0 13 0,-1 11-50,-8 7-39,-5 3-140,3-31 0,-2 0-524,0 0 0,-1-2-3190,-9 25 2989,7-8 0,5-22 0,7-9 0</inkml:trace>
  <inkml:trace contextRef="#ctx0" brushRef="#br0" timeOffset="97457">7744 5209 24424,'13'-41'827,"0"0"0,-1 3 1,-3 11-789,-8 23 0,2 9 11,3 9-5,6 16 6,5 22-29,-7-17 0,-1 2-588,0 7 0,-2 1 577,-2 4 0,-1 1-6,-3 0 1,-1-1-1,-3-3 1,0-1 8,0-6 0,-1-3 294,-1 21-302,4-18 39,3-17 72,7-12 12,11-15-28,25-21 825,-10 1-890,-4 1 0,1-2-643,12-13 655,-16 14 0,1 0-1,-2 2 1,0 1 36,22-13-39,-5 10-17,-3 12-17,-3 8-45,-1 13-5,1 10-146,-1 11-672,-1 12-2431,-4 7 3288,-8-3 0,-11-16 0,-7-13 0</inkml:trace>
  <inkml:trace contextRef="#ctx0" brushRef="#br0" timeOffset="99224">3807 5716 21411,'-2'-32'1008,"0"0"0,-3-21-621,-4 37-107,2 6-135,3 3-178,2 5-40,2 0-73,0 8 191,3 19-39,-1-2 22,4 32-23,-4-4-5,0-16 0,-1 1 3,-1 0 0,0-1 0,0-2 0,0 0-3384,0 26 3386,0-24 23,2-5 124,0-23 284,2-2 46,-1-8-201,1-9-97,2-11 3388,1-13-3427,-3-10-33,-2-9-45,-6-5-39,-3 0 6,2 28 0,-2 1-18,-1-8 24,-2 0-29,6 26-62,0 2-77,1 13 116,3 14 7,0 4-1,2 23-11,2 4 6,1 15 11,1 0 0,0-8 6,1-11-1,-1-15 57,-3-13 123,-1-8 5,0-9-61,-1-14-79,-1-7-5,0-18 0,0 7 5,-1-15-33,-1 6-11,0 0 33,1-11-45,1 34-33,0-9-11,1 26-1,2 9 12,3 12-106,4 19-942,3 20-2666,-4-20 0,1 2 3074,-2-2 1,1-3 0,3 14-1,-4-20 1</inkml:trace>
  <inkml:trace contextRef="#ctx0" brushRef="#br0" timeOffset="99783">9049 5252 23103,'6'-47'726,"1"0"0,0 4 0,-4 13-681,-4 28-40,-1 6 7,-2 6 13,-5 17 1,-2 8-26,2-4 0,1 3-601,-7 22 1,2 2 575,4-7 0,2-3-14,1-9 0,3-1-672,6 12 0,5-2-1086,17 8 1,-4-19 1,6-3-2260,4-13 0,2-6 4055,-1-3 0,-1-3 0,11 0 0,-18-6 0</inkml:trace>
  <inkml:trace contextRef="#ctx0" brushRef="#br0" timeOffset="100017">9842 5281 20817,'-9'-48'1624,"0"1"1,1 5-1,0 6-968,-4 6-427,4 15 34,4 7-201,2 7-62,4 11 0,8 11 6,8 22-4,-4-13 1,1 2-9,3 7 1,-1 2-594,0 4 1,-1 2 464,-4 3 0,-2 1-421,-4 2 1,-5 0-1051,-7 2 0,-5-2-877,1-11 1,-3-1 2481,-8 4 0,2-8 0,9-19 0,2-4 0</inkml:trace>
  <inkml:trace contextRef="#ctx0" brushRef="#br0" timeOffset="100790">11618 5293 18252,'-5'0'4487,"1"0"-4118,4 0-374,7-16-57,39 9-8,-12-3 0,4 0-946,17 6 1,2 2 866,0 0 1,-1 0-371,0 3 1,-4 1 484,10 2-722,-17 9 376,-52 4 290,-24 10 129,3-11 0,-5 0 107,-17 7 0,-1-2-74,14-6 1,-1 0 130,-2 1 1,-4 0 0,8-1-14,-10 3-95,9-3 0,3 0-111,11-1 49,7 1 1545,26-4-1483,24-6-128,27-7-383,-21-2 0,2-2 433,4-3 0,0-1 22,-1-2 0,-2-3 87,-5 1 0,-3-3 53,-7-1 1,-4-2 184,4-23-5,-18-7 21,-19-1 85,-9 1-11,-9 7-6,-1 9 499,-1 9-852,13 12-61,3 5-29,12 8 827,3 9-815,6 10-1,7 16-16,3-1 0,1-1 0,0 0-11,2 4-456,-1 3 0,-2 4-1499,-7 8-2288,-9-15 0,-4 1 4254,-12 16 0,-2-20 0,4-16 0</inkml:trace>
  <inkml:trace contextRef="#ctx0" brushRef="#br0" timeOffset="101458">13506 5475 22342,'-23'-42'588,"0"1"0,0 0 0,-9-17 0,10 5-55,21-8-91,4 14 109,-1 17-451,1 14-12,-2 13-88,1 17 23,7 32-12,-3-5-167,0-2 0,-1 3 153,-2-10 0,-2 1 3,0 18 0,-2 0-3,1-17 0,-2 0 9,-2 10 0,-1-2-6,-2 0 146,-4 1-90,1-17-6,0-15-16,0-19-6,-3-14-17,0-18 0,-3-17-150,9 22 1,0-2 143,0-5 1,1-1 16,1-4 1,1 0-7,1 0 1,2 0-3,4 2 0,2 1-17,2 5 1,3 3 10,3 4 1,3 4 7,25-15-19,-9 28 1,3 6-7,-2 4 1,0 3-143,2 3 1,-1 3 155,2 7 1,-1 4-9,-6 1 1,0 4-10,6 5 1,1 5-54,4 13 1,-3 2-238,-11-14 0,-3 2 69,6 15 1,-5 1-877,-7 10 201,-10-24 1,-4 0-1686,-13 22-6145,-26-7 8738,3-20 0,0-8 0,20-17 0</inkml:trace>
  <inkml:trace contextRef="#ctx0" brushRef="#br0" timeOffset="101608">13528 5473 19020,'-28'-43'1109,"0"0"0,2 6 0,9 6-1042,21 15-22,14 2-23,18-1-461,-7 5 0,4 2-21,9 0 1,5 1-1612,-2 3 1,4 1-1,-2 0 1667,10 0 0,-3 1 1,-2 1-1,-6 0 0,-7 1 1</inkml:trace>
  <inkml:trace contextRef="#ctx0" brushRef="#br0" timeOffset="102516">14853 5225 20765,'-43'-5'606,"0"-1"1,-10 4 0,6 4-434,12 5-33,-1 3 0,-2 2 1131,-16 13-1198,16-5 0,0 3-54,9-3 1,3 1 380,-18 19-400,24 4-11,14-21 212,11 16-173,14-19 618,15 0-607,19-13 34,-3-14-45,-4-6 78,0-30-331,-25 15 278,-4-1 0,-2-5-17,-6-3 1,-4-3-20,1-3 0,-2-1-324,0 0 1,-2-1 342,-1 0 1,0 1 16,0 12 1,0 0 91,0-9 1,0 3-17,0-7 117,0 8-212,-1 31-29,0 4 6,0 18 219,0 15-224,0 2 0,1 2-12,0 20-90,2-14 1,1 7 0,1-4-224,2-4 0,1-1 18,0 2 0,2 3 0,3-3-1304,11 5 1,4-5-161,-2-9 1,3-4-712,7-1 1,1-4 106,14-4-555,11-10 2650,1-17 1074,-12 0 1900,-13-6 0,-3-5 1064,-1-9-2524,-11 6 1,-2-2 411,4-23-523,-15 13 0,-2-1-390,-3-12-308,-15-4-139,-21 37-174,-3 10 78,-24 15-96,4 10-66,17 1 0,0 4 7,10-3 1,3 1-40,1 5 1,6 0-8,4 8-6,15 2 11,13-14-23,27 4 23,-7-13 8,2-10 1,2-4 19,7-12-1655,-11 1 1,-2-2 1637,5-12 17,2-18-220,-23 9 0,-2-4 206,-1-3 0,0-3 2,-1-13 1,-2-3 16,-4 4 1,-2 1-9,-1 10 1,-1 0 111,0-15 0,-2 3 126,-5-6-182,1 21 1,-1 4 58,-6 6 34,-5 13-168,9 15 3044,-10 24-3034,7 14-8,2-4 1,1 3-184,1 4 1,1 1 174,2-5 0,0 0-17,0 14 0,1 1-166,0-6 1,1 1 51,2-3 0,0 4 1,2-2-338,1 8 1,2-1-617,3 1 0,4-3-3591,1-18 0,3-4 4675,13 12 0,-10-18 0,-9-12 0</inkml:trace>
  <inkml:trace contextRef="#ctx0" brushRef="#br0" timeOffset="102974">15995 5315 19098,'14'-47'1723,"-1"0"0,0 4 0,-5 6-283,-11-3-1132,-2 16 269,-14-12-370,5 25-106,-5 0-79,8 9 23,-2 12-22,2 7 10,-5 15-22,5 5-22,3 7 28,8 2-6,9 1-5,9-1-1,12-3 1,7-4 5,1-4-44,-6-2-63,-10-4 18,-12 0-6,-15-2-62,-17-1-128,-16-4-118,-9-8-140,-1-10-247,9-15-39,15-15 533,11-5 108,18-3 1,5-2 30,-1 5 0,2 0 291,7-14 1,1-1 134,-2 10 0,-1 3 437,9-23-50,-9 18-219,-8 16-263,-6 12-140,-4 9 167,-14 22-83,-6 7-101,4-3 0,-1 2-34,-1 3 1,0-1-17,-13 22-1477,8-8 0,1 0 1499,-5 8 0,13-22 0,1-3 0,4-3 0</inkml:trace>
  <inkml:trace contextRef="#ctx0" brushRef="#br0" timeOffset="104066">17977 4853 23255,'-19'-44'381,"-1"0"0,2 4 0,-3 10-252,-12 20 233,-3 7-312,-4 11 89,-1 9-122,-1 11-34,10 0 65,-7 21-82,21-12 1,-1 15 16,24-14 150,13-4-139,12-8 34,2-9 22,-3-8 97,-7-7 65,-9-4 96,-6-2-224,-4-1 6,-4 1-79,-6 3-11,-9 1 23,-11 10-3438,-22 16 3426,12-1-5,10-3 0,1 2 10,0 13-16,2 11 0,13 0-5,13-11-12,31 10 6,12-21-29,-9-9 1,3-2-247,-2-7 0,0-3-6,1-2 1,0-1-191,-1-4 1,-1-3-217,-3 0 1,0-2-801,0-5 0,-3-1 198,8-7-279,-4-5-4611,-14 0 3636,-7 10 1949,-1-4 1463,-10 14 1685,-9 7 2536,0 1-845,-8 9-3114,9-5 1518,-3 9-1563,7-7-217,0 3 111,6-4-90,4 0-364,12-3-218,13-2-68,13-7 2,8-8 21,5-11-121,-31 8 1,-2-3-9,-2-3 0,-2-2-256,-2-3 1,-3-2 193,-3-4 1,-3-4-14,-2-3 0,-3-2 5,-1-5 0,-3-1-22,-1-2 0,-2 2-6,0 9 0,-1 0 118,-2-10 0,-2 3 64,-3-5-87,3 17 1,-1 2-65,0 6-23,0 9-33,4 16-17,-1 13 12,-3 16 5,-1 22-6,2-15 1,0 4-164,-1 6 0,-1 3 131,2-3 1,-1 2 0,0-2-170,0 4 0,1 0-44,1-4 1,0 3 0,1-5-509,3-3 0,2-3-515,2 6 0,4-1-1017,4-10 0,3-3-1714,15 8 4005,19-15 0,-30-17 0,8-1 0</inkml:trace>
  <inkml:trace contextRef="#ctx0" brushRef="#br0" timeOffset="105790">18752 5253 18857,'20'-49'2012,"1"-1"1,-2 11 0,-6 5-926,-21 3-869,3 21 28,-12 0-150,8 8-68,-3 4-17,6 7-6,2 3-10,6 1-1,9 2 6,8-6 6,12-1 33,14-6 34,-2-16 11,-7-8 5,-15-13 1,-15-1 22,-11-1 56,-10-2-118,1 14 174,-25-1-134,5 21-84,-12 6-1,6 15 1,9 12-6,10-1-17,2 17 0,11 0-34,7-10 1,4 2-1764,5-4 1,2-2 1656,15 27-50,-2-32 0,4-5-633,28 6 644,-20-14 0,3-3 70,-1-4 0,1-5 95,2-8 0,-2-4-133,11-7 200,-21 0 1,-4-4 69,-3-13 12,3-13 3160,-3-4-3082,-8 23 0,-1 1-34,3-9 741,3 0-645,-14 26-169,0 2-100,-4 9 303,0 9-297,0 3 18,-1 16-2,0 3-6,-3 13-10,2 1-6,-3 6 11,3-19 0,-1 1 11,2-21 28,0-3 101,1-9-106,5-14-18,-1 1 29,15-29-39,-6 20 39,13-24 11,0 11-23,3-1-22,-5 11-22,-5 13 17,-6 10-3421,4 12 3410,-3-2-12,5 26 17,-11-12 22,0 31-27,-6-20-12,0 6 6,-1-10 0,2-9 27,0-6 3382,1-4-3376,4-13 12,7-8-17,9-9 16,13-19-16,-3 2-22,3-8 10,-11 15-10,-7 10 5,0 7 39,0 9-39,2 5 22,-1 5-44,5 17 16,-10 1 6,4 6-28,1 5 28,-3-13-17,8 4 17,2-12 28,2-7-28,-5-7 23,13-11-1,-18 0 40,14-15 16,-12-11-44,-3-3-6,-3-1 78,-9-1-67,-4 24 29,-7-14-40,-1 21 33,-5-1-55,4 8 11,-2 4-23,-3 11-22,-2 3 17,-5 15 5,5 6-5,5-4-101,4 22 28,6-25-196,8 23-162,9-22-393,18 5 354,0-14 89,9-7 285,-14-14 62,9-13 107,-14-5 50,7-14 90,-10-3 78,-4-4 235,2-5-325,-7 17 314,3-4-397,-12 24-29,1-1 0,-4 8-72,-1 1-6,3 14 0,0-2-11,3 33 11,-5-6-6,-2 18 6,-2-18-17,-6 10 12,4-22 5,-1 6 17,4-19-1,1-8 7,11-15-6,4-6 16,12-14 6,2-3-22,-4 6 67,7-6-50,-16 18 5,9-6-33,-15 17-23,2 0 11,-2 10 1,2 4-1,3 7 6,-1-4 6,14 6 10,-2-13 1,17 4-6,-3-14 12,3-7 5,-2-10 39,-1-12-39,-12 1-3,-9-1 0,-2-5-5,-5 8 0,-3-3-427,6-16 1,-1-2 428,-5 5 1,-3 1 13,0 1 1,-2 1 24,-1 4 1,-2 3 61,-4-20-27,-2 17-96,-1 19 0,-1 9 0,3 10 0,-9 20 0,1 16 0,3-3 0,0 3 216,3 7 0,2 2-216,1 6 0,3 0 0,2-7 0,1-3 0,2-1 0,2-2-163,6 6 0,3-2-238,2-4 1,1 0-73,2 5 0,0-2-362,-1-10 0,-3-6-514,2-1 1349,-2-14 0,-12-7 0,4-5 0</inkml:trace>
  <inkml:trace contextRef="#ctx0" brushRef="#br0" timeOffset="106017">20735 4795 25157,'54'-9'163,"0"0"1,0 0-1,-2 1 1,0-1 0,-3 3-36,9 3 1,-2 0-561,-2 0 1,-2-1 506,-4 1 1,-2-1-23,-6 1 1,-2 0 13,25-2 439,-14 2-517,-13 1-14,-11 2-1919,-10 1 1944,-8 3 0,-5-2 0,-2 3 0</inkml:trace>
  <inkml:trace contextRef="#ctx0" brushRef="#br0" timeOffset="107640">4093 6825 22828,'-6'-12'493,"2"3"-476,3 11 28,-1 4 27,-2 5-4,-4 7 10,-4 4 40,-4 4-1,-7 1-5,-5 0 17,-5-3 218,-16 1-89,15-13-40,-6-5-78,23-17-50,5-9-34,3-8-39,4 3 39,1-16-28,4 13-28,3-10 0,2 13-6,4 8 0,-1 6-22,12 4 6,1 7-6,11 8 6,0 11-12,-1 14 17,-8 10 12,-10 11-384,-14-23 1,-5 2 385,-5 3 0,-4 0-6,0-6 1,-3-1-20,-20 19 0,-4-3 20,19-21 0,-1-1 2,-10 7 0,-6 4 1,3-6 13,6-8 1,1-4 5,-11 7 0,0-3-3,-8-8 113,10-16 4,11-11 19,7-10-3116,7-10 3008,6 10 476,9-4-515,10 16 45,11 1-67,14 7 22,12 13-34,9 10-192,-24-5 0,0 3 46,3 2 1,1 0-594,3 0 0,1-1-1193,2 0 1,1-2-2951,1-2 1,-2-2 4239,-11-3 1,-2-2 0,12 1-1,-30-7 1</inkml:trace>
  <inkml:trace contextRef="#ctx0" brushRef="#br0" timeOffset="107833">4578 7229 17888,'-4'-7'4436,"0"2"-3120,4 5-829,0 0-475,-11-13-80,27 8-1192,4-12-6503,39 7 7763,-1-1 0,-18 4 0,-17 2 0</inkml:trace>
  <inkml:trace contextRef="#ctx0" brushRef="#br0" timeOffset="108607">6657 7303 24055,'-18'-41'539,"0"0"1,3 4 0,1 9-524,7 21-77,3 14 78,4 28-29,-1-2-2117,1 1 1,0 4 2142,0-7 0,0 2-3,0 21 1,0 1 331,0-17 1,-1 0-347,-1 17 0,0-2 3,0-20 0,-1-2 0,0 7 0,-1-1 11,-1 22 40,-5-13-18,1-23-10,-3-11 44,-2-24-56,-1-14-22,-6-18 16,10 15 1,0-3 1224,-4-17 1,0-1-1228,5 13 0,0 1-3,-2-9 0,1-2-1388,1-10 0,2 3 1394,1-7 8,1 3 0,7 1-285,9 24 0,5 4 271,8-20 0,2 17 0,5 3-11,22-2 28,-18 14 0,3 2-31,7 3 0,1 5-9,-8 6 1,-1 2 11,-2 1 0,-2 3-23,7 14-56,-9 23 630,-17-13-560,-24 23 1,-10 1 19,-8-11 0,3-10 0,-7 3 0,4-7-11,-16 0-6,9-8 0,-2-1 2958,-18 1-3421,20-11 1,1-1-1273,-11-3-1711,13-13-1578,24-2 4193,14-7 0,-5 13 0,3 0 0</inkml:trace>
  <inkml:trace contextRef="#ctx0" brushRef="#br0" timeOffset="108999">7299 7069 23931,'-52'27'200,"0"1"0,10-7 0,8 2-195,6 20 6,25-12 1,9-9 21,12-1 62,9-9 73,25-1-28,-3-6 68,9-9-80,-23-3 198,-3-11 32,-13-4 124,-1-19-275,-10 1-56,-10-11-78,-4 18 61,-9-5-61,-1 11-6,-7-4-100,5 11-124,-1 8-123,4 15-6,3 5-2318,-14 28-3059,10 1 5663,-4 12 0,12-21 0,7-13 0</inkml:trace>
  <inkml:trace contextRef="#ctx0" brushRef="#br0" timeOffset="109517">7691 7149 20095,'1'-4'4503,"0"1"-3674,-1 3-745,7 16 28,-7 12 0,3 23-61,-8-3-9,-1-4 0,-2 1-404,1-11 1,-1 0 372,-2 14 1,-1-1-10,2-10 1,1-4-3,-3 21 177,5-20-43,4-12 102,2-18-63,5-10-89,4-15-11,4-15-3204,-1-14 3165,-4 5-4,-6 14 1,0-3-20,-1-6 1,0-1 10,1-3 1,1 0 2,1-9 0,1 3-17,-2 16 1,2 2 8,5-11 0,1 3-86,9-10 83,-6 17 0,4 2-3,14-7-22,4 13 5,4 11 1,1 9-46,9 21 40,-16-1 3128,5 25-3122,-25-2-1,-4 13 0,-20 3 6,-5-13 0,-11-12 0,-5-3 0,-21 7 104,12-10 0,-2-3-155,7-6 1,2-4 44,-19 2-762,0-6-5611,28-14 6379,3 0 0,13-2 0,8 4 0</inkml:trace>
  <inkml:trace contextRef="#ctx0" brushRef="#br0" timeOffset="109766">8534 6824 25987,'-30'30'33,"-1"-1"1,1 1 0,-12 13 0,10-1-46,17 19-501,9 0 110,14-1-1037,12-3-2408,17-7 3848,-10-26 0,0-2 0,3 1 0,2-6 0</inkml:trace>
  <inkml:trace contextRef="#ctx0" brushRef="#br0" timeOffset="110024">9205 6804 23198,'-5'-8'3092,"1"1"-2510,4 7-5,0 0-549,-40-49-11,40 52 5,-21-27-22,57 71-3,-14-17 0,1 2-383,0 4 0,0 2 369,-3 3 0,-2 0 0,-4 2 0,-5 1-89,-6 0 0,-6 1-300,-7 0 0,-6 0-729,-8 1 1,-5-2 610,-10 4 0,0-5 1,16-17-1,1-3 1,-21 16-1</inkml:trace>
  <inkml:trace contextRef="#ctx0" brushRef="#br0" timeOffset="110816">10765 6963 23534,'-5'0'2506,"1"0"-2466,4 0-350,35-39 113,16 20 126,-6-4 0,4 0-329,-11 16 0,2 4 320,19-1 0,-1 3-291,-23 3 0,-2 2 102,11 1 0,-4 3-183,-8 16 183,-25-1-115,-29 5 1,-10 0 310,-5 0-329,-7 2 1,-2-1 447,-8-2-4,23-12 0,1 1-3,-17 8-56,19-9 463,12-1-328,21-9-1,16 2-66,25-7-32,-14-3 1,3-1-79,5-2 1,1-1 120,0-3 0,-1-1 89,-4-2 0,-3-1 118,15-21 95,-20-8-3084,-20-7 2877,-12 8-27,-7 10 0,-4 1 273,-9-9 696,-10-11-858,14 26 389,4 8-524,10 13 3152,1-1-3281,6 11 400,8 10-360,8 14-12,13 17-8,-11-19 1,0 2-226,1 2 1,-1 2 221,-2 1 1,-3 0-48,-4 1 0,-3 0-311,-7-1 0,-5 0-1042,-4 1 0,-5-1 1406,-7 3 0,-1-4 0,-4 6 0,-1-6 0</inkml:trace>
  <inkml:trace contextRef="#ctx0" brushRef="#br0" timeOffset="113000">13916 7045 21786,'6'-47'1083,"-1"-1"0,-1 8 0,0 7-871,-2 19-178,-2 15 28,-2 18 39,-5 20 0,-6 20-73,6-23 0,-1 1-171,-2 0 1,1 1 136,1-2 1,0-1 5,2-3 0,0-1 5,-3 21 18,2-14-1,3-15 353,0-11-33,3-10-208,0-10-100,4-11 11,6-25-40,0 8-1522,1-3 0,1 0 1534,-1-2 2,0 0 1,0-2-83,-4 12 1,1 0 84,1-8 1,1-1-7,1 3 1,1 1-11,0 3 0,2 3-12,18-20 6,4 14 11,1 15-11,-1 12 0,-3 13-11,-5 11 11,-6 13 3316,-9 12-3349,-16 9-1,-18 8 23,2-27 0,-3 0-288,-7 1 1,-4-1 292,-3 0 1,-2-2 5,0-3 0,0-3-37,5-3 0,1-4 82,-14 3-12,21-11 51,11-13-95,13-3 5,10-8 784,12 2-784,16 4 6,8 6-11,8 8 5,4 7-208,1 9 85,-1 5-238,-22-7 0,0-1-171,13 6-305,-13-6 1,1 0-1847,15 1-1837,8 3-3338,-7-6 4991,-5-7 2873,-18-6 986,0-9 5125,-16-7-1143,0-7-1473,-5 1-929,-7 1-1777,-9 10-542,-3 3 50,-7 7-219,6 0-89,1 1 28,6 1 33,12 1 17,11 0-11,14-1-11,11-5 0,5-5 28,0-6 213,0-19-208,-23 11-16,-2-12 72,-21 6-11,-7-3 107,-14-14-45,-5 11-90,-2 6 95,-2 14-94,5 10-29,-7 6-45,-5 18-33,9 8 11,1 18-28,14-10-17,7 12-50,8-7-199,6-9 0,3-1-70,8 9-359,8-10 1,3-5 195,1-7 34,1-6 1,2-2-208,15-10 570,-12-7 1,0-4 193,-7 0 1,-2-3 81,4-5 0,-4-2 78,1-9 336,-4-10 140,-12 6 62,0-8 319,-4-5-515,-6 13-354,-2 6 91,-2 17-230,0 8-96,-1 5 34,-1 10 1,-1 13 10,-1 11-11,-1-3-44,-4 11 33,1-9-12,-6 18 7,3-13 22,1-3-17,6-20 39,2-9 28,7-14-33,5-7-23,3-5 90,13-20-40,-11 15 23,14-21 6,-9 12 22,10-13-62,-6 12-11,0 4-39,-10 17 6,1 7 16,0 5-10,13 12-24,-2 6-16,3 15 12,-13 2 10,-6-6 0,-7 7 23,-6-1-17,-1-2 0,0-6 45,0-15 84,4-10 28,3-11-157,0 0 50,10-20 68,9-10-57,2-1-38,3 0 10,0 10-33,1 8 6,2 5-6,-3 4-39,6 12-1,-17 4-49,19 14 22,-18 2-79,5 11-145,-8-2-264,-2 1-486,3-2 262,-2-7-3248,17 5 504,-1-14 2061,6 3-235,8-14 2553,3-14 248,-9 2 1518,5-15 710,-21 0-1859,-5-1-414,-6-2-286,-7 10-504,-5 8 100,-1 5-341,-1 5-22,-4 5-12,2 2-5,-10 20 0,6 3 0,-2 16-12,8 0-27,10-2-12,9-4-22,13-8 0,11-10 68,-4-9-1,23-10 39,-17-11 34,15-8 45,-18-10 17,-12-6 10,-10-7-60,-9 8 161,-15-19-156,-1 27 67,-16-19 0,-16 22-39,-5 5-56,-11 8-57,13 15-21,14 1-544,4 18-913,18-2 6,1 6-8347,20 10 8093,-5-21 1,6 6-1,-11-20 1</inkml:trace>
  <inkml:trace contextRef="#ctx0" brushRef="#br0" timeOffset="113357">16359 7134 21489,'0'-5'3702,"0"0"-1819,0 5-1939,8-55 44,-3 53 18,6-40 0,3 92-12,-3-4-3,-2-12 1,0 1-3,4 11-17,1-16 0,1-3 0,3 0 28,26 13 28,-20-30-11,12-8 33,-10-15 1,-5-6 44,4-14 90,-2-16-85,1-4-66,-4-1 22,3-1-123,-7 25-191,10-7-27,-8 22-1458,14 7-396,-9 15-1361,10 7-3636,-10 12 6288,-8 1 0,-6-10 0,-5-6 0</inkml:trace>
  <inkml:trace contextRef="#ctx0" brushRef="#br0" timeOffset="113916">16984 7255 25478,'43'13'840,"-2"-7"-667,-16-15 29,-1-5-96,-7 2 174,0-13-179,-8 3 11,1-10-11,-7 3 0,-1 3-6,-7 6-34,-2 5-5,-9 6-11,-4 5-22,-5 4-18,-2 8-10,-2 10 5,2 12-6,2 10-28,8 6 6,9 5-16,14-2 10,14-3-5,17-10-17,12-9-17,6-12-259,2-8 304,-14-9 16,17-15 29,-21-7 5,-12 4 1,-1-4-196,7-28 226,-20 22 0,-2-2 17,-2-1 0,-2-1 33,-3 1 1,-1 0 199,-1-25 16,-6 13-167,-1 15-152,0 14 237,2 9-237,3 6 0,4 18 0,6 8 230,8 23-230,5 8 0,-11-25 0,-1 1-153,-1 0 1,0 1 152,-1 1 0,-1-1 0,-1 0 0,-1 0-63,2 17-542,-11-15 0,-6-2-3041,-17 11 3646,8-16 0,-1-3 0,-8-1 0,10-12 0</inkml:trace>
  <inkml:trace contextRef="#ctx0" brushRef="#br0" timeOffset="116817">19520 6902 14656,'1'-4'5646,"-1"1"-4011,0 3-1153,-72-24-129,19 29-580,13-4 0,-6-1 0,5 6 249,10 6 1,3 5 8,-9 10 0,5 3 66,2 14-57,5 11 66,29 7-28,21-14-33,11-6 5,-8-25 1,2-3 50,25 2-43,-21-8 1,0-1 137,25-2 331,-12-13-348,-23 2 56,-10-14-89,-19 5-45,-9-6-23,-18 1-22,-4 8-34,0 4 682,-3 17-693,8 9-1622,8 4 1,2 4 1599,-6 10-127,12 2 0,5 1 149,12 8-144,3 10 133,24-10-6,10-15 17,-11-14 0,3-3-14,3-3 1,3-4 7,10-3 1,0-5 8,-14-1 1,-1-2-13,13-4 1,-3-2 3,7-8 27,3-4 79,-16-1-28,-19 4 3125,-9 3-3108,-8 1 447,0 3-324,-2-5 162,1 6-313,0 2-56,-1 6 5,2 2-11,-2 0 17,0 3-28,-1-1-5,0 2 5,3-2 991,-1-1-963,3-4-39,2-1 11,6-6 22,10-9-33,3-4 22,8-14 0,0-5 1,-7 3-10,-8 12 1,-2-3 20,7-26-528,-8 9 0,-1-3 524,-4 4 1,-2 0-12,-1 0 1,-1 0 19,-4-12 0,-2 3-17,-2-2 9,-3 3 0,-1 2 13,-3 10 6,-4-5-39,8 31-5,-3 13 55,4 7-50,-15 29-5,3 12 7,4-7 1,0 4 211,4 2 1,0 2-229,2 5 0,0 0 3,3-9 0,0-1 0,2 10 0,1 0-20,2-2 0,2-1-31,1 0 1,4 1-247,7 9 0,4-5-969,9 3 1058,-8-28 1,4-4-1418,32 4 555,-6-15 714,-14-6 1,1-5 86,18-16 269,-10-14 139,-7-13 119,-10-9-62,-9 7 229,-9 12 0,-2-1 337,-2-6-23,-2-12-425,-6 28 757,-6 7-758,-1 9 893,-4 1-1161,4 6-12,1 6 6,5 6-17,3 0 12,12 13-12,6-8-39,18 6 5,5-12 35,4-5-12,-9-6 72,6-14 1,-18-4-11,4-14-29,-17 5 68,-6-21-39,-7 15 5,-4-14-17,-5 18-16,-3 12-12,-6 10-5,0 10 56,-25 25-23,10 4-50,12-8 0,2 3-5,-5 22-1,13 1-5,17 0-84,14-5 28,4-12-90,4-14 0,3-2 11,2-2-56,7-4 1,1-3-62,8-9 190,-14-3 0,-1-3 29,15-15 38,-7-13 28,-6-8 12,-4-5 44,-4 0 68,-3 6 84,-4 5 61,-5 10 11,-4 8-190,-4 8 6,-4 6-107,0 7-11,-1 9-6,0 10 1,0 3 16,-2 25-17,0-10 1,-1 16-6,-1-12 11,2-9 0,0-10 28,0-10 72,2-9-16,3-11-67,5-7 11,8-12-5,8-8-1,-3 4 28,19-16-10,-9 17-24,14-9 1,-8 18-6,-2 9-11,-1 5-5,-4 12-23,-3 8 22,-5 11 6,-7 9-11,-6 4 11,-5 1 0,-3-7 0,0-7 0,0-11 6,2-8-6,3-5 0,6-6 16,0-1-4,18-13-1,-7-1 17,14-11-11,-7 4-23,1 0 17,-9 9-28,6 3 12,-14 10-6,4 2-1,-9 6 24,2 5-12,1 3 0,6 0 28,4-2-28,6-4-12,5-3 18,3-7-40,-1-5 40,-3-8 39,-5-7 0,-5-6 16,-5-4-33,-7 7 51,-4-9-23,-4 16-28,-2-6 11,-4 14-28,-1 5-17,-3 3 6,-1 6-5,-4 5 22,-2 8-45,-2 9-23,3 8-44,4 4-135,5 3-218,9-1-173,10-1-68,14-4 359,0-11-360,27-7 556,-16-14 156,15-7 90,-18-10 62,-9-7 72,-6-6 113,-4-1-152,-5 4 432,0-6-286,-6 16-191,1-2-117,-4 12-45,-3 4-23,2 4 23,1 6-28,3 7 34,1 8 0,-1 2-12,0-1 17,-1-3-5,-1-7 22,0-6 11,4-6-33,-1-5 10,8-6-10,0-3 11,4-3 5,-1 2-5,-4 5-6,-3 4-11,0 4 0,3 4 0,5 5-22,5 6 22,4 3 11,5-2-5,7-4-6,-5-5 44,28-7 1,-16-10-148,-12 0 0,-1-2 165,19-22-37,-27 12 0,-2-3-3,-1-4 1,-2-1 10,0-5 1,-3-1-12,-3 7 1,-2-3 52,4-19 1,-1-3-270,-7 17 0,-1 0 314,4-15 1,-2 1-4,-5 17 1,-1 3 62,1-12-119,-4 19-26,-1 12-75,-1 9 28,-6 21 12,1-3 236,-8 35-252,4 6 2,4-17 0,2 2-411,0 4 1,2 1 345,5 1 1,1-2-1464,-2-10 0,3 0 1172,6 9 1,3-1-370,6 7 68,-6-17 0,2-3-1290,6 3-3114,-2-16 5075,-5-10 0,-6-6 0,-5-2 0</inkml:trace>
  <inkml:trace contextRef="#ctx0" brushRef="#br0" timeOffset="117023">22465 7018 24328,'47'-8'117,"1"0"1,-1 0 0,0-1 0,3 2-1,2 1 1,-2 0 0,-6 3 36,9 6 0,-3 1-495,11 0 1,0-1 530,-2 0 0,-3-1-126,-17-1 1,-4 0-37,20-1 407,-33 1-1784,-17 0 1416,-9 4 0,2-3 0,-5 3 0</inkml:trace>
  <inkml:trace contextRef="#ctx0" brushRef="#br0" timeOffset="118549">3534 8855 13474,'-8'2'6010,"3"0"-4688,5-2 571,0 0-1445,-34-24 101,21 5-414,-24-14 38,30 7-106,3 3-33,1-7-45,3-2-84,13-4 50,9 8 22,19-1 12,-4 16-22,14 2-29,-6 9-3,-12 7 1,0 4-53,16 10 16,-4 19 62,-27-8-34,-10 15 34,-15-5 16,-7 10 29,-13-2 10,5-20 1,-2-1 62,-11 7-23,-4 0 0,20-23 218,-4-7-72,6-1-1,-7-5-89,11-1 96,3-4-68,5 2-107,2-2-83,7 3 16,13 1 23,17 2 11,2 0-1688,2 6 1,0 0 1687,4 1-17,-3 3 0,0 2-78,11 12-11,-7 1 72,-11 0 0,-27 1 57,-39 7-6,-17 0-9,8-13 0,-1-3-111,9-5 0,0-2 92,-9 0 0,1-1 1607,11-3 0,0-2-2187,-9-1 0,2-1-826,-9-4 1417,3-16 0,36 12 0,-1-7 0</inkml:trace>
  <inkml:trace contextRef="#ctx0" brushRef="#br0" timeOffset="118790">4340 8934 25287,'56'-19'50,"-10"3"-210,-16 6 1,2-1-2667,7 0 1,0 1 1692,-3 0 1,-1 1 0,26-6 0,-39 10 0</inkml:trace>
  <inkml:trace contextRef="#ctx0" brushRef="#br0" timeOffset="119973">6605 8997 23103,'-5'-41'576,"-1"-1"1,1 0 0,0 17-644,-1 35 140,-2 9-62,-5 15-11,2-1-11,2 0-157,4 1-219,3-8-3595,4 26-4263,8-21 8245,3 6 0,-2-22 0,-4-9 0</inkml:trace>
  <inkml:trace contextRef="#ctx0" brushRef="#br0" timeOffset="120357">6934 8501 17535,'-3'-5'3377,"0"0"-2912,3 5-392,-55 55 11,40-20-59,-12 8 0,4 0-19,27-7 50,11 3 84,-3-24 258,5-2 157,-2-9-147,0-12-44,5-14-16,-6-5-108,-1-4 180,-9-2-140,-9 6 73,-9-12-252,2 14 90,-9 0-202,10 19-63,-3 4-234,-2 19-112,6-3-4279,-2 31-409,12-21 4260,4 19 0,-3-35 0,1-1 0</inkml:trace>
  <inkml:trace contextRef="#ctx0" brushRef="#br0" timeOffset="120724">7477 8750 11353,'-9'-9'3204,"2"1"-225,7 8-2335,0 0-548,-60-18 21,26 26-112,-3-11 1,2 3 0,13 23 1313,14 8-1319,20 8 22,6 5 0,17 7-1646,3-9 1635,-6-11-5,10 2 1918,-9-10-1918,5 5-1,-9-5 57,-15 1-57,-19-5-27,-9-2 3189,-24-1-3693,-2-7-1058,-22-1-437,12-10 441,7-3-3724,16-16 5304,8-23 0,7 20 0,2-12 0</inkml:trace>
  <inkml:trace contextRef="#ctx0" brushRef="#br0" timeOffset="120891">7260 8833 22627,'15'-20'1164,"-17"36"-1018,-19 33-115,5-11 0,0 1-20,-6 15-672,6-11 0,3-1-1607,0 1 1417,3-6 1,1-4 0,5-13-1,1-1 1</inkml:trace>
  <inkml:trace contextRef="#ctx0" brushRef="#br0" timeOffset="121951">8190 8564 20246,'0'-7'2655,"0"1"-1949,0 6-510,-75-48-51,32 41-482,-3-17 0,-1 6 438,-2 37-48,24 0 0,1 4-48,0 1 1,1 3 5,-3 7 1,4 3-12,8-6 0,3 1 0,2 29 239,13-18-239,9-8-3,12-17 0,5-2 15,21 2 48,-17-5 1,3-2-27,0-9 0,-2-3 10,-1-3 158,22-9 39,-41 2 330,1-6-454,-20 4-100,-2 3 39,-20-2-39,0 7-6,-16 2-11,1 11-22,2 9 16,9 2 6,2 13 6,9 10-12,5 3-39,8 7-28,17-13-95,12-5-5,3-9-441,6-11 1,2-4-103,5-1-898,10-2 1,3-3-129,-21-6 1,1-2 184,14-1 0,-1-3 714,-9-2 0,-2-2 845,-4-1 1,-2-2 1135,18-17 1205,-14-5 570,-10-3-1630,-10 7 1557,-2-17-1530,-6 19-352,0-10-303,-7 20 211,0 7-687,-3 8-118,3 3-83,-2 10 16,2 1 12,-7 30 5,4-3-6,-4 22 1,5-5-225,3 0 208,1-2-11,2-5-40,1-12 51,2-12 50,0-11 23,3-16-18,0-9 29,3-12-17,-3 3 269,2-13-201,0 1-68,0-2 22,6-8-16,7 7-46,2 5-32,4 6 10,-6 19 12,-1 7 16,0 11-11,4 10 0,-5 1-16,3 26-23,-14-10 22,0 18-5,-8-12 0,-1-6 33,0-10 12,0-11 55,2-10 7,5-11-24,6-10-4,7-12-1,5-9 0,1-3-22,1 2-6,0 5-22,-6 11 0,10 4-12,-11 12-33,11 4-50,-5 15-101,-1 11-247,-1 10-504,-2 6-1025,-3 3-3825,-3 0 5780,-4-7 0,-4-14 0,-5-11 0</inkml:trace>
  <inkml:trace contextRef="#ctx0" brushRef="#br0" timeOffset="122440">9374 9103 19160,'2'-5'5376,"0"1"-3678,-2 4-1665,9-18 29,-13 38-1,3-2-1726,-8 20 0,-4 6 1687,-2 16-11,4-15 1,0 0-149,4-13 1,1 0 136,-3 7 0,0 2-23,1-4 1,0-1-17,-6 22 28,5-21 33,4-18 23,4-16-39,0-15-6,-2-14 11,-1-16-28,-1-14 31,2 22 0,2-1 1303,0-3 0,3-1-1309,2-4 0,3 0 0,3-3 1,2 0 5,4 0 0,3 0 14,2 2 0,2 1-14,0 2 0,1 2 11,0 6 1,0 2 183,-3 5 1,0 3-199,15-10 6,-8 15-17,-7 10-11,-3 7-12,1 9 34,-4 10 23,-1 11 651,-6 8-674,-12 5 39,-25 11-61,1-18-89,-1-11 0,-4-2 89,-20 0-93,18-11 1,-1 0-370,3-3 0,0-2-2882,-21 0-6476,17-3 8583,17-3 1,12 0-1,8 0 1</inkml:trace>
  <inkml:trace contextRef="#ctx0" brushRef="#br0" timeOffset="122816">9838 9147 26766,'3'-52'112,"0"0"0,1-1 0,3 4-87,1 17 0,2 0-952,2-18 0,-1 0 944,-2 14 0,-2 0 44,2-16 1,-2 2 157,-3-5 649,-1-2-521,-5 19-263,0 20 232,0 10-349,-4 19 44,-2 13 0,-1 23-14,4-5 0,2 3 319,0-12 1,2 1-323,2 19 1,3 0-15,0-14 1,2-2-459,2 11 1,1 1 362,0-2 0,1 0-162,-2-4 0,0 0-627,-1 0 0,0-3-1163,0 16 605,-3-14-4900,-4-27 5697,-1-13 1,1-1 0,-1-2-1</inkml:trace>
  <inkml:trace contextRef="#ctx0" brushRef="#br0" timeOffset="123000">9820 9015 19568,'-42'-31'995,"1"0"0,1 2 1,18 8-991,31 18 7,27 0-35,5 1-36,-4 0 1,2 0-240,-4 0 0,1 0-263,19-2 1,2 0-1148,-11 0 0,0 1-3208,3-2 1,-3 0 3504,2-1 0,-19 2 1,-21 3-1</inkml:trace>
  <inkml:trace contextRef="#ctx0" brushRef="#br0" timeOffset="123457">10453 8677 19585,'0'-3'3870,"0"1"-386,0 2-3293,-1-26-96,0 20-78,0-20-29,1 26-55,0 0 230,0-3-152,0-1 28,1-6-5,-1 2-12,1-1 51,0 3 28,-1 2 106,0-1-90,0 2-66,-1 1-68,-3 4 0,-1 3 34,-12 12-17,-6 16-14,4-1 0,-1 4 14,4-1 0,1 2-294,0 9 0,4 1 280,7-7 0,5-1-70,5 0 0,5-1-233,3-3 1,4-2-547,5-3 0,4-1-1758,4-4 0,3-3 2621,-2-3 0,-1-3 0,11 3 0,-16-10 0</inkml:trace>
  <inkml:trace contextRef="#ctx0" brushRef="#br0" timeOffset="123706">11021 8639 21585,'-5'-48'795,"-1"-1"1,1 8 0,1 6 1115,4 11-1737,1 13 419,3 11-576,9 15 307,12 19-321,-7-7 0,0 5 0,3 7 0,-2 1 362,-4-6 0,-2 2-368,0 22 1,-6 2-553,-7-19 1,-4 1 319,-2 18 0,-5 1-591,-5-14 0,-5-3-2989,-2 0 1,-2-2 3814,1-6 0,2-4 0,-7 8 0,13-19 0</inkml:trace>
  <inkml:trace contextRef="#ctx0" brushRef="#br0" timeOffset="124600">11889 8867 21431,'60'-20'-52,"-1"0"1,1 0-1,-2 2 1,0 1-1,-3 4-161,7 8 1,-3 4 83,-13-1 0,-2 1-370,3 4 1,-5 3 878,-11 3-598,-11 11 466,-51 3-248,-9-3 42,5-7 0,-4 1-340,-7 1 0,-1 1 519,-1-1 0,0 1 79,-7 2 0,2 0 115,16-5 0,4-1-140,-17 7-225,21-5-27,16-6 257,26 0-79,17-5-122,29-1-54,-23-3 0,2-3 410,3 1 0,-1-3-382,-2-1 0,-2-1 149,19-12 191,-23-8-275,-19-8-45,-19-8-17,-5 5 131,-4 9 1,-2-1 299,-7-10 135,-8-13-56,15 25-185,6 11-225,8 12-128,2 4 392,5 10-387,9 11 12,11 17-23,11 17-341,-15-22 0,0 2 313,0 3 1,-2 1-40,-2 2 0,-3 1-210,-3 1 0,-3 0-583,-6 2 1,-4-1-2115,-3 0 1,-4-2 2315,-2-4 0,0-4 0,-5 9 0,6-19 0</inkml:trace>
  <inkml:trace contextRef="#ctx0" brushRef="#br0" timeOffset="126790">13959 8992 19619,'2'-48'985,"0"0"1,0 3 0,-5 13-874,-15 25-73,-7 10 6,2 6-3,-2 8 0,-3 5-1707,-3 7 0,0 2 1679,1-2 0,0 1-1129,-6 11 1,3 0 1114,15-13 0,2-1-83,-1 7 1,2 0-411,-1 25-1075,23-9-2975,21-12-5288,18-15 9649,-7-11 1,-9-9 0,-21-3 0</inkml:trace>
  <inkml:trace contextRef="#ctx0" brushRef="#br0" timeOffset="128174">14434 8821 17708,'7'-42'1298,"-1"0"0,0 0 1,3-14-1,-3 10-805,-5 18 324,-4 11-800,1 12-17,-4 12 79,-2 17-23,-5 24-40,4-15 1,-1 3-329,-2 5 0,-1 1 354,-3 4 0,-1 0-470,-2 2 0,0-1 442,3-9 0,0 0 11,-4 5 0,1-1-221,3-7 1,1-1 195,1-2 0,2-2 0,-8 22 22,14-32 619,6-11-322,14-12 737,10-12-949,19-15-37,-19 10 0,1-2 17,1-3 0,0-2-34,0-1 0,-1 0-17,0-1 1,-1 2 10,-1 1 1,-1 2 19,16-11-50,-12 14-6,-10 12 6,-5 10-17,-1 11 0,0 12 0,-1 13-17,-1 9 0,-3 4 45,1-1-5,3-4-23,6-7 505,5-8-499,-1-11 11,18-7 22,-4-13 23,17-9-1,-5-12-188,-1-11 290,-8-6-29,-7-4-98,-11 8 93,-3-17-23,-10 20-16,1-12 22,-5 19-6,-2 9-44,0 8-56,-3 5 182,-1 8-177,-8 6 9,-6 9-14,-5 9-12,2 5-5,6 0-6,7-8-5,6 2-40,3-7 62,3-3 0,0-3 11,0-10 6,-2-4 420,1-1-437,-1 0-39,0 0 16,3-2 1,4-2 5,6-2 17,8-4 17,5 0 5,6-2-22,-12 3 34,3-3 16,-13 3-27,1-4 5,-4-2-6,-4-4-16,-4-4 11,-5-1-1,-3 1 46,-3 4-34,0 7-56,2 4 17,1 5-6,-1 6 6,-6 7-12,-4 10 12,-5 11 34,2 7-46,2 3-5,6 1-39,7-1-73,6-1-118,10 0-257,8-4-538,11-4-762,16-10-857,14-9 505,-21-11 1,2-4-19,3-3 1,1-2 722,1-3 1,-1-3 1105,-1 0 0,-3-3 689,-5 0 1,-3-1 1396,19-18 673,-16-1 247,-15 2-359,-9 4-656,-10 5-459,-6 4 141,-7 4-401,1 6-529,-4 4-225,1 10-44,-1 2 195,-20 18-206,9 1-23,-11 14-45,14 0-5,8 1-18,9 1-16,5 1-151,15 5-62,-2-16-795,20 9-1171,3-21-1573,16 0 623,-18-13 1,0-3 3128,27-5 0,-20 0 0,-17-2 0</inkml:trace>
  <inkml:trace contextRef="#ctx0" brushRef="#br0" timeOffset="128400">16056 9033 19809,'9'-42'1484,"0"-1"0,-1 1 1,3-6-1,-3 7-868,-4 10-464,-4 28-40,1 1-68,-4 17 1,-8 21 0,-5 15-318,-2 3 281,7-22 1,-1 0-15,-11 27-47,9-21 0,0 1-275,0 0 1,1 0-1791,2 5 1,2-2-2515,-2 13 4632,12 0 0,0-41 0,4-2 0</inkml:trace>
  <inkml:trace contextRef="#ctx0" brushRef="#br0" timeOffset="128900">16302 9123 17288,'0'-5'4879,"0"0"-2426,0 5-2324,-72-27-84,44 27-9,-19-7 1,1 6 2,14 32-23,11-5 1,1 1 0,-8 21 22,7 7-11,15-21 6,11 1-3331,20-7 3336,-1-5 6,27-2-174,-19-16 1,3-4 142,1-1 0,2-2 5,15-3 1,1-4 31,-6-4 0,-3-3 2,-2-1 0,-2-2 28,-4-2 0,-5-3 104,-6-2 0,-5-2 145,10-23-11,-18 17 1,-2 1 122,-3-12-50,-5 1-73,-6 21-179,1 10 51,-1 7 3131,2 5-3322,-1 0 467,1 3-506,-2 6 39,0 1-6,-3 20-5,2 8 17,0 17-15,7-17 1,3 0-15,1-4 1,2-1-368,4 6 0,2-2 211,7 10-1182,0 13-1198,-27-21 1764,-20 15 0,6-30 1,-9-5-1</inkml:trace>
  <inkml:trace contextRef="#ctx0" brushRef="#br0" timeOffset="129390">18130 9240 22291,'2'-9'2884,"0"1"-2509,7-22 1,0-3 32,-4 14-349,5-16 0,-2 6-93,-8 25-5,0 12 50,0 9-5,2 16-17,-1 13-12,0 9-268,-1 4-913,-1 0-2056,0 3 3260,4-3 0,-3-26 0,3-7 0</inkml:trace>
  <inkml:trace contextRef="#ctx0" brushRef="#br0" timeOffset="129767">18522 8971 23327,'-46'-14'119,"-1"1"0,4 0 1,6 11-86,6 40-34,12-13 11,7 6 0,10-14 23,4 1 33,3-5 168,3-5 123,3-5-83,1-7-51,3-5-118,-4-2 259,4-13-108,-10 5-66,2-9-51,-6 5-79,-4 4-16,0 5-45,-1 5-257,1 4-220,2 7-985,3 10-2682,9 9 4144,14 14 0,-10-14 0,5 0 0</inkml:trace>
  <inkml:trace contextRef="#ctx0" brushRef="#br0" timeOffset="130150">19028 9108 25197,'-5'-38'442,"0"0"1,-4-23-437,3 66 5,-5 12-11,-6 34 5,9-20 1,1 3-609,-2 14 1,2 1 585,3-12 1,0 0-21,-2 14 1,1 0-115,-1-8 0,0 0-290,0-2 0,0 3 0,0-2-422,-2 9 1,-1-2-258,-2 3 0,0-3 22,-5 4-3657,-23-7 2907,5-44 2481,-13-10 907,5-36-459,14 3 179,9 11 0,2 0 1076,-8-22-1221,11 14 0,2 0-220,1-21-357,15-2-392,8 28-29,24-3-83,14 7-94,-8 12 0,8-1 1,-3 2-367,-1 0 1,2 1-778,9 0 1,6 0-1,-7 3 707,-11 4 0,-5 1 1,-3 1-1,-3 0 1,4 1-1</inkml:trace>
  <inkml:trace contextRef="#ctx0" brushRef="#br0" timeOffset="130700">20625 9216 23803,'-11'-50'522,"-1"0"1,-3-2 0,-2 10-243,-3 25-123,-10-2-95,4 14-51,7 6-22,-7 9-1,6 9 12,-5 23-5,10-9-1,10-1 1,4 2 5,12 10-12,0-12 1,3 0 2,4-6 1,4 0-126,1-2 1,2 0 107,-1-2 1,0-1-36,14 15 38,-17-12 23,-24 1 12,-22-12-24,-25 1 18,16-10 0,-1-3-23,-4-1 0,0-1-70,1-2 0,1-1-168,5-1 0,2-2-816,-15-11-2233,20-7-6527,21-4 9037,7 6 0,5 7 1,-5 12-1</inkml:trace>
  <inkml:trace contextRef="#ctx0" brushRef="#br0" timeOffset="130940">21130 8900 26424,'-21'-19'39,"3"21"-34,6 28 1,6 13-6,-1-2 0,2 2-752,2 3 0,1 2 539,2 0 0,1 1-446,0-2 1,1 1-574,0-3 0,0-1-1082,0-4 1,-1-2-7518,-1 26 9378,-3-26 1,0-17-1,2-17 1</inkml:trace>
  <inkml:trace contextRef="#ctx0" brushRef="#br0" timeOffset="131450">20884 9489 13855,'0'-9'7920,"0"3"-7338,9-28 1,5-5-12,3 8-484,1-13 0,4 2-25,14 21-34,11 5-522,15 4 494,-25 9 0,1 0-3,2 1 1,1 1-7,0 1 1,-1 0-1,-1 0 1,-2 1 5,-3-1 1,-1 0-4,21 1 192,-14-4-108,-14-3 78,-13-3-111,-11-3 22,-13 0 34,-9 2 302,-8 3-195,-6 4-80,6 2 124,-21 11-196,14 3-33,-14 12-57,19 1-5,13 2 28,15 1 22,16-2 0,12-2 23,12-9 27,5-7 35,3-9 32,-2-7 108,-6-8 61,-5-5-45,-7-2-34,-7 0-16,-4 2 44,-6 5-33,-3 6-162,-4 6-35,-2 3-4,-12 17-1,2 1-34,-9 18-21,7-2-214,4 3-588,4 2-1142,3-2-3574,7 0 5562,2-10 0,0-11 0,-2-8 0</inkml:trace>
  <inkml:trace contextRef="#ctx0" brushRef="#br0" timeOffset="131700">22020 9335 20268,'2'-6'4403,"-1"2"-3148,-1 4-1166,-39-35-16,5 39-37,-5-10 1,0 4-15,-2 30-17,15-5 1,3 2-28,4 13-79,3 13-341,12 0-522,15-4-817,11-7-1372,15-10-2891,11-9 6044,13-9 0,-26-7 0,-1-3 0</inkml:trace>
  <inkml:trace contextRef="#ctx0" brushRef="#br0" timeOffset="131907">22352 9292 17871,'18'-59'2464,"0"0"1,0-4-1,-3 10-1998,-10 28 206,0-9-376,-4 26-262,-1 3-17,-4 14 0,-4 11-12,-5 18 1,-3 16-138,8-21 0,0 1 90,0 4 0,1 0-210,0 2 0,1 0-524,0 1 0,1-1-1123,2-2 1,1 0 1898,1-2 0,2-3 0,-1 4 0,3-11 0</inkml:trace>
  <inkml:trace contextRef="#ctx0" brushRef="#br0" timeOffset="132167">22715 9307 23635,'-41'-16'133,"-1"1"0,1 0 0,-18-5 0,5 13-80,22 19 0,2 8 48,-6 5 0,3 2-1,-11 12 4,17-11 0,5 2 148,8 10 28,6 10-28,23-3-78,22-7-130,-8-22 1,2-2-33,26 5-1081,-5-9 1,3-3-103,-14-4 1,0-1 1170,24 1 0,-4 0 0,-3-3 0,-9-1 0</inkml:trace>
  <inkml:trace contextRef="#ctx0" brushRef="#br0" timeOffset="132607">23787 9414 24979,'13'-43'515,"0"-1"0,-1 1 1,-5 18-533,-7 28 34,-9 22-6,-1 10-67,-7 21-541,8-21 1,2 2-2841,2 0 1,1 0 3436,2-2 0,1-4 0,2 10 0,4-27 0</inkml:trace>
  <inkml:trace contextRef="#ctx0" brushRef="#br0" timeOffset="132841">24118 8972 20492,'-3'-5'3339,"1"1"-3037,2 4-324,-34 19-23,24-5-179,-26 25-661,34-11-3451,2 6 4336,3-9 0,0-11 0,0-7 0</inkml:trace>
  <inkml:trace contextRef="#ctx0" brushRef="#br0" timeOffset="133358">24338 9203 26687,'21'-33'6,"-5"7"-40,-18 32 62,-2 16-22,1-3-1,4 32 1,9-15 0,9 21-12,1-19-5,-2-7 0,2 0 16,7 12-5,-9-12 0,-2 0-17,0 4-223,-14 3 116,-8-21-228,-24 12 128,3-20-28,-12-2-7,11-15 91,3-12 73,3-15 50,0-13-3307,3-10 3396,5 9-20,8 14 1,2 1 256,1-5-96,2-5 224,3 22 22,-1 13-358,0 3 3260,0 5-3339,-2 9 218,-7 12-235,-8 16-363,-13 17-1071,10-21 1,0 1 1456,2-2 0,0-1 0,-5 10 0,11-19 0</inkml:trace>
  <inkml:trace contextRef="#ctx0" brushRef="#br0" timeOffset="134541">26202 9327 15883,'2'-6'7264,"-1"2"-6524,-9-58-259,-6 37-322,3-11 1,-5 2 3,-18 22-90,-4 6-23,-2 14-28,2 6-5,3 13-6,8 6-27,11 6-1,16 4 6,21 0-12,20-2 6,-14-22 1,2-1 2,3-2 0,0-2 30,0-3 1,-1-1 22,7 0 12,-10-7-18,-31-10-16,-15-4-11,-19-5 11,-2 3 13,1 4 1,-1 2-321,-16 2 309,15 2 1,1 2-15,-14 11 12,9 10-22,15 8-29,12 7 23,12-8-101,28 17-179,14-16-23,-4-7 0,4-2-569,4-5 1,1-3 487,6-1 0,0-2 126,1-3 0,0-1 81,-3-3 1,-2-2 167,-11 0 1,-1-3 63,4-4 1,-4-3 134,2-11 85,5-15 156,-23-2 196,-7-3 112,-5 1-39,-2 7-129,-2 11-122,0 8-198,-1 9-178,0 3 1152,-1 16-1209,-2 7 121,-1 8-132,-6 24 6,4-13-5,-4 16 5,6-17 28,4-3-23,3-15 23,0-3 73,1-15 17,1-3-79,1-7-6,4-8 7,6-8-1,7-7 17,10-4 11,6-1-5,5 2 5,2 8-62,-1 9-5,-4 8 17,-5 10-11,-11 3 16,1 19-16,-16-6 22,2 29-17,-12-15 0,-5 13 6,-7-12-51,-3-6 29,1-8 61,5-7 123,5-6 51,4-5-130,3-7-44,4-7-11,8-9-11,9-8 27,10-4-10,7 0-6,4 4-17,2 7-23,-4 11 18,-2 7-29,-3 15-28,-3 8-61,-5 10-11,-9-2-622,-1 13-359,-9-11-1080,1 12-3748,-3-9 5067,-3-5 0,-1-10 0,-1-7 0</inkml:trace>
  <inkml:trace contextRef="#ctx0" brushRef="#br0" timeOffset="135016">27449 9758 26161,'18'-39'386,"0"-1"0,-1 1 1,-5 16-370,-12 25-23,-4 10 6,-7 26-17,0-6 17,1 0 0,-2 1 12,-8 19-268,7-19 0,0 0 267,0 0 0,1 0-11,-7 26 0,5-7-17,9-12-28,3-13 34,4-12 6,7-12 16,4-13-6,7-12 7,7-33 10,-8 11-199,-4 4 0,0-2 174,-2 7 0,1-1 1,2-2 0,2-4 1,1 2 9,7-14 1,0 1 2,1 1 0,-1 2 25,-1 8 1,-1 4 8,8-8-6,5 0-11,-9 22-23,-3 14 1,-2 19-6,-2 16 6,-5 23-23,-12-17 0,-3 3 11,-5 1 1,-5 1 19,-11 6 0,-3-4 478,-15 12-495,13-24 1,-4-4 7,-1-8 1,-1-3 5,-20 3-14,17-4 0,1-5-456,-11-14-50,20 0-1878,7-19 2387,19-1 0,-2 10 0,5-1 0</inkml:trace>
  <inkml:trace contextRef="#ctx0" brushRef="#br0" timeOffset="135390">28073 9721 26151,'35'-49'173,"-1"0"1,1-3 0,-6-1-17,-14-1 0,-5-1-2371,2-5 1,0-1 2260,-1 1 1,-2 1 86,-2 0 1,-3 6 1332,-2 10-1389,1-6 17,-3 33 655,-1 12-750,-7 11 5,0 4-16,-18 41 6,11-15-226,1 6 1,-1 5 180,6-8 0,-1 2-184,0 4 1,0 4 0,-1-1 312,0-6 1,0-1 0,0 1-702,-2 6 0,0 1 0,-1-5 87,1-1 1,-1-5-511,1 1 0,2-3-1559,3 5-7227,11-3 8396,3-20 1,4-13-1,-7-6 1</inkml:trace>
  <inkml:trace contextRef="#ctx0" brushRef="#br0" timeOffset="135883">28155 9636 19345,'-13'-44'1463,"-1"0"1,2 5 0,1 7-1145,2 15-202,4 8-123,11 7 51,13 10-45,4-1-28,28 13-17,0-1-134,-17-7 0,2 0 131,4-1 1,0-2-65,21 2 61,-8-6 47,-19-10 15,-11-10 6,-4 1 168,0-16-67,-13 17 229,0-7 480,-4 11-64,-4 2-539,0 3-185,0 3-50,-3 3 11,1 8 0,0 0 0,2 25-6,12-5 12,10 16-18,15-9 12,10-6 0,-5-10-28,20-6-11,-18-11 101,15-7 50,-16-9-17,-12-3 443,4-13 5,-17 11-28,2-4-241,-12 13-212,-4 5-34,-29 33-6,9-10-14,-2 3 1,-3 3-414,-4 9 1,-1 2 367,2-2 1,-1 1-542,2 0 0,-1 2 0,1 1-1251,-6 14 1,2 0 1366,5-5 1,2-3 0,8-13-1,3-3 1,-1 5 0</inkml:trace>
  <inkml:trace contextRef="#ctx0" brushRef="#br0" timeOffset="137567">4013 10111 11098,'0'-7'3190,"3"-28"0,2-6-559,-1 7-2172,0-9 1,1 1 836,-2 18-815,-1 11-117,-2 7-510,-1 9 1024,-1 5-643,-12 41-193,3-20 0,-1 2-24,-1 5 0,-2 4 6,-1-2 0,-2 2 1,1-1-22,0 1 0,0 1-428,-6 16 0,3-1 430,9-17 1,3-3 0,2 21-146,15-17 157,3-17 50,21-11-5,-1-19-1,18-10 23,-3-16-199,1-7 232,-12 4-1133,-16 9 0,-1 0 1140,-2-1 319,10-20-247,-20 32-123,2-1-84,-8 14 186,-1 14-141,0 9 3380,-1 18-3397,0-2 0,0-3 0,0 1-40,0 14-42,2-13 1,0 1-866,8 21-291,1-14-6648,14 6 7869,-4-19 0,-2-5 0,-7-13 0</inkml:trace>
  <inkml:trace contextRef="#ctx0" brushRef="#br0" timeOffset="137774">4792 10461 18772,'-5'-3'4448,"2"0"-3221,3 3-1199,-5-26-34,28 12-61,-7-18-594,45 15-3235,-24 8 1,-2 1-5218,22-6 9113,2 1 0,-46 11 0,-5 0 0</inkml:trace>
  <inkml:trace contextRef="#ctx0" brushRef="#br0" timeOffset="138549">6601 10555 24267,'-2'-40'703,"0"0"1,-2-23-671,4 66-10,-1 6 100,2 33-37,-1-1 1,-1 5-65,-1 0 1,-2 3-351,1-7 1,-1 1 0,0-1 327,-6 8 0,-1-3-6,1 1 1,-1 0 2,1-4 0,1-2-50,2-5 1,1-1 47,-3 19 16,5-18 0,2-17 51,0-15-40,2-9 941,-2-26-963,-3-7-6,1 5 1,0-2-62,0-2 0,0-1 97,0-5 1,0-1-316,1-3 1,1-1 292,1 1 1,1-1 2,2 2 0,2 1-6,1 2 1,2 2-6,1 2 0,3 1-17,0 2 1,3 1-181,1 3 1,2 1 173,3 3 1,2 3 11,4 3 0,1 3 13,2 4 1,1 3-25,32-1-17,-3 19-22,-7 15 56,-8 19-35,-13 10-21,-14 6 33,-20-1 33,-18-4-27,-17-6 22,13-25 0,-2-2 5,-2-3 1,-1-3-23,-2-2 1,-2-3-68,1-3 0,0-1-511,-29-6-367,10-7-2852,18-7 3906,15-7 0,11 11 0,8 0 1</inkml:trace>
  <inkml:trace contextRef="#ctx0" brushRef="#br0" timeOffset="138983">7246 10507 18880,'1'6'4245,"0"-1"-3411,-1-5-716,-8 37 56,16-23 44,3 26-56,27-34-78,13-7-22,7-6 5,0-6 23,-7-5 44,-10-4 270,-9-16-169,-19-6-162,-7 3 11,-13 5 258,-13 6-3387,-3 7 3118,0 0 100,-6 12-134,17 9-27,-11 9 16,9 10-17,-4 17-28,2 15 6,4 8-45,3 3-151,5-2-482,15-7-835,14-9-1098,21-12-3322,14-13 5944,-21-15 0,-2-3 0,7 1 0,-4-6 0</inkml:trace>
  <inkml:trace contextRef="#ctx0" brushRef="#br0" timeOffset="139383">7998 10556 11217,'0'-4'9830,"0"0"-5439,0 4-4251,-61-35 51,38 30-180,-11-13 0,4 7 6,21 23 11,13 9-22,1-6 5,12 6 17,4-11 5,12 2 18,16-6-6,-7-6-17,-1-3 11,-8-9 62,-11 0 78,2-7 34,-6-3-101,-9 4 229,-7-14-111,-7 10-73,-7-10-40,-7 13-50,-5 6-22,-17 14-22,1 9-23,-1 6 0,4 11 11,14 0-45,-2 17 12,12-3-17,5-2-286,17-1-465,7-8-812,15 7-2095,10-4 3697,15-6 0,-25-13 0,0-5 0</inkml:trace>
  <inkml:trace contextRef="#ctx0" brushRef="#br0" timeOffset="139983">8557 10468 23926,'-11'-40'1056,"0"-1"1,0 0 0,1 9-788,4 18 162,-2-4 90,2 6-437,3 3 5,0 3-55,2 5 113,1 0-147,-1-2 0,3-2 0,0-6 0,2 1 0,5-11 0,-4 11 0,4-8 0,-7 13 0,1 1 0,-3 4-13,0 0-3,-1 16 27,-1 4-28,-2 21 17,0-7 8,-1 1 1,-2 2-15,-1 5-39,-2 8 1,-1 3-682,-1 10 393,5-19 0,2 0-1050,9 19-1832,14-10-1205,4-19 4420,8-9 0,-17-18 0,-1-2 0</inkml:trace>
  <inkml:trace contextRef="#ctx0" brushRef="#br0" timeOffset="140324">8986 10377 22778,'0'-7'3276,"0"2"-2990,0 5 420,0 0-650,-35-34 16,6 39-36,-3-13 1,-2 3-12,6 21 1,1 7-556,-6 0 0,1-1 535,6-3 1,0 0 8,-12 8 0,2-1-63,-6 6 54,14-11 1,3 0 17,2 5-23,13-4 5,8-1 6,6-4 29,13 7-24,15-3-22,4-6 1,5-1 145,0-3 0,2-2-182,13 0 0,2-2-90,-7-3 0,-1-2-285,-1-1 0,-1 0-1062,-1-2 1,-1-1-3438,-3-1 1,-2 0 3369,16-4 0,-21 1 1,-27 3-1</inkml:trace>
  <inkml:trace contextRef="#ctx0" brushRef="#br0" timeOffset="140591">9701 10219 21803,'0'-6'4795,"0"1"-3597,0 5-1052,-82 7-85,43 8-614,-4 1 1,-10 5-1,8 3 561,13 7 1,5 3-20,-13 14 0,3 3-11,16-8 1,5 0 24,4-2 0,6 0-68,5-1 1,6-1-152,3-2 1,6-3-371,6-2 1,6-4-1305,6-3 0,4-5 1890,1-5 0,-2-3 0,14 1 0,-18-8 0</inkml:trace>
  <inkml:trace contextRef="#ctx0" brushRef="#br0" timeOffset="141356">10230 10471 24603,'-19'-46'595,"1"-1"1,0 5 0,5 8-187,7 16-252,2 8 207,0 2-297,2 6-123,0 1 34,1 8 11,6 6-1,7 13 18,3 0-6,6-2 0,3 2 11,20 14-323,-12-11 1,1 1 302,-5-5 1,-1 0-15,-3-1 1,-3 2-56,6 27-219,-24 6-269,-15-26 1,-5 0-2033,-9 3 0,-3-2 2598,-2-2 0,1-4 0,-12 10 0,18-19 0</inkml:trace>
  <inkml:trace contextRef="#ctx0" brushRef="#br0" timeOffset="142224">11308 10609 21131,'49'-13'-183,"1"-1"0,-2 2 0,-2 4-190,-9 7 1,-2 4-788,27 6-195,-20 7 241,-23 8 346,-31 7 381,-27 5 356,7-16 1,-3 0-419,-6 1 1,-2-1 660,-2 1 1,0-2 260,3-1 1,1 0 128,6-3 0,3-1 59,-12 6-577,21-8 432,21-5-6,23-6-390,11-3 0,6-1-134,3-2 0,1-1 3,4 0 0,1-1-332,3-2 1,-1-2 361,-14 3 1,0-1 52,5-3 1,-1-1 50,-8-1 1,-5-2 100,11-17 821,-19-5-961,-14-5 11,-13-2 146,-8 1 398,-6 5 800,-2 6-1075,11 17 40,2 5-337,11 10 554,-1 1-683,4 7 107,3 7 6,6 13-46,6 7 1,4 11 16,0 3-33,-12-14 0,-2 0-84,2 14-488,-9-12 1,-3 0-4639,-10 14 5221,-6 4 0,5-21 0,5-15 0</inkml:trace>
  <inkml:trace contextRef="#ctx0" brushRef="#br0" timeOffset="142607">13523 10749 17434,'-4'0'5159,"0"0"-4521,4 0-576,58-20 0,3 5-610,-3-2 1,6 0 534,-19 6 0,1 2 0,-2-1-35,3 0 1,-1 0-236,14-3 0,-2 0-1341,2-1-2062,-25 6 1,-2 0-3675,5-2 6600,-12 3 1,-22 5 0,-2 2 0</inkml:trace>
  <inkml:trace contextRef="#ctx0" brushRef="#br0" timeOffset="142816">13971 10551 17675,'-5'0'4756,"0"0"-2511,5 0-2144,-55 12 84,23 27-163,-1-23 1,0 3 16,14 16 0,6 3-11,-9 20-578,8-10 0,1 2-161,4-8 0,3 2 283,10 1 1,3 4 0,0-7 0,-1 12 0,9-19 0,-1 0 0</inkml:trace>
  <inkml:trace contextRef="#ctx0" brushRef="#br0" timeOffset="143190">14409 10896 20671,'2'-7'4285,"-1"1"-4016,-1 6 152,0 0-321,-60-16-55,26 31-48,-6-12 1,2 4 2,11 27 0,9 21-17,17-18 11,3 6 29,26-6-23,5-20 33,18 2-10,-12-13 27,4-12 0,-14-6 163,1-18-17,-13-3 0,-9-10-112,-10 13 118,-9-8-90,-4 9-6,-15-9-39,1 13-72,-8 7-79,9 12 17,6 7-309,4 7-2945,12 13-611,7-4 3084,12 10 0,-8-22 0,0-1 0</inkml:trace>
  <inkml:trace contextRef="#ctx0" brushRef="#br0" timeOffset="143690">14886 10945 24055,'-1'-4'2834,"-1"0"-2336,2 4-487,-54 50 6,33-18-360,-14 12 1,0 8 345,18-4 0,5 1-372,-3 2 0,1 2 359,4-13 1,1 3 0,1-2-28,-1 10 1,3-2 14,1-10 0,2-1-87,0 6 1,2-3 40,2-3 80,1 2-12,1-36 61,-1-35-38,-1 3-4,0-5 1,-1-5-9,2 3 0,0-1-355,2-13 0,2-3 372,4-5 0,3 0-12,4-3 1,4 0 16,3 1 1,2 2-609,3 3 0,-1 4 580,-6 12 1,1 2 19,8-7 0,0 2 395,10-4-412,-10 15 1,-1 4-20,9 2 25,19 13 2,-19 20 7,13 12-12,-21 20-45,-13 11 40,-16 7 2,-10-29 1,-6 0-15,-6 0 1,-6-3 6,-7 1 1,-4-4-10,-7-1 0,-2-4-20,-4-2 0,-1-4-121,0-3 1,0-3-85,12-2 1,0-2-222,-1-4 1,3-3 453,-8-6 0,11 2 0,15-1 0</inkml:trace>
  <inkml:trace contextRef="#ctx0" brushRef="#br0" timeOffset="144708">16815 10897 23915,'15'-45'524,"0"0"1,0 4 0,-11 11-424,-21 22-51,-13 11-39,-12 11-16,-11 12-214,26-8 0,0 2 213,2 1 0,2 1 3,-9 25-9,14-2 12,22-2-11,16-5 11,18-8 0,-8-17 0,2-2 6,13 3 11,6-6 408,-22-6-240,-13-3 106,-1-3-196,-15-5-39,-7-2-34,-6-1-16,-8 5 11,-1 3 22,-28 15 6,5 5-150,10-1 1,0 2 115,4 1 0,3 1-14,1 2 0,4 1-25,-9 23 28,19-2 0,27-3-22,23-6 2,-7-17 1,3-3-487,7-1 1,1-3 340,4 0 0,1-2-183,0-2 1,-1-2-454,-1-1 0,-1-1 241,-4-1 0,0-1-201,5-2 0,-3-1 800,10-2 342,-4-4 151,-39 3 986,-16 3-616,-12 3 142,-2 1-24,-14 3-281,16 0-571,-5 0-67,16-2-45,5-1 11,4-1 56,7 0-22,7-3-34,15-5-39,13-8 17,7-9 39,1-10-53,-25 11 0,-3-1-674,11-21 693,-11 0 1,-2-5-478,-8 10 1,0-1 456,-2 1 0,1-4 0,-2 1 12,0-14 0,-2 1 28,-1 0 0,-3 2 42,0 5 0,-2 2 28,0 9 0,-2 3 140,-2-16-56,-2 24-207,1 16-34,0 11-22,-4 14 662,-4 17-617,-8 27-23,9-17 0,1 5-517,3 0 1,1 4 0,0-3 499,1 5 1,0 1-119,2 0 1,2 3 0,1-5-768,3 1 0,3-2 98,1 9 0,3 0-1859,7 0 1,3-4-63,-6-20 0,0-2 2742,6 3 0,-2-7 0,-7-14 0,0-1 0</inkml:trace>
  <inkml:trace contextRef="#ctx0" brushRef="#br0" timeOffset="145673">17725 11324 21752,'12'-46'1339,"0"0"0,-1 5 0,-6 8-914,-14 15-240,-6 9-123,-4 6-34,3 4-11,4 8 5,12 3-22,11 6 22,43 0-3408,-16-8 3386,-6-5 0,0-2 22,10-8 6,-1-5 23,4-10 55,-11-10 6,-14-7 23,-10-4 38,-15-1-16,-10 4 3470,-23 3-3470,-14 14-90,-4 10-50,-1 19-6,6 29-11,20-6 3,12-2 0,4 4-20,1 19-31,7-18 1,2 2-183,4 6 1,5 0-96,3-8 0,3-1-84,13 25-417,6-34 0,4-5 249,5-5 115,2-3 0,3-5-656,17-14 969,-24 3 1,1-5 218,0-7 1,-1-5 102,-9 2 1,-2-3 114,0-6 1,-2-1 58,-1-14 482,-4-5 55,-10 17-99,-3-1-152,-3 11-112,-5 10-460,2 7 452,-4 3-513,0 11 11,-3 11 0,-5 17-20,2-5 1,0 0 3,-4 14 2,3-12 0,1-1-2,2 6-18,0 13-22,9-17 34,5-8 11,4-18 17,9-11 17,14-18-23,-5 2 19,0-7 1,0-3 20,7-16-360,-8 11 0,0 0 360,7-13-7,-2 6 147,13-4-180,-14 25-5,13-6-6,-25 29 0,-1 23 679,-10-6-634,3 39-34,-10-19 6,-2 17-17,-2-24-28,1-2 11,2-13 22,3-2 7,1-9 38,17-12-28,-6-3 40,22-14 67,8-15-68,-4 3-55,1-3 5,-20 22-11,-9 11 11,0 8-5,3 4 0,2 7 16,3 4-16,-5-5-12,10 10 12,-12-12-46,14 11 18,-10-13-96,10 2-548,2-6-45,-2-4-2051,11-2 2762,-4-5 0,-10 3 0,-4-3 0</inkml:trace>
  <inkml:trace contextRef="#ctx0" brushRef="#br0" timeOffset="146933">19303 11320 11334,'-3'2'8918,"1"0"-5171,2-2-3647,0 3-72,0-2 381,0 3-241,-1-4 2202,1 0-2219,6 2-50,4-3-40,11-2 18,-2-3 33,2-2 39,-6-2-101,-5 1 79,-3-10-23,-5 2-16,-2-6 5,-2 7-22,-2 4-34,-2 5-22,-1 3-17,-5 3 6,-4 4-12,-5 3 17,0 6-5,2 3-34,7 3 5,4 2-156,20 12 45,-3-12-40,14 6-324,1-14-68,3-1 101,3-2 264,-2-4 139,-7-7 51,-6-2 5,1-11 18,-7 2 38,3-7 51,-5 3 44,-3 2 23,-2 2-22,-1 3-17,-3 2-6,1 2-33,-2 3-1,1 1 488,1 1-443,0 1-111,-2-2-1,1-1-5,-4-1 17,0-1-23,3 3-6,-1-1 1,3 3 33,1-1-44,-6 4 10,2-2 1,-5 2-12,5-1 17,1-1 6,3 0-22,-3 0 16,-2 4-17,-8 2 29,-5 5-1,-6 2-39,6-3 34,-10 7-6,10-5 0,-7 7 6,6-1-34,5-2 6,-1 17 28,9-3-6,0 16 0,14-4-27,10-1-7,14-4-66,12-6-404,9-8-1998,6-12 2491,-25-10 0,-2-2 0,4 0 0,-3-4 0</inkml:trace>
  <inkml:trace contextRef="#ctx0" brushRef="#br0" timeOffset="147632">19976 11300 27236,'-18'-3'196,"-3"8"-123,-1 19-51,-1 8 6,-4 15-17,10-14 6,-3 13 6,11-19-40,0 2 17,4-7-6,2-6 17,3-9 62,6-3-17,6-7 28,10-6-17,11-8-3,-6-1 1,0-1-26,13-9-14,-8 6 1,1 1 41,9-3-5,6-1-34,-10 11-40,-10 10 7,-12 8 27,-3 15-11,-8 9-5,2 15-6,-2 3-6,4-1 12,7-5-17,10-7 0,11-11 27,9-10-8,-12-13 1,1-4-18,-2-4 1,-1-2-251,1-1 1,-1-2 272,0-8 0,-1-3-3,-5 1 0,-1-2-5,6-10 0,1-5 3,-9 2 0,-1-3 1,-1-1-705,-3 4 1,-3 0 0,1 0 702,5-21 1,-2 1 13,-7 4 1,-2 4-84,-6 17 0,0 2 125,0-2 1,-1 1-2,-6-8-63,-1 18 397,-3 14-397,-4 12 0,-6 14 0,-9 21 0,9-9 0,0 4 678,-2 7 0,2 3-678,-1 5 0,2 3 0,5-9 0,2 1 0,0-2-18,0 3 1,2-1-67,1 15 0,2-4-554,7 8-71,2-22 1,1-1-70,5 9-5003,19 0-83,-13-37 5124,15 1 1,-20-12 0,-1 0 0</inkml:trace>
  <inkml:trace contextRef="#ctx0" brushRef="#br0" timeOffset="147800">20677 11298 26172,'10'-42'95,"1"0"0,0 6 1,9 8-105,22 21 1,7 10-110,-6-1 1,2 2-1767,-3 2 0,2 1 0,-3 0 1175,0 0 0,-2 0 1,5 2-1,-7-1 1,-15-3-1</inkml:trace>
  <inkml:trace contextRef="#ctx0" brushRef="#br0" timeOffset="148583">22439 11345 24620,'16'-50'577,"0"0"0,0 2 0,-4 10-454,-10 27-50,0 0-95,-6 13 44,-9 11-5,-2 2 28,-26 32-40,19-18 9,-1 3 0,4 3-25,8 5 22,11 17-5,14-23-12,26 1 0,-10-22 1,3-4 13,0 0 1,0-2-106,7-2 0,-1-4 147,18-13 12,-9-9-45,-15-1 44,-2-10 68,-13 4-73,-3 5 22,-6 2-117,-9 17 22,-9 10 23,-6 10 211,-6 13-206,3 7-28,8 1 11,19 0 18,6-10-7,39 5-5,-2-17-135,-13-6 0,2-2 138,-6-5 0,-1-4 30,28-10-10,-18-2 72,1-28-67,-23 2-6,1-9 9,-16 15 0,-3 0-9,-1-10 12,-5-17-17,-2 27-28,-3 11-135,2 12-145,3 9 298,1 7-1934,0 21-981,6 3-6534,5 17 9442,4-11 0,-3-12 0,-5-12 0</inkml:trace>
  <inkml:trace contextRef="#ctx0" brushRef="#br0" timeOffset="148790">23532 11391 26094,'-12'22'5,"2"6"-117,3 20-544,4 2-1393,4-2-3765,3-6 5814,2-12 0,-1-13 0,-2-10 0</inkml:trace>
  <inkml:trace contextRef="#ctx0" brushRef="#br0" timeOffset="148966">23610 11074 19132,'3'21'0,"0"-5"0</inkml:trace>
  <inkml:trace contextRef="#ctx0" brushRef="#br0" timeOffset="149299">24093 11454 22171,'15'-47'393,"1"-1"0,0 1 0,-1 2 0,-2-1 0,-2 4-186,-3-3 1,-2 2-337,-2-2 0,-1 1 333,-1 3 1,0 1-29,-2 5 0,0 3 577,0-15-535,0 20 60,0 14-300,0 10 211,-5 13-161,-9 17-11,-12 26-26,8-15 1,0 3-87,-3 8 1,0 4 82,-2 6 1,1 0-447,5-10 1,0 1 191,2-4 1,0 3 0,2-3-382,3-1 0,3 0-487,-5 15 0,5 0-1051,10-21 1,5-3 2112,3-5 1,1-3-1,5 2 1,-1-10 0</inkml:trace>
  <inkml:trace contextRef="#ctx0" brushRef="#br0" timeOffset="150174">23852 11411 22554,'2'-45'466,"0"-1"1,3 4 0,7 8-456,34 11-17,-14 15 1,2 3-392,8 1 1,2 2 351,5 3 0,1 2-373,1-1 0,0 0 404,-2 1 0,-1-1 19,-7-1 1,-2-3 328,22-10-244,-18-11 5,-19-11-17,-12 2 778,-9-16-246,-5 19 595,-2-14-970,0 26 730,0 3-847,3 12-78,0 2-34,-4 12-1,-9 27-10,1-2 10,1-1 1,-1 3-12,2-8 1,0 0-335,-2 8 1,0 0 333,0-1 1,1-2 13,2-3 1,2-2-21,-4 19 18,7-16 39,4-16 67,4-11 11,4-10-78,9-7 28,16-18-45,-6 5 22,18-14 0,-10 12-55,11-2 16,1 7-28,0 9-11,8 12 0,-18 4 640,2 6-932,-7 13-139,-7 0-174,9 11-168,-6-6-201,5-3 72,6-6 398,3-7 386,1-6 191,-2-6 6,-12-5 436,19-22-308,-25 10 269,24-24 185,-23 15 112,1-4-129,-10 7-241,-13 9-358,-6 6 22,-15 10-16,-6 9-23,-10 12 0,-2 11-1705,19-9 1,2 1 1704,-4 11-6,6 16 1,22-22 16,9 6-17,15-9 1,7-8 16,5-9 6,-2-8 5,-4-12 3421,-8-8-3326,-8-14 1,-9-10 117,-10-21-140,-6 19-5,-6-9 212,-10 12-156,2 10-85,-6-4-89,13 20-106,5 7-56,5 9-309,2 8-1551,13 18 745,-3-5-4744,17 17 5201,-8-18 0,-4-4 0,-6-9 0</inkml:trace>
  <inkml:trace contextRef="#ctx0" brushRef="#br0" timeOffset="150507">25700 11456 26766,'-22'-2'22,"2"9"-16,6 24-1,5 10-5,12-8-50,16 15 27,-2-18 29,31 5 5,-23-24-3324,33 1 3341,-32-13 56,20-7 50,-23-12 6,4-21-106,-12 6 10,-4-24 1,-9 15 0,2-10-11,0 7-57,4 9-391,-1 16 3111,0 10-8360,1 14 4815,1 6 0,-3-2 0,0 0 1</inkml:trace>
  <inkml:trace contextRef="#ctx0" brushRef="#br0" timeOffset="151123">26168 11682 24071,'23'-41'349,"0"-1"1,0 1 0,0-1-1,-1-1 1,-6 5-120,-5-19-661,-4 20 0,-1-3 504,0-3 0,-1 1-43,-1 8 1,-1 0 39,0-6 0,0 0 92,-2 6 1,-1 2 411,2-24-468,-2 15 20,0 30-154,-2 13 28,-3 13 45,-8 36-28,0-8-271,0 11 1,-1 5 264,4-19 0,1 1-17,-4 21 1,1-1-1,4-20 1,3 0-146,3 20 0,6-1-99,4-18 1,2-1-948,6 18 1,2-2 733,-2-22 1,2-3-2249,8 8 1,1-4-7121,2-1 8855,5 4 1,-23-28 0,-9-9 0</inkml:trace>
  <inkml:trace contextRef="#ctx0" brushRef="#br0" timeOffset="151290">26182 11459 23884,'40'-21'-116,"0"0"1,-1 0 0,1 3 0,0 1 0,-1 6-1843,10 12 1,-1 6 921,-2-2 0,-2 0 1,15 2-1,-26-3 0</inkml:trace>
  <inkml:trace contextRef="#ctx0" brushRef="#br0" timeOffset="152107">27702 11547 22638,'8'-41'918,"1"0"1,-2 0 0,0 9-567,-4 20-290,-1 0-45,-2 14 16,-5 13 29,-2 14-51,-3 15 12,0 11-380,1 6 340,2 1 17,2-15-22,-1 11 33,3-33 68,-10 15 5,0-31 22,-7-2-28,1-17-44,5-3 367,1-28-362,14-12-22,1-2-9,6 17 1,3-1-247,13-19 263,-8 21 0,1 0-5,0 2 0,1 0-23,-2 5 0,0 1 25,16-21-16,-2 13-40,2 13 6,4 11 0,-7 11-22,6 16 16,-14 24 40,-6-5 13,-12 1 1,-8 2-20,-15 9-208,1-14 0,-3-1 208,-17 7-20,3-16 1,-1-2 25,-3-2 92,3-3 1,1-2-94,-2-3-10,8-1 44,11-1-28,22 0 6,2 1 5,22 14-39,5-3 12,9 5-18,15 2-95,-21-12 1,1 0-454,2 0 1,0 0-483,7 1 1,0 0-1808,-8-5 1,-3-1 2086,23 6 0,-23-7 0,-16-5 0</inkml:trace>
  <inkml:trace contextRef="#ctx0" brushRef="#br0" timeOffset="153440">28282 11683 24850,'-18'-22'168,"16"9"-129,38 25 6,8 0 16,0-5 12,-6-4 39,-8-9 1,-8-6-7,-8-8-22,-7-7 0,-6-2 11,-10-2-5,-7 2 50,-7 5 0,-4 6-22,-3 5-1,-2 7-89,0 4-28,-1 10 0,3 10-11,5 12 0,10 9-17,6-4-275,23 24-301,9-16-65,-3-13 0,4 0 67,0-8 0,2-3-34,1-2 0,2-3-551,28 6 302,-3-10 465,-10-12 386,-10-9 225,-9-9 212,-7-7 202,-2-7 117,-1-5 147,-1-2 434,2 2-390,-2 7-123,-3 9-505,-4 11 24,-4 5-315,-3 6 6,0 11 12,-3 6-12,-2 15 5,-4 6-16,0 3 17,-1 1-12,2-5 12,1-6 16,3-10 51,2-9-12,0-7 79,10-8-84,4-6 6,9-10 0,7-9 22,2-6-12,3-4-4,2 0-1,1 5-17,-3 10-16,0 10-34,-2 9-11,-3 11 16,-3 9-33,-5 9 34,-5 6-17,-7 2 5,-5 4 12,-5-12-29,-2 4 40,1-18-6,-1 0 68,3-5 61,0-4-84,4-6-40,5-7-10,8-9 11,6-4 11,8-2-17,5 2 6,3 7-23,2 6-5,-2 7 11,0 6-56,-4 7-34,-3 6-72,-4 7-79,-6 4 84,-6-4-532,4 10 34,-1-11-342,22 12 633,-2-14 274,3-5 46,-1-8 21,-9-8 62,5-6 96,-4-8 156,-5-6 146,-4-3 123,-6 1 45,-6 3-196,-6 7-241,-4 7-134,-5 4-23,-7 7 6,-9 9-1,-7 10 1,-4 10-17,2 15 0,10-6 0,7-2-11,14-5 11,9-10-39,11 6 28,10-7-1,5-6 29,8-8-6,-16-8 23,4-9 28,-18-8 10,-2-10-10,-5-9 28,-6-9 10,-6-7 35,-2-2 33,-8 4-34,-3 7-39,-8 8-89,3 16-12,1 6 1,4 12-57,2 9-100,-1 7-258,1 9-482,6 7-711,5 4-1362,6 0-5908,7-4 8883,4-7 0,-2-11 0,-4-7 0</inkml:trace>
  <inkml:trace contextRef="#ctx0" brushRef="#br0" timeOffset="153800">30005 11836 15939,'0'-4'6458,"0"1"-3708,0 3-2745,2-4 1,-1 11-12,2 0 23,4 31 0,4-2-17,-1-6 0,1 0 11,5 4 17,11 8-17,-2-23 12,9 1 123,13-16-118,-18-6 67,12-16 73,-19-6-56,1-2 157,4-14 134,1-9-319,-4 7-20,-7 10 1,-1 0-32,-1 3-33,1-5-78,-4 17-219,-3 12-930,7 8-83,-2 10 498,-1 3-1317,-5 9-2055,-6-3 3336,-6 9 0,2-15 0,-3-1 0</inkml:trace>
  <inkml:trace contextRef="#ctx0" brushRef="#br0" timeOffset="153989">30535 11929 9850,'6'-1'8419,"-2"1"-2004,-4 0-6381,26-22-18,-20 35-391,24 7 238,-26 18-2389,1-3 0,2 0 2526,1 2 0,0-2 0,-3-17 0</inkml:trace>
  <inkml:trace contextRef="#ctx0" brushRef="#br0" timeOffset="154190">30761 11605 23164,'29'20'-1765,"-5"-18"1,-24 24 0</inkml:trace>
  <inkml:trace contextRef="#ctx0" brushRef="#br0" timeOffset="155074">30943 11819 25858,'32'11'45,"-7"24"-56,-26 5 22,-3 18-28,-4-15 12,1-7 16,0-12 168,4-10-78,4-13-34,8-11-50,3-2 56,24-21 11,1 7-48,-10 7 1,2 0 2,24-5-22,-1 8-17,-3 9-6,-12 8-151,8 16-95,-21 5 56,3 5-667,-17 12 146,-5-10 309,0 5-1334,9 2-6,3-15 112,10 8 1127,-4-15 195,8-2 796,5-10 269,1-5 145,6-8 291,-8-11 118,-1-7 308,-3-11-1232,-13 12 67,-9-7-280,-22 19-123,-12 2-28,-13 6-6,-7 8-22,4 9-1,8 7 12,14 1-11,8 11 22,15-11 12,6 6 16,12-11-5,7-3 67,2-5 140,-2-6 184,-4-6 46,-6-8-85,-6-6-39,-6-1-95,-5 0-151,-2 8-95,0 7-45,0 12 44,0 6 1,1 38-17,-5 8 16,-2-10 1,-2 2-623,-4 0 0,-3 1 605,-5 3 1,-3 1-20,-3 1 1,-1 0-54,-4 0 0,0-2-14,0-2 0,1-2 30,3-5 1,2-2 53,6-9 0,3-2 14,-3 7 6,12-20 33,5-22-33,5-5 16,15-40-5,9-1 92,-4 9 0,3-3-93,3 1 1,3 0-3,4-2 0,2 0-14,3 2 0,3 3-23,1 4 1,1 4-255,-1 6 0,1 5-701,-4 5 1,-1 5-2530,-3 5 1,-2 2 2741,18 4 0,-22 2 0,-16 1 0</inkml:trace>
  <inkml:trace contextRef="#ctx0" brushRef="#br0" timeOffset="157017">4326 11657 14482,'5'1'5187,"-1"0"-1132,-4-1-3607,-12-54-257,8 38 161,-13-43-268,8 55-84,-10 0-11,-11 9 22,-14 5-11,-16 9-1688,26-8 1,0 0 1698,-2 1 1,1 0-7,3-2 1,1 0 5,-12 3-22,10-2 11,20-7-17,4 0 34,6-3 61,3-1 3269,-3 6-3352,0 0-12,-7 19 17,2-2-6,-6 13 1,5-5 5,0 4-17,1-1 23,-2 2 16,-4-3 6,-1-6-11,0-5 11,4-10 129,5-6 134,4-4 1,2-3-169,0-4-101,1-4 1,3-7-12,6-4-6,8 0-10,6 0-6,5 4 16,2 4-10,-5 5-18,22 4 12,-8 8-34,21 7 6,-12 8-23,-7 8-44,-14 4 11,-15 5-12,-21 3-22,-15 2-89,-18-1-303,-10-5-801,-3-6-2722,2-13 3196,12-8 0,18-7 0,11-2 0</inkml:trace>
  <inkml:trace contextRef="#ctx0" brushRef="#br0" timeOffset="157257">4566 11982 25495,'40'-19'-1499,"0"-1"1,0 1 0,19-10 0,-4 3 1498,-22 11 0,-4 2 0,3 0 0,-21 8 0</inkml:trace>
  <inkml:trace contextRef="#ctx0" brushRef="#br0" timeOffset="161567">6636 11917 16986,'0'-3'3993,"0"1"-1976,0 2-1927,-44-20 27,13 28-47,-5-7 0,-1 3-247,10 17 1,3 6 223,-4 2 1,1 3-20,-1 3 0,2 1-23,1 1 1,2 1-23,6-4 1,2 1-4,5-3 0,4-1 63,16 21-166,20-10-45,20-8 19,-19-21 1,2-3-311,2-3 0,1-2 64,2-1 0,-1-3-302,1-2 0,-1-4-2373,4-2 0,-1-3 2045,12-6 375,-21 3 0,-4-1 286,-3-4 840,-3-2 359,-13 4 829,-13 5 106,-4 5 3174,-4 4-3751,-1 3-259,1 3-374,1 3-263,1 0-196,4-2-112,3-1 84,5-2 123,8-2-6,13-2-72,15-9-46,15-10-160,-22 6 1,1-4 115,2-4 0,0-1-307,-8 4 0,1-2 335,10-19 0,-2-3-20,-12 9 1,-2-2-9,0 1 0,0-3 0,-2 1 11,1-14 1,-3 0-1,-2-2 0,-2 1 22,-3 3 1,-2 2 50,-2 5 0,-2 3 219,-2-20 11,-5 23-152,-2 20-173,1 11 0,-6 17 234,-4 13-245,-10 23-1,12-16 1,-1 4-683,-4 19 1,1 1 670,5-15 1,2-1 8,-3 10 0,2 0-333,7-2 1,4-2 183,5-8 0,3 0-370,4 14 1,5-1-513,5-15 1,4-4-620,2-4 1,2-4-2071,0-3 1,1-5 3716,21 5 0,-21-11 0,-14-7 0</inkml:trace>
  <inkml:trace contextRef="#ctx0" brushRef="#br0" timeOffset="162607">7670 12087 9050,'0'-4'9830,"0"0"-4627,0 4-4974,-35-31-106,24 25-162,-24-25 56,36 33 11,2 0 73,11-1 22,7 0-33,13-5-1,5-4 40,0-7 17,-4-5 55,-8-2 1,-8-2-34,-9-3 129,-8-5-202,-5 10 79,-6-4-40,-7 14-72,-8 2-17,-10 8 5,-7 12 23,-7 11-34,-1 12-298,5 9 248,7 9-11,13 3-12,11 3-84,17-3-268,15-3-500,18-10-553,16-9 512,-21-21 0,1-3-210,4-2 0,1-4-532,13-7 0,0-3 1055,-15 3 0,-1-2 280,16-8 1,-2-3 498,-19 4 1,-2-1 422,5-4 0,-1-1 840,-2-5 0,-3 0 694,7-17-402,-8-3-1031,-18 19 302,-10-1-425,-9 10 16,-10-1-364,-9 8 473,-20 15-652,15 2 6,-21 20-17,20 2 221,-6 11-265,12 3-1,12-1-6,13-3-27,24-2 28,-2-16 22,17-5-12,27-21 29,-16-7-14,-14 6 0,0-3 19,7-18 29,-16 3 44,3-7 50,-9 0 74,-7 4 206,-5 2-279,-2 12 78,-2 4-129,-2 8-67,-5 6-22,-5 5-17,-6 11-1,-2 7 1,4 6 11,7 1-5,16 4 10,1-14 1,28 7-6,-14-22-11,29 4-12,-8-11 1,10-3 33,4-10 11,-16-2-5,-8-4 11,-16-4 11,-9-4-5,-3 0 11,-4-32-17,-3 18 11,0-24-11,0 32 45,2 1-23,2 14 1,4 0-7,5 3-4,15-2-40,4 5 5,12 0-5,1 7-22,4 10 22,-9 2-28,11 27 22,-27-13 1,13 26-18,-23-12-106,-2 21-330,-6-9-857,-2 5-56,0-24-7657,5 2 9029,1-16 0,-2-2 0,-1-8 0</inkml:trace>
  <inkml:trace contextRef="#ctx0" brushRef="#br0" timeOffset="162909">9564 11835 26418,'-47'12'134,"-1"0"1,1 0-1,-19 5 1,12 7-127,29 4 1,7 3-593,-10 17 553,15-10 0,3 2 9,3 16 2,7-16 1,4-1-177,19 20-70,-3-33 0,3-3-306,5-2 1,2-3-681,5-3 0,1-3 472,7-4 1,-2-2 0,6 0-1,-5-5 1</inkml:trace>
  <inkml:trace contextRef="#ctx0" brushRef="#br0" timeOffset="163190">10145 11833 22531,'-1'-7'3423,"0"1"-2718,1 6-100,-38-59-151,28 41-320,-12-15 0,5 5-10,17 26-96,0 1-34,14 23-5,-3-5 11,5 9 0,1 5 5,8 26-442,-9-18 0,-1 2 425,-1 1 1,-3 1-48,-3 0 1,-1 0-172,-3 0 0,-2-1-631,-5 0 1,-4-1-585,-1-1 0,-5 0 1445,-7 1 0,-1-3 0,-3 5 0,-2-7 0</inkml:trace>
  <inkml:trace contextRef="#ctx0" brushRef="#br0" timeOffset="164041">11764 11975 24766,'-8'-23'-107,"18"3"-38,45 17 5,-6 2-146,-12 3 1,-1 2-113,1 4 107,7 9 22,-38 3-67,-27 4 39,-22 3 173,2-7 1,-1-2-214,11-5 0,0 0 367,-15 6 1,2-1 99,-7 5-7,-4 4-73,18-5-50,18-4 96,13-4 4,11-6 169,33-2-196,13-7-56,-10-2 0,2-2 52,0-1 0,0-2-30,-1-2 0,-2-2 50,-4 0 1,-3-1 196,16-19-34,-18-5-73,-16-8 11,-15-5 79,-13-3 179,-9-1-148,-8 5 289,2 7-63,4 11-145,9 11 358,6 9-728,6 8-33,4 5 27,9 12-27,11 15 27,15 17-83,-14-16 1,2 0 71,0 4 1,-1 0-1,-5-7 1,-2 2-172,0 15 1,-5 0-1017,-12 19-936,-2-17 1,-3-1 2128,-4-13 0,-1-4 0,-4 8 0,6-17 0</inkml:trace>
  <inkml:trace contextRef="#ctx0" brushRef="#br0" timeOffset="166149">14336 12519 11586,'5'2'6990,"-1"0"-772,-4-2-5641,26-61-168,-26 34-275,9-12 1,-5 2 16,-31 14-50,-8 4-45,-11 10-23,-8 16-8,13 8 1,0 4-513,11-4 1,0 2 503,-16 13 0,1 3-6,15-8 0,3 0-11,-6 5 0,3 3-109,4 3 1,4-1 74,-1 19 23,11-7-39,33-13 50,-4-21 5,17 2 12,22-20-6,-4-14 3,-5-1 0,-1-6-105,-12 1 1,-4-3 98,1 0 1,-3-1 5,-7-5 0,-3-1-138,-6 3 0,-3-2 138,3-22 0,-1 0-3,-5 16 0,-1 1 22,-1-17 1,-1 3 84,-2-8 78,-2-1 17,-1 20-96,0 22-128,-1 12 1063,2 17-1052,0 14 534,1 7-545,0 29 13,1-19 1,1-1-156,-1-5 0,0 0 147,4 27 1,1-3-965,0-5 872,1-4 0,2-1-390,7 6-306,0-19 1,4-1-327,20 9 599,4-12 98,-11-26 1,0-5 366,2-6 81,-2-3 0,0-3 250,11-24-98,-10 6 125,2-19 264,-17 8-337,-3 8 1197,-2-5-883,-9 23 392,-1 2-806,-3 7-168,-1 4 45,1 11 263,5-1-291,5 6 27,14-3-5,2-5 6,1-1 16,2-9 96,-3-8-73,-6 0 128,2-19-111,-18 15 50,1-17-34,-11 12-22,-1-3 45,-9 6-73,2 8 67,-21 13-72,13 4 22,-25 17-17,2 13 5,5 5-38,4 11 10,24-10 6,11-3-22,6-12 0,16 4 22,18-4-11,10-3-166,-16-13 1,2-4 173,-1-4 0,0-2 4,22-6-1,-20-2 0,-1-3 11,18-17-2,-22 7 0,-1-3 13,2-12 1,-3-4-751,-6 2 1,-3-1 730,-1 0 0,-1-3 39,-2-11 1,-3 0-29,-6 15 0,-1 0 17,2-13 0,-1 0 64,-3-13 23,-3 19-50,-4 21-63,1 12-16,-6 10 0,-3 13 51,-12 17-46,-10 21-23,2 1 7,8-15 0,0 4-9,-2 5 0,2 2 368,1 2 1,1 1-349,1 7 0,3-2-9,7-20 1,6-1-45,8 9 0,7-3-497,16 10 287,-4-17 0,5-3-191,2-10 0,2-3-118,2-3 1,2-2 47,-1-4 1,1-3 209,-1-3 1,-2-2 173,16-7 39,1-14 213,-9-17 84,-1-8 6,-20 17 0,-2-2 375,6-19-225,-9 13 1541,0-5-1294,-11 20-3,2-2-41,-7 12-388,1 8-122,-1-1 228,-2 4-273,-2 6 23,-4 5-34,-1 10 5,2 10 12,3-8-6,9 6 0,4-14 0,9-1 16,2-7-4,4-8 4,-5-4 18,7-10 61,-2-12-22,-3-6 0,-2-10 5,-12 2 23,-4 3-51,-4 10 118,-13-1-145,4 18-1,-19-3 6,3 15-17,-9 10 1,0 9-12,4 13-12,8 8 4,14-10 0,3 0 2,-1 14-5,7-12 0,4-2-17,9 9 22,14 5-28,14-8-55,14-13-206,-23-15 0,2-4 258,2-3 1,0-3 11,0-4 0,0-3-78,-2-2 1,-1-4 91,0-4 0,-3-3 11,0-2 0,-3-3-326,0-4 0,-2-3 340,0-4 0,-1-2 0,1-4 0,-1-3-14,0-3 0,0-2-434,0-3 1,-3 0 464,-2 2 0,-3 1 11,-3 4 0,-3 2 249,0-16-123,-8 10 68,-6 33-219,-3 1 604,-8 21-593,-9 16-28,-9 20 0,14-10 0,1 4 305,-2 7 1,2 3-304,1 5 1,2 2-467,2 4 1,1 0 452,1 0 0,2-1-9,1-1 1,2-2-289,1-3 0,2-2-93,1-3 1,2-2-824,3-4 1,2 0 1223,3-3 0,1-2 0,1 3 0,3-9 0</inkml:trace>
  <inkml:trace contextRef="#ctx0" brushRef="#br0" timeOffset="166486">16480 12471 19535,'-5'0'4133,"1"0"-2105,4 0-2011,-17-31-34,50 17-145,6-22-96,7 28 0,6 7-758,-1-3 1,1 2-427,-4 1 0,-1 0-2655,-6 2 0,-3 0 3308,18 2 1,-26 0-1,-16 0 1</inkml:trace>
  <inkml:trace contextRef="#ctx0" brushRef="#br0" timeOffset="167083">16929 12465 22043,'-3'0'2863,"1"0"-2443,2 0-274,-18 19-68,35-12-27,-4 13-18,41-16 35,3-5 38,-5-5-22,-8-6 22,-11-6-5,-9-5 56,-11-2 17,-5 1 10,-8 2 18,-8 5-34,-7 5 22,-8 5-94,2 4 49,-19 8-94,10 6-57,-12 11 40,11 8-62,8 17 16,10-12 24,10 19-7,16-19-5,12 9 0,17-8-11,12-8 0,6-11-6,1-9 0,-5-13 45,-7-7 0,-8-9 28,-8-10 0,-10-10 34,-7-10 67,-5-7 33,-3-1 208,-1 1-264,-4 22-15,0 6-119,-3 23 0,0 1 0,0 5 0,0 1 0,0 17 0,0-2 0,4 31 0,5 2 0,-1-15 0,2 1 0,1 1 0,1 2 0,4 6 0,-1 1-211,-3-1 1,-2-1-775,-2-1 1,-5 0 984,-11-1 0,-3-5 0,-3-2 0,-9-6 0</inkml:trace>
  <inkml:trace contextRef="#ctx0" brushRef="#br0" timeOffset="168199">18909 12801 23282,'27'-48'563,"0"0"1,-2 5 0,-10 5-217,-25 6-195,-2 12 61,-15 6-96,-5 11-21,-18 10-43,13 4 0,1 3-411,-14 9 374,16-2 1,3 1 17,2 11-29,3 9 75,13-2-80,15-5-16,19-3 4,10-13 12,6-6 40,8-15-3290,3-17 3284,-9 4 41,-13-7 1,-2-2-9,-4-8-17,3-6 130,-10 5-74,-8 21-67,0-2-22,-7 13 11,-7 11 3302,-1 0-3313,-14 19 259,1 4-296,6-6 1,2 2 19,-4 11 5,11-6 1,4-1-6,7-5-3397,26 27 3402,-5-37-244,11-3 0,4-4 244,2-6 23,9-9 0,0-4-16,-4-4 7,-4-7 1,-1-2-28,-5-6 43,-8-5 1,5-9-1,-5 3-252,-9 12 0,-1-2 228,7-13 0,3-7 1,-6 4 21,-7 9 1,-4 2-26,2-2 1,-1 0 24,-1-3 1,-2 0 2992,1-13-2937,-3 2 898,-8 3-903,-3 30-50,-2-3-45,-5 22 719,-17 23-697,-7 11 0,10-6 1,0 3-560,4 2 0,1 0 548,4-6 0,2 2 5,-1 21 1,3 0-6,3 5 0,4 4 0,5 1-14,5-29 0,2-2 11,5 14 1,2-4-15,14 4 11,19-8 6,-16-28 0,3-3 0,0-1 0,3-2-206,6-6 1,1-3 205,-8-4 0,-1-4 2,0-4 1,-2-2-8,17-15 7,-21 6 1,-1-3-9,0-9 1,-1-4-1,-1-2 1,1-2-270,-8 10 1,0-2 0,-3 2 294,2-11 0,-3 4-20,-4 11 0,-2 0 339,-3-3 0,-1 4-311,-2 6 39,-6-9-67,1 30 422,-10 7-416,3 7-34,-27 32 56,0 4 187,9-8 0,0 2-221,4 1 1,3 1 10,2 3 1,2 1-17,5 2 0,2 0-20,4 1 0,2-1-36,3-10 0,2 0-869,3 13 1,4-1-2801,-2-15 0,2-2 3519,2 10 0,0-3 0,2-1 0,-6-18 0</inkml:trace>
  <inkml:trace contextRef="#ctx0" brushRef="#br0" timeOffset="171190">21570 12938 9542,'0'-4'9046,"0"0"-4464,0 4-4084,-10-53-212,-1 38-68,-16-39-50,-8 57-33,-15 8-93,19-2 0,0 2-12,-1 3 1,0 1-6,2 1 1,3 2-71,-14 17 22,18-1 23,21-2-33,20-4 33,16-5 0,14-7 11,4-8 28,-3-4 68,-10-6-23,-16-1 168,-9-9-185,-16 1-56,-10-6 23,-13 4 27,-12 2-38,-7 6 38,-1 7-33,10 3 34,-12 17-45,21 2-28,-7 18 11,19 0 11,14 6-16,15 0-30,15 0-306,-8-25 1,4-3 281,4-1 0,2-2-56,3-3 0,2-3-50,3-3 0,0-3-12,-1-2 1,0-3 44,-1-3 1,-2-3 94,-3 0 1,-3-3 53,17-14 28,-16-4 72,-16 0 40,-8 5 67,-9 4 648,-3 7-524,-4 5 50,-2 2-236,3 3 213,2 1-279,4 0 44,1 0-23,12 0 6,8 0-27,19 1-29,8-3 17,5-6-28,2-7 22,-3-9 17,-5-10-213,-3-10 160,-23 17 0,-2-3-31,0-4 0,-2-3-11,0-2 0,-2-4-579,1-11 1,-2 1 586,-4 17 1,-1 0 16,0-11 0,-2 3 56,-3 2 54,-1-1-18,-3 19-33,-2 12 100,-1 10-178,-9 14 1201,-6 15-1218,-10 20 8,13-14 0,-1 3-6,-2 16 1,2 2-219,5-15 0,1 0 199,-2 19 0,3-1-524,7-21 0,3-2 185,3 8 0,3 0-291,3-5 0,6-3-1370,10 1 1,6-4 313,-5-10 0,3-3-274,27 11-1641,-6-24 2139,-15-15 2296,3-9 1502,-6-13 2044,0-18-3097,-10 13 862,6-13-504,-14 25-537,-1 1 834,-6 5-968,-6 13-869,0-1 407,-1 7-491,0 0 11,3 2 11,7 5-11,19 7 0,-4-1-22,23 3 16,-11-9 12,6-2 16,-4-6 1,-6-9 5,-5-10 0,-5-11 0,-7-8 39,-8-5 67,-7 0 34,-7 7 0,-6 8-33,-7 12-51,-3 8-56,-5 10-6,-5 12 1,-4 12-35,14 0 1,1 3 11,-9 13-9,12-8 1,4 1-14,4 14-68,10-12 1,2 0-34,6 13-135,11-13 0,3-4 12,4-8-51,2-4 0,2-3-207,19-8 355,-17-6 1,2-2 81,6-7 0,-1-4 67,-6 0 0,-2-4-178,5-5 1,-2-2 238,5-12 34,-16 9 1,-1-1 184,10-16-112,-13 15 0,1 0 409,16-26-308,-12 16-191,-4 10-27,-10 15-63,-6 8 1,1 6-11,0 20 433,0-2-389,-1 28-5,-9-7-6,-7 11 23,-7-4-57,-7-2 46,7-15 27,4-8 62,9-15-33,14-16-40,6-6-6,12-11 46,10-3-46,-3 4 12,2 5 0,0 1-34,1 2-6,-6 3 1,2 1-6,15 6-28,-10 7 23,6 1 10,-11 13-5,-12 4 34,2 20-28,-11 4-40,-3-6 45,-7-9-50,0-14 5,1-4 57,8-1 16,5-6-5,13-6-29,-5-3 23,13-9-11,-4-2-39,9-6-12,1-2 40,4-3-29,-11 8 12,-5 5 5,-14 10-5,-6 7 0,0 5 50,-1 6-22,-2 3-17,0-2-22,2 3 16,3-4 17,2-3 12,5-2-23,3-8 11,3-6-6,-3-1 74,11-14-18,-12 0-27,7-14 16,-8 0 12,-6-3-17,-3 9 95,-6-2-67,-6 17-23,-6-3-28,-5 11-10,0 3 10,-6 5-28,-4 12 6,-3 8-11,-4 15-6,7 5-11,6 5 6,7-8-208,9 15-201,12-20-241,12 11-218,12-20 4,11-8 534,-7-10-175,22-10 505,-21-9 83,14-9 130,-16-8 145,-3-8-123,-7 6 520,11-16-251,-13 20-6,7-7-263,-16 20 95,-7 7-285,-7 4-29,-1 3 23,-3 13 5,-3 6-22,-5 16 6,-5 1-17,2-6-1,-4 12 7,9-17-1,0 6 17,7-18-16,9-8 16,8-7 17,10-6-17,-2-1-5,23-14-6,-12 5 11,17-5 6,-20 9-6,4 4-5,-20 6-6,3 0 16,-10 9-21,-2 4 5,3 7 11,1 2-5,4-1 27,5-1 6,8-6-5,9-5 5,7-7-5,4-10-1,0-11-10,0-15-224,-23 12 0,-2-3 223,1-5 1,-1-3-608,1-5 0,-1-2 618,-1-3 1,-1-2 11,-3-1 0,-1 1-325,-4 2 1,-1 1 413,-5 8 1,-1 1 139,0-16-111,-5 21 255,-3 17-418,0 8 1111,-5 10-1128,-7 15 6,-10 21 8,8-9 0,0 4 24,-3 6 0,1 3-27,0 4 0,1 1-25,1 2 1,3-2 7,3-11 1,3 1-199,1 10 0,4-2-1032,9 11 603,-2-20 1,2-2-1900,14 7 2549,5-13 0,-12-15 0,-2-8 0</inkml:trace>
  <inkml:trace contextRef="#ctx0" brushRef="#br0" timeOffset="171400">24926 13178 25298,'45'-7'105,"0"0"0,0-1 1,1 2-1,0 1 1,-2 3-70,15 5 1,-2 3-659,1 0 1,-1 2 626,-5 0 1,-2 1 198,-10-3 0,-2 1-871,15 3-324,-28-4-4878,-13 1 5869,-14-3 0,1 0 0,0-1 0</inkml:trace>
  <inkml:trace contextRef="#ctx0" brushRef="#br0" timeOffset="172936">3770 13289 13295,'0'-4'6593,"0"1"-3009,0 3-2833,-6-56-186,-1 39-184,-6-41-156,3 55-147,-1 2-61,2 4 11,-9 9 33,-7 16-53,1 3 1,-2 5-116,1 0 0,1 3 99,1 1 1,1 3 0,1-2-216,1 6 1,3-1 216,0-1 1,5-3-9,6-8 0,7-3-14,16 5 22,3-4 17,12-19 1,4-5-18,7-4 9,13-8 0,1-4 2,-6-4 6,1-5 1,-2-3 21,-8-6 34,8-12 34,-32 9-22,-18 2-18,-16 4-10,-15 5 182,-11 6-205,-9 7-11,8 6 16,-12 9-10,2 16-12,3 6 78,24-12 1,4 2-151,-4 16 5,12-9-751,12 12-1181,16-15-3367,17 9 5355,6-18 0,-10-8 0,-9-6 0</inkml:trace>
  <inkml:trace contextRef="#ctx0" brushRef="#br0" timeOffset="173256">4652 13420 23254,'38'-9'285,"0"0"1,-3 0 0,-4 2 190,5-2-34,-13 3-252,-11 3 214,-8 2-314,-3 1-107,-1 0-117,3 1-1317,4 0 1451,11 2 0,-8-1 0,3 0 0</inkml:trace>
  <inkml:trace contextRef="#ctx0" brushRef="#br0" timeOffset="175099">6599 13363 13289,'0'-7'3994,"0"2"-2157,0 5 2498,0 0-3769,-11-55-140,0 36-281,-7-39 51,-14 53-140,-4 13-17,-20 8-47,22 0 0,2 4-37,-19 16 6,9-1-34,25-2 22,15-7 29,11 8 11,12-1 61,26 3-50,-9-14 8,-6-7 1,1-3-474,18-1 465,-19-4 0,-1-1-11,24 5-11,-14 1 27,-20-4 23,-18 6 6,-23 1-6,-17 5-23,-19 4 1,23-12 0,-1-2 2,-1 1 0,0-2 3,2-2 1,2-1-23,-22 2 319,15-6-1210,16-7-1568,14-5-5204,20-9 7674,6 1 0,-1 5 0,-4 5 0</inkml:trace>
  <inkml:trace contextRef="#ctx0" brushRef="#br0" timeOffset="175319">6977 13405 25629,'-5'13'39,"-1"6"-28,-2 22-212,1 10-791,4-7-1574,2 4 108,1-19 2458,3-1 0,-2-18 0,3 2 0</inkml:trace>
  <inkml:trace contextRef="#ctx0" brushRef="#br0" timeOffset="175506">7216 13161 21282,'-3'17'-3277,"-2"-8"0,8 0 0</inkml:trace>
  <inkml:trace contextRef="#ctx0" brushRef="#br0" timeOffset="176299">7404 13424 19361,'5'0'4722,"-1"0"-2952,-4 0-1770,-2-31 33,14 15-16,-3-20 6,20 21-18,4 9-10,1 7 10,-5 6-5,-4 19-5,-8 22-1,-4 8 3,-8-20 0,-3 2 9,-6 4 0,-2-1-319,-3 16 313,2-24 0,-2-1 11,-8 14-11,-9 7 28,3-10 68,-18 3 50,15-32-51,-5-1 235,-1-13-206,17-5 111,-8-13 172,17-1-340,3-9-39,7 6 0,18-7-22,2 12-6,18-5-12,-10 13-10,24 3 44,-16 12-33,20 8 0,-16 13 0,-4 9-28,-15-4 44,-7 24-10,-20-11-1,-4-11 0,-2 0-330,-11 11 330,1-17 1,-2-2 44,-18 12-11,1-7 11,3-12-16,19-20-40,4-13 34,9-22-12,5 4-8,12-6 1,7-2-4,1 11 1,3 1-49,3-7 0,3-1 57,0 5 1,4 1 0,-2 1-740,5-1 0,-1 0 741,7-6 1,2 0-9,1 2 0,-3 4-489,5-7 508,-18 13 1,-3 0 17,-4-5 39,-14 5 323,-7 9-362,-14 0 1451,-3 10-1479,-13 2 627,-4 14-594,-6 11-72,-3 11 41,15-5 1,2 1-248,-7 13 239,13-9 0,3 0 6,6 1-17,2 23-40,15-15-170,6-14 0,4-2-804,28 11-322,-13-20 0,2-4-3655,17-1 5002,3-8 0,-35-3 0,-1-1 0</inkml:trace>
  <inkml:trace contextRef="#ctx0" brushRef="#br0" timeOffset="176533">8823 13360 20856,'0'-5'4475,"0"1"-3063,0 4-1294,-73 22-96,51-4-11,-20 5 1,2 7 4,29 23-216,6-18 0,0 1 166,2 4 0,1 0-25,2-9 1,2 2-872,2 15 0,3 1-1213,1-18 1,2 0 2142,7 13 0,2-3 0,-1-6 0,4-12 0</inkml:trace>
  <inkml:trace contextRef="#ctx0" brushRef="#br0" timeOffset="176799">9421 13445 22307,'0'-6'3596,"0"0"-2728,0 6-677,0 0 44,-15-49-207,12 39 17,6 1-31,12 36 0,5 17-12,-4-9 1,0 2-222,8 11 1,-2 0 190,-4 12-6,-8-21 1,-2 0-34,1 22-297,-12-16 0,-4 0-496,-4-12 0,-2-2-76,-1 7 1,-3 0 935,-11 0 0,0-5 0,7-8 0,-11 10 0</inkml:trace>
  <inkml:trace contextRef="#ctx0" brushRef="#br0" timeOffset="177566">10726 13663 23233,'47'-11'-75,"0"0"0,0-1 1,0 1-1,12-2 1,-1 0-1,-3 5-130,11 6 1,-7 4 86,-18-2 1,-4 3-124,-1 1 1,-9 3 512,-22 7-322,-21 5 257,-25 4-159,10-10 0,-1-1 155,-25 10 130,6 0 0,1 0-338,5 0 120,3 0 0,3 0-37,14-2-61,4 3-6,21-5-16,21-7 10,20-5-16,16-9 16,-24-1 1,2-2-1588,4-7 0,-2-1 1627,14-6 157,-23 2 1,-5-2-23,-5-11 10,-4-14-28,-12-5 90,-9-2-1755,-5-3 1788,3 20 2491,-1 3-2362,8 22-143,0 2-198,2 5-73,1 3 0,7 8 3387,13 10-3393,17 16 6,-14-12 0,0 3-11,1 2 0,-3 3-68,-2 11 1,-5 3-211,-7-5 1,-5 0-262,-1 0 0,-6 0-736,-7 0 1,-4-3 1285,-2-2 0,-1-3 0,-5 13 0,0-7 0</inkml:trace>
  <inkml:trace contextRef="#ctx0" brushRef="#br0" timeOffset="178490">13801 13890 22930,'5'-62'396,"0"1"0,1 13 0,-5 6-77,-25-7-106,-3 29 619,-14 5-787,-8 17-34,16 11 1,2 3-12,-12 10 0,16-2 0,3 5-3783,5 24 3772,3-8 391,18-11 0,7-1-380,17-4 0,10 4 267,13-17-261,-6-12 50,8-7 190,-2-14 3370,-19-8-3336,-5-11 31,-17 10-54,-4-5-44,-3 12-84,-1 0-129,0 10-90,0 6 40,2 15 61,5 17-3,1 7 1,0 5-9,0 2 0,-2 3-529,-1-5 1,0 3-1,-1-2 526,-3 4 0,-2 0-7,-2-6 1,-2 3 0,-3 0-967,-5 6 0,-4 0 0,0 1 881,-2 2 0,-1 1 0,-3 1-16,2-8 0,-1 2 1,-2-1-1,0-3-280,-4 3 0,0-3 0,0-2 357,-11 10 1,2-5 47,10-16 0,2-7 47,-13-4 924,23-55-963,12-18-17,10 7 1,4-2 1052,0 10 1,5-1-1063,7-6 0,7-4 1,-3 4 8,-3 8 1,2 0-12,3-2 1,5-6-1,1 1 1,-5 6 11,-1 4 1,0 1-7,11-10 0,5-5 0,-4 5 2,-9 10 1,-2 1-448,14-12 1,-3 2 450,2-4 11,-2 2 45,-25 24-1,2-2 873,-14 12-789,-4 7 1268,0 0-1385,0 3 1110,-2 13-1138,-1 12 0,0 2-34,-1 17 1,3-9-40,1 1-985,3 20-1177,-1-18-5232,3 14-1769,-3-23 9236,-1-9 0,-1-14 0,0-3 0</inkml:trace>
  <inkml:trace contextRef="#ctx0" brushRef="#br0" timeOffset="178661">14329 13691 21937,'6'-13'-1128,"-5"-4"1,6 28-1</inkml:trace>
  <inkml:trace contextRef="#ctx0" brushRef="#br0" timeOffset="179003">14441 13937 23853,'1'-5'2274,"1"2"-2251,-2 3-12,28 43-11,-17-19 5,14 20 1,0 3 5,-9-15-6,0-1 1,2-1 28,3-7 5,-3-6 84,-2-8-61,-9-13 28,4-11 33,0-10-11,5-12-73,1-9-17,3-5-33,9-4-263,-2 13 237,-1 14 1,2 3-227,7-1-739,13-2-108,-24 19-8721,-5 18 8642,-12-4 1,0 6 0,-6-8-1</inkml:trace>
  <inkml:trace contextRef="#ctx0" brushRef="#br0" timeOffset="179649">15107 14067 26200,'43'-13'482,"4"1"-415,2 8 17,-5-2 56,-11 0 78,-10-3-27,-10-1-57,-7-5-44,-5-3-51,-3 2 62,-13-5-57,-3 9 35,-12-2-18,1 9-10,-4 4-29,-2 10-22,-2 9 6,0 14-17,3 9 27,5 9-4,9 5-68,10 1-17,15-3-22,12-4 11,5-15-6,4-13 0,6-5-1676,2-6 0,1-4 1744,-1 3 0,1-3-1,8-7 1,-2-6-233,10-14 266,-22 5 0,0-4 6,-3-4 0,-3-2 5,11-17 23,-13 3 0,-3-1 84,3-17-37,-7 19 0,-2 0 88,-3-13 4,-9 12-4,-7 5 4,-5 6-26,-1 3 3111,2 9-3269,5 6 373,2 7-373,3 3 0,1 1 0,1 8 0,4 11 0,5 18 0,7 14 0,-8-21 0,1 2-367,-1 1 0,1 0 367,-1 1 0,0 0 0,0 0 0,-1-1-111,0 0 0,0 0-390,-1 0 0,-1 0-1317,-2 0 1,0-1 1043,-4 22 0,0-20 1,-3-17-1</inkml:trace>
  <inkml:trace contextRef="#ctx0" brushRef="#br0" timeOffset="181024">17180 14603 20224,'4'2'3108,"-1"-1"-1153,-3-1-1507,-5-68-17,-2 20-392,3 6 1,0-3-484,-2 5 1,2 4 477,0-2-9,2-1 0,0-1 109,3-19-59,1 13 1,1-1-51,-1 15 0,1 1 79,3-19 0,-1 4-26,1 10 62,1-19-73,-4 37-78,-1 5-79,-2 21 102,-6 25-12,0-1 0,0 3 0,-1-1 0,-2 2 0,-5 18 0,-2 7-916,2-6 1,-2 3-1,2-3 767,-1 6 1,2 0-345,1 0 0,0 5 0,5-11-246,7-22 0,4-3-1692,3 19 1,5-1 2430,2-14 0,2-3 0,6 17 0,-2-16 0</inkml:trace>
  <inkml:trace contextRef="#ctx0" brushRef="#br0" timeOffset="181719">16504 14310 21691,'45'-25'12,"-1"1"0,1-1 1,9 0-1,3 1 0,-2 6-14,-10 8 0,-2 4 1,2 0-317,8-3 0,2 0 1,-2-1 315,-7 2 0,-2-2 0,-2 1 5,7-2 0,0-1 6,-9-2 0,2-1 1,-5-2 176,-3-1 1,-1-2-95,11-9 0,-4 0 273,-1-11 900,-10-12-744,-20 29-2559,-1-10 2240,-7 26 274,-3 1-443,-5 19-5,-2 2 11,-11 28-22,6-11 0,-1 1 0,-10 24-235,6-4 1,3-1 228,3-6-3,3 4 1,1 0-4,5-1 1,-1 8 3142,5-15-3142,5-26 95,6 2-51,1-19 45,11-12-5,0-12-12,1-1 443,-2-1 1,1-1-360,0 3 1,0 0-127,0 0 1,1 1-129,3 0 1,-1 5 124,-3 7 23,18 0-50,-13 14 5,10 7-17,-7 9 12,-3 8 5,-4 4-5,-4-1 5,-6-7 262,7 2-245,-4-15 50,9 0 56,-5-16 12,-1-8-34,-3-12-28,-5 1 263,0-23-50,-7 15-10,1-11-287,-4 25 0,0 9 0,-2 9 0,1 3 0,-1 16 0,2 9 0,4 20-13,7 5-972,8 7-71,-6-28 1,2-1-3861,2 1 1,0-3 3818,11 12 0,-9-14 0,-15-19 1</inkml:trace>
  <inkml:trace contextRef="#ctx0" brushRef="#br0" timeOffset="182314">20070 14284 24060,'-15'-40'538,"0"-1"0,-7 3 0,-1 9-404,-10 19 56,-20 4-55,17 10-62,-6 5-51,8 7-5,8 7 0,9 7 5,7 5-5,16 7 0,16 4-169,-2-20 1,4 0 159,14 6 1,3 0-833,-5-4 0,1-1 826,0-1 1,-2-1-117,-8-4 0,-4-1 108,-2 9 28,-9 6 29,-28-6-29,-13-13 1,-5-3-1,-21 5-14,4-8 1,-2-2-118,15-5 1,1-2 99,-9 0 1,-1-1 743,7-2 0,1-4-1240,5-5 1,4-4-1556,-3-19 597,18-4-6070,39-4 6732,7 18 0,-2 3 0,-9 12 0</inkml:trace>
  <inkml:trace contextRef="#ctx0" brushRef="#br0" timeOffset="182524">20390 14405 26088,'4'4'190,"-1"6"-190,0 31 0,0-11-672,10 27-163,-6-30-2923,10 23 3758,-6-20 0,-3-8 0,-2-6 0</inkml:trace>
  <inkml:trace contextRef="#ctx0" brushRef="#br0" timeOffset="182692">20558 14319 22683,'-3'-4'1780,"2"0"-5493,1 4-6118,3-3 9010,1 6 1,1-5 0,-2 5 0</inkml:trace>
  <inkml:trace contextRef="#ctx0" brushRef="#br0" timeOffset="183408">20767 14570 25808,'43'-40'56,"0"0"0,-4 3 0,-2 13-22,8 41 5,-3 16-62,-4 12 18,-9 11 33,-16-4-28,-6-13 11,-15 13 28,-14-17-28,1 0 12,-13-8 33,15-17 5,1-1 203,0-5-141,11-5 151,-3-4 135,8-5-219,0-1-134,6-1-33,7 4-23,12 3-6,11 5 17,11 11-39,4 11 6,-11 3-3,-15 0 0,-3 4 36,-4 14 28,2 10-59,-24-21 1,-8-1-4,-20 11 17,5-13 1,-3-2-1,1-8 1,-1-4 33,-25 6-17,19-12 68,11-12-40,19-11-34,7-4 74,31-31-68,-2 18-628,16-8 1,7-2 607,-12 14 1,1 1-447,0 1 0,2-2 0,-3 3 458,2 0 0,-1 1-6,12-6 0,-3 2-234,6-5 295,-20 10 1,-4 1 9,-4 0 189,-13-6-139,-15 10 937,-5-6-1021,-3 11 1509,-5 2-1476,-3 7 288,-3 2-350,1 4 18,-6 16-12,8 5-11,-5 18-39,10 4-90,8 7-370,12 3-660,13 3-1443,4-24 0,4-2 2602,-5-8 0,-1-3 0,22 16 0,-23-25 0</inkml:trace>
  <inkml:trace contextRef="#ctx0" brushRef="#br0" timeOffset="183992">23257 14898 21875,'1'-5'2885,"-1"1"-1876,0 4-522,5-64-213,-13 45-193,-4-17 1,-4 6-49,-14 29-13,-2 4 0,-2 3 13,-20 14-44,21-6 0,0 1-1,5 2 1,2 2 0,-11 19-6,18-8 23,18 13 28,16-17-34,17 9 0,14-16 11,-6-8 22,23-9-5,-26-12 23,13-9 55,-24-11-11,-12-6-16,-7-7-34,-7 8 55,-8-13-32,1 27-3444,-38-12 3214,21 33-560,-23 4-931,30 19-1361,14 7 3014,22 7 0,-8-17 0,8-1 0</inkml:trace>
  <inkml:trace contextRef="#ctx0" brushRef="#br0" timeOffset="184374">23750 14814 21315,'1'-9'4420,"1"2"-4037,2-27 1,0-5 120,-3 12-412,3-14 1,-2 4-110,-6 29-39,-4 16 73,-7 19 6,-6 26-18,7-15 1,-1 3-565,-2 8 1,0 1 533,-1 4 0,1 2-45,-1 2 0,2 0-193,1 1 0,1 0-446,1 1 0,0 0-590,2-1 0,0-1-323,-1-5 1,-1-1 274,1-8 0,-2-3 1515,-14 13 1574,-2-29 465,1-31-319,4-24-595,8-23-870,12 19 0,3-2-98,4-25-34,9 10 1,7 1-576,-1 15 1,4 2 322,9-14 1,4 2-26,-1 14 0,2 5-6,1 3 0,1 5-70,2 3 1,0 3-432,1 3 0,0 2 272,-8 3 1,0 1 220,21 0 0,-4 1 0,-16 2 0,26-1 0</inkml:trace>
  <inkml:trace contextRef="#ctx0" brushRef="#br0" timeOffset="185549">25287 15502 17904,'4'2'2053,"30"-5"0,7-4-1011,-5-9-852,6 6 1,0-2 414,-5-22-219,-9-1-246,-11 8 0,-1-1-380,-2-6 0,-1-2 394,-2-5 0,-1-1 11,-1-5 1,-1 0-24,-1-3 1,-1 1-28,1 1 0,-2 1 8,0 4 0,0 0 93,-1 2 0,0 3-99,0-8 209,-1 9-276,-3 29 59,-2 10-98,-6 17 12,-9 23-21,0 2 1,-1 4-234,5-12 0,-1 2 214,0 3 0,-1 3 1,1-1-392,0 5 0,1 0 346,-2 13 1,0 0-68,2-1 1,3-4 32,3-13 1,1-1-563,4 16 0,2-5 193,4-8-84,0-5 0,3-5-1081,4-16-2128,7-5 1915,-2-15 1738,-3-14 111,-6-5 1349,-10-17-923,-9-5 346,-1 6 0,-2-2-33,-9-15-755,9 21 1,-1 1 1087,-3 5 0,-1 1-204,-11-13-739,9 12 0,1 2 285,-1-7-336,13 8-145,34-1-2928,21 7 2955,14 1 3,-14 10 1,2 2 41,-3 0 0,3 0-32,-1 0 1,5-2 0,-3-1 17,12-2 0,-1-2-182,-17 2 0,1-2 1,-6 0 198,-4-2 0,-3-1 19,-2-4 1,-3-3-31,8-22 126,-9 7 3080,-7-14-2661,-16 28 293,1-1-398,-3 13 975,0 7-1440,-3 5 398,-3 12-365,-2 4-11,-7 28 5,-2 8-25,7-18 1,-2 2-294,-2 7 1,-1 1 312,2-8 0,0-1 5,-3 3 1,0-4 17,-4 5-29,0-8 57,10-18 111,2-4 17,9-9-140,4-7-27,14-12 16,8-7 5,16-10-10,6 1-1,-20 18 0,0 1-10,10 0-7,10 11-16,-31 9 642,12 12-637,-2 9 12,2 1-1,1-1-27,11-2 39,-18-13 16,23 2-22,-17-9 96,14-11-79,-17-2 33,7-17 68,-11-13-39,-2-3-23,-4 2 151,-10 10 236,-5 13-320,-1 3-44,-1 6-118,0 5 0,-1 2-11,-1 13 44,1-2-10,-2 27-146,2 16-533,3 7-83,0 0-3930,3-25 1,2-2 4576,3 4 1,2 5 0,-6-29 0</inkml:trace>
  <inkml:trace contextRef="#ctx0" brushRef="#br0" timeOffset="186215">28661 15124 21002,'28'-52'812,"0"-1"0,-4 8 1,-6 4-231,-12 6-375,-8 14 23,-9 2-129,-19 8-90,5 2 11,-35 7 6,18 14-22,-9 1-1,23 4 1,1 4 22,-9 25-39,16-13 0,4 1-1,3 17 23,24-15 1,7-2 10,21 7-172,-9-12 0,1 0 161,-5-8 0,-1-2 1,11 7 55,-12-8-17,-23-13-16,-16-2-23,-8-3 8,-10 0 1,-5 0 3,-21-2-753,16 1 1,-1 0 729,-7-2 293,3-2-282,17-1-106,3-2-773,5-5-2706,12-2-2486,5 0 6060,7-1 0,0 9 0,1 1 0</inkml:trace>
  <inkml:trace contextRef="#ctx0" brushRef="#br0" timeOffset="186493">29084 14923 25466,'-24'40'101,"1"9"-101,11-13 0,2 3-748,0 0 0,1 2 711,1 0 1,0 0-172,1 1 1,1-3-263,-4 21-1124,2-20 0,-2-2-3054,-4 5-4354,-5 11 9002,7-31 0,5-12 0,5-8 0</inkml:trace>
  <inkml:trace contextRef="#ctx0" brushRef="#br0" timeOffset="187374">29002 15333 15053,'0'-5'6940,"1"1"-5086,-1 4-1663,8-50-158,0 37-21,9-38-29,4 53 22,9 2 18,10 4-29,8 2 6,6-1 6,3-4-6,1-2-11,-2-9 11,-2-2 0,-6-4 28,-8-1 39,-10 1 45,-12 2 73,-9 0 11,-5 1-6,-5-1-11,-3-2-5,-5 0-6,-2 0-67,0 4-78,3 3-12,4 3-11,3 2 22,1 0-11,0 3-11,1-1 0,0 1 639,-1-3-566,-3 0-6,-9 3 0,-13 3 0,-14 5-44,-12 8-368,-6 6 353,28-11 1,2 2-15,-22 18-10,15 2-12,15 6 33,16-13 6,17 8 23,26-14-23,-6-5-3,-3-9 1,1-4 36,11-5 22,9-8 28,-10-8 17,-12-11 328,-11-7-362,-9-3 23,-5 3 61,-3 6 85,-2 10-68,0 7-157,0 7-66,0 3 21,-1 13-10,-3 14-3477,1 12 3370,-1 2-476,1 5-3355,2 16 3404,10-2 0,-6-9 0,7-25 0</inkml:trace>
  <inkml:trace contextRef="#ctx0" brushRef="#br0" timeOffset="187644">30058 15441 20800,'1'-45'1182,"0"0"0,-2 0 0,-7 9-633,-14 19-213,-10 0-157,-5 10-72,-19 19-57,3 11-33,-1 8-12,28-9 1,3 1-23,-10 20-8,15-15 0,3 1-121,-5 26-599,25 5-106,18-17 324,10-7-711,24-16-548,0-13 77,-21-4 0,3-2-3207,9-5 1,-2-3 4131,-14 3 1,-1-2 783,8-5 0,-5-1 0,-14 3 0,-1-1 0</inkml:trace>
  <inkml:trace contextRef="#ctx0" brushRef="#br0" timeOffset="187859">30355 15349 13429,'15'-50'3107,"0"1"0,0-2 0,-2 5-1752,-3 9-5688,3-6 4658,-6 20 1571,-2 7-1879,-3 13 848,-4 5-854,-6 14-16,-14 27 16,4-6-8,-1 6 0,1 0-327,1 0 237,3-1 0,0 2-562,-2 14-475,5-16 1,0 0 3,-2 12-1762,7-20 1,2-4-1573,5-10 4454,6 5 0,-1-20 0,0-2 0</inkml:trace>
  <inkml:trace contextRef="#ctx0" brushRef="#br0" timeOffset="188069">30561 15529 15165,'6'-8'3649,"7"-23"1,-4-5-2843,-19 11-511,8-12 1,-4 3-62,-28 19 163,-25 6-185,22 8 0,1 2-129,-24 2-23,22 3 1,3 5 78,4 24 101,8 7-50,12 4 108,23-12 1,6-3-160,9 5-466,3-11 1,9 4 0,-2-5 333,-5-6 1,2-2-15,9 5 0,8 2 1,3-1 5,-1-1 0,3 0 0,0 0 0,-6-3 0,6 3 0,-1 0 0,1-1 0,-1 1 0,1-1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4:11:37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5924 2998 10752,'0'-2'8682,"0"-1"-5389,0 3-2447,8-26-420,-7 16-85,5-20-78,-9 23-89,-5 0-84,-9 0-23,-13 2-50,-1 2 11,-3 7 0,-4 2-12,-22 9-653,15-1 1,1 2 653,-13 9-12,20-2 1,4 1-225,-5 12 205,14-10 0,3 3-14,4 17 0,20 4-11,20 1 0,-3-25 0,4-1-40,7 0 1,2-1-1477,7-1 1,1-2 1442,4-1 0,1-3 22,1-1 1,-2-3 58,-10-3 0,-2-1 42,4 5 1,-10 1 981,-24 2-864,-18 12-79,-15-18 1,-8-4-15,-7 3 1,-2 0-177,-3-2 1,0-1 153,1-1 0,2-2-8,5-1 0,2-3-9,7-1 0,2-3 3005,-14-3-3870,17-2-3579,14 0 4447,8 3 0,4 2 0,2 2 0</inkml:trace>
  <inkml:trace contextRef="#ctx0" brushRef="#br0" timeOffset="265">6384 2810 24766,'2'52'229,"-2"11"-291,-3-18 1,-1 2-426,1-10 0,1 1-325,-1 20 0,1 0-580,4-21 0,1-1-700,2 14 0,3-1 2092,4-17 0,2-6 0,2 4 0,1-12 0</inkml:trace>
  <inkml:trace contextRef="#ctx0" brushRef="#br0" timeOffset="825">6314 3259 16846,'-4'-3'5192,"0"2"-4503,4 1-862,-3-23-169,32 15-157,9-20 244,-2 22 0,4 4-105,0-3 0,1-1 184,0 0 0,-1-2 75,-1 0 0,0 0 73,-4-2 0,-1 0 90,25-11 139,-13 2 236,-14 3 145,-16 6-89,-9 1-139,-14 5-18,-9 2-6,-12 7-67,-6 5 161,-2 9-340,4 6-56,6 5-56,10 1-6,9 0 34,12-5-17,8-5 0,12-8 34,3-6 22,2-9 57,-2-6 133,-3-8 118,-5-8 135,-3-5 39,-5-3-22,-2 0-34,-4 3-62,-2 5-67,-2 7-79,-1 7-145,-2 6-123,0 3-22,-3 8 27,-2 30-39,3-9-67,-2 22-347,7-11-673,8 4-1175,8 9-4202,12-4 6509,1-11 0,-10-16 0,-8-10 0</inkml:trace>
  <inkml:trace contextRef="#ctx0" brushRef="#br0" timeOffset="1293">7558 3032 20487,'-5'-3'2845,"1"0"-2234,4 3-236,-69 3-112,37 11-148,-16 1 0,2 3-93,19 14-5,-4 22-34,19-14-101,2 11-380,22 3 218,0-20-487,27 2-421,-2-25-750,17-2-1641,5-14-2358,1-9 3542,-29 2 1,-2-2 2394,-2-2 0,-1-3 0,18-25 0,-26 17 0,-3-1 1198,-2-4 1,-2-1 1515,-1-2 0,-1 0-736,0 0 0,-1 0-572,0 2 0,0 1 498,5-24-571,-4 7-381,-5 9-262,-3 10-2,-1 10-570,0 10-23,-2 5 228,1 12-295,-4 12 23,-1 17-46,0-2 1,-1 2-23,-2 19-228,1-11 0,1 2 15,3-13 1,0 1-2305,0 17 1,0 1 2060,3-17 0,1-1-917,3 9 1,5-3-5436,15-4 6825,5-2 0,-8-17 0,-7-11 0</inkml:trace>
  <inkml:trace contextRef="#ctx0" brushRef="#br0" timeOffset="1566">8219 3062 16628,'0'-4'5018,"0"0"-3897,0 4-673,-67-19 22,24 29-403,1-15 0,0 3 121,9 22 0,5 6-71,1 0-2,0 1 0,1 2 81,-3 8-17,-4 16-101,15-13-16,13 1-28,13-20 16,24-1-75,-1-13 0,5-3-51,2 1 0,4-2-1173,11-1 0,1-3 781,-5-1 1,-1-1-643,1-2 1,-2 0-405,-10 1 0,0-1 1514,13-2 0,-5 1 0,-12 1 0,13-1 0</inkml:trace>
  <inkml:trace contextRef="#ctx0" brushRef="#br0" timeOffset="1843">9025 2925 23937,'-15'10'-375,"22"-4"-73,36-4-1037,5-2 1,1 0-1951,6 0 3435,3 0 0,-3 0 0,-23 0 0,13 0 0</inkml:trace>
  <inkml:trace contextRef="#ctx0" brushRef="#br0" timeOffset="2033">9187 3228 24704,'-39'21'366,"0"0"0,2-1 0,16-6-304,45-13-157,-1-3-494,35-3-996,2-5-674,-20 4 1,2-1-2658,0 1 1,-3 1 3128,18-3 0,-22 4 1,-26 3-1</inkml:trace>
  <inkml:trace contextRef="#ctx0" brushRef="#br0" timeOffset="2759">10611 2842 22302,'-20'-31'689,"-4"8"-533,-3 29-10,-10 3-73,-12 2-31,12-3 0,0 0 14,-15 3 14,16-5 0,1 0 137,-2-2 11,0-1-44,13-3-68,11 0-33,7 0-67,5 0 5,1 0 28,0 7-22,-1-1 28,-1 24 33,-2 3 17,-3 22-39,0-11 6,2-12 0,-1-1-12,-3 10 59,-2 10 0,0 3-393,3-21 1,1 0 300,-5 20 0,2-2-17,1-1-6,3 0-78,13-8-240,9-6-634,18-4-1708,21-20-1478,-2-9 4144,-18-5 0,-2-1 0,-4 0 0,0-1 0</inkml:trace>
  <inkml:trace contextRef="#ctx0" brushRef="#br0" timeOffset="5783">15766 2933 8584,'-9'0'5153,"3"0"-2733,6 0 2027,0 0-4077,-8-4-197,6 3-111,-6-4-17,12 5-6,2 0 34,21 0-17,5 0-6,22 0 29,2-1-12,3 0-39,-15 0 106,7 0-55,-32-1 302,8 2-78,-22-1-169,-2 1 247,-3 0-376,-1 2 35,1 6 4,-1 7-16,1 9-5,4 10-1,2 11 12,5 14-1719,-5-25 0,0 1 1668,4 25 17,-4-11 0,0 1-110,1 3 107,0 6 0,0 2 3,-2-28 0,-1 0-6,3 12 1,-2 1 5,2 17 5,-6-30 1,-2-1-6,-3 10 12,-12 11-24,-7-22 1,-13 7 22,-8-7 34,-6-6-11,-4-11-51,1-6-11,6-6-106,10-8-639,11-3-4442,11-8 5215,6 0 0,6 5 0,2 5 0</inkml:trace>
  <inkml:trace contextRef="#ctx0" brushRef="#br0" timeOffset="7450">5962 533 31189,'-35'48'1578,"7"-6"-1578,15-3 0,1 4 0,0-1 0,0 2-268,-3 14 0,1 2-20,5-18 0,1 0 1,0 1-210,-1 19 1,2 0-80,4-4 1,5-1-758,4-5 0,5-2-1490,4-6 1,5-3 2519,10-2 0,2-6 0,3 5 0,3-12 1</inkml:trace>
  <inkml:trace contextRef="#ctx0" brushRef="#br0" timeOffset="7933">6678 952 21282,'0'-5'1547,"-1"1"-963,1 4-895,-36 14-35,26 32 240,-8-20 0,0 3-712,15 10 1,5 1 675,-4 12-297,-2 4 415,-5-8 46,1-10 3,-6 4 372,4-23 226,3-5-310,1-6 303,1-29-504,2 5 67,-1-34-117,2-2 49,5 16 0,0-2-86,-1 5 0,1 0-5,4-11 0,2 0-114,-1 10 0,3-1 130,5-11 1,2-1-1,-3 13 1,0 2-21,4 1 1,-1 3-11,4 3-2973,14 7 2995,-15 13-28,36 19-33,-14 12 24,-10-2 1,-1 2 486,11 16-543,-18-12 1,-1 1-113,-8-4 1,0 2-524,6 14 1,-1 1-464,-5-8 1,0-1-1678,0 4 0,-1-2 2421,5 5 1,-8-19-1,-6-12 1</inkml:trace>
  <inkml:trace contextRef="#ctx0" brushRef="#br0" timeOffset="8142">6773 1250 20588,'15'-58'59,"0"0"1,3 4 0,5 10-128,20 12-170,-4 14 1,3 2-169,-10 7 0,0 0-1761,15-1 1,-1 0 261,13 2-3011,-23 5 1,-3 2 4913,-5 0 0,6 1 0,-29 0 1</inkml:trace>
  <inkml:trace contextRef="#ctx0" brushRef="#br0" timeOffset="8509">7384 870 22021,'-24'-22'706,"10"7"-694,26 24-18,11 9-5,0 3-17,0 2 0,0 3-84,11 17-261,-10-11 1,-1 2 86,7 19-116,-10-6 228,-10-8 135,-5-15 73,-12-1 117,-2-15 78,-8 1 503,2-14-463,4-7 253,4-9-158,7-8-213,4 4 84,9-9-123,11-7-134,8 1-17,-11 16 0,3 2-174,22-8 6,-7 9-1138,21 2-878,-22 12-3933,15 1 6156,-22 8 0,-14 0 0,-8 1 0</inkml:trace>
  <inkml:trace contextRef="#ctx0" brushRef="#br0" timeOffset="8883">7951 837 23719,'-21'-32'89,"8"7"-78,37 49 6,20 11-56,4 5-258,-19-14 1,0 1 190,9 22-2,-14 3-133,-14 0 185,-12-14 17,-18 5 95,-3-21 67,-13 3 460,5-16-465,9-9 285,-3-13-134,14-5-40,-1-12-72,13-1-90,11-4-83,11-3-68,13 2-191,11 3-693,8 5-348,6 9-1496,0 5-4655,-3 8 7467,-12 3 0,-19 3 0,-14 0 0</inkml:trace>
  <inkml:trace contextRef="#ctx0" brushRef="#br0" timeOffset="9625">8719 862 23097,'-46'8'50,"0"0"1,4 1-1,8 4-67,12 27 12,10 2-18,6-1 7,12-4-1,0-10-62,17-3 63,-1-16 27,13-5 6,-2-13 11,-1-10 100,-4-10 35,-7-5 27,-7-6 51,-7 1 89,-4 3 102,-4 7-85,-2 9-140,-2 8-106,0 7-90,0 4-22,0 10 16,1 7 7,-1 13-12,3 8-40,2 5-72,5 3-50,7-2-51,7-5-39,8-9-28,6-9-84,6-9 157,-8-6-213,16-15 398,-14-5 94,9-14 80,-16-1 83,-8 2 39,-8 5-67,-6 8-156,-3 9-51,-1 4-62,0 3 45,0 5-27,2 3-46,8 3-39,8 1 40,11-5 55,7-3 6,3-5 28,0-7 78,-6-4 124,-6-7 61,-8-5 101,-5-3-151,-8 5 376,-2-8-169,-3 11-12,-1-6-100,0 11-168,0 7-179,-1 8 28,0 5 17,-2 16-12,-2 14 6,-4 22-31,3-22 0,0 2-356,-1 5 0,0 1-56,-1 3 1,0 2-1285,1 2 1,-1 1 1726,1 7 0,0-4 0,2-22 0,2-2 0,-2 24 0</inkml:trace>
  <inkml:trace contextRef="#ctx0" brushRef="#br0" timeOffset="9933">9711 514 25758,'-4'-1'33,"2"3"-47,15 26 0,10 14 17,-4-6 0,1 0-968,6 12 1,0 2 933,2 0 1,-2 2-182,-9-13 1,-1 1 0,-2 0-453,-1 9 1,-3-1-23,-3-3 0,-7-1 686,-16 1 0,-4-6 0,4-10 0,-15 12 0</inkml:trace>
  <inkml:trace contextRef="#ctx0" brushRef="#br0" timeOffset="10749">5136 1602 22098,'-45'-5'1835,"-1"0"1,9 2-1,4 0-120,9-1-1511,16 3-277,1-2-241,15 3 1065,13 0-272,4 0-126,28 3-161,-11 2 0,4 1-134,5 1 0,4 0-6,-6-1 0,2 1 0,-1 0-32,4 0 0,3-1 111,-9-1 0,6 0 0,-1-1 0,-4 0-213,9 1 0,1-1 53,-3 0 1,6-1 0,3 1 0,-1-2 33,-12 0 0,0-1 1,0 0-1,1-1 0,1 1 26,4 0 1,0 0 0,2 0-1,-1-1 1,0 1 18,0 0 1,0-1 0,0 1 0,0-1-1,1 1-8,0-1 0,1 0 0,-1 1 1,1-1-1,0 1-8,1 0 1,0 1 0,0-1 0,0 1 0,0 0 7,0-1 1,1 1 0,0 0-1,0 0 1,-1 1-29,-4-1 0,0 0 0,-1 0 0,0 0 0,-2 1-14,5 1 0,-2-1 0,0 1 0,-1 0 0,-2 0 0,0 1 0,-1-1 0,1 0 0,0 1 0,0-1 0,-1 0 0,0 1-5,-3-1 1,-1 0-1,0 0 1,-2 0-19,8 0 1,-1 0-1,-1 1 19,-3-1 1,0-1 0,-1 1 5,0 0 1,1 1-1,-2-2-3,-5 1 1,0-1-1,-2 0 46,20 2 1,-7-1-46,-3-1 0,-9 0 0,-2-1 0,-1 1 0,-9-2 0,-8 1 0,-21-2 0,-3 0 0</inkml:trace>
  <inkml:trace contextRef="#ctx0" brushRef="#br0" timeOffset="21792">5274 6020 19934,'2'-39'538,"0"0"1,-1 2-1,-4 6-332,-13 9-334,1 5 192,-17 1 9,1 10 29,-6-1-28,-18 16-83,16 6 104,-16 14 46,22-3 49,-4 24-66,19-10-107,7-10 0,2 1 2,9 21-58,13 4-132,12 1-286,-8-29 0,3-1 319,3-1 0,1-2-31,3-1 0,0-1-45,0-1 1,0-1-1,23 18 87,-14-5 111,-16-4 104,-23-5 18,-21-4-35,-27-2-59,15-10 0,-2-1-493,-9-1 1,0-1 465,7-1 0,-1 0 15,-22-1 1,0-2-183,22-1 1,1-1 223,-15 0 0,3-3-215,-8-5-168,23-4-309,19 2-8329,22-12 8979,10 6 0,0 0 0,-2 9 0</inkml:trace>
  <inkml:trace contextRef="#ctx0" brushRef="#br0" timeOffset="22617">5584 5817 14628,'0'-4'4515,"1"0"-3569,-1 4-890,5 23-45,-3 13 3,3 6 0,1 2-265,-3-12 0,-1 1 317,3 18 1,0 0-26,-3-16 0,0-2-19,0 8 0,-1 1-77,0-5 1,-1-1-333,0 26-443,1-10-396,1-13-319,1-13 414,-1-11 561,-3-10 286,-8-11 1064,-6-7-142,-9-7 444,-4-4 189,1 0-633,6 4 993,-4-8-931,11 11-364,-2-7-258,12 6-100,12 2-6,13 2 258,16 1-268,15 2-7,-20 6 1,1 1-21,3 1 1,2 0-248,0 0 0,0 0 189,-3 1 0,0 0-79,25 0 85,-13-2-75,-9-1 264,-18 1 107,-3-7 11,-15 2 29,-3-7 466,-6 1-394,-5-1 0,-6 3-33,-1 3-96,-4 5-117,0 5-56,-1 12-6,1 10 0,6 10 185,6 4-213,12 0 23,12-4 39,11-5-12,9-6 7,4-9 27,1-6 45,-1-9-140,-5-7 219,-5-9 39,-8-7 11,-7-4-1,-7-4 52,-3-2 94,-2 2 51,-1 5-68,-1 8-60,-1 9-202,0 7-154,-1 7 328,1 10-121,0 10-4,1 13-47,5 9-190,7 3-653,7 5-1092,6 4-598,-10-27 0,0 2 2393,3 2 0,-1-1 1,2 4-1,-1-4 1</inkml:trace>
  <inkml:trace contextRef="#ctx0" brushRef="#br0" timeOffset="22908">6692 6374 13211,'0'-6'6761,"0"1"-5742,-6-56-280,-1 37-465,2-12 1,-3 3 73,-9 19-253,3 8 90,-25 12-174,16 3 0,-30 20-11,19 2-6,1 1-10,1 12-1,17 4 0,3-9-5,17 20-12,10-30-72,17 9-506,9-16-1431,12-8-2873,-13-10 1,-1-1 2945,12-1 1,1-2 0,-42 0-1</inkml:trace>
  <inkml:trace contextRef="#ctx0" brushRef="#br0" timeOffset="23184">7133 6088 16338,'-18'-42'666,"1"-1"1,-1 3 0,2 7 1920,6 19-2172,-3 1 491,4 7-917,4 5 445,2 13-417,3 11 1391,1 18-1419,5 15 22,-3-23 0,1 2-334,2 11 0,0 1 250,-2-4 1,-1-2-7,0-1 1,-1-1-255,-1-3 0,-1-2-1090,2 17-653,2-17 1,1 0-70,2 7-7686,20-1 6821,-10-32 2527,16-3 0,-22-6 0,1-2 1</inkml:trace>
  <inkml:trace contextRef="#ctx0" brushRef="#br0" timeOffset="23408">7328 6358 18453,'-25'-39'595,"0"-1"1,-1 3 0,0 13-248,-5 30 77,-16 10-268,10 4-90,-1 9-33,21-8 10,7 8-10,11 8 5,8 1-16,2 0-35,21 3-77,-4-15-575,1-6 1,2-2-1046,8 0-2368,13-1 4077,-11-12 0,-20-3 0,2 0 0</inkml:trace>
  <inkml:trace contextRef="#ctx0" brushRef="#br0" timeOffset="23592">7951 6397 23590,'-34'-10'-2260,"-1"-1"0,-15-1 845,58 23 0,0-2 0,-3-3 0</inkml:trace>
  <inkml:trace contextRef="#ctx0" brushRef="#br0" timeOffset="24368">8463 6526 14123,'1'-48'1637,"1"-1"0,-1 7 0,0 5 321,1 7-1274,-1 12-31,-1 9-642,0 7 181,0 13-147,0 15 548,0 5-588,2 29-5,-1-18 0,0 2-735,0 4 1,0 1 731,0 11 1,0-2 2,-1-9 0,0-4 2,0-11 1,0 0-85,-1 7 0,1-3 121,-1 0 12,-1 6 542,-1-27-268,-2-19-241,-5-13-28,-5-19-56,1-2 14,3-2 0,0-4 0,4 7 0,0-1 13,-2-19 0,1-3-19,2 4 1,3-1 2,-1-2 0,1 0-331,0 2 1,1 0 321,1 3 1,-1 1-6,2 5 1,1 2-162,2 6 0,2 1 41,11-22-45,11 17 33,9 17 51,9 12-5,5 15-18,0 13 1240,-7 16-1183,-12 16 38,-14 13 976,-14-10-961,-15-13 0,-7 0 8,-21 10-369,8-15 1,-2-1 357,-16 3-224,13-15 0,1-3-168,-8-2-1059,-12 1-3310,31-15 4761,23-5 0,2 1 0,10 0 0</inkml:trace>
  <inkml:trace contextRef="#ctx0" brushRef="#br0" timeOffset="24817">9118 6275 15473,'2'6'3418,"0"-2"-688,-2-4-2299,-46-22-294,22 30 104,-37-11-139,37 40-29,8 5 78,8 7-12,14 0-76,11 1-238,12-5 80,-1-14 17,23-1 128,-14-20 132,14-1 48,-17-19-61,-7-9 51,-8-12-86,-9 3 40,-9-26-112,-11 11-37,2 11 0,-2 0 20,-16-20-23,-4 6-11,-5 11-13,-3 9 14,8 12-160,-24 16 127,31 5-263,-18 17-639,33 3-1495,9 13-3634,16 2 6050,9-5 0,-6-15 0,-6-10 0</inkml:trace>
  <inkml:trace contextRef="#ctx0" brushRef="#br0" timeOffset="25325">9528 6324 16259,'0'-5'6184,"0"1"-5204,0 4-980,2-31-19,0 41-10,2-12 71,-1 57-50,-2-22 0,0 2-13,0 4 0,-1 2-265,-1 2 1,-1 2 291,-1-1 1,1 1-18,-1-3 1,0-1-5,1-5 1,1-3 2,0 18-21,2-18 294,-1-16 363,1-10-366,0-7-7,1-20 336,0-10-547,0-22-21,-1 20 1,1 0-361,0-6 0,0-2 352,2-4 0,0-1-11,2-3 0,0 1 6,1 0 0,1 1-6,1 4 0,0 1-6,-1 5 0,2 3-81,10-21 20,4 13-101,30 12 129,-19 14-11,21 6-34,-19 19 5,-1 8 12,5 14-23,-10 8-3152,-18 13 3237,-13-15 431,-27 13-420,-16-19-3,11-14 0,-3 0-130,-3-2 1,-1-2 131,0-2 1,0-3-842,-2-1 0,3-4-1455,-4 0-3103,8-8 5394,35-5 0,-1 4 0,3-1 0</inkml:trace>
  <inkml:trace contextRef="#ctx0" brushRef="#br0" timeOffset="25592">10397 6020 22593,'-58'25'842,"0"0"0,8-2 0,8 3-621,14 7 1,7 1-423,-3 15 48,8-5 4,11 14-591,10-8 577,0-15 1,3 0-208,18 17-969,8-9-900,11-8-3918,9-11 5114,-2-10 1,-18-7 0,-14-5 0</inkml:trace>
  <inkml:trace contextRef="#ctx0" brushRef="#br0" timeOffset="25851">10882 6047 23478,'-8'-42'321,"0"1"0,-2 1 0,7 15-262,12 29 102,10 14-154,4 4-46,-2 1 1,-1 3 3,0 0 0,-1 3-932,8 22 0,-2 3 919,-7-18 1,-4 3-282,-3 5 1,-2 5 0,-5-4-1079,-6-4 1,-4-1 489,2 8 0,-4 0 848,-9-1 1,-2-7 0,6-11 0,-10 11 0</inkml:trace>
  <inkml:trace contextRef="#ctx0" brushRef="#br0" timeOffset="26525">4060 7519 7441,'-63'7'880,"0"-1"1,0 0-1,6 0 1,3 0-1,7-1-479,12-1 0,6 0 159,-9 2-6,22-4 123,30-1 1,31-6-412,-5 0 0,6 1-818,-5-2 1,2 1 0,1-1 635,11 0 0,2-1 0,2 1-316,-9 1 1,2 0 0,1-1 0,0 2 242,7-1 0,1 0 1,1 1-1,1-1-319,-9 2 0,1 0 0,1 0 0,0 0 0,1 0 324,4 1 1,0 0 0,1 0 0,1 0 0,0 0-302,-8 1 1,0 0 0,1-1 0,1 1-1,-1 0 1,1 1 298,2-1 0,0 0 0,0 1 0,1 0 0,0-1 0,0 1 1,2 0 0,0-1 0,0 1 0,1 0 0,-1 0 0,1 0-109,-8 0 1,0 0 0,0 0 0,0 0 0,1 0 0,-1 0 0,0 0 101,2 0 0,0 0 0,0 0 0,1 1 0,-2-1 0,0 0 0,-2 1-9,9-1 0,-2 0 0,-1 0 0,1 1 0,5-1-6,-11 1 0,3 0 0,2 0 0,2 0 0,-1 0 0,0 0 0,-2 0 0,-4 0-112,4 1 1,-3-1 0,-2 1-1,0-1 1,1 1 0,2 0 89,-2-1 0,1 1 0,1 0 0,1-1 1,0 1-1,1 0 0,0 1-105,-3 0 0,2 0 0,1 1 0,1 0 0,-2 0 1,-2 0-1,-2 0 0,-5 0 82,12 0 0,-8 1 0,1-1 1,8 1-18,-8 0 0,7 0 1,3 1-1,3 0 0,0 0 1,-2-1-1,-3 1 0,-6-2 38,1 1 1,-5-1 0,-3 0 0,1 0 0,4-1 83,4 1 1,3 1 0,2-1 0,-1 0 0,-1-1 0,-5 0 39,9 0 1,-4-1 0,-2-1 0,-3 0-3,0 0 1,-2-1 0,0-1 229,9-2 0,1 0 0,-7-1 446,-6-1 1,-2-1-430,15-1 1,-3-1 594,-27 3 1,-5-1-704,9-2 1436,-19 4-7485,-17 0 6433,-9 1 1,1 2 0,0-1 0</inkml:trace>
  <inkml:trace contextRef="#ctx0" brushRef="#br0" timeOffset="31133">12268 6407 16667,'0'-35'170,"1"-1"1,20-23 135,8 49 0,6 7-428,25-7 61,-18 7 0,4 1-755,2 2 1,1 3 564,-2 1 0,0 2-89,1 1 0,-4 4 558,-2 13-30,-29 5-475,-20-4 315,-18-2 1,-9-1 77,2-4 1,-2-1-583,-20 10 1,0-1 602,14-8 0,0-1 136,-10 4 1,0-1 301,12-5 0,1 0-197,-10 4 1,3 0-97,-10 5-183,16-7 454,44-11-777,25-6 166,9-3-46,-3-4 1,6-2-413,9-3 1,2-2 536,-1-1 0,0 0 126,4-3 1,-5-1 62,-21 4 0,-5-2 1110,3-8-920,-20-8-588,-33-6-217,-9-2 214,-10 2 290,9 15 1,2 3-8,-1-3 386,1 1 1,1-2 274,8-2 891,-3-9-963,18 12-128,5 7-339,2 8 70,1 5-218,1 14-4,1 0-195,7 20 88,7 2 25,17 13 115,-10-20 1,4 0-345,5 2 1,3-1 294,4 2 1,0-2 9,-7-5 0,-1 1-35,9 10 1,-7 2-208,-8 15-4,-16-10 1,-11 1-400,-18-2 1,-12-2 688,0-5 0,-5 0 0,3-4 1,2 0-1,2-4 0,-4 0 1,1 0-1</inkml:trace>
  <inkml:trace contextRef="#ctx0" brushRef="#br0" timeOffset="145967">11130 3123 19720,'8'-51'1041,"-1"0"1,-1 6 0,0 8-740,1 15-240,-4 11-107,-1 9 79,1 13-1,-1 4 35,2 45-57,-3-16-618,-4-5 1,-2 9 0,0-2 245,-2 5 0,-1 0-342,-1-1 1,1 3 0,0-1-1140,2-9 0,1-1 0,1-1 1842,2 19 0,2-4 0,0 6 0,7-17 0</inkml:trace>
  <inkml:trace contextRef="#ctx0" brushRef="#br0" timeOffset="146200">11635 3527 17395,'2'-7'3988,"-1"2"-2840,-1 5-252,0 0-912,-1-43 32,-12 52-77,-8-20-267,3 33 1,0 14-1219,0-2 0,2 2-3370,2-1 1,2-2 3081,-2 16 1,9-19-1,5-22 1</inkml:trace>
  <inkml:trace contextRef="#ctx0" brushRef="#br0" timeOffset="146782">12242 3200 17244,'0'-5'2095,"-1"1"-522,1 4-1371,7-27 33,-4 27 84,4-16 12,-8 34-34,-5 1 39,-5-3 62,-1-5 11,1-5-90,2-6-202,3-3 119,-1-16-152,3-5-23,1-18 1,7 0-17,4-3-12,9 5-10,5 5-12,6 7-6,2 10 1,5 8-23,11 17 6,-13 3 11,11 23-17,-23 8-6,-11-11 1,-3 4-342,-8 7 1,-6 1 307,-7 6 0,-5 1-851,-8 3 1,-4-2 900,-2-2 1,-3-2 5,1-6 0,-1-4 25,5-7 0,0-4 87,-19 9 106,14-16 79,12-14 520,10-15-565,7-11 1802,8-8-1959,8-2-21,7 3-57,7 5-17,6 9-34,5 7-39,9 9-5,-6 5-600,-5 4 0,1 4-2548,15 11 2547,-9-4 1,-2 0-1,-3 0 1,-3-1 0</inkml:trace>
  <inkml:trace contextRef="#ctx0" brushRef="#br0" timeOffset="146992">12969 3435 24659,'3'-39'392,"1"-1"1,2-23-404,-10 64-6,-4 30-4246,2-9 4229,-4 27 293,3-2-1928,-2 11-1356,5-21 1,0 1 3024,0-3 0,2-3 0,-2 10 0,4-20 0</inkml:trace>
  <inkml:trace contextRef="#ctx0" brushRef="#br0" timeOffset="147566">13596 3103 22688,'7'-44'276,"0"1"0,-1 2 1,3 9-243,7 22-23,6 2 0,5 5-33,3 9 22,0 9-6,-3 14 6,-4 12 0,-6 9-34,-7 5 23,-5 0 6,-13-5 38,-19 3-10,-8-14-944,-12-1 943,13-18 79,-3-6 78,15-10 79,1-4 5,9-8-50,7-7-45,10-6 904,6-2-994,12 0-39,9 3-44,9 4 16,17 7-11,-16 7-6,-10 5 1,1 4 27,10 11-33,9 11-1688,-29-6 0,-4 2 1705,3 10 0,-17 22-53,-24-19 42,-17 9 10,12-26 1,-2-2-4,-2-2 1,-2-2 19,-8-4 1,1-2-34,-12 1-112,-14-12-516,37-9 1572,3-11-10764,21-7 8988,7 6 0,4 6 1,-4 11-1</inkml:trace>
  <inkml:trace contextRef="#ctx0" brushRef="#br0" timeOffset="147782">14558 3418 21327,'-29'42'-489,"0"0"0,1 5 0,7-5-6440,16-11 6929,0 8 0,4-22 0,1-9 0</inkml:trace>
  <inkml:trace contextRef="#ctx0" brushRef="#br0" timeOffset="148208">14798 3121 24760,'18'-21'280,"-19"45"-272,-8 13 1,-4 7-211,-2 7 1,1-1 204,5-18 0,2-2 146,-1 33-138,14-19 39,5-6 121,14-10-37,8-22-60,-2-9 217,25-23-129,-25 8 112,2-7 1,0-2-63,1-6-33,-11 9 1,-1 1-1,2-3 247,-5 5-342,-12 14-6,-1 0-50,-6 12-6,0 10-5,2 15-17,-1 2-5,0 24-231,0 3-2189,1-8 0,0 2 2425,-1-11 0,0-3 0,1-1 0,0-4 0,-1-7 0</inkml:trace>
  <inkml:trace contextRef="#ctx0" brushRef="#br0" timeOffset="150541">15148 4089 11878,'48'0'112,"0"0"0,-3 0 0,-8 2-180,-14 4-38,-8 1 257,-9-2 12,-11 1 39,-39 5-62,-11-1-421,10-3 1,-2 0 481,2 0 1,0-1 120,1 0 0,1-1-53,4 0 1,2-1 374,-20 3-352,21-3-242,18-2 152,20-2 66,18-2-122,22-3-62,18-3-62,-23 4 1,0-1 123,3 1 1,0 0-125,0 1 1,-1 0-12,-2 0 0,-2 1-11,27-1-5,-22 2 229,-9 0 28,-42 10-218,-8-1 5,-35 7 17,-7-3-267,27-6 1,-1-1 308,0-1 0,0 1 22,2-2 1,1 0 620,-20 1-540,14-2-161,17-1-175,10-1 146,32-1 6,7-4-11,30-2 8,-27 2 0,1 0 0,2 1 0,0-1-9,28-3-5,-12 2 51,-17 3 606,-16 1-640,-15 2-73,-18 2 33,-17 3 40,-18 5 0,18-4 0,-1 0-1,-3 1 1,-1 0 8,0 0 1,1-1 27,2 0 0,1-1 104,-22 3-23,17-3-190,17-2 6,18-3 117,19-1-28,19-4-16,25-4-23,-21 2 0,2 0-431,4-1 1,0 1 433,0 0 0,-1 1-3,-5 0 0,-2 1-17,20-3 45,-21 2-28,-21 4-6,-14 2-16,-22 7 5,-14 2 11,-22 8 3,23-8 1,-1 1-149,-1-1 0,-1 1 159,1-1 1,1-1 10,4 0 1,2-2 42,-15 1 709,20-3-866,18-5 67,20-6-12,13-4-77,16-7-51,10-2 39,5 0-330,2 1 436,-3 0 35,-5 2 400,-11 3-188,-15 3-96,-14 5-139,-18 3 28,-17 4 56,-19 5 84,-14 5-75,25-5 1,-1 2 181,-27 5-45,12-3-214,19-3-61,17-5-308,20-1 364,21-2 0,-12 0 0,8 0 0</inkml:trace>
  <inkml:trace contextRef="#ctx0" brushRef="#br0" timeOffset="167908">15141 4965 16516,'7'-45'3055,"-1"0"1,-2 9-2849,3-10 0,0 6-28,-7 30-190,1 7-6,-1 3 73,-1 9 62,-2 14 16,-2 35-115,3-27 1,0 2-378,0 11 0,0 0 380,4 16-5,3-15 0,4-2-1,10 14 1,-3-17 0,1-1-6,10 4-150,-3-17 1,1-2 143,12 2 23,-8-8 0,1-2 275,10-3 5,-6-12-45,-13-15-39,-10-14 626,-5-1-542,-3-30-83,-4 15-108,-1-11 275,-5-1-129,1 24 173,-1-7-229,0 16-45,3 10-72,0 4-129,1 5-6,2 4 45,4 8 11,5 11-5,7 13-6,4 0-6,-1-3 1,2 2-23,11 17 11,-13-19 0,1 0-106,9 27-426,-15-1 202,-7-8-793,-13-10 0,-7 0-4506,-18 9 4967,10-16 1,1-2 0,-6 0-1,12-12 1</inkml:trace>
  <inkml:trace contextRef="#ctx0" brushRef="#br0" timeOffset="169234">16351 5769 21755,'7'-8'3666,"-2"1"-1561,-5 7-1254,0 0-678,31-73-86,-23 42-38,7-12 1,-4 0 423,-18 17-1637,-7 3 668,-3 4-199,-3 4 664,-5 7-167,-5 5 51,-7 13-142,-6 9 65,0 14 334,2 12 37,9 7-166,10 2-183,12-3-216,14-5 79,10-7 146,12-8 6,6-13 125,4-10 54,11-23-39,-15 1 104,12-22 40,-21 3 38,2-13 13,-4-3-4,-7-2-3289,-2-1 3272,-6 19 103,-2 3-89,-4 22-117,0 1-111,0 5-24,-2 4 74,0 9 3394,-4 11-3418,0 17 14,-1 9-2,3 8 37,9-1 10,8-2-26,8-21 1,4-2 27,15 9 11,-10-18 0,1-4 0,11-5 6,-4-10 56,-4-11-11,-6-8 5,-5-11 28,-5-8-61,-7-6-29,-6-3 29,-5-3 16,-3 1 12,-3-5-34,2 20-6,1-1 40,2 12-51,1 8-22,2-3-17,3 8-6,6 3 17,9 1 12,6 3-12,9 6-39,2 6 28,1 10-11,-5 7 16,-6 8 18,-8 4-12,-6 3 39,-6-3-5,-4-2-28,-2-4 5,1-4-10,3-6-1,3-4 34,4-8-12,6-5 23,6-5 23,6-7-18,4-6 29,-3-8-1,-6-7-5,-8-4 6,-8-5-12,-7-3-5,-7-1 17,-4 1 50,-3 4-51,2 3-3380,3 3 3330,3 10-22,2 0-6,6 8 17,3-1-11,10 0-34,17 1 34,-7 4 0,18 2-17,-14 9 3386,6 4-3380,-5 8-17,-2 5 11,-5 4-79,1 14 12,-9-13-241,1 18-432,-9-12-2076,2 22 1219,-4-17-2985,4 12 3762,5-22 0,-6-7 0,3-7 0</inkml:trace>
  <inkml:trace contextRef="#ctx0" brushRef="#br0" timeOffset="169408">17825 5812 24402,'-12'-47'-5971,"3"9"3013,12 39 2958,2 2 0,-1-2 0,1 2 0</inkml:trace>
  <inkml:trace contextRef="#ctx0" brushRef="#br0" timeOffset="170941">18134 5776 25102,'1'-57'812,"1"7"-604,5 2-158,-2 14 14,1-9 1,-1-4-43,-2 15 1,0 0-916,1-16 1,0 0 906,-3 15 0,1 2 11,-1-5 0,0 1 622,0-14-529,-3-7 33,-2 14 349,-6 10-477,4 16-119,-3 7 18,4 13 1035,-6 14-963,1 4-19,-1 10 0,2 4-1,4-4 1,1 0 0,-3 6 0,2 3-118,8 10 0,4 0-337,-1-16 0,1 0 275,5 14 1,2 0-77,-1-13 1,3-3-189,0-3 1,1-3 31,12 11-594,10-8 135,-4-19 431,10-3 359,0-18 257,2-20-34,-16 3 226,0-19 379,-18 6-408,-3 7 1024,-3-12-1036,-6 30-50,-1-6 73,-2 15 414,0 4-924,1 0 51,0 2 151,5 3 28,11 6-40,-2-1 51,18 3 12,-16-9 38,8 0-28,-11-8-33,-1-6 22,-2-8-27,-4 0 50,0-17 33,-4 10 79,-2-11-102,-2 17 74,-7 1-84,-1 10-74,-9 2-88,-15 30 49,11-7 12,-6 24-56,20-4-40,7 16 18,8 4 33,4-4-157,22 1 90,-11-28-1784,4-3 1,5-4 1593,12-7 156,-10-4 0,2-3-74,26-13 220,-2-10 17,-14-2 47,-17 0 0,-2-2 70,6-15-28,-10 11 1,-2 0 150,2-16 45,-9 6 186,-13 7-359,-2 14-18,-5 4-44,3 10-117,1 4 3419,-4 9-3358,0 9-22,-1 21 10,4-10 98,2 17-109,4-17-5,3 5 23,2-6 10,-1-13 12,1-5 84,-3-10-12,3-4-61,4-7-5,6-10-1,6-7-16,6-4-1,5-1 23,3 5-22,0 5-23,-2 8-5,-3 7-40,-4 8 23,-3 8-34,-2 7-22,-1 9-23,1 5 40,-4-5-247,14 11 45,-2-12-68,16 6 57,3-14-281,7-9 454,7-12 118,-29-2 0,0-2 23,18-9 69,-15-2 0,-2-2 110,7-13-68,-14 8 1,-3 0 33,-1-9 392,-12-14-291,-20 19-101,-14-10-106,-5 21 44,-31 6-106,16 12-17,-16 10-16,21 10-12,11 10 28,12 2-16,13 0 21,15-2 383,12-3-360,14-5 17,-5-9 62,16-4 33,-20-11 45,10-3 23,-18-6 49,-6-2-10,-7 2-34,-5 3-84,-2 5-269,-2 3 96,0 13 66,1 0-27,4 40-29,-1 2-27,1-11 0,1 2-662,0 1 0,1-1 628,-2-8 0,2 0-325,5 17 1,0-1 99,-5-20 1,-4 0-1347,-7 14 0,-6-3 1683,-18-3 0,-6-12 0,13-22 0</inkml:trace>
  <inkml:trace contextRef="#ctx0" brushRef="#br0" timeOffset="172034">20324 4960 19496,'3'-48'1426,"0"1"0,-1 7 1,0 8-1019,0 15-357,-2 12-113,0 4 85,0 13-12,-1 17-22,-1 21 11,1-14 0,-1 1-14,1-5 0,-1 3-128,0 11 0,0 6 0,1-2-776,0 7 0,0-1 776,0-6 0,0 1 0,1-4 24,0-3 1,0-4-3383,1 12 3175,0-29-1014,-2 3 1093,0-19-667,-2-19 751,2-2 891,-3-30-639,0 5 414,-4-22-258,1 19 798,-4-12-534,1 24-62,-2-5-128,1 7-68,3 6-96,2 8 3208,3 4-3460,12 1 251,1 3-177,22-5-18,6 2 57,16-4 36,-19 3 1,-1-1 7,12-4 3,-17 1 1,-1-2 19,0-14-34,4-13 23,-7-6 67,-6 1 123,-6 3 337,-4 2-399,-6 17-3072,-1-3 3017,-2 20 27,1-3-223,-1 9-45,0 12 100,1 3 6,2 25 6,3 9-20,-3-12 1,1 1 1533,-1 4 1,-1 2-1521,0 0 1,0 0-10,-1 0 1,0-2 8,-1-2 1,1-2-1,-1 23-22,0-15 89,0-16 556,0-15-209,0-11-341,2-8 12,4-16-1,8-11-22,8-15 5,8-5 300,5 1-361,3 9-12,-2 7-3424,4 11 3391,-15 13-151,17 11-90,-18 17 78,5 2-358,-4 20-358,-9 2-947,3 17-1849,-9-21 1,-1 0 3702,5 16 0,-3-9 0,-6-29 0</inkml:trace>
  <inkml:trace contextRef="#ctx0" brushRef="#br0" timeOffset="172267">21461 5209 22996,'10'-30'143,"0"0"0,15-19-205,20 40-106,-13 5-1580,26-4-1881,-21 3-6202,17-2 9304,-24 0 1,-10 3 0,-14 2 0</inkml:trace>
  <inkml:trace contextRef="#ctx0" brushRef="#br0" timeOffset="172517">22068 4787 19014,'0'-4'4380,"0"1"-1367,0 3-2996,1-31 17,-2 32 33,0-14-73,0 37 68,0 37-12,3-6-42,0-5 1,1 1-12,-1-13 0,1 0-221,1 11 1,0-2 172,-1-14 1,-1-2-233,-1 3 1,1-2-2788,-2 18 3070,-1-12 0,1-15 0,-1-11 0</inkml:trace>
  <inkml:trace contextRef="#ctx0" brushRef="#br0" timeOffset="174933">15987 5828 9128,'-43'6'1174,"-1"1"1,1-1 0,-19 4 0,8-2-660,4 0 0,7 0 841,6 0-829,15-3-270,0 1-122,17-4 1592,16-2-1246,-1 0 97,23-1-215,6-4-69,20-3-171,-24 2 0,2 0-513,5-1 1,3-1 464,6-1 1,2 0-79,-11 1 1,2 1-1,0-1-644,7 0 1,1-1 0,2 1 630,5-1 1,1 0-1,2 1 5,-14 1 0,1 1 0,0 0 0,0 0-1,0 0 0,1 0 0,-1 1 0,0-1 5,13-1 0,0-1 0,-1 1 21,-6 0 1,0 0 0,-3 0-170,-6 1 0,-1-1 0,-3 1 255,10-3 1,-3 0 8,-10 2 1,-5 0-21,9-3 102,-8 2 50,-16 4 1084,1 0-821,-9 2 1880,-5 1-2199,-6 1-686,0 0-3913,-4 2 4414,1 2 0,-2-1 0,3 0 0</inkml:trace>
  <inkml:trace contextRef="#ctx0" brushRef="#br0" timeOffset="175733">16474 6757 21876,'0'-4'2744,"0"0"-1042,0 4-386,-74-50-1985,36 37 321,-11-13 1,-1 6 100,4 30 371,-1 8-656,12-2 582,-5 14-50,22-10-488,0 10 820,19-5-408,14 1-282,15 4-217,1-7 269,4-4 1,2-1-299,19 8 220,-15-7 1,-1 1 148,-10-5 0,-3 0-215,12 15 438,-18-6 237,-21-1-74,-12-8 211,-41 5-1,-5-10-399,14-3 0,-2-1 154,5-4 0,0 0 3,2-2 0,1-1-65,5-1 1,2-2-630,-19-7-4322,20-5 4802,14-1 0,10 6 0,6 5 0</inkml:trace>
  <inkml:trace contextRef="#ctx0" brushRef="#br0" timeOffset="176033">16678 6421 24887,'-6'62'-291,"6"-26"0,4-3-226,18 13 193,-6-15 1,1 0 53,2 0 1,-1 1-13,0-1 0,-2 0-67,-2-1 0,-3 0-553,2 26-770,-9-6-446,-7-8-661,0-11-547,-2-11-632,2-12 4035,3-6 0,-2-3 0,2 0 0</inkml:trace>
  <inkml:trace contextRef="#ctx0" brushRef="#br0" timeOffset="176549">16763 6862 22617,'-28'-40'-125,"0"0"0,2 3 1,14 9-299,31 23 682,20-2-136,22-1-73,-3 2-525,-10 3 0,0-1 522,13-1-106,-20 1 0,-1 0 525,4-3-201,-12-1-187,-12 0 136,-7 0-54,-6 3 312,-5-3 436,-3 2-905,-7-4-45,-8 2-94,-1 3 134,-21 2-208,8 7-40,-13 7 1,11 7 92,7 7 117,12-3 17,9 15 18,14-12 16,9 10 17,11-13 84,4-10 84,2-5 56,-2-13 69,-3-5 54,-3-11-33,-6-4-17,-8-1-168,-5 5 235,-6-6-174,-2 14-10,-1-4-171,-1 12-132,0 3 50,0 3-39,-1 5 84,-1 6-107,1 10-39,0 0-1119,8 23-943,7-8-2765,11 18 4973,0-17 0,-7-14 0,-7-11 0</inkml:trace>
  <inkml:trace contextRef="#ctx0" brushRef="#br0" timeOffset="176808">17800 6619 21489,'-47'-13'370,"1"0"0,3 2 0,6 7-186,2 16-77,7 10-40,10 7 11,9 8-16,12 4-56,9 4-79,9-1-179,6-3-438,5-4-855,7-8-1945,8-11 3490,14-9 0,-26-7 0,-2-3 0</inkml:trace>
  <inkml:trace contextRef="#ctx0" brushRef="#br0" timeOffset="177042">18140 6659 16740,'-13'-47'1898,"1"0"1,2 5 0,0 6-790,1 12-398,4 10-397,2 6-325,1 5-51,2 5 73,0 9 12,0 12-12,2 14-6,2 12-89,2 9-50,-1-9-367,-1-12 0,-1 1-855,3 12-2027,-2-11 0,2-1-6083,3 0 9466,0-6 0,-4-25 0,-3-6 0</inkml:trace>
  <inkml:trace contextRef="#ctx0" brushRef="#br0" timeOffset="177301">18369 6642 19910,'-45'-9'360,"-1"0"0,4 1 1,7 7 109,8 20 264,4 10-510,11-7 185,3 10-78,11-7-68,9 6-45,10-1 62,22-1-190,-8-12 50,23-4-62,-9-12-366,-16-3 1,3-1 91,2-2 0,1 0-2896,10-2 0,-2-1 3092,-12 1 0,-1 1 0,21-3 0,-37 6 0</inkml:trace>
  <inkml:trace contextRef="#ctx0" brushRef="#br0" timeOffset="186425">13657 10291 18480,'-62'-15'106,"1"0"1,7 2-1,6 6-77,-9 17-51,15 6 22,12 0-17,1 7-23,13 0 24,4 1-12,16 23 45,15-14-17,6 12-9,21-7-16,-16-17 0,1 0-14,19 13-34,-9-4 0,-4 0 15,-5 4 80,4 14 34,-25-19 67,-20 5 96,-30-1-90,-15-2-950,13-15 0,-1-2 857,10-7 1,0-1 27,-10-1 1,-1-3-488,1-1 1,2-3 405,6 2 1,2-3-391,-8-3 1,5-5-8656,4-28 9062,9 2 0,10 2 0,12 19 0</inkml:trace>
  <inkml:trace contextRef="#ctx0" brushRef="#br0" timeOffset="186699">13826 10091 14253,'0'-3'5086,"0"0"-4386,0 3-599,1 17-73,2 20-28,0 7-205,2-6 1,1 4 78,3 4 0,3 2-515,0 1 1,2 1 242,3 5 0,0-1-585,-2-13 0,-1-2-1042,-1-4 1,-1-1-4294,3 26 5571,-6-14 0,-6-21 1,-2-12-1</inkml:trace>
  <inkml:trace contextRef="#ctx0" brushRef="#br0" timeOffset="187266">13880 10715 9482,'-3'-3'7724,"0"0"-5070,3 3-2778,-14-53 35,36 32 47,-11-10 0,4 0-145,17 20 0,6 6 167,1-2 1,1-1 19,-1 1 0,-1-1 2,-2 2 1,-2-1 3,27-7 5,-18 5 56,3-9-33,-26 10 508,8-8-194,-22 11-182,-3-2-194,-10 3 0,-9 0 39,-2 2 416,-26 12-349,8 7-78,-16 13-28,16 5 0,12-7-78,9 9-79,16-4 112,9 1 96,13-3 27,1-16 207,20-9-38,-10-13 78,15-10 95,-12-12 56,-6-7-229,-10 4 470,-5-16-286,-11 14-62,1-10-44,-9 18 0,0 8-118,-1 9-224,1 5-16,1 3-57,-2 11 113,-1 7-35,-2 15 12,3-3-341,3 25-79,5-14-331,5 21-554,8-11-1580,3-3-4536,3-4 7449,-2-13 0,-7-13 0,-7-10 0</inkml:trace>
  <inkml:trace contextRef="#ctx0" brushRef="#br0" timeOffset="187559">15093 10357 21864,'-39'-10'136,"-1"-1"1,2 4 0,5 8-64,-4 37-45,8-3 16,-2 17-38,8 5-51,6 1 0,11-25 1,5-1-68,13 14-152,24 0 112,-6-17-77,13-4-2229,10-16-4662,0-10 6441,-18-1 1,-2-1 0,3-4-1,-16 1 1</inkml:trace>
  <inkml:trace contextRef="#ctx0" brushRef="#br0" timeOffset="188042">15468 10118 22873,'-24'-49'756,"5"10"-694,19 39-1,0 0 6,-2 0 57,1 0 497,-1 0-369,1 0-67,-4-8-129,1 2 50,-6-10 1,4 2 56,-1-2 5,0 0-28,2 6 0,1 1-62,1 6-95,2 0-67,0 3 0,1 4 73,-2 10 39,1 16-17,-1 17-19,1-15 0,1 1-447,-1 5 1,0 1 328,1 4 0,0 1-180,2 2 1,1-1-244,1 1 1,1-2-315,2-2 0,1-1-702,2-5 0,0-2-5616,14 22 7181,-2-20 0,-7-16 0,-7-12 0</inkml:trace>
  <inkml:trace contextRef="#ctx0" brushRef="#br0" timeOffset="188342">15776 10269 20240,'-51'-9'102,"0"0"1,6 2 0,6 8-69,4 41 100,3 8 51,10-7 50,-2 11 28,9-7 23,7-7 33,15-8-66,11-7-113,20-5-168,18-8-127,-11-7 1,4-3-1831,-6-1 1,1-2 1749,0 0 0,-1-1-443,-4-3 1,-3-2-2360,20-6-607,-22 3 1,-1-1 3643,19-8 0,-21 6 0,-16 5 0</inkml:trace>
  <inkml:trace contextRef="#ctx0" brushRef="#br0" timeOffset="188626">16285 9729 23489,'-41'-32'364,"-3"32"-249,30 24 0,3 10-937,-4 8 0,0 2 864,1 4 0,3 2-26,1 2 1,4 1-20,5 10 1,4-2-10,0-18 1,2-2-17,9 13 0,6-4-34,0-19 1,3-4-57,7 6 1,4-1-183,1-4 0,4-3-1515,10-1 0,1-4-62,-15-6 1,-1-3 1372,11 0 1,-6-2-1,-15-6 1,-1-1-1</inkml:trace>
  <inkml:trace contextRef="#ctx0" brushRef="#br0" timeOffset="191232">16172 9749 9654,'49'-16'1068,"1"0"0,-5 2 0,-9 2-37,-17 7-628,-6 0 504,9-1-661,-8 2 141,15-3-95,-3 3-197,-3 2 140,-4 0 303,-12 2 537,-6 0-840,-11 3-67,-3 1-22,-14 5-18,-1 1 30,-3 1 111,-5 3-90,3-1-95,5-2 157,-10 1-174,18-6-17,-12 2 158,-3-1-46,6-2-84,-7 1 152,5-2-23,17-4-17,-3 2-106,13-2-56,3 0 202,1 0-264,-1 1 34,-1 3 17,-1 1 34,-3 13-1,0 1 12,-3 14-29,1 3-5,-1 5 34,0 6-6,0 5-197,3 2 225,2 1-5,4-2 161,10 8 41,5-3-135,4-2-57,1-8-33,-5-15 6,-3-2-23,-4-9 79,3 12-51,-1-11 186,0 5-119,5 4-44,-3-11-34,3 5 61,8-1-27,-7-8-29,10 7-16,-6-5-28,-4-5 28,4 7-23,-7-7 6,5 6 6,-6-4-12,-1-2 12,-1-1 16,1-2-11,-3-2 202,8 0-11,-2-3-17,11-1-45,2-3 0,6-6-12,3-2-88,-6-2 128,13-10-101,-11 1-50,20-10 0,-3 1-23,3-1-16,-1 1 5,-6 4-28,-10 6-16,-14 6-24,-11 4-72,-7 3-72,-3 2 22,-1-1 95,1-1 39,-2 1 0,0 0 23,0 2-12,0 0-128,0 0-46,0 0 74,-6 1 134,1 1 0,-5 2 22,6 0 1,-3 0-6,2-1 22,-4 1-6,-5 0-33,-8 2 0,-6 2 12,2 1-18,-26 7 0,9-4 6,13-3 0,0 0 17,-21 2 0,7-3 28,7-5 5,8-2-27,5-2 5,4 0-17,2-1-17,-1 1 6,0 1 0,2 1 11,7-1-5,2 2 0,8-2-90,0 1 84,1 3 11,-1 2-6,-1 4 1,1-2-6,1-2 62,1-2 811,0-2-850,-2-12 39,-1 1-57,-2-7-44,-4-7 55,1 4-21,-5-18 17,5 14 16,-3-14-28,3 8 0,-5-11 0,4 5 22,0-1 0,0-1-27,1 0-15,1-1 1,0-2 41,-1-11 0,3 9-33,-2-11 34,1 21-1,1-8-16,0 1 10,-1 0 18,0 1-40,-1 1-16,-3 1 44,1 10-16,1 6 16,2 11-5,4 5-28,0 2 28,1 1-505,1 0 488,5 3 11,4-2 6,14 2-6,10-6 34,26-8-34,-15 0-6,-10 2 1,0-1 0,9-2-40,5-3 34,-6 1-5,-17 5-1,-8 4 23,-13 4-28,-3 2-2834,-1 0-4213,4 0 7058,1 0 0,-1 0 0,1 0 0</inkml:trace>
  <inkml:trace contextRef="#ctx0" brushRef="#br0" timeOffset="192700">17465 9843 7486,'0'-4'5798,"0"0"-1766,0 4-3651,-74-35-246,45 31-2938,-17-10 1,3 6 2836,25 21 1448,-1 10-1382,10-5 855,0 6-910,4-4 95,2 16-56,3-7 3409,7 16-3359,10-5 0,14 0-26,13-2-198,-17-20 1,2-1 100,2 0 0,-1-2-11,0-1 0,-2 0-11,17 9 17,-15-3 128,-16-4 163,-13-1-12,-16 0-100,-16 1-28,-16 1-245,-14-3 135,29-9 1,1-1 255,-29 0-337,12-9-414,13-7-1412,16-11-840,9 2 2700,13-5 0,-2 16 0,4-1 0</inkml:trace>
  <inkml:trace contextRef="#ctx0" brushRef="#br0" timeOffset="193525">17873 9595 17843,'0'-6'4414,"0"1"-3652,0 5-723,-15-15-6,9 23 23,-13 24-67,15 24 0,3-14 0,2 4-1764,7 3 1,1-2 1707,-2-13 0,1-1-118,7 13 0,1-1-385,8 9 220,-10-22 0,-1 0-871,10 23-953,-8-10-1455,-8-13-1328,-4-13 1395,-7-11 3562,-4-14 3343,-8-8-3343,-4-10 148,-4-6 1247,-2-4 2822,-2-2-537,0 1-1098,2 1-1147,5 5-747,6 3-553,6 5-292,12 2-50,14 3-40,20 1 40,21 1 151,-21 7 0,1 1-278,4 0 1,1-1 347,-2 2 0,1-1-1569,2-2 0,-2 1 1583,10-4 59,2-4 70,-33 5 140,0-3 274,-9 0 71,-7 5-267,-5 0 3318,-5 5-3457,-5 0-42,-8 2-20,-13 10-141,9-2-5,-12 15-16,16 0-24,-1 8-4,8 0-18,11 5 12,4-13 22,9 4 112,2-17 112,6-1-3324,4-9 3340,2-11-21,2-8 33,-2-9-45,-3-4-11,-8-2 50,-4 1 135,-5 6 235,-5 7-498,0 11-34,-2 4-146,-1 6 3432,-2 14-3393,0 2 18,-1 8-90,2 6-208,2-2-302,7 8-1613,9 10 577,-1-16-6296,15 4 7937,-9-22 0,-3-2 0,-8-8 0</inkml:trace>
  <inkml:trace contextRef="#ctx0" brushRef="#br0" timeOffset="193778">18918 9819 12309,'0'-3'6576,"0"1"-3670,0 2-2676,-60-27-123,37 23-68,-13-10 1,1 4 72,10 23-56,1 5-23,-3 9-44,8 6-11,9 13 10,10-14-44,9 13-56,11-17-364,18 11-224,4-12-1053,13-5-3983,-2-15 5241,-6-9 0,-17 1 0,-13-3 0</inkml:trace>
  <inkml:trace contextRef="#ctx0" brushRef="#br0" timeOffset="194025">19240 9597 17512,'-20'-41'1473,"0"0"0,1 2 0,3 7-94,6 15-1105,3 5-39,2 5-223,3 9 10,1 12 12,-1 14-4,1 4 1,1 3-31,-1 0 0,0 3-42,1 10 0,0 1-98,-1-6 0,2 0-403,0-1 1,2-1 133,0 21-571,4-25 0,2-3-1888,4-1-2929,11 5 5797,-4-28 0,-6-7 0,-6-3 0</inkml:trace>
  <inkml:trace contextRef="#ctx0" brushRef="#br0" timeOffset="194316">19471 9729 8265,'0'-5'9303,"0"1"-6804,0 4-2370,-50-27-23,22 33-81,-3-16 0,0 4 87,-2 36 23,7-1-12,-3 8 62,4 6-45,10-9-62,5-4 135,9-8 145,14-3-207,7-1-111,5-3 10,16-6-123,14-7-100,4-4-332,-22-2 1,-2-1 34,11-5-1837,10-9-3601,-11 0 5122,4-2 0,-20 7 0,-13 7 0</inkml:trace>
  <inkml:trace contextRef="#ctx0" brushRef="#br0" timeOffset="194475">19790 9710 11785,'-6'-6'7898,"2"0"-6189,4 6 387,0 0-2391,-4-22 15,2 16-2844,-2-13 3124,12 27 0,-5-2 0,4 1 0</inkml:trace>
  <inkml:trace contextRef="#ctx0" brushRef="#br0" timeOffset="196032">20232 9827 24850,'-12'-57'140,"0"0"0,1 1 0,2 3-98,6 17 0,1 2 3,-1-7 0,1-1 0,-2-3 0,1 0-262,0 8 1,1 0 305,-2-15 1,1 2-28,1 1 61,-2 4 0,0 2 40,-1 9 105,-2-6-251,2 25-84,1 9-101,1 6 95,-3 12 62,-4 16 11,-3 22-3,5-17 0,1 2-356,1 7 0,0 1 328,3 2 0,1 1-47,4 1 0,2 0-290,3-1 0,3-2 143,2-4 1,4-1-81,1-4 0,2-3-37,12 13-288,-5-23 0,2-5-339,13-4 6,20-4 387,-12-22 368,-2-11 259,-6-12 162,-8-9 195,-8-4 236,-9 1 169,-8 5-1,-4 10 123,-7 6-728,0 12 1002,-2 3-1187,2 10 177,2 0-238,5 10 109,6 2-160,8 7 51,2-3-6,18 2 62,-8-11-17,11-3 0,-12-11 45,-6-7-6,-9-9 23,-7-6 27,-12-4 51,-7-2 67,-7 1 34,-4 6 45,0 6-34,0 9-134,2 6-107,5 6-11,-5 8-11,7 6-17,-4 14 11,8 11-44,4 11-52,9 8-21,7 6 50,3-14-73,1-13 0,2-3-56,9 5 23,15 8 44,-3-28 17,3-14 62,0-14 73,-1-12 39,-4-12 44,-5-11 23,-7-6 34,-5-1 61,-4 4 34,-4 9 5,-4 11-89,-4 11-179,-2 10-264,0 5 292,0 19-1,0 3-33,2 17 23,5 0-12,6 0-6,5-3 7,2-8 27,-2-10 28,-2-6-17,-1-15 29,1-8 33,2-13-23,-1-5 35,2-3-46,-6 7 6,8-8-50,-7 17-6,8-5 5,-3 15-61,3 5-17,7 14 40,-9-1-79,6 17 0,-12-2-17,5 7-101,1 2-50,4-4 28,5-6 17,8-8 17,10-8 111,9-12 79,5-8 39,-31 3 1,0-3 83,23-17 45,-10-5 168,-10-6-157,-17 13 140,-5-3-134,-19 18-73,-9 1 6,-16 7-29,-8 8-49,-6 10-24,1 7 24,6 7-18,10 2 6,11 0 28,9 2-17,10-11 40,11 2-23,2-13 72,26-1 85,3-15 57,7-6-80,-12-5 185,-12-6-16,-11 6-57,-2-4-61,-5 7-45,-5 4-196,-1 7-174,-1 3 180,0 19 22,0 8-14,0 8 0,-1 4-28,-1 1 0,-1 0-220,1 2 0,-1 1 142,-3 6 0,-1-2 16,2-8 0,-1-1 6,-1 6 0,0 1-98,-1-3 0,-1-4-325,-8 12 34,1-15-1792,-1-23 2279,6-19 0,3 7 0,3-9 0</inkml:trace>
  <inkml:trace contextRef="#ctx0" brushRef="#br0" timeOffset="196866">22039 8787 23511,'8'-41'384,"1"0"1,-1 0 0,-3 16-475,-5 26 62,3 22 23,-2-2 10,3 19 1,0 4-17,-1 9-626,0 4 1,-1 5 538,-3-14 0,-1 0-39,1 11 0,0 1-23,-1-4 1,0-2-609,3 0 0,0-4 308,1 13-117,0-29 0,0-4-996,-1-5-1547,-1-4 157,0-23 2745,0-19 454,0-18-1,-1 2 1139,-1-16 462,-2-7-984,0 11 21,1 14 1,-2 2 678,-5-5-314,-6-9-404,-4 9-279,2 8-241,4 10-292,7 8-44,7 7 5,15 3-5,14 1-29,19 0 28,-11 0 1,1-1 56,16-1-15,-12-3 1,-3-3-8,-10 0 21,17-18-16,-25-9 0,-4 5 173,-4-31-61,-10 34 588,-1-34-387,-3 36 712,-4-24-740,3 32 276,-3-7-511,3 19-168,1 2 73,3 34 50,4 8-14,-1-3 1,0 2-662,1 2 0,1-1 664,-2-6 1,1 1-10,0 7 1,0 2-1494,1-4 1,0 0 1484,4 24-3,-4-27 1,-1-3-3,1-5 33,-2-7 118,-1-9 34,-2-16 766,2-9-822,4-24-84,3-8-46,1-4-151,1 14 0,1 3 169,3-2 11,-1 4 0,3 1 5,13-2 0,2 5 1,4 10 3188,-8 17-3211,0 13 557,-8 1-702,1 32 77,-14-19-209,-4 8 0,-1 1-704,-2 7 158,-1 8-2084,4-9-4486,6-14 7393,4-1 0,-5-12 0,-2-9 0</inkml:trace>
  <inkml:trace contextRef="#ctx0" brushRef="#br0" timeOffset="197059">23163 9020 22554,'11'-61'-1305,"11"29"0,5 9 224,15 15-2541,8 0 1,0 0-1672,-7 0 5293,-7 1 0,-4 0 0,-14 2 0,-2 1 0</inkml:trace>
  <inkml:trace contextRef="#ctx0" brushRef="#br0" timeOffset="197267">23581 8663 25029,'-19'-60'-11,"1"24"-28,9 64-129,2 18-230,3 13 84,6-8-428,6-12 0,2 1-1536,10 14 315,-4-15 0,1-1-7868,12 14 9516,-8-18 0,-8-14 1,-9-15-1</inkml:trace>
  <inkml:trace contextRef="#ctx0" brushRef="#br0" timeOffset="197758">23787 8365 13961,'-1'-4'4106,"1"0"-2263,0 4-1664,68-66-534,-38 47 470,4-5 1,8-5 0,-7 9 24,0 14 98,3 1 0,-1-1 53,1 0 120,11-1-164,-23 5 35,-13 0-209,-7 2-73,-6 0 0,0 1 340,0 6-133,-1 8-84,0 3 213,3 24-212,2-5-52,2 24 18,2-4-54,-4-26 1,0 2-334,-1 1 1,0 1 338,-1 1 0,-1 1 5,0 0 1,-2 0 11,-1 0 0,-2 0-9,0-3 1,-1 1-210,-2-2 0,0-1 181,-4 16 31,3-14 0,-1-2-13,-3 8-106,-8 16 150,1-21 0,-7-7-56,3-10-11,-38-5-532,0-9-1676,12-4 1,-2-2 2190,8 0 0,3-1 0,-15-2 0,25 1 0</inkml:trace>
  <inkml:trace contextRef="#ctx0" brushRef="#br0" timeOffset="212194">17421 10916 6350,'-8'4'1926,"1"0"-1338,7-4 1328,0 0-1378,-68 21 27,43-14-229,-14 5 1,3-1 184,25-8-325,6-2-124,3 0 701,2-1-347,6-2-96,2-1-173,11-3-56,7-4-6,13-2 17,8-4-6,9-1-276,4-2 215,-29 10 1,-1-2 7,2 1 0,-1 0-20,1-1 1,-1-1-17,1 1 0,0 0 11,1-1 0,-2 0-11,20-7 2,-12 6 1,0-1-9,17-4-11,-16 5 0,2 0-1635,-1 1 1,-3 1 1651,15-5-228,-17 6 1,-1-1 210,11-3-235,13-5 258,-1 0-34,1 0-6,-23 8 0,-1 0 6,12-5 2,-14 6 1,1 1 2,12-4 171,14-4-137,1 0-22,-31 8 0,1 0-1,0 0 1,1 0-1,0-1 1,0 0-15,1 0 1,0 0 1536,0 0 1,1-1-1529,8-2 0,-1 0-28,16-5 22,-17 7 1,0 0 11,12-2 64,-20 5 0,1 0-64,-1 0 0,-1 0-12,18-5 3,-12 3 0,1-1-2,18-4-7,-15 3 1,2 0 17,-7 1 0,-1 1-216,1-2 0,-1 1 207,-1 0 0,1-1 3,4-1 0,-2 0 11,13-4-20,-17 7 1,-1 0-36,8-1 24,9-2 15,-3 0-1,1 1 17,-2 0-5,2 0-12,1 0 1,0 0-1,1 0-11,3 0-22,2 1 22,1 0-16,0 2-7,-3 1 686,-3 2-651,3-2 16,-18 3 263,16-3-262,-29 4 458,20-4-565,-13 1 21,11-1-10,3 0 10,15-3 85,-17 4-22,14-3 6,-21 5-1,4-2 17,-4 0-11,-2 1-39,-1-1 28,5 0 5,4-2-50,13-3 23,-5 2-506,10-1 539,-21 4 0,8 0 11,-11 2-5,15-4-40,-18 4 12,15-5 28,-19 4-6,3-2 33,9-3 517,-18 6-539,18-6 17,-12 4 28,-2 0-6,-5 2 130,-11 3 5,-6 1-241,0 1 11,-1 0 0,3-1 57,4-2-18,9-2 12,9-3-23,5-1-50,10 0 39,-13 4 22,8 0 40,-12 3-23,-3 0 17,13-3-17,-4 0 0,22-3-11,-9 1-139,-11 2 0,2 0 156,24-2 0,-22 3 0,1-1-3,4 0 0,0-1 25,20-2-6,-8 0 35,-16 3 16,-15 0-23,6-1-50,5-5-22,0 2 6,3-1-12,18-1 11,-25 6 3,4 0 1,1 1 2,0 2 233,17-1-244,-27 3 106,-6 0 118,-14 0-12,-3 0-72,1 0 28,6-3-79,9-3-61,1 0 56,17-5-34,-12 3 6,7-2-28,-15 6 106,-5 0 487,-6 3 90,-1 0 746,-2 1-1385,1-3 1,0 0 0,1 0 268,-1 0-252,-1 2 801,-1 0-795,0 0 40,2-3-57,-1-1-39,1-2-28,0 1-168,-1 1-174,-1 2-8031,0 0 8373,0 0 0,0 0 0,0 1 0</inkml:trace>
  <inkml:trace contextRef="#ctx0" brushRef="#br0" timeOffset="215351">19002 12330 9229,'0'-7'4268,"0"2"-2852,1-57-620,2 34-443,-2-10 0,1 2 313,2 16-302,-2 10-543,-2 5-90,0 9 308,-2 3 454,-14 35-263,-7 11-663,4-9 0,-2 4 503,-2 1 0,0 1-14,0 3 0,0 0-9,2-3 1,2 0-108,3-5 1,4-3 154,4-8 0,2-2 135,2 15 207,10-20 291,5-13-106,9-14-432,-1-5 174,29-27-179,-7-3 109,-10 8 1,1-1-228,-2 1 1,-2 0-10,1 0 1,0 1-11,1 0 0,0 0-69,-1 2 0,-1 1 51,0 2 1,-1 1 36,24-11-46,-8 10-16,-9 10 23,-11 11 39,-9 13 637,-7 13-575,-7 15-68,-7 13-47,2-23 0,-2 2-31,-1 2 1,-1 1-144,1 1 0,1 0-467,1 0 1,2 0-1153,1-1 1,3 0 1778,5-1 0,1-2 0,-1 3 0,6-7 0</inkml:trace>
  <inkml:trace contextRef="#ctx0" brushRef="#br0" timeOffset="216011">19952 11779 13334,'-46'-22'71,"1"0"1,0-1-1,-9-3 1,0 2-63,13 10 0,-1 1 1,1 2-997,-12-1 0,-1 2 1028,9 2 0,-1 1 0,-1 1-414,2 1 1,-1 1 0,1 1 456,2 2 0,-1 0 0,1 2 84,-19 3 0,1 4-116,2 4 0,0 4 183,1 6 0,1 6-47,18-5 1,0 2 0,1 3-554,-3 5 1,2 2-1,-1 3 510,-1 5 1,1 3 0,0 1-81,10-9 1,0 2 0,0 0 0,2 1-38,1 2 0,1 0 0,1 0 0,2 1-17,1 0 0,2 0 1,2 0-1,1 0-8,-1 13 1,3-1 0,5 3-306,6-11 0,5 3 0,1-1 1,1-4 312,1-1 0,0-4 0,5 1 4,9 14 0,5 1 0,4-7 11,12-1 1,5-6-44,-4-6 0,3 0 0,2-2-22,4-2 0,3-2 0,3-1 34,-2-7 1,4 0 0,1-3 0,-4-1 24,-1-1 1,-3-1 0,4-3 15,2-2 0,3 0 1,1-3-1,-5-4-59,-2-4 0,-3-5 1,2-1 65,-5 0 0,2-1 1,1-1-1,-1-3 46,-1-2 0,0-1 1,0-2-1,-1-2-47,-1 0 0,-1-2 0,1-2 0,0-2 14,6-5 0,1-3 0,-1-1 0,-2 0-27,-6 3 1,-2 0-1,-1-1 1,-1 0-10,11-8 1,-1-1-1,-3-2 38,-6 3 0,-3-2 0,-3-1 31,-5 0 1,-3-2 0,-2 1-48,9-11 0,-3 1-16,-11 14 0,-1-1 1,-8-2 60,-10-4 1,-8-1 0,-1 3-63,0 6 0,-4 0-20,-8-13 1,-6-4 0,-4 7 421,-16 5 1,-6 7-494,7 4 1,-4-1 0,-2 1-38,10 9 1,-2 0 0,-1 1 0,-1 1-257,-11-2 1,-2 0 0,-1 1-1,4 2-18,1 0 0,4 2 0,-3 1-1031,1 2 1,-4-1 0,2 2 0,6 2 1407,-5 2 0,5 1 0,4 0 0,4 2 0,-4 0 0</inkml:trace>
  <inkml:trace contextRef="#ctx0" brushRef="#br0" timeOffset="219702">12966 11565 7896,'46'-18'269,"1"0"1,-1-1 0,0 1 0,-1 0 0,-2 0 0,3 0-276,11-4 1,4 0-1,-3 0-1135,-10 5 1,-2 1 0,3-1 1107,-2 1 1,2-1 0,1 0 0,1 0 26,1 0 1,1 0-1,0 0 1,3-1 24,-2 1 0,3-1 0,1-1 0,-1 2 0,-4 0-15,-3 2 0,-3 1 1,-1 0-1,4-1 2,1-1 1,4-1 0,1 0 0,-3 1 0,-3 1 9,4-1 1,-4 1 0,2 0 5,7-3 1,2-1-1,-2 1-4,-9 2 1,-2 1 0,-2 0 0,10-4 1,-3 1-885,-10 2 0,-5 2 1117,5-2 1625,-15 5-1731,-28 9-610,-16 4-140,-36 14 301,18-6 1,-3 1 135,-17 7 0,-2 1-97,12-5 1,-1 1-126,3-2 1,-3 2 0,0-1 98,2-2 1,1 0 0,-2 1 164,-13 3 0,-2 2 0,-1-1 95,13-3 1,0 0 0,-1 0-1,0 1 194,-1 0 0,0 0 0,-1 1 0,1 0-120,-1 0 1,0 0 0,0 0 0,0 0-3,0 1 0,1 0 0,0 0 0,-1-1-3,2 1 0,0 0 1,1 0-1,0-1 0,1 1 0,1-1 1,0 0-1,-1 1 43,-6 1 1,0 2 0,0-2-1,4 0-34,2-1 1,3-2 0,-2 2 65,-4 0 1,-3 2 0,1-1 0,8-3-28,5-2 0,2 0 21,-5 1 0,-2 2 0,5-3-12,-12 6-247,1 0-947,23-8-66,16-3 2472,11-5-530,13-1 460,19-10 50,26-10-144,-16 2 0,6-4-967,3 0 1,6-4-1,-3 2-561,-13 6 0,-2 0 1,4-2 390,6-1 0,4-2 0,2 0 0,-4 2-767,3 0 0,-3 1 0,2-1 743,-3 2 0,2 0 0,1-1 1,1 1 1,-5 1 0,2-1 1,0 1-1,-1 0 1,-1 0-442,4 0 0,-3 0 0,0 1 0,-1 0 451,-2 0 1,0 1 0,-2 1 0,-2 0-2,3-2 1,-2 2-1,-4 1 207,0 0 1,-2 1-275,4-1 0,-3 0 264,3 0-270,-24 8 149,-39 13-619,-7 2-597,-18 8 1,-5 2 1460,18-8 1,-1 1-510,-8 2 1,-9 2 0,-1 1 0,3-2 193,-1 1 0,2-2 0,-3 1 114,-4 1 1,-4 2 0,-1 0 0,5-2 488,0 0 1,3-2-1,-1 1-294,4-1 1,-1 0-1,-1 0 1,3 0 74,-4 0 1,2 0 0,-3 1 16,-1 0 1,-3 2 0,-1 0 0,2-2-104,-3 3 1,1-1 0,1 0-73,-3 1 0,-1 1 1,7-3-82,6-1 1,4-1 175,3-2 1,5-1-641,1 0 56,11-4 526,21-6 600,48-19-695,-9 1-482,10-4 1,5-4 397,-3 1 0,3 0-53,-7 2 1,3-1 0,3 0 109,-2 0 0,4-1 0,0 0 1,-1 0-154,-5 3 1,0 0 0,-1 0 0,2 0-17,7-3 0,2-1 0,0 1 0,-2 1-47,-9 3 1,0 1 0,-2 0 0,-1 2-14,3-2 0,-2 2 1,0-1-190,5-2 1,1 1 0,-2 0-1338,-4 2 1,-1 0 0,-2 1 1613,15-6 0,-3 1 0,-8 4 0,-6 1 0,-13 5 0</inkml:trace>
  <inkml:trace contextRef="#ctx0" brushRef="#br0" timeOffset="221111">17847 10690 12662,'-46'-2'478,"0"-1"0,3 1 0,11 1-394,24 2-247,4 0 488,12-4-45,2 0 179,43-17-400,-23 9 0,2 0-725,21-6 1,4-2 685,-17 7 1,1 0 0,1 0-5,4-1 1,1 1 0,0-1-14,2 0 1,1 0 0,-1-1-12,-1 2 1,0-1 0,-1 0 1,-2 0 1,0 1-1,-2-1 28,17-5 1,-3 0-4,-5 2 1,-3-1-156,-6 3 1,-3 0 188,-7 3 1,-3 0 556,11-5-38,-19 7-785,-26 5-235,-26 7 196,0 3 0,-4 1 131,2 0 0,-3 2-216,-13 3 0,-7 4 1,1-2 326,9-1 1,2-1 0,-4 1 23,-2 0 0,-4 1 0,0 1 0,2-1 32,-8 2 1,2 0 0,0-1 3,3 0 0,2 0 1,1 0-35,6-1 0,2-1 0,1 0-16,-16 8 0,5-1-12,21-7 1,2-1-73,-25 16-274,37-15-404,3-1 482,10-5 706,18-3 1888,18-10-2227,10-5 0,6-2-412,-12 2 1,3 0 340,8-3 1,5-2 0,-1 0-510,-8 4 0,-1 0 0,2 0 493,12-4 0,2 1 0,0-1-484,0 1 0,-1 0 0,0 0 465,-1 1 1,-2 0-1,0 1 13,-5 1 1,0 0-1,-2 0-367,14-3 1,-4 1 204,-9 4 0,-5 0 451,11-1-535,-33 8-297,-44 12 146,-4-1 0,-6 3 378,-15 4 0,-4 2 47,11-4 1,-2 1 0,-1-1 59,-4 1 0,0 1 0,-1-1 32,-2 0 0,-1-1 0,1 1-21,1-1 1,-1 1-1,1-1 22,2 0 1,0 0 0,0 0-21,4 0 1,1 0-1,1 0 141,-16 7 1,3-2-212,16-4 0,2 0-116,-4 3 0,5-1-447,6 0 1594,-3 3 36,45-13 1344,26-10-2175,-4-2 0,4-3-65,12-4 0,3-2-674,-12 2 0,2 0 0,0 0 521,4-2 0,1 0 0,0 0-19,2 0 0,-1-1 1,1 1-312,-1-1 1,0 1-1,-1 0 281,-3 0 1,0 0 0,-1 0-51,15-6 0,-2 0-417,-9 3 0,-3 0-239,-9 3 1,-3 1-3192,11-7 3903,-21 8 0,-13 7 0,-7 3 0</inkml:trace>
  <inkml:trace contextRef="#ctx0" brushRef="#br0" timeOffset="221878">16466 8543 12634,'0'-5'4503,"0"1"-2553,0 4-2191,-4-49-264,3 40 371,-4-26 268,0 82-106,1-7-17,2 0 1,-1 2-367,2-9 1,0 0 298,1 9 0,1 2-1867,3 6 0,1-1 1688,-3-16 0,2-1-2157,2 14 1,0-4 806,-3-10-5302,-9 27 6887,-1-40 0,-7 7 0,1-19 0,6-4 0,1-1 0</inkml:trace>
  <inkml:trace contextRef="#ctx0" brushRef="#br0" timeOffset="222635">16258 8991 12337,'44'-26'-16,"0"1"1,0 0-1,14-10 1,-6 7 15,6 9 39,-20 1 1,-3-1 5,-3 0-14,-4 1 0,-2-1 41,-8 0 332,6-20 83,-8 5 286,2-13 997,-10 3-1177,-4 17 404,-2-10-174,1 17-122,-1-4 33,1 6-594,0 9-258,-3 3-139,1 7 245,1 10 158,3 13-62,1 19-39,-1-6 0,-1 1-12,1 17-11,-2-13 1,-1-1-3353,0 17 3363,-1-11 12,2 4 33,0-36 79,-1 1 554,0-13 68,0-3-431,-1-8 3178,3-5-3414,3-17-67,3 0-12,6-7-3419,1 8 3397,-2 8-22,3 2 5,1 11-22,-2 4 6,0 7-2258,-1 17 2269,-7-6 2263,13 22-2241,-8-15-5,7 6 5,-8-13 17,5-4 33,-2-6 3376,13-5-3448,-9-3 95,12-13-17,-16 0 0,5-10-27,-11 7 10,1-5 0,-2 4 57,2-4 16,-2 8-89,-3 4-96,-4 10-44,-2 2 55,1 11 62,2 4 6,3 13-22,1-3-7,9 16 18,0-13-23,8 10-296,-1-13-887,-3-6-54,-4-9-4633,1-4 5887,-6-7 0,-2 1 0,-4-1 0</inkml:trace>
  <inkml:trace contextRef="#ctx0" brushRef="#br0" timeOffset="222818">17394 8276 15115,'-1'-3'2739,"0"1"-6228,1 2 38,-6-3 2388,7 11 0,-7-9 1,9 9-1</inkml:trace>
  <inkml:trace contextRef="#ctx0" brushRef="#br0" timeOffset="223361">17607 8409 12629,'1'-7'4867,"-1"1"-3327,0 6-767,0 0-722,0-16 145,-1 21 33,11 10-44,6 18-51,13 18-44,7-10-45,-4-8-23,-7-8 0,2 1-10,9 8-7,-11-9 1,-2-1-6,3 6 78,-9 4 45,-17-13-5,-18 11-118,-1-16-67,-23 2-34,11-14-95,-6-4-414,6-12-689,10-16-455,10-19 416,7-16 844,4 28 1,0-1 608,1 0 0,0 2 104,1-17 684,2-9-63,-2 26 0,1-9 23,-2 22-454,-1 9 246,0 6 51,-3 9-594,-5 8 155,-7 12-217,-6 15-27,-4 14-29,11-20 1,-1 3-1798,-5 17 1,1 0 1676,6-15 0,0 1-510,-6 18 1,1-1-1107,8-21 0,2-2 1742,-1 8 0,1-3 0,-1 4 0,8-13 0</inkml:trace>
  <inkml:trace contextRef="#ctx0" brushRef="#br0" timeOffset="223618">18279 8534 25634,'-18'-18'331,"3"3"-522,15 14-4716,0 1 4907,2 6 0,-1-5 0,1 6 0</inkml:trace>
  <inkml:trace contextRef="#ctx0" brushRef="#br0" timeOffset="225478">10926 11215 10550,'-11'-59'2416,"0"1"0,2 15 0,1 4-741,-5-21-846,5 42-627,-1-2-130,3 18-105,0 18 72,-7 44-56,6-22 0,0 4-989,-3 20 0,1 1 748,3-15 1,1 1-1358,2 3 0,1 4 0,1-5 102,2-10 1,1 0-508,2 12 0,3 6 0,0-9 2020,6 8 0,0-9 0,-2-4 0,-4-20 0,-1 6 0,-10-32 0,-2-13 0,-4-15 0,-5-22 0,1 3 1648,-1 2-1648,-3 4 919,3 9 3533,-6-17-3298,8 17 672,3-18-1596,10 28-68,18-28-195,-1 28-119,10-5 1,6-1-42,-7 11 0,2-1-447,13-8 0,1 0 570,-13 9 0,1 1-6,5-3 1,0-1-80,-7 4 1,-2-1 187,6-6 1,0-2 86,2-7 1,-2-2 38,-7 3 1,-2 1-48,-2 1 0,-2 0 487,8-24 224,-13 16 1009,1-12-505,-7 16-195,-4 6-550,-2 17 267,-2 7-978,-2 14 511,0 2-320,-5 43-56,4 0 5,0-12 0,1 4-3,1-5 1,1 1 2,0 2 0,0-1-8,0-10 0,0-1 8,0 9 0,0-2 17,0 3-11,0 7 28,0-31 531,0-11-368,1-10 4,7-20-144,4-7-40,4-8 25,-1 8 0,2 2-25,1-2 0,0 3 0,3 1 28,8-2-56,-1 7 11,-1 10 17,-11 21-5,0 10-12,-6 1 17,5 17-28,-9-18-6,11 19 34,-6-24-17,2 1 51,2-12 123,3-15-95,4-6 28,3-15-29,-1-6-49,-8 4 88,1-9 158,-3 6 44,-2 3-38,-2 6-164,-6 18-122,-2 6-56,-1 3 27,2 8 51,3 5-28,5 12 0,7 15-45,1-4-5,1-1-252,5-6-561,0-11-1439,9-2-4957,2-9 7259,-4-10 0,-12 0 0,-9-2 0</inkml:trace>
  <inkml:trace contextRef="#ctx0" brushRef="#br0" timeOffset="225651">12027 10629 12405,'0'0'0</inkml:trace>
  <inkml:trace contextRef="#ctx0" brushRef="#br0" timeOffset="226152">12315 10718 21993,'-25'-18'-129,"7"10"140,25 23 23,6 10-6,7 10-11,4 7 22,4 3-33,1 2-6,0-3-6,-2-5-22,-5-6-22,-8-7-146,-13-3-437,-15-4-857,-16-4 353,-1-6-3820,-25-14 1171,18-11 325,-11-14 2945,24-10 516,12-6 0,17-5 0,8 0 1059,3 12 3757,9-9-1752,-11 21-476,2-7-577,-10 18-863,-2 8-599,-3 5-219,-2 17-44,-3 5-113,-2 19-55,-4 11-73,-3 12-610,7-26 1,0 1-299,0 2 1,1 1-2297,1-1 0,1 0 2383,-1 23 1,4-26 0,1-18 0</inkml:trace>
  <inkml:trace contextRef="#ctx0" brushRef="#br0" timeOffset="226369">12848 10804 26452,'4'-35'-45,"-2"7"-593,-2 29-9193,-1 5 9027,1-1 1,0 2-1,0-5 1</inkml:trace>
  <inkml:trace contextRef="#ctx0" brushRef="#br0" timeOffset="242769">15752 2831 12027,'-52'-27'322,"0"1"1,4 1-1,4 5 181,-3 9 470,0 3-288,0 4-58,-3 2-2454,17 4 1,1 2 2337,-15 1-62,1 4 0,0 2 1209,1 2-1162,-1 1 1,-2 1-169,11-3 0,0 1-305,-10 4 1,-3 0 232,0 1 0,-2 0 2,12-2 0,-1 2 0,3-2 216,-3 1 1,2 0 45,-11 7 0,3 2 339,-5 10-402,23-13 0,0 2-70,4 1 0,2 0-64,2 1 1,-1 1-56,-4 10 0,1 1-369,7-12 0,1 0-240,-5 6 0,1 1 60,-1 2 1,0 0-129,3-2 0,0 0 1053,-9 15 0,1 2-859,6-9 1,3 1 150,2-1 1,5 2-10,3-1 0,6 1 40,8 0 0,5 0-186,5 1 0,4-1-177,5 0 1,3 0-47,2-2 0,1 1-18,-1-1 0,1-1-106,-2 0 1,1-2 9,-1-2 1,1-1 186,-2-3 0,2-2 267,0-3 0,2-2 267,2-3 0,3-4 299,16 1 0,1-4-90,-14-5 0,1-2-235,3-3 0,3-1 1,-1-3 299,7-3 0,2-4-104,2-2 0,4-2 0,-4 0-464,4-2 1,0-2 412,-7-1 0,3-3 0,-5-1 113,-2-3 1,-4-3-224,-8 4 1,0-1 0,-1-3 121,12-13 1,-3-3 22,-5-2 0,-3-4-135,-10 7 0,-1-2 1,-2-1-196,-2 4 1,-2 0-1,0 1 28,9-19 0,-1 1-172,-1 1 1,0 1-45,-6 10 0,0 0-48,4-11 0,0-3 83,-8 14 0,-1-2 0,-2 1-91,1-12 1,-2 1 13,-1 3 0,-4 1 96,-7 6 1,-4 2 604,-4 9 0,-3 0-616,-6-15 0,-5 1-17,-2 8 0,-2 2 243,-7-4 0,-4 4-188,0 8 0,-1 5 80,6 5 1,-2 2 16,-25-5 1,-5 4 111,11 10 0,-2 2 23,-1 0 0,-3 1 0,2 2-263,-6 3 0,1 4 440,9 2 1,-3 2 0,1 1 139,10 1 1,1 0 0,-2 2-10,-9 2 0,-1 2 0,0 0-18,4 0 0,1 2 1,2 0-25,4 0 1,1 0-1,2 3-93,-1 3 0,1 2 1,2 2-724,4 3 1,2 2 0,2 0-99,-8 9 1,4 1-1446,5 3 1,5-1 1911,8-10 0,3-4 1,-1 4-1,0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4:55:21.7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1383 14080 11026,'6'-34'3467,"1"-1"0,1-1-2963,0-3 1,1 3 341,-2 12-247,-3 8-487,-3 8-706,0 5-3358,0 15 4064,1 0-182,-1 21 1,1 5 97,0 1-14,-1-2 0,-1 0 19,-4 10-5,-2-3 129,-3 10-17,2-23 442,0-7 1418,5-19 1613,-2-8-3468,-2-10 682,-1-11-670,2-9 11,4-5-68,9-1-49,9 2-23,8 4-17,3 7-11,0 8-17,0 7 12,-6 6-23,21 6 0,-6 8-90,4 4 0,2 2-84,-14-2 1,0 2-314,9 5 1,-1 1-568,5 8-88,-7-4 185,-6-8 362,-3-8 326,0-15 230,2-13 157,3-12 95,-1-9 112,-3-2 452,-2 3-43,-7 8 403,-6 9-1238,-7 12-78,-4 8 207,-2 15 11,-2 11-34,1 11 12,3 6 11,14 7 17,-1-17 78,26 8-28,-19-28 124,25 2 55,-12-18 90,12-10 119,-1-13 60,-3-12-218,-11 4 131,-13 8 0,-3-2-36,1-9-61,0-15-118,-13 18-101,-8 8-398,0 11-442,-2 7-1586,2 19-1897,4 7-5620,5 10 8515,0-6 1,3-8 0,-5-9-1</inkml:trace>
  <inkml:trace contextRef="#ctx0" brushRef="#br0" timeOffset="590">2925 13779 20576,'-5'33'50,"-1"0"1,1 4-1,1-3-33,2 1 56,-4 18 5,-1-27-33,0 4 235,1-13 560,3-12 242,2-2-119,0-17-722,1 2 257,-1-35-391,1 20 72,4-31 28,6 6-134,0 10 6,6-7-40,-4 27-45,5 2-33,1 6 22,-1 9-27,22 10 27,-9 6-6,21 11 12,-21-3-6,5 10-11,-13-2-23,1 10 57,-12-9 33,-6-4-5,-6-13 151,1-8 84,-2-1-112,1-8-96,-2-9-16,2-15-11,7-24-17,1 13 2,5 8 1,4 1 25,8 2-29,6-5-21,-2 15-40,3 12-17,15 16 34,6 11-740,-6 9 746,-9 3-335,-15-6 1,-1 2-484,11 20 397,-12-19 1,-2 1-3871,8 24 3559,-10-21 0,-4-5 0,-5-14 0</inkml:trace>
  <inkml:trace contextRef="#ctx0" brushRef="#br0" timeOffset="790">4092 13694 18936,'-2'-3'1775,"1"0"-2268,1 3 163,60-42-550,-27 34 0,4 1-947,18-16 0,2 2-2441,-8 16 0,-4 5 3341,8-1 0,-23 1 0,-22 1 0</inkml:trace>
  <inkml:trace contextRef="#ctx0" brushRef="#br0" timeOffset="949">4215 14037 22652,'52'-23'-916,"-1"0"1,0-1 0,-9 4 0,-1 1 0,-3 3 915,3 2 0,-8 4 0,-16 5 0,-3 1 0</inkml:trace>
  <inkml:trace contextRef="#ctx0" brushRef="#br0" timeOffset="1548">6144 13787 14499,'5'-57'2279,"-1"0"1,0 14 0,-1 2-1336,-1 3 0,0 4-155,0-3-117,-1-6-246,-2 23-325,1 11-247,-1 5 17,0 12 157,3 13-16,3 22-12,-1-13 0,-1 3-547,2 8 0,0 1 393,0 6 0,0 2-387,0 3 1,1 1-735,0 1 1,3-1-1706,1 0 0,3-3 2980,-2-8 0,1-5 0,7 10 0,-8-25 0</inkml:trace>
  <inkml:trace contextRef="#ctx0" brushRef="#br0" timeOffset="2073">6884 13578 23226,'-47'-3'91,"0"1"1,-2 6-1,7 10-46,8 38-775,14-16 1,0 2 726,4 2 0,2 1-6,4-1 1,4 0-3,5-3 0,3-2 339,17 24-368,18-13 18,14-14-129,-19-21 0,2-4 148,3-1 0,-1-4 8,3-4 1,-1-2 8,-2-3 0,-1-2 8,-4-2 1,-3-4 44,16-19-16,-16-5-18,-18-6-10,-19-3-6,-16-1-6,-17 4 5,16 25 1,-2 1 14,-4 2 0,-2 1 98,-1 1 0,0 0-20,0 1 1,1-1 105,-1-3 1,4-1-104,-8-6 99,8-11-133,30 10 543,13-7-593,14 0-6,17 3-33,11 4-689,5 11 695,-11 7-1,-14 12 0,0 6-27,10 16 176,-13-4 1,-2 6-195,-8 3 1,-5 3-118,-2 5 0,-4 2-48,-2-8 1,-3 3-1609,-6 20 1,-3 2-2196,2-20 0,-1 0 4019,-2 11 0,1-3 0,0-4 0,4-22 0</inkml:trace>
  <inkml:trace contextRef="#ctx0" brushRef="#br0" timeOffset="2534">7897 13520 22201,'-25'-43'352,"0"0"1,-4 3 0,-2 12-229,-14 27-71,14 5 0,-2 3-34,0 4 1,0 5-26,-7 10 1,2 6-4,8-3 1,2 3-9,1-1 1,3 1-38,9 0 1,5-1-132,4 15-324,11 7 106,15-11 526,29-10-50,-11-16 16,-7-12 1,1-5 156,11-14 96,9-12 72,-6-12-73,-24 11 1,-2-3-157,9-24 101,-7 2 325,-12 9-40,-7 18 34,-1 1-499,-2 12-50,0 8-532,-1 5 336,-2 16 168,0 12-39,1 27-6,1-9 1,1 3-206,0-3 1,1 2-2019,0 10 1,0 0 1642,0-20 1,0-1-1376,2 4 1,1-3 1404,11 15 0,-6-15 0,4-12 0</inkml:trace>
  <inkml:trace contextRef="#ctx0" brushRef="#br0" timeOffset="2940">8690 13452 17630,'0'-7'5316,"0"1"-3849,0 6-985,0 0-482,-66-30 11,28 43-299,-8-14 1,0 6 298,21 22 0,6 9-3,-1 1 1,3 3-1564,2 13 0,4 1 1541,3-17 0,3 1-3,0 13 0,4-1-495,8 5 470,-2-23 0,3-1-9,16 15 57,2-26 0,2-5 33,2 1 312,25-16-244,-30-19 3186,5-13-3120,-3-15-106,-10 14 812,-5-9-705,-13 23-124,-9 0-56,-13 10-10,-16 9-24,-13 12-156,-6 10-451,29-8 0,1 2-7049,-18 19 7696,17-5 0,15-10 0,11-10 0</inkml:trace>
  <inkml:trace contextRef="#ctx0" brushRef="#br0" timeOffset="3648">9422 13404 18005,'3'0'3826,"-1"0"-1098,-2 0-2622,7-10 17,-12 8-145,0-8-1,-11 11 40,-15 1 0,-17 4 0,-2-2 0,1 1-1,13-3-10,17-1-17,4-1-34,8 1 6,5-1-191,1 3 208,-3 6 39,-5 10 5,-5 11 0,-5 10-10,3-4-12,-5 12 11,3 1-17,4-9 12,-1 13-17,10-32 22,1 4 39,3-16 113,1-6 1204,0-3-1043,2-3-200,3-2-91,3-5-38,1 1-23,18-6 28,4 4-6,26-4 12,-10 8-26,-4 4 0,2 3 9,-13 3 0,0 2-242,14 2 0,-2 3 205,-12 2 1,-3 2-99,14 18-3302,-19 3 3291,-18-7-376,-24 9-315,-6-18 0,-5-2-239,-1 0 0,-3 0-1091,-8 1 0,-3-4 2178,4-6 0,4-2 0,-6 0 0,7-6 0</inkml:trace>
  <inkml:trace contextRef="#ctx0" brushRef="#br0" timeOffset="3898">9434 13386 21803,'44'-18'658,"-1"0"0,1 1 0,17-8 0,-6 4-210,-1 3-72,-8 2-57,-13 4-184,-13 4 150,-10 4-318,-7 3-314,-3 1 347,-16 3 0,11-2 0,-10 3 0</inkml:trace>
  <inkml:trace contextRef="#ctx0" brushRef="#br0" timeOffset="15227">12493 685 20220,'-11'-44'918,"0"0"0,1 4 1,-1 9-679,-1 21-220,1 5-40,-14 4-14,-5 12 22,-18 8-53,-1 13-99,5 4-4171,14 5 4301,15-10 832,19 16-820,14-16 2,7 0 0,4 0 9,8 1-12,3-4 1,-2-2-17,-10-6-12,0-1 1,-3 0 17,-9 0 33,2 4 22,-18-11 45,-27 3-33,-10-5-20,5-3 0,-3-2 1261,-3-1 0,0-2-1264,6 0 0,0-2 8,-7-1 1,1-2-126,5-3 1,2-2-130,-24-9-1334,10-9-4973,35 3 6542,15 2 0,0 8 0,3 4 0</inkml:trace>
  <inkml:trace contextRef="#ctx0" brushRef="#br0" timeOffset="15470">12818 469 17546,'0'-4'3831,"0"1"-2917,0 3-903,-39 65-50,21-8-683,-4-1 0,1 3 607,16-14 0,5-1-403,4 0 0,4-2-681,2-1 0,2-2-1215,3-2 0,2-3 2414,0-2 0,-2-3 0,4 4 0,-8-11 0</inkml:trace>
  <inkml:trace contextRef="#ctx0" brushRef="#br0" timeOffset="16437">12694 950 20369,'-13'-41'5,"1"1"1,-2 4 0,10 8-17,64 17-17,-5 5-525,-13 2 1,1 0 524,-7 1 0,-1 0-6,-3 0 0,0 0 317,22-4-322,-11 2 95,-12 1 11,-15 2 231,-8 1-186,-15 4 128,-8 4 152,-10 6 475,-4 5-716,4 2-101,8-2-33,9 0 22,14-1 1,4-4 88,29-1-44,-4-7 23,14-4 62,-14-9 27,-8-8 16,-8-7-111,-8 1 168,-6-20-84,-9 11 0,-7-12 33,-8 14-28,-6 8-111,2 8 50,-18 7-113,19 9-10,-25 17-6,23 9-6,-5 22-22,15 3-393,10 7 328,8-29 1,3 0-143,4 0 0,2-1-227,5-2 0,4-2-340,3-3 1,2-2-501,3-3 0,1-4-426,3-3 0,1-4 288,0-2 1,0-4 848,-1-4 0,0-4 647,-3-2 0,-1-3 320,12-11 2284,-3-25 51,-22 10-269,2-17-582,-13 13 459,-3 0-1362,-6 17-985,2 5-33,-4 23 89,3 16-6,-1 20-16,1 19 5,1-25 0,1 1-228,-1 2 0,2 1 222,0 0 1,1 0-1,0-2 1,1-2-17,4 27 344,-1-22-321,-2-6 77,-3-23 1,0-5-90,-1-18 28,-1-13 438,-2-15-460,-2-11-1,1-10-162,2 28 0,1-1 162,1-3 1,1 1-6,0 0 0,2-1 5,2-3 1,1 2-22,8-22-1,1 11 17,9 18-23,2 15 12,10 2-6,2 9-16,0 9 336,-4 10-325,-6 11 33,-11 9 22,-12 6-10,-21 2 5,-18 0-39,-17-5-45,22-20 0,0-2-499,-24 7-1148,13-9-4934,17-7 6637,14-8 0,8 2 0,2-4 0</inkml:trace>
  <inkml:trace contextRef="#ctx0" brushRef="#br0" timeOffset="16737">14191 905 16275,'-3'0'4531,"0"0"-3288,3 0-1232,0-3-56,16-2-190,8-3-504,16-2-930,5 0-1495,-3-1-2606,-3-1 5770,-1-7 0,-18 10 0,-3-3 0</inkml:trace>
  <inkml:trace contextRef="#ctx0" brushRef="#br0" timeOffset="16927">14599 668 15541,'0'-6'6834,"0"0"-5188,0 6 539,0 0-2174,-28-30-118,21 22 68,-20-15 56,27 43-28,1 21-90,3 17-325,0-21 0,-1 1-1176,1 4 0,-1 0-365,0-7 1,-1 0 1306,-1 3 0,0-4 1,-1-6-1,0-3 0</inkml:trace>
  <inkml:trace contextRef="#ctx0" brushRef="#br0" timeOffset="17286">12383 1627 20791,'-50'9'978,"1"1"0,-1 0 1,-20 3-1,18-1 600,40-8-221,28-2-1219,46-8 228,-7 0 1,5-1-464,-3 0 1,4 0 263,-14 2 0,3-1 1,3 1-1,-2 0-355,0 1 1,-2 0-1,3 0 1,4-1 280,-1 1 1,4 0 0,3 0-1,2-1 1,-1 1 0,-2 0-505,-5 0 0,-1 0 0,0 1 0,0-1 0,1 1 0,1-1 360,-1 1 1,2-1 0,1 1 0,0-1-1,-2 1 1,-1-1 0,-4 1-271,14-1 0,-4 0 0,-2 1 0,2-1 216,-7 1 1,2-1 0,0 1 0,-1 0 0,-3 0-125,-2 0 1,-2 0 0,-1 0 0,2 0 0,5 0 1,2-1 0,1 1 0,-3 0-31,-3-1 0,-1 1 0,-2 0 0,-3 0-644,2 0 0,-3 0 0,-3 0-4014,8-1 1,-6 1 4292,-6 0 1,-29 2 0,-9 1 0</inkml:trace>
  <inkml:trace contextRef="#ctx0" brushRef="#br0" timeOffset="19552">16426 749 31461,'13'-47'435,"1"0"0,-2 4 1,-3 9-848,-5 20-177,-2 6-178,-2 5-60,0 6-28,0 12 359,-4 20-1491,-4 28 1577,1-22 0,-1 3-557,-1 7 1,1 1-107,0 1 0,2 0-1326,3-1 0,4-1 1685,7-4 0,3-4 0,-1 5 0,9-14 0</inkml:trace>
  <inkml:trace contextRef="#ctx0" brushRef="#br0" timeOffset="20128">16925 804 13273,'2'-9'6105,"-1"2"-5450,3-24 0,1-4 112,-3 14-585,4-15 0,-3 5-126,-6 27-84,-6 12 28,-8 12 6,-7 17-6,-2 15-6,7-6 0,10-8 1,4 1 0,5 17 2,3-17 0,5 0 3,17 18 28,13-12-28,-5-15-39,19-4 50,-21-17 17,11-2 39,-18-12 0,-7-9-22,-8-8 0,-4-8 1,-9-9 10,-5-7 0,-6-3-40,0 10 119,-12-12-12,4 18 6,-11-13 5,5 11 23,4 4-11,4 5-62,9 3-68,8 3-16,13 1-16,12-1-7,13 4-22,8 5-16,3 7 22,0 11 5,-12 2 6,8 28 22,-21-1-1735,-7 0 1,-4 1 1673,-6 10-111,-6-12 1,-4 0-406,-10 10-587,-8 11-2040,1-5 3210,4-7 0,9-21 0,5-7 0</inkml:trace>
  <inkml:trace contextRef="#ctx0" brushRef="#br0" timeOffset="20935">17974 802 6920,'0'-5'6408,"1"1"-2611,-1 4-2755,-13-68 364,-4 37-1087,4-9 0,-2 3-83,-9 19 309,5 9-277,-7 5-81,2 3-198,-19 11 68,9 9-62,1 5 5,2 17-11,9 0-17,3 12 19,14-21 1,4 0 13,4 9 187,14 8-170,5-26 23,9 0 50,1-11 51,0-11 140,4-18-168,-11 1 123,7-21-12,-12 4-27,3-11 117,-1-7-56,-7 12-117,-3 7 100,-5 13-134,-6 11-173,1 1-12,-2 9 101,-3 22-17,-4 11-5,-2 9-1,-7 16-21,-2-1-230,7-19 0,-1 1-547,0 9 1,2-1 206,2-14 1,2-1-1572,2 7 1,5-2 2156,17 3 0,-8-13 0,7-8 0</inkml:trace>
  <inkml:trace contextRef="#ctx0" brushRef="#br0" timeOffset="21345">18635 712 20907,'-42'12'82,"0"0"0,6-4 0,6 5-60,9 16 1,6 6-699,0 4 0,2 1 681,0 1 1,1 0-9,1 6 0,4-3-2,2 7 433,11-3-416,4-19 238,8-1-71,9-10 23,-3-14-12,6-12-89,-12-3 112,3-13 881,-9-7-781,-4 0-162,-7 1 253,-22 5-164,-15 11-206,0 0-17,-14 9-56,21 8-6,3 1-482,6 14-117,14-8-3423,10 14 4067,9-11 0,-1-1 0,-2-6 0</inkml:trace>
  <inkml:trace contextRef="#ctx0" brushRef="#br0" timeOffset="21936">19351 647 19616,'-42'-3'272,"-1"-1"1,5 1 0,2 0 367,-22 6-254,18-2-125,5-1 37,19 0-148,12 0-150,1 0 71,0 4-60,0 7 1,-3 11-12,1 1-12,-3 25 12,6-21 17,-1 5 0,1 1-6,1 7-5,-1 17 5,0-15-5,-2-6-6,0-8 11,2-10 168,0-8 437,2-6 67,1-5-375,2-8-173,4-10-85,0-2 23,8-12-23,8 0-27,3 2-7,8 3-4,-10 16-12,11 5 5,-16 5 6,16 9-16,-8 15 22,0 10-23,2 13-5,-14-11-34,-4 7-61,-17 0-130,-9 1-352,-16 1-705,-9-15-1217,-6-8 275,9-10 2235,-7-9 0,28-1 0,-3-3 0</inkml:trace>
  <inkml:trace contextRef="#ctx0" brushRef="#br0" timeOffset="22186">19329 607 22991,'37'-13'24,"0"0"0,-1 2 0,-1 2-208,21 5-1234,-21 3 1,2 0 1417,-3 1 0,-1-1 0,16 1 0,-17 0 0</inkml:trace>
  <inkml:trace contextRef="#ctx0" brushRef="#br0" timeOffset="22620">20090 695 16286,'-4'0'5085,"1"0"-4277,3 0-484,-59-21 410,22 12-589,0-2 1,1 0 11,9 8-112,18 3-17,6 0-17,3 0 39,10 7 23,6 5-22,16 8-7,8 5-21,5 3-6,0 4 11,-3 3-40,-6 3 7,-5 4 10,-3 12 1,-13-16 16,-3 11-5,-16-21 28,-11 4-11,-13-3-18,-12-3 7,-7-3-57,-3-5-173,0-4-1154,3-4-6296,6-4 7657,11-3 0,14-2 0,9-1 0</inkml:trace>
  <inkml:trace contextRef="#ctx0" brushRef="#br0" timeOffset="23437">20943 865 26241,'2'-52'-184,"0"1"0,-2 4 0,-1 7-386,-6 15 392,-12 4-98,4 9 111,-15 5-7,2 13 59,-14 7-611,-4 13 600,1 8 81,22-9 1,4 1 19,-5 10-27,7 16 11,19-19 16,10 7 1,20-2 22,5-14 22,2-7 18,5-15 44,-10-12 16,8-8-3290,-5-19 3274,-16 10 101,-3-14 61,-15 16 40,1-4 50,-3 5 0,1 7-34,-1 5 3118,0 7-3521,-1 4 113,2 18 21,0 22-16,1 15-332,-4-17 0,-1 0 327,-2 17-10,-1-20 1,-1-1 8,-5 16 1,4-15 0,-1 1-12,-2 15-6,3-5-252,4-13-2565,7-11 2823,1-1 0,0-8 0,0-7 0</inkml:trace>
  <inkml:trace contextRef="#ctx0" brushRef="#br0" timeOffset="34813">6291 9631 6809,'-8'0'2201,"2"0"-1114,6 0 1080,0 0-1774,-43 1 889,19 1-268,-31 1-95,32-1-371,5-2-184,4 2-78,4-2-56,4 1-96,3-1 600,3 1-578,7-1 203,5 3-84,12 0-146,7 3-68,5-1 1,5 1 22,0-1 6,3 0 16,2-2-16,5-2-46,-8 0-8,-5-1 1,0-1-464,23-2 452,-17 2 0,2-1-334,-7-1 1,-1 1 316,1 0 0,0 0-8,-1 0 0,-1 1 6,-1-1 0,0 1-137,-3-1 1,0 1 118,26 0-4,-5-1 32,-4 0-10,-11 0-6,21 2-11,-15-1 8,-12 1 0,1 0-2,20 0-40,-4 1-6,-3 0 23,-5 1-5,-3 1 411,-1 0-423,-1 1 28,-9-1 610,15 0-615,-13-1 346,12-1-358,-8 0 17,-2 0 17,-1-1 11,-8 0 29,8 0-68,-10-1-6,8 0-11,-9-1-39,-2 1 45,-6 0-179,2 0 4,-9 1-38,2 0-398,-6 0 566,-13 2 56,-7 0-16,-19 2-91,-13 0 51,6-1-37,3-1 1,-2 0-314,10-1 1,0 0 422,-18 1 0,-1-1 25,6 0 0,1 0 30,-2 0 1,0 0 2,1 0 1,-1 0-12,2-1 1,1 0-20,10 1 0,1 0 8,-15-1 0,2 0 3,14 1 0,0 0-11,-13 0 0,-1 0 13,10-1 1,1 1 8,1-1 1,-2 1-1613,-7-1 0,0 0 1573,-18 0 8,18 0 1,-1 0-83,-15 0 124,23 0 1,0 1 19,2 0 0,2 0 92,-24 3-50,10-1 0,8 1-50,13-2 150,-2 1-37,13-2 542,-6 1-493,8-2 3292,3 0-3370,2 0 200,2 0-312,2 0 5,-2 0-22,-2 0-6,-5 0 0,-4-1 1,-6 0 21,-1 1-5,0-1 6,1 1 22,0-1-17,-2 1-11,-2 0 6,-2 0-1,0 0 34,3 0-11,7 0 152,2 0-113,10 0-90,1 0 18,5 0-634,1 0 505,4 1 201,3 1 79,21 2-113,-2-1 1,36 1-603,-28-4 0,2 0 535,14 0 0,4 0-14,5-1 1,3-1-1021,-10 0 0,2 0 1,-4 0 1016,4 0 1,-1 0-25,-7-1 1,3 1-1,-5 0-421,-3 1 1,-2 0 44,9-1 1,1 0-1228,-3 0 1,-1 1 1649,-8-1 0,-2 1 0,9-1 0,-20 1 0</inkml:trace>
  <inkml:trace contextRef="#ctx0" brushRef="#br0" timeOffset="37169">15928 2325 8517,'8'-3'4688,"-2"0"-2817,-6 3 1955,0 0-3322,-10-19-297,-1 12-106,-16-13-23,-3 18 12,-12 6 0,-8 7-12,-4 7-67,13-1-78,0 8 11,25-6 6,1 8 10,22-2 29,12 2-6,17 4-27,12 3-391,-19-16 0,0-1 334,2 1 1,0-2 52,0 1 0,-1-1-2,20 14 61,-16-3 196,-28 6-145,-15-10 67,-40 8-68,19-21 1,-4-2-273,-12 2 0,-2-1 239,-3-1 0,0-3 0,2-1 0,1-1 5,6-3 1,3 0-23,-20-8-251,21-5-786,20-8-1216,16-7 2242,26-8 0,-12 16 0,11 0 0</inkml:trace>
  <inkml:trace contextRef="#ctx0" brushRef="#br0" timeOffset="37561">16264 2402 20436,'-15'32'84,"2"14"-89,7-12-12,5 17-5,9-20 38,5 4 80,11-4 60,-1-13-16,1-6 202,1-12 33,-2-9 62,7-8 23,-4-10-3264,-6-13 2972,-9 10 101,-7-13-62,-7 16-78,0-4-79,-3 5-78,1 6-106,2 10 2938,2 4-3616,1 8-768,5 7-1966,4 10 3546,9 9 0,-8-11 0,1 0 0</inkml:trace>
  <inkml:trace contextRef="#ctx0" brushRef="#br0" timeOffset="38145">16818 2462 20979,'-14'7'45,"2"9"-6,12 7-11,0 9-22,-1-1 50,-5 4-17,0-11 84,-5 2 124,3-14-40,-1-2 589,-1-5-102,2-14-296,-1-5-96,3-17-173,3 6 112,2-16-28,2 4-3359,7-16 3213,-1 18-39,15-10 12,-9 31 16,16-8-28,-1 15-51,11 1 6,5 11 17,1 7-33,5 19 16,-18-6 23,2 17-45,-23-11 0,-2 10 50,-10-1 0,-2-15 34,-7-4 3423,3-16-3339,-1-3 74,3-10-118,3-9-35,6-12-5,9-9 17,10-4-32,-2 17 1,2 1-20,9-7-11,-1 12 0,0 4 0,-3 6-5,28-1-6,-16 16-29,9 9-122,-5 17-1345,-23-2 1,-4 4-3220,2 16 4726,-11-12 0,-3-2 0,-6-12 0,1 1 0</inkml:trace>
  <inkml:trace contextRef="#ctx0" brushRef="#br0" timeOffset="38880">18085 2304 11452,'1'-10'4699,"1"-32"1,-1-4-3956,0 22 15,0-22 1,-1 6-374,-1 34-263,-4 2 73,-1 17-50,-2 4 106,-9 29-179,2-5 0,0 3-54,-1 3 1,1 3-762,3-8 1,0 2 0,1-3 744,1 2 0,2-1-135,2 17 1,6-1-740,5-21 1,5-2-427,6 15 1,7-3-2659,9-16 1,5-7 3954,1-4 0,-1-4 0,15 1 0,-19-11 0</inkml:trace>
  <inkml:trace contextRef="#ctx0" brushRef="#br0" timeOffset="41187">18723 2295 20128,'6'-38'868,"0"0"0,4-22-840,-10 64 51,-3 11-46,-1 4 0,-2 11 1,0 4 0,-5 26-465,3-14 0,0 2 285,1-5 1,0 0-278,1 0 0,2 1-414,-1-2 0,2 0-636,3-4 0,0-1-2239,3-4 0,1-2 3712,5 15 0,-1-21 0,-3-13 0</inkml:trace>
  <inkml:trace contextRef="#ctx0" brushRef="#br0" timeOffset="41737">19127 2365 12219,'0'-4'7534,"0"1"-6543,0 3-834,-55 11-67,31 15-48,-9-6 0,1 3-356,14 36 337,9 2 10,11-3-10,12-5 38,15-8-22,1-13 34,18-6 45,13-13-79,-29-8 0,0-1 8,5-4 1,-1-2 198,14-8-17,-12-10-4,-13-6-164,-13 3 85,-14-17-79,-13 10-50,-14-14 11,-12 10-22,4 7 19,6 8 0,-2 1 48,-11-7-34,13 7 0,1 0 84,-8-9 254,11 0-316,13-1-27,9-1-12,12 1-16,11 0-17,12 6 28,6 7-12,-5 7-22,18 8-5,-24 6 16,5 5 1,-1 6 50,3 16-62,-11-5 0,-1 0-45,1 17-168,-13-8 1,-3 1-740,-3 19 56,-2-17 0,-1 1-2011,-2 22-2554,3-9 4630,5-15 0,-1-18 0,1-13 0</inkml:trace>
  <inkml:trace contextRef="#ctx0" brushRef="#br0" timeOffset="42193">20065 2416 17848,'-8'-47'922,"1"0"1,3 6-1,-6 9-26,-32 14-554,4 13-180,-21 6-89,7 14-44,0 13-714,6 11 646,9 6 2,22-16 1,4 0-14,-2 11 164,15 11-220,12-22 140,11 1-12,19-9 29,-11-11 55,18-14 312,-27-3-115,22-26-40,-19 0-16,9-18 27,-15 3 79,-5 4 22,-6 6-33,-4 9-107,-3 8-112,-3 10-151,1 6-45,-1 8 68,0 9 10,0 14-16,-1 15 22,-1 0-22,-1-2 0,0 1-45,-3 6-252,-1 9 0,-1 3-665,2-22 1,0-2-286,0 16 1,0 0-891,2-12 0,3-4 2148,9 28 0,-4-30 0,6-10 0</inkml:trace>
  <inkml:trace contextRef="#ctx0" brushRef="#br0" timeOffset="42620">20624 2323 15877,'0'-7'5416,"0"2"-4474,0 5-478,0 0-419,-19-35-6,-1 47-27,-20-13-12,11 45 0,7-1 0,2 2-340,8-12 0,0-1 337,-2 8 1,1 1-7,5 1 1,4-1-60,4 10 31,2-17 1,4 0-65,12 7 51,10-9 27,9-11 23,5-9 73,1-13 732,-2-13-598,-7-9 279,-10-15-139,-21-4-218,-16 3 0,-17 6-34,-10 17-45,-1 6-38,2 6-74,9 5-72,9 5-230,8 5-549,8 5-1501,13 5 2414,16 1 0,-9-8 0,7-4 0</inkml:trace>
  <inkml:trace contextRef="#ctx0" brushRef="#br0" timeOffset="43253">21477 2275 13510,'1'-5'5892,"-1"1"-3453,0 4-2316,-29-41-67,-4 37-48,4-13 1,0 3 164,-13 27-111,-4 4 64,13-3-103,-6 1 311,8-4-171,14-5 83,5-3-106,11-3 163,1 0-365,0 3-11,-3 3 73,-2 10-5,-5 6 27,-7 21-11,1-1 0,-2 12-11,7-17-11,0 6 6,4-12 21,-1 4-4,3-9 4,1-9 91,2-9 190,2-5 599,0-3-684,10-19-133,2 1-51,7-11 17,6-1-23,8 2-50,2 3-6,6 3 18,-7 15-1,-8 5 0,7 9-17,-6 8-27,12 19-1,-11 1 1,-4 10 21,-16-14-44,-9 8-33,-12-8-79,-13 6-289,0-17 1,-3-4-1701,-26 4-296,-3-4 2481,13-16 0,28-1 0,2-1 0</inkml:trace>
  <inkml:trace contextRef="#ctx0" brushRef="#br0" timeOffset="43526">21510 2193 21422,'52'-11'315,"0"1"1,-9 1 0,-6 2 37,-7 4-185,-18 1-67,1 0-73,-9 2-2828,-4 0-7031,-6 4 9195,4-1 0,-4 2 0,6-4 0</inkml:trace>
  <inkml:trace contextRef="#ctx0" brushRef="#br0" timeOffset="43969">22018 1980 13614,'-1'-4'7164,"0"1"-3160,1 3-2574,-22-60-1431,16 43 93,-7-17 1,2 7-151,10 25 17,0 2 601,2 6-508,2 2 100,17 28-485,8 4-130,-5-8 0,2 4 570,2 0 1,1 1-8,2 5 0,-1 1-524,0 5 1,-3 2 156,-2 2 1,-4 1 239,-6 3 1,-6 2-728,-9 0 0,-8 1 46,-10 0 0,-8 0-1795,3-20 0,-5 0 0,0-2 2174,1-4 0,-2-2 0,2-2 0,-4 1 0,4-5 1,-7 4-1</inkml:trace>
  <inkml:trace contextRef="#ctx0" brushRef="#br0" timeOffset="51993">17033 3761 16404,'-8'-44'767,"1"1"0,0 3 0,-1 9-245,-6 17-242,-2 6-157,-4 6-17,-8 11 29,-10 11 10,-12 13-339,22-13 1,0 2 210,0 2 0,2 1-9,1 1 1,3 0-9,4 2 0,2 0 0,-4 25-12,10-2 29,28 5 6,-5-25 49,18 0 147,-3-26 55,4-7-39,14-10 23,2-12-1458,-19 2 0,-1-2 1401,8-10-2,-14 7 1,-4 0 197,-1-7-173,-3 1 437,-4-1-308,-7 19-168,-1-2-180,-1 13 3326,-2 4-3348,-1 8 39,-1 10-27,-1 12-34,2 11-34,3 9-280,8 3-638,8 1-1043,9-5-1870,7-7 3904,10-11 0,-19-14 0,1-9 0</inkml:trace>
  <inkml:trace contextRef="#ctx0" brushRef="#br0" timeOffset="52494">17554 3872 10690,'-8'-7'5702,"1"2"-4649,7 5 365,0 0-5384,-55 18 4022,41-9 943,-40 18-797,58-13 123,3 2 100,5-3 46,2-4 5,1-5 3649,4-6-3575,-5-4-259,-1-1 252,-8-2-134,-2 4 5,-2-2-246,-3 3-72,-2 0-74,-2 2-5,-2 2-23,0 2-33,-3 6 0,4 3 22,1 2-17,5 2 23,5-3-6,4 3 23,5-3 50,5-2-11,-6-6 95,1-1 73,-8-7-6,0-4-17,-1-7 24,-2-3-7,-1-2-22,-3 4-34,-2 2-62,-2 5-77,0 4-63,3 3-1898,-1 7-796,2 3 2745,0 9 0,1-9 0,0 2 0</inkml:trace>
  <inkml:trace contextRef="#ctx0" brushRef="#br0" timeOffset="56751">19088 3812 8091,'3'-3'6755,"-1"1"-3613,-2 2-2520,-13-26-39,3 15-426,-13-17-84,3 24-45,3 3 22,-11 7 45,-11 9-61,8-2 16,-17 14-55,29-10-3415,-3 7 3403,15-8 11,8 5 23,12 0 11,22 15-17,8-3-5,-14-13 0,3 0-12,3-2 0,0-1-5,12 6 6,6 5 16,-38-13 39,-6 4-16,-14-6 67,-34 4 3319,8-11-3398,-25 4 20,12-8 0,-2-2-376,-16-2 337,12 0 0,4-3-20,7-4-342,11-10-823,19-1 1182,21-17 0,-8 19 0,15-5 0</inkml:trace>
  <inkml:trace contextRef="#ctx0" brushRef="#br0" timeOffset="57145">19467 3823 13989,'2'-7'4896,"0"2"-3686,-2 5-606,0 0-503,-10 23-67,5 2 5,-6 23-5,12-4-1,8-2 1,9-4 27,9-7 68,6-9 118,3-9 201,-5-7 129,-4-12-319,-11-1 167,-2-15-21,-9-13-220,-1-5-38,-5-9-101,-1 17 44,-5 0-49,2 14-186,-1-3-487,4 11-527,0 4-1035,7 11-2426,6 5-4912,8 6 9533,-3-3 0,-3-4 0,-9-7 0</inkml:trace>
  <inkml:trace contextRef="#ctx0" brushRef="#br0" timeOffset="57735">19945 3895 12959,'4'-7'4128,"-1"2"-1495,-3 5-1984,0 0-565,0-9-45,2 11 23,6 10-28,2 12-7,3 13 41,-4-5-7,-3-8 286,-5 4-27,-3-13 178,-2 3 304,-1-12-147,2-3-476,0-6 146,-1-12-135,1-7-50,-1-14-28,7-4 45,10-9-112,-1 15 11,10-5-34,-6 20-27,1 1-18,7 5-33,4 7 23,3 5 5,6 9-17,-1 17 28,-12-4-11,5 17 11,-18-18 0,2 25 17,-8-15 6,-4 10 11,-5-15 16,0-10 74,1-7 83,2-5-67,1-6-89,2-6 0,4-10-6,6-9-51,4-8 1,8-2 27,2 3-5,4 8-22,0 7-23,-1 9-39,4 6 73,-10 7-51,8 8-50,-11 7-168,6 8-33,-7-2-2236,8 20-7282,-5-2 9151,1 2 0,-8-15 0,-10-18 0</inkml:trace>
  <inkml:trace contextRef="#ctx0" brushRef="#br0" timeOffset="57978">21130 3835 14813,'0'-3'5758,"0"1"-4173,0 2-1821,-10-32 18,22 23-269,2-23-404,30 33-862,8 5-1882,-1 4 3635,-6 7 0,-20-7 0,-10 0 0</inkml:trace>
  <inkml:trace contextRef="#ctx0" brushRef="#br0" timeOffset="58168">21070 4058 19591,'42'-10'-342,"0"0"0,-1 1 0,19-5 1,-5 3-2538,7 4-667,-29 3 1,-1 0 3545,22-2 0,-20 1 0,-16 3 0</inkml:trace>
  <inkml:trace contextRef="#ctx0" brushRef="#br0" timeOffset="58501">21887 3795 11161,'3'-3'8038,"-2"1"-5238,-1 2-2789,-1-19 11,-13 27-16,-5-6-17,-11 33 5,4 5-22,8 0 11,9-3 17,10-6 6,8-6 111,14-6-26,-4-10 183,10-4 135,-8-8 73,1-6-57,-4-8-145,-6-9-106,-7-6-40,-6-4-22,-5 0-22,-4 3-45,-2 4-29,1 6-469,3 4-550,3 9 1003,2 3 0,3 6 0,0 1 0</inkml:trace>
  <inkml:trace contextRef="#ctx0" brushRef="#br0" timeOffset="59894">22739 4089 19171,'0'-5'3019,"0"2"-2946,0 3-62,20-4-56,-15 27-661,7 11-1708,-18-1 0,-6 2 2414,1-3 0,-1-1 0,-7 10 0,7-18 0</inkml:trace>
  <inkml:trace contextRef="#ctx0" brushRef="#br0" timeOffset="62379">23691 3936 21013,'13'-37'269,"-1"1"0,6-19-202,-22 68 6,-3 16-2185,-1 2 0,1 3 2095,-5 18-241,1 4 1,-1-1 278,3-2-1049,2-2 0,0 0-3262,4 11 2,5-25 1,0-2 4287,2 11 0,2-18 0,-3-22 0</inkml:trace>
  <inkml:trace contextRef="#ctx0" brushRef="#br0" timeOffset="62913">24191 4021 15625,'3'-41'1533,"-1"1"0,-2-2 0,-5 10-974,-8 19-396,-4-1-1,-3 9-72,-1 13-79,-2 6-11,4 6 6,4 16-18,9 5-8,5-6 1,2 1 2,5 15-8,9-9 0,4-3-3,4-7-11,2-4 0,3-2-34,13 0 67,-12-10 1,1-2 61,13 2 201,-5-6-61,-22-8 230,-7-8-163,-7-7-49,-5-17-108,-7-3-61,-9-12-23,0 12 39,0 8 1,0 0 28,-12-12-34,-6-6 151,-3-6-61,19 16-62,-3-6 84,14 10-39,10 5-118,3 4-17,17-6 6,4 14-11,20-4-23,5 9-14,-13 9 1,-1 2 14,16 3-12,-10 10 0,-3 3 6,-9 3-15,-6 2 1,-4 2-14,-10 3-134,-12 29-393,-22-5-238,6-19 0,-4 0-860,-6 4 1,0-3-1071,8-8 1,2-2 2761,-12 20 0,25-30 0,6-9 0</inkml:trace>
  <inkml:trace contextRef="#ctx0" brushRef="#br0" timeOffset="63435">25215 3827 21455,'-9'-31'815,"0"-1"1,-7-17-480,8 45-342,2 3-39,-26 7 57,-6 11-12,8-4 0,-2 4-3,1 2 0,1 2-20,1 2 1,3 0 11,-9 15-90,9 20 28,18-29-72,9 28 83,12-31 51,4 4 145,25-13-72,-19-13 112,27-8-79,-27-6 196,20-24-201,-21 10 94,13-27 12,-16 11 258,4-15-79,-7 17-78,-4 6-196,-8 21-5,-2 5-276,-2 5 57,0 7 123,0 8 0,0 15 11,0 15-28,0 14-290,-1-26 1,-1 2 65,-1 2 0,0 1-403,-1 0 0,-1 0-630,2-2 0,0 1-3986,2 26 5260,6-17 0,0-20 0,0-15 0</inkml:trace>
  <inkml:trace contextRef="#ctx0" brushRef="#br0" timeOffset="63852">25935 3826 14269,'0'-8'6766,"0"2"-5628,0 6-488,0 0-639,-38-40 34,2 48-37,0-16 0,-2 4-230,7 27 1,3 10 215,-1-1 0,2 3-5,2 2 0,4 0-17,4 0 0,4 0-14,3-3 0,5 0-1631,6 1 0,4-2 1651,3 9-1,20 4 35,-2-27-7,2-3 79,18-6 331,-16-15-247,13-6 3420,-14-13-3320,-8-7 52,-9 0-68,-8 3-157,-8 8 67,-17 0-128,0 11-68,-12-1-50,8 7-78,2 8-146,4 5-392,3 8-1289,6 5-3360,8 5 4501,10-3 0,-2-10 0,1-7 0</inkml:trace>
  <inkml:trace contextRef="#ctx0" brushRef="#br0" timeOffset="64478">26681 3818 13547,'3'-7'6654,"-1"2"-5472,-2 5-62,0 0-1002,3-53-101,-12 39-12,-6-36 1,-19 58-23,-9 6 12,-4 6 16,3 1 28,10-5 163,10-5 324,11-6 40,6-3-40,0-9-386,2 3 95,-4-9-44,3 5-40,0 0-78,2 3-124,3 3-178,0 2 16,-1 3 179,-2 10 34,0 1 6,-9 32-3409,6-18 3408,-5 29-219,2-9 248,-1-1-6,-3 2-17,-1-16 12,0-5-29,6-12 3362,2-5-3199,8-9 249,2-4-333,9-7-56,0-1 5,16-12-22,1 1-16,10-3 38,-1 4-33,1 7 0,-15 6-1,7 4-3402,-6 16 3420,-3-3-51,9 18-50,-11 5 44,-5-5-117,-5 15-274,-26-5 167,2-7-665,-27 7-3412,-12-21 10,8-5 4342,-15-6 0,43-7 0,1 0 0</inkml:trace>
  <inkml:trace contextRef="#ctx0" brushRef="#br0" timeOffset="64718">26691 3749 20347,'45'-18'765,"-1"0"1,-4 2-1,-5 2-350,-12 4-90,-5 1-135,-4 3-140,-5 2-167,-4 2-533,-2 1-9181,1 1 8967,0 1 0,0 0 1,-3 0-1</inkml:trace>
  <inkml:trace contextRef="#ctx0" brushRef="#br0" timeOffset="65485">27263 3743 22214,'-7'-7'1171,"2"2"-463,5 4-769,0 1 222,3 2-144,5 3 79,10 7-90,12 7 5,11 7 0,9 7-1587,-16-11 1,-1 1 1570,12 9-182,-16-9 0,-2-1 176,-6 4 56,-4 5 95,-29 7-40,-17-5-60,-11-1-15,13-16 0,-2-1 20,-21 10-37,21-11 1,-1 1-43,-17 9-84,16-6 2955,17-6-4539,15-5 1837,23-2 1,-11-2 0,10-1-1</inkml:trace>
  <inkml:trace contextRef="#ctx0" brushRef="#br0" timeOffset="67076">28562 3872 17686,'-41'-47'3181,"7"8"-2380,33 37-218,-2 1-219,0 1-207,-5 0-112,-7 1-23,-1 1 46,-23 8-7,5 4 6,-17 9-11,7 6-11,-1 6-17,3 8-445,4 3 394,11 0-16,12-4 22,15-5 79,15-4 39,14-8 33,12-5 51,7-10 39,4-7 90,-2-10 89,-3-6-190,-14-3 223,6-20-245,-19 4-11,3-14-12,-16 7 0,-10 4-112,-3 10 417,-18-7-523,3 13-275,-11-6-1451,7 9-8055,7 4 8977,7 4 0,6 4 0,4 3 0</inkml:trace>
  <inkml:trace contextRef="#ctx0" brushRef="#br0" timeOffset="77157">5731 3378 6983,'-9'0'2610,"1"0"-376,8 0 248,0 0-2062,-44-2-168,32 1-191,-32-1-111,43 2 27,1 0 191,3 0-28,0 0 303,13 0-224,2 0-34,14 1-29,3-1-55,8 0-56,5 0 0,5 1-23,4 0-14,-18 0 1,0 0 13,15 0-220,-14 0 0,1 0 203,15 0-2,-21-1 0,1 1-1623,8 0 0,-2 0 1642,16 0-14,-18 0 1,-1 1-241,14 0 243,-19 0 1,2-1-4,-2 1 1,1 0-12,-1 1 0,0 0-6,0 0 1,-2 1 3,29 4 5,-3 0 16,-6-2 1,-4 0 11,0-4-11,11 0-23,-17-2 6,21 0-12,-16 0-27,16 0 2,-24 0 1,1 0 13,-6-1 1,0 1-3,6-1 0,-2 0 2,11 0 6,9-2 17,-11 0 6,13-1 0,-1 0-4,-23 1 1,0 0-3,12-1-3,-15 1 1,-1 0-4,7 0 3136,8 0-3135,-3 1 385,-1 0-380,-2 2-17,-1-1 17,-3 1 404,-1 0-409,-4 0 16,-4 0 11,-5 0 12,-3 0 22,-6-1 33,-4 0-156,-6 0-475,-3 0 1,-1 0 0</inkml:trace>
  <inkml:trace contextRef="#ctx0" brushRef="#br0" timeOffset="81802">18663 5353 17748,'-40'42'2795,"8"-9"-1927,33-33-443,3-5-262,4-4-34,6-10 6,6-9 33,1-9 5,2-9-258,-1-7 143,-10 23 1,-1 0-23,0-2 1,0-1-15,0-1 1,0 1 5,6-19 22,-6 17 1,0 1 21,1-6 12,2-13 23,-9 23-12,-5 8-50,-5 10-40,-4 5-38,-7 9 44,-8 13-22,-11 16-1,14-8 1,1 4-23,-2 4 0,0 3-8,2 4 0,2 3-438,1 1 1,3 2 398,3 0 0,4 1-76,2-1 0,3-1-78,4-2 0,4-2-88,3-3 1,2-2-273,4-4 0,3-1 54,3-5 1,2-2 10,3-3 1,2-4-81,3-3 0,0-4-205,2-2 0,2-5-59,1-3 0,0-5 224,2-2 1,0-3 346,0-4 0,0-2 275,-2-2 0,0-2 157,-3-1 0,-2-2 106,-3-1 1,-2-1 111,-3 0 1,-2 0 615,14-25-392,-14 13 1446,-7-4-1099,-19 20 684,-9-6-929,-16 15 50,-9 6-471,-7 8-84,-1 9-107,10 1 68,-12 21-90,19-2-11,-9 17-28,16-2-5,11-1 10,8-4 7,11-7 55,7-9 50,9-10 18,8-8-7,5-11 7,6-9 50,1-11 72,-2-8 51,-7-4 11,-8-2 7,-8 3 16,-8 6 122,-5 7-357,-5 13-23,-2 3-73,-1 8 6,-4 7-12,-4 11 1,-5 13-12,-1 12-5,3 4-6,6 6 12,7-19-3398,15 6 3414,-3-27 17,16 2 17,-3-14-2247,21-15 2230,-13 2 84,17-21 168,-17-9-190,-6 7 95,0-20 179,-18 10-224,-1 9 2391,-7-6-2301,-5 20-45,-3-2-40,0 7 3326,2 5-3476,1 7-34,3 2 16,1 8 34,4 7-17,3 10 1,8 11-7,10 16-3396,-6-14 3385,9 18-22,-9-17-50,2 8-235,-1 9-124,-9-10 129,-3-2-599,-15-5-628,-8-9-1483,-13 3-2126,-7-9 5161,4-8 0,12-7 0,10-4 0</inkml:trace>
  <inkml:trace contextRef="#ctx0" brushRef="#br0" timeOffset="82252">20039 5448 23920,'-3'-22'728,"2"-7"-448,11-28-185,-1-5-843,-5 21 1,0-1 780,2-17 9,-4 22 0,0 2 596,0-16-515,-3 18 1,-1 1 44,-4-12 209,-3 7-316,0 21-55,4 9-45,1 4 850,2 12-816,-2 11-23,-4 36 2,5-23 1,1 1-300,-1 2 0,1 1 241,1 6 0,1-1-48,1-6 0,1 0-227,2 16 1,1-1-17,2-11 0,0-2 106,0-3 0,1-3-1350,11 11-1231,-3-18-3413,4 0 5464,-4-11 0,-7-8 0,-4-5 0</inkml:trace>
  <inkml:trace contextRef="#ctx0" brushRef="#br0" timeOffset="82412">19973 5327 20946,'30'-46'-1137,"1"0"0,-17 8 0,5 6 1137,37 19 0,1 11 0,-27-2 0,15 1 0</inkml:trace>
  <inkml:trace contextRef="#ctx0" brushRef="#br0" timeOffset="82670">20514 5011 23483,'-14'-27'-28,"2"19"28,10 36-45,0 6 1,0 3-175,2 24-610,-1-15 0,0 1 305,2-7 0,0-2-333,1 20-1497,4 2-6143,8-15 8497,-2-6 0,0-13 0,-6-17 0</inkml:trace>
  <inkml:trace contextRef="#ctx0" brushRef="#br0" timeOffset="82945">20496 5326 16012,'-18'-56'1907,"0"-1"1,2 6 0,3 4-1100,7 1-355,7 8-251,9 7-118,14 7-45,16 8-50,16 8-9,-22 10 1,1 3-224,3 4 1,1 3 220,-1 5 0,0 5-40,3 8 0,-3 4-33,-10-3 0,-6 3-118,-1 13 0,-10 0 107,-13-12 0,-8-1-4,-7 4 0,-7-3-35,-22 5-359,-1-16 0,-3-4-202,-3-2-3778,-8-3 1,-1-4 3488,6-5 1,-6-1-1,40-5 1</inkml:trace>
  <inkml:trace contextRef="#ctx0" brushRef="#br0" timeOffset="83402">21383 5221 16682,'-6'0'3954,"2"0"-3842,4 0-744,81-33-1159,-50 27 1,1 1-483,12-6 1,5-2 0,-4 3 2270,-1 7 0,-4 3 1,13 0-1,-24 0 1</inkml:trace>
  <inkml:trace contextRef="#ctx0" brushRef="#br0" timeOffset="83612">21566 5408 22396,'-44'7'73,"42"-9"90,36-5-373,6 0 0,5 0-1521,3 2 0,2 0-3185,-2 0 1,0 1 3444,-1 0 1,-5 1 0,-2 2-1,-30 1 1</inkml:trace>
  <inkml:trace contextRef="#ctx0" brushRef="#br0" timeOffset="84550">23007 5126 9621,'3'-9'4374,"9"-29"0,2-4-3331,-5 18-735,5-17 0,-2 6-174,-9 28-95,-2 6 40,-1 12 21,-1 14-38,-4 22-71,1-15 1,0 1-213,-2 6 0,-1 2-76,0 2 0,0 0-570,1-1 0,1 0-511,1-4 0,1-1-5937,6 25 7315,3-20 0,-1-18 0,0-13 0</inkml:trace>
  <inkml:trace contextRef="#ctx0" brushRef="#br0" timeOffset="85066">23466 5169 19708,'-61'-11'163,"8"16"-163,36 20 0,6 8 14,1-2 0,3 1-3,5 0 0,4 0-16,14 27-7,12-8-4,12-9 16,6-9-769,8-9 841,2-11-4,-1-6 296,-6-12-201,-10-7 117,-11-9-185,-13-7-33,-8-8-29,-14-5 1,-10-6 5,-14-3-6,12 24 1,0 1 22,-16-13-1424,1 8 0,0 2 1458,2 4 16,0 0 1,1 1 133,8 5 7,3-7-219,12 10 28,20-3-23,14 7-5,18-3-11,12 6-22,6 5 3112,-2 14-3129,-8 11-23,-11 17-50,-16 12-37,-17-21 0,-3 2-224,-4 2 1,-3 1-578,-1 1 1,-2-1-1320,-1 0 1,0-2 2251,-3 30 0,5-30 0,3-8 0</inkml:trace>
  <inkml:trace contextRef="#ctx0" brushRef="#br0" timeOffset="85540">24446 5193 10077,'-3'-45'890,"-1"0"1,-5 0 0,-6 10-411,-6 20-402,-11 1 1523,6 15-1529,-8 10-38,-11 12-31,19-5 0,1 3 890,-14 17-913,14-4 1,2 3-48,3 16 22,7-16 0,5 0-11,14 14 2369,13-11-2308,14-14 2707,5-13-2499,14-14-95,-17-7 178,10-17-16,-21-5-61,3-15-31,-14 13 0,-2 1-32,4-13 169,2-10 414,-10 31-386,-1 0-104,-2 10-299,-3 7-79,-1 7 96,-1 11 55,-3 13-28,-5 20-66,-5 15-430,4-25 0,0 1 275,-1 2 0,-1 1-230,1-1 1,0 1-611,1-1 0,2-1-535,1-3 0,3-1-5663,11 24 7265,6-19 0,0-17 0,-3-12 0</inkml:trace>
  <inkml:trace contextRef="#ctx0" brushRef="#br0" timeOffset="85950">25118 5212 8238,'1'-7'7069,"0"2"-4628,-1 5-688,-8-63-939,3 45-736,-2-18 1,-5 7-29,-17 34-44,4 3 328,-19 21-356,13 8 5,-1 5 138,11-3 1,2 2-173,1 4-61,3 4 0,2 0-180,6 2 258,6-17 1,2-1-62,11 7 56,9-10 95,4-11 89,1-9 865,-1-12-702,-2-9 166,-5-8-183,-7-8 11,-9-1-39,-11 2-55,-8 3-52,-10 6-83,-1 5-78,1 5-124,4 5-157,5 7-179,5 4-437,5 9-890,4 5-1994,12 4 2938,13 2 0,-7-14 0,4-2 0</inkml:trace>
  <inkml:trace contextRef="#ctx0" brushRef="#br0" timeOffset="86540">25834 5185 21254,'-10'-35'159,"-1"-1"1,-14-20-93,6 58 0,-11 5-5,4 0-34,1 2 62,3-3 44,5-2 197,-5-1-224,8-1 89,2-2-23,9 0-139,1 0-62,-1 2 39,-1 4 0,-11 15 0,-1 6-22,-7 15 6,8-8-12,-2 12 6,7-11 5,0 0 12,-1 10 5,5-24 6,-2 7 39,5-19 201,2-6 382,0-2 212,4-4-717,3-9-89,1 0 50,14-21-67,-7 15 11,18-14-27,2 12-12,2 3-12,-3 5-10,-2 11-62,-1 15 56,-5-2-179,13 31 134,-27-23-123,6 25 73,-18-28 0,-4 7-309,-14 3-391,-9-3-774,-11 2-3505,-5-12 5102,10-10 0,12-4 0,10-1 0</inkml:trace>
  <inkml:trace contextRef="#ctx0" brushRef="#br0" timeOffset="86782">25804 5094 20324,'45'-17'206,"1"0"0,-1 0 0,-2 1 0,-2 0 1,-3 5-163,22 2-55,-14 2-459,8 3-1423,-28 3-7938,5 4 8689,-22 0 0,-7 1 0,-2-3 0</inkml:trace>
  <inkml:trace contextRef="#ctx0" brushRef="#br0" timeOffset="87289">26746 5284 23226,'-12'-7'-73,"-10"14"-50,-1 13 0,-2 7-188,0 0 0,1 0-306,-14 17-1833,13-10 0,0 0 2450,-7 14 0,2-3 0,14-20 0</inkml:trace>
  <inkml:trace contextRef="#ctx0" brushRef="#br0" timeOffset="87649">26472 5169 18039,'-35'33'263,"0"0"0,4-4 0,12-1 29,32 0 22,8-5 95,3-8 123,-3-6 296,-1-6-592,-8-4 161,2-9-77,-9-5-1,0-14-251,-3 8 66,-5-10-61,-3 14-73,-3-2-101,-1 6-437,2 5-694,1 4-1916,-1 7 3148,1 10 0,2-6 0,1 4 0</inkml:trace>
  <inkml:trace contextRef="#ctx0" brushRef="#br0" timeOffset="88015">27079 5440 18744,'-33'16'278,"-1"1"0,-19 11 147,56-14 197,4-3 201,5-3-22,2-4-185,1-2-100,-1-8-74,-4-3-100,-3-6-68,-4-4-84,-7 2-83,-4-1-62,-7 4-79,-2 2-280,2 4-1298,1 4-1631,6 5 3243,3 6 0,3-3 0,2 2 0</inkml:trace>
  <inkml:trace contextRef="#ctx0" brushRef="#br0" timeOffset="88249">27551 5080 23567,'-21'6'28,"-2"15"-56,11 7 0,1 5-115,-2 5 1,-1 1-792,0 3 1,-2 2-2882,-4 12 1,0 0 3814,5-14 0,1-3 0,1-2 0,1-6 0,5-6 0</inkml:trace>
  <inkml:trace contextRef="#ctx0" brushRef="#br0" timeOffset="88632">27959 5281 22246,'-34'9'-6,"1"-1"1,-14 1-12,24 41 22,18-17-10,2 10-4230,13 3 4252,0-18 972,19 7-882,-12-25 156,17 1 0,-7-12 196,16-15-274,-15 2 162,8-20 3340,-21 6-3452,0-12-32,-10 1-91,-11 2-123,-6 3-236,-8 5-1763,-9 3-836,8 11 2846,-6 5 0,18 10 0,1 0 0</inkml:trace>
  <inkml:trace contextRef="#ctx0" brushRef="#br0" timeOffset="90081">28817 5211 20671,'-26'-29'-104,"0"0"1,0-20-272,74 40 44,-15 5 1,4 1-502,17 2 0,1 1 42,-17 0 0,0 2-423,14 2 1,-5 3-2866,-6 8 4099,-5 9 0,-20-11 0,-12 0 1</inkml:trace>
  <inkml:trace contextRef="#ctx0" brushRef="#br0" timeOffset="90223">28727 5363 14366,'50'1'-2181,"1"1"1,5-2-1,0-2 2181,-3-5 0,-2 0 0,-15 2 0,-3 1 0,4-2 0</inkml:trace>
  <inkml:trace contextRef="#ctx0" brushRef="#br0" timeOffset="90898">30242 4921 20011,'-60'-14'325,"6"3"-208,18 12-16,-5 2 5,-11 0 152,-5 2-163,22-2 73,2-1 17,23-2-118,3 1-61,5-1-18,2 2 35,0 0-1,0 2 68,0 9 16,-3 9-33,-2 8-45,0-1 17,-7 4-6,2-4 17,-8 15 11,5-9-16,0-3 73,3-9 60,4-9-16,-1-1 112,4-5 308,1-5 174,2-1-96,4-6-531,3-6-46,14-13-61,-4 4-16,9-4 38,12 5-44,-5 6-23,17-2 6,-20 9-12,4 7 6,-8 9-27,8 8-7,-2 10-94,-2 15 61,-13-13-269,-15 20 190,-11-30-240,-18 15-314,-5-17-644,3-8 0,-2-1-712,-13 3 2073,9-8 0,3-2 0,13-2 0,-6-1 0</inkml:trace>
  <inkml:trace contextRef="#ctx0" brushRef="#br0" timeOffset="91132">30337 4883 16975,'51'-20'1228,"0"1"1,-8 4-1,-6 1-119,-3 0-666,-15 8-258,2-2 201,-8 5-285,-9 3-336,2-1-101,-6 1-2179,-1 3 2515,-1 3 0,0-2 0,0 0 0</inkml:trace>
  <inkml:trace contextRef="#ctx0" brushRef="#br0" timeOffset="95660">18946 6355 17848,'-48'-21'642,"0"-1"1,3 2 0,7 7-543,17 14 152,-22 12-134,8 5-56,-20 10-51,11 0-34,9-1 18,14-1 38,16-3 51,17-1-22,15 0-34,19 1-22,13-1-424,-26-11 1,1 0 403,0-1 0,-1 0-36,26 9-1,-18-2 85,-18-2 0,-17-3 10,-36 11-55,-16-5-205,8-4 0,-4-1 235,-1-3 1,-1-2-18,0-2 1,1-1-6,11-1 1,-1-2 174,-5-3 0,3-2-2122,0-6-5370,-3-9 7320,30 0 0,6 5 0,5 6 0</inkml:trace>
  <inkml:trace contextRef="#ctx0" brushRef="#br0" timeOffset="96054">19265 6330 20039,'-28'53'235,"6"-2"-117,25-10-1,9-2-61,3-11 140,19 4 11,-7-19 129,14 3-117,-16-12 459,10-13-213,-12-5-51,9-12-123,-11-6-72,-4-4-18,-6-2-5,-2 3-50,-5 4-90,-1 6-129,-5 6-95,1 8-1545,-3 4-310,2 5-912,0 7-2112,7 6 5047,2 3 0,0-3 0,-2-4 0</inkml:trace>
  <inkml:trace contextRef="#ctx0" brushRef="#br0" timeOffset="96643">19691 6439 9156,'7'-5'6480,"-2"2"-3982,-5 3 695,0 0-3193,13-29 56,-10 27 44,11-15-55,-11 38-11,1 5-6,4 3 0,2 1 11,0-1 45,-3-4 73,-2-5 50,-3-7 303,-1-6 370,-1-4-242,0-5-420,0-6-22,-3-19-145,2 5 16,-2-23-17,10 11-5,4-9-11,11 4 16,5 6-16,4 6-29,5 7-10,1 6-18,2 8 1,-3 8-12,-4 11 29,-5 9-12,-6 11-33,-5 5 27,-5 4 18,-6-2 10,-3-4 6,-2-9 34,0-10 106,0-9-5,0-7-112,-1-9-1,0-16-33,0 1 11,3-19 1,5 9-7,8-7 1,7 6-17,4 8 5,1 8-22,2 8-45,2 7 34,1 11 11,2 7-146,4 19-195,-8 1-1,-3 2-1041,-10 3-1731,-8-5 3142,2 13 0,-7-22 0,0-3 0</inkml:trace>
  <inkml:trace contextRef="#ctx0" brushRef="#br0" timeOffset="96860">20928 6334 16325,'0'-3'4638,"0"0"-3810,0 3-906,65-42-17,-27 30-338,16-11 1,6 3 0,-23 20 1,-1 5-1314,12 1 1,-2 4-4507,13 12 6251,-16 6 0,-34-13 0,-8-6 0</inkml:trace>
  <inkml:trace contextRef="#ctx0" brushRef="#br0" timeOffset="97027">21009 6589 20790,'50'-11'-176,"1"1"0,-1-1 0,-6 2 0,-2 1 1,-2-1-1548,5-2 1,-5 0 1722,15-3 0,-23 6 0,-16 5 0</inkml:trace>
  <inkml:trace contextRef="#ctx0" brushRef="#br0" timeOffset="98337">22490 6310 21086,'3'-35'215,"0"1"1,-11-12-154,-34 67-34,15-4 0,-1 3-455,-3 5 0,0 1 432,2 2 1,1 2-17,5-1 0,3 1-28,-5 26 5,22-5 23,20-8 22,15-8 50,14-11 23,6-10 51,5-9-34,-14-8 386,13-18-106,-26-4-78,6-19-113,-22-3-67,-8-5 17,-8 0 34,-4 3-12,-5 8 182,-2 7-255,-1 7-72,2 9-162,2 6 191,2 7-544,-2 8-24,-4 10-884,-5 10-1020,-2 11-2564,7 4 4990,8-4 0,5-12 0,3-11 0</inkml:trace>
  <inkml:trace contextRef="#ctx0" brushRef="#br0" timeOffset="98587">23361 6287 17809,'0'-3'3764,"0"0"-2173,0 3-1591,-8-12 6,0 25-12,-7 2-44,2 31-129,1 10-325,4 4-600,3 3-1164,3-4-510,4-4-2381,5-9 5159,1-14 0,-2-14 0,-2-10 0</inkml:trace>
  <inkml:trace contextRef="#ctx0" brushRef="#br0" timeOffset="98786">23155 6566 15821,'-45'-16'1402,"0"-1"0,2 2 1,14 2-1207,26 8-280,15-2 11,16 0-109,8 2 0,3 1-59,22-2-277,-18 3 1,6 2 0,-6-1-663,-11 2 0,0 0-1736,29-1 1,-1 1 2915,-3 0 0,-10 0 0,-23 0 0</inkml:trace>
  <inkml:trace contextRef="#ctx0" brushRef="#br0" timeOffset="99436">24483 6310 21455,'-15'-23'516,"-3"5"-511,-5 16 6,2 2 51,-28 3-51,19-1-3,-6 2 1,-1 0 19,-4 0 18,-11 1 4,26-2 17,14-2 56,8 0 68,3 0-158,1-1-21,0 2 10,0 1 90,-4 13-78,1-5-1,-7 18-22,2-6 29,-3 9-24,2 1 1,0 1 17,3-3-6,1-3 17,1-6-17,2-8 61,0-5 219,2-6 717,0-2-840,9-9-107,7-4 23,28-19-79,-8 9 3,-6 5 1,3 2 2,12 0-11,10-1 5,3 6-44,-12 9 16,-5 4-50,10 22 39,-24-1-50,11 16-62,-26-4-50,-17 0-101,-12 1 73,-7-8-398,-2-8 0,-3-2-1109,-17 4-2509,7-8 0,-1-1 4223,-9-3 0,10-6 0,26-5 0</inkml:trace>
  <inkml:trace contextRef="#ctx0" brushRef="#br0" timeOffset="99686">24482 6262 18117,'52'-12'858,"1"0"1,-4 1 0,-6 2-108,0 5 454,1-1-791,-13 1-274,-6 1 115,-10 0-255,-8 2-556,0 0-6557,-6 8 7154,-5-1 1,1 2 0,-3-4 0</inkml:trace>
  <inkml:trace contextRef="#ctx0" brushRef="#br0" timeOffset="101378">4886 4944 9486,'60'-6'546,"0"0"0,0 1 0,-4-1 0,-3 1-959,4 1 1,-5 2 463,-10 1 277,-6 2-238,-1 1 556,-16 2 189,-16 1-214,-18 2-212,-16 2-101,-20 2-207,19-5 0,-1 0 5,-5 0 1,-1 0-9,-2-1 0,0 0 22,-2 0 1,0-1 53,2 1 0,0-1 41,0 0 1,2 0 13,0 0 1,1 1-54,0-1 1,1 0-68,1 0 1,0 0 18,2-1 1,2 1 84,-22 2-90,18-2-100,18-2 201,21-1 50,18-5-151,20-2-61,19-4-48,-25 4 0,3 0-23,12 0 1,0 0 33,-14 1 1,-1 1-66,16-2 1,-1 1-37,-16 1 1,-1 1-37,10-1 0,1 0-34,-3 0 1,0 1 7,-2 0 1,-2 0-59,25-1 17,-15 2 213,-23 1 173,-14 1-156,-20 3-18,-10 1 29,-15 4 11,-17 4-31,20-5 0,-2 0 2,-4 0 1,-2 2 39,-10 0 0,-1 1-332,17-2 1,-1-1 311,-13 1 1,2 1 125,-11 0 171,23-4 0,1 0-131,-15 1 504,-5-3-359,30-2-285,-2-1-62,29-3 659,20-4-626,26-6-50,-14 4 1,2 0-812,7-2 1,2 1 754,4 0 1,-1 0-130,0 1 1,0 1-1427,5 0 1,0 1 1599,-9 2 0,-3 1 0,19-2 0,-28 5 0</inkml:trace>
  <inkml:trace contextRef="#ctx0" brushRef="#br0" timeOffset="106740">18505 7607 12483,'-2'-5'5276,"1"1"-3052,1 4-2263,-4-50 78,5 40 95,1-32-22,11 61-45,7 11-44,5 13 5,3 6-45,-2 4-17,0-2 40,-3-2 11,0-6 0,-3-7 151,-3-12 78,-7-12 695,-3-7-78,-4-9-510,2-9-152,4-14-44,4-16-56,1-11-51,4-6-371,3 2 214,5 5-329,4 9-2035,11 12 723,-12 14-4956,16 9 6704,-20 12 0,-3-2 0,-10 2 0</inkml:trace>
  <inkml:trace contextRef="#ctx0" brushRef="#br0" timeOffset="107441">19550 7598 12517,'2'-5'6363,"-1"2"-5103,-1 3-824,0-62-240,-12 42-149,5-14 1,-3 4 3,-25 24-18,5 5 57,-28 15-23,16 5-62,11-3 1,2 3-22,-10 20-7,11 6-22,14 1 34,13-2 34,16-4 16,13-7 73,11-9 73,8-10 53,-14-15 0,0-3-115,7-5 29,9-12 156,-28-3-179,-7 4 307,10-34-290,-14 21 11,4-16-56,-9 28 89,-2 8-156,-3 10-146,1 0 56,-2 14 56,-1 5-6,0 6 12,-2 11 27,2-4-55,0 9-6,12 3 39,5-8 0,7-6 6,15-12-6,4-13 17,17-11 22,-12-10 1,0-5 19,-14 2 0,-1-2-195,5-3 0,-4-2 187,-6-15 11,-11-8-6,-5-9-31,-5 21 1,-1-2 30,-2-6 0,-2 0-6,-1 9 1,-2 2-26,0 3 1,-1 1 159,-9-11 73,2 18 95,-3 0-342,6 13-95,-2 13 73,4 8-11,-9 22 0,3-2 0,1 5 2,1 15 1,1 2-441,0-6 1,2-1 436,5 3 1,4-1-59,5-10 0,3-1-340,2 1 0,3 0 77,5 8 0,4-1-432,2-3 1,5-2-2989,13 3 0,2-4 3753,-9-10 0,-2-3 0,-1-3 0,-3-3 0,-5-6 0</inkml:trace>
  <inkml:trace contextRef="#ctx0" brushRef="#br0" timeOffset="107690">20959 7397 17132,'-5'-1'4391,"2"0"-3629,3 1-953,22-16-420,19 11-69,-6-3 0,2 1 153,-5 5 1,1 4-4137,25 4 0,-1 2 4663,-5 3 0,-14-3 0,-4-1 0,-19-1 0</inkml:trace>
  <inkml:trace contextRef="#ctx0" brushRef="#br0" timeOffset="107864">21012 7723 21898,'50'-17'-294,"0"1"1,1 0-1,-3 1 1,0 0 0,-6 3-1225,18 0 1518,-18 4 0,-2 2 0,-11 0 0,13 0 0</inkml:trace>
  <inkml:trace contextRef="#ctx0" brushRef="#br0" timeOffset="108597">22499 7363 21411,'6'-54'257,"-4"24"-195,-11 81-62,1-8-581,2-1 0,-1 3 301,3-11 0,1 2-888,-1 19 0,0 0 482,2-17 0,1-1-3781,5 18 1,5-5 4466,4-9 0,4 4 0,-9-32 0</inkml:trace>
  <inkml:trace contextRef="#ctx0" brushRef="#br0" timeOffset="109148">23005 7509 21097,'-12'-39'386,"0"0"1,-6-20-348,1 70 0,0 12-16,0 2-9,1 10 0,3 4-9,1 17-281,3-17 0,1 0 254,10 23-12,10-15-161,11 7 134,13-8-34,10-11 39,-15-20 0,1-3 61,1-5 1,1-4 13,-2-2 1,0-4 36,22-15-39,-23-2 22,-7-4 28,-6-5-11,-6-2-28,-3-7-34,-26-4 18,-10 9 21,-25-2-27,-6 9 5,10 6 22,14 4 1,2 0 532,2-1-521,-14-19-5,35-1-12,11-2-12,8-1-3181,29-4 3198,-14 23 43,5 1 0,1 1 36,6 5-28,17-2-62,-21 11 1,5 12-18,-4 18-5,-2 11 6,-6 7-46,-18-7 1,-4 0-45,-4 6-90,-4 0 1,-3 0-813,-13 14-2274,6-15 0,0-2-1824,-4 11 5084,4-5 0,13-35 0,0-5 0</inkml:trace>
  <inkml:trace contextRef="#ctx0" brushRef="#br0" timeOffset="109956">24018 7654 16824,'13'-46'914,"-1"0"1,-1 1 0,-9 8 228,-25 14-684,-4 2-213,-9 3-139,2 11-74,6 5 18,-19 16-40,12 7-6,-8 7-10,4 14-29,6 11 17,5 2-104,16-23 1,3-1 98,10 13 27,14-9 57,14-11-17,0-12 39,15-12 33,-3-13 15,-11-1 0,1-4 109,18-19-104,-23 12 0,-4-3 65,6-24-101,-11 9 347,0-17-17,-9 27 34,3-10-61,-8 26-12,-1 4-325,-1 10-140,-1-1 28,0 5 0,0 12 68,-2 10-29,-1 21 1,-4 14-40,2-24 0,-1 1-402,0 4 0,-1 1 94,-1 1 0,1 0-412,1 0 1,1-2-765,1-2 0,1-2-5198,8 24 6653,3-17 1,0-20 0,-2-11 0</inkml:trace>
  <inkml:trace contextRef="#ctx0" brushRef="#br0" timeOffset="110391">24809 7424 18128,'7'-42'1225,"1"0"0,-2 4 0,-4 8-788,-10 18-246,-4 5-119,-5 6-21,-6 11 10,-9 14-49,3 3 18,3 5 1,1 5-356,7-7 0,1 1 319,-8 17 1,1 0-9,10-15 0,2 0-17,-1 15 0,3 0-464,3 13 472,7-20 1,3 0-136,13 10 136,13-12 16,4-11 51,1-11 90,-2-9 5,0-13 671,-3-9-637,-1-11 488,-5-6-405,-5-4 27,-7 8 253,-7-11-246,-9 18-100,-9-8-113,-10 14-78,-10 6-117,-5 4-387,0 8-6266,-6 7 3141,14 1 3340,-7 3 1,25-9 0,1-2 0</inkml:trace>
  <inkml:trace contextRef="#ctx0" brushRef="#br0" timeOffset="118759">17075 8773 13939,'-1'-8'2938,"-6"-27"0,-2-3-2255,3 15-263,-4-17 0,0 2 95,3 22-156,-1 2-314,4 6-123,3 5-18,1 5 169,0 19-50,0-2 13,-1 15 0,-1 4 4,-6 24-225,4-25 0,-2 2 193,-2 3 1,-2-2-9,1-7 0,0 0 0,-2 7 0,-1 0-23,-1 3 1,1-3 27,3-8 1,0-1-6,-5 21 6,5-16 10,4-15-4,1 0 559,2-9-117,1-7 145,1-5-498,-3-16-79,1 5 40,-3-26-23,4 11 11,5-12-33,1 13-34,10-5 23,12 3-1,4 1-21,11 3 21,-12 13-16,10 5-11,-4 8-18,10 8 7,-1 9-23,-4 8-45,-2 12 67,-17-11-55,-4 20 89,-24-21 11,-13 13 28,-20-9-11,-14-5-17,6-8-17,11-11 1,2-3-34,0-1-1053,-23-14-2224,42-11 3316,8-24 0,8 21 0,9-3 0</inkml:trace>
  <inkml:trace contextRef="#ctx0" brushRef="#br0" timeOffset="118995">17685 9159 21181,'-4'0'2991,"0"0"-2044,4 0-1317,-14-8-56,11 5-1971,-9-7 2397,21 7 0,-4 1 0,2 0 0</inkml:trace>
  <inkml:trace contextRef="#ctx0" brushRef="#br0" timeOffset="120239">19078 9040 15715,'12'-42'1127,"0"1"0,1-1 0,3-14 1,-2 10-305,-8 22-224,-1 4-140,0 1-436,-2 9-68,-3 13 85,-3 6 38,-7 23-140,-11 15-104,5-12 1,-1 4-849,-2 6 0,1 2-272,0 2 1,4 2-1715,4-1 1,4-1 2385,5-8 0,2-4 1,4 10-1,2-24 0</inkml:trace>
  <inkml:trace contextRef="#ctx0" brushRef="#br0" timeOffset="120823">19617 8992 18100,'4'-40'1084,"0"0"0,2-22-994,-12 62 167,-5 16-167,3-1 61,-9 24-33,4-2-40,-3 16-75,9-19 0,0 0-14,0 14-34,4 15-17,11-28 12,19 12-17,7-16-181,7-5 248,11-16 28,-2-10 28,11-7 34,-3-9-3165,-10-12 3159,-21 8 0,-15-15-123,-27 15 27,-3-3 29,-24 4-2200,-12 2 2199,7 3 23,14 3 1,2-1 175,-6-6-92,-2-8 2252,9-3-2134,12-17-140,13 9 23,12-13-63,5 25 6,5 2 40,6 3 3397,4 2-3403,8-2-73,12 7-23,-6 9 6,-1 8-11,-2 13-11,-9 11-1766,-13 1 0,-2 3 1614,3 15-549,-17 4 1,-6 1-462,-5-3-466,-4-2 1,0 1-5033,0 8 6671,1 2 0,9-25 0,5-17 0</inkml:trace>
  <inkml:trace contextRef="#ctx0" brushRef="#br0" timeOffset="121323">20654 9025 15254,'11'-44'1070,"-1"0"0,-5-1 0,-8 10 663,-18 23-1403,-18-2-94,-3 10-157,3 7 483,-16 11-523,25 1 0,2 3-42,0 0 1,1 1 230,-22 20-279,21 10 7,20-17 753,8 13-726,8-21-34,16-1 57,12-11 16,-5-2 85,29-12 38,-23-12-38,6-3 374,-2-23-77,-18 8-180,4-8 224,-10 1 224,-5 6-269,-1 3-83,-3 3-40,-5 16-258,-2 6-218,-1 4 174,0 14 44,-3 10-28,-2 21-33,-6 13-62,4-24 1,-1 2-164,-1 2 1,-1 1-460,-1 1 1,2 1-183,0 0 1,1 0-732,3-2 1,4-1-1323,4-4 1,3-1 2957,10 15 0,-1-22 0,-4-14 0</inkml:trace>
  <inkml:trace contextRef="#ctx0" brushRef="#br0" timeOffset="121756">21401 8969 12399,'2'-6'7253,"-1"0"-5494,-1 6 218,0 0-1753,-70-46-162,43 41-20,-18-13 0,0 9-37,9 55-2,19-18 0,2 1-26,-1 8 1,4 0 5,1 15-286,10-15 0,2 1 197,9 10 55,-2-14 1,2-1-56,14 11 55,2-10 40,4-9 45,-11-12 89,6-8-11,-8-12-11,9-8 16,1-11 439,-5 4-136,-1-13-269,-14 19 152,-4-16-242,-17 18-33,-14-2-33,-13 9-46,-5 7-94,1 7-169,8 4-229,12 5-516,13 1-1299,16-1-5528,17-3 7886,7-4 0,-5-6 0,-8-1 0</inkml:trace>
  <inkml:trace contextRef="#ctx0" brushRef="#br0" timeOffset="122189">21951 8928 23119,'-42'-20'213,"-1"0"0,4 1 0,11 6-213,25 12-112,1 1 123,8 4 17,5 3 6,10 6-6,6 5-12,-4-2 1,17 11-28,-9-5 5,14 10-5,-13-9-34,18 15 6,-15-12 17,9 11 22,-19-10 33,-14-4 1,-17-1-23,-16 2 34,-14-1-11,-10 1-23,-4-2-11,5-2-146,6-4-442,12-3-863,12-4-2817,13-5 4268,10-2 0,-1-1 0,1-1 0</inkml:trace>
  <inkml:trace contextRef="#ctx0" brushRef="#br0" timeOffset="122574">22858 8975 22856,'-47'0'69,"0"0"0,4 0 0,7 7-46,16 19-23,8 4 11,5 2-5,10 0 5,7-2-11,1-8-11,21 6 95,1-13-34,2 1 107,5-9 78,-15-12 84,5-4 90,-4-8-3224,-3-12 3005,-11 7 158,-2-13-146,-10 11-85,-5-8-100,-5 4-112,-5 3-679,0 7-18,0 6 792,2 5 0,5 3 0,3 3 0</inkml:trace>
  <inkml:trace contextRef="#ctx0" brushRef="#br0" timeOffset="133585">2374 2506 13599,'-27'-19'308,"0"-1"0,-17-4 889,43 38-1113,0 4 518,5 18-465,3-9 177,6 11-190,3-12 732,3-8-373,3-8 123,2-7-81,8-13-106,9-10-86,9-15-205,-20 14 0,-1 0-17,19-16-2,-15 12 0,0 1 218,8-6-62,-14 10 0,0 2-42,10-1-796,-4 9-260,-9 9 880,5 14 0,-19-7 0,3 7 0</inkml:trace>
  <inkml:trace contextRef="#ctx0" brushRef="#br0" timeOffset="145853">19015 10585 17798,'-3'13'3321,"2"-3"-2537,7-17-716,-1 0 134,17-24-101,-9 9 53,6-10 0,-1-5 19,7-21-526,-10 24 1,0-3 413,-1-2 1,0-1 2,-2 7 1,-1-1-1,3-6 1,1-2 83,-1-2 1,-1 2-54,-4 9 0,-1 2 112,5-29-106,-9 31 235,-5 6-280,-4 10-28,-4 1-90,-5 5 34,1 3-33,-18 22 649,11-2-600,-7 17 1,-1 7-11,1 6-583,10-6 1,-1 8 0,3-5 601,6-10 1,3 0-45,-1 16 0,0 6 1,2-6-36,4-17 1,1 1-155,3 9 1,2 5 0,2-5-163,3-11 1,2-3-512,7 13 1,4-3 141,14-1-1571,0-19 0,2-4-2569,8-4 4394,-5-4 0,-3-2 0,-13-4 0,0 0 0</inkml:trace>
  <inkml:trace contextRef="#ctx0" brushRef="#br0" timeOffset="147079">19734 10381 7067,'1'-6'2369,"-1"1"5097,0 5-6581,10-49-157,-8 28-117,7-40-73,-12 43-186,-3 3-178,-7 5-17,-8 5-17,-11 8-34,-10 12-11,-7 13-396,22-8 1,1 2 308,0 4 1,2 1-7,3 1 1,2 2-439,-9 26 391,14-6 29,10-15 38,22 1 45,5-18 45,16 1 703,0-14-614,3-11 353,-10-2-134,15-22-129,-17 1-66,9-18-7,-15-1 79,-7 1 67,-5 5 0,-4 10-79,-5 12-184,-2 9-185,-1 7-50,-1 4 89,-1 4 45,-6 19 6,-1 7-1,-4 20-16,2-1-51,4 0 12,5-5-6,7-7 28,1-11-6,14 0 34,-1-17-3380,13 1 3430,5-18-47,6-11 69,5-14-4,-3-12-24,-24 19 1,-1-1-9,-2-2 1,-2-1 16,-1 1 0,0 0 132,8-21 101,-8 10 55,-8 11-49,-5 8-12,-9 4-235,2 8 3340,-6 2-3385,7 6-30,-1 0-48,3 5 83,0 6-21,1 9-7,3 10 1,6 8 5,6 6-11,0-7-157,11 22-67,-8-19-173,4 18-242,-11-12-430,-12 0-808,-12-1-3011,-4-16 1,-2-1 4797,-7 7 1,-4-2 0,23-25 0</inkml:trace>
  <inkml:trace contextRef="#ctx0" brushRef="#br0" timeOffset="147495">20593 10621 14616,'6'0'5971,"-2"0"-2893,-4 0-2742,-6-65-95,4 22-317,-1-8 0,0-3 151,2 19 1,1 1 8,1-5 0,0 1 42,1 0 0,-1 1 14,1 3 0,0 1 135,0-23 52,-2 13-159,-2 14-19,-2 11-183,1 10-78,-1 7 79,-2 13 44,-4 14-6,-3 22-16,6-16 0,2 3-80,1 4 0,3 2-52,4 2 0,4 1-81,3-1 0,5-1-227,13 3 0,4-3 277,-10-12 1,2-4-312,12 5 1,1-4-5517,9 4 4539,-9-7-3192,-9-2 4654,-24-15 0,-1-2 0,-3-4 0</inkml:trace>
  <inkml:trace contextRef="#ctx0" brushRef="#br0" timeOffset="147679">20573 10468 12556,'-5'-3'6917,"1"0"-6458,4 3-638,-7-53-330,33 33-141,-10-11 0,4 1-2658,29 16 0,6 9 1877,-18-1 0,1 1 1431,25-4 0,-6 2 0,-22 3 0,13-2 0</inkml:trace>
  <inkml:trace contextRef="#ctx0" brushRef="#br0" timeOffset="147902">21319 10091 23864,'-35'-7'-22,"5"15"-1,20 41-153,6-9 0,0 1-222,2-1 0,0 0-894,1 8 0,1 0-47,2 14-807,1-28 1,0-2-7258,6 11 9403,-2-6 0,-1-15 0,-4-17 0</inkml:trace>
  <inkml:trace contextRef="#ctx0" brushRef="#br0" timeOffset="148186">21406 10364 16541,'-14'-48'1020,"0"0"1,-1 0 0,-2-11 0,3 7-819,1 6 1387,9 22-1404,8 8 376,11 5-561,16 2-16,19 16 10,-17 3 0,0 2 149,-4 0 0,0 4-180,19 15 1,-2 5-23,-15-8 0,-3 1 295,8 5 0,-2 2-374,-8 5 1,-6-1 42,-5 0 11,-8-5 0,-8-2-151,-29 4-183,-8-12 1,-5-1 97,11-8 1,-4-2-2922,-7-1 0,-6-1 0,5-3 3241,10-3 0,2-3 0,-6 3 0,3-1 0,9-5 0</inkml:trace>
  <inkml:trace contextRef="#ctx0" brushRef="#br0" timeOffset="148710">22330 10198 20336,'57'-18'-749,"0"1"1,-15 7 0,2 0 0,-5 4 0,22 4-1,-1 2 1</inkml:trace>
  <inkml:trace contextRef="#ctx0" brushRef="#br0" timeOffset="148878">22472 10507 21707,'52'-5'-659,"0"0"0,-1 0 0,1 0 1,9 0-1,-3-1 0,-7 1 1,-12 0-1,-6 2 0,5-2 1</inkml:trace>
  <inkml:trace contextRef="#ctx0" brushRef="#br0" timeOffset="152128">23790 10206 17008,'2'-56'1187,"-1"0"1,0 8 0,2 9-880,2 23-53,-2 9-187,0 12 81,1 15-82,0 19-128,-2 24-350,-5-24 0,-2 1 30,-2 6 0,-1 1-689,-4 1 0,0 1-1579,0-2 0,1 0 2030,2-8 0,1-3 0,0 8 0,6-22 0</inkml:trace>
  <inkml:trace contextRef="#ctx0" brushRef="#br0" timeOffset="152669">24342 10184 21590,'-40'-1'74,"-1"1"1,-1 4 0,6 8-42,10 31-25,11-14 1,3 2-6,3 0 0,3 1-12,7 4 1,3-1 8,6 13 0,11-16 0,3-3-221,6-8 224,1-3 0,2-3 2,19-4 3,-13-6 1,1-2 8,23-8 0,-8-2 5,-24-7 51,-8-16-23,-10-2-47,-6 0 0,-3-2 3,-12-20-12,-5 1 23,-15 9 23,-3 15-12,-3 1 78,2 6 0,0 1-22,3 1 14,2 1 0,2-1 70,12 1-106,3-5 137,15 1-199,13 1 16,15 3-27,21 5 11,-14 7-11,14 13 0,-18 21-17,-8 0-51,-2 26-178,-21-5-24,-4-17 1,-2 2-359,-3 0 1,-2 1-110,-2-1 1,0 0-3091,-1 2 0,0-1 1458,-1 10 2108,7 6 1,4-38 0,2 5-1</inkml:trace>
  <inkml:trace contextRef="#ctx0" brushRef="#br0" timeOffset="153119">25161 10305 16480,'27'-54'1264,"0"-1"0,-7 6 0,-9 8-1119,-20 18 18,-20 9-119,8 11 96,-37 14-67,9 6-65,20-6 1,-1 3-23,-1 8 0,4 3-14,-1 12 187,-3 9-220,21-1 42,14-11-60,19 13 102,9-17-3289,18-6 3317,-12-18-433,22-24 623,-20-6-168,-13 4 0,-2-3 117,5-10 242,-4-13 307,-8 1-492,-5 9 206,-2-4 2902,-9 24-3042,0 2 648,-2 7-1045,-4 8 426,1 5-354,-15 26-4,6-8-161,-4 19 1,0 5-96,6-17 1,1 0-252,-3 13 0,1-1-59,-1 14-1287,7-22 1,0 1-3218,1 19 5086,3-18 0,1-4 0,1-3 0,3-15 0</inkml:trace>
  <inkml:trace contextRef="#ctx0" brushRef="#br0" timeOffset="153526">25954 10094 21248,'-50'-1'244,"0"1"1,2 4 0,6 8-234,2 34-34,15-3 1,3 1-460,2 4 409,5 5 0,3 2-1113,11 1 1177,1-22 1,3-1 327,23 20-331,-1-26 7,6 3 38,2-18 91,5-14 16,3-10-40,-2-5 411,-3-21-276,-22 18 740,3-25-561,-21 23 846,-10-7-1192,-4 14-24,-23 3-66,16 9-208,-32 6-341,23 6-1014,-12 9-168,20-1 1753,1 9 0,17-16 0,0 5 0</inkml:trace>
  <inkml:trace contextRef="#ctx0" brushRef="#br0" timeOffset="153811">26856 10248 22335,'-47'30'33,"0"0"1,0 2 0,5 0-68,17-9 1,1 0-448,-5 8 0,0 1-777,0 1 1,0 1-3336,-5 6 0,0-1 2361,7-6 1,2-2 1243,-13 14 1,29-35-1,5-5 1</inkml:trace>
  <inkml:trace contextRef="#ctx0" brushRef="#br0" timeOffset="154185">26460 10247 16180,'0'-5'3680,"0"0"-2779,0 5-638,-65-37-207,33 40-51,-10-16 1,1 6-22,13 40 21,8 3-22,10 1 17,15-1 56,10-6 23,10-5 78,4-10 83,-1-7 29,-1-15 68,0-6-152,-7-4 324,4-17-257,-12 8-72,1-10-63,-9 10-100,-3 7-62,-1 8-851,0 6-432,0 5-1433,2 6 2761,7 8 0,-4-4 0,3 2 0</inkml:trace>
  <inkml:trace contextRef="#ctx0" brushRef="#br0" timeOffset="154536">27156 10464 18408,'-49'34'351,"0"0"0,5-4 0,11-2-99,25-4 73,12-3-84,6-3 43,8-6-144,-3-4 338,14-4-142,-8-7 129,11-6 45,-11-7-6,-3-5-67,-9-4-112,-8-1 39,-18-9-303,0 11-100,-10-1-308,12 17-689,6 3-2274,4 6 3310,3 7 0,1-4 0,1 2 0</inkml:trace>
  <inkml:trace contextRef="#ctx0" brushRef="#br0" timeOffset="154810">27706 10223 23607,'-53'33'-28,"24"-10"0,5 3-348,1 29-720,10-19 1,1 1-95,1 0 0,3 0-1205,2-4 0,2 0 2395,5 26 0,0-28 0,4-9 0</inkml:trace>
  <inkml:trace contextRef="#ctx0" brushRef="#br0" timeOffset="155178">27987 10378 22666,'-34'-15'106,"0"-1"1,-24 1-107,36 47-6,6 9 6,8 1-6,10 0 18,10-5-18,11-5 12,8-7 72,4-10 28,1-8 68,-2-11 89,-3-7 79,-3-11 5,-3-6-61,-5-6 55,-1-12-251,-9 14 55,0-10-55,-9 20-538,0-3-1686,-5 11-7697,-8 5 8905,2 7 1,-1 2 0,8 0 0</inkml:trace>
  <inkml:trace contextRef="#ctx0" brushRef="#br0" timeOffset="156885">29132 10356 18302,'-7'0'1138,"2"1"-993,5-1-290,0 0-842,80-30-8506,-28 22 9493,5-7 0,-3 1 0,-17 15 0,-14 0 0</inkml:trace>
  <inkml:trace contextRef="#ctx0" brushRef="#br0" timeOffset="157060">29051 10634 19710,'57'-8'-645,"0"0"1,0-1 0,-7 2 0,-1 0 0,-8 2 0,15 2 0,-26 3 0</inkml:trace>
  <inkml:trace contextRef="#ctx0" brushRef="#br0" timeOffset="158126">30875 10180 11418,'0'-5'5260,"0"1"-4190,0 4-477,-63-41-32,29 38-416,-5-17 1,0 5 364,-1 35 50,-8 15-415,8-4-580,9-4 0,2 3 541,-12 18-81,13-9 0,0 2-19,10-14 0,1 1-26,-2 10 0,4 0-277,12 18 314,5-11 39,23 11 39,9-28-1450,-3-10 1,2-3 1489,12 3 39,-6-11 1,-1-4-2,-7-7 299,0-3 0,-1-3-18,-4-7 0,4-9-264,-20 9 3144,-17-7-3306,-13 7-17,-7-2 992,-18 4-1137,-11 5-12,10 2-224,13 5 1,2 1-2773,-8 4 3142,-2 2 0,16-1 0,12 0 0</inkml:trace>
  <inkml:trace contextRef="#ctx0" brushRef="#br0" timeOffset="163770">19557 11588 19507,'-15'-52'913,"-21"7"-695,1 40-39,-19-2-95,9 12-73,0 5-5,12 2 5,-7 10-33,3 7-40,5 0-5,6 4 44,22-5 7,18 1-1,18 4 17,20 0-452,-20-17 1,2 0 428,2 1 1,-1-2-12,-1 0 1,-1 0-334,19 12 317,-20-8 22,-14 5 95,-17-8-5,-15 7-23,-18-4-11,-21-2-26,20-10 1,0-2 858,-23 3-889,15-7 0,1-2-341,-8-7-430,15 1 1,2-2-5133,-5-13 5157,14 3 0,11 6 0,8 7 1</inkml:trace>
  <inkml:trace contextRef="#ctx0" brushRef="#br0" timeOffset="164148">19763 11613 14387,'2'-9'4234,"-1"2"-3583,-1 7-573,0 0-67,-15 61-28,9-22 14,-2-1 1,1 2-9,11 14 22,7-22 28,9 10 34,9-19 44,7-9 46,8-11 55,6-15 118,2-10-3,-4-14 316,-9-6-33,-13-5-105,-13 0-198,-15 5-195,-10 5-96,-8 7-61,-3 7-370,4 7-1053,7 7-1871,9 6 3333,14 10 0,-5-5 0,5 5 0</inkml:trace>
  <inkml:trace contextRef="#ctx0" brushRef="#br0" timeOffset="164803">20389 11693 14919,'0'-4'4862,"1"1"-4419,-1 3-393,4-5-28,0 18 18,3 1 27,-1 22-6,-2 0-5,0-1 12,-2-3 55,-3-4 50,-3-6 74,-2-7 318,-1-6 58,3-6-192,0-10-246,2 0 212,1-25-212,2-1-6,4-19 0,5 1-27,3 1-12,0 8-51,0 10-72,-3 13-28,3 7-12,11 7 18,-4 3-1,17 7-22,-8 5 6,8 11-1,-3 7 7,-6 7-18,-7 4 0,-9 1 34,-12 1-5,-10-4 27,-6-8 85,-3-10-29,7-10 180,1-10-186,6-10-27,0-12-6,5-14-22,9-9 28,9-3-28,10 2-6,6 8 11,4 9-33,1 9-6,2 9 6,-8 6-28,19 14-11,-14 7-74,15 14-94,-17 7-152,-8 6-279,-9 3-421,-8 2-700,-6-4-1568,-4-6 3338,-1-8 0,0-14 0,0-6 0</inkml:trace>
  <inkml:trace contextRef="#ctx0" brushRef="#br0" timeOffset="165028">21421 11659 21159,'24'-26'-32,"0"-1"0,14 1 0,1 8-57,0 15 24,-8 1 1,3 1-320,-1 4 1,-2 1-138,8 1-1120,-4 3 0,-3 5 1641,-12 14 0,2-9 0,-19 2 0</inkml:trace>
  <inkml:trace contextRef="#ctx0" brushRef="#br0" timeOffset="165213">21561 11898 13530,'-4'1'6234,"1"0"-4201,3-1-2111,45-15-107,-3 4 106,-9 1 1,2 0-467,-2 3 0,0 0-637,20-3-638,-19 4 0,-2 0 1041,19-3 0,-21 3 0,-15 3 0</inkml:trace>
  <inkml:trace contextRef="#ctx0" brushRef="#br0" timeOffset="170414">23339 11338 8343,'5'-6'5109,"-2"2"-4185,-3 4 1064,0 0-1926,-41-22-56,22 16 22,-11-4 0,-4 3 78,-21 16 28,-5 3-72,28-5 0,1-1 206,-6 2 1,2-1 370,-7 0 122,-11 3-463,31-7 94,10-2-45,10-1 95,2 0-514,2 6 100,0 5-23,0 4 1,0 22-6,-1-14 0,2 36 17,-2-22 22,1 18 45,-5-14 5,-3-6 57,-5-6-34,0-11 201,0-5 432,4-8-274,1-1-314,3-3 28,3-5-17,3-9-129,3 0 0,22-17-5,3 10-3381,20-8 3347,-13 14-320,16 4 314,-28 7-38,30 12-46,-28 6-67,10 13 51,-18-6-157,-5 7-124,-16 4 3242,-11 3-3387,-16 3-330,-16-11-763,-6-6-1758,-1-9 173,14-7 3210,5-4 0,25-2 0,2 0 0</inkml:trace>
  <inkml:trace contextRef="#ctx0" brushRef="#br0" timeOffset="170665">23172 11316 9834,'1'-3'4066,"1"0"-851,-2 3-2560,73-37-45,-36 24-366,10-8 0,1 1 59,-8 13-174,-3 2-118,-10 1-168,7 0-365,-12 4-1096,8-1-3457,-9 5 5075,-6 1 0,-8 0 0,-3-1 0</inkml:trace>
  <inkml:trace contextRef="#ctx0" brushRef="#br0" timeOffset="170965">24000 11422 16081,'2'6'4598,"0"-2"-3154,-2-4-1394,-5 4 25,6 12-25,-2 11 16,10 15-66,7 18-62,-4-16-107,-3-12 1,-2 1-784,-2 13-1204,-2 14-2448,-10-3-297,0-14 4064,-5-5 0,9-29 0,1-3 1</inkml:trace>
  <inkml:trace contextRef="#ctx0" brushRef="#br0" timeOffset="171222">23749 11719 16101,'-3'-1'4207,"0"0"-3345,3 1-593,73-35-17,-16 20-1274,-8-5 0,3 0 1224,-2 10 0,-2 3-73,-9 1 0,-2-1-104,2 0 0,0 0 6,-3 0 0,-3 1 443,4-1-698,6-1-712,-7 2-1640,-7 2-4415,-11 2 6991,-8 1 0,-8 0 0,-2 1 0</inkml:trace>
  <inkml:trace contextRef="#ctx0" brushRef="#br0" timeOffset="173598">25266 11367 13569,'-52'0'685,"-1"-1"1,8-1-1,7 4-506,7 15 85,-1 6-4258,-5 21 4072,7-6 0,10 3 1,3 1 773,6 0-846,2 6 0,2 1-6,9 6-290,1-17 1,2-1 322,9 7 34,26 5 34,-15-28 75,6-4 1,2-2-9,-5-8 3438,31-4-3074,-34-14 85,5-8-354,-18 0 1076,-10-15-1260,-6 15 55,-21-22-95,7 25 6,-9-1 0,-1 1-28,0 6-23,-5 1 1,1 1-35,7 4 70,-22 3-226,33 5-830,-8 10-503,18 2-1798,0 9 3327,16 0 0,-7-10 0,6-2 0</inkml:trace>
  <inkml:trace contextRef="#ctx0" brushRef="#br0" timeOffset="173865">25846 11582 12354,'-6'-2'4167,"2"-1"-2364,4 3-1797,-39-20-286,68 11-521,-21-13-53,30 16 0,11 8-653,-6-2 1,-1 1 37,-8 0 1,-1 1 1468,0 1 0,-3 0 0,-6 0 0,-3 1 0</inkml:trace>
  <inkml:trace contextRef="#ctx0" brushRef="#br0" timeOffset="174098">25902 11702 16493,'35'13'723,"8"-6"-687,-10-11 0,2-3-42,0 1 1,1 0-141,-1 0 1,0 0-964,26-4-4761,-11 3 5870,-16 3 0,-16 1 0,-9 3 0</inkml:trace>
  <inkml:trace contextRef="#ctx0" brushRef="#br0" timeOffset="174432">27039 11496 16616,'0'-4'4083,"0"0"-2357,0 4-1676,-12-29-44,8 24 44,-9-14-5,10 39-39,0 14-17,1 13-34,1 11-341,1-9 22,0-7 0,0-1-885,-1 17 190,-1-18 1,-1 0-3020,-2-7 1,0-3 4077,-5 10 0,1-10 0,5-21 0</inkml:trace>
  <inkml:trace contextRef="#ctx0" brushRef="#br0" timeOffset="174749">27423 11568 17081,'1'-6'4464,"0"1"-2822,-1 5-1654,7-28 46,-5 26 61,3-1-44,-7 37 10,0 22-27,0 1 5,0 4-5,1-3-6,-2-5 16,1-8-16,-3-9 0,1-9-72,-1-6-785,3-4-186,0-9 1015,1 0 0,1-7 0,0 0 0</inkml:trace>
  <inkml:trace contextRef="#ctx0" brushRef="#br0" timeOffset="179348">19175 13016 21673,'-12'-42'-680,"12"23"479,30 67 98,5 4 68,-17-25 0,0 0-9,20 23 33,-2-5-7,-1-3-170,-1-2 261,-16-20 324,-8-9 421,-5-7-465,-2-4 6,-1-11-174,1-7 61,-1-25-106,-1 0-28,-1-11-62,3 9-38,0 11-96,6-3-796,11 6-839,8 5 324,3 6-3069,9 15 3616,-1 15 0,-12-7 0,-3 8 0</inkml:trace>
  <inkml:trace contextRef="#ctx0" brushRef="#br0" timeOffset="180082">20252 13071 11122,'10'-10'6239,"-3"1"-5376,-7 9 885,0 0-1328,8-61 397,-17 36-714,7-10 1,-4 3 25,-24 22-28,-5 9-68,4 6 68,-27 19-67,26-5-18,-4 6 1,1 4-22,3 8-4,11-11 1,4 1-3,3 6 16,27 5 29,9-16 0,20 5 16,4-16 34,4-8-22,-10-5-3151,12-14 3251,-29 3 370,17-23-229,-27 8-18,0-12-134,-9 14 292,-4-4-320,-1 17 3538,0-8-3678,-2 17-28,1-1-50,0 6 73,0 7 22,0 0 22,-4 20-28,4-3-10,-2 12 16,10 3-23,7-7-16,4-2 11,11-7 17,1-12 22,10-1 17,4-10 0,0-11-11,-9-2 33,10-26-5,-18 0-197,-8 8 0,-1-3 157,-5-1 1,-2-1 10,0-5 1,-2 0 19,0-3 1,-2 0 2,0 0 1,-2 1 4,-1 3 1,-1 1 19,-1 5 1,-2 1 37,-4-16 27,0 19 107,-2 9-146,2 14-124,-1 4 40,1 14 357,-2 15-375,-2 34 24,3-12-21,3-6 1,2 1-9,1-11 0,1 1-547,3 9 0,0 2 415,3-2 0,3-1-106,1-2 1,4 0-623,8 5 1,1-2 329,-8-15 1,1 0-1196,9 7 0,1-1 1742,10 4 0,-12-10 0,-3-8 0</inkml:trace>
  <inkml:trace contextRef="#ctx0" brushRef="#br0" timeOffset="180339">21616 12825 21584,'-10'-13'-2318,"22"2"-192,17 8 1,8 5 2509,-4-3 0,-1 1 0,12 0 0,-19 0 0</inkml:trace>
  <inkml:trace contextRef="#ctx0" brushRef="#br0" timeOffset="180540">21586 13101 23427,'47'-10'-170,"0"0"0,-10 2 1,0 0-1302,5 1 1,0 1 1180,19-5 0,-5 2 1,-24 4-1</inkml:trace>
  <inkml:trace contextRef="#ctx0" brushRef="#br0" timeOffset="185697">23068 12966 12103,'9'-46'1402,"-1"0"0,1 0 0,0 0 0,1-1 1,-2 13-870,0 13 911,3-11-1153,-8 24-246,-1-2-538,-2 11 255,-3 9 283,0 4-2,-10 30-81,3-6 0,0 1-13,1-7 1,0 3-485,1 5 0,-1 5 0,2-3-43,3-6 0,1-1-538,-2 15 1,1 0-1643,6-14 0,0-4 2751,5 18 1,-1-21-1,-1-14 1</inkml:trace>
  <inkml:trace contextRef="#ctx0" brushRef="#br0" timeOffset="186273">23594 12804 12169,'0'-4'2655,"0"0"-1747,0 4-684,-24 4-40,6 23-55,-18 12-76,25-9 1,4 3-12,1-2 0,2 1-3,5 29-28,10-9 11,10-7 6,0-15 107,22 4-6,-8-19-40,7 3 124,9-15-23,-18-9-38,5-1 408,-10-17-392,-18 10 140,1-24-191,-18 13-5,-6-13 79,-15 1-67,0 6-52,-2 1 108,-1 3-1,4 7-17,-5-6 29,1 4-102,10 5 180,-3-6-123,15 8-74,-2-8-10,11 3-6,8 0-28,9-1-17,10 0-5,9 3 5,3 3-56,1 6-33,1 10 55,-10 12 12,-6 5-6,-9 19-22,-8 4-11,-2 17-65,-6-26 0,-2 1-395,-1 2 1,-1-1-402,-2 0 1,0 0-4006,-1 2 1,2-2 3598,-3 6 1,4-6 0,4-29 0</inkml:trace>
  <inkml:trace contextRef="#ctx0" brushRef="#br0" timeOffset="187231">24530 12902 18212,'-23'-44'474,"0"-1"1,2 4 0,-1 9-330,-5 21-89,-2 4-50,-2 6-1,-4 8 18,-3 7-12,-2 10 17,-2 8-39,4 4-28,7 6 11,13 1 5,16-1 34,14-5 57,16-7 21,11-9 113,15-9-113,-16-8 102,11-11 61,-22-9 117,4-10 62,-7-9-22,-7-5-27,-8-2 32,-5 4 23,-3 7-51,-1 9-111,0 10-163,0 6-213,0 4 135,3 16-3398,-1 7 3380,2 9 35,-3 19-18,0 1-22,-1-16 1,-1 0-149,-1 20 153,1-16 1,0-1-6,-1 10 6,2-11 0,-1-1-11,1-1 5,1 2 11,0-22 3255,2 1-3770,1-6-2812,2-4 3305,0-3 0,-2-1 0,-1-1 0</inkml:trace>
  <inkml:trace contextRef="#ctx0" brushRef="#br0" timeOffset="198906">17114 14122 9576,'-5'-11'-1782,"1"3"2152,4 8 9197,0 0-9181,0-3 107,0 2 17,0-3-90,-2 2-123,-1-2-84,-3-2-17,-3 0-11,-4-1 22,-3 0 11,-4 0-44,-2 2-45,-3 1-45,-3 4-28,-6 10 0,-8 8 0,-8 12-28,-2 7-17,4 5-11,10 1-11,12 1-1,14 3-16,15 0-16,14 1-24,17 0-44,-9-25 0,2-2-555,7-1 1,2-2-334,5-1 0,1-3-2952,4-2 1,0-3 3951,-5-2 0,-3-1 0,12-1 0,-23-4 0</inkml:trace>
  <inkml:trace contextRef="#ctx0" brushRef="#br0" timeOffset="199097">17615 14369 23427,'-29'-14'-2731,"1"-1"1,-12-8 2730,46 27 0,0-2 0,-1 1 0</inkml:trace>
  <inkml:trace contextRef="#ctx0" brushRef="#br0" timeOffset="199797">19004 14340 20963,'5'-31'-118,"-1"-1"0,3-6 90,-7 73-28,-3 2-319,-3 13 0,-1 4-1339,1-17 1,0 0 1379,-2 15 1,1 1-468,2-13 1,3-2-558,4 12-1347,10 7-2510,12-18 5215,6-15 0,-9-11 0,-8-9 0</inkml:trace>
  <inkml:trace contextRef="#ctx0" brushRef="#br0" timeOffset="200315">19527 14496 15838,'-3'-42'1465,"1"0"1,0 1 0,-3 12-1102,-2 25-292,-5 0-32,-3 10-7,-4 9-5,-3 14 6,3 12-29,4 10 1,7-9-17,12 19-12,11-20-2,2-9 0,4-1 3,10 1 10,23 2 7,-15-22 22,9-3 33,-5-7 40,-8-10 38,-8-5 12,-9-10-39,-8-7-84,-11-4-17,-13-4 67,-24-6-28,7 13 0,3 11 1,0 0 89,-11-7 111,-9-7 86,9-2 88,11-5-307,14 13-18,11-9-66,16 14-6,11-6-12,14 5-22,21 6 1,-6 11 16,-1 8-40,-7 18-60,-14 10-63,2 19 3,-21-18 1,-4 3-491,-4 11 0,-4 2 263,0-14 1,-2 0-706,-5 14 0,0-2-2924,-3 7 4016,2 11 0,3-30 0,5-8 0</inkml:trace>
  <inkml:trace contextRef="#ctx0" brushRef="#br0" timeOffset="200765">20482 14415 19328,'-26'-47'537,"1"1"1,2 6-1,-1 10-402,-21 25-91,13 9-5659,-24 20 5615,27-7 408,-1 6 0,2 3-459,9-1-1309,-8 30 1287,22-31-50,7 17 95,12-23 2249,23-1-2131,4-13 27,13-14-10,-18-3 201,3-16 575,-16 1-177,1-22-443,-12 15 3667,-4-11-3107,-7 21-560,0 5 180,-1 4-130,0 13-352,0 0-56,-1 2-96,0 8 191,0 1 0,0 19-22,1 9-17,0-2 0,0 3-87,-1-3 0,0 2-1040,0 10 0,-1-1 376,-1 16-893,1-23 0,0-1 1683,0 20 0,1-15 0,1-11 0</inkml:trace>
  <inkml:trace contextRef="#ctx0" brushRef="#br0" timeOffset="201365">21108 14347 15740,'-34'-42'1600,"0"0"0,6 5 0,5 9-146,12 20-1331,8 6 84,3 2-246,1 14 22,3-4 169,13 22-163,14-2 0,-6-11 0,3 1 6,5 1 0,2-1-26,1 0 1,0 0 7,-3-3 1,-3 1-1,13 11-5,-19-6 51,-18-2 44,-18-1-22,-14 3 5,-14 2-16,-8 1 456,7-5-569,11-6 1,1 1-560,-6 3-4000,-9 9-1031,27-14 5669,9-2 0,8-9 0,1 0 0</inkml:trace>
  <inkml:trace contextRef="#ctx0" brushRef="#br0" timeOffset="202172">22065 14255 10198,'0'-5'6323,"0"1"-2654,0 4-3658,-25-41 0,11 35 6,-40-10-34,22 48 6,10-6 0,0 1-17,-2 13-14,13-8 0,5 1 31,9 10 33,11 18 17,16-21 45,11-11 28,3-10 129,-2-10 207,-5-10 129,-7-10 23,-5-9-135,-6-9-118,-7-5-67,-6-7-62,-6 0-67,-6 2-67,-5 4-50,-4 6-180,-2 6-727,0 4-3049,2 9 3922,4 4 0,5 4 0,3 2 0</inkml:trace>
  <inkml:trace contextRef="#ctx0" brushRef="#br0" timeOffset="205011">19275 16121 20319,'29'-54'1248,"-2"1"-979,-12 6-1571,3-7 1369,-9 23 1,0-2 7,3-11 1,-2 1-54,-2 12 1,-2 0 33,3-14 0,-2 1 567,0-10-343,-2-8 51,-3 13-29,-5 17 160,-1 11-429,-2 13-218,1 4 17,-1 9 942,-7 14-780,-9 23 0,7-10 1,0 3-410,-3 8 1,1 2 263,2 4 0,1 1-421,3 12 1,5 0-233,5-10 1,4-1 212,0-3 0,4-2-1157,9-7 1,4-5-8084,20 11 9038,-5-6 1,-8-18 0,-20-15 0</inkml:trace>
  <inkml:trace contextRef="#ctx0" brushRef="#br0" timeOffset="205719">20078 15839 10433,'0'-6'7046,"0"2"-4761,0 4-2077,-16-61 161,-12 44-294,7-15 1,-3 4 8,-31 33-33,1 10-23,2 10-34,5 8 0,10 4-22,10 3-16,12 0 5,13-1 16,14-6 40,9-6 33,11-8 96,12-9-62,-13-9 112,14-12 117,-18-9 102,5-10-17,-9-7-34,-6-3 0,-6 1 39,-3 5-39,-4 9-134,-1 10-168,-2 7-354,-1 6 264,0 14 34,0 8 11,-2 17-28,-1 6-12,0 4-5,1-2-5,7-6 10,11-3 23,0-17 6,16-5 27,-2-17-16,14-11 39,7-12-9,-25 8 1,-1-4 0,-2-2 0,-1-2-4,-3-1 1,-2-2 14,-3-1 0,-2 0 137,4-26 56,-8 8 50,-8 8-11,-5 11-50,-2 7-61,-1 9-124,4 5-140,0 5-62,3 4 79,1 8 50,4 16 6,0-2 11,11 21-12,5-9-27,8 11-39,1 2-96,-15-19 1,-4 2-203,1 22 158,-12-3-353,-24-3-241,-8-15-992,-17 3-3112,21-21 1,0-3 4052,-9 1 1,7-6 0,25-5 0</inkml:trace>
  <inkml:trace contextRef="#ctx0" brushRef="#br0" timeOffset="206210">20883 15667 19949,'-6'-48'795,"0"0"1,0 1-1,-1-7 1,0 5-287,3 11 1,0 5 16,1 3-296,-2-4 111,2 15-166,1 13-254,0 0-22,1 9 84,-3 29-5,1-3-117,-1 7 0,0 4 116,1-4 1,-1 2-107,-2 22 0,0 3-70,2-9 1,1-1 60,-2-3 1,3-1-202,5-8 1,3-1-822,4-6 1,2-1-471,9 23-1767,-3-25 0,0-2 2573,1-6 0,-3-4 0,-8-12 0</inkml:trace>
  <inkml:trace contextRef="#ctx0" brushRef="#br0" timeOffset="206385">20775 15822 17333,'-21'-44'-278,"0"-1"0,-3 8 0,15 6-2801,44 14 1,13 8-406,2-2 3484,-4 2 0,-2 1 0,-16 3 0,0 1 0</inkml:trace>
  <inkml:trace contextRef="#ctx0" brushRef="#br0" timeOffset="206635">21386 15417 23707,'-40'49'-39,"8"5"-98,29-14 0,6 3-814,-2-6 0,1 1 231,0 7 0,0-1-384,2 12-448,-3-23 1,-1-1-2342,1 11 1187,-1-2-1471,1-9 4177,1-19 0,0-3 0,-1-8 0</inkml:trace>
  <inkml:trace contextRef="#ctx0" brushRef="#br0" timeOffset="206910">21323 15850 13531,'-15'-46'1248,"0"0"0,0 1 0,2 2 0,0 1 0,4 4-708,3 2 1,4 4 148,1-29-302,11 9-270,2 16 85,27-3-174,-13 22 556,31-6-579,-24 21 1,0 4-11,21 2-96,-11 6 1,0 7 77,-6 7 1,-4 5-246,1 2 0,-2 2 217,1 9 1,-6 1 11,-12-13 0,-6 1-216,-8 20 0,-9 0 166,-7-5 13,-7 2 0,-7-3 20,3-21 0,-4-4 11,-8 7 1,-2-2-10,-3-4 1,0-2-62,1-4 0,1-2-258,4-5 1,1-2-2463,-15-7 2835,22-19 0,18 8 0,10-6 0</inkml:trace>
  <inkml:trace contextRef="#ctx0" brushRef="#br0" timeOffset="207178">22237 15517 20609,'43'-16'-2458,"1"1"0,-1-1 1,19-4-1,-4 4 2281,-22 11 0,-4 3 0,2 0 1,-24 2-1</inkml:trace>
  <inkml:trace contextRef="#ctx0" brushRef="#br0" timeOffset="207351">22201 15827 23175,'44'-8'-1050,"0"0"0,0-1 0,10-1 0,-4 0 1050,-9 2 0,-5 0 0,-8 1 0,0 1 0</inkml:trace>
  <inkml:trace contextRef="#ctx0" brushRef="#br0" timeOffset="210632">23689 15320 19613,'18'-58'420,"-3"14"-235,-17 86-118,-5 7-76,1-14 1,-1 2-761,-1 5 0,-1 1 380,-1 1 0,2 1-309,0-2 1,3-1-390,2-3 0,4-2-2123,10 23-3501,13-16 6711,3-16 0,-8-15 0,-8-8 0</inkml:trace>
  <inkml:trace contextRef="#ctx0" brushRef="#br0" timeOffset="211138">24188 15474 16521,'9'-42'1122,"0"0"0,-1 4 1,-8 10-1011,-17 28-56,-10 10-17,-6 11-17,-3 14-16,4 11 11,5 7-29,12 4-16,7-3-28,16-6 23,12-10 10,17-9-5,16-9 34,-15-14 0,0-2 10,16 1 15,-20-6 0,-1-3 109,-3-6 56,1-6-6,-13-6-67,-12-9-117,-9 7-12,-10-12-5,-7 11 67,-18-16 73,-8-1-367,8 7 306,1 6 88,12 4 57,1 0 0,-1-6-34,10 1-56,14-6-100,5 15-18,9-5-5,8 16-16,5 2 248,21 7-277,-5 13 11,0 5-95,-4 21-151,-10 5-182,-12-14 0,-2 2-193,-3 2 0,-3 3-1312,-2 6 1,-3 0-451,-3-7 1,-1-2-1410,-1 28 3005,-1-24 0,2-24 0,1-2 0</inkml:trace>
  <inkml:trace contextRef="#ctx0" brushRef="#br0" timeOffset="211614">25066 15422 9878,'6'-9'5517,"-2"2"-4683,14-25 1,4-8 1149,-3-4-1676,4 1 0,-2 0 761,-11 5-414,-14 22-386,-9 3-151,-16 7-62,-2 11 0,-3 4-28,-16 4-9,1 11 1,0 5-32,17-3 1,3 2-173,-6 4 1,4 2 143,9-2 1,6-2-11,5 7-12,10-5-83,18 0 133,-4-13 57,32 6 56,-8-25 5,21-10-109,-4-17 101,-27 9 0,-1-3 20,14-16 39,-18 12 0,-2-2 279,5-18 68,4-7 213,-9 2-314,-7 18-235,-6 7 56,-5 17-196,-1 5 249,-1 2-333,-2 5 28,1 3 39,-8 30-22,-2 7 11,2-8 0,-2 4-458,-4 11 1,-1 1 342,1-5 0,-1-1-955,-4 11 0,0-3 798,7-19 0,0-2-162,2-4 0,0 2 406,4 6 1,1-2-1,0-5 1,1 20-1</inkml:trace>
  <inkml:trace contextRef="#ctx0" brushRef="#br0" timeOffset="211857">26095 15365 23545,'-30'12'-79,"0"0"1,-9 14 0,2 4-197,15-4 1,1 2-2308,-10 12 0,0 1 1999,11-13 1,2-1-3028,-6 10 0,3-1 3091,1 0 1,-2 5 0,16-28 0</inkml:trace>
  <inkml:trace contextRef="#ctx0" brushRef="#br0" timeOffset="212230">25749 15320 14538,'-5'-4'3585,"1"0"-2775,4 4-351,0 0-281,-60-26-16,38 21-147,-12-7 1,3 5-39,22 22 8,5 8-35,1-2-157,13 14 106,5-11 95,12 7 174,1-12 219,-1-9 133,-3-9 46,-2-10 39,-4-8-292,-7 2 786,0-15-926,-9 17 130,2-11-124,-6 15-213,0 3-347,-2 1-223,1 6-226,-2 7-889,-2 7-2420,2 12 3472,2 1 1,2-9 0,1-8 0</inkml:trace>
  <inkml:trace contextRef="#ctx0" brushRef="#br0" timeOffset="212565">26390 15603 19042,'-8'31'252,"1"0"0,-4 22 11,12-46 818,1 0 460,0-7-500,1-3-598,1-3-85,0-6 12,0-4-40,-2-4-78,-4 2-106,-3-1-123,-1 6-338,-2-2-245,5 10-504,-1-1 1064,3 9 0,1-2 0,-1 2 0</inkml:trace>
  <inkml:trace contextRef="#ctx0" brushRef="#br0" timeOffset="213122">27110 15347 15501,'0'-5'5977,"0"0"-3311,0 5-2800,-10-56 27,4 56 119,-6-43-29,2 84-62,0 4-109,3-12 1,-1 3-2652,0 13 1,0 0 1964,3-15 1,2 1-3018,-1 13 1,3-2 3323,7-3 0,-1-7 0,0-19 0</inkml:trace>
  <inkml:trace contextRef="#ctx0" brushRef="#br0" timeOffset="213514">27642 15373 22229,'-33'-12'14,"-1"1"0,-24 2-64,25 52-23,13 4-46,15 1 13,14-4 61,12-7 40,11-8 72,5-9 78,2-9 75,-4-8 384,3-23-318,-15-5-157,0-11 0,-15 3 95,-5-6-6,-2 0-61,-6-9-62,-5 9-61,-7 9-107,0 8-386,3 10-549,6 6-1099,4 10-4995,5 9 6254,3 3 0,-1-3 0,1-5 0</inkml:trace>
  <inkml:trace contextRef="#ctx0" brushRef="#br0" timeOffset="213755">28325 15287 18649,'-3'-2'2381,"0"0"-2275,3 2-207,-7-25 29,28 15-236,28-16 16,-14 23 1,1 5 22,2-2 1,1 3-1998,5 4 0,-2 2-6998,8 7 8416,7 2 0,-34-8 0,-17-7 0</inkml:trace>
  <inkml:trace contextRef="#ctx0" brushRef="#br0" timeOffset="213914">28479 15460 21567,'-37'3'283,"1"0"1,-7-1-391,60-5-465,38-5-1712,9 2 1433,-16 2 1,-1 0 0,8 0-1,-5 1 1</inkml:trace>
  <inkml:trace contextRef="#ctx0" brushRef="#br0" timeOffset="214581">29772 15282 12679,'5'-4'7046,"-2"1"-6027,-3 3-84,35-68-520,-26 45 16,6-21 1,-8 1-118,-26 23-219,-9-3 50,-29 8-100,7 13-376,13 3 1,0 3 296,-11 6-142,18 6 0,3 3 109,-3 13-1,-6 17-21,22-5 50,9-10-34,15 5 34,16-7 95,8-4 112,12-6 78,-4-17-100,-11-8 891,4-9-376,-6-14-291,-3-5 274,1-12-164,-17 17-60,1 0-224,-10 18 101,2 0-190,-3 5-242,0 2 96,-2 14 50,1-1-5,-3 27 5,3-8 0,1 3-20,-1 2 1,0 2 8,0 1 0,1 1-22,0-1 0,0 0-320,-1 0 0,-1 1-680,-1-1 0,-2 0-801,0-3 0,-1-2 1823,-11 15 0,9-32 0,-1-1 0</inkml:trace>
  <inkml:trace contextRef="#ctx0" brushRef="#br0" timeOffset="219136">19626 16766 8657,'5'-7'6167,"0"2"-3378,-5 5-2531,0 0 436,-57-21-442,22 16-201,-2-6 0,0 2 83,-15 13-100,10 4-90,-8 7 11,17-2-118,6 6 45,17-1 96,5 14 22,7-8 11,14 10-11,6-10-6,15 4-33,-6-11 0,1-2 5,14 7 0,-10-8 1,1-1-99,-6 1 1,-3 1 75,14 10 118,-4 3 128,-46-6-72,-17-2-6,-22 6-42,16-12 0,-2-2-135,-3 0 0,-1-3 140,-1 0 1,0-3-1,3-1 1,0-3 14,-25-3-326,12-9-1136,15-9-4778,15-9 6150,12 2 0,6 8 0,3 8 0</inkml:trace>
  <inkml:trace contextRef="#ctx0" brushRef="#br0" timeOffset="219560">19958 16791 12601,'8'0'4307,"-1"0"-2372,-7 0 277,0 0-2142,-2 10-14,-3 6-52,-3 15-15,-3 5 18,2 3-41,4 1-5,6-4 6,4-10-46,14 4 51,9-14 51,0 0 33,12-10 28,-12-13 89,7-6 51,-6-10 269,-4-15-330,-11 10 156,-3-14 1,-9 16-74,-1-3-106,-3 5-101,-1 7-56,0 7-890,-3 3-1098,5 6-1115,-1 2-4464,2 7 6736,0 2 0,0-1 0,0-3 0</inkml:trace>
  <inkml:trace contextRef="#ctx0" brushRef="#br0" timeOffset="220201">20524 16798 21943,'-8'9'-6,"-1"12"-11,3 11 12,-1 9-12,1 0 17,1-3 28,1-4-17,1-8 51,0-7 448,1-10-152,1-5 286,1-4-380,0-8-102,0-7-16,0-10-3326,3-20 3264,1 12 12,8-21-40,2 16-23,9-8-5,4 6-17,5 7-22,2 9-6,0 9-16,-1 7 3386,1 10-3387,-2 8-22,-2 10 17,-2 17 22,-12-9-50,-3 17 28,-11-12-17,-4 7 67,-5-2 22,0-14 18,0-7 167,4-13-22,1-4-95,-3-5-17,1-7-39,0-11 0,4-10-34,10-8 6,6 0 16,8 3-27,7 5 11,-10 15-51,3 5 0,-8 11 6,6 6-16,4 9-18,2 10-324,6 16 111,-11-9-778,5 19-1495,-13-11-3384,1 9 5084,-4-8 0,-7-20 0,-3-13 0</inkml:trace>
  <inkml:trace contextRef="#ctx0" brushRef="#br0" timeOffset="220476">21525 16801 18840,'-3'0'3568,"0"0"-2918,3 0-1076,32-19 12,-5 12-214,7-5 1,5 1-1575,21 3 286,-24 4 1,0 2-4969,23 0 6884,-18 7 0,-19-1 0,-13 1 0</inkml:trace>
  <inkml:trace contextRef="#ctx0" brushRef="#br0" timeOffset="220651">21658 17016 24262,'-2'18'-241,"29"-10"-11,13-17-883,3 0 1,0 1-1094,-1 1 2228,1 0 0,-2 0 0,-16 3 0,10-2 0</inkml:trace>
  <inkml:trace contextRef="#ctx0" brushRef="#br0" timeOffset="222669">22991 16786 14451,'13'-42'689,"0"1"0,-2 3 0,-3 11 1366,-6 23-2313,-2 5 1013,0 9-755,-5 27-196,-3 13-28,0-11 0,-1 2-1420,1 1 1,-1-1 1338,1-7 0,0 0-578,0 8 1,1 0-4034,3-4 1,1-2 4201,-3 20 1,4-9-1,2-40 1</inkml:trace>
  <inkml:trace contextRef="#ctx0" brushRef="#br0" timeOffset="222919">23661 16783 14421,'4'-8'5948,"0"2"-5338,-4 6 214,0 0-976,26-42 197,-21 39-17,14-3-50,-25 36-96,-1 11 1,-1 1-63,1 0-590,0 7 1,0 1-908,3-7-1852,0-3 1,1 0 3528,2-3 0,1-7 0,0-14 0</inkml:trace>
  <inkml:trace contextRef="#ctx0" brushRef="#br0" timeOffset="223154">24430 16670 21691,'-4'31'-163,"-1"23"-5,4-22-470,0 7 0,0 1-1497,1 7-223,0-12 0,0-2 2358,0 11 0,0-19 0,0-12 0</inkml:trace>
  <inkml:trace contextRef="#ctx0" brushRef="#br0" timeOffset="223360">24183 16959 10976,'-4'-3'6676,"1"0"-7454,3 3 414,91-46 207,-53 32-440,5-2 0,11-5 1,-7 6-2378,15 6 2974,-13 2 0,-1 0 0,-3 0 0,-5 1 0</inkml:trace>
  <inkml:trace contextRef="#ctx0" brushRef="#br0" timeOffset="223795">25185 16674 13525,'0'-5'6071,"1"1"-3612,-1 4-2358,-65-10-56,33 13 5,-18-2 1,0 2-34,13 13-26,-4 8 1,1 2-314,3 4 285,8-5 1,5 1-66,12 2 69,11-7-51,18 2 72,6-12 57,16 1 50,3-14 13,1-9-52,-8-2 414,10-19-89,-20 3 39,9-16 120,-17 13 373,1-12-605,-11 24 404,3-11-387,-7 24-163,-1-2-156,-1 8-197,-1 1 113,0 14 84,0-3-29,1 41-117,1-4-373,1-2 1,1 3-793,0-8 0,1-1-1017,-1 1 1,1-2 2321,0-5 0,0-4 0,-1-6 0,0-2 0</inkml:trace>
  <inkml:trace contextRef="#ctx0" brushRef="#br0" timeOffset="225053">25128 16801 17591,'1'-46'3198,"0"8"-2610,-1 28-118,0 4-161,0 2-163,0 2-303,0 1-79,-1 9 281,1 0 0,-1 15-1,0 5-10,0 14 34,0 6-1,-1 7-50,1 0 56,-1-4-17,2-8 0,0-9 17,0-9-34,2-8 0,-2-8-22,2-3 5,-2-5-5203,1 0 5181,0-7 0,-1 4 0,0-4 0</inkml:trace>
  <inkml:trace contextRef="#ctx0" brushRef="#br0" timeOffset="225844">25889 16741 19372,'59'-10'-3277,"0"-1"0,-2 2 0,-4 2 2603,-19 4 0,-4 2 0,11-1 0,-29 2 0</inkml:trace>
  <inkml:trace contextRef="#ctx0" brushRef="#br0" timeOffset="226045">25953 16908 16583,'-3'0'4609,"0"0"-5331,3 0 39,50-13-662,5 3-1399,-4 0 1,5-1 2743,1 4 0,-5 1 0,9-1 0,-7 1 0</inkml:trace>
  <inkml:trace contextRef="#ctx0" brushRef="#br0" timeOffset="226478">26964 16668 14191,'-3'-2'3702,"0"0"-1791,3 2-1626,16-63 141,11 39-390,-14-11 1,3 3 80,34 21-151,-15 10-5,7 3 0,5 10-67,-12 8 27,3 11 51,-17 7 12,-34 16 21,-5-16 12,-7-9 0,-7-1 69,-6-6 1,0-2-3,-16 13 22,15-14 1,4-3-6,17-7 11,-4 2-112,15-8 89,5 0 7,6-2 128,29-2-331,-2-2 1,2 0-104,8-1 0,3 0-205,8-3 1,2-1-1883,3-3 1,0-2-2620,-10 2 1,-1 0 4678,-3 0 0,-5 1 0,0-3 0,-28 10 1</inkml:trace>
  <inkml:trace contextRef="#ctx0" brushRef="#br0" timeOffset="226801">27920 16584 13592,'1'-10'5562,"0"2"-4548,-1 8-572,0 0-302,-76 20-135,47-2-19,-15-2 0,4 4-58,27 12 32,7-8-55,14 12 84,0-18-3314,21 16 3387,-14-23 447,18 5 107,-15-13 141,6-4 10,-7-6-431,-4-3 415,2-16 2837,-9 10-3079,2-23-380,-7 21 22,-3-14-218,-1 7-2262,0 6-7502,3 0 8215,1 14 1,1 3 0,0 2 0</inkml:trace>
  <inkml:trace contextRef="#ctx0" brushRef="#br0" timeOffset="229044">19442 18262 10259,'-4'-8'5461,"1"2"-4324,-6-34 0,1-7-285,4 10-681,-6-12 0,2 1 456,8 22-84,0 11-274,0 4-286,0 6-246,0 4 179,1 16 112,3 13-112,3 23 30,-2-20 1,1 1-1716,0 3 1,1-1 1689,6 20-85,-1-19 0,1-2 108,8 4 50,8 9 140,-10-25 466,-7-11-231,-4-10 3725,5-23-3713,0-5-95,6-25-174,-4 10 61,0-18-77,0 9-71,-7 20 0,2 0-20,3 0 1,0 2-258,7-11-407,4 9-1379,-7 22 1190,14 31 0,-17-14 0,9 17 0</inkml:trace>
  <inkml:trace contextRef="#ctx0" brushRef="#br0" timeOffset="229726">20567 18053 14544,'0'-5'4088,"0"2"-2485,0 3-1312,-40-59-179,23 44 0,-19-14 0,-1 8-67,15 27 22,-27 16-28,24 2-73,-6 10 18,11-6-63,2 15-22,13-16 1,6 12 60,12-15 152,21-7 0,-7-9 191,19-12 83,-14-10-162,0-4 561,6-19-281,-19 6-179,5-14-51,-13 9 34,-6 9-89,-2 11-175,-3 9-133,-2 10 83,-5 9-22,-4 11-67,-3 8 28,3 7-34,4 1-28,11-2 40,8-2 5,12-4 56,8-7 28,9-9 5,9-11 62,3-17-5,1-12-239,-28 6 1,-1-2 237,-2-3 1,-2-1 5,-2-3 0,-2-2 14,-1-2 1,-2-2-12,-3-2 0,-1-1-20,-2-2 0,0 0 17,-3 1 1,-2 0 52,1 4 1,-3 1 131,-2-19-56,-3 17-73,-3 14-129,-1 12-39,1 7-5,-4 15 454,-7 14-432,-4 22-9,11-18 1,2 2-392,1 3 1,3 0 298,3 0 1,4 0-77,3-1 1,3-2-85,3-1 1,3-2-191,3-2 0,4-2-1487,9 2 0,3-3 1966,1-3 0,-1-3 0,15 9 0,-13-14 0</inkml:trace>
  <inkml:trace contextRef="#ctx0" brushRef="#br0" timeOffset="229967">21712 17816 21450,'39'-22'-1338,"0"7"556,-2 11 0,2 3-2528,24 2 3310,-2 4 0,-28-3 0,-8 3 0</inkml:trace>
  <inkml:trace contextRef="#ctx0" brushRef="#br0" timeOffset="230136">21805 18095 14712,'-5'3'7365,"1"-1"-5259,4-2-2184,20-8-208,14-3-134,11-4-2353,0 3 1,0 0 2093,10 0 1,-23 4 0,-2 1-1,-7 2 1</inkml:trace>
  <inkml:trace contextRef="#ctx0" brushRef="#br0" timeOffset="232503">23111 18065 8130,'1'-6'8223,"1"2"-7854,5-26 1,2-8 868,-1 5-961,1-6 1,0 0 708,-1 14 50,-4 12-1036,-1 3-101,-2 7 129,-3 17 45,-1 2-68,-5 13 1,-1 5-48,0-4 0,-1 1-431,-4 17 0,-1 1 321,1-3 1,2-3 25,3-9 0,1 0-653,0 14 1,3-1-2176,9 12-567,-1-19 0,3-1 3521,11 6 0,-5-19 0,-4-15 0</inkml:trace>
  <inkml:trace contextRef="#ctx0" brushRef="#br0" timeOffset="233110">23614 18041 19899,'-49'6'-23,"4"10"-55,18 24-6,6 4-22,10 0 44,6-10-95,14 8 28,6-15 40,14 8-6,6-14 39,4-6 84,20-9 5,-25-7 29,9-4 44,-25-7 6,-3-2-73,-2-1 51,-5-5-28,-6 5-1,-5-6-33,0 5 56,-11-8 11,2 5 29,-9-9 21,-1 3 57,-6-1 44,-2-1 12,-3 1-113,8 6 208,-10-9-146,17 10-50,-4-7-95,15 5-1,9-2-50,12-3 1,13-3 27,13 2-11,6 5 22,1 7-44,-5 8-6,-12 6-23,8 16-5,-15 5 56,7 18-44,-17 7-40,-10 8-34,-13 7-22,-2-12-773,-4-12 1,0-1-5306,-7 12 6190,8-16 0,1-3 0,2-1 0,6-14 0</inkml:trace>
  <inkml:trace contextRef="#ctx0" brushRef="#br0" timeOffset="366252">5634 6506 10920,'35'-16'521,"11"2"-493,-11 10 0,4 2-45,11 0 0,0 0-473,-15 2 1,-1 0 469,15 1 1,-2 2-20,13 0 11,-3 3 16,-20-4 1,-3 0 421,1 0 537,6 0 213,-29-1-992,-20-1-78,-16-1 117,-18-1-84,-1 1 64,3 0 1,-3 0 90,12 2 0,-1 0-118,-15 1 0,-1 1 50,1 2 0,4 0-132,-16 4 31,14 0 1,2 0-37,8-1-9,3-1 1,1 0 187,-1 1 112,-1-2-269,14-2-16,10-3-51,16-1 118,16-1-73,26-4-54,-12 1 1,3-1-458,10-1 0,1 0 398,7-2 1,1 2-582,1-1 1,-1 1 580,-2 1 1,-1 1 11,-6 0 0,-2 1 22,-8 1 1,-3-1 50,20 1 17,-29 0 33,-15 2-84,-55 5 23,-9 1-4,6 0 1,-5 0-42,3 0 0,-2-1 83,-1 1 1,-2-1 36,1 0 1,0-1 32,4 0 1,0-1 11,6 0 0,1-1 529,7-1 0,2 1-571,-17 1-50,17-1-185,13 0-113,10-1 259,30-1 10,11 0-25,-1-1 1,3-1 129,5 1 1,2-2-150,4 0 0,3-1-14,13-1 0,0-1 8,-9 0 0,-2 1 11,-2 0 1,-2-1 5,-9 1 0,-3-1 17,9-4-6,0-1 50,-16 3-133,-16 2-259,-12 3 57,-18 2 179,-19 0 72,-24 5 51,10-1 0,-1 2-219,15-1 0,-1 0 244,-17 2 0,1 0 37,-3 1-101,-1 1-913,23-3 700,20-2 656,17 1-2532,16-4 2100,8 1 0,-6-1 0,-5-1 0</inkml:trace>
  <inkml:trace contextRef="#ctx0" brushRef="#br1" timeOffset="602888">5465 11230 24575,'16'0'0,"7"0"0,19 0 0,15 0 0,-10 0 0,9 0 0,-3 0-1255,1 0 1,1 0 1254,1 0 0,6 0 0,-2 0 0,-7 0 0,0 0 0,1 0 0,2 0 0,1 0 0,2 0 0,-6 0 0,3 0 0,0 0 0,-2 0-61,-5 0 0,-1 0 1,0 0-1,-2 0 61,10 0 0,-2 0 0,-2 0 0,11 0 0,-5 0 0,-16 0 0,-4 0 0,18 0 0,-34 0 0,-10 1 1826,-28 2-1826,-4 2 926,-19 1-926,-15 6 0,12-3 0,-14 2 0,16-2 0,-1-1 0,10-1 0,-2-1 0,-11 1 0,-1 0-390,6 0 1,2-1 389,-8 0 0,2 0 0,-12 2 0,3-1 0,-2-1 0,15-2 0,0 0 0,-21 2 0,-3-1 0,18-2 0,1 0 0,1-1 0,-7 0 0,-1-1 0,4 1 0,-2 0 0,2 0 0,-12-2 0,4 0 0,15 0 0,-1 0 0,-1 0 0,-3 0 0,4 0 0,-21 0 0,19 0 0,1 0 0,-5 0 0,-3-2 0,12 1 0,-1-1 0,12-1 0,4 0 0,4 0 0,-2-2 779,9 2-779,-3-2 0,10 1 0,2-1 0,1 0 0,3 1 0,4 0 0,7 1 0,33-1 0,-5 0 0,-7 2 0,4 1 0,12 0 0,1 0 0,-9 0 0,0 1-807,19 0 1,1 0 806,-17 0 0,-2 0 0,-2 0 0,-1 0-243,-3 0 0,-2 0 243,29 0 0,-9 0 0,-11 0 0,0 0 0,15 0 0,-22 0 0,-1 0 0,7 0 0,5 0 0,-13 0 0,18 0 0,-29 0 1572,3 0-1572,-12 0 527,-5 0-527,-1 0 0,-6 1 0,-9 0 0,-9 2 0,-9 2 0,-7-1 0,-3 2 0,-2-2 0,-3 0 0,0 0 0,-2-2 0,11-1 0,-1 0 0,-3-1 0,0 0 0,-1 0 0,-2 0 0,-11 0 0,1 0 0,-9 0 0,16 0 0,1 0 0,-11 0 0,-2 0 0,18 0 0,2 0 0,-11 0 0,-7 0 0,23 0 0,11 0 0,2 0 0,19 0 0,11 0 0,16 0 0,9 0 0,8 0 0,10-2-502,-25 1 1,0-1 501,5 1 0,-1 0 0,-1-1 0,-1 1 0,4 1 0,-2 0 0,23 0 0,-15 0 0,-1 0 0,-12 0 0,0 0 0,10 0 0,0 0 0,20 0-231,-24 0 1,-1 0 230,18 0 0,5 0 0,-30 0 0,-6 0 0,-5 0 0,-6 0 244,-1 0 1,-6 0 0,-1 0 0</inkml:trace>
  <inkml:trace contextRef="#ctx0" brushRef="#br1" timeOffset="644099">8131 5053 8763,'-61'4'554,"1"0"1,0 1 0,6-1-1,-6 0 1,-1 1 0,3-1-1,8 0-1998,5 0 0,5-1 1,-2 0 1494,-5 1 1,-5 0 0,1 1 0,7-2 205,-7 1 1,7-1 1670,-18 1-1573,30-2 1,1-1 182,-11 0 436,21-1-924,15 0 297,21 0 169,26-2-320,-3-1 0,5 0 180,-4 0 1,4-1 0,2 0-333,10-1 1,3 1 0,5-2-577,-10 2 1,4 0-1,2-1 1,0 1-1,-4 0 534,-1 0 1,-4 1 0,1 0 0,5-1-2,-5 1 1,5 0 0,2-1 0,0 1 0,-2-1 0,-2 2-479,8-1 0,-3 0 0,0 1 1,3 0 467,-3-1 0,3 1 0,1-1 0,1 1 0,2-1-184,-4 1 0,1 0 0,2 1 0,0-1 0,-1 1 1,-3-1 175,4 1 0,-2-1 0,-1 1 0,-1 0 1,0 0 11,-3 0 1,0 0-1,0 0 1,-2 0-1,-1 1-5,4-1 0,-1 1 1,-2-1-1,-4 0-74,2 0 0,-4 0 1,2-1 75,7 0 1,2 0-1,-1 0 204,0-2 0,-1 1 0,-4-1-202,10 0 1,-5-1 5,-6 0 0,-5 1 5,-13 0 1,-6 1 1640,3 0-1501,-5 0 1569,-21 1-1876,-45 0 123,6 2 0,-2 0 455,-7 0 0,-4-1-456,1 1 1,-3 0 0,-3 0 13,2 0 1,-3 0 0,0 0 0,1 0-86,-6 0 1,1 0 0,-6 0 112,11 0 1,-6 0 0,-2 1 0,-2-1 0,3 0 0,4 1-578,-5 0 1,4 0 0,0 0 0,-1 0 579,3 0 1,-2-1 0,0 1-1,0 0 1,0 0 11,2 0 1,-1 1 0,0 0 0,2-1 0,1 1-282,-2-1 1,2 0 0,0 1 0,-2-1 280,-9 1 0,-2 0 0,-1 0 0,2 0-5,4 0 1,1 0-1,1 0 1,1 0-6,3 0 0,1 1 0,1-1 0,1 0-4,-11 1 1,2 0 0,1 1-10,5-1 1,2 1-1,0-1 2,6 1 1,0-1-1,1 1 40,-2 0 1,1 1 0,2 0-43,-7 0 1,2 2 255,-1 0 0,5-1-284,0 1 1793,11 0-2263,22-5 2357,6 3-1562,29-1-78,25 0-110,-1-2 1,5-1-759,-5-2 1,4 0 676,-9-1 1,3 0-1,3 0 1,0 0-29,0 0 0,0 0 1,2 0-1,5 0-338,-1 0 1,5 1 0,3-1 0,0 1 0,-1-1 0,-4 1 326,-5 0 0,-3 0 0,-2 0 1,3 0-1,4 1-6,2-1 1,6 1 0,3-1-1,0 1 1,-1 0 0,-6 0-1,-7 0-420,11 0 0,-9 0 1,6 0 431,-3 0 1,6 0 0,3 0 0,-2-1 0,-5 1-9,-4-2 1,-4 1 0,0-1 0,-1 0 9,1 0 1,0 0 0,0 0 0,-2 0 2,10-1 1,-1 0-1,-1-1-313,1 0 0,-2 0 0,-6 0 277,-10 1 0,-2 0 299,5 0 0,4-1 1,-5 1-222,-5-1 0,-3 0 340,23-4-304,-19 3 1689,-43 0-1834,-33 2 109,-1 1 1,-7 0 117,1 1 1,-5 0 0,-2 1-143,3-1 1,-3 1-1,-2-1 1,-1 2-67,4-1 0,-1 0 0,-1 1 0,-2 0 0,-2 0 91,-3 0 0,-3 1 1,-2 0-1,-1 0 0,1 0 1,2 1-301,5-1 1,1 0 0,1 1 0,0 0 0,0-1-1,0 1 277,1 0 0,0 0 0,1 0 0,0 0 0,-1 0 0,1 1 10,-11 1 1,-2 0 0,1 1 0,3 0 0,4 0-283,-5 1 1,5-1 0,-3 1 260,2 0 0,-3 1 0,1-1 0,5 0-2,7-1 1,4 0 0,2 0 3,-11 1 1,5-1 365,14-3 1,3 1-344,-24 0 1548,27-2-1548,7 0 2801,23-2-2706,15-3 191,39-6-182,-18 3 1,6-2-1,2 1-528,8-1 1,2-1-1,1 1 409,3-1 0,1 1 1,6-1-8,-9 3 1,5 0 0,3 0-1,-1 0 1,-4 1-560,2 0 0,-3 1 0,0 0 1,3 0 536,-6 0 0,2 0 1,2-1-1,-1 1 0,2 1-309,-7-1 0,3 1 1,0 0-1,-1 0 1,-2 1-1,-4-1 39,4 0 1,-5 1-1,0 0 1,3-1 199,5 1 1,4-1 0,0 0 0,-2 0-1,-9 1 1,12-1 0,-8 1 0,-11 0-1,1 0 1</inkml:trace>
  <inkml:trace contextRef="#ctx0" brushRef="#br1" timeOffset="693788">3026 8308 24575,'-28'0'0,"5"0"0,-2 0 0,-11 4 0,-14 7 0,2-1 0,-3 5 0,21-7 0,-8 3 0,12-2 0,-3 0 0,10-3 0,8-3 0,-8 4 0,13-4 0,-4 4 0,6-3 0,1 2 0,0 2 0,2 0 0,0 4 0,1-1 0,0 2 0,0 2 0,0 8 0,0 5 0,0 10 0,0-4 0,0-1 0,0-6 0,0 2 0,0 0 0,0 16 0,0 4 0,0-5 0,0-11 0,0-1 0,0 1 0,1-1 0,-2 0 0,0 1 0,-2 10 0,-1-13 0,-1 0 0,0 2 0,-1 16 0,2-16 0,-2 14 0,2-21 0,-1 14 0,1-10 0,-1 10 0,1-13 0,0 1 0,1-1 0,-3 10 0,-1 8 0,1-6 0,-3 18 0,4-25 0,-6 22 0,6-24 0,-3 8 0,5-15 0,-1 0-6784,0 9 6784,2-10 0,0 7 0,0-10 0,0 1 0,0 2 0,1-1 0,-2 0 6784,-1 0-6784,-1-1 0,2-1 0,-1-1 0,0-1 0,1 0 0,-1-1 0,2-2 0,1-2 0,1 3 0,0-5 0,0 2 0,0-5 0,0 2 0,0 4 0,0-3 0,0 3 0,0-4 0,0 3 0,0-3 0,0 3 0,1-7 0,2 1 0,4 1 0,-2-2 0,3 4 0,0 0 0,-2-3 0,3 3 0,0-4 0,-1 0 0,4 3 0,-1-3 0,2 1 0,0 0 0,9-1 0,-7-1 0,9-2 0,-6-1 0,14 0 0,-7 0 0,10 0 0,-10 0 0,-1 0 0,8 0 0,-9 0 0,11 0 0,-17 0 0,5 0 0,-5 0 0,-5 0 0,2 0 0,-7 0 0,-1 0 0,-3 0 0,0 0 0</inkml:trace>
  <inkml:trace contextRef="#ctx0" brushRef="#br1" timeOffset="745194">4256 9592 24575,'17'0'0,"4"0"0,14 0 0,9 0 0,-4 0 0,-1 0 0,-17 0 0,0 0 0,2 0 0,-3 0 0,0 0 0,0 0 0,6 1 0,-6 0 0,7 1 0,-8 0 0,1-2 0,-1 2 0,0-1 0,0 1 0,0-1 0,10 0 0,-5-1 0,6 0 0,-9 0 0,-1 0 0,-2 0 0,-2 0 0,1 0 0,0 0 0,3 0 0,-1 0 0,8 0 0,2 0 0,-2 0 0,-2 0 0,-10 0 0,3 0 0,7-2 0,-3 0 0,0 0 0,3-2 0,-2 2 0,-1-3 0,-1 3 0,-8-1 0,-2 1 0,-1-1 0,4 0 0,-4-1 0,1 1 0,-4 0 0,0 0 0,-1 0 0,1 0 0,0 1 0,0 0 0,1-1 0,-1 0 0,-1-1 0,-2 0 0,0-1 0,0 1 0,0 0 0,-2 0 0,-2 0 0,0-2 0,-1 1 0,1 0 0,0 1 0,1 2 0,1-1 0,0-1 0,0 0 0,0-1 0,-1 1 0,0 0 0,0 1 0,-1-1 0,1 0 0,2 0 0,-3-1 0,3-1 0,-3 0 0,0-2 0,1-1 0,-2-1 0,0 2 0,0 0 0,0 2 0,0-2 0,0-1 0,0 2 0,0-1 0,0 2 0,0 0 0,0 0 0,0 0 0,-2 0 0,1 1 0,-2-1 0,-1-2 0,1 2 0,-1-3 0,0 2 0,1-2 0,-3-3 0,2 2 0,0-3 0,0 3 0,-2-2 0,3 1 0,-2-1 0,2 4 0,-2-5 0,1 6 0,0-4 0,0 5 0,1-1 0,-4-3 0,3 1 0,-2 0 0,2 2 0,0 1 0,0-1 0,-1 1 0,1 0 0,-1 0 0,1 0 0,-1 0 0,-2 0 0,-1 1 0,-2 0 0,3 3 0,1-1 0,0 2 0,-1-1 0,-1 0 0,0 0 0,-1 0 0,0 1 0,-2 0 0,0 1 0,0 0 0,-1 0 0,-1 0 0,-5 0 0,3 0 0,-4 0 0,4 0 0,-1 0 0,1 0 0,-2 0 0,-1 0 0,1 0 0,-3 0 0,-1 0 0,-2 0 0,-4 0 0,-1 0 0,-1 0 0,-13 0 0,7 0 0,-11 0 0,10 0 0,-1 0 0,1 0 0,-3 0 0,1 0 0,-2 0 0,0 0 0,1 0 0,-1 0 0,4 0 0,1 0 0,-2 0 0,3 2 0,-1 0 0,-14 1 0,17 0 0,-15-1 0,17 0 0,-9-2 0,1 1 0,2-1 0,4 0 0,7 0 0,0 0 0,3 0 0,2 0 0,2 1 0,4 1 0,2 1 0,3 2 0,2 1 0,0 3 0,5-1 0,0-1 0,2-1 0,-1 0 0,1 0 0,0 3 0,0-2 0,3 4 0,6 3 0,7 6-6784,1 0 6784,1 1 0,-5-3 0,-2 5 0,0 2 0,-1 4 0,0-1 0,0 2 6784,0-1-6784,-1 3 0,-2-2 0,-3-3 0,0 0 0,-2-3 0,1-1 0,-2-2 0,-1-4 0,0 2 0,0-5 0,0 0 0,0-5 0,0-2 0,0 2 0,0-3 0,0 0 0,0 1 0,0-1 0,1-2 0,2-1 0,10-7 0,0-2 0,8-5 0,3 0 0,-4 2 0,6-1 0,-6 1 0,11-2 0,0 3 0,8-3 0,-9 5 0,-2-1 0,-13 3 0,0-1 0,-5 3 0,-3 1 0,0 2 0,-4 2 0,-1-2 0,-1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4:59:27.1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2253 2413 9156,'2'-9'8026,"-1"2"-7438,-1 7 482,0 0 123,-1-55-370,-9 29-605,5-7 1,-3 0 134,-14 12-219,4 9 62,-9 1-33,-14 12-90,-12 14-1733,15-1 1,0 4 1673,8-1 0,0 3 3,-9 9 0,-2 3-468,4 2 1,2 1 441,6-7 1,2 1-191,-2 11 1,8-2 165,15-10-12,13 17 17,23-20 17,8-6 28,13-5 27,-5-20 1,4-10-28,-10-5 11,-1-6 33,-9-3 1,-1-2 2542,1-6-2562,2-11 0,-3-4 199,-18 22 0,-3 1-230,3-6 0,-1 0 204,-3 1 0,-1 1-114,4-24-51,-2 10 169,1-7-68,-6 36 130,1-1-231,-4 14 832,0 5-860,3 17-11,3 25-11,0 19-3,-3-28 1,-1 0-161,0 7 1,0 1 103,0-6 0,1 1-2393,6 27 1,1 0 1865,-3-25 1,1-1-1843,8 18 0,2-6 2428,4-15 0,-3-5 0,-8-17 0</inkml:trace>
  <inkml:trace contextRef="#ctx0" brushRef="#br0" timeOffset="184">2688 2470 23730,'-28'-45'-1855,"9"10"-429,23 39 2284,6 3 0,-5-2 0,1-1 0</inkml:trace>
  <inkml:trace contextRef="#ctx0" brushRef="#br0" timeOffset="741">4229 2193 16605,'3'-46'1359,"1"0"0,-1 6 1,0 7-996,2 16-252,-3 9-6,1 13 12,-1 14-34,1 22-73,-1-10 0,-2 4-587,-2 9 0,-3 3 408,-1 8 0,-1 1-221,-3 4 0,-1 0-306,1-1 1,1-1-552,1-5 0,3-3-1168,3-7 0,3-4 2414,5 17 0,1-28 0,0-16 0</inkml:trace>
  <inkml:trace contextRef="#ctx0" brushRef="#br0" timeOffset="1267">4716 2279 19479,'-43'-4'409,"0"0"0,3 3 1,8 9-160,12 35-125,8 9-83,7 3-29,9-12-325,23 14 280,5-25 24,-7-9 0,3-3-70,25 3-27,4-9 13,4-7 38,-4-9 29,-15-3 137,1-14-32,-25 2-14,1-11-40,-32-5 2,0 10-1659,-12 3 0,-3 1 1675,-2 1 4,-1 3 0,-2-1-47,-11-7 94,1 1 143,-6-16-98,28 7-22,-2-15-6,23 6-5,14 0-6,12 2 111,11 3 329,5 6-2,1 9-69,-2 9 3162,-2 15-3346,-3 12-191,-2 15 29,-4 10-275,-8 12-43,-8 8-655,-11-20 1,-4 1-407,-3 17-649,-2-18 1,-2-1-3215,-4 7 4339,1 6 0,6-25 1,4-11-1</inkml:trace>
  <inkml:trace contextRef="#ctx0" brushRef="#br0" timeOffset="1658">5503 2098 17413,'-4'-2'5413,"1"0"-4061,3 2-351,-61-16-740,44 14 347,-45-9-217,62 23-302,17 11-441,-1-4 328,9 1 0,3-1 108,4-1-234,0 0 0,2 0-23,9 6-345,8 6 78,-12 1 164,-14-3 317,-14 3-152,-26 8 284,-10-2-6,3-14 1,-2-1 323,-11 8-315,-10 6 11,14-12-53,-4 3-306,16-8-1884,11-8-7775,20-6 8134,-2-3 1,3-2-1,-9 0 1</inkml:trace>
  <inkml:trace contextRef="#ctx0" brushRef="#br0" timeOffset="2041">6336 2147 17931,'-3'-7'3401,"2"1"-2690,1 6 984,0 0-1187,-63 14 172,30 19-433,-7-11 0,3 3 97,12 23-84,10 4 0,12-4-107,4-10-3766,22 10 3200,-7-33 28,25 6-14,5-18-46,4-8 166,0-3 312,4-23-48,-30 12 180,14-21 106,-26 9-145,-4-19-30,-13 9 3402,-9-5-3521,-10 17-67,3 9-486,-8 2-9255,-2 10 8444,8 2 1,0 4 0,19 2 0</inkml:trace>
  <inkml:trace contextRef="#ctx0" brushRef="#br0" timeOffset="5425">3869 4082 8259,'-3'4'7400,"0"-1"-2617,3-3-3826,-14 23-408,14-25 96,-5 8-488,15-25 100,10-16-66,0 0-68,8-19-604,-8 12 0,2-3 506,-3 1 0,-1-1-17,1 0 1,0 0 8,-2-1 0,-2-1 19,-5 4 0,-1 1-25,-1 7 1,-1 0 32,-4-5 1,-5 3 51,-17-2-46,-4 7-33,-5 11 0,1 17-3037,1 27 3026,3-4-153,3 19 1,2 4 140,1 7-7,5-8 0,-1 8 0,3-6-1,3-10 0,2 0-20,-1 7 1,0 5-1,2-4-145,3-1 0,3-1-107,7 13 1,3-2 164,-5-16 1,4-3-284,16 7 1,3-6 78,1-11-53,0-7 0,2-4-260,15-9 414,-18-6 0,2-4 84,1-2 0,0-5 117,8-12 1,-2-3-72,-12 9 1,-1-1 182,8-13 1,-3-1 134,-12 5 0,-3 0-14,0 1 0,-2 0 17,-2-2 0,-3 2 2950,-7-9-2740,-10 9 1183,-1 10-1250,-10 6 83,2 9-319,-5 3 433,-7 22-534,1 8-21,2 9 10,2 12-11,11-5-16,1 11-7,13 1 18,9-16 5,4-8 56,13-16 23,-3-14-6,12-10 28,-2-13 6,1-10-51,-8 2 45,0-10 56,-6-3-95,-3 8 201,1-13-44,-15 30-118,3-3 39,-9 14-112,0 6-39,-1 2-6,-5 14 6,2 7-3392,-2 15 3392,5-8-16,14 15-1,3-16 0,12 9 11,-5-19 29,13-4-1,-8-11 1,12-7-1,-12-5 68,10-23 16,-16 3 34,5-17-56,-14 13 3498,-4-8-3335,-6 10 162,-1-10-179,-3 13-62,-1 4-118,-1 15-5,1 5-45,2 13-11,4 8 5,9 13-11,11 6-27,10 4-18,6 1-214,-1 1 119,-11 1-151,-12 1-213,-23 3 129,-7-10-280,-3-13 0,-5-1-4003,-6-1 1,-1-2 4674,4-3 0,0 0 0,-19 10 0,30-20 0</inkml:trace>
  <inkml:trace contextRef="#ctx0" brushRef="#br0" timeOffset="6260">5286 3989 10220,'6'1'4279,"-1"1"3019,-5-2-6356,17-68-198,-9 30-470,4-11 1,-1-2 89,-4-10-619,-4 27 1,0-2 374,-1-1 1,-1 0 2,0 1 0,-1 0 85,-2 3 0,-1 2 34,-5-21-41,-4 13-61,2 14-101,3 13-67,3 6-5,1 15 585,1 15-552,0 25-1702,1-13 1,0 2 1645,1 9 0,0 2-107,1 4 1,3 2-466,0 1 0,2-1-2,3-1 0,4-2-2239,9 0 0,4-4 1824,-9-16 1,2-3-351,6 0 0,0-6-7535,7-2 8930,-12-8 0,-2-3 0,-14-8 0</inkml:trace>
  <inkml:trace contextRef="#ctx0" brushRef="#br0" timeOffset="6476">5236 3820 22027,'15'-32'-297,"1"-1"0,4 3 0,5 6-148,11 16 0,3 6-942,3-3 0,0 1-44,0-2 0,0 0-1644,-2 0 0,-2 0 3075,20-7 0,-24 5 0,-17 3 0</inkml:trace>
  <inkml:trace contextRef="#ctx0" brushRef="#br0" timeOffset="6662">5814 3442 15345,'-3'-2'5321,"2"0"-2537,1 2-2767,-17-22 5,13 29-22,-11-5-62,19 46-70,0-16 1,0 1-577,1 5 1,0 2-229,-1 3 1,1-1-1188,-2 1 1,-1-1 2045,1 2 1,-2-4 0,0 4 0,0-9 0</inkml:trace>
  <inkml:trace contextRef="#ctx0" brushRef="#br0" timeOffset="6975">5867 3757 15227,'-6'-58'2050,"1"0"0,0 0 0,3 3-1546,4 17 1,1 4-5942,3-19 5617,6 15 1458,4 21-1526,5 6 770,13 3-882,5 17-22,8 14-29,-17 4 1,-2 4 2835,13 15-2920,-14-6 1,-4 1-34,-5 2-40,-7 1 1,-5 3-1474,-13-10 1,-4-1 1683,5 1 0,-3-1 22,-13-2 0,-5-4-89,-18 2 72,14-14 1,-2-2-60,0-3 1,0-2-112,-20 1-1067,19-11 0,3-7 1229,-1-16 0,-3 8 0,24-6 0</inkml:trace>
  <inkml:trace contextRef="#ctx0" brushRef="#br0" timeOffset="7226">6534 3556 19781,'-6'0'1910,"2"0"-1944,4 0-1047,72-34-1462,-14 19 761,-9-5 1,3 1 1781,-4 12 0,-7 3 0,-10 0 0,13 0 0</inkml:trace>
  <inkml:trace contextRef="#ctx0" brushRef="#br0" timeOffset="7409">6758 3735 23450,'35'-10'-3277,"0"0"0,-3 0 0,-1 1 1874,1 1 1,-1-1 0,3 0 0,-25 7-1</inkml:trace>
  <inkml:trace contextRef="#ctx0" brushRef="#br0" timeOffset="15641">7631 3344 19288,'-1'-42'858,"0"0"1,1 3 0,-2 11-842,-2 25 28,2 11 61,-2 13-55,-2 21-40,-1 4-275,1-10 0,-1 4-56,-1 10 1,0 2-1022,0 2 0,1 1-5,2-13 0,0 1 0,2-1 1346,1 10 0,2-6 0,0 6 0,4-14 0</inkml:trace>
  <inkml:trace contextRef="#ctx0" brushRef="#br0" timeOffset="16141">8085 3559 15793,'-10'-47'1521,"-1"1"1,1 4 0,-4 12-1041,-12 26-223,-4 12-51,-6 23-162,11-2-12,9-2 1,3 4 17,0 18-35,7-19 1,2 2-6,8 28 1,14-5-506,20-9 471,-13-26 1,3-2 0,21 8 5,-17-13 0,3-3 8,-1-3 1,0-3 28,-2 1 0,0-3 129,3-4 1,-3-3 23,-4-6-100,-10-6 39,-18-3-84,-6 5 50,-30-28-55,12 20-1,-3-2 1,-2-1-58,-10-8 136,1 0 81,12 6 0,1-1 81,-2-9-129,9 10 1,2 0 95,4-11-73,7 7-73,10 7-68,12 3-21,0 10-1,22 2-11,-12 9 0,9 5 1,2 3 4,-7 1 1,1 2-325,13 6 0,0 4 314,-15-6 0,-4 4-60,2 15 1,-7 4-860,-15 26 552,-11-14 0,-7 1-1236,-11-4 1,-6-3 1624,-1-3 0,0-4 0,-11 10 0,18-21 0</inkml:trace>
  <inkml:trace contextRef="#ctx0" brushRef="#br0" timeOffset="18076">9236 3601 12802,'19'-41'1950,"0"1"1,0-1 0,9-18-1,-11 14-1043,-19 33-660,-3 2 16,-10 11-61,-8 14-11,-15 16-124,2 4-278,10-5 1,1 2 227,3-2 0,2 1-82,-9 20 1,1 0-51,10-15 1,1 0-844,1 3 0,0 3 0,3-4-3958,1-4 1,2-3 3907,-3 7 0,2-3 1,0-2-1,8-25 0</inkml:trace>
  <inkml:trace contextRef="#ctx0" brushRef="#br0" timeOffset="18450">8995 3464 9254,'-46'3'321,"0"-1"0,6-1 0,9 6 2328,14 27-2521,18-1-77,6-5 1504,23 8-1404,-1-16 838,6 2-301,2-16 3270,-16-14-3493,6-9-90,-13-10-202,-6 3 303,-5-14-106,-8 12-128,-4-7-123,-2 16-42,-4 2-193,1 8 53,2 2-604,-4 11-190,11 9-56,-2 6-3304,9 14 4221,4-7 0,-2-6 0,1-8 1</inkml:trace>
  <inkml:trace contextRef="#ctx0" brushRef="#br0" timeOffset="18809">9523 3739 13161,'0'3'2996,"0"0"-1176,0-3-1590,-46 45-4140,40-29 4140,-34 32 1459,59-42-1146,-4-5-34,10-5-33,-7-6-241,-5-2 253,-1-7 3604,-5-6-3705,-3 0-57,-5-3-106,-4 10-101,-7 6-83,2 4-57,-8 5-151,5 3-286,-5 6-711,10 5-2470,5 6-2106,8-3 5741,7 0 0,-5-10 0,1 0 0</inkml:trace>
  <inkml:trace contextRef="#ctx0" brushRef="#br0" timeOffset="19016">10034 3352 23069,'-52'19'-17,"6"16"-151,31 1 0,4 4-1376,-1 5 1,1 0 723,3-8 0,1 1 820,0 12 0,1-4 0,2-13 0,0 13 0</inkml:trace>
  <inkml:trace contextRef="#ctx0" brushRef="#br0" timeOffset="19426">10441 3418 17557,'0'-5'4033,"0"1"-3416,0 4-522,-70 20-62,41 10-33,-12-7 0,3 5 0,25 29 0,11-4-11,13-6 0,11-9 5,10-10 23,7-12 45,3-7 39,2-14 33,-2-8 68,-4-11 50,-9-8-23,-11-8-50,-10-6 6,-14-2 39,-6 3-28,-10 6-5,-4 7-12,0 6-95,0 8-84,9 6-280,2 6-297,10 5-907,-1 7-5232,14 8 6716,2 4 0,1-4 0,-3-6 0</inkml:trace>
  <inkml:trace contextRef="#ctx0" brushRef="#br0" timeOffset="19650">10991 3445 21108,'34'-9'-6318,"11"3"6318,16 4 0,-21 1 0,-18 1 0</inkml:trace>
  <inkml:trace contextRef="#ctx0" brushRef="#br0" timeOffset="19825">11077 3697 15541,'-6'2'5181,"0"0"-4817,6-2-280,0 0-280,-12 6-683,37-11-2958,7 1 3837,-1-3 0,1 0 0,12-3 0,-19 5 0</inkml:trace>
  <inkml:trace contextRef="#ctx0" brushRef="#br0" timeOffset="20366">12022 3305 21926,'-50'15'330,"1"0"1,3 0 0,8 3-230,8 22-57,7 5-21,10 3-23,10 12-11,7-19-40,13 13-22,10-25 1,18 5 30,-16-20 0,2-4 2,23 5-19,-8-10 1,1-3-320,15-5 403,-20 1 0,-1-2 104,5-10-3254,-17-11 3153,-16 6 0,-17-12 6,-15 5 10,-17-8 24,-15 1-223,21 17 1,-1 1 235,-3 0 1,-1 1 80,-7-2 1,2 0-23,-14-6 8,21 8 0,5-1 302,5-8-305,4-8 3138,14-2-3160,29-11-95,-3 16 6,4 8 0,4 3 22,20 2-28,1 1-23,-13 8 1,0 5-257,11 8 251,-13 0 0,-1 3-5,13 22-1,-8 11-28,-12 12-100,-14 7-157,-13-29 0,-4 1-1225,-2 0 1,-2-1 1515,-13 24 0,6-22 0,7-16 0</inkml:trace>
  <inkml:trace contextRef="#ctx0" brushRef="#br0" timeOffset="21980">4109 4879 8898,'-1'-9'7926,"1"3"-6896,0 6-128,0 0-258,-29-40 6,17 24-90,-22-29-314,25 36 152,-2 4-57,-11 7-217,-5 7-113,-3 2 39,-16 25-27,15-7-29,-10 17 12,22-9-34,10-4 16,12-9-32,28 16 10,1-16 9,-4-5 0,0 0 8,10 0-45,8 2 23,-13-4 5,3 5 40,-14-5 28,-10 7 66,-19-7 12,-14 5-16,-19-5-1,-14-4-22,-8-4-29,-1-5-88,3-9-646,10-9 343,15-4-6352,10-17 6699,19 13 0,1-2 0,7 15 0</inkml:trace>
  <inkml:trace contextRef="#ctx0" brushRef="#br0" timeOffset="22363">4397 4895 20511,'-17'55'41,"0"0"0,2-4 1,9-6 2,26-4 29,8-7 45,3-7 111,1-9 472,-2-8-202,-3-8-173,-6-4 318,9-16-152,-9-2-100,9-16 75,-13-1-159,-5-4-78,-6 3-107,-3 5-95,-3 7-106,0 7-466,-1 8-1505,1 6-836,-1 4 2885,1 1 0,0 0 0</inkml:trace>
  <inkml:trace contextRef="#ctx0" brushRef="#br0" timeOffset="23387">4926 5013 11962,'0'-4'5802,"0"1"-3695,0 3-2034,31-39-1,-18 37 1,24-23-6,-26 53 1,-2 8 10,-1 5 135,-2 7-73,-3-16 207,-1 3 78,-3-20 46,-2-2 118,2-6 318,-1-5-666,0-7-157,1 0 95,-3-12 6,1-4-12,0-13 107,6-27-235,2 22-6,4-15-22,1 33 50,12-9-72,-1 8 5,19-6-17,-14 18-6,12 3 7,-11 14-24,6 7 46,-3 13-51,-4 20 12,-13-10-12,-3 22 17,-13-21 28,-2 5 22,-1-14 57,1-12 279,2-11-235,3-5 17,0-7-84,0-7-11,0-12 11,6-20-50,-2 11 5,12-15-28,0 23 11,8-3 23,3 8-45,12 8 6,-2 8 16,-1 6-16,2 10-96,-6 8-3957,17 20 3532,-16-10-533,-11-4 1,0 1 507,15 24 1,-15-20 0,3 5 0</inkml:trace>
  <inkml:trace contextRef="#ctx0" brushRef="#br0" timeOffset="23637">6124 4812 22156,'5'-15'-874,"25"4"-257,6 9 0,5 4-2071,6 0 1,-1 2-1715,-5-3 1,-4 1 4238,20 5 0,-46-5 1,-4-1-1</inkml:trace>
  <inkml:trace contextRef="#ctx0" brushRef="#br0" timeOffset="23803">6244 5191 23282,'35'-12'-262,"1"0"1,14-4-1,-2 1 1,-4 0-1,14-2 1</inkml:trace>
  <inkml:trace contextRef="#ctx0" brushRef="#br0" timeOffset="27308">7654 4805 14617,'3'0'3327,"-1"-1"-208,-2 1-2839,-2-6-196,1 4 12,-2-4-91,2 6 12,0 2 129,-5 4-12,-3 3 0,-8 7-38,0-3 324,-13 4-72,8-11 38,-6 1-16,9-11-46,6-5-105,6-9-124,5-5-61,10-4-18,9 1 40,11 4-50,-1 8-28,19 5 5,-11 15-6,15 8 12,-19 5-78,1 33-18,-22-3-1656,-9-9 0,-3 1 1668,-14 20-3,-2-25 1,-6 3 0,0-2-491,-6 7 0,-3 1 560,2-4 0,-3 2 0,1-2-193,-9 5 1,2-5 391,4-9 0,2-6 182,-18 2-135,17-32 2561,15-19-2639,9-17-79,8 2-8,8 6 1,6-1-10,12-11-22,-4 13 1,3 2 5,22-8-22,-8 14-29,8 9-100,5 14 11,-8 4-325,-3 7 1,0 4-1054,10 12 47,-13-7 1,1 0-866,-5-4 0,-2-1 2308,19 8 0,-17-12 0,-14-6 0</inkml:trace>
  <inkml:trace contextRef="#ctx0" brushRef="#br0" timeOffset="27658">8351 4968 13351,'1'-6'6945,"-1"2"-4110,0 4-2656,-55-29-78,28 36-87,-8-13 0,1 6 2,11 41-4,8 7-24,8-3 12,8-9 12,17 0 4,7-17 12,17 0 17,3-13 34,4-13-35,-12 0 264,6-22-151,-25 13 258,5-30-186,-20 14-27,-6-14-17,-8 9-40,-7 4-100,2 11-123,-13-4-141,17 18-173,-9-4-1646,17 17-7793,2 7 9224,-1-1 1,2 1 0,1-9 0</inkml:trace>
  <inkml:trace contextRef="#ctx0" brushRef="#br0" timeOffset="28066">9205 4895 13849,'0'-6'6447,"0"1"-4812,3-57-424,-3 36-747,2-11 1,-1 3 213,-4 20-320,0 7-257,-4 6-73,-1 12-11,-1 13-11,-1 21-46,1 15-522,6-23 0,2 2 265,2 4 1,2 0-477,1 2 0,2 1-1092,3 1 0,0-1-1751,0-1 1,0-3 3615,-2-6 0,-1-3 0,1 6 0,-5-20 0</inkml:trace>
  <inkml:trace contextRef="#ctx0" brushRef="#br0" timeOffset="28250">9026 5249 22470,'-13'-43'390,"1"0"0,1 3 0,8 8-395,17 17-152,17 1-515,15 2-776,-14 7 0,2 0-3711,27-1 5159,-24 2 0,-2 1 0,-6 2 0,-1-2 0</inkml:trace>
  <inkml:trace contextRef="#ctx0" brushRef="#br0" timeOffset="29254">10002 4914 22621,'-20'-35'227,"-1"-1"1,1 4 0,1 13-138,-4 32-57,3 6 79,-12 32-89,12-4-478,7-11 1,3 2 451,6-6 0,5 1-1490,10 5 0,3-2 1487,10 13-97,3-18 1,5-4 57,22 2 5,-17-13 1,2-2 11,1-4 0,-1-2 11,-1-3 1,-1-2 10,24-7 57,-16-7-7,-18-8 418,-16-4-451,-17-4 3286,-12-5-3291,-14-4-17,3 7 33,3 7 1,-2 0 38,-13-7-42,10 8 1,0 1 14,-10-5 27,10 9 1,-1 0 28,-8-6 364,-14-9-264,23 7-94,13 2-80,10 0-21,16 0 16,14 0-17,18 3-16,15 4-85,-22 11 0,1 3 93,1 4 0,0 4-237,0 3 1,-2 5 219,-2 5 1,-4 4-60,-3 3 1,-4 4-124,-4 4 0,-5 2-322,-4 2 1,-4 2-976,-5 1 0,-3 1 1510,-1 2 0,0-4 0,-5 6 0,4-8 0</inkml:trace>
  <inkml:trace contextRef="#ctx0" brushRef="#br0" timeOffset="29507">10877 4884 19076,'-4'-1'3142,"1"1"-3036,3 0-543,29-20-437,8 13 169,15-14-631,-19 18 0,1 4-6438,25 5 7774,-27-2 0,-1 0 0,9 4 0,-19-2 0</inkml:trace>
  <inkml:trace contextRef="#ctx0" brushRef="#br0" timeOffset="29683">11057 5209 15009,'-6'3'7006,"0"-1"-6585,6-2-415,0 0-124,2-9-258,28-6-402,15-12-121,-8 12 0,4 0-2244,3 0 1,0 1 3142,-5 1 0,-2 2 0,11-4 0,-21 8 0</inkml:trace>
  <inkml:trace contextRef="#ctx0" brushRef="#br0" timeOffset="30090">11969 4875 17479,'-3'-9'3125,"0"2"-1170,3 7-1630,-3-68 62,3 33-287,0-9 1,4 1 62,19 6-135,7 15-34,15 5-3431,-1 13 3404,-8 7-74,7 11-178,-7 20-21,-22 1 1,-4 3 199,2 19 44,-20-11 1,-10-1-106,-2-17 0,-6-1 265,-13 14 0,-3-1-45,13-12 1,-1-3 119,-16 11 1,4-4-56,10-10 38,-14 9-66,34-22 3322,6-2-3278,16-7-150,18-6-169,21-5-17,1-1-117,-13 2 1,5 0-993,7-2 1,1 0-768,3-1 0,1-1 2078,-8 2 0,1 0 0,-6 1 0,19-5 0,-8 2 0</inkml:trace>
  <inkml:trace contextRef="#ctx0" brushRef="#br0" timeOffset="30584">12941 4856 23758,'-47'-2'194,"-1"0"0,3 1 0,7 6-183,7 18-5621,-5 20 5610,22-19 1409,-2 34-1426,27-24-16,14 14 881,5-21-862,4-11 0,1-4 3,4 0 0,-3-4 0,3-1 33,20-4 0,0-3-5,2-6 28,-19-5-28,-15-2 28,-5-8 3369,-13-4-3386,-7-18-17,-6 12 8,-12 3 1,-5 1 3,-6 2 30,-3 3 0,-3-1 110,-16-6-60,21 13 1,0-2 260,-19-24-285,23 11-51,12 0 11,25 9-17,11 4-5,13-3 0,-1 8-6,16 5 6,8 12-23,-12 3 9,-15 2 0,-3 5-20,6 26 6,-6-5-20,-15-7 0,-4 4-680,-9 28-440,-7-26 0,-3-1-982,-1 1 1,-4-2 2132,-5-3 0,-1-4 0,2-4 0,-1-2 0</inkml:trace>
  <inkml:trace contextRef="#ctx0" brushRef="#br0" timeOffset="49561">3853 6375 20453,'-15'-53'1193,"-1"1"0,3 5 0,0 7-745,2 16-190,3 9-174,4 7-213,2 6-33,1 4 128,3 13 51,4 17-12,5 21-246,-1-2 235,-1-8 1,1 2-6,4 15 11,-4-17 0,2-1-6,10 16-10,0-15 21,-1-12 29,-4-13 106,-1-9 45,-3-12-12,3-10-33,3-15-28,2-12-39,3-12-291,-12 23 0,0-1 232,0-1 1,1 0-10,0 1 0,0 1 1,12-21-235,-3 13-292,-3 14-717,1 13-1445,4 14-2806,4 13 5489,-3 6 0,-9-6 0,-7-6 0</inkml:trace>
  <inkml:trace contextRef="#ctx0" brushRef="#br0" timeOffset="50271">4800 6370 14790,'0'-4'5288,"0"1"-2583,0 3-2492,-51-60-50,7 53-144,8-22 1,0 6-259,4 31 1,2 9 294,-16 13-39,19-9 0,0 1-9,4 1 1,2 2 129,-8 20-138,16-3 17,21-9 11,16-9 17,19-11 11,12-10-23,-24-6 1,1-3 19,1-3 1,-2-2 13,-1-3 0,-2-3 140,20-23 107,-13-2-17,-11 0-40,-10 1-44,-7 2-11,-4 5 438,-1 8-466,-2 10-101,0 8-101,-1 7 5,-2 9 46,-1 10-23,-3 14 0,3 11-11,0 6-29,7 4 1,8-1-17,9-4-5,13-10 16,9-12 56,7-13-1679,-16-17 0,-1-5 1679,14-4 0,6-16-104,-28 7 0,-2-2 132,13-22-25,-12 9 0,-2-3-203,-8 2 1,-3-1 210,-2-5 1,-2-2 16,-2-2 0,-1-1 6,-4 1 0,-2 0-9,-2 5 1,-1 1 10,-2 7 1,-1 3 98,-8-15-46,5 20-66,3 16 3043,4 15-3088,0 16 16,-2 21-16,-2 21 2,3-23 1,0 4-26,0 16 1,1 2-1529,6-9 1,1-2 1429,0 0 1,5-3-343,10-9 0,6-6-758,3-10 1,4-2-2609,12 3 1,1-1 3839,-1-4 0,-2-4 0,14 4 0,-24-9 0</inkml:trace>
  <inkml:trace contextRef="#ctx0" brushRef="#br0" timeOffset="50521">6086 6181 13790,'52'-31'-1229,"0"0"1,-1 3 0,0 6-3688,1 15 1,-3 6 4846,13-4 1,-10 4-1,-44 1 1</inkml:trace>
  <inkml:trace contextRef="#ctx0" brushRef="#br0" timeOffset="50688">6182 6423 23394,'44'-14'-1153,"1"0"0,-1 0 0,-1 0 1,0 1-1,-5 0 1153,-2 1 0,-6 0 0,11-3 0,-17 7 0</inkml:trace>
  <inkml:trace contextRef="#ctx0" brushRef="#br0" timeOffset="51797">7954 6042 22077,'-1'-50'40,"-2"26"-34,-9 71-9,6-15 0,1 3-3,0 4 0,1 2-384,1 2 0,2 1 154,2-1 1,2-1-263,2-2 0,2-1-407,2-4 0,4-1-3667,6-1 1,1-3 4571,10 9 0,-2-11 0,-18-21 0</inkml:trace>
  <inkml:trace contextRef="#ctx0" brushRef="#br0" timeOffset="52286">8390 6275 16639,'-1'-46'1417,"0"-1"0,0 5 0,-3 8-796,-8 17-352,-3 8-185,-1 7-28,-2 11-5,-1 14 10,-1 18 24,1 15-60,12-25 0,1 1-19,-1 30 22,13-6 11,11-9-11,5-15 39,31-1-33,-5-20-126,-12-3 1,1-3 158,24-8 45,-6-5 61,-12-8 147,-15-9-242,-14 6 17,-15-13-61,-16 5 11,-13-9-12,-13-2 12,-6 1 8,23 18 0,0 1 93,-24-18 22,8 1-6,12 0-44,11 3-40,12 2 195,14 1-245,11 1-16,13 2-1,9 6-11,5 8-23,10 19 18,-18 3-40,11 24-73,-26 7-127,-9-12 1,-2 4-42,-4 3 1,-3 4-1358,-3 9 1,-3 0-361,-1-7 1,0-1-45,-1-2 0,0-3 2047,0 13 0,3-32 0,1-1 0</inkml:trace>
  <inkml:trace contextRef="#ctx0" brushRef="#br0" timeOffset="52763">9280 6384 15749,'14'-46'1303,"1"0"1,-1 0-1,3-11 1,-2 6-879,-4 16 1,-2 4 834,1-17-537,-7 26-493,-1-1 48,-2 16-306,-1 7 164,-3 9-119,-3 14-6,-3 8 0,1 4-11,-8 19 8,2-4 1,-2 3-619,2-12 0,-1 0 473,-6 13 0,-1 1-166,0 0 1,-1 0-334,1-2 1,2-1-572,3-6 0,2 0-1521,6-7 0,1-3 1975,0 16 1,7-24-1,2-17 1</inkml:trace>
  <inkml:trace contextRef="#ctx0" brushRef="#br0" timeOffset="53003">9686 6328 15900,'1'-6'5147,"0"1"-3803,-1 5-392,0 0-918,-10-12-56,-6 32-62,-13 5-62,4 24-344,9-13 1,2 1-313,4-5 1,1 0-454,0 6 1,1 1-3350,5-1 0,4-2 4604,4 10 0,4-13 0,-3-24 0</inkml:trace>
  <inkml:trace contextRef="#ctx0" brushRef="#br0" timeOffset="53356">10137 6342 17092,'0'-4'4582,"0"1"-4072,0 3-269,-64 21-196,41-4-29,-19 11 1,3 3-11,25 1-26,6 7 1,4 0 19,7-10 11,15 26 0,7-35 17,11-1 56,4-9 56,-1-9 73,-1-11 84,-5-11 33,-5-10-1794,-14-2 1,-4-2 1569,2-7 57,-7 0 1,-3 1 82,-9 7-72,-3-11-84,-6 20-107,0 10-62,2 6 2669,-6 8-4516,4 11 1104,-6 9 1,12-6-1,2 1 1</inkml:trace>
  <inkml:trace contextRef="#ctx0" brushRef="#br0" timeOffset="53620">10830 6245 22694,'26'-24'-1939,"15"4"623,-4 17 0,3 3-2422,3-1 0,0 0 3738,-5 0 0,-3 0 0,11 0 0,-23 1 0</inkml:trace>
  <inkml:trace contextRef="#ctx0" brushRef="#br0" timeOffset="53787">10964 6408 19725,'-39'19'679,"-1"0"1,1-1-1,16-6-230,32-11-247,19-5-365,25-5-1147,-15 1 1,2-2-699,7-1 0,0-2 2008,-4 2 0,-3 0 0,13-4 0,-25 6 0</inkml:trace>
  <inkml:trace contextRef="#ctx0" brushRef="#br0" timeOffset="54304">12139 6141 17450,'11'-42'735,"1"0"1,-2 4 0,-2 10 1530,-7 22-2254,-1 4 771,-2 8-789,0 3 482,-11 36-493,-1 9-73,4-11 1,0 3 86,1 0 1,1 0-1124,2 3 0,1-1-1473,0-1 1,3-1 2598,2-8 0,1-3 0,0 7 0,3-22 0</inkml:trace>
  <inkml:trace contextRef="#ctx0" brushRef="#br0" timeOffset="54596">12608 6230 17826,'-3'-3'4481,"0"0"-1731,3 3-2318,-24-29-102,17 19-72,-17-21-113,22 27-49,1 1-1475,1 3-340,2 7-6224,3 3 7943,2 5 0,-1-5 0,-2-5 0</inkml:trace>
  <inkml:trace contextRef="#ctx0" brushRef="#br0" timeOffset="55204">13038 6190 23597,'-40'-42'168,"2"20"23,13 59-146,1 19-45,11-15 46,3 19-41,13-19-10,9 8-7,12-5-10,14-8 11,12-8 16,10-12-2,-28-10 0,1-3 5,-1-5 1,0-1 36,27-8 22,-8-11 39,-11-5 12,-12-5 8,-13-7-42,-14-4-22,-14-1-28,-4 9-4,-7 10 1,-3 0 14,-18-11-12,10 10 1,-1-1 19,5 6 1,2 0 27,2 2 0,2-1 153,-14-14-116,18 3-56,11 2-12,15 1 6,7 2-22,12 3 0,7 6-12,3 9-22,3 9-6,-3 15 1,-1 15-23,-6 17-197,-15-18 1,-4 3-79,-1 4 0,-3 1-565,-2 2 0,-3 1-4048,-5 8 1,-3-1-4916,-2 14 9561,-8-3 0,14-45 0,2-7 0</inkml:trace>
  <inkml:trace contextRef="#ctx0" brushRef="#br0" timeOffset="56197">12159 6192 14751,'-7'-47'1826,"1"-1"0,1 9 0,1 4-717,4 4-173,3 8 156,2-8-555,-1 10-313,-1 4 6,-2 11-224,-1 5-90,0 1 39,-2 10 50,-4 26-5,1-4 3,-2 12 0,1 2 19,-1 2-352,2-1 1,0 2 334,1-16 1,1-1-3,-1 6 0,1 0-15,0-5 1,0 0 11,0 28 28,1-19 101,1-11 67,1-19 286,0-11 514,2-10-879,3-20-89,-1 1-5,2-16-1,0-3 23,-1-11-264,-1 19 1,-1-2 254,1-10 0,0 0-22,-1 17 0,0 0 31,0-10 0,0 3 106,-1 2 34,0-1-151,-1 20-130,-1 8 35,-1 12-1,0 10 533,-3 26-482,-2 12 5,3-13 1,0 1-1,-2 18 29,3 9-23,4-19 5,2 2 1,2-11 5,-1-14 79,-2-11-6,-1-6 61,-1-5-89,-1-9-17,1-18-16,-1 2-12,0-7 0,0-2-16,0-1 10,0 1 1,1 0-6,-1-4 11,1-3-50,-1 19-639,0 9 253,0 15-2169,0 19 863,0-2 1731,7 32 0,-5-33 0,5 9 0</inkml:trace>
  <inkml:trace contextRef="#ctx0" brushRef="#br0" timeOffset="57030">12527 6200 11827,'-1'-7'5120,"0"2"-2555,1 5 146,0 0-2016,2-20-538,-2 15 123,2-15-230,-3 20-33,-1 1 0,1 2 33,-6 12-28,3-1-5,-3 8-11,4-9 22,2-1 0,1-8 101,1 1 173,2-4 62,2-2-62,3-4-33,4-5-34,0-6 52,-1-12-187,-6 11 68,-3-8-61,-6 14-57,-3 2-39,-2 3-11,-12 5-11,9 3-11,-14 7 5,15 3 6,-2 7 5,8-5-5,4 10 5,7-7 6,0 4 0,8-4 0,5-4 12,-3-3 38,9-3-16,-15-6 22,13-9 11,-11-1-39,1-4 89,-2-5-61,-7 8-16,0-3-29,-3 7-39,-1 4 11,-2 2-5,-2 4 22,-4 2 0,-3 6-12,1 1-4,2 2-7,4-1 18,5-1-1,6-1 34,5-4 22,4-4 29,3-8-29,-6-1 85,4-11-63,-13 5 158,1-20-112,-11 8-57,-6-12-33,-5 11-196,0 7-806,1 10-7243,1 19 8217,1 7 0,5-2 0,3-3 0</inkml:trace>
  <inkml:trace contextRef="#ctx0" brushRef="#br0" timeOffset="62887">9527 6625 8662,'1'-7'6632,"-1"2"-5724,0 5 1270,13-64-1118,-7 36-856,2-8 0,0 0 491,-1 12-68,-2 6-106,3-4-163,-2 3-44,-1 2-11,-2 5-107,0 5-129,-2 4-269,1 2 180,-6 13 61,0 6-33,-3 7-6,0 11 0,1-4 22,1 8-22,2 6 0,3-12 0,0-4-11,0-12 17,0-9 38,0-2 130,0-4 772,0-2-548,2-6-252,-1-6-46,2-13-16,-1-8 17,0-20-62,0 15 51,0-15 5,-2 24-22,-2-5 67,0 8-73,-1 11-89,0 5-45,2 8-124,0 1 90,1 8 113,0 18-24,1-2 7,3 37-34,3-9 72,0 10-33,0-8 0,-2-21 11,-2-9 1,-1-12 111,-1-4 146,-1-8 62,1-5-292,-1-9-3392,-3-15 3387,-1 0-112,-3-20 100,1 0-16,2 17 0,0-1-4,0 1 1,0 1 31,-4-32-23,1 21-17,3 11-61,1 19-134,3 10 3451,1 15-3262,5 12-10,3 24 11,0-3 2,-4-13 1,-1 2-9,-1 3 0,-2-1-83,2-2 1,-1 1 93,0 1 1,-1-3 5,2 4 11,-2-17 34,1-7 213,-2-11-124,2-1 118,-2-10 122,-3-11-352,1-4 1,-3-20-18,3 1 9,2 10 0,1-1 3,2-19 6,2 2-7,-2 23-21,0 11-40,-2 6-50,0 8-348,-1 0-319,0 6-1528,2 10 2290,5 14 0,-4-10 0,3 3 0</inkml:trace>
  <inkml:trace contextRef="#ctx0" brushRef="#br0" timeOffset="66062">13688 5775 10074,'0'-9'1801,"-23"-25"0,-15-3-1082,4 18 1,-4 3-1724,0-9 0,-3-3 0,1 5 1228,-6 9 0,0 6 411,-15 2 1,1 3-373,14 2 1,0 2-102,2 0 1,-3 1-1,2 2 20,-17 3 1,2 3-130,11 0 0,0 1-1,7 0 1,-1 2-1,-2 1 4,-4 4 0,0 1 0,0 1-43,8-5 0,1 1 0,-2 1 2,-13 8 0,-4 2 0,6 0-1,3 1 0,4 2-11,10-6 1,0 2 0,2 2-14,1 4 1,2 4 0,4-1 15,-5 12 0,4 2 7,9-10 0,1 2 0,3-1-8,-2 14 1,3 0 2,0 3 1,2 1-23,3 1 0,1-1-9,2-11 1,1-1-31,2 8 0,4 2-51,8-3 0,6-1 73,2-2 1,6-3 72,12 2 0,9-8 47,9-19 1,4-9-57,-6-4 1,3-5-113,-1-6 1,4-3-1,2-3 39,-8-1 1,2-1 0,1-1 0,1-1-450,0 0 0,2-1 0,-1-1 1,2 0 492,-5 1 1,1-1-1,0 0 1,-1-1-1,-2 0 11,1-1 1,-3 0-1,-1-1 1,0 0 69,12-6 0,-3-1 1,-1-2 50,-5 1 0,-2-2 0,-3-2 41,-4 1 0,-2-1 1,-2-2 47,-3-1 1,-2-1 0,-1 0 127,-4-1 0,-1 0 0,-2-3-172,2-7 1,-2-2-1,-3 2 641,1-3 1,-3 0-708,-5 4 1,-2-3 0,-3 6 30,-3-18 5,-15 5 0,-9-1-92,-2 21 0,-3 1-37,-5-6 0,-5 1-11,-4 14 1,-6 4-1,1 2-39,-10 3 0,-3 2 127,2 1 1,-4 1 0,1 3-179,5 5 1,1 3 0,-1 2-299,0 0 0,-1 3 0,2 1-18,1 2 1,1 3 0,2 1-368,2 1 1,2 2 0,2 2-2893,-13 13 1,4 3 3653,10-2 0,5 0 0,-7 11 0,21-17 0</inkml:trace>
  <inkml:trace contextRef="#ctx0" brushRef="#br0" timeOffset="67746">14752 6071 16644,'17'-33'-834,"12"5"492,17 16 0,9 4-736,-7 1 0,0 1 412,1 2 0,-2 1 419,-12 0 1,0 3-1059,2 3 0,-5 5 580,-8 8 423,-8 15 352,-42 4 84,3-14 1,-3-1 123,-24 15 467,8-10 1,0-2 27,14-7 1,0 0-118,-10 5 0,2-1 249,-5 4-566,17-7-118,12-7 539,10-7 212,9-1-476,11-6-358,17-6-90,15-10-20,-19 5 1,2-2 42,2-3 1,0-1-7,1-4 0,-2-1 22,-3-1 0,-2-2 95,-4 1 1,-2-1 408,8-24-257,-14 17 560,-14-8-291,-13 19 72,-7-9-319,0 18 543,-7 0-543,13 10 148,-2-1-534,10 6-17,2 2 78,1 8 17,1 6-22,4 12-23,4 9 6,7 10-17,1 11-589,-10-23 0,-2 2 297,-2 4 1,-4 2-510,-5 3 1,-5 1 828,-7 7 0,-1-4 0,-5 6 0,-3-6 0</inkml:trace>
  <inkml:trace contextRef="#ctx0" brushRef="#br0" timeOffset="68895">16415 5925 19440,'0'-8'2918,"0"1"-2465,3-23 1,1-6 100,-1 11-375,1-12 1,-1 3-85,-2 25-173,0 12 111,-1 4 23,0 18-56,0 13 8,0-2 1,-1 5 2,1-3 0,-1 1-631,1 10 1,-1 0 622,1-17 0,-1 0-9,1 4 1,-1-1 16,0 13 6,0 12-1,0-23 1,1-9 0,0-18 834,0-7-728,2-28-94,-1 8-12,3-24 33,2-21-39,-2 17 261,0-2 1,1-2-265,-2 14 1,0 0-7,2-14 1,-1-1 11,-2 9 0,0 2 9,2-21-12,-4 27-17,-1 23-117,1 6 5,-2 8 140,0 15-16,-2 5-17,-1 27-23,0 4 28,3-19 1,-1 3 10,1-1 1,1 1-17,3 4 0,2 0-167,0-11 0,1-1 178,7 22-22,2-25 55,-6-16 192,-1-2-107,-2-14-102,0-10-4,-2-6 1094,0-19-1078,-9-22-9,3 28 1,-2 0-3,-2-8 0,0 1 2,-1 3 1,0 3 2,-2-9 40,0-3-34,7 33-6,0 0-128,2 9-29,1 4 102,-1 13 50,1 2-6,0 25-20,0-9 1,0 2 8,-1 22 3,0-3 0,-1-1-9,0-6-3,0-1 1,1-1-3,1-7 11,0 8 28,0-26 106,0-10 309,0-5-387,-3-27-45,0 9-11,-5-39 0,5 18 0,1-15-6,3 18 6,5 0-44,0 10-287,-1 3-234,-1 7 565,-9 9 0,4 3 0,-4 0 0</inkml:trace>
  <inkml:trace contextRef="#ctx0" brushRef="#br0" timeOffset="76721">1556 7879 21775,'-20'-26'493,"3"9"-392,10 32 33,-5 13-4290,-6 22 4173,4-13 854,2 15-838,17-24 51,10 1 45,13-9 28,10-10 0,8-12 50,1-11 39,-3-8 34,-7-7 23,-11-2 27,-11-11-246,-7 10 3426,-13-17-3432,-6 14 12,-11-7-29,-6 8 23,-4 11-5,-9 12-96,11 10 22,-11 14-10,13 12-4,7 1 1,0 3 2,4-1 1,2 1 5,-1-1 0,2 2 0,4 7 0,4-2-346,1 2 332,4-4 0,3 1-59,15 5-235,16 8-213,-9-27 0,5-1-2708,17 3 0,2-3-1342,-15-7 1,0-1 3914,9 2 0,-6-3 0,-16-6 1,-8-3-1</inkml:trace>
  <inkml:trace contextRef="#ctx0" brushRef="#br0" timeOffset="76928">2326 8211 25769,'-35'-20'-9225,"6"6"7809,29 21 1,0-2 0,0 0 0</inkml:trace>
  <inkml:trace contextRef="#ctx0" brushRef="#br0" timeOffset="81403">4158 8125 14790,'-2'-48'1815,"0"1"0,0-3 0,1 3-214,5-13-1146,-2 11 323,4-12-201,-4 33-174,0-2-28,-1 12-352,-1 9-107,0 6 0,-1 4-12,-3 16 91,-4 11 7,0 7 1,0 4-6,1-2 1,0 1-4,0 1 1,1 1-1,3-2 0,1-2 1,7 15-1,3 7 1,6-8 10,-4-21 6,0-4 73,-8-19 146,1-2-34,-3-6-146,0-11-16,-4-24 11,0-11-23,-2-4 3,5 20 1,0-2 46,1-3 1,0-1-188,2 0 0,0 0 176,1-2 1,-1 3 33,4-2 7,-3 15-125,-2 17-106,-1 4 67,-2 19 51,-2 13-11,-5 23 22,1-4-9,3-15 1,0 2-263,-3 21 271,5-22 0,0 0 158,1 0 0,1-2-152,3 15 33,-1-15 84,1-18 1,-1-18-96,-1-2 303,0-17-287,0-8-27,0-3 28,0-20 11,0-1-37,0 19 1,0 0 2,0 0 1,0 2 139,1-28-83,-1 24-62,1 15-68,-2 18-61,0 7 56,-4 20-5,0 12-12,-2 11-212,3-13 0,0 2-292,1-3 1,1 2-1206,-1 8 1,2 2 1781,5 3 0,2-2 0,-3 5 0,9-8 0</inkml:trace>
  <inkml:trace contextRef="#ctx0" brushRef="#br0" timeOffset="81995">4961 7826 22156,'-49'-30'577,"1"-1"0,5 2 0,7 8-258,19 17-291,9 2-45,3 1-5,5 1 55,6 8-22,16 11-16,-1 0 5,29 14 5,-18-16-16,3 1 0,3 0-28,12 8-544,-15-9 0,-2 1 571,2 5-10,-7 8 33,-19-8 0,-10 12 1,-9-12 16,-21 10-12,-18 4-8,22-18 1,-1 1 380,-6 2 0,2-1-389,-8 4-61,3-1-1058,20-8 38,3-4 1081,26-2 0,-8-8 0,13 0 0</inkml:trace>
  <inkml:trace contextRef="#ctx0" brushRef="#br0" timeOffset="82520">5824 7919 23080,'-20'-54'807,"-1"11"-757,3 46-28,-4 9 6,-3 10-11,-1 10-6,5-3 12,3 18-18,12-14 18,8 13-23,14-14-11,23-4 39,14-11 67,1-5 67,-3-16 40,-19-6 78,-8-8 22,-8-4-55,-7-4-28,-5-1-29,-9-1-44,-5-1-46,-6 0-77,-4 5-118,-2 2-393,-4 6-1819,-3 7-3149,5 6 5456,-4 9 0,17-3 0,1 2 0</inkml:trace>
  <inkml:trace contextRef="#ctx0" brushRef="#br0" timeOffset="86749">4027 9809 7438,'-8'5'5168,"2"-1"-128,6-4-1776,0 0-2531,-2-4-157,5-8-107,1-9-128,10-13-189,2-7 94,4-12-162,-9 22 0,0-2-28,4-12 0,0-1-159,-6 13 0,1 1 111,4-15 0,0 0 54,3-9-34,-7 23 0,-1-1 101,5-21 66,-6 12-38,-6 12-23,-5 10-89,0 10-129,-5 6-34,-3 12 51,-8 17 45,-10 25-330,10-14 1,0 5 331,-1 7 1,0 2-18,2 4 1,3 1-104,3 0 0,3 0-112,4-3 0,5-2-126,4-5 0,5-2-96,4-5 1,3-4-86,5-4 0,2-5 38,2-3 1,2-4-657,29 4-200,1-13-231,1-16 113,2-11 1100,-29 4 0,-1-2 311,18-11 378,-15 4 0,0-2 142,6-12 208,-13 10 0,-2-2 644,4-21-60,-7 1-57,-6 4-123,-5 7 695,-4 8-975,-4 9-128,-5 9-522,-3 7 447,-9 5-598,-9 12 16,-10 12 6,-7 16-1,20-14 1,2 2-3,2 1 0,2 1-8,-3 26-51,17-8 0,14-10 70,12-9-3,8-12 51,5-8 33,1-12 51,0-10 62,-2-10 66,-4-11 96,-5-6 50,-8-2-196,-7 10 449,-6-2-320,-5 21-196,-1 0-202,-2 12-78,-3 9 123,0 1 17,-6 17-3397,1 5 3369,1 11 11,2 1 6,14 2-1,-1-16 1,12 3-17,-2-18 17,6 0 3425,0-6-3386,4-6 40,1-9-18,1-5-5,-2-5 28,-7 0 56,-6 1-95,-8 7 22,-3 1-17,-3 5 11,-1-1-27,0 0-1,-1 0 12,1-2-23,1 3-17,0 0 6,0-2-11,1 1 11,2-3 11,3-1-11,-2 3 0,2-4 28,-3 2-22,2-4-6,0-3 11,1-3 6,1-4 5,2-3-22,0-1 34,0 2 16,-2 4 73,-3 3-39,-2 7-50,-1 1 28,-1 6-6,0 0-6,0-1-11,0-1-28,-2-3 62,0-2-34,0 1-27,1 0 49,-1 2-16,1-1-39,-1 1 83,-1-4-50,1 6 12,-2-3-6,2 4 55,-2 0-77,2 3 10,-1 0-285,2 1 124,0 1 111,1 5 11,3 13 29,4 5-23,2 4-12,9 7-4,11 4-7,3 3 6,7 5 17,-13-18-39,1 4-17,-10-8-89,-2 14 77,-9-13-184,-20 19 45,0-25-689,-22 19-1697,4-18 1745,-9 3 0,17-12 0,6-4 0</inkml:trace>
  <inkml:trace contextRef="#ctx0" brushRef="#br0" timeOffset="87163">5592 9769 24984,'0'-34'300,"1"1"1,0-16 0,-1 3-222,0 2-328,0-2 0,0-2 358,0 15 0,0 0 59,2-14 0,-1 2-17,1-13 247,1-4-286,-3 47 262,0-4-397,0 17 27,-2 4-37,1 9-3241,-1 12 3257,1 2 194,2 39-155,4-8-19,-2-21 0,0 0-20,3 2 0,3 0-81,2-1 0,2 0-233,2 0 1,1-1 41,4 3 1,1-3-670,16 14-2964,-4-7 2298,-10-14 1737,0-2 1,-15-17 0,2 0 0</inkml:trace>
  <inkml:trace contextRef="#ctx0" brushRef="#br0" timeOffset="87363">5576 9643 17988,'-6'-2'5563,"1"1"-4343,5 1-1505,26-64-471,27 32-717,-10-11 1,4 2-3444,5 21 1,2 8 3962,-14 0 1,-4 2-1,13-3 1,-36 10-1</inkml:trace>
  <inkml:trace contextRef="#ctx0" brushRef="#br0" timeOffset="87696">6644 9345 24547,'48'-18'-1875,"0"0"1,2 1 0,2 3 1874,7 7 0,-4 4 0,-21-1 0,-3 2 0,25 0 0</inkml:trace>
  <inkml:trace contextRef="#ctx0" brushRef="#br0" timeOffset="87887">6798 9590 20207,'-4'1'4139,"0"0"-3478,4-1-790,25-15-846,28-7 208,3-4-1123,-11 9 0,-1 2 1890,10-1 0,-10 3 0,-18 6 0</inkml:trace>
  <inkml:trace contextRef="#ctx0" brushRef="#br0" timeOffset="88697">6025 9443 13709,'-2'-7'7802,"1"1"-6367,1 6-545,-4-61-95,2 42-694,-2-43-118,2 59-111,1 6 94,1 9 28,0 13-83,0 18-348,3 15-374,-1-24 0,1 0 40,2 1 1,0 1-224,1-3 0,1-2-1043,6 24 620,-4-16 924,-3-13 662,-5-13 256,-6-10 264,-3-11 888,-4-9-512,-1-12 81,-1-10-43,5-13-72,3-11-2052,7 21 0,1 0 1396,4-17-42,0 21 0,1 1-506,7-6 330,-3 9-22,2 4-135,-4 24-23,9 3-16,12 14 8,0 5 1,1 2 18,15 15 1361,-8-3 0,-1 5-1455,-10 2 0,-3 0 72,-3-7 0,-3 1 0,1 12 1,-9 1 19,-19-12 0,-5-2 3,-8 22-20,-8-19 0,-8-3-78,6-11 0,-3-3 166,-10 5 1,-2-2-823,0-3 1,0-4 764,1-3 0,4-3 0,-7 0 0,15-5 0</inkml:trace>
  <inkml:trace contextRef="#ctx0" brushRef="#br0" timeOffset="89840">8219 9284 14874,'6'-56'2604,"-1"0"1,-1 7 0,-1 7-2112,-2 9 509,-3 11-783,0 15-309,-1 2 1,1 10 111,2 11 0,0 19-5,1 1-20,0-6 1,-1 4-454,1 9 1,-1 3 74,1 2 0,-1 3-1157,-1 10 0,1 0-1490,-1-9 1,0-4 3027,0-7 0,1-3 0,-2 8 0,2-23 0</inkml:trace>
  <inkml:trace contextRef="#ctx0" brushRef="#br0" timeOffset="90107">9211 9060 23125,'-25'36'63,"0"1"0,0 0 0,-10 16 0,3-2-86,12-13 1,3-1-441,1 1 0,2-1 26,2-1 0,1-1-823,3-2 0,0-2-8571,-4 24 9118,4-14 0,4-19 0,2-11 0</inkml:trace>
  <inkml:trace contextRef="#ctx0" brushRef="#br0" timeOffset="90484">8785 9154 21405,'-34'5'-37,"0"0"1,-21 3 3,60 39 38,6-17 29,7 10 22,1-18 56,-4-7 157,-2-9 61,-1-5-77,5-9-7,5-7 85,5-10 61,-2-4 50,-5-1-33,-10 5-275,-5 8-50,-7 5-347,-6 8-286,-7 3-604,-7 9-2337,-1 8-6341,5 5 8988,7-3 0,8-6 1,3-8-1</inkml:trace>
  <inkml:trace contextRef="#ctx0" brushRef="#br0" timeOffset="90833">9482 9309 20252,'-23'39'69,"1"-1"0,2 0 0,10-8 76,20-21 482,17 4-44,-6-8 157,8 0 10,-11-8-117,-6-4-140,-4-7-112,-4-6-79,-2-4-33,-4-1-39,-3 1-73,-3 3-73,-3 4-118,5 7-375,-1 4-846,5 5-1837,-2 4 3092,-1 8 0,1-4 0,0 3 0</inkml:trace>
  <inkml:trace contextRef="#ctx0" brushRef="#br0" timeOffset="91074">10060 9098 21527,'0'-5'4072,"0"1"-3660,0 4-445,-7-8 75,0 28-53,-4-10-73,-2 47-487,1 2-744,5-18 0,0 3-2662,0 2 0,1 0 3977,1-6 0,2-2 0,-2 11 0,4-24 0</inkml:trace>
  <inkml:trace contextRef="#ctx0" brushRef="#br0" timeOffset="91457">10603 9194 18649,'0'-7'5036,"0"2"-4090,0 5-716,0 0-185,-58-19-28,31 31-20,-11-6 0,4 5-31,18 38-111,14 13-107,22-11-3454,18-6 3555,1-15-39,19-6 46,-4-15 289,-3-5 79,-5-13-84,-25-2 152,-3-14-18,-8-4 3282,-2-11-3292,-7-5 117,-12-4-297,1 17 265,-17-2-265,-11 17-106,6 4-432,-30 5-1064,22 13-790,-7 3 1460,10 7 0,23-8 0,2 0 0</inkml:trace>
  <inkml:trace contextRef="#ctx0" brushRef="#br0" timeOffset="91907">11547 9262 19311,'-4'0'3019,"0"0"-3339,4 0-1517,74-23 498,-42 17 1,2 1-277,20-8 1,3 0 1614,2 8 0,-7 4 0,-13-1 0,18 1 0</inkml:trace>
  <inkml:trace contextRef="#ctx0" brushRef="#br0" timeOffset="92092">11614 9520 23467,'53'-14'-2691,"0"0"0,4-1 1,-2 1 2690,-7 4 0,-4 1 0,17-4 0,-28 6 0</inkml:trace>
  <inkml:trace contextRef="#ctx0" brushRef="#br0" timeOffset="92366">12620 9076 20795,'0'-4'3932,"0"1"-2974,0 3-919,-9-8 11,3 20-16,-4 1 39,6 29 22,8 9-50,0-8-1,2-8 1,1-1-28,1 11-12,-3-13 1,-1 0 0,0 10-68,-3-5-481,-1-5-2947,0-3 3490,-1-7 0,0-8 0,1-7 0</inkml:trace>
  <inkml:trace contextRef="#ctx0" brushRef="#br0" timeOffset="94017">4599 10899 13166,'2'-6'6453,"-1"1"-4953,-1 5-1214,-27-64-146,2 45-98,-1-15 0,-2 3 25,-22 34-44,-4 9-23,-1 12-34,6 9-357,12 8 307,16 3-17,17 0 56,21-4 34,19-4-17,17-7 3,-21-16 0,2-1-12,1-1 1,1-1-9,0 0 0,-1 0 24,-4 0 0,-2 0-124,16 8 133,-21 3 119,-24 2-18,-27 7-58,2-13 0,-4 0-330,-7 2 0,-4-1 369,-3-2 0,-1-1 8,2-4 1,1-2 19,5-2 1,3-4-127,-18-8-672,19-11-1434,17-12 2134,21-13 0,-3 18 0,8 0 0</inkml:trace>
  <inkml:trace contextRef="#ctx0" brushRef="#br0" timeOffset="94400">4974 10855 20746,'-5'50'61,"0"0"1,1-5 0,1-5 10,3-4 12,5-10 132,5-8 126,6-7 76,5-7 160,15-15-352,-10 0 178,17-19 83,-18 2 6,3-11-85,-9-3-72,-9-1-56,-7 4-83,-11 7-107,-3 9-68,-1 10-112,-1 4-465,8 7-1629,2 4 392,7 3-1451,5 4 3243,5 2 0,-6-5 0,1 0 0</inkml:trace>
  <inkml:trace contextRef="#ctx0" brushRef="#br0" timeOffset="95007">5512 10848 22638,'-16'57'67,"5"-10"-50,9-11 22,2-14 90,0-7-17,0-8 470,0-4 538,2-5-907,-1-3 364,4-31-341,1-2-108,2-1 1,3-1-67,3-7-12,-1 16 1,2 1-7,6 2-38,6-3-12,0 10 6,9 10-33,-2 14-1,0 4-5,-2 17 0,-10 7-6,0 13 8,-15-11 1,-3-1-3,-4 14-11,-9 14 38,-1-32 35,-2 0 206,5-14 18,4-10-152,2-8-45,1-12-44,1-12 50,12-28-34,-1 14 20,4 5 0,2 3-8,-1 7 22,15-17-34,-14 27-33,3 0 11,3 9-22,14 14 5,-7 1-33,22 17-34,-13 1-84,9 12-163,-9 8-406,-21-14 1,-5 2-3350,4 26 104,-7-1 3214,-9-14 0,-2-28 0,0-2 0</inkml:trace>
  <inkml:trace contextRef="#ctx0" brushRef="#br0" timeOffset="95200">6807 10705 19339,'-3'-2'3181,"1"0"-5987,2 2-3378,79-37 6184,-38 25 0,3-8 0,-4 2 0,-18 16 0</inkml:trace>
  <inkml:trace contextRef="#ctx0" brushRef="#br0" timeOffset="95367">6830 11005 17375,'-5'2'5500,"1"0"-3985,4-2-3564,41-21-7782,2 2 8535,-13 4 0,-1 1 1,6-1-1,-25 10 0</inkml:trace>
  <inkml:trace contextRef="#ctx0" brushRef="#br0" timeOffset="98566">8447 10547 11889,'4'1'5276,"0"0"242,-4-1-5334,9-36-122,-7 27-112,7-27-130,-9 36-49,0 4 246,0 2 33,0 7 40,-3 3-40,-1 0 107,-15 12-3404,-4-9 3343,-4 4 184,-13-6 33,17-12-27,-8 0-169,17-8 63,3-8-91,5-7-55,0-8-101,10-12 3459,2 11-3376,21-12-77,-2 24-12,14-2 28,-12 17-72,16 23-1,-15 7-50,6 24 0,-20 4-270,-16-24 0,-5 1 407,-6 5 1,-4-1 18,-8 3 1,-4-1 0,-4 2 0,-3-2 22,-1-1 0,-1-4 6,9-9 0,-1-2 111,-7 0 1,2-5 6,4-7 279,-21-7-235,34-20-83,-2-9-57,15-4-34,6 6 1,10-4-17,23 4-28,12 1-17,7 4-272,-6 10 0,1 3 296,7 1-1279,-13 1 1,6 1-1,-4 1-3605,-3 0 1,-2 1 4151,7-1 0,-3 1 0,1 1 1,-33-3-1</inkml:trace>
  <inkml:trace contextRef="#ctx0" brushRef="#br0" timeOffset="99066">9209 10653 21664,'-51'-14'50,"1"15"776,12 41-793,8 2-44,12 1-6,13-3 34,19-3-6,14-4-28,19-5 6,-17-18 0,1-2-11,22 4 16,-11-9 0,0-3 6,12-4 17,-18-1 0,-1-1 106,3-7 362,-18 0-390,-11-2 90,-22-6-218,-8-4 617,-21-7-551,-7 2-10,-5-1-172,1-1 227,2 0-16,14 8 201,-5-10-78,22 12-39,-3-9-79,15 14-6,5 0-33,10 3-33,7 2 275,17 2-287,13 11-6,12 12-13,-26-3 0,0 3-6,0 5 0,-3 2-42,-2 3 0,-3 1-362,-4 3 1,-3 1 31,-5 1 0,-2 1-711,-3 0-1,-2 0-5136,0 31 6262,0-13 0,-1-20 0,1-15 0</inkml:trace>
  <inkml:trace contextRef="#ctx0" brushRef="#br0" timeOffset="99332">10164 10603 18834,'2'-6'5041,"-1"1"-3993,-1 5-1048,4-15 11,-8 33-39,3-3-34,-6 43-50,5-27 0,1 2-157,1 1 1,2 1-164,1-1 1,1 1-225,2-1 1,2-1-401,2-1 1,2-2-2927,13 23 3982,4-9 0,-13-22 0,-2-8 0</inkml:trace>
  <inkml:trace contextRef="#ctx0" brushRef="#br0" timeOffset="99532">10145 10968 18913,'-48'-20'1140,"0"-1"1,6 3 0,9 4-838,22 9-415,7 1-67,11 0 11,14-4-197,25-2 124,1-1-1064,5 3 0,3 1 695,-14 3 0,0-1-432,19-1 0,1-1-1888,-11 2 1,-3 0 2929,-7 0 0,-3 1 0,10-2 0,-22 2 0</inkml:trace>
  <inkml:trace contextRef="#ctx0" brushRef="#br0" timeOffset="99775">11101 10608 20470,'0'-3'3999,"0"1"-2503,0 2-1407,-14-28-117,10 21 0,-10-13 45,13 37 6,1 16-35,5 15-4,2 11-18,-2-27 0,0 2-456,2 10 0,0 0-806,1 17-1777,-4-16 1,0-2 3072,-2 3 0,0-8 0,-1-18 0</inkml:trace>
  <inkml:trace contextRef="#ctx0" brushRef="#br0" timeOffset="100266">11978 10520 18852,'-3'0'3231,"1"0"-2883,2 0-511,38-20-403,-1 10-112,2-4 1,2 2-1317,15 3-765,-14 5 1,-1 1 2758,17 0 0,-8 0 0,-23 3 0</inkml:trace>
  <inkml:trace contextRef="#ctx0" brushRef="#br0" timeOffset="100432">12161 10754 22268,'43'-6'-2599,"-13"1"0,3-1 2599,25-7 0,0 0 0,-23 5 0,-3 2 0,30-7 0</inkml:trace>
  <inkml:trace contextRef="#ctx0" brushRef="#br0" timeOffset="100849">13170 10378 20347,'-6'-6'2140,"2"2"-1888,4 4-124,-20-71-94,19 48-1989,17-29 0,10 3 1983,2 37 418,13-5 1,0 6-452,-11 21-12,6 9-11,-5 17-73,-11 12-56,-11 10-53,-14-25 0,-4 0 160,-10 22 16,-9-15 1,-6-1 44,10-15 0,-1-1 8,-10 9 1,0-2 20,-10 5 3230,15-14-3253,15-9 33,11-8 51,14-3-84,12-3-202,21-3-314,18-6-126,-23 4 0,2-1-33,5-2 0,2 0-219,3-1 0,2 0-523,3-2 0,1 0-2844,3-1 1,-1-1 4243,-5 1 0,-5 1 0,-14 3 0,-4 2 0,5-3 0</inkml:trace>
  <inkml:trace contextRef="#ctx0" brushRef="#br0" timeOffset="101267">14482 10241 11782,'0'-3'6750,"0"1"-3143,0 2-3080,-82-37-1635,29 34 1208,13-6 1,-6-2 0,5 6-14,1 14 0,4 6-45,-1-1 0,2 2 197,3-1 1,5 4-308,-11 31 63,24-18 243,17 9-277,43-12-12,-13-12 12,4-4 0,3-1-306,20-7 373,-23-3 0,0-2-1105,0-5 1,-3-3 1277,9-3 275,-6-19 40,-25 3-23,-1-14 28,-5-3-1747,-1-2 1489,-3 17 2420,-1 4-2442,-1 20-135,0 1-145,0 3-73,-4 10 118,0 1 11,-5 21-40,1 12-8,3-12 1,0 2-24,0 5 1,1 1 1191,1 2 1,1 2-1657,1-1 0,1 0-1177,2 2 1,1-1 1069,1-5 1,-1-4-1,2 1 1,-4-23-1</inkml:trace>
  <inkml:trace contextRef="#ctx0" brushRef="#br0" timeOffset="104599">4284 12460 13816,'-1'-7'6799,"0"1"-6093,1 6-460,0 0-346,-8-53-74,7 45 213,6-16-33,10 65-6,6 12-149,-10-19 0,1 1 81,0 4 1,1-1 44,0 0 1,2-2 33,1 3 1,2-5 94,12 1 17,-7-18 398,10-20-162,-11-14-185,5-5 330,0-31-375,-15 21 39,-1-5 0,-2-3 28,-2-8-452,-2 13 1,1 0 317,-1-7 325,5-11-331,-5 27-50,0-4-241,-2 20-1345,-3 10-1299,3 29 336,0-9 2543,12 38 0,-10-41 0,5 8 0</inkml:trace>
  <inkml:trace contextRef="#ctx0" brushRef="#br0" timeOffset="105259">5495 12399 21599,'-54'-30'136,"0"-1"0,4 4 0,3 13-96,-2 35 500,10 0-540,-7 20-5,23-11-29,-2 13 178,19-14-155,12-8 121,0-8 46,18-7 184,-8-8-239,32-19 39,-12-7-14,-9 6 0,-1-1 9,6-10 167,-2-6 168,-13 9-201,-4 5-151,-5 8-146,-7 15-123,-1 3 67,-1 7 112,-3 11-23,-2 15 1,-2 11-12,2 5-22,4-1 45,12-7 0,10-9 16,13-10 1,10-10 5,6-12 6,5-14-28,-10-3 50,-12-5 0,-2-4-422,7-17 388,-11 8 1,-3-3 11,-8 1 0,-3-1 2,-2-7 1,-3 0-20,-1 8 0,-2-2 50,-1-21 1,-1-2-15,-2 22 1,-1 0 38,-1-15 1,-1 2 126,-6-10-34,-1 23-118,3 18-162,1 13-11,1 17 72,-2 18 29,0 7 2,-1 11 1,-1 7-1083,3 6 1,0 1 1067,-1-2 1,1 1-53,5-12 0,1 1 0,3-5-494,5-2 1,4-3-167,7 8 1,5-1-989,7-5 1,6-4 1705,13-2 0,-1-4 0,-20-12 0,-2-2 0,30 7 0</inkml:trace>
  <inkml:trace contextRef="#ctx0" brushRef="#br0" timeOffset="105525">6575 12159 20016,'-7'0'2185,"2"0"-2718,5 0-301,61-36-29,-32 27 1,4 2-526,4-7 1,6-2 0,-1 4 1387,16 6 0,-3 4 0,8-2 0,-9 4 0</inkml:trace>
  <inkml:trace contextRef="#ctx0" brushRef="#br0" timeOffset="105700">6778 12427 18834,'-4'0'4347,"0"0"-5086,4 0-987,79-45-1385,-41 30 3111,18-12 0,-4 3 0,-27 18 0,-1 1 0</inkml:trace>
  <inkml:trace contextRef="#ctx0" brushRef="#br0" timeOffset="108674">8378 12241 16852,'30'-51'1290,"0"-1"0,-3 7 0,-6 8-405,-13 19-712,-5 10-251,-6 10 106,-7 13 61,-10 13-44,-8 16-306,-2 8 244,4-1-5,12-6 28,12-8 50,15-7 61,15-9 80,14-8 33,13-9-110,-24-7 0,1-4 107,5-5 0,-1-3-37,12-9 17,-21 4 1,-5-3 184,-7-10-73,-4-10-67,-16 0 300,-14-4-485,2 18 23,-10-2-84,10 20-303,-3 0-4257,-9 10 4554,6 6 0,3 0 0,10 3 0</inkml:trace>
  <inkml:trace contextRef="#ctx0" brushRef="#br0" timeOffset="110525">1848 13828 19507,'-43'-28'80,"-1"1"0,3 7 1,4 14-67,17 30 0,4 10-9,-3 3 1,2 4-2853,-2 18 0,4 0 2833,4-17 0,2 1-45,0 19 0,4-1 363,7-20 0,2-2-758,2 11 0,3 2-697,3-2 1,1 0-895,2-1 0,-1 1 1,-1-2 0,-2 0 974,-2-3 1,-3 0 1069,-8 2 0,-7-2 0,-2-12 0,-5-2 0,-1-2 0,-4-5 370,-7-8 1,-3-6-371,-23-5 0,22-7 0,0-5 543,-23-19 1423,30 0 0,5-3-331,-6-14-184,14 10 0,4 0 504,4-13-841,9-15-764,6 23 0,5 0-227,3 3 0,2 1-81,2 0 1,2 2-1,6 0 0,2 1-45,-3 6 1,1 1-698,9-5 0,1-1 700,6 2 0,-3 2 0,4-2 0,-4 5 0</inkml:trace>
  <inkml:trace contextRef="#ctx0" brushRef="#br0" timeOffset="110798">2351 14072 19260,'38'-20'-764,"0"1"1,0-1 0,20-7-1,-5 5 1,-8 12 0,-5 3 0</inkml:trace>
  <inkml:trace contextRef="#ctx0" brushRef="#br0" timeOffset="110959">2476 14353 10903,'-3'4'9007,"0"-1"-7389,3-3-2760,58-28-7943,-9 5 7952,-10 4 1,-1 1 0,0 0 0,-28 13 0</inkml:trace>
  <inkml:trace contextRef="#ctx0" brushRef="#br0" timeOffset="111609">5042 13938 18296,'0'-7'3849,"0"2"-2931,0 5-884,-57-28-12,19 43-14,-6-16 1,1 6 2,15 20 1,5 6-21,1-1 1,3 1-20,4 4 0,4-2 17,4 10-1,21 5 18,32-26-12,-6-6-141,-4-10 1,2-3 157,20-11 28,-16-2 1,1-2 5,11-9 19,-21 5 0,-5-3-3075,-5-14 3101,-6 6 55,-12-14-38,-16 11-18,-10-7 12,-18-4-67,11 15 203,-11-1-259,21 18-443,0 1 196,11 6 1342,4 12-3123,5-1 2050,7 18 0,-6-17 0,6 6 0</inkml:trace>
  <inkml:trace contextRef="#ctx0" brushRef="#br0" timeOffset="112015">5577 13868 15883,'-3'-3'4413,"1"0"-940,2 3-3277,-30-26-146,23 20-5,-23-20-45,30 26-151,0 0 190,9 6 0,3 2 12,13 6-34,-2-2 16,14 2-16,4-1-1708,-5-3 1,2 1 1679,15 4-3,-9-1 0,-2 0 8,-8 0-11,-6 3 1,-3 3 10,-12-1 17,-13 34 6,-14-25 0,-14 6 0,-3-1-17,-6-1 5,-6 1 1,-4 0-211,-3-2-70,17-12 1,1 0-2678,0-2 2952,18-10 0,9-4 0,7-3 0</inkml:trace>
  <inkml:trace contextRef="#ctx0" brushRef="#br0" timeOffset="112407">6741 13877 22075,'-52'23'158,"0"1"1,-4 4 0,11 0-165,22-1-5,-4 10 11,19-15 119,13 3-1,11-10 26,16 1-32,12-9 39,8-8 79,0-9 16,-5-6-84,-14-2 465,-1-14-246,-18 8-64,1-12-160,-18 8-90,-9 2-73,-12 4-3570,-11 6 3251,2 6-8005,-29 12 8330,23 4 0,-5 1 0,27-2 0</inkml:trace>
  <inkml:trace contextRef="#ctx0" brushRef="#br0" timeOffset="114359">2592 13868 17725,'-27'-48'875,"0"1"1,2 3 0,7 14-1144,15 26-124,2 3 296,7 5 124,9 8-16,16 10 4,16 14-8,-18-14 1,1 1-373,4 3 0,0 0 375,1 1 1,-1 1-10,-1-1 1,-1 1-84,-5-3 1,-2 1 136,10 24 84,-17-2 50,-16-1-16,-16 3-51,-15 3-93,9-26 1,-1 0-28,-1 2 0,-1-1-115,2-1 0,2 0-969,-12 21-5119,15-8 5429,15-13 1,2-13 0,4-8 0</inkml:trace>
  <inkml:trace contextRef="#ctx0" brushRef="#br0" timeOffset="114916">8560 13808 15676,'23'-57'2182,"0"-1"1,2 4-1,-13 15-1829,-21 32-207,-22 18-73,-14 15-1669,12-1 1,0 2 1603,6-4 1,2 2-15,-7 10 1,1 3 123,6-6 0,2 1-272,-6 10 1,-1 3-559,8-7 1,-1 1-1,1-1-767,-9 14 1,2-1 425,1 0 0,-1-2-3229,-6 4 0,0-5 3291,-1-4 991,6-9 0,3-6 0,11-16 0,2-2 0</inkml:trace>
  <inkml:trace contextRef="#ctx0" brushRef="#br0" timeOffset="115109">7828 14056 19568,'8'-43'935,"1"1"1,-1 0 0,0 16-925,-4 29 95,10 10-5,14 11-17,23 14-59,-17-15 0,3 0-621,6 3 0,5 0 177,-4-5 1,3 0 0,-2-1-442,4 2 0,1-2 860,2 0 0,4 1 0,-9-4 0,-2-1 0,-14-5 0,1 0 0</inkml:trace>
  <inkml:trace contextRef="#ctx0" brushRef="#br1" timeOffset="134649">650 16404 21439,'-5'-7'392,"0"16"-106,-2 30-129,0-8 0,-2 0-23,-9 26-492,-2-4 436,-2-5-27,5-14 118,-2 4-40,5-11 268,6-11 298,5-10-79,2-6-286,1-8 133,2-12-373,3-14-1753,3 3 1,1-2 1690,6-14 9,0 8 0,2 1-107,11-16 115,-10 23 0,1-1-3,0 3 0,2 1 3,18-16-1,2 13-21,0 13-12,1 9-11,2 16-23,-2 11-5,-3 28-5,-13 5 2950,-8 3-2951,-13 2-56,-2-15-16,2 5 203,4-12-366,6-9-1002,17-11 537,-6-7-1069,25-12 67,-8-10 761,14-12 795,-3-5 427,-7-4 213,-10-2 217,-9 1-274,-10 9 936,-3-5-527,-10 14-145,1-5-124,-4 9 285,-2 5-576,0 5-213,0 3 45,-6 26-61,1-7 5,-10 33-17,3-11-22,-1 10-23,7-7 34,12-8 39,12-11-11,13-9 11,9-9 73,19-17-78,-17 0 2,-5-7 1,-2-2 13,-4-1 6,14-13 286,-10-3-22,-13 7 16,5-9 22,-17 16-246,-7 11-101,-3 5-33,-2 5-208,0 2-1691,-1 0 935,2 3-2167,1 3 531,3 1-2604,3 2 4378,5-1 0,-5-4 0,0 1 0</inkml:trace>
  <inkml:trace contextRef="#ctx0" brushRef="#br1" timeOffset="135224">2157 16335 18952,'2'-8'4453,"-1"2"-3714,-1 6-240,0 0-511,-12 6 7,9 1-3382,-12 20 3393,13-8 11,-5 31-56,0-17 39,-6 14 5,0-15 18,2-9 195,1-7 292,6-10 3442,1-3-3621,3-9-214,1-1 102,1-13-85,3-7-78,4-14-34,1 11 1,1-1 5,12-20-28,1 4-28,4 16 28,-14 20-17,24 0 51,-6 17-34,7 1-20,-8 5 0,-1 2 9,2 3-14,-3-1 0,-2 3-76,1 17 51,-4 3 22,-10 6 39,-11-16-6,-5-10 113,-2-5 5,2-11-67,-2 0 56,0-12-61,1-3-46,-1-6 12,3-8 5,8-5 6,4 0-28,9-3 12,3 12-40,3 6-28,5 7 28,6 5 16,-5 4-77,24 9-96,-17 4-437,17 11-66,-24-4-6281,0 20 6969,-21-14 0,1 3 0,-11-16 0</inkml:trace>
  <inkml:trace contextRef="#ctx0" brushRef="#br1" timeOffset="135507">3313 16396 25214,'37'-42'-1314,"-12"22"1,4 4-886,11 7 1,3 4-959,-7 0 0,0 1 3157,4 1 0,-5 0 0,-7 3 0,-2-1 0</inkml:trace>
  <inkml:trace contextRef="#ctx0" brushRef="#br1" timeOffset="135666">3576 16583 21002,'-5'1'3641,"1"0"-2964,4-1-575,-9 10-86,15-10-1091,30 1-3921,21-14 4317,-19 4 1,0 0-1,5-1 1,-19 3 0</inkml:trace>
  <inkml:trace contextRef="#ctx0" brushRef="#br1" timeOffset="139317">5135 16292 20979,'0'-13'264,"1"4"-248,-2 10 29,-2 4 90,0-2 133,-6 5-100,3-2 539,-4 1-80,5-5-285,-1 1 374,4-6-548,-2-5-56,-4-9-11,-1-9-45,0-5-45,4 6 12,4-5-57,6 15-78,7-4-33,8 10 38,9 3 62,7 9 29,5 9-7,-2 12-5,-10 0-3509,-7 30 3441,-26-1 37,-5-11 1,-6 1-289,-9 0 1,-6-1 270,-5 4 1,-4-1 7,-3 2 1,-2-2-487,0 0 0,1-3 554,10-10 0,0-2 72,-7 1 1,1-5 112,1-7 33,-11-3 2609,28-27-2659,10-12 627,6-11-716,15-6 1655,10-2-1706,17 5-28,-4 9 0,-3 14 0,2 3 0,17 3-20,-13 2 1,0 3-26,14 5-185,9 6-311,-26-2 1,0 0-31,22 3-563,-3-3 0,2-4-84,-18-3 1,1-3 209,18 1 0,1-2-415,-7-3 1,-2-3 758,2-1 1,-3-1 467,-10 2 0,-1-2-185,13-9 1,-3-2 727,-17 6 1,-1-2 334,10-8 0,-2-3 351,-12 5 1,-4 0 1084,12-28-354,-11 3-369,-9 4 62,-10 8-768,-10 10 664,-11 9-1179,-13 10-68,-14 12-72,-12 12-30,26-1 0,0 4-1,-2 3 0,1 2-3,0 4 0,3 2-17,3 2 0,2 1-178,5-1 1,4 1 121,-4 23 11,20-12 68,20-14 11,22-13-6,18-9 3,-24-9 0,1-4 119,0-1 1,1-3-84,-3-4 1,-1-3 52,-5-1 1,-1-2 702,14-23-21,-12-4-483,-14 18 253,-6 2-163,-7 21-191,-2 1-184,0 5 449,-4 18-449,-4 11 16,-7 29-39,5-22 1,1 3-467,-1 6 1,0 1 378,0 3 1,2 1-647,1 2 0,2 1 739,2 3 0,2-4 0,1 6 0,2-8 0</inkml:trace>
  <inkml:trace contextRef="#ctx0" brushRef="#br1" timeOffset="142662">17388 1003 16396,'-13'-44'827,"0"1"0,0 3 1,5 9-395,10 18 23,0 4-142,1 2-151,-1 4-194,-1 2-240,0 1 66,-1 7 182,0 3 51,0 10 22,1 14-38,0-9 10,4 21 0,2-9-5,2 14 11,2 4-22,1 1-6,-2 1 0,-3 1 5,-2 2 23,-3 2-39,-1-21 0,0-1-487,0 16 501,1-15 0,1 0 2,6 18 0,-3-19 1,1 1 8,2 2 0,0 1-3,2 1 1,0 2 4,3 13 1,0 1 8,-3-6 1,0 0-484,-1-1 0,-1 0 511,-3 2 1,-1 0-509,-3-6 1,-1 1 486,0-9 0,-1 3 0,0 1-8,-2 11 0,0 2 0,-1-3-13,0 3 1,0 0 1,0-4 0,-1 3 0,1-3 18,-1 3 0,2-1-9,0-8 0,0 2 1,1 0-14,0 0 0,0 0 1,1 0-3,1 0 1,0 1-1,0 1 4,1-6 0,-1 3 1,0-1-1,1-3-423,0-1 1,0-3 0,0 3 426,0 16 0,0 5 0,0-5 5,-1-17 1,0-2-1,0 3-1,-1 5 1,1 5 0,-1-1 0,1-3-13,-1-2 1,1-3-1,-1 4 9,0 9 1,0 7 0,0-2 0,0-8-9,0-1 1,0 0-2,0-7 0,0 6 0,0 2 0,0-5-387,1-3 1,0-3 0,0 1 395,0 12 1,1 1 0,1 3 22,0-8 0,1 2 0,0-1 1,0-3-25,0-1 0,0-4 0,0 3-7,1 1 0,0 3 1,0 0-1,1-4-131,-1-3 1,0-3 0,0 2 135,1 10 0,1 3 1,0 2-3,-1-7 0,0 2 0,0 0 0,0-5-7,0 0 0,-1-4 0,1 4 3,-1-1 0,1 4 0,-1 1 0,0-2 4,1 9 0,-1 0 0,-1-3-8,0-8 1,0-1 0,0 2-175,0 1 1,0 3-1,0 0 1,-1-4 171,1-2 1,-1-4 0,0 4 2,0 4 0,1 4 1,-1 2-1,1-3 4,-2-7 1,1-1-1,0 0 1,-1 1-1,1 8 0,0 2 1,-1-2-1,1-3-5,-1-4 1,0-4 0,0 2 0,-1 11 0,1 2 0,-1-2 34,0-10 0,0-2 1,0 4-25,0 2 0,-1 5 0,1 2 0,-1-1 5,1 2 1,-1 1 0,0-1-1,0-2-171,0-7 0,0-3 1,1 0-1,-1 0 161,0 12 1,0 0-1,0-3 4,0-12 0,0-2 0,0 0 16,0 3 0,0 2 0,0 2-25,1 4 0,0 4 0,1 2 1,-1-3-8,1-6 0,-1-2 0,0 0 0,1 0 0,0-2 0,0-1 1,0 1-1,0 0-6,0 8 1,1 1 0,-1 0 0,1-3 19,-1 1 0,0-4 0,0 5-6,0 0 1,1 4 0,-1 1 0,0-3 2,0-8 0,0-1 1,-1-2-1,0-1-5,1 4 1,-1-3 0,0 4-3,0 3 1,0 3-1,-1 0 1,1-3 5,-1 0 1,0-3-1,1 2-36,-1-7 0,0 1 1,0 1-1,0-1 31,0 11 0,0 0 1,0 0 6,-1 2 0,1 1 1,0 0-207,0-15 0,-1 1 1,1 0-1,0 2 204,0 5 0,0 3 0,0-2 0,1-3 293,-1-5 0,1-4 0,0 2-293,0 8 1,1 1 0,1 1-1,-1 1 1,1 0-1,0 1-4,0 1 1,0 0 0,0 4 3,0-3 0,0 4 0,-1-2 0,0-5-63,0-8 0,0-6 0,-1 4 67,1 16 0,-1 3 1,0-7-9,-1-15 0,0-1-2,1 5 1,-1 4 0,0-2 9,0 11 1,0 0-7,0-12 1,0 3-1,0 1 8,1 6 0,0 1 1,1-1-11,0-9 1,0-2 0,0 1-1,1 6 1,1 1 0,0-2 176,-1-10 0,1-1 0,0-1-179,1 1 1,-1-1 0,1 0 604,2 19 0,0 0-598,0-1 1,0-2-7,-2-14 1,0 0-1,0-1 0,-1 3 0,0-5-5,-1-8 0,0 2 206,0 12 1,1 8-1,-1-5-167,-1-4 1,-1-1-21,0-3 1,0 3 0,0-2 14,-1 9 0,1-2 143,-1 0 1,1-2-189,-1-12 0,1 0-622,3 16 0,0-2 642,1 0-6,2 6 0,1 1 203,-3-24 0,0-2-195,3 15 0,-1 0-19,2 9 119,-2-17 0,-1 2-103,-1-7 1,0 0-12,0 0 1,-1 0 906,5 23-906,-2-9 10,0-8 3163,1 7-3151,-1-7 5,0 5 655,-2-13-666,3 13 45,-7-16-61,1-1 38,-1 4-16,-1-14 0,2-3 22,-1-2-11,0-5 6,1 2 16,-2-5 62,0-3-269,1 1-509,0 0 666,3 5 0,-3-4 0,2 2 0</inkml:trace>
  <inkml:trace contextRef="#ctx0" brushRef="#br1" timeOffset="163466">17992 870 32767,'-1'-3'-3863,"-1"1"1885,2 2 5143,-20-47-814,6 32-2972,-24-31 45,14 48 1147,-24 13-1699,-1 8 1698,18-7 0,1 1-249,2 3 0,3 0-1867,-4 8 2219,13 5-677,23-12-288,10 6-1005,14-1 104,22 5 565,-24-16 0,0 0-140,26 13 56,-13-3 20,-24-5 192,-9 1 442,-19 3 81,-9-5-8,-7-2 13,-19-6-18,-2-7-89,7-2 0,0 0-100,-16-4-275,20 0 1,3-2-2471,3-3 2924,5-4 0,13 6 0,10 0 0</inkml:trace>
  <inkml:trace contextRef="#ctx0" brushRef="#br1" timeOffset="163717">18323 780 21030,'0'-3'3097,"0"0"-3069,0 3 40,-6 14-35,1 17-16,-6 24-434,4-1 235,2-16 0,1 0-1453,-3 24-3281,4-18 1,0 1 4854,0 17 1,2-14 0,1-31 0</inkml:trace>
  <inkml:trace contextRef="#ctx0" brushRef="#br1" timeOffset="164741">18153 1159 17412,'-2'-4'5629,"0"1"-5198,2 3-476,26-51-16,6 38 41,-9-13 1,1 1-71,34 25-168,5 2 96,-30-2 0,0 0-12,29 0 9,-29-2 0,-1-2 80,10-4 186,3 0 275,-23 2-108,-19 4-94,-22 8-79,9-3 12,-22 12-85,23-7-5,-2 3 22,9-2 135,10 1-113,-1-2 68,15 3 123,7-8-11,1-6 33,5-6 191,-9-15-347,-12 6 44,-4-12 0,-14 9-32,-6-4 32,-4 3 17,-3 4-100,5 8 78,-2 5-141,4 4 7,-5 8-18,4 2-33,-7 16 6,5 6 11,-6 27-34,10-14-204,4-5 0,4 1-586,9 7 263,2 10-867,15-9-102,6-15 665,-3-13 0,2-3 517,14 2 193,-11-11 1,0-5 316,9-12 258,-12-1 1,0-3 547,15-16 124,1-8-67,-18 5-45,-6 2-84,-8 4-493,-7 7 505,-3 1-489,-3 9-195,-1 0-218,0 6-141,0 3 51,0 7 106,0 2 0,1 25 0,-1 1-5,1 22 11,-2-2-28,-2-11-40,-6 16 57,0-26-1,-6 11 12,6-24 106,3-9-50,3-8 67,1-15-95,0-8-28,-1-9-12,1-3 1,1-3-12,1-22 6,0 22 0,2-1 6,3-8 0,1 1-346,5-12 351,-3 15 0,1 1 6,6-16-114,2 11 91,-2 13-16,18 1-17,2 14 22,23-1-305,4 14 277,-30 6 0,0 4 270,24 17-331,-15 13 67,-18-4 120,-13 9-53,-32-3-45,-11-1-39,5-18 0,-2-3-353,-30 5-594,6-8-1585,14-8-7243,18-7 8806,12-1 1,9-1-1,1 2 1</inkml:trace>
  <inkml:trace contextRef="#ctx0" brushRef="#br1" timeOffset="164958">19730 1086 18453,'-6'2'4174,"1"-1"-2410,5-1-2117,-3-2-862,15-2-4768,11-2 5135,13 1 0,-8 1 0,-11 3 0</inkml:trace>
  <inkml:trace contextRef="#ctx0" brushRef="#br1" timeOffset="165325">20112 910 24083,'28'-40'48,"0"-1"1,-2 5-1,1 9-37,10 21-55,-1 8-29,-6 10 0,-8 10 6,-10 12 28,-12 11 50,-17 12-249,1-25 1,-3 0 234,-5 1 1,-2-1 10,-1-2 1,0-1-15,2-4 0,2-1-49,-11 12 67,14-11-1,11-11 17,8-5 11,12-4-123,15-2-588,20-2-1546,17 0-845,-25-1 0,0 0 3063,-3 0 0,-1 0 0,9 0 0,-18 0 0</inkml:trace>
  <inkml:trace contextRef="#ctx0" brushRef="#br1" timeOffset="165667">17467 1890 17445,'49'-6'872,"0"0"1,-1 0 0,12-1 0,1 0-1,0 0-672,-10 2 0,-2 0 0,7-1-1248,-4 2 0,6-2 0,3 1 0,0 0 0,-2 0 1132,-3 0 1,-1 0 0,1 1 0,0-1 0,2 1-212,-1-1 1,2 1 0,2-1-1,-1 1 1,-2 0 0,-3 0 145,5 0 0,-3 0 0,-1 1 0,2-1-74,-4 1 0,3 0 0,0 0 0,-1 0 0,-3 1 85,3 0 0,-3 0 1,0 1-1,1-1-184,-2 1 0,1 0 1,0-1-1,1 1 1,-2 0 180,7 0 0,-1 0 0,0 0 0,0 1-19,-1 1 0,1 0 1,-2 0-1,-5 1-77,-4-2 1,-4 1-1,0 1-214,3 1 1,0 0 0,-7 1-4358,7 4 4685,-5 0 0,-22-3 0,-13-3 0</inkml:trace>
  <inkml:trace contextRef="#ctx0" brushRef="#br1" timeOffset="167525">22679 934 32767,'9'-10'0,"-3"3"0,-8 9 0,-9 4 0,-4-2 0,-11 4 0,-1-5 0,0-7 0,3-8 0,4-12-1028,8-11-458,9-8 239,13-3-72,12 5 52,11 6 34,9 9 516,4 12 408,4 11 167,2 15 114,-13 5-51,-16 5 0,-4 4-72,-5 20-195,-11-9 1,-8 2 362,-10 0 0,-11 0-10,-5-4 0,-6 1 1,-2-2-6,2-3 0,-2-2 0,0 0-438,-1 0 1,0-1 0,-1-2 460,-15 6 1,2-6 46,20-11 1,1-1 56,-2-1 0,2-2 168,-8-3-40,19-16-50,13-7 412,8-12-580,13-2 1381,12-2-1425,23 5-7,-10 10-16,22 5 0,-12 18-131,-16 0 0,2 3-37,14 7 0,0 4-966,-2-2 0,0 1 898,-1 0 1,1 0-536,2-1 1,-1-1-995,-9-5 0,0 0-1237,9 2 0,0-1 2521,-9-5 0,-3-1 1,8 2-1,-22-8 0</inkml:trace>
  <inkml:trace contextRef="#ctx0" brushRef="#br1" timeOffset="168328">23859 962 2352,'3'-11'4330,"-1"3"-1167,-2 8 1575,0 0-3312,5-20-944,-4 14 619,3-14-525,-5 19-598,1 1 2368,-2 2-2318,1-2 90,-1 3 33,1-2 1194,1 0-1060,-4-8-184,2 3 101,-6-11 151,-3-1-241,1 1 95,-7-6-123,9 10 84,-15-9-67,-7 4-3437,-8-2 3352,1 8 29,-5 6-22,6 7 5,-21 10-17,10 7-11,4 3-11,-1 22-1,18-5 18,8-10 0,3 2-6,2 21 11,10-12 22,21 7 7,5-22 10,7 2 3605,13-13-3408,-11-11-124,8-4 269,9-17-107,-16-6-150,5-6 263,-4-23-157,-15 13-118,4-9 146,-8 11 61,-5 14-246,-2 5-61,-3 6-79,-4 14 72,0 4 12,2 31-16,-1-9-18,0 6 0,-1 2-10,-4 25-223,1-29 0,0 0 183,-4 10 0,0 3-602,1 4 0,0 3-1174,1 1 0,1 2 1595,4-10 0,1 1 1,0-6-1,1 20 1,6-12-1</inkml:trace>
  <inkml:trace contextRef="#ctx0" brushRef="#br1" timeOffset="169333">24796 915 32767,'-35'-27'-780,"1"-1"0,2 1 1,5 10-627,11 18 1873,2 4-620,8 2-660,1 8 193,10 4 63,10 9-1032,15 6 1222,15 6 4,-20-20 0,2 1-157,-1-2 1,-1 0-287,17 15 546,-11-6 76,-13-5 173,-10-7 24,-6 1 64,-9-1 72,-20 13-112,-9-1-16,10-10 0,-1-1 240,-12 5-251,-6 4-45,12-3-105,7-3-2622,8 7 2762,29-14 0,-8 1 0,12-8 0</inkml:trace>
  <inkml:trace contextRef="#ctx0" brushRef="#br1" timeOffset="169833">25966 1007 21695,'-21'-44'245,"1"0"1,-1 5 0,-4 9-136,-27 22-47,-6 9-50,-2 12-482,3 10 499,6 9-34,11 7-92,12 2 113,13-9 167,16 10-139,16-17 84,14 7-40,10-15 74,4-7 89,-2-10-84,-12-4 353,5-15 88,-15 0-206,4-9-11,-13 5-5,-4 3-79,-4 5-100,-1 5-113,-3 5-151,1 3-6,0 13 73,3 7 12,3 18-1,2 11-22,-2-4 3,-3-2 0,-1 0-42,0 5-536,-2 7 1,-1 4-4342,-2-17 1,-1 0 4885,1 4 0,0-3 0,-3 13 0,3-35 0</inkml:trace>
  <inkml:trace contextRef="#ctx0" brushRef="#br1" timeOffset="176441">21980 2617 20044,'-13'-43'573,"0"-1"0,0 3 0,-2 11-483,-6 19 61,-19 4-117,8 8-29,-17 6 1,16 2-23,-14 21 0,24-12-39,-17 25 12,28-19 4,1 10 1,22-6 17,12 1 22,5-5-1713,2-5 0,4-2 1646,24 9 28,-17-7 0,1-1-6,-8-4 0,-3 0-73,14 17 174,-28-4-28,-19-2 34,-37-1 0,-17-5-364,15-6 0,-2-2 327,-2-2 1,-2-1 16,1-2 0,2-2-38,5-3 1,3-4-156,-18-8-191,25-4 1066,27-23-2891,31 3 727,-3 9 0,4 1-536,9 1 0,2 2 704,3 2 1,0 2 492,0 0 1,0 3 327,-3 1 1,-1 2-663,-2 2 1,0 0 1112,-3 2 0,-1 1 0,-1 1 0,-2 1 44,23-3-44,-11 2 2223,-14 3 3266,-13 2-1218,-9-1-2237,-6 0 2872,-1-2-3803,-1 0-307,0 0-444,0 2-548,-1 0 124,0 6 55,2 16 17,-1 7 5,5 18 7,4 0 10,8-2 40,6-4-18,5-9 7,-6-12 195,12-5-5,-8-12 28,11-8-129,-12-4 285,7-21-290,-17 12 246,10-31-157,-16 20-90,1-12-78,-5 15-28,-2 7-73,-2 8-240,0 6-253,3 4-571,2 7-1983,9 6-5489,8 9 8581,0 1 0,-6-6 0,-7-6 0</inkml:trace>
  <inkml:trace contextRef="#ctx0" brushRef="#br1" timeOffset="177026">22881 2708 15978,'0'-3'4520,"0"0"-2324,0 3-2224,4-30 22,-3 30 29,2-14 16,-3 43-22,0 10-12,1 3 18,-1-2 21,0-3 7,0-8 22,-2-8 117,0-8 28,1-7 1166,0-4-1177,1-14-50,0-6-62,1-18-28,5-9 0,3-9-44,2 9 8,0 15 0,1 0 30,5-5-38,9-8-23,-2 21-23,1 10 1,10 11 11,-11 6-3427,14 22 3433,-23-7-23,11 25-6,-14 4 45,-2-8-22,-4 14 22,-5-27 1,-1 1 16,0-11 129,0-9 3672,0-6-3745,0-21-11,0-7-34,6-23 11,16-10-44,-2 18 11,23-6-17,-7 28-6,8 1-5,2 10-6,1 10-61,1 10-118,1 15-314,-8 13-1336,-9 13-1386,-22-22 0,-4 1 2408,-2 25 1,-5-20-1,-3-17 1</inkml:trace>
  <inkml:trace contextRef="#ctx0" brushRef="#br1" timeOffset="178282">18694 2879 11984,'-1'-6'4016,"1"-29"0,2-6-3523,-1 17-578,1-17 0,0 4 348,0 26 253,2 0-532,-2 7 90,4 5-46,1 19 11,4 17-22,-1 1 0,-3 0 0,-1 2-6,0 18-221,-3-17 0,0 0 243,-2 18 102,-2-12-79,0-18 516,-2-9-213,3-14 402,-2-10-548,3-11 395,2-17-535,0 3-14,3-2 0,2-1-9,7-17-33,-2 14 0,2-1-1,17-18-176,5 8 154,-8 17-38,13 7-40,-10 15-12,15 12-27,-7 14-11,-2 16 50,-10-2-93,-11-3 1,-2 1-222,5 13 143,-7-13 1,1 0-335,8 13 342,2-12-28,-4-12-116,6-10 239,1-14 281,1-9 157,3-12 83,-9-11 18,-1-6 21,-3-1-26,-1 2 38,-4 10-90,-4 11-307,-5 10-130,-3 9 102,-1 9 38,0 8-33,2 11 6,2 7-6,6 0 0,4-1 11,6-7 17,2-7 62,1-9 50,-2-6 56,-1-12 22,-3-7-50,-2-11-33,-3-5-29,-5-4-61,-4 1-40,-1 3-89,0 5-386,2 6-1390,5 7 1860,10 5 0,-9 5 0,4 2 0</inkml:trace>
  <inkml:trace contextRef="#ctx0" brushRef="#br1" timeOffset="178874">19950 2838 15709,'0'-7'5623,"0"2"-4681,0 5-735,0-8-123,0 27-22,-1-9 22,0 26-12,0-9 29,-2-4 45,0-4 61,0-5 241,3-6 336,-1-4-112,1-6-403,0-6-123,3-9-40,3-11-44,5-10-23,0 5 51,11-19-40,-3 20-3425,8-11 3386,-4 18 12,-1 11-57,-1 7-16,1 13 22,0 9-17,-3 14 17,-3 9 17,-8 7 3403,-8 1-3381,-9 0-11,-4-5 28,-1-9 33,4-12 85,4-10 0,4-9-102,2-4 24,4-18-40,4-5 0,6-15-6,8 0-5,4 4 5,4 3-22,8 6-17,-13 13-33,10 3-34,-12 12-50,8 8 27,-8 2-532,11 18-475,-14-2-1474,7 15-7243,-5 5 7591,-10-18 1,0-3-1,-10-20 1</inkml:trace>
  <inkml:trace contextRef="#ctx0" brushRef="#br1" timeOffset="179075">20912 2708 16521,'-3'-2'4150,"0"1"-3074,3 1-1799,-3-14-861,23 16-2136,3-5 3720,21 25 0,-20-9 0,-6 2 0</inkml:trace>
  <inkml:trace contextRef="#ctx0" brushRef="#br1" timeOffset="179225">20798 2982 2564,'-5'3'8738,"1"-1"-2491,4-2-6857,26-3-751,15-5-2638,12-1 3999,-20 3 0,-3-1 0,-5 2 0,-1 0 0</inkml:trace>
  <inkml:trace contextRef="#ctx0" brushRef="#br1" timeOffset="179908">24148 2509 20380,'20'-48'1299,"0"1"1,-3 4 0,-5 9-746,-9 20-420,-3 7-78,-4 7-61,-7 14 16,-11 16 11,0 5-5,-4 10-396,10-6 1,2 3 389,5-5 0,1 2-13,1 3 0,2 4 1,3-2-47,8 4 1,4-3-43,0-1 0,5-3-397,10-6 0,8-3-2238,12-2 0,3-3 2725,-5-2 0,-1-2 0,-1-3 0,-4-4 0,-5-5 0</inkml:trace>
  <inkml:trace contextRef="#ctx0" brushRef="#br1" timeOffset="182021">25039 2558 20823,'7'-18'436,"-1"4"-402,-6 14 1104,0 0-623,-2 0-95,0-1-79,-3-3-55,0-5-112,0-10-3432,2-17 3275,3 8 28,9-14-45,9 14-23,-2 7-33,11 1-22,-4 16-12,11 8 3415,6 12-3381,-14 3 0,-1 4-34,10 25 57,-6 4-40,-26 8-549,-24-5 622,3-19 0,-4 0 19,-15 3 1,-5-4 5,6-7 1,0-4-4,0-2 0,1-4 191,-16-4 78,23-13-44,3-7-68,12-12-151,14-3-17,5-1-22,16 0 588,10 8-599,15 1-76,-8 12 0,0 3-9,11 4 31,-17 2 1,-2 2-423,6 12-533,2 3-644,13 6-605,1-5-725,-17-15 1,1-3-575,-1-4 1,-1-1 3578,4-3 0,-2-1 0,4-2 0,-18-1 0</inkml:trace>
  <inkml:trace contextRef="#ctx0" brushRef="#br1" timeOffset="182411">26071 2675 17854,'10'-60'1239,"1"1"1,1 7 0,-9 10-573,-23 15-213,-2 11-157,-17 1-269,10 7 16,-22 13-44,27 2-39,-20 16 39,18 2-11,-1 11-23,11 9-5,16-6 28,13 2 28,6-18 67,21-4 50,-11-13 85,11-2-102,-19-8 320,0-14-308,-12 5 145,3-13 185,-6 3-279,-2 4 307,-1-2-335,-3 15-119,0 0-262,0 5 183,-4 21 41,0 5 5,-2 25-23,4-11-162,0 21-537,3-9-1309,3-10 1,1 0-1851,3 11 3033,8 9 0,-10-46 0,1-1 0</inkml:trace>
  <inkml:trace contextRef="#ctx0" brushRef="#br1" timeOffset="182697">26535 2366 25214,'-14'-45'28,"7"36"39,18 49-42,-2-8 0,3 2-8,5 0 1,1-1-406,3 3 0,0 1 390,0 1 1,-1 1-6,-2 0 1,-6 2-214,-12 18 0,-9 1-714,-7-13 1,-4-1-952,-5 7 1,-6-3 1880,-4-12 0,3-9 0,16-13 0,2-4 0</inkml:trace>
  <inkml:trace contextRef="#ctx0" brushRef="#br1" timeOffset="187304">20674 4090 20151,'-7'-52'681,"-1"0"1,1 6-1,-2 7-294,-7 15-197,-5 7-156,3 8 16,-27 7-33,4 14-14,10-1 0,-1 2-6,4 5 0,3 4 6,1 1 0,2 2 2,3 2 1,3 1-40,-4 27 23,11-1 33,18-7-38,12-8 16,15-11 78,10-12 28,7-13 46,2-15 77,-1-11 51,-5-10 23,-8-7-1,-9-3-33,-10-1 28,-8 1 230,-8 2-343,-3 17 108,-4 3-186,1 17-168,-2 1-89,1 4 67,-2 14 90,1-1-17,0 22-29,0-1-116,2 18-646,7 7-445,-1-28 0,2 2-1574,4 0 1,2-1 2820,13 22 0,-8-21 0,-7-18 0</inkml:trace>
  <inkml:trace contextRef="#ctx0" brushRef="#br1" timeOffset="187870">21203 4243 18975,'0'-4'4324,"0"1"-2224,0 3-1971,-18-30-140,14 22-73,-14-22 33,16 37 51,0 4 12,-1 3-12,0 4 11,2-5-11,0 2 0,2-6 112,1-5-34,2-2-50,1-4-11,1-2 39,3-5 78,1-4-72,-2 2 123,-3-1-140,-4 8 5,-3 0-44,-1 3-12,-4 0-5,0 1-17,-1 1 17,3 1-12,2 2 1,1 1 16,1 3 6,3 0 62,4 1-34,0-6 78,1 0 101,-3-7-89,0-3-17,0-6-23,-2-4 45,-2-4-39,-1 4-44,0 4-12,-1 6 22,0 5-72,0 0-29,0 1-50,1 1-11,1 5-638,-1 13-1944,5 8 2694,6 12 0,-5-17 0,4-3 0</inkml:trace>
  <inkml:trace contextRef="#ctx0" brushRef="#br1" timeOffset="189324">22322 4176 9783,'0'-3'8984,"1"1"-8216,-1 2-247,-24-61-185,5 41-213,-1-15 0,-4 5 34,-10 23-118,-3 7-39,0 10 0,3 10-62,3 18 29,14-10-7,6 16-4,20-14 38,11 8 31,12-12 0,4-3-13,10 7-112,-2-8 1,-1-3 105,-8-4-12,15 7-39,-25-6 57,-4 3 139,-16-1 106,-33 6-201,0-8-3,-3-3 1,-3-2-126,-24 0 142,21-5 0,1-1 8,2-2 1,1-1 10,-29-10-184,26 1-672,5-15-1446,26 1-4934,16-8 7147,6 3 0,0 9 0,-4 9 0</inkml:trace>
  <inkml:trace contextRef="#ctx0" brushRef="#br1" timeOffset="189682">22772 4152 20016,'-42'41'247,"10"-9"-141,40 4 51,5-7 72,13 11-133,-5-15 172,7 3 511,-7-17-442,-4-3 267,7-7-150,-6-10-135,8-8 28,9-19-240,-11 9 106,3-14 11,-17 9-191,-2 7-10,-10-4-186,-6 12-554,-2 4-167,2 3-2707,3 8-5460,5 4 8203,1 3 0,-1-2 0,2 1 0</inkml:trace>
  <inkml:trace contextRef="#ctx0" brushRef="#br1" timeOffset="190267">23187 4184 22397,'28'-11'11,"-4"7"-11,-14 35 0,-1 11 0,-6-21 23,2 19 27,-6-14 28,-1-2 40,-1-4 756,1-14 27,1-4-402,-1-25-270,2-3-150,-2-15 61,13-18-106,-3 27 33,15-23 6,2 24-68,1 4-5,-1 7-16,7 13-12,-5 8 16,4 2-21,3 11 5,-6 5 0,5 10-34,-5 14 39,-11-5 23,-7-1 0,-12-1 11,-1-19 63,-8 9 94,6-20 67,-2 1-145,5-9 55,0-11-89,1-15-39,7-9-17,1 1 0,16 0 6,-6 16-1,22-13-16,-18 20-23,19-6-72,-10 16-51,3 8-95,5 10-364,-6 11-90,-6-1-1652,1 11-7473,-1 6 8558,-8-12 1,-1-1-1,-14-24 1</inkml:trace>
  <inkml:trace contextRef="#ctx0" brushRef="#br1" timeOffset="190491">24281 4183 23265,'49'-30'-273,"0"0"1,-1 2-1,1 9-581,-3 21 0,-2 7-841,-9-4 1,-2 3-1695,-1 4 1,-5 3 1972,-3 8 1,-14-8 0,-8-5 0</inkml:trace>
  <inkml:trace contextRef="#ctx0" brushRef="#br1" timeOffset="190648">24461 4343 24402,'23'-10'-10,"15"2"1,13-2 0,-5 0-1,-8 0 1,0 1 0,8 0-1,1 0 1,-1 0 0</inkml:trace>
  <inkml:trace contextRef="#ctx0" brushRef="#br1" timeOffset="191367">25532 4000 16392,'0'-3'4806,"0"0"-3523,0 3-1171,-31-19-84,9 29-22,-25-8 5,20 36 0,7 4 11,9 0 18,13-2 32,10-5-21,3-10 363,19 0 113,-8-16 133,10 1-4,-10-14-146,-5-7-191,-5-9-145,-5-8-62,-6-5-28,-2-4-45,-6 2-34,-1 7-21,-2 9-130,-5 3-33,6 10-1776,-7 0-3220,5 11 5175,0 4 0,2-1 0,4-1 0</inkml:trace>
  <inkml:trace contextRef="#ctx0" brushRef="#br1" timeOffset="191567">26145 4272 23103,'9'-3'2184,"-2"0"-1725,-7 3-811,0 0 256,-11 39-263,1-14-1338,-6 12 0,-3 3 634,-10 8 0,3-7 0,10-17 1</inkml:trace>
  <inkml:trace contextRef="#ctx0" brushRef="#br1" timeOffset="195071">27421 3928 13553,'3'-5'3539,"0"2"-2811,-3 3-649,2-1 290,-2 9-122,0-3 622,-11 17-293,-3-7 74,-12 5-314,5-9 689,-8-4-722,15-5 212,-8-3-84,14-4-28,0-11-296,4-4-74,8-7-38,1 6-6,15-5-62,-3 12-17,7-1 45,-9 10-3492,11 14 3509,-12-1-28,16 20-129,-8 16 51,-5 7 86,-13-17 0,-5 1 37,-8-2 0,-7-1 16,-8 3 1,-3-2-186,2-5 0,-4 0 217,-4-3 0,-5 2 1,2-4 9,-2-1 1,0-2 38,-16 7 1,2-2 42,-5-6 213,11-11 3207,30-8-3414,3-5-242,20-5 23,18-9 28,24-4 23,1 4-648,4 6 1,4 3 543,-14 4 0,2 2-328,4 0 0,5 0 0,-5 2-106,-4 1 0,-3 2-370,5 0 0,-2 2 443,-10 2 1,-4-1 0,-2 0 0,11 2 0</inkml:trace>
  <inkml:trace contextRef="#ctx0" brushRef="#br1" timeOffset="195520">28305 4091 13183,'2'-6'7225,"-1"0"-5746,6-56-655,-12 36-628,5-12 0,-5 3-51,-20 17-106,0 6 0,-7 8 1,-3 3-23,-6 4 5,-10 5 0,-2 5-294,21-1 0,3 2 241,-13 6 0,4 1 3,-3 10-36,13 6 41,21-7 62,16 11 62,15-10 50,24-4 51,9-15-79,-9-8 137,-13-8 1,-1-4 226,6-8-50,13-14-72,-23-1-12,-10-1 520,-6 6-598,-7 6-25,-2 8-132,-5 6-96,1 4-167,-1 2-219,0 3 285,0 8 79,-1 15 6,-3 33-374,-1-9 323,2-17 0,-1 2-614,-3 7 1,-1 1-462,3-7 0,0 0 184,-2 7 1,2 1 935,3-2 0,2-7 0,1-10 0,2 10 0</inkml:trace>
  <inkml:trace contextRef="#ctx0" brushRef="#br1" timeOffset="195888">28877 4001 19132,'0'-7'4032,"0"2"-3018,0 5-286,0 0-678,-41-54-100,31 40 22,-14-16 0,7 9 39,22 30 23,8 12-68,13 14-5,11 7 39,-15-18 0,-1 0-6,21 24-22,-9-2 11,-13-4 23,-11-5 11,-17-3 22,-11-3 0,-4-7 96,-28 8-113,8-10-22,12-8 0,0 1-11,-18 3-118,14-4-1069,14-5 285,16-5-3490,22-3 4403,8-1 0,-4 0 0,-4-1 0</inkml:trace>
  <inkml:trace contextRef="#ctx0" brushRef="#br1" timeOffset="196238">29667 4112 23147,'-51'4'138,"-1"0"0,6 0 1,8 4-100,15 18 23,11 2 27,9 0 1,12 1 61,11-1 73,12-4-39,10-6 16,3-6 46,1-7 5,-6-10 33,-8-7-49,-10-12-79,-11-5-56,-6-6-23,-9-3-22,-1 0-89,-2 3-471,2 5-7109,9 5 7613,1 7 0,1 8 0,-2 5 0</inkml:trace>
  <inkml:trace contextRef="#ctx0" brushRef="#br1" timeOffset="199372">21709 5829 9044,'7'4'5993,"-2"-1"-2818,-5-3 736,0 0-3553,32-21-89,-14 1-40,28-23 12,-20 3-6,-1-9-469,0-7 287,-13 26 0,-1 0-6,0-2 1,-1 0-88,0 1 1,-2 0 162,7-28 17,-6 6 11,-5 11-33,-6 11-102,-5 13-116,-6 9-24,-5 10 470,1 5-408,-20 32 23,8 8-181,7-10 0,1 4 200,5-1 0,3 1-39,2 4 1,2 0-15,2-10 0,3 2-456,2 17 0,4 0-300,3-17 0,2 0-605,4 15 0,4-1-191,5-15 1,2-5 358,16 14 336,-4-27 1,4-6 660,14-13 369,-14-2 1,1-6 126,-9-5 0,-1-4 112,-1-3 0,-1-2 78,1-3 1,-2 0 63,13-18 376,-12 9 1,-1 1-259,-2-1 288,-1-2 1,-2 1-238,-7 8 1652,3-30-1462,-14 39-537,-3-7-23,-6 21-241,-6 4-45,-10 7 18,-13 9-1,-10 12-45,-3 11-5,5 5-11,12 1 599,14-2-538,11-6-16,8-11 55,13 0 68,3-15 38,14 0-10,3-16-23,4-9 96,2-11 83,-6-7-28,-5-4-38,-9 1-124,-8 9 296,-4-1-167,-7 17-112,0-2-146,-2 12-140,-1 1 40,0 5 100,-3 7 17,1 4 6,-4 23-6,4-5 5,-1 13-5,10-11 0,7-7 23,9-7 33,7-8 16,4-10 29,3-12 6,1-10 61,-3-11 62,-7-9-6,-9-6-112,-8 7 241,-6-18-73,-7 23-68,-2-9-49,-2 22-74,0 10-94,4 6-85,1 2-67,2 7 152,2 1 5,6 13-28,8 7 17,8 12-26,-5-4 1,-1 1 8,4 8 25,-9-13 0,-3-1-103,-10 10-197,-13 4-413,-11 10-747,-10-7-1752,0-11 3215,6-16 0,13-11 0,7-6 0</inkml:trace>
  <inkml:trace contextRef="#ctx0" brushRef="#br1" timeOffset="199788">23071 5781 13855,'5'0'8844,"-1"0"-6895,-4 0-1579,12-23-45,-3 1-39,10-26-23,-7 1-84,-3-9-67,-4-7-358,-5 30 1,0 0 292,-1 0 1,0 1-30,-3-28 156,1 8 5,0 12 45,0 12-229,0 14-29,0 8 556,0 9-555,-4 13 38,-3 18 7,-3 23-18,6-20 0,1 2-8,1 3 0,2 1 6,2 1 0,2 1-387,3-3 0,2-1 336,1-3 0,3-1-48,1-4 1,2-3-219,12 22-1120,4-5-1181,-6-15-3911,4-6-2319,-10-16 8084,-2-7 0,-10-3 1,-2 0-1</inkml:trace>
  <inkml:trace contextRef="#ctx0" brushRef="#br1" timeOffset="199962">22941 5641 19831,'47'-17'-984,"-1"1"1,1 0 0,0-1 0,-2-1 0,-3-1 0,-4 6 0,2 8 0,-9 3 0,-18 1 0</inkml:trace>
  <inkml:trace contextRef="#ctx0" brushRef="#br1" timeOffset="200196">24078 5423 18061,'-10'0'2650,"3"0"-2387,7 0-454,0 0-5309,35-19 4604,-5 14-992,8-5 1,6 0 1741,-7 9 0,-1 2 1,15-1-1,-9 0 1</inkml:trace>
  <inkml:trace contextRef="#ctx0" brushRef="#br1" timeOffset="200386">24009 5678 17899,'-4'0'4991,"1"0"-4638,3 0-432,64-20-509,-31 12-149,17-5 1,5 0 736,-19 8 0,-4 1 0,15-1 0,-5 0 0</inkml:trace>
  <inkml:trace contextRef="#ctx0" brushRef="#br1" timeOffset="201387">25530 5416 23159,'-5'-23'-331,"0"5"225,4 18 50,-2 3 162,-3 2 152,-15 11-45,-5-1 95,-12 2-84,11-9 302,3-5 0,15-5-178,1-6-164,6-8-71,8-17-107,1 7-6,13-10-12,0 18-3441,14 3 3430,-9 7-134,22 22 62,-16 9 39,7 6-51,-9 13 74,-19-3 10,-16 16 29,-16-14 0,-8-1-234,7-10 1,-3-2 225,-7 2 0,-4 1 0,0-3 7,-5 2 1,-1-3 1093,-8 4 1,-1-1-1033,7-8 1,3-3 46,9-6 1,3-5 155,-10-8-231,22-6-5,16-15-46,22-2-2,6 4 0,5 1 3,3 2 0,3 2-247,12-1 0,2 2 230,-15 6 0,0 2-76,7 1 0,1 3 78,-3 3 1,0 3-863,2 0 1,0 0 18,-4 2 1,-1 0-4048,8 4 1,-3-1 2850,-4-2 0,15 3 0,-45-10 0</inkml:trace>
  <inkml:trace contextRef="#ctx0" brushRef="#br1" timeOffset="201804">26349 5536 20263,'4'-45'866,"1"1"0,-5 0 1,-9 11-666,-22 27-1095,-23 1 928,10 9-12,7 6 1,2 2-18,-1 5 151,2 5 1,1 3-174,7 9-39,-3 16 6,18-9 182,17-4-120,9-7 32,4-13 96,15-8 135,11-16-34,3-7 117,9-14 62,-18-4-34,-6-2-212,-12 7 763,0-9-814,-13 20 207,7-10-223,-12 20-158,1-1-44,-4 10 56,-2 8 50,-3 15-17,-6 15-10,-5 19-659,5-24 1,0 0 593,1-6 0,0 2-2118,-3 15 0,2 0 1291,2 0-2089,7-1 1,7-2 2937,20-6 0,-6 0 1,3-23-1</inkml:trace>
  <inkml:trace contextRef="#ctx0" brushRef="#br1" timeOffset="202020">27441 5527 24984,'-33'7'-34,"1"1"1,-12 13-1,2 5-226,15-1 0,2 3-1972,-13 13 1,2 1 707,12-12 1,2 0 1523,0 2 0,3-3 0,5-5 0,1-2 0</inkml:trace>
  <inkml:trace contextRef="#ctx0" brushRef="#br1" timeOffset="202404">27053 5500 18408,'-6'-4'3344,"2"0"-3064,4 4 197,0 0-466,-59-23-16,41 21 2,-18-5 0,4 7-14,26 21 0,2 12 12,15-2 10,2-8 57,18 5 67,-9-16 184,8 2 214,-11-12-12,-5-8-112,-5-7-61,-3-6-185,-4 1 156,-2-4 24,-4 5-231,-1 0-134,-2 5-236,3 8-273,2 3-337,1 8-1770,2 10-744,3 5 2540,5 9 0,-3-17 0,1 0 0</inkml:trace>
  <inkml:trace contextRef="#ctx0" brushRef="#br1" timeOffset="202737">27813 5817 16801,'0'-6'835,"1"2"-298,-1 4-436,-45 18 224,36-9 303,-29 14 133,50-15 62,4-2 17,2-3 52,-3-6 4,-4-3-124,-4-6-100,-3-4-173,-5-2-174,-5 0-106,-3 1-96,-4 3-101,3 4-106,-11 3-381,6 5-1770,-8 2 2235,4 11 0,8-6 0,2 5 0</inkml:trace>
  <inkml:trace contextRef="#ctx0" brushRef="#br1" timeOffset="203212">28437 5592 21959,'20'-47'963,"0"0"1,-2 2 0,-4 12-611,-10 25-331,-2 3-280,-2 4 29,0 16 229,-2-2 17,-1 28-85,-3 6-173,1-14 1,1 3-1051,-1 5 0,1 0-2006,0 5 1,1-1 3296,1-5 0,0-2 0,1 11 0,1-23 0</inkml:trace>
  <inkml:trace contextRef="#ctx0" brushRef="#br1" timeOffset="203586">29138 5566 23126,'-55'-16'157,"0"0"0,4 1 0,5 11-2614,14 24 1,4 6 2473,-9 5 428,20-1 1,4-1-458,7-2 959,9 22-964,15-21 157,14 2-124,26-10 35,-1-12 3160,1-9-3088,-5-14 56,-18-9-5,4-15 11,-11-9 0,-10-4 34,-14-4-169,-7 19 721,-14-3-766,-3 21-33,-4-1-1020,3 7-150,9 7 1198,11 8 0,2-1 0,3 4 0</inkml:trace>
  <inkml:trace contextRef="#ctx0" brushRef="#br1" timeOffset="203821">29610 5553 22393,'43'-10'-816,"1"0"0,-1 0 1,2 3-1,-1 1 1,-5 5-1717,12 10 2532,-17 3 0,-5 1 0,-12-5 0,3 6 0</inkml:trace>
  <inkml:trace contextRef="#ctx0" brushRef="#br1" timeOffset="203971">29696 5759 13189,'-6'1'7331,"2"1"-6132,4-2-5495,89-19 398,-43 11 3189,-6 0 0,7-1 1,-9 2-1,-7 3 1,-1 0-1</inkml:trace>
  <inkml:trace contextRef="#ctx0" brushRef="#br1" timeOffset="204387">31097 5436 17204,'0'-3'5204,"0"0"-4885,0 3 421,-81-19-558,47 23 0,-1 3-146,-25-9 0,-1 4-1929,19 14 0,7 5 1893,-5 8 686,10 10-697,21-15-29,8 23 40,10-25 45,27 14 17,-1-27-2283,18-7 2327,-17-9 2175,3-15-1715,-9-17-285,-6 6 64,-10 2 0,-3 0-99,-5 6 219,1-17-62,-6 25 3252,-1 3-3532,0 7-117,0 4 11,-6 20-6,2-3 0,-8 31-8,6-13 0,1 3-20,-1 2 0,0 3-474,0 9 0,1 2 398,3-5 1,0-3-43,0-8 1,1-1-569,0 8 1,-1 0-4214,-3-2 1,-1-1 3156,-2 21 0,-3-7 1,8-44-1</inkml:trace>
  <inkml:trace contextRef="#ctx0" brushRef="#br1" timeOffset="205854">21890 6894 16152,'0'-4'5057,"0"2"-4402,0 2-408,-64-54-51,24 42-146,-6-14 1,0 5-28,0 33-35,10 9 12,13-1 12,11 18 4,19-8 1,13 15-6,21-7-154,-14-19 1,1-1 137,22 10-12,-12-9 0,1 0-16,8 5 7,-17-8 1,-2 2 25,-4 6 39,-24 0-27,-11-5 49,-42 11-22,0-12-365,13-5 0,-3-1 334,5-4 1,1-3-26,1-1 0,1-1 226,-16 1-2007,0-12-5679,33-6 7477,1-8 0,17 7 0,3 4 0</inkml:trace>
  <inkml:trace contextRef="#ctx0" brushRef="#br1" timeOffset="206203">22200 6870 15592,'8'-6'4704,"-2"2"-4334,-6 4 414,0 0-655,-20 56-79,14-30 11,-4 18 1,2 1 45,15-10-4050,13 15 4088,-2-27 1051,14-2-782,-8-16 40,11-5-56,0-12-29,2-10 29,-1-10-51,-7-9-78,-7-3 3342,-9 1-3454,-8 4-101,-4 13 44,-6 0-133,1 16-253,-2-2-426,3 10-1012,3 8-226,2 2 1950,10 17 0,-7-14 0,6 6 0</inkml:trace>
  <inkml:trace contextRef="#ctx0" brushRef="#br1" timeOffset="206788">22791 7000 23959,'24'12'73,"-5"4"-62,-18 18 29,-2 0 44,-3-5 11,-2-6 185,0-9 235,1-7-117,2-8-241,-2-8-28,1-8 11,0-13-23,5-12-5,6-9 34,7-6-56,7 2-34,4 8-34,2 11-28,5 11-5,4 10-56,4 7 17,4 13 22,5 18-3387,-12 9 3421,-5 6-130,-14 12 57,-12-2 44,-10 14 6,-11-3 17,-9-10-11,-2-15 62,5-13 33,5-12-6,4-11 40,5-17-62,5-10-34,4-5 23,14-12-28,8 7 5,13-11-5,-11 24 0,2 3-23,22-10 3334,-3 9-3351,-2 16-33,-11 10-106,10 10-135,-2 12-460,-2 15-1214,-2 8-1524,-20-19 0,-2-1 2678,11 20 1,-11-18 0,-8-13 0</inkml:trace>
  <inkml:trace contextRef="#ctx0" brushRef="#br1" timeOffset="207021">24156 6946 21125,'-4'-3'2678,"0"1"-1693,4 2-1478,13-28 157,8 22-666,35-18-519,-17 29 1,3 6-861,-2-2 0,0 1-2327,1 5 1,-4 1 3644,0 3 0,-19-5 1,-14-10-1</inkml:trace>
  <inkml:trace contextRef="#ctx0" brushRef="#br1" timeOffset="207178">24358 7158 20341,'-61'12'1490,"0"0"0,12-2 0,8-2-1233,16-6-173,23-2-145,41-10-379,1 2 0,5-1-1015,-5 0 0,2-1 256,0 1 1,2-1 0,-3 2 1198,-6-1 0,-3 1 0,24-6 0,-27 7 0</inkml:trace>
  <inkml:trace contextRef="#ctx0" brushRef="#br1" timeOffset="209170">25537 6812 19851,'6'-35'198,"1"0"1,-5-13 427,-25 66-582,-8 17 1,-6 13-178,20-20 0,1 1 147,2 3 0,2 0 0,3-1 0,4 0 215,10 26-156,16-8 61,18-11-39,-7-20 1,2-4-17,14 3 55,-14-10 1,0-3 296,1-7 376,4-8-370,-13-9-129,-10-10-28,-12-20-219,-6 12 40,-9-21-6,-6 18-33,-8-9-12,-3 6-5,-6 4-56,12 16 282,-2 2-697,16 17-542,0 5-2359,3 14 3327,2 14 0,0-9 0,3 1 0</inkml:trace>
  <inkml:trace contextRef="#ctx0" brushRef="#br1" timeOffset="209432">26262 6781 24284,'17'18'0,"0"6"-17,-12 39-19,2-28 0,2 0-267,13 24-201,-4-17 0,0 1-594,7 13 148,-10-22 1,-1-2-3465,-5-2 4460,-1 2 0,-6-17 0,-2-7 0</inkml:trace>
  <inkml:trace contextRef="#ctx0" brushRef="#br1" timeOffset="209637">26196 7065 17042,'-3'-3'4738,"0"0"-3404,3 3-1250,49-56-39,-9 40-855,11-14 0,3 3 821,4 25-25,-14 1 0,-1 1 209,14 2-4032,-7 2 0,-1 0-5425,7 0 9262,-20 1 0,-5-1 0,-20-3 0,-5 1 0</inkml:trace>
  <inkml:trace contextRef="#ctx0" brushRef="#br1" timeOffset="210129">27559 6886 18548,'4'-3'3355,"0"1"-1416,-4 2-1676,4-68-89,-14 43-121,5-14 0,-4 4-25,-15 25 6,-29 10-23,13 12-11,-10 3-3,23 4 0,4 4-36,-4 12 0,-6 19 28,21-17-17,15 15 28,5-25 11,29 21 34,-3-30 55,16 1 124,-12-17 62,-5-11-23,-7-7 7,-4-11 4,-3-6-16,-2-4-124,-5 7 392,4-8-419,-9 24 33,3-7-146,-9 19-50,0 1-28,0 11-3330,4 10 3403,1 7-1264,2 12 1,0 3 983,0 1-1095,1 6 0,-2 3-2109,-1 11-1421,-3-23 1,-1-1 3799,0 17 0,-2-20 0,0-26 0</inkml:trace>
  <inkml:trace contextRef="#ctx0" brushRef="#br1" timeOffset="210513">28442 6873 15473,'-6'0'5770,"0"0"-4908,6 0-811,0 0-320,40-24-790,19 15-8,-9-4 0,5 1-1597,0 9 0,0 5 2664,0 1 0,-4 0 0,7 0 0,-18 4 0</inkml:trace>
  <inkml:trace contextRef="#ctx0" brushRef="#br1" timeOffset="210661">28535 7039 16992,'48'-1'-506,"0"0"0,0 0 1,0 0-1,16 0 0,-9 0 1,6-1-1</inkml:trace>
  <inkml:trace contextRef="#ctx0" brushRef="#br1" timeOffset="211086">30014 6796 21691,'-46'-20'285,"0"1"1,0 0 0,2 1 0,0 2-1,5 6-217,-20 15-471,17 3 0,1 3 425,-6 11 1,15-6 1,2 2-18,0 14 200,15 2-223,12 1 0,15 1 17,2-9 463,26 6-323,-7-19 90,17 2 0,-9-20 223,0-11-173,-2-12 56,-4-9 51,-5-4 78,-7 5 11,-7 7-123,-8 11-202,-5 9-145,-2 6-169,-1 1 124,0 20 28,2 8 0,3 26-73,4 10-51,-4-28 1,-1 1-635,1 2 1,-3 1-165,-3 3 1,-3-2-236,-1-6 0,-1-2 542,-6 5 1,-1-4-1,1-6 1,-2-1-1</inkml:trace>
  <inkml:trace contextRef="#ctx0" brushRef="#br1" timeOffset="212199">21566 8360 21584,'6'-43'426,"-1"1"0,-1 3 0,2 11-421,0 23-16,3 7 39,8 8-22,12 11 11,18 20-3409,-12-9 3380,-10-6 1,-1 0 11,3 7 11,4 6 23,-9-11 140,-7-10 55,-8-11 970,-3-7-746,0-12 3074,2-11-3443,3-14-62,0 0 45,8-24-39,-5 20-61,8-15-107,-1 21-185,4 7-571,20 9 498,-10 10-515,22 6-459,-14 10-1127,14 6-2402,1 7 4901,-23-8 0,-3 0 0,5 1 0,-4-1 0</inkml:trace>
  <inkml:trace contextRef="#ctx0" brushRef="#br1" timeOffset="212850">22688 8215 23943,'15'-50'156,"-27"25"-144,-16 40-12,0 3 0,-2 1-34,-10 12-33,-1 6-12,18-3 51,15-4 17,15-5 45,10-4 111,23-7-72,-9-8 112,21-14-84,-26-2 347,21-21-123,-23 3-67,5-16 11,-20 7-1,-6 1 7,-2 8-51,-3 9-112,1 9-107,-2 6-184,2 3 0,-1 5 140,0 9 28,-2 13 5,0 14 12,1 10-18,3 4-260,6 2 288,10-5-10,12-8 11,9-10 33,4-14-16,3-15-1,2-19 29,0-17-26,-23 9 1,-2-3-474,12-20 470,-12 2 1,-3-3-600,-6 9 1,-2-1 604,4-18 0,-1-3-3,-7 11 1,-2 0 34,-2 3 0,-3 2-26,-3 5 0,-1 4-6,-6-13 101,-9 11-118,10 25-128,-4 4 89,8 14 23,-2 20-1,2 19-19,3-12 0,1 2-312,1 8 1,1 1 272,3 4 0,2 2-142,1-8 1,3 2 0,-1-3-16,1 3 0,3 0-1437,4 2 1,4 3-1,-1-7 288,-3-12 1,1-3 983,14 21 0,-1-6 0,-8-17 0,-1-2 0</inkml:trace>
  <inkml:trace contextRef="#ctx0" brushRef="#br1" timeOffset="213041">24055 8262 22099,'39'-27'-1824,"0"0"1,-1 0-1,5 1 1,2 2-1,-5 8 1824,-6 12 0,-2 4 0,24-2 0,-27 2 0</inkml:trace>
  <inkml:trace contextRef="#ctx0" brushRef="#br1" timeOffset="213224">24121 8413 19703,'-5'0'4704,"2"0"-4418,3 0-857,56-17-3384,-19 8 1,2 0 1733,7-3 0,1-1 2221,3 2 0,-6 3 0,-16 2 0,-1 1 0</inkml:trace>
  <inkml:trace contextRef="#ctx0" brushRef="#br1" timeOffset="215158">25546 8206 21948,'4'-27'544,"-1"5"-566,-3 22-163,0 1 207,-2 6 29,0-2 167,-8 13-145,3-8 61,-12 10 74,3-9 245,-11-1-274,8-4 264,-6-7-62,14-7-163,0-7-145,5-2 95,7-17-118,14 1-44,3-4-12,14 6 17,-10 17-11,6 5-33,-5 6-40,14 11 34,-4 8 0,-2 5-3421,-6 15 3410,-15 2 50,-9 19-507,-18-15 0,-5 0 498,6-12 1,-4 0-336,-18 16 0,-6-3 344,11-16 0,-1-2-44,-7 4 1,-1-2 121,1-6 1,3-4 16,-9 2 2699,6-18-2727,32-6 1301,1-11-1346,11 0 1117,8-4-1144,12-2 188,30-1-273,7 7 20,-19 9 0,0 2-25,18 0-79,-2 7-714,-10 4 1,1 2-550,-12-3 1,2-1-278,23 5 1,1-2-1369,-16-3 0,-3-3 1412,-8 1 1,1-4-138,22-5 1,1-4 1806,-18-2 0,-2-2 0,14-4 0,-3-3 1293,-15 0 1,-6-1 1177,2-9 1858,-6-8 113,-14-2-2633,-2 1-1154,-9 3 533,-15 5-958,2 18 727,-18-9-812,-7 17-139,-5 3-6,-12 12-23,9 9 995,6 12-1050,8 8-2877,11 4 2961,11-6-90,11 15 56,10-18 39,11 8-11,0-19 140,18-10 28,-10-15-45,6-3 336,2-26-100,-18 2 3223,5-8-3240,-8-2 140,-1 1-129,-2 5-73,-1 4-179,-8 20-135,-3 6-134,-2 8 95,0 11 62,0 2 22,0 40-22,-1-18-577,0 13 1,-2 3 268,-1 1-443,1-12 0,-2 5 0,2-3-563,0-4 1,1-2-1255,0 16 0,1-2 2575,6 7 0,-1-29 0,0-19 0</inkml:trace>
  <inkml:trace contextRef="#ctx0" brushRef="#br1" timeOffset="215391">26861 8355 20982,'17'-59'1389,"0"-1"0,-2 9 0,-4 9-767,-7 19-223,-3 14-422,-1 6-36,-3 9 59,-4 12 41,-7 21-30,3-9 0,0 4-3,-4 9 1,-1 3-396,3-8 1,-1 3 361,-3 4 1,-3 4 0,0-1-809,-2 3 1,-1 1 561,1-3 0,-1 3 1,1-2-881,-4 10 0,3-4-263,6-11 0,2-3 1414,2 1 0,3-6 0,4-8 0,1-2 0</inkml:trace>
  <inkml:trace contextRef="#ctx0" brushRef="#br1" timeOffset="215650">27348 8618 25814,'-1'-42'-56,"-5"21"44,-8 51-44,1 5 0,1 1-67,-2 6-505,-1 8 1,1 1-2308,3 9-362,4-19 1,1-1 2502,6 7 0,1-20 1,3-15-1</inkml:trace>
  <inkml:trace contextRef="#ctx0" brushRef="#br1" timeOffset="216008">27794 8632 23903,'-49'-2'56,"0"-1"0,6 2 0,9 7-56,25 30-28,14 8 17,1-14-22,13 4 72,-2-19 67,3-3 90,1-6 79,-3-13-7,-1-6-60,-3-16-24,-3-8-26,-6-5 21,-2-1 39,-6 6-33,-2 8-112,-5 9-62,1 8-145,1 4-516,4 6-958,5 2-4239,10 6 5847,4 1 0,-2 0 0,-3-2 0</inkml:trace>
  <inkml:trace contextRef="#ctx0" brushRef="#br1" timeOffset="216250">28327 8450 18924,'-3'-4'3288,"0"0"-2689,3 4-761,70-57-1583,-16 42 1466,-19-4 1,5-5-1,-1 9-2227,6 16 0,-2 6-2276,13 1-696,-4 7 5478,-36-5 0,-7-4 0,-5-2 0</inkml:trace>
  <inkml:trace contextRef="#ctx0" brushRef="#br1" timeOffset="216391">28401 8653 23511,'57'-16'-518,"1"0"0,4-1 0,-6 3 0,-4 4 0,-3 1 0</inkml:trace>
  <inkml:trace contextRef="#ctx0" brushRef="#br1" timeOffset="216999">29734 8231 22431,'19'-48'560,"0"0"0,-4 7 0,1 6-404,11 5-72,-1 12-39,7 0-39,7 9-23,-14 8-22,10 20 16,-22-2-16,6 27 22,-16-1 29,-14 19 10,-10-18 0,-5-1-28,6-12 1,-2-1 13,-15 13 1,-2-2-216,13-18 1,2-1 220,-4 3 0,1-1-2,-12 11 10,15-12 90,12-11 17,11-7 84,19-4-90,28-5-79,12-3 1,7 0-626,-20 1 1,0 0-1,2 0 542,-2 0 0,3 0 0,0-1 0,-3 1-83,-2 0 1,-3 1 0,1-1-847,5 0 1,1-1 0,-4 1 562,-3 0 0,-3 1 1,-4 0-1,-3 0 0,0 1 1</inkml:trace>
  <inkml:trace contextRef="#ctx0" brushRef="#br1" timeOffset="219819">20734 9647 19484,'2'-59'1083,"0"0"0,0 8 0,0 11-842,-2 26-107,0 11-599,0 2 146,0 11 431,-3 20-17,-3 26-593,0-16 1,-2 3 528,-1 7 0,-2 2-9,-1 2 1,-1 2-151,3-14 1,-1 1-1,0-2 125,-1 8 1,0-3-1,1-4 0,2-4 3,-2 7 95,7-26 336,1-3 1448,2-11-1493,1-5 508,0-14-788,2-6-16,6-29-85,0 14 1,13-20 5,1 22 0,9-5-11,4 9 0,3 10-3431,10 9 3414,-15 9 6,13 12-22,-15 9-2297,11 21 2313,-16-9-170,-3 21 187,-29-12 5,-12-9 1,-4 0-6,-15 12-6,-1-15 1,-3-4-219,-16-2-331,24-11 1,2-2-5613,-14-1 6167,21-10 0,15 1 0,8-2 0</inkml:trace>
  <inkml:trace contextRef="#ctx0" brushRef="#br1" timeOffset="220047">21304 10018 26071,'-16'-4'-1787,"5"0"-134,15 4 1921,12 2 0,-9-1 0,6 0 0</inkml:trace>
  <inkml:trace contextRef="#ctx0" brushRef="#br1" timeOffset="221121">23060 9680 19076,'-3'1'3696,"0"0"-2985,3-1-683,0 3-28,0-2-44,0 2-124,-1-1 5,0-1-33,-2 2 185,0-2 39,1 1 174,-1-2 167,2 0 1973,-1 0-1822,4-3-228,0-1-197,2-4-330,3-3-40,3-8 169,4-3-57,3-1-296,7 8 167,-4 19 136,2 15 133,-11 8 1,-9 27-9,-11-25 0,-5 1-587,-7 11 0,-4 1 528,-9 3 1,-6-1 33,7-11 0,-4-1 0,3-2 64,-2 1 1,0-2 83,-6 2 0,3-7 200,10-11-46,3-6-106,13-17-50,7-9-17,5-9-67,7-3 1073,5 3-1113,8 5 1,14 8-34,4 9-7,5 8-273,15 12-160,-28-5 0,2 3-1117,10 1 1,2 2-2057,5 0 1,0 0 3052,-4-3 0,-3 0 0,14 2 0,-24-7 0</inkml:trace>
  <inkml:trace contextRef="#ctx0" brushRef="#br1" timeOffset="221445">23947 9639 23371,'-44'-28'181,"1"0"0,1 1 1,11 9-210,24 18-6,1 5 84,8 7 57,15 18-57,-3-6-19,10 1 0,3 1 2,12 7-10,10 8-18,-11 0-10,-18 4 10,-4-7 12,-17-6 0,-4-1-6,-6-4 0,-21 25 1,0-21-96,9-9 0,-2-1-219,-6 6-3617,-5-1 648,28-20 3272,2 0 0,7-6 0,2 0 0</inkml:trace>
  <inkml:trace contextRef="#ctx0" brushRef="#br1" timeOffset="221821">24807 9751 18789,'0'-3'3810,"0"1"-2763,0 2-862,-71-3-101,31 25-62,-5-12 0,2 5 6,10 37 23,15 1-18,7-10 18,6 7-18,7-14 51,6 3 297,10-6 129,4-16-246,0-5 161,6-20-156,3-8 22,11-15-20,-13 0 1,-2-3-165,5-7-220,-12 5 1,-3 2 230,-11 8 72,-6-20-162,-12 19-28,-13-8-117,-12 17-533,-6 8-2963,-4 10 3613,8 7 0,16 0 0,11 0 0</inkml:trace>
  <inkml:trace contextRef="#ctx0" brushRef="#br1" timeOffset="223760">22067 11576 9621,'-1'3'9830,"0"-1"-5204,1-2-4374,4-5-123,2-6-62,6-13-22,7-15-23,-6 11 1,2-2-505,3-7 1,1-2 503,2-7 1,0-1-4,0-5 1,-1 0 11,-2 0 0,-1 0 13,-5 2 1,-1 1-23,-4 6 1,-2 1-36,-2 6 0,-3 3 120,-5-18-23,-4 18-79,-2 15-111,-1 13 50,-7 18 45,-12 23-6,8-5 0,0 5-297,-3 9 1,1 5 305,8-12 1,0 2-1,3 0-234,2 2 1,1 2 0,2-1 162,3-1 1,0 1 0,4-1-152,4 16 1,6-2-340,5-7 1,4-4 262,6-6 1,5-5-222,4-4 1,2-5 301,3-5 1,1-5 39,1-3 0,1-5 59,0-5 0,1-5 64,-1-4 1,-1-4 55,-1-4 1,-1-3 61,-2-3 0,-2-3 31,-4-2 0,-3-2 47,-4 0 0,-2-2 168,-3 0 0,-3-1 113,6-28 72,-9 4 23,-6 9 1418,-8 12-1502,-1 11 581,-3 12-1007,-2 9 547,-6 13-541,-8 13-12,4 2 1,0 1-1,-9 14-5,9-10 0,2 2 298,0 7-365,3 18 33,7-20-45,10 4 73,6-26 62,10-4 73,7-14 11,8-15 16,1-14 29,1-11-107,-12 5 8,-10 7 1,-2 0-14,-2 0 218,5-24-67,-12 36-162,0-2-135,-3 16-51,-2 7 79,-1 9 62,-3 11-3404,-3 18 3393,3-9-7,0 14-4,8-8 10,3-8 6,11 5 34,4-21 5,10-3-11,7-10 33,5-13 51,2-13 68,-2-12 3424,-6-9-3422,-20 12 0,-3 1-36,2-16-1635,-8 8 0,-3 1 1607,-4 7 112,-4-23-23,-1 31-34,-3 2-100,4 10-62,0 8-106,4 4 3274,-1 8-3195,1 2 21,8 29-5,-2-10-3,2 3 1,1 3-26,8 22-405,-7-19 0,-1 1 346,0-1 0,-3 2-126,-2 5 1,-3 0-1626,-4-8 0,-3-1 1625,1-2 0,-3-2-1188,-21 16-2279,5-22 3680,-6-2 0,13-12 0,6-7 0</inkml:trace>
  <inkml:trace contextRef="#ctx0" brushRef="#br1" timeOffset="224177">23568 11444 15479,'9'5'4918,"-2"-2"-2834,-7-3 1109,0 0-2863,0-9-268,2 1 38,6-29-72,0 13 34,11-32 44,-4 3 23,-3 8 0,-1-2-293,-4 15 0,0 0 248,1-13 0,-2 1 107,-1-3 10,-1-4 40,-5 13-135,-1 18-72,-1 8-28,0 10-62,1 2-6,-4 7 457,-10 21-395,-3 13 0,-2 8-11,10-7 0,3 0-6,2 6-14,5-2 0,4 1-429,14 12 295,-3-24 0,3 0-155,8 2 1,2-4-22,10 11-169,5-3-3685,-7-15 4195,-4-8 0,-3 0 0,-12-11 0</inkml:trace>
  <inkml:trace contextRef="#ctx0" brushRef="#br1" timeOffset="224328">23600 11340 17540,'-3'-4'4734,"0"1"-4281,12-58-425,5 39-53,6-16 0,6 2-244,5 23 0,3 7-2282,12-5 0,2 1 2551,-4 2 0,-2 2 0,13-1 0,-25 4 0</inkml:trace>
  <inkml:trace contextRef="#ctx0" brushRef="#br1" timeOffset="224560">24501 11155 21181,'-9'0'3103,"2"0"-3159,7 0-498,0 0-34,72-25 168,-40 20 0,2 0-331,5-4 1,6-1 0,-2 1-4166,13 6 1,-5 2 3206,11-2 0,-11 3 0,-44 0 0</inkml:trace>
  <inkml:trace contextRef="#ctx0" brushRef="#br1" timeOffset="224753">24583 11314 24654,'24'-13'-1143,"31"-4"-2775,-2 8 1,4 0 3559,-7 0 1,-1 1-1,-3 0 1,-6 2-1,-8 0 1</inkml:trace>
  <inkml:trace contextRef="#ctx0" brushRef="#br1" timeOffset="225535">26164 10924 23467,'-4'-3'-68,"1"2"175,-1 9 22,-5 3 5,-8 6 68,-8 0 106,-4-4-118,5-5 432,-1-7-224,13-8-107,-3-8-140,10-10-84,6-8-44,4 4 10,22-15-38,-8 23 2,9 3 0,4 3-64,12 7-107,-10 6 1,0 2 150,11 9-33,-14 8 0,-3 6-22,5 20 41,-13-8 1,-4 3-25,-8 19-85,-25-2 0,-12 2-573,-2-13 1,-6-1 682,2-1 1,-3 2 0,0-4 29,-5 0 1,-1-4 42,8-10 0,-3-1 1,6-5 57,-14 4 115,10-7 0,3-9 36,16-16-78,0-10-73,22-11 173,4 5-218,32-9-56,2 12 149,-7 8 1,1 1-150,19 1-92,-8 9 0,1 3-185,-14 3 1,1 3-447,15 2 1,1 2-1793,-10 2 1,-3 2 1908,-4-2 1,-4 0 0,9 4 0,-18-8 0</inkml:trace>
  <inkml:trace contextRef="#ctx0" brushRef="#br1" timeOffset="225778">27552 10961 24923,'-37'29'16,"-1"-1"1,0 0 0,0 2 0,0 0 0,2 1-19,5-1 0,2 1 0,0 0-611,-3 2 0,-1 0 0,2 1 167,-1-1 0,1 1 0,2 0-1624,-9 13 1,3-1 2069,9-4 0,5-3 0,-1 4 0,15-15 0</inkml:trace>
  <inkml:trace contextRef="#ctx0" brushRef="#br1" timeOffset="226144">27043 10962 22627,'-36'12'-6,"1"-1"0,-21 14 34,59 11 12,9-3 44,8-7 89,5-7 309,7-10-292,-11-7 163,5-9 33,-10-6 118,1-17-392,-7 7 118,-4-13-124,-6 19 102,-5-8-213,-2 13-136,-6 1-111,0 9-319,-2 12-740,0 9-1635,2 16 11,5-2 2087,13 18 0,-2-33 0,5 9 0</inkml:trace>
  <inkml:trace contextRef="#ctx0" brushRef="#br1" timeOffset="226470">27724 11354 21495,'-25'35'256,"0"0"0,2-2 0,12-8 298,31-12 191,-1-6-40,-4-6-184,-4-7-168,-3-8-100,-3-9-35,-1-8 40,-2-2 22,-2 2-62,1 6-100,-1 9-124,0 8-268,0 4-2572,0 3-3858,5 9 6704,1-1 0,0 2 0,-1-3 0</inkml:trace>
  <inkml:trace contextRef="#ctx0" brushRef="#br1" timeOffset="226728">28274 10965 22375,'2'-10'2637,"1"1"-2236,8-24 0,1-4 265,-5 11-434,6-14 1,-2 4-71,-9 26-246,-4 7 6,-3 11 67,-6 13-34,-9 21 39,7-11 1,-1 3-289,-3 6 0,0 4 70,3-3 0,1 2 0,0-2-26,0 2 1,1 1-555,-2 16 1,5-1-2261,13 3 3064,4-26 0,2-3 0,2 2 0,5-13 0</inkml:trace>
  <inkml:trace contextRef="#ctx0" brushRef="#br1" timeOffset="227077">28814 10944 17819,'-35'-7'-3,"0"0"0,-27 19 9,40 24-12,6 23 2214,24-17-2208,8 8 11,14-4 0,8-10 40,11-12-40,-14-11 1381,9-14-1083,-13-30-141,-7-3-82,-11 4 1,-3-2-25,-3-9 800,-3-3-666,-4-11 2539,-2 20-2629,-6-23 294,-3 32-506,-3 0-146,5 13-975,3 8-2644,9 10 3023,3 3 0,-2 0 0,2-2 0</inkml:trace>
  <inkml:trace contextRef="#ctx0" brushRef="#br1" timeOffset="227294">29599 10834 21856,'42'-23'-552,"-1"1"1,1 0-1,18-7 1,-3 11-956,-16 22 1,-2 7 1506,0 2 0,-4 0 0,5 0 0,-12 3 0</inkml:trace>
  <inkml:trace contextRef="#ctx0" brushRef="#br1" timeOffset="227453">29676 11099 13092,'-6'0'4929,"0"0"-2481,6 0-3305,0 0-3002,87-22 55,-51 15 1,3 0 3406,4-3 0,5-1 0,-6 1 0,19 0 0,-27 4 0</inkml:trace>
  <inkml:trace contextRef="#ctx0" brushRef="#br1" timeOffset="227811">30618 10795 24497,'-4'-56'207,"0"-1"0,4 6 1,9 10-208,40 13 5,-3 13 1,17 8-34,-2 18 22,-1 8-17,-29-1 1,-5 2-355,1 16 327,-15 19 13,-24-20 1,-10 1 36,-4 2 0,-6-1-446,0-6 1,-5-1 0,-1-3 446,0-4 1,-1-4 0,-1 0 15,-17 6 0,1-2-427,9-5 0,3-3 427,-11 6 146,21-8 218,51-8-308,5-2-51,18-4 1,8-2-631,4 1 0,1-2 591,0 1 0,5-1-229,-13 1 1,5 0 0,1 0 0,-4 0-2207,1 0 1,-3 1-1,1 0 2452,14-1 0,2 0 0,-7 1 0,-9 0 0,-8 2 0,6-1 0</inkml:trace>
  <inkml:trace contextRef="#ctx0" brushRef="#br1" timeOffset="228785">22655 12622 13127,'-1'-5'7953,"0"1"-6188,1 4-1138,-16-65-442,6 48-171,2-18 0,-4 4-8,-8 29-6,-7 8 5,-17 8-25,14 1 1,-1 3-43,-18 16 23,5 1-17,27 0 34,16-5 33,27 22-22,-1-16-9,15-4 1,3-4 13,2-3-19,-4-3 0,0 0-31,-1 2 11,-2 3 84,-19-5 157,-29-1-157,-5-7 0,-37 4-33,-6-6-389,18-5 0,-1-1 374,0-2 1,1-1-183,1-1 1,4-2-1295,-9-7-301,15-2 1786,37-12 0,-5 14 0,10-6 0</inkml:trace>
  <inkml:trace contextRef="#ctx0" brushRef="#br1" timeOffset="229145">23253 12619 23086,'-48'30'5,"12"5"-5,27 13 34,14-4 5,2-12 101,13-2 241,8-11 33,-1-3 46,8-9-242,-14-11 101,7-12 1,-4-6 145,9-24-230,-8 3-22,-3-12-129,-14 20 17,-3-3-68,-5 15-94,-1-3-382,0 12-1047,0 6-1288,2 9 275,2 4-7328,8 8 8929,-3-3 1,1 0-1,-6-6 1</inkml:trace>
  <inkml:trace contextRef="#ctx0" brushRef="#br1" timeOffset="229736">23745 12643 23052,'13'-9'-95,"-2"11"140,-7 36 11,-2 11-39,-3-12-1,0-4 91,-1-17 296,1-11 437,1-2-325,0-3 477,0-4-4166,2-8 3264,1-3-124,6-27 90,-2 15 5,4-10 1,2-1 28,9-12-71,-5 14 1,3 1-26,18-15-10,7 12-12,6 13 28,-9 12-31,-6 13 0,-1 4 20,4 4-43,1 11 1,-3 5-47,-6 19 72,-12-10 0,-4 2-17,-12 27 39,-20-2-5,-11-5 22,-9-12 40,5-13 10,10-14 292,9-10-224,9-12-107,0-8 1,3-18-7,6-12 12,11-10 1218,-3 25 1,2 1-1253,14-15 159,-2 16 0,4 3-198,16 0 23,-10 9 0,1 3-6,12 4-37,-13 14 1,0 5-48,7 12 33,-13-4 1,-3 3-107,4 21-173,-12 2-836,-8 5-2737,-7 0 3931,-4-7 0,0-16 0,0-14 0</inkml:trace>
  <inkml:trace contextRef="#ctx0" brushRef="#br1" timeOffset="229968">25210 12598 23191,'46'-16'-288,"0"0"0,-1-1 0,-2 2 1,-1 2-1,-3 4-508,0 7 1,-4 5-3014,26 7 3809,-19 11 0,-20-9 0,-12 2 0</inkml:trace>
  <inkml:trace contextRef="#ctx0" brushRef="#br1" timeOffset="230111">25303 12824 15249,'-5'1'8341,"1"-1"-7389,4 0-1619,62-33-2722,-24 18 1,2 0 3176,13-9 1,0 0 0,-16 11 0,-5 2 0,-5 2 0</inkml:trace>
  <inkml:trace contextRef="#ctx0" brushRef="#br1" timeOffset="231145">26445 12638 19326,'31'-45'748,"0"-1"1,-3 5 0,-8 4-228,-19 8-325,-4 9 821,-6 3-961,-8 8 228,-11 2-289,-1 6-1,-20 11 6,2 9-11,12 0 0,-1 3-3,3 6 0,3 1-75,5-4 0,3-1 67,-9 26 374,25-13-447,12 9 95,9-4 17,17-1 45,6-22-18,-4-10 91,7-11 173,-11-10 386,11-21-284,-12-5-102,-4-14-151,-14 15 201,-3-3 407,-4 13-513,-1 5-224,-2 8-67,0 11-180,-1 4 130,0 12 55,0 9-67,5 37-75,-2-27 0,1 1-223,0 1 0,0 2-374,1 5 0,0 1-1756,-2-4 0,0-1 2529,0 4 0,0-2 0,0 13 0,-2-26 0</inkml:trace>
  <inkml:trace contextRef="#ctx0" brushRef="#br1" timeOffset="231387">27243 12700 26099,'3'-46'-218,"1"24"78,-9 75-65,5-21 0,2 2-307,1 4 0,2-1-1466,5 25 524,-1-25 1,1 2 1453,0 0 0,0-2 0,3 10 0,0 2 0</inkml:trace>
  <inkml:trace contextRef="#ctx0" brushRef="#br1" timeOffset="231586">27018 12970 20067,'-3'-4'3069,"1"0"-2957,2 4-252,65-47-1651,-19 36 0,4 1 1225,-6-7 0,3-4 0,0 5-1154,2 8 1,0 4-1,-2 0 1720,4-1 0,-5 1 0,14-1 0,-29 2 0</inkml:trace>
  <inkml:trace contextRef="#ctx0" brushRef="#br1" timeOffset="231952">27836 12691 24850,'5'-44'108,"-1"1"0,2 3 1,6 7-81,31 12-45,7 8 17,3 9-56,2 15-39,-6 11 27,-7 14 40,-15-3 3,-14-4 0,-4 2 31,-10 15-4,-3-13 1,-5 0 3,-24 18 2,11-27 1,-2-1-4,-1-2 1,0-2 44,-19 15-11,9-10 1,14-10 10,11-8 0,11-4-22,14-4-134,21-1-616,27-5-1206,-19 2 0,3-1-2542,8-1 1,2 0 4469,-4 1 0,-3-1 0,-14 4 0,-5 0 0,7-2 0</inkml:trace>
  <inkml:trace contextRef="#ctx0" brushRef="#br1" timeOffset="232528">28800 12519 22559,'25'-24'-288,"0"1"1,7 1 0,4 4-111,13 8 0,5 5-353,1 0 1,0 0-1062,-1 2 0,-2 1-3104,-5 3 1,-2 1 4900,-10 0 0,-3 1 0,4 3 0,-20-2 0</inkml:trace>
  <inkml:trace contextRef="#ctx0" brushRef="#br1" timeOffset="232703">29024 12669 19300,'50'-12'-1967,"0"1"1,0 0 0,-2 0 0,0 1 0,-5 3 1485,-2 2 1,-6 2 0,13-1-1,-22 2 1</inkml:trace>
  <inkml:trace contextRef="#ctx0" brushRef="#br1" timeOffset="232928">30120 12284 19423,'0'-5'5645,"0"2"-4362,0 3-1451,0-25 118,-2 24 50,-5 8-118,0 34-81,1-6 1,0 2-849,0 1 0,0 1-835,-1 4 1,0-1-3035,1 0 1,-1-2 3648,-2 18 0,3-22 0,5-26 0</inkml:trace>
  <inkml:trace contextRef="#ctx0" brushRef="#br1" timeOffset="233153">30563 12499 21685,'17'-42'1486,"1"0"1,0 1-1,-3 8-1217,-10 22 190,1-1-409,-5 10-100,0 1 16,-1 14 46,-1 11-96,-1 25-146,1-18 0,-1 3-616,-1 6 1,0 1-4071,-1 5 1,-1-1 4860,1-4 0,-1-3 0,-1 12 0,2-24 0</inkml:trace>
  <inkml:trace contextRef="#ctx0" brushRef="#br1" timeOffset="234436">22387 14205 22688,'-22'-37'-280,"10"27"291,24 53-44,7 13-18,5 0 62,-6-25 1,0-2-1,8 9 0,9 4 12,-22-30 369,3 1 16,-8-15-195,5-14 11,0-17 45,3-15-84,2-10-279,-9 26 1,-1 0 112,1 1 1,1 0-40,2-2 1,2 2-160,12-14-17,0 10-622,3 19-1445,0 13-4682,10 10 6945,-3 4 0,-14-1 0,-9-2 0</inkml:trace>
  <inkml:trace contextRef="#ctx0" brushRef="#br1" timeOffset="235087">23490 14124 21394,'-46'-38'18,"0"0"1,-5 4 0,7 15-19,21 25-28,-14 9 17,13 4 11,7-2-23,-10 32 29,19-16-6,0 19 33,14-27 51,11 0 124,9-14 313,24-8-347,-14-6 192,-3-10 1,-3-3-75,-7-3 195,14-22-101,-23 11 124,-2-10-152,-7 12-223,-3 7-6,-2 13-186,0 7-228,0 1-1,0 8 281,0 0 16,0 26 17,4-3 5,9 24-27,6-11-6,2-4-17,10-7 45,-2-16-11,2-1 73,6-9 27,-5-16 85,15-22-56,-8-12-329,-18 11 1,-2-2 216,-6-2 0,-2 1-20,-2 4 0,-1 0 28,0-11 0,-1-2 67,-3-3 0,0 0-78,-1 9 0,0-1 142,0-19 1,-2 4 128,-5 5-131,0-10-65,-1 36-38,1 12-197,1 8 34,0 4-51,-3 22 157,-2 14-17,3-6 1,1 4 5,0 15 0,2 2-25,3-4 0,2 0-310,4 11 0,4-2 111,3-10 0,4-3-345,4-1 0,1-3-92,-4-9 1,2-2 660,9 7 0,-1-5 0,-8-9 0,11 7 0</inkml:trace>
  <inkml:trace contextRef="#ctx0" brushRef="#br1" timeOffset="235411">24651 13918 18700,'-4'0'5069,"1"0"-4582,3 0-1002,45-50-1008,8 32-752,-5-11 1,5 3 1142,0 20 0,-2 5 0,7-2 0,-7 3 0</inkml:trace>
  <inkml:trace contextRef="#ctx0" brushRef="#br1" timeOffset="235587">24741 14101 25825,'34'-21'-3428,"20"0"954,-23 14 0,3 0 2474,8 0 0,-4 0 0,-6 2 0,-1 1 0</inkml:trace>
  <inkml:trace contextRef="#ctx0" brushRef="#br1" timeOffset="236162">26249 13942 18235,'0'-7'4100,"0"2"-3321,0 5-522,0 0-178,-30 3-46,6 23-10,-21 8-6,20 22 22,12-2-22,14-3-23,6-13 90,26 5 45,3-21 84,22 1 173,0-20 191,-1-14-236,-14-2 562,2-27-551,-25 3-111,1-22-56,-20 4-123,-6 12-23,-19-13-101,1 24-391,-17-6-2426,-2 22 2879,1 15 0,13 2 0,10 5 0</inkml:trace>
  <inkml:trace contextRef="#ctx0" brushRef="#br1" timeOffset="241377">21222 15482 12589,'0'-4'5943,"0"0"-2885,0 4-2834,-70-48-56,19 46-536,6-20 1,-2 6 397,14 28 1,2 9-1517,6-2 0,1 2 1491,0 0 1,-1 1-6,-9 13 0,3 0-51,0 9 42,11-14 1,5 0 47,19 9-5,26-8-40,-2-18 1,5-3-433,9-2 0,4-3-400,10-4 1,1-2-477,-9-2 1,0-1 1313,7-2 0,-5-1 0,-11 1 0,0 0 0</inkml:trace>
  <inkml:trace contextRef="#ctx0" brushRef="#br1" timeOffset="241903">22014 15531 14649,'42'-21'-801,"0"1"0,1-1 0,13-8 0,-8 8 0,-11 13 0,-16 5 0</inkml:trace>
  <inkml:trace contextRef="#ctx0" brushRef="#br1" timeOffset="242135">22149 15676 10998,'-7'1'5551,"2"-1"-4789,5 0-505,0 0-262,-36 3 44,28-3 202,-21 3-600,66-10-273,-9 2 632,18-4 0,-1-1 0,-18 5 0,28-6 0</inkml:trace>
  <inkml:trace contextRef="#ctx0" brushRef="#br1" timeOffset="242618">22392 15361 19534,'-35'-30'728,"-1"0"0,0 0 0,-5-7 1,3 6-242,-7 12 66,21 11-401,1 3 94,4 2-330,14 2-25,0 1 70,8 7 149,9 7-59,12 12 10,20 8-47,-15-15 0,3 1-250,4 2 0,1 0 233,0 2 0,0 1 8,-4 0 1,-2 2-3,-8 1 0,-5 3-17,-7-1 0,-7 2-90,-19 8 1,-6-1-7,6-11 1,-4-1-499,-17 11 1,-2-2-1732,12-11 1,1-2 2338,-3 4 0,2-2 0,-6 6 0,17-15 0</inkml:trace>
  <inkml:trace contextRef="#ctx0" brushRef="#br1" timeOffset="243202">24063 15643 15412,'3'-5'5651,"0"0"-2631,-3 5-2852,15-60-213,-20 45 17,1-35 5,-32 71 9,8 2 0,1 3-8,4-1 0,1 0 13,0 0 1,3 0-31,2 23-1,17-12 40,14 9 11,7-22 1,5-2 2,1-5 0,2-2-3,1-2 0,2-3 20,1-3 0,-1-5 64,16-8 73,5-7 50,-15-12 62,-16-20-190,-15-2-62,-9-2-389,-16-5 389,-5 12 22,-10-5-168,-13 7 84,4 19-5,2 8-90,3 18-268,12 7-2964,0 19 2556,18 7 1,3-8-1,10-8 1</inkml:trace>
  <inkml:trace contextRef="#ctx0" brushRef="#br1" timeOffset="243585">24870 15438 20974,'-4'-5'2224,"1"1"-1535,3 4-572,-68-37-50,40 28-73,-11-11 1,3 4-96,23 18 79,13 8 44,5-1 6,8 8 56,30 14-90,-6-7 1,2 2-6,-7-5 0,0 0 8,8 4 0,-4-1-42,2 5 17,-8 0 17,-2 7 45,-20 4-12,-20-8-22,-8-1 23,-23-3-18,-1-4 1,-1 0-289,10-4 0,2-2-378,8-1-2705,-13 14-6465,43-21 8929,0-1 1,4-5-1,-5-3 1</inkml:trace>
  <inkml:trace contextRef="#ctx0" brushRef="#br1" timeOffset="243928">25962 15576 19725,'0'-5'4150,"0"1"-3965,0 4-134,-74-24-29,32 34-198,-9-13 0,1 5 159,3 39 12,10 5-1,13 1 12,12-11 125,22 14-103,12-22 0,6 4 146,27-16 33,-12-15-61,10-3 106,-20-8 0,-1-4 129,7-11-129,-11 0 0,-2 0-134,-5-7 50,-11-12-112,-21 17 192,-9-4-942,-19 1-382,10 14-1551,-4 3 1779,13 12 0,9 1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5:03:53.435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2239 2365 20190,'-5'-46'821,"1"-1"1,1 6 0,0 10-565,3 23-240,0 5 5,1 26 6,1 8-11,0 30-14,0-27 0,-1 1-145,0 3 1,-1 0 147,-1-1 0,-1 1 2,0 2 0,-2-2 9,-2 11 11,-4 5 34,5-33 123,-1-1 419,3-14-441,4-9 44,4-17-39,8-12-22,8-18-143,-7 20 0,2-1 44,1-2 1,2 0-1636,5-4 0,0 1 1611,10-10-106,-12 20 0,0 3 66,5 4 17,6 3-22,0 10 203,1 15-277,1 12-36,-13 3 1,-2 2-14,8 13-127,-11-7 0,0 2-339,4 11-27,7 7-281,15-5 678,-12-22-33,20-7-1907,-4-32 2231,-8 2 76,-8-10 0,-3-4 9,-4-1 68,-4 0 0,-1-2 95,0-9 10,2-7 291,-6 8-403,-8 17-62,-2 8 2200,-11 19-2312,2 1 3289,-7 19-3344,6 12 21,2-5-16,11 18 195,11-20-223,13 8 39,7-6 51,5-7 10,7-9 1,-10-10 45,1-13-23,-19-4 62,-1-14 106,-7-11-151,-3 5 34,-4-18-23,-7 5-62,0 7-38,-1-7-74,0 24-716,1 1 358,1 9-2229,9 15 840,-3 1-5674,12 16 7500,-8-7 0,-1-2 0,-6-6 0</inkml:trace>
  <inkml:trace contextRef="#ctx0" brushRef="#br0" timeOffset="567">3790 2528 16448,'1'-3'5153,"0"1"-2985,-1 2-2134,4-12-18,-3 15-4,5 1 21,-4 22 6,1 30-33,-1-21 16,-3 22-10,-1-36 44,-5 11 140,3-19 5,-1 0 348,4-15-196,1-18-157,-1-10-56,4-22-67,2 9 0,4-4 14,2 17 0,1-1-15,12-17-304,-6 14 1,2 2 259,7-2-12,9 5-21,5 17 10,-8 2-49,25 20 21,-33 2 6,19 24-61,-18 15 28,-6 6-324,-6 2 363,-16-4 17,-9-11 5,2-10 480,-3-6-262,8-21-178,2-7 22,2-13-12,7-14-38,1-3 33,13-18-6,6 6-19,-4 12 0,1 1-3,18-13 0,4 7-23,-13 22-16,-8 7 318,15 19-425,-7 4-3598,18 16 3413,-16-6-752,-9-3 1,-2 1-2799,8 14 3853,5 12 0,-21-25 0,-9-11 0</inkml:trace>
  <inkml:trace contextRef="#ctx0" brushRef="#br0" timeOffset="816">5054 2447 22105,'46'-7'-300,"1"0"1,-1-1-1,19 0 1,-5 4-491,-26 7 1,-2 5-2998,2 3 0,-2 3 3787,13 8 0,-13-3 0,-22-10 0</inkml:trace>
  <inkml:trace contextRef="#ctx0" brushRef="#br0" timeOffset="983">5299 2722 24760,'-14'-10'-946,"20"-2"237,22 1 1,10 3-905,-1-2 0,2 0-3303,0-1 1,-1 2 2930,17-5 0,-20 4 0,-26 8 1</inkml:trace>
  <inkml:trace contextRef="#ctx0" brushRef="#br0" timeOffset="1199">6160 2319 18812,'0'-4'5069,"0"1"-1725,0 3-3277,3-42-45,-3 38 23,3-20-28,-3 47-14,0 10 0,0 5-29,0-5 1,0 3-613,2 19 0,-1 1 462,1-16 0,0 0-1916,3 21 0,1 1 2092,-3-19 0,0-3 0,1 1 0,-1-3 0,-1 2 0</inkml:trace>
  <inkml:trace contextRef="#ctx0" brushRef="#br0" timeOffset="1507">6741 2296 27001,'22'-18'168,"-3"13"-185,-12 35-28,0 17-28,-3-15 1,-1 1-644,-1 7 1,0 2-663,-1 3 1,-1 2 1377,-3 6 0,-1-3 0,2 7 0,-4-8 0</inkml:trace>
  <inkml:trace contextRef="#ctx0" brushRef="#br0" timeOffset="6665">1279 3981 7190,'2'-10'4038,"-1"3"-1629,-1 7 2127,0 0-3656,-63-39-253,30 29-434,-9-10 1,-2 3 19,3 27-79,-1 9-84,9 5-16,9 0 0,3 2-18,-3 12-32,-2 18-7,21-14 46,16-4 10,13-3-10,14-6-7,7-3-10,7-2-215,2-3 209,-4 0 11,-9 0 29,-16 1 49,-17 1 40,-23 2-56,-5-5 55,-14-4 1,-5-2-14,7-4 0,-2-1-207,-15 3 0,-3-2 204,10-4 0,1-3-37,3-3 1,2-3-172,-24-11-27,17-12-1322,16-15-5069,23 1 6514,14 0 0,4 20 0,-3 10 0</inkml:trace>
  <inkml:trace contextRef="#ctx0" brushRef="#br0" timeOffset="6892">1732 3832 22218,'-13'50'59,"1"-1"1,1-1 0,5 1-116,9 1 0,4-2-802,-3-14 1,1 1 551,3 13 1,-1 0-1280,1 12-147,-3-25 0,0 0 1732,2 27 0,-3-29 0,-2-9 0</inkml:trace>
  <inkml:trace contextRef="#ctx0" brushRef="#br0" timeOffset="7450">1621 4354 13116,'-3'-5'7611,"0"1"-6547,3 4-1114,-8-38-152,38 33 1,10 2 24,-11-16 1,2 0-465,10 15 0,6 5 1,-2 0 542,8-4 0,-2-1 56,-5-2 0,-2-1 215,-7-1 0,-3 0-139,17-8 268,-17 0-156,-17 6 167,-10 0 57,-13 5 50,-4 2 28,-6 0 1168,-1 7-1476,2 0 56,-6 14-174,10 0-11,-3 10-5,14-3 11,8 0 33,9-5 23,3-5 33,2-6 46,-1-5 116,2-10-105,-5-5-85,-1-4 6,-7-3 140,-1-13-50,-5 5 279,-3-20-346,-6 25 106,-14-3-163,-1 20-10,-18 11-29,-1 19-22,9 1-63,2 22 2,20-21-180,1 25-236,17-8-234,13 10 22,-3-31 0,4-2-188,5-3 1,3-4-673,4-3 0,2-4-1314,0-2 1,1-2 2873,2-4 0,-3-1 0,4 0 0,-7-4 0</inkml:trace>
  <inkml:trace contextRef="#ctx0" brushRef="#br0" timeOffset="7967">2697 4407 8674,'0'-9'8950,"0"1"-8076,0 8 644,0 0-325,-8-67-297,4 43-386,-1-16 0,0 4-40,1 26-274,1 4-168,2 4-16,0 4 44,-2 11-40,1-2 18,-2 20 5,3 0 0,-1 29-22,1-14-147,2-9 1,1 1 124,3 18 10,1-14 1,1 1-3,-1-7 0,1-1-15,0 4 1,-1-3 22,1 7 12,-3-4 150,-4-15 107,-3-7-22,-2-6-96,-5-17 181,2-1-231,-7-18-84,6 5 0,1-19 0,2-7-493,3 12 1,1-3 483,0-23 1,2-4 8,2 12 0,0 3-17,1 9 0,0 0-130,1-3 1,1 2 197,4-13-34,6-4-54,11 12 15,4 20-51,2 9 34,8 13-45,7 24 11,1 9 930,-3 10-911,-25-3 1,-5 1 48,-3 4-51,-10 8 0,-6-1 22,-11-7 42,-5-4 0,-6-1-213,-7-13 1,-3-4-814,0 0 1,-1-2 642,-1-2 0,1-4-1107,4-4 1,3-5 1334,-6-11 1,7 6 0,15-8 0</inkml:trace>
  <inkml:trace contextRef="#ctx0" brushRef="#br0" timeOffset="8199">3356 4322 17322,'-5'2'3271,"2"0"56,3-2-3517,-26 8-488,43-13-1596,-5 0-387,38-11 2661,9-4 0,-35 12 0,-1 0 0</inkml:trace>
  <inkml:trace contextRef="#ctx0" brushRef="#br0" timeOffset="8682">3817 4116 24178,'-15'-47'130,"0"0"1,2 4 0,11 8-103,32 16-34,8 8-16,6 5-62,1 10-51,-1 11 57,-11 2-241,7 27 78,-23-5 162,-6-9 1,-5 1 11,-17 25 123,-14-3 56,-10-7 34,1-10 89,3-12 101,6-10 61,5-7-38,7-7-202,7-2 168,3-8-258,4 3-5,13-10-57,-2 9-10,21-4-1,4 8-5,-2 5 0,2 2 11,-1 2 0,0 3-145,8 4 1,-1 3 110,-8 1 1,-4 4-18,-5 1 1,-4 3-85,5 27-56,-31 5 63,-13-12-197,-17-11 0,-12-2-675,-10-6 1,-3-2-453,3 2 1,-3-2 1451,2-8 0,-4-1 0,10-4 0,0-1 0,14-4 0,-1 0 0</inkml:trace>
  <inkml:trace contextRef="#ctx0" brushRef="#br0" timeOffset="9033">757 5258 22077,'58'-3'125,"-1"-1"0,0 1 0,-9 0 1,1-1-1,1 1 0,1-2-135,3 0 0,1 0 1,1-1-1,2 0-1143,-5 1 1,2 1 0,0-1 0,2 0 0,0 1 1130,-5 0 1,0 0-1,1 0 1,1 0-1,0 0 1,0 0-182,3 0 0,0 1 0,1-1 0,0 1 0,0-1 1,-1 1 183,2-1 0,-1 0 1,1 1-1,0-1 0,-1 0 1,0 1-86,-1 0 1,-1-1 0,0 1 0,0-1 0,0 1 0,-1 0 44,7-1 1,0 1 0,0-1-1,-1 0 1,-2 1-230,-4-1 1,0 1-1,-2 0 1,0-1 0,-1 1-234,6 0 0,0 0 0,-2 0 0,-3 0-482,0 0 1,-2 0 0,-2 0 1002,-4 0 0,0 0 0,-8 1 0,5 0 0,-4 0 0</inkml:trace>
  <inkml:trace contextRef="#ctx0" brushRef="#br0" timeOffset="9550">6150 4451 18369,'0'-10'2420,"5"-23"0,-1-4-1502,0 8-602,0-8 1,0 2 86,-3 18-268,-1 10-174,0 5-17,0 11 67,0 10-22,-1 19-129,1 20-84,1-22 0,1 2-707,0 4 1,2 1-697,1 0 0,2 2 1627,1 1 0,1-3 0,1 5 0,-1-9 0</inkml:trace>
  <inkml:trace contextRef="#ctx0" brushRef="#br0" timeOffset="9773">6689 4342 24049,'-47'4'20,"-1"0"1,5 3 0,9 8-52,20 16 0,9 6-507,-1-2 1,3 1 114,4 1 1,4-1-774,3-2 0,2-1-2820,4-2 0,2-2 4016,13 16 0,-10-19 0,-7-14 0</inkml:trace>
  <inkml:trace contextRef="#ctx0" brushRef="#br0" timeOffset="10117">7108 4320 19669,'-3'-6'4806,"2"2"-4353,1 4-470,-19-33 29,23 35-12,-3-15 16,39 49-10,-13-15 0,1 1-9,3 2 0,0-1-174,0 0 0,-2-1 168,-3-1 1,-2 1-15,16 22 12,-19-16 11,-10 5 34,-21-14-1,-12 5 1,-19 0 0,-14-1-23,23-11 0,0-1-14,-5 0 0,2-1 279,-10 3-757,6-2-914,35-9-8436,25 0 8248,-6-3 0,12 1 0,-21-2 0</inkml:trace>
  <inkml:trace contextRef="#ctx0" brushRef="#br0" timeOffset="10540">8226 4383 23981,'-49'-24'296,"-1"0"1,-2 1 0,1 9-210,15 18 0,1 6-1512,-2-2 1,2 2 1426,-1 2 1,3 2 3,-16 21 784,22-2-835,3 9 450,25 2-455,22-13 31,8-9 19,4-15 0,1-6 28,5-2 17,-2-3 0,1-3 112,9-12-9,-21 4 1,0-2 243,17-22 17,-11-1 5,-12 4 1509,-9 10-1649,-7 9-136,-3 10-166,-3 6 28,0 12 11,0 15-6,0 19-19,-4-5 0,-1 2-324,1-11 1,0 1 278,-5 17 1,-2 3-598,1-3 1,-1-1-1493,2 2 0,1 1 1513,0 1 1,1-4-1,3 0 1,4-25 0</inkml:trace>
  <inkml:trace contextRef="#ctx0" brushRef="#br0" timeOffset="11433">8941 4652 20638,'0'-44'479,"1"0"0,-1 1 0,-1-19 0,4 19-451,7 37 5,3 11-10,0 4-6,6 22 27,4 18-10,3 1 11,-10-20 0,2-2 184,18 8 230,8-11-190,-4-12 196,23-11-937,-16-12 1,4-4 516,8 0 0,4-4-34,-9 2 0,3-3 0,0 0-438,-3-1 1,0 0 0,0 0 433,2 0 1,-1-1 0,1 1-5,-4-1 1,0 1 0,0 0-6,3-1 0,0 0 0,-4 1-4,0 1 1,-3 1-34,7-1 0,-5 3-348,-7 8-962,-3 8-226,-20 9 1575,-16 25 0,-4-20 0,-4 12 0</inkml:trace>
  <inkml:trace contextRef="#ctx0" brushRef="#br0" timeOffset="13644">3394 6147 15177,'-1'-5'5651,"0"2"-5164,1 3-683,-7-40 152,6 39 83,-6-19-17,7 59-11,0 13-5,-4 7 16,-1 0 57,-3-7 83,-2-10 79,3-12 123,1-11 281,3-10 144,2-5-464,1-4 168,0-10-353,0-5 0,1-15-22,4-7-40,5-5-44,8-4-6,9 3-40,9 2-38,6 10-23,6 9-44,4 11-74,2 14-373,1 12 83,-1 14 58,-29-10 0,0 2-1000,17 24-873,-6 1-3708,0 2 3298,-13-21-1864,10-1 4570,-11-21 0,8-9 0,0-10 1221,-2-12 3935,0-7-1493,-3-6-997,-4 0-660,-4 3-522,-8 8-543,-4 11-571,-4 9-348,-1 5-66,0 11 21,-1 7 12,-1 13 22,0 6-11,7 2-11,7-2 11,14-4 17,10-5 16,9-10 23,5-7 45,0-11 67,-2-9 84,-6-9 34,-7-8-17,-8-8-29,-9-4-27,-7-2-34,-6 5-50,-7 8-101,-2 9-369,-3 8-427,1 8 320,2 3-807,4 9-1886,6 6 3141,9 11 0,-5-10 0,4 1 0</inkml:trace>
  <inkml:trace contextRef="#ctx0" brushRef="#br0" timeOffset="14237">4979 6194 15922,'6'-3'6110,"-1"0"-5779,-5 3 17,0 0-158,-3 17-56,-3 12-94,-1 7-29,0-3 6,3-13 27,0-2 24,0-3 32,0 0 186,0-6 509,2-5-296,1-11-208,-1-6 73,1-24-268,-1 7 2,7-5 0,2-2-59,2 0 8,3 1 1,3 0 36,8-5-59,-3 14 0,2 2-25,7-5-39,25 1 34,-29 22-1,24 4-44,-18 16 5,5 15 0,-7 17 14,-17-7 0,-5 2-102,-4-4 0,-2 0 133,-1 1 0,-2-2-11,-12 21-11,2-22 44,2-7 113,3-10 66,6-16-78,1-8-72,0-9-23,9-30-6,6-5 6,6-5 0,-5 27 0,2 2 283,13-11-272,9-2-5,-1 11-34,5 13-34,-8 10 12,7 15-6,-16 3-84,7 18-532,-3 20-17,-16-23 0,0 2-1006,3 8 1,-2-1-1241,4 12 2076,3-3 1,-14-29 0,1-3 0</inkml:trace>
  <inkml:trace contextRef="#ctx0" brushRef="#br0" timeOffset="14461">6361 6015 23982,'-38'-8'515,"11"2"-694,58 1-398,15 1-45,-7 2 1,2 0-1239,1 1 1,-1 2 478,-7 1 1,-2 0 1380,28 5 0,-39-3 0,-3 0 0</inkml:trace>
  <inkml:trace contextRef="#ctx0" brushRef="#br0" timeOffset="14620">6421 6364 25057,'43'-14'-912,"1"0"1,0-1 0,14-4-1,-7 2 1,-5 2 0,-20 6-1</inkml:trace>
  <inkml:trace contextRef="#ctx0" brushRef="#br0" timeOffset="15211">7942 6078 21063,'-25'-46'728,"1"1"1,-1 4-1,0 11-593,-4 23 66,-13 7-78,1 14-117,3 4-12,4 16 1,21-6-18,8 13 12,15-3 17,13 12-6,-4-25 0,3-1 0,5 0 0,3-2 0,11 3 0,0-2 0,-12-8 0,0 0 0,3 0 0,-2 1 0,1 9 89,-26 0-33,-16 4-22,-19-8 8,-8-9 0,-3-3-14,-6 0 11,-7-1 0,0-2-231,7-2 217,7-3 0,0-1-187,-3-10-818,10 0-270,11-4-6333,30-3 6754,7 4 0,0 1 0,-2 5 0</inkml:trace>
  <inkml:trace contextRef="#ctx0" brushRef="#br0" timeOffset="15554">8366 6121 18268,'0'-3'4885,"0"1"-3373,0 2-1478,-12-1-40,-3 31-5,-5-2 0,7 27 5,15-10 6,5-12-11,14 0 28,2-13 39,15 3 28,-5-12-34,-2-4 185,4-20-44,-12-3 39,8-15-129,-14 5 83,-3-21-72,-7 11-56,-1-15-39,-3 22-224,-4 2-151,0 18-3289,-1-1 527,2 8 3120,0 4 0,0 1 0</inkml:trace>
  <inkml:trace contextRef="#ctx0" brushRef="#br0" timeOffset="16137">8997 6129 24396,'-8'32'14,"1"-1"0,-3 27-8,13-18-1,0-2 18,-3-3 5,-4-7 28,-3-5 129,-1-8 207,2-7-180,2-5 97,3-7-186,-1-1 348,0-33-365,1 14 84,6-38 62,10 5-443,5-1 233,-8 27 0,2 1-25,4-2 11,7 6-45,10 15-3291,5 6 3297,1 8-54,6 26 43,-20 4-46,8 19 51,-26-21 1,-4 1 10,0 10 1,-8 7 223,-11-11-229,3-14 45,-4 5-1,9-21 3539,4-7-3505,4-13 9,4-11-25,9-19 50,11-12-54,-9 24 1,2 1-15,3 0 1,1 1 0,15-11-1,-13 18 1,1 4-17,8 3-6,15 2-11,-9 19-39,2 13 5,1 14-296,-6 8-146,-7 8-890,-13 5-3406,-11 3 4772,-9-5 0,0-20 0,-2-15 0</inkml:trace>
  <inkml:trace contextRef="#ctx0" brushRef="#br0" timeOffset="16644">10114 6024 22324,'29'-45'926,"1"0"0,-5 5 0,-5 9-646,-9 19-218,-8 8-51,-5 13 40,-3 11-18,-6 21-22,-1 19-590,6-23 1,2 2 567,1 4 0,2 0-34,5 0 0,3 0-235,4-1 0,4-2 87,6-3 0,4-3-174,4-2 0,4-4-336,3-3 1,1-3 94,-7-6 0,2-4 608,19-4 0,-2-4 0,-15-1 0,25-6 0</inkml:trace>
  <inkml:trace contextRef="#ctx0" brushRef="#br0" timeOffset="16836">10954 6011 24152,'-20'-41'575,"0"0"0,2 2 0,4 13-608,10 26 73,3 11-51,1 12-34,1 20-173,6 18-2668,-1-14 0,2 1 2138,-2-14 0,1 1 748,4 21 0,0-5 0,-6-20 0,4 11 0</inkml:trace>
  <inkml:trace contextRef="#ctx0" brushRef="#br0" timeOffset="17061">11369 5909 17952,'-24'-29'-28,"5"24"2230,21 67-2656,0-22 0,1 1-1448,1 6 1,1-1 1704,0-4 0,0-3 0,1 13 0,-2-26 0</inkml:trace>
  <inkml:trace contextRef="#ctx0" brushRef="#br0" timeOffset="17371">12000 5752 17776,'-3'-9'2839,"-5"-25"1,0-4-1664,5 6-717,-2-8 1,1 3-336,5 17-35,4 10-44,2 18 61,15 34-72,-5-3-301,0 5 0,-2 5 267,-6-7 0,-1 1-631,0 15 1,-1 3 480,-4-20 1,0 2 0,-2 0-822,-2 6 0,-1 2 0,-1-2-3945,-2 11 1,-2-3 3725,0-5 1,0-6-1,-5-4 1,8-30 0</inkml:trace>
  <inkml:trace contextRef="#ctx0" brushRef="#br0" timeOffset="19495">3943 7862 18050,'-3'-49'556,"-1"0"1,0 0 0,-2 7 31,-8 12 27,-15-7-357,-4 16-180,-3 7 6,-15 20-28,-2 15-2171,18-3 1,-1 4 2114,-1 4 0,2 5-6,-4 17 1,3 1-4,15-19 1,3 0 429,-3 9 1,8-1-422,19-6 28,14-3 0,17-1 28,-3-18 0,1-4 6,16-1 24,-13-8 1,0-5-152,10-14 258,-20 5 1,-1-3 321,18-24-182,-26 14 1,-4-1-149,3-9 3360,-5-13-3276,-11 30-67,0 0-141,-2 11-139,0 8 50,0 7 471,1 12-454,0 0-115,6 22 0,2 5-316,7 12-17,-5-11 0,2 0-250,2-12 1,0-2-2552,15 17-263,1-3 3523,3-5 0,-21-26 0,0-1 0</inkml:trace>
  <inkml:trace contextRef="#ctx0" brushRef="#br0" timeOffset="19653">4439 8055 17613,'0'-4'5540,"0"1"-3905,0 3-1864,-8-34-74,6 25-817,-6-24-4156,8 39 5276,0 0 0,0 1 0,0-2 0</inkml:trace>
  <inkml:trace contextRef="#ctx0" brushRef="#br0" timeOffset="22671">5954 7895 9660,'0'-6'4391,"0"2"-1098,0 4-2716,-31-67-342,13 47-176,-2-16 0,-1 4 120,-8 29-50,-1 13-39,-9 9-57,-1 17-36,20-9 1,3 2-21,-5 22 18,7-2-7,23-8 29,13-12-6,4-8 1,4-2-21,-1-4 1,2-2 5,8 2 0,0-2-8,-6-3 0,-2-2-12,15 3-72,-4 1 101,-24-4 162,-5 2-22,-24 2-101,-37 8-28,5-5-210,2-3 1,-2 0 223,12-5 0,0-1 58,-13 2 1,0-2-15,12-2 1,1-1-48,-24-7-196,34-3-908,12-8-5029,27-4 6105,3 1 0,4 2 0,-9 10 0</inkml:trace>
  <inkml:trace contextRef="#ctx0" brushRef="#br0" timeOffset="23036">6302 7954 12567,'12'-11'5668,"-2"2"-4525,-10 9-633,0 0-415,-9 12-50,3 12-17,-4 16-45,11 8-11,9-2 39,6-5 123,8-8 325,-3-13-61,-2-8 504,-2-10-526,-6-6 139,11-9-73,2-9 62,6-9-241,-7 5 667,-1-19-684,-16 20-150,1-9 16,-12 14-213,1 11-302,-3-1-712,4 7-3113,1 3-2387,21 11 1696,-7-4 4919,20 10 0,-22-13 0,1 0 0</inkml:trace>
  <inkml:trace contextRef="#ctx0" brushRef="#br0" timeOffset="23603">6810 7963 11122,'12'-7'6352,"-3"1"-4457,-9 6-164,0 0-1532,6-14-311,-3 14 338,7-5-215,0 23 614,0 1-619,8 17 5,-8-8-6,3 14 29,-9-10 34,-7-3 22,-1-7 262,-3-8 466,2-7 252,1-11-807,2-2 118,-2-16-157,4-5-140,-1-2 90,8-13 39,10-3-152,6 0-38,10-2-29,0 17-11,1 8-28,6 9 1,2 13-12,0 11-28,-2 12-12,-10 8 57,-10-3-34,-7 18 57,-9-13-1,-5 11 22,-5-16 23,-2-9 23,3-9 212,2-6 79,3-8-286,-1-8 16,1-11-27,1-8-17,5-3 11,5 0-16,6 5-1,4 4-27,16 3 5,-10 9-9,4 7 1,1 2-15,0 2-41,-1 5 0,1 2-267,9 9-319,6 11-571,-7 8-1294,-10 6-5438,-7 4 7953,-9-5 0,-9-18 0,-3-14 0</inkml:trace>
  <inkml:trace contextRef="#ctx0" brushRef="#br0" timeOffset="23812">8095 7902 24777,'30'-14'-2154,"1"0"1,19-7 2153,-7 18 0,-2 4 0,-10-2 0,15 1 0</inkml:trace>
  <inkml:trace contextRef="#ctx0" brushRef="#br0" timeOffset="24002">8217 8173 24939,'42'-22'-839,"-1"0"0,1 1 0,-1 0 0,-1 1 0,-1 3-1278,6 1 0,-1 3 1996,5-2 0,-3 1 1,4-2-1,-7 3 1</inkml:trace>
  <inkml:trace contextRef="#ctx0" brushRef="#br0" timeOffset="24329">9079 7801 23892,'-48'36'-23,"0"-1"1,4-3 0,13-1-62,29 0 300,17-3-256,3-9-111,38 1-225,-7-12 359,-14-2 1,1-2 211,18-2-55,-11-7 253,-13-4-85,-11-9 0,-10-6-34,-13-5 312,-9-4-294,-11 1-130,3 9 62,-5 0-106,7 9-230,3 2-431,4 4-774,10 11-2811,7 8 4128,4 2 0,-2-1 0,0-4 0</inkml:trace>
  <inkml:trace contextRef="#ctx0" brushRef="#br0" timeOffset="24521">9923 8052 26094,'-24'51'-146,"-1"0"0,5-13 1,-2 0-1,1-2-1392,-6 2 1,0-3 1537,-4 4 0,1-2 0,-3 2 0,14-18 0</inkml:trace>
  <inkml:trace contextRef="#ctx0" brushRef="#br0" timeOffset="29286">11355 7911 19126,'4'-50'1273,"-1"0"0,1 6 1,-2 6-798,-2 15-336,0 11-202,0 7-128,-2 15 195,-1 19-10,-5 26-34,0 2-385,0-4 0,0 3 82,4-16 1,0 0-337,-2 18 0,2-1 235,4-22 1,2-1-1745,3 9 0,5-2 2187,11 6 0,-3-1 0,-3-26 0</inkml:trace>
  <inkml:trace contextRef="#ctx0" brushRef="#br0" timeOffset="29503">11869 7873 16084,'1'-46'1910,"0"0"0,1 6 0,-3 10-1938,-4 21-95,0 12 167,0 13 29,-3 34-95,2 6-154,2-23 0,2-1 5,1 3 1,1-2-861,5 27-330,-2-23 0,1 1-3555,2-1 1,-1-2 4572,3 15 0,-2-20 1,-5-22-1</inkml:trace>
  <inkml:trace contextRef="#ctx0" brushRef="#br0" timeOffset="29878">12426 7766 22604,'-25'-12'263,"11"13"-145,29 37-34,11 6-11,7 4-40,3-2-5,2-4 6,-3-3-34,-2-4 0,-9-8-11,3 7 5,-16-13-5,0 7 11,-20-8-6,-13-2-5,-20 1-17,-15 1 6,7-5-113,11-5 1,1-2-684,-1 0-2812,-8 1 3630,43-10 0,3 0 0,11-2 0</inkml:trace>
  <inkml:trace contextRef="#ctx0" brushRef="#br0" timeOffset="30229">13468 7894 21680,'-51'21'248,"-1"-1"1,0 1 0,4-2 0,3 0 0,7 2-232,11 1 0,7 1 44,-7 19 240,19-5-110,21-4 31,14-5-99,15-8-17,9-6 14,-17-11 1,0-3 14,13-3 229,13-12 84,-27-7-3220,11-22 2895,-19 12 4,-10 2 1,-4 0-44,-5-4-90,-4-6-156,-13 9-387,-12 12-163,-1 1 712,-38 9 0,41 6 0,-21 3 0</inkml:trace>
  <inkml:trace contextRef="#ctx0" brushRef="#br0" timeOffset="32833">5238 9708 22582,'-39'-34'1876,"10"-3"-1820,33 12 5,10-16-16,-2 11 0,3-2-26,1-5 1,0 0-553,1-2 0,0 0 555,2-6 1,-1-2-15,1-7 1,-1 0 5,0-2 0,0 0-7,-7 14 1,1 0-1,-3 3 13,-1-4 0,-3 5 24,1-16-202,-11 9 174,0 29-111,-5 1 56,2 18 28,-16 34 0,6-6-538,-7 19 1,-1 8 503,9-12 1,0 1 2,-3 8 0,0 4-100,8-8 0,2 2 0,3-6 24,0-8 1,4 0-272,2 13 1,2 7 0,2-9-189,11 10-583,10-5 1,8-6 459,-7-29 0,4-6 64,11 7 0,4-6 384,-5-12 0,0-6 302,1-5 1,-1-5 170,0-6 1,-3-4 133,-2-4 1,-3-3-144,-6 6 1,-3-2 269,0-5 0,-3-3 274,-4 3 0,-2 1 140,8-29-33,-6 9-84,-15 14-454,-6 20-141,-3-3 969,-1 13-1159,-11 10 12,1 11 5,-10 14 502,7 1-527,10-2 0,2 3 3,3 15-20,2-13 0,2 0-41,11 17 38,4-9 23,8-13 56,4-14 11,3-9 22,6-15 17,4-11 25,-13-1 1,-1-2 8,9-10 47,-12 6 1,-1 1 343,-3-3 74,0-2-168,-8 12-297,-5 10-17,-10 6-123,-4 7-6,-12 7 0,-3 10-11,2 11-22,9 4 27,9-4-61,25 12 73,-3-22 0,11-1 0,4-4 16,15-6 20,-10-5 1,1-3 13,24-13-373,-1-11 502,-11-13-43,-14-7 76,-16-7 1,-16 0 44,-9-2 34,-4 4 6,-1 9-12,3 11 299,4 11-523,4 9 24,1 5-158,0 3 28,3 4 73,9 8-29,12 12-21,11 13-4,-15-13 1,-1 1-26,10 21-151,-14-4 1,-3 2-248,-7-14 1,-2 2 109,2 13 0,-4 1-177,-4-12 1,-4-2-1048,-13 25 252,-2-18-4609,-10-7 5931,11-20 0,4-3 0,9-8 0</inkml:trace>
  <inkml:trace contextRef="#ctx0" brushRef="#br0" timeOffset="33207">6902 9619 25545,'-8'-58'543,"1"11"-512,7 15 0,1-1-2828,1-3 0,-1-1 2805,1 1 1,0 0 36,0-7 0,1 3 1537,-1-2-1408,0-1 820,0 18-949,-2 14-57,-2 8-10,-1 11 3392,-3 9-3387,-4 18 0,-1 15 11,3 13-226,5-28 1,1 2 99,5 2 1,2 1-133,3-1 1,3 0-205,5-1 0,3-1-308,2-4 1,2-1-721,1-3 1,0-3 1495,1 0 0,-1-4 0,2 3 0,-6-6 0</inkml:trace>
  <inkml:trace contextRef="#ctx0" brushRef="#br0" timeOffset="33382">6761 9600 24094,'42'-46'-723,"0"0"0,-13 8 1,2 6 722,24 17 0,-3 9 0,-18 1 0,17-2 0</inkml:trace>
  <inkml:trace contextRef="#ctx0" brushRef="#br0" timeOffset="33616">7631 9155 25895,'-23'54'-129,"1"-1"0,2 0 0,4-1-311,13-10 0,3-1-498,-1 2 0,1-2-1101,2-1 0,0-3-2779,1 17-3309,4-15 7065,-2-21 1,-3-9 0,0-4 0</inkml:trace>
  <inkml:trace contextRef="#ctx0" brushRef="#br0" timeOffset="33890">7638 9401 23657,'-25'-54'780,"1"-1"1,3 7-1,4 7-561,10 16-208,11 10-17,5 6 1,24 6-6,12 9 11,-12 1 0,2 4-12,4 4 1,-1 4-386,1 4 1,-2 4 371,-3 4 0,-2 2-45,-5 2 0,-6 2-20,-4 1 1,-6 2-12,-8-2 0,-7 0 8,-5-1 1,-5-2 24,-13 3 1,-4-4 56,-13 10 2,16-22 1,-2-4-132,-31-4-543,10-9-3818,12-11 1,3-4 4500,-2-11 0,11-3 0,20 11 0</inkml:trace>
  <inkml:trace contextRef="#ctx0" brushRef="#br0" timeOffset="34134">8465 9477 22823,'-9'0'2324,"2"0"-2021,7 0-651,0 0-890,39-15-2318,23 7 2960,-4-2 0,0 0 1,-22 7-1,-3 0 1,-1 1-1,0 0 1</inkml:trace>
  <inkml:trace contextRef="#ctx0" brushRef="#br0" timeOffset="34308">8635 9709 23730,'-6'0'2571,"2"0"-2997,4 0-918,71-14-1345,-38 8 1,2 0 2688,25-6 0,-3 2 0,-12 1 0,-29 6 0</inkml:trace>
  <inkml:trace contextRef="#ctx0" brushRef="#br0" timeOffset="35066">9986 9593 17501,'12'-54'1095,"0"0"1,0-1 0,-1 5 0,-1 2-1,-3 11-714,-3 12 291,-2-2-364,0 11 45,-2-1-482,-1 17 129,0 14 11,-2 7 6,-3 32-50,-1 9-275,0-7 0,0 1-123,2-17 0,1 1-861,0 4 0,1 4 1,2-5-2409,4-7 0,3-1 3700,-1 11 0,2-4 0,6-3 0,-4-20 0</inkml:trace>
  <inkml:trace contextRef="#ctx0" brushRef="#br0" timeOffset="35274">10409 9550 18527,'17'-53'1432,"0"0"0,-2 4 0,-3 7-844,-5 10-420,-5 11 470,-5 19-666,0 6 246,-7 18-218,-2 15-73,-4 24-599,8-14 1,1 1 270,3-13 1,0 0 400,6 31 0,2-5 0,-1-26 0,6 27 0</inkml:trace>
  <inkml:trace contextRef="#ctx0" brushRef="#br0" timeOffset="35491">11569 9535 24654,'-37'24'-24,"0"-1"0,0 1 0,-11 7 1,5 3-271,9 4 0,4 3-849,7-6 1,3 0-1589,4-1 1,2 0 2190,-5 20 0,11-22 0,6-17 0</inkml:trace>
  <inkml:trace contextRef="#ctx0" brushRef="#br0" timeOffset="35842">11165 9527 20448,'-3'-5'2862,"1"1"-2610,2 4-151,-80-30-90,49 34-14,-14-18 0,4 7-19,26 42 16,19-8 40,9 13-12,9-15 45,28 2-44,-21-17 162,29 4-40,-37-12 225,11-6 145,-21-9-274,-2-6-135,-4-2 136,-11-6-186,-1 11-73,-6-3-196,2 11 44,3 5-900,-2 15-1547,5 9-622,-2 5 2390,7 8 0,1-21 0,1 0 0</inkml:trace>
  <inkml:trace contextRef="#ctx0" brushRef="#br0" timeOffset="36158">11987 9803 20453,'6'-4'2213,"-1"0"-1468,-5 4-505,0 0-200,-69 21-18,44-5-19,-13-1 0,3 3 25,27 4 5,8-6 135,10 1 62,2-8 134,8-1-157,-7-5 219,3-5 0,-5-5 50,2-10-275,-5-4-44,-4-7-95,-6 8 27,-4 0-145,-7 5-352,-1 4-831,-2 4-144,6 6 1383,1 9 0,6-5 0,-1 5 0</inkml:trace>
  <inkml:trace contextRef="#ctx0" brushRef="#br0" timeOffset="36375">12565 9438 26642,'-26'4'40,"6"1"-180,0 35 0,2 13-280,5-17 0,1 3-1858,0 5 0,0 4 0,1-4 2278,1 0 0,3-3 0,0-3 0,3-5 0,2-8 0</inkml:trace>
  <inkml:trace contextRef="#ctx0" brushRef="#br0" timeOffset="36741">13070 9564 25203,'-9'-38'179,"-1"-1"1,-14-15-164,-12 73-4,-3 16-12,2 12-12,10 7 1,14 1-11,19-3-6,18-5 5,17-7-5,12-9-587,3-12 621,-1-9 44,-6-13 85,-10-11 49,-11-14 12,-11-13-61,-10-12-6,-14-5 5,-9 1-50,-14 7-50,-6 12-152,1 13-375,8 13-650,11 12-1334,15 15 2477,23 10 0,-11-8 0,12-1 0</inkml:trace>
  <inkml:trace contextRef="#ctx0" brushRef="#br0" timeOffset="36965">13862 9500 24013,'46'-11'-1817,"0"-1"1,0 1 0,17-4 0,-5 7 1816,-19 14 0,-4 3 0,3 0 0,-13 3 0</inkml:trace>
  <inkml:trace contextRef="#ctx0" brushRef="#br0" timeOffset="37124">13782 9815 24486,'55'-4'-446,"0"0"0,1 0 0,1 0 1,1-1-1,-10 1-2495,8-2-1714,-23 3 1,-1-1 4654,5 0 0,-18 2 0,-8 1 0</inkml:trace>
  <inkml:trace contextRef="#ctx0" brushRef="#br0" timeOffset="38273">14925 9611 19406,'8'-44'1284,"0"-1"0,0 1 0,3-18 0,-1 8-623,-1 5-342,-3 15-274,-5 26-218,-1 5 184,0 34 11,0 2-5,1 20 5,-2 10-5,-3-28 0,0 0-134,0-1 1,1 0 94,-3 1 0,0-2 22,0 0 11,1-8 84,3-15 420,1-1-313,0-8 83,1-14-229,0-8 6,3-36-45,-2 13-5,2-16-23,-3 3 72,-1 24 1,0 1-11,0-21 27,-4 3-72,1 38-46,1 3-55,-2 13 106,0 24-11,2-3-25,0 10 0,1 2 19,1 1-2,2-3 0,0 3-26,4 15 40,1-5-6,0-9 84,-3-21 78,-1-13 316,-2-1-433,1-28-29,0-2 7,0-30-18,1 14 23,3 5 0,1-1 12,3-7-3382,4-11 3364,-6 33-83,-4 14-46,-2 12 35,-4 14-29,-1 3-672,-2 13 0,-2 4-1596,-1 8 2369,0-3 0,1-2 0,3-12 0,0-2 0</inkml:trace>
  <inkml:trace contextRef="#ctx0" brushRef="#br0" timeOffset="39132">5905 10832 14073,'-4'-1'6940,"0"0"-5584,4 1-774,-68-54-374,46 38-54,-18-14 0,0 3 2,20 25-72,-7 3-39,-3 9-3431,-8 15 3375,13-3-23,-5 15 6,19-9 17,2 0-34,12 17 51,14-15 27,19 14-39,-10-27 1,4-4-23,5 1 0,2-1-143,0-2 0,0-1 137,-4-1 1,-2 0 3214,12 5-3097,-26 3-17,-18-7 39,-31 8-61,-24-3-23,14-4 1,-3-1-463,-4 1 0,-1-2 460,1-1 0,0-2-9,7-1 0,3-2 249,-18-7-1049,25-8-1827,25-11 2616,33-10 0,-13 14 0,14 0 0</inkml:trace>
  <inkml:trace contextRef="#ctx0" brushRef="#br0" timeOffset="39491">6216 10803 20330,'5'-6'3685,"-1"1"-3046,-4 5-365,0 0-279,-23 39-7,18-22 12,-17 39 28,32-29-22,7 7-6,22-3 106,7-9-27,-6-8 5,-4-9 129,-13-12 56,1-4 61,3-12-33,-5-6-39,-6-5-157,-7 7 134,-3-13-129,-6 12-83,-1-2-197,-4 11-957,1 14 425,0 5-381,1 4-3477,1 9 4564,1 1 0,1-5 0,0-5 0</inkml:trace>
  <inkml:trace contextRef="#ctx0" brushRef="#br0" timeOffset="40065">6930 10831 25668,'-5'-6'11,"2"19"6,2 14-11,-1 17-1,-1-13 1,-5 9 39,-6-5 5,-2-4 168,-1-6 253,7-16-230,6-6 117,2-10-145,2-12-79,1-17-39,9-17-53,-2 22 0,2 0 6,3 0 0,2 0 19,17-21-6,4 8-61,4 16-11,-7 11-22,16 14 16,-19 10-34,24 13-33,-5 20 40,-10-5-26,-15 1 0,-5 2-863,-9 10 910,-1 11 7,-20-9 44,-14-11-28,3-8 50,-7-2 62,21-23-50,1-2 5,8-23-3152,7-10 3091,2-8 5,14-14-326,12 4 337,2 2-22,1 9 0,-2 17 0,8 11-45,5 3-16,12 10-290,-7 10-131,-2 10 17,-11-2-1095,-14-2 0,-2 3-6169,8 12 7729,8 9 0,-24-21 0,-9-11 0</inkml:trace>
  <inkml:trace contextRef="#ctx0" brushRef="#br0" timeOffset="40282">8491 10856 24665,'50'-17'-2317,"0"0"0,4 0 0,-5 6-7514,-1 16 7976,-4-1 1,-21 1 0,-17-3-1</inkml:trace>
  <inkml:trace contextRef="#ctx0" brushRef="#br0" timeOffset="40431">8496 11168 21959,'-4'0'4157,"1"0"-5244,3 0-1876,92-50 2494,-57 37 1,0 1 0,18-16 0,-2 2 0,-3 13 0</inkml:trace>
  <inkml:trace contextRef="#ctx0" brushRef="#br0" timeOffset="40999">9884 11050 24643,'20'-48'621,"-1"1"1,-1 2 0,-9 13-594,-17 26 0,-16 4-34,-2 12 18,-13 10-24,7 14-21,7 9-6,13 4-12,17 0 40,17-5-11,20-5-206,-15-22 0,3-3 236,3-2 1,0-3-6,0-2 0,-1-4 64,23-7 56,-15-11 6,-15-10-12,-12-10-16,-12-7 11,-12-5-22,-11 1-29,-10 5-10,-4 12 393,-1 11-506,2 11-167,6 10-298,6 11-610,10 12-1249,10 12-4744,21 7 7130,6-4 0,-2-14 0,-7-12 0</inkml:trace>
  <inkml:trace contextRef="#ctx0" brushRef="#br0" timeOffset="41208">10798 10865 27006,'-8'22'-593,"10"25"246,3 3-222,5-12 0,3-1-1486,12 15 2055,-9-9 0,-1-1 0,3 0 0,-5 6 0</inkml:trace>
  <inkml:trace contextRef="#ctx0" brushRef="#br0" timeOffset="41424">10721 11203 23378,'-45'-29'330,"1"1"1,5 3-1,9 5-207,16 13-263,28 2 45,30 0 8,-6 1 0,5 0-413,9-2 0,4-1 384,-6 0 0,2 0 1,-2 0-512,3 0 0,0-1 238,-5 1 1,2-1 0,-3 1-1015,0 1 0,0 1 1403,15-2 0,-2 1 0,-25 2 0,-4 1 0,25-1 0</inkml:trace>
  <inkml:trace contextRef="#ctx0" brushRef="#br0" timeOffset="41599">11850 10896 15765,'0'-4'7937,"0"1"-4683,0 3-3103,-15-37-145,10 30-23,-15-19 28,12 51-1758,0 5 1,1 4 1651,-4 18-527,2 5 1,2 3-1438,4-20 0,0-2 2059,-1 14 0,1-4 0,1 2 0,1-25 0</inkml:trace>
  <inkml:trace contextRef="#ctx0" brushRef="#br0" timeOffset="42549">12893 10856 15227,'-5'-1'6963,"1"-1"-4902,4 2-2000,-39-15-290,34 10 21,-19-12-27,46 17-1019,36-2-1063,-7 1 1,4 1-1437,1 0 1,2 0 3073,7 1 1,-4 0 0,0 1-1,-31 1 1</inkml:trace>
  <inkml:trace contextRef="#ctx0" brushRef="#br0" timeOffset="42715">13112 11041 14611,'-56'17'2690,"-1"1"1,14-5 0,6-1-1980,5-4-582,27-6-40,12-2-582,43-7-195,-3 2-2589,-2-1 0,9-2 0,-3 0 3111,-4 1 1,-3 1-1,12-2 1,-5 1-1,-9 0 1</inkml:trace>
  <inkml:trace contextRef="#ctx0" brushRef="#br0" timeOffset="42891">13980 10788 19255,'1'-3'5981,"1"1"-3807,-2 2-2174,13-15 0,-9 26 5,9-11-120,-8 27 1,-5 12-427,2-6 1,-1 2-518,2 6 0,0 3 1058,-2 15 0,-1-5 0,0-13 0,-1 22 0</inkml:trace>
  <inkml:trace contextRef="#ctx0" brushRef="#br0" timeOffset="44332">5608 12743 24032,'5'-9'1311,"0"-5"-1210,-2-14-28,0-9-12,1-10-38,0-10-23,-2-6-302,0 28 0,-1 0 349,-1 1 1,1 1 92,-1-26 237,0 14-164,0 16-73,0 13-112,0 9-62,0 5-268,0 2 747,0 4-445,0-1-5,0 9 5,1 2-6,0 3-5,2 24 28,0 0 2,2 1 1,1 1-15,2 15 1,0-13 0,1 0-581,7 16 569,-4-24 1,0 0 2,1-4 0,2 0-1604,3 0 0,1-3 1607,6 8 28,6-1 95,-20-25 151,0-3 12,-5-15 240,1-14-420,4-19-16,3-19 1217,-5 22 0,1-2-1293,0-3 0,0-1 5,0 0 1,1 0 13,1-2 1,-1 1-15,-2 10 1,-2 3-40,6-22 20,-6 23-39,-5 17-157,1 2-375,5 8-1,6 10-535,22 16-97,-6-3-515,11 11 1719,0-1 0,-22-17 0,9 7 0</inkml:trace>
  <inkml:trace contextRef="#ctx0" brushRef="#br0" timeOffset="44958">6908 12374 16292,'2'-3'6514,"-1"0"-4997,-1 3-1237,-69-28-84,23 31-1158,-12-9 0,-1 5 996,8 23-9,13 3 0,6 2-14,13 4 454,-5 19-476,26-24 6,6-3 10,21-4 23,4-9-5,9 0 1087,10-17-998,3-17 500,-9 2-452,-15-3 0,-4-2 86,-6-9-117,2-6 151,-15 6 45,-7 16-101,-1 3-168,-2 11-62,-6 11 12,1 2 5,-8 16 0,4 5-33,1 21 11,4-14-40,16 22 18,0-35-7,20 14 18,15-25 28,-5-4 13,-1-13 1,2-6 8,12-15-205,-21 10 1,-1-3 201,-4-5 0,-3-2 26,7-26-7,-12 4 1,-3-3-37,-6 15 1,-1-1-322,-3-10 1,-2-5-1,-1 4 360,-4 4 1,-2 2-14,2-11 0,-2 2 58,-3 15 0,-3 6 116,-3-2-63,-3 5-162,6 18-5,2 13 5,1 40 12,2-7-178,1 23 0,2 4 163,1-29 1,2 2-460,2 18 0,3 9 0,-1-8 361,1-15 1,2-2-268,6 14 1,3 5-1,3-7-1016,2-11 1,5-4 485,-2-2 0,3 1 1,-1-5-850,5-4 1,1-4 1763,7-2 0,-6-5 0,-17-7 0,-4-3 0</inkml:trace>
  <inkml:trace contextRef="#ctx0" brushRef="#br0" timeOffset="45148">8178 12242 23836,'39'-24'-3264,"-1"0"1,-7 3-1,1 3 3264,18 7 0,-2 4 0,-8 0 0,-2 0 0</inkml:trace>
  <inkml:trace contextRef="#ctx0" brushRef="#br0" timeOffset="45332">8420 12447 25573,'47'-15'-1340,"0"0"0,0 1 0,0-1 1,-2 1-1,-2 1 1340,0 3 0,-4 1 0,12-5 0,-23 7 0</inkml:trace>
  <inkml:trace contextRef="#ctx0" brushRef="#br0" timeOffset="46724">10057 12471 18392,'4'-48'1285,"1"0"1,-1 0-1,2-14 1,-1 12-922,-3 23 224,-2 13-235,0 6-286,0 2-246,0 5 39,0 9 151,0 11 11,0 28-22,0 5 5,1-10 1,1 1-9,-1-11 1,1 0-1,0 3 0,0-1 14,1 11 29,-1-8-12,-2-17 196,0-7 370,0-11-521,2-34-51,-1-1 6,1-20 28,0-8-6,-2 2-381,1 22 0,-1-1 415,0 2 0,-1 1 72,-1 1 1,-1 4-61,0-7-40,-3 9-124,4 24-72,-1 7 73,-3 24 78,-7 31-5,2-3-240,4-21 0,0-1 251,-6 25-17,2 0-9,5-20 1,1-2 8,-1 9 0,5-6 62,3-31 775,1-3-719,4-16-1,6-26-61,-3-10-401,-4 12 0,-2 0 367,-1-18 3,-2 20 0,-1-1 93,-2-24 16,0 9 433,-2 9-600,2 29-12,0 7-56,1 10 84,1 11-123,0 31-28,0-6-2014,1 6 0,1 5-1064,-1-15 0,1 1 3246,0 13 0,0-3 0,0 5 0,-1-23 0</inkml:trace>
  <inkml:trace contextRef="#ctx0" brushRef="#br0" timeOffset="48034">4288 13529 19462,'-1'-4'4077,"0"0"-4278,1 4 33,-11-14 218,8 33 23,-10 6-59,9 8 0,3 6-301,-3 5 1,-1 1 294,0 2 1,-1 1 7,0-2 1,-1-1-14,-1-3 0,0-3 8,1-4 0,-1-2 17,-4 11 68,-3-1 133,8-26 359,0 1 235,6-14-223,1-7-443,0-1 556,0-19-685,3-2-34,3-14 1,7 4 10,6 4-16,-1 10 11,21-1-45,-4 13-22,23-2 0,-3 17-45,3 5 11,-5 11-5,-7 3-23,-11 2 61,-15 3 63,-17 0 28,-12-4 2,-15-3 0,-5-1-14,3-4 0,-3-1-398,-13 7 0,-2-1 359,7-6 0,1-3-37,4-3 1,1-1-474,-17 0-1696,15-12-785,18-7 3019,7-10 0,7 9 0,1-1 0</inkml:trace>
  <inkml:trace contextRef="#ctx0" brushRef="#br0" timeOffset="48256">4918 14089 26402,'-4'-3'-827,"9"-2"1,-1 4 0,6-2 0</inkml:trace>
  <inkml:trace contextRef="#ctx0" brushRef="#br0" timeOffset="49406">6570 14035 20044,'-4'-61'1547,"0"1"1,0 5 0,1 8-1251,2 14 443,-1 3-583,1 19 16,-1-2-290,1 11-79,0 6 140,0 10 56,1 3-45,6 36-179,-1-6-17,2 11-524,-4-21 1,1-1-1505,2 15-506,0-15 0,1 0 2775,4 10 0,-3-20 0,-2-13 0</inkml:trace>
  <inkml:trace contextRef="#ctx0" brushRef="#br0" timeOffset="49756">7150 13672 18100,'-1'-8'4627,"1"2"-3725,0 6 173,0 0-929,-46-59-101,33 45-43,-12-20 1,4 10 3,20 35 11,9 4-6,3 5 22,37 19-19,-12-19 0,1 1-14,-2-1 0,1 1-283,11 3 0,-1 0 210,6 9 23,-3-1-79,-11 15 112,-26-14 45,-11 16-17,-22-9 6,-18 1-11,2-9-15,6-8 1,-1-1-149,-10 8-316,13-9 0,1-2-910,0 3 1383,11-4 0,12-13 0,4 0 0</inkml:trace>
  <inkml:trace contextRef="#ctx0" brushRef="#br0" timeOffset="50323">8327 13783 24155,'-38'24'28,"0"1"0,-4 9 0,9 3-33,14 13 2,8-17 0,3 0-2,8 2 16,24 3 39,8-21 23,23 2 5,8-21-47,-28-3 0,-1-2 25,22-10 182,-21 1 0,-3-4 267,-1-10-74,5-18-280,-27 14 230,-17-22-224,-9 17-107,-15-13-44,-6 19-113,-3 13-324,6 8-880,8 12-4665,12 14 5976,7 5 0,6-3 0,1-5 0</inkml:trace>
  <inkml:trace contextRef="#ctx0" brushRef="#br0" timeOffset="50973">9620 13810 19176,'-3'-8'3848,"1"2"-3405,2 6 307,-12-73-509,9 51-233,-3-19 1,1 8-228,5 31 169,0 14 50,0 2 33,0 25-5,0 21-16,2 3-7,1-27 1,1-2-6,9 12 39,9-14-5,-1-12 100,11-9 84,17-15-176,-17-3 0,2-4 0,14-6 0,3-5-227,-14 3 1,1-2 0,1-1 204,5-3 1,1-2 0,0-1-1058,6-4 1,1 0 0,-1 0 1038,-9 6 0,-2 0 0,4-1 9,4-1 0,5-3 0,-1 2 1,-6 3-10,5-2 1,0 1 4,-3 3 0,8-4 0,-2 1 0,-8 6-92,-9 3 1,-1 3 7,7-2 0,4-1 1,-8 4-506,8 2-1076,7 7-504,-37 14 2162,-12 12 0,-5-12 0,-1 3 0</inkml:trace>
  <inkml:trace contextRef="#ctx0" brushRef="#br0" timeOffset="52333">6479 15814 11144,'-2'5'9068,"0"-1"-6015,2-4-2678,-4-44-224,5 24 17,2-18 0,1-1-95,6 10-17,0-1 0,1-3 11,5-20-2159,-2 7 0,-1 0 2097,-4 13 1,0-2 39,5-23 0,-1 1 848,-4 6-860,-1-1 1,-2 2 5,-3 12 135,-6-22-129,0 44-118,-7-2-22,-2 28 3481,-12 20-3408,1 8-26,0 11 1,0 7-714,9-10 0,2 2 658,0-2 1,1 4-1,3-1-230,6 13 0,6-2-143,6-3 0,4-3 176,0-14 0,4-3-1117,18 5 0,2-5 173,3-3-672,2-5 1,0-4-471,2-11 1199,-14-7 0,1-5-483,20-18 1496,-23 2 1,-2-3 392,18-14 842,-13 1 1,-3-3 1514,6-16-1109,-11 13 1,-3-2 599,-8 4 0,-2 2-208,0-15-817,-11 7-734,-5 25 1460,-7 6-1701,1 6-84,-1 1-22,-9 11 22,3 8-5,-7 15 11,5 10-12,3 4-10,6-9-68,5 8 73,5-26-17,4 9 168,5-21 185,3-4-162,2-7 151,16-22-152,-10 7 155,2-7 0,0-3 120,2-7-202,2-8 224,-9 9 69,-9 17-371,-2 4-180,-3 6-111,-2 11 67,-1 8 95,-1 12-11,-1 22-22,2-3 16,4 0-16,9-10-23,9-11 101,24-1-50,-9-8 11,13-9 89,9-22 23,-10-6-143,-14 4 0,-2-3 126,-11 0 0,-4-2-3,-2-3 0,-5-2 132,3-30 22,-8 0-123,-7 17 174,-7-3-146,-1 23-101,-2-1 39,4 14-117,4 8 112,1 1-241,2 7 112,1 1 39,18 39 0,-5-16-184,4 7 1,4 2 4,10 16-20,-10-20 1,-2 2-124,-2 0 0,-2 1-227,-3 0 0,-5-1-442,-7 0 0,-6 0-1418,-4-3 1,-5-1 1574,-21 19 0,10-23 0,10-14 0</inkml:trace>
  <inkml:trace contextRef="#ctx0" brushRef="#br0" timeOffset="52690">8089 15632 24923,'3'-50'237,"-1"0"0,0 1 0,-4 5-119,-9 0 61,1 7 0,0-3 85,-3-21-1051,5 16 0,0 0 943,4 10 1,1 2 738,-1-21-648,4 21 129,-1 17-404,1 15 22,-1 17 6,0 19 986,1 23-1011,2-12 0,0 2-98,0-14 1,0 1 54,3 17 1,3 0-694,0-16 0,2-1 293,5 10 0,3 0-577,2-3 1,3-1-1398,2-3 0,1-3 2442,-3-7 0,-1-3 0,5 5 0,-12-17 0</inkml:trace>
  <inkml:trace contextRef="#ctx0" brushRef="#br0" timeOffset="52873">7882 15453 17904,'-5'-3'5131,"1"1"-4509,4 2-936,47-65-190,-19 50 0,3 1-1084,3-12 0,3-4 1,2 6 1587,21 6 0,-2 7 0,-24 3 0,-3 1 0,27-5 0</inkml:trace>
  <inkml:trace contextRef="#ctx0" brushRef="#br0" timeOffset="53099">8799 15009 26099,'-20'38'-129,"1"1"0,1 0 1,5 1-141,12-4 0,4 1-771,-1 2 1,2 0-31,1-2 0,1 1-3044,3 2 0,1-1 4114,6 11 0,-2-12 0,-8-28 0</inkml:trace>
  <inkml:trace contextRef="#ctx0" brushRef="#br0" timeOffset="53373">8823 15332 22010,'-20'-42'862,"1"-1"1,-1 1 0,-8-20 0,8 11-432,17 26-235,3-1-134,9 9-23,29 7-22,-2 5-1,22 7-459,-16 7 0,1 3 437,-7 0 0,1 4-52,6 5 0,3 4 1,-5 0-16,-5 4 0,-4 1 28,3 4 1,-6 0-46,-12 12-67,-18 0 12,-19 2 102,3-18 1,-5-1-157,-8-2 1,-6-3-474,-17 1 0,-3-5 53,17-7 0,-2-2 619,-1-3 0,-4-2 0,8-2 0,2-1 0,-15-2 0</inkml:trace>
  <inkml:trace contextRef="#ctx0" brushRef="#br0" timeOffset="53823">9864 15201 22243,'44'-18'-657,"0"-1"1,1 1 0,-1 0 0,0-3 0,-1 1 0,-9 6 0,2 9 0</inkml:trace>
  <inkml:trace contextRef="#ctx0" brushRef="#br0" timeOffset="54000">10053 15424 24995,'55'-25'-2458,"0"0"0,-4 5 1,2 0-1,-7 4 1239,13 0 1,-16 5 0,-6 1-1,-22 7 1</inkml:trace>
  <inkml:trace contextRef="#ctx0" brushRef="#br0" timeOffset="55433">11526 15194 19753,'9'-59'1536,"-1"0"1,0 5 0,-2 13-921,-3 27-353,-1 7-291,-1 1-34,-1 9 57,0 3 49,4 28-60,-1 6-26,-1-7 0,0 3-425,0 0 1,-1 2-58,-1 2 1,2 1-1004,0 1 1,1 1 1526,4 4 0,0-4 0,0 6 0,5-8 0</inkml:trace>
  <inkml:trace contextRef="#ctx0" brushRef="#br0" timeOffset="55673">12547 15086 20750,'1'-7'4195,"0"1"-3775,-1 6-380,0 0-23,-13 4-45,-2 22-1686,-4-1 1,1 2 1657,-6 25-151,6-13 0,0 1-1597,-6 17-87,9-21 1,1 2 1468,-1 0 0,1-3 1,-1 5-1,3-8 1</inkml:trace>
  <inkml:trace contextRef="#ctx0" brushRef="#br0" timeOffset="56023">12184 15130 16381,'-46'-18'82,"1"0"0,3 6 1,8 7 2054,19 13-2160,5 9 1308,11-3-1268,7 1 760,7 2-726,10-2 66,9-5 29,-7-5 2529,-2-2-2334,-13-5 347,-6-3-313,-2-9-156,-2-1-1,-5-4-134,0 8 39,-5 2-50,1 4-112,0 1-359,1 2 129,2 4-700,-1 9-1804,3 9 2773,1 14 0,1-14 0,2 0 0</inkml:trace>
  <inkml:trace contextRef="#ctx0" brushRef="#br0" timeOffset="56365">13001 15311 23007,'-40'26'93,"0"0"1,2-2-1,11 0-98,23-6 38,7-1 57,5-1 140,7-8-34,-3-4 67,1-2 358,-2-2 23,0-6-89,-1-4-101,-4-7 61,-3-10-291,-8 3-140,0 0 34,-13 3-113,7 11-156,-14-4-431,11 11-152,-2-1 734,0 18 0,11-11 0,-4 11 0</inkml:trace>
  <inkml:trace contextRef="#ctx0" brushRef="#br0" timeOffset="57075">13468 15163 23275,'19'-52'866,"0"-1"1,-1 1-1,-4 11-563,-12 29-111,0 0-293,-1 11 80,-1 12 32,-1 1 27,1 23-156,-2 23-22,1-7-402,0-10 0,2 3-1066,3-2 1,2-1 495,-2-7 1,2 0 1111,9 17 0,1-5 0,-3-20 0,7 10 0</inkml:trace>
  <inkml:trace contextRef="#ctx0" brushRef="#br0" timeOffset="57431">14060 15215 14063,'0'-7'7292,"0"1"-5763,0 6-1137,0 0-75,-55-34-345,36 40 172,-39-20-166,52 40 502,11 12-503,8-13 6,13 7 23,-2-15 56,24-4-34,-21-9 56,22-7 229,-17-14 23,-3-5-17,-7-12-55,-15 0-129,-6 7 240,-12-13-291,3 20 101,-17-14-141,8 20-111,-6-2-241,9 10-633,5 4-56,6 4 997,7 14 0,-3-9 0,4 8 0</inkml:trace>
  <inkml:trace contextRef="#ctx0" brushRef="#br0" timeOffset="57681">14983 15057 25298,'-8'-29'-1428,"28"3"680,19 19 1,8 6-1468,0-2 1,-1 0 1088,-10 1 0,-2 1 1145,6 4 1,-4 1 0,-13-2 0,10 5 0</inkml:trace>
  <inkml:trace contextRef="#ctx0" brushRef="#br0" timeOffset="57815">15131 15203 24559,'-6'17'-7310,"29"-11"7310,15-14 0,5-4 0,13-2 0,-24 7 0</inkml:trace>
  <inkml:trace contextRef="#ctx0" brushRef="#br0" timeOffset="58032">16078 14908 28054,'-9'2'-68,"0"15"-83,-1 38-101,5-20 0,0 3-1302,0 6 0,1 2-735,0 6 1,0 2 2288,1-3 0,0-4 0,0 2 0,2-30 0</inkml:trace>
  <inkml:trace contextRef="#ctx0" brushRef="#br0" timeOffset="59024">7214 16895 21982,'-40'-18'173,"-1"0"1,-4 7 0,5 7-168,6 14-9,6 5 0,0 2 3,-15 15-423,17-12 0,1 2 350,-19 22-133,17 4 126,15-18 216,24 5-169,24-18-9,-3-8 0,2-2-332,-3-2 0,3-1 243,7-2 0,5-1 1,-2-1-78,1 1 1,-1-1-53,18 1 0,-4 0-127,3 5 722,-34 6-229,-35 7-16,-30 7-68,8-10 1,-4 0-393,-5 1 0,-3-1 401,-2-1 0,-1-2-3,1-1 0,0-2-20,4-1 1,0-2-29,0-1 0,2-1-64,-8 0-3024,-4-1-1793,38-4 4901,-2-1 0,13 0 0,0 0 0</inkml:trace>
  <inkml:trace contextRef="#ctx0" brushRef="#br0" timeOffset="59407">7879 16851 21112,'-24'36'-69,"0"0"0,3-6 0,5-3 1183,10 10-1237,12-9 474,6 3-396,11-7 316,22-9-254,-11-7 67,22-11 62,-20-8 769,3-9-585,-11-7-3078,-9-13 2989,-10 11 240,-6-15-105,-9 17-141,-4-5-145,-3 7-84,0 9-275,4 6 2719,3 7-3906,3 3-1087,2 7-2649,1 6 5192,4 2 0,-2-3 0,0-5 0</inkml:trace>
  <inkml:trace contextRef="#ctx0" brushRef="#br0" timeOffset="59989">8496 16870 24559,'-6'27'-68,"2"-4"63,3 9 5,1-2-51,0 9 63,-3-1 16,-3-1 78,-7-6 40,3-13 262,-3-6 91,6-14-73,0-8-124,3-10-78,3-16-84,10-13-28,10-9-78,-3 27 0,2 2-37,1 2 0,2 2 31,21-15 17,-1 13-56,-3 12-12,1 8-5,2 15-22,4 9 27,-10 5-25,-9 1 1,-3 2-26,4 15 11,-10-10 1,-2 1-34,-3 17 67,-6-6 45,-10-12 67,-4-11 123,-7-9-134,3-9 61,-3-11-27,7-11-1,1-25-84,6 10 40,10-21-6,10 23-28,12-6 0,7 9-17,7 8-22,8 10-40,-13 13 1,-1 3-330,18 5 217,-15 4 1,-2 5-610,10 17-21,-22-10 0,-3 3-1064,-4 2 1,-5 4 1856,-5 4 0,-4-1 0,-1 5 0,-7-3 0</inkml:trace>
  <inkml:trace contextRef="#ctx0" brushRef="#br0" timeOffset="60390">9921 16924 15154,'-8'1'6413,"2"-1"-5948,6 0-234,0 0-259,81-48-102,-38 32-516,-3-2 0,9-4 0,-1 5-3297,10 8 0,-2 5 3943,-6-2 0,-1 1 0,-3 1 0,-6 1 0,-10 1 0</inkml:trace>
  <inkml:trace contextRef="#ctx0" brushRef="#br0" timeOffset="60540">10188 17113 11922,'-6'3'9830,"0"-1"-8614,6-2-1356,0 0-1042,19-13-2716,32-7 3898,-19 6 0,0 0 0,22-5 0,-21 9 0</inkml:trace>
  <inkml:trace contextRef="#ctx0" brushRef="#br0" timeOffset="60933">11154 16805 19059,'-5'0'5488,"1"0"-4098,4 0-1323,-35-62-89,50 34 22,-19-8 0,5 3-51,60 18 31,-26 13 1,0 3-4,2 4 1,0 3-15,-1 3 1,-1 2 8,14 13-5,-14 4-113,-33 33 96,-26-9-450,1-8 1,-6-1 499,-5-10 0,-4-3-6,1-1 1,1-2 7,6-4 1,2-4-25,-7 7-40,17-11 23,25-13 27,19-4 1,27-9-73,-15 3 0,1-1-602,6-2 0,2 0 98,3 0 1,2 0-1083,1 0 1,-2 1-409,-9 1 0,-2 0 1645,4 1 0,-6 1 0,-8 0 1,-1 2-1</inkml:trace>
  <inkml:trace contextRef="#ctx0" brushRef="#br0" timeOffset="61574">6775 18078 24323,'-10'-50'-285,"4"14"231,19 57 1,6 15-103,6 19-802,-6-14 1,1 1 864,-5-8 1,2-2 36,5 1 0,0-3 45,9 5 612,15-6-394,-19-26 84,15-19-218,-15 1 100,14-26-66,-13 3-177,8-14 8,-18 24 0,-1 0-458,17-25-925,0 11-1697,-1 13 912,-7 15 2230,15 9 0,-27 5 0,10 3 0</inkml:trace>
  <inkml:trace contextRef="#ctx0" brushRef="#br0" timeOffset="62164">8042 17993 10013,'4'-3'9595,"-1"1"-13262,-3 2 3712,-41-8 1414,11 13-1431,-2-4 0,-1 3 0,-7 20-28,2 9-51,3 5-44,7 3 876,9-2-898,11-6 55,16-8 140,11-8 3443,15-9-3308,10-11-62,-5-5 166,-10-5 0,-2-4 321,5-11 101,7-12-89,-23 9-118,-9 4-83,-4 7-169,-4 9-174,0 6-134,-1 5-50,-1 5 38,-3 8-83,-2 21 73,3-5-45,1 21-51,10-17 50,7 4 7,23-7 117,4-15 5,5-7-10,7-19 21,-8-13-142,-17 6 0,0-4 151,-2-3 1,-2-2-240,-2-3 1,-2-2 255,-4-1 0,-2-3 25,-2-3 1,-3-1-15,-2-2 0,-1-2 8,-2-1 1,-1 0 81,-3 4 0,-2 1 210,-4-22-146,-4 25-190,1 21-85,0 15 29,-1 15 271,-1 14-293,3 20-107,8 13-96,6-26 1,3 0-370,4 2 1,2 1-1091,4 0 1,2 1 1694,5 3 0,-1-2 0,3 5 0,-1-7 0</inkml:trace>
  <inkml:trace contextRef="#ctx0" brushRef="#br0" timeOffset="62508">9001 17993 22968,'41'-24'-2091,"1"0"0,2 2 0,2 4 2091,5 11 0,-2 3 0,8-2 0,-9 3 0</inkml:trace>
  <inkml:trace contextRef="#ctx0" brushRef="#br0" timeOffset="62675">9250 18100 21758,'36'-7'-2246,"0"0"0,3 0 2246,15-10 0,-5 1 0,-32 10 0,-3 1 0</inkml:trace>
  <inkml:trace contextRef="#ctx0" brushRef="#br0" timeOffset="63232">10248 17900 11519,'4'-4'9830,"-1"1"-5634,-3 3-4028,-1-43-90,-16 40-22,-12-24-95,-16 57 17,4 0 10,-3 15-66,17-4-17,5 11 0,13-2-12,20-5 79,12-5-23,14-9 46,23-8 38,-5-14 1,-2-9 123,-8-17-34,-24-1 381,11-28-184,-22 5-231,-4 10 1,-3-2 33,-11-27-39,-7 0-95,-9 8-353,-4 15-1166,-5 16-648,4 15 2178,-2 13 0,18-2 0,0 3 0</inkml:trace>
  <inkml:trace contextRef="#ctx0" brushRef="#br0" timeOffset="66129">17179 3207 16560,'-13'48'-57,"-1"0"0,1 1 0,0-1 0,-2-4 1,2-3-1,2 2 70,4 15 0,5 4 0,0-4-1495,1 2 1,1 0 1509,0-8 0,0 2 0,0 2 9,1 2 0,0 2 1,0 0 5,0-11 0,0 0 1,0 1-1,-1-2 11,2 6 0,-1-2 1,0 2 54,0-2 0,0 1 0,0 2 1,0 0 30,0 6 0,1 2 0,0 0 0,0 1-529,-1-10 1,1 1 0,0 0 0,0 0 0,0 0 460,0-1 1,0-2 0,1 2 0,0 0 0,0 2 98,1 0 0,1 2 0,0 1 0,0 1 0,1-2 0,0-3-276,-1 0 1,1-4 0,0-1-1,1 2 1,-1 4 124,1-4 1,-1 4 0,1 1 0,1 2 0,-1 0 0,1-2 0,-1-1-210,1 3 1,1-2 0,0 0-1,-1-1 1,1 1 0,1 0 230,-1 3 0,1 1 0,0-1 0,0 1 0,0-2 0,0-2-101,0 1 1,-1-3 0,1 0 0,0 1-1,1 5 88,-2-10 1,0 4-1,1 2 1,1 1-1,-1 1 1,0-2-1,0 0 1,0-4 18,0 4 1,-1-4-1,1 0 1,-1-1-1,1 3 1,0 3-8,0-2 0,1 4 1,0 1-1,0 2 0,1 0 1,-1-1-1,0 0 0,0-3 0,0 1 1,0-1 0,-1-2-1,1 1 1,0-1 0,0 0-1,0 0-13,0 2 0,0-1 0,0 1 0,1-1 1,-1 1-1,1-1 0,-1 1-8,1 0 1,0 1 0,0 1 0,0-1 0,0-1 0,0-1 0,-1-2-10,1 0 0,-2-3 0,1-1 0,-1 1 1,1 1-1,1 4-7,-2-7 1,0 3 0,1 2 0,0 1 0,0 0 0,0 1 0,0 0 0,0-1-1,-1-1 21,1 3 0,0 0 0,-1-2 1,0 1-1,0 0 0,0 0 1,0 1-1,1 2-11,-2-7 1,1 3-1,0 0 1,0 1 0,0 0-1,0 0 1,-1 0-1,1-1 1,-1-2 0,0 0-6,1 3 0,-1-1 0,0-1 0,0-1 0,0 0 0,0 0 0,-1-1 0,1 1 23,-1 6 1,1 1 0,0 0 0,-1-1 0,0-1 0,0-3 0,-1-4-4,1 10 1,-1-7-1,0 2 1,0 7 5,-1-11 0,1 7 0,0 3 0,0 2 0,0 1 0,0 0 0,-1-3 0,0-4-14,0 1 0,-1-3 1,0-1-1,0-1 1,-1 3-1,2 2-11,-2-7 1,1 1 0,0 3-1,0 1 1,0 0 0,0 0-1,0 0 1,0-2 0,-1-2 1,0 6 1,1-2 0,-1 0 0,0-1 0,0-1-1,0 1 1,-1 0-5,1-1 0,0 0 0,0 1 0,-1-1 0,1 0 0,-1-1 0,1 1-12,-1-2 0,0 1 0,0-1 0,-1 0 0,1-1 0,-1 1 0,1 0 1,-1 7 0,0 0 0,1 0 1,-1-1-1,0 1 0,-1-1-2,1-2 0,-1 0 1,0 0-1,0-1 1,-1 0-1,1 0-15,-1-2 1,0 0-1,0 0 1,-1-1-1,1 0 1,-1-1-77,1 9 1,-1 0 0,0-1 0,0-1 0,0 0-396,1-4 0,-1 0 0,0-1 1,0-2-1,1-1 491,1 3 0,-1-1 0,2-3 0,-2-3 0,1 17 0,1-10 0,4 3 0</inkml:trace>
  <inkml:trace contextRef="#ctx0" brushRef="#br0" timeOffset="67344">18578 3547 14566,'14'-54'1381,"1"1"1,-2 12 0,-5 7-1118,-17 1 61,-8 24-96,-5 5-117,-2 2 174,-14 16-15,10 4 1,0 5-372,-1 1 0,-1 3 228,-7 8 1,3 2-56,8-4 0,3-1-48,6-1 0,4 0-87,1 22 6,28-8-386,25-9-516,-8-21 1,6-4 795,13-1 1,0-2 0,9 0 0,1-5-1</inkml:trace>
  <inkml:trace contextRef="#ctx0" brushRef="#br0" timeOffset="67529">19190 3612 24301,'-23'-23'-3266,"-1"1"1,-8-9 3265,39 35 0,0 2 0,-1-3 0</inkml:trace>
  <inkml:trace contextRef="#ctx0" brushRef="#br0" timeOffset="67970">20264 3265 15999,'0'-6'2885,"0"2"-644,0 4-2051,-81-17-61,28 29 49,-6-10 1,-1 4-160,27 14 1,6 5-17,3-2 0,5 3 471,2 23-479,21-11 10,17-10 1,8-4 348,-3-7 0,3-2-349,15 6 1,1-2 8,-14-8 0,1-3 11,13-1 0,0-4 82,9-9 7,-18 2 1,-3-4 286,2-17-104,-17-14-230,-14 9 417,-19-17-406,-11 14-5,-14-8 68,-8 5-74,20 19 0,0 1-50,-10-3 377,0 4-591,27 12-245,1 1-773,7 11-3003,12 5 3370,3 4 0,-1-5 0,-1-5 0</inkml:trace>
  <inkml:trace contextRef="#ctx0" brushRef="#br0" timeOffset="68795">20949 3078 15541,'-3'-2'6172,"0"0"-5085,3 2-812,-60-12-242,41 12-8,-16-4 1,5 5 97,30 20-45,5-2 17,22 6 1,8 0-68,7-3-38,4-1 1,10 3 0,-5-2-580,-10-6 0,-1-1 563,2 1 0,3 2 0,-6-2-2,10 8 0,-23 6 67,-35-8-11,-19 11-22,-24-3-364,20-13 0,0-2 363,-23 11-5,23-12 0,2 0-39,-3 1-275,-9 6-1421,24-11 1735,12-2 0,4-5 0,10-3 0</inkml:trace>
  <inkml:trace contextRef="#ctx0" brushRef="#br0" timeOffset="69137">22052 3210 17294,'0'-4'3842,"0"1"-3215,0 3-172,-83-7-268,50 17 1,-1 3-157,-21-10 0,1 3-15,20 11 1,4 4-17,5 3 0,4 1 23,-5 18-4,10-12 1,5 1 58,19 17 51,19-6 50,19-8 34,12-11-499,-9-11 555,14-10 241,-1-19-68,-4-4-213,-28 3 1,-5-1-67,0-12 97,-10-23-237,-14 12-135,-9-17-141,-4 22-4663,-15 13 1,-3 5 2979,4 3 0,-21-5 0,39 19 0</inkml:trace>
  <inkml:trace contextRef="#ctx0" brushRef="#br0" timeOffset="73129">17401 5180 11340,'-7'-4'6480,"1"0"-4844,6 4 699,0 0-1415,-10-63-237,7 46-580,-2-19 1,0 8 30,4 28-145,-2 8 17,-2 2 67,-7 21 39,-8 23-101,5-9-6,2-4 1,1 1-236,3 3 247,-1 17 0,6-19-23,2-13 23,0-3 44,2-13 275,-1-3 415,1-6 22,0-6-364,0-6-101,1-2-128,2-26-68,2 1-40,5-22 1,3 4-17,8-2-308,6 3 302,5 7-38,-6 15-24,6 7-4,-13 15 4,8 8 1,-2 15-73,5 14-84,6 11-127,-16-16 1,0 1-129,1 2 0,1 1-255,0 1 0,2 0-302,0-2 0,0-1-311,1-2 0,0-2-1734,22 13-78,-4-13 919,-5-11 1596,-6-13 1366,-5-11 444,-4-10 726,-3-10 243,-1-7-181,-1-4-352,-1-2-331,0 1-172,-3 7 34,-5 10-523,-4 12-369,-3 8-264,-4 8-16,-5 8 39,-9 12-33,-5 12-12,-1 9-22,7 3-23,10-4 28,16-6 18,12-6 4,13-7 7,10-7 16,5-8 67,-3-7 90,-5-8 101,-9-9 1,-8-7-46,-7-5-23,-6-5-33,-5-1-33,-4 1-74,-3 6-44,-1 6-67,0 9-202,0 6-286,1 4-140,3 3-397,8 4-3031,19 10 1653,-6-3 2425,21 13 0,-32-17 0,7 4 0</inkml:trace>
  <inkml:trace contextRef="#ctx0" brushRef="#br0" timeOffset="73702">18809 5286 24833,'-5'-19'-34,"-1"11"34,1 26 0,2 2 23,-5 18-18,3-8 7,-3 15-12,0-9 11,0-5 0,3-7 107,0-10 353,4-8 223,0-4-240,3-8-219,0-8-28,3-14-112,5-13-50,3-9 17,6-3-12,1 6-44,0 11-23,-2 13-17,3 10-5,4 7 22,7 13 6,5 9-6,3 12 6,-2 8-23,-5 3-5,-8 1 6,-11 1 16,-9-2 11,-10-5 23,-4-8 45,-2-10 83,3-8 62,4-11-151,1-20-39,2 2 0,2-14 5,11 2 12,8-2-12,11-6 18,15 0-40,-13 17 0,16 2-6,-12 18-11,11 8-28,-1 11-39,-7 13-313,-10 18 78,-13-12-1099,-7 18-3007,-7-13 3577,1 3 0,-2-16 0,0-12 0</inkml:trace>
  <inkml:trace contextRef="#ctx0" brushRef="#br0" timeOffset="73903">20035 5326 21702,'1'-9'2627,"0"2"-2291,-1 7-1512,0 0 543,71-18-2033,-20 18 1170,-4-7 1,0 2 1495,8 16 0,-36-6 0,-1 1 0</inkml:trace>
  <inkml:trace contextRef="#ctx0" brushRef="#br0" timeOffset="74046">20100 5576 24094,'58'-12'-585,"-1"1"1,2-1 0,-11 3-1,-32 6 1,-4 1 0</inkml:trace>
  <inkml:trace contextRef="#ctx0" brushRef="#br0" timeOffset="75196">21503 5371 20006,'-27'-34'633,"-1"0"0,0-1 0,-8-12 0,17 4-398,46 3-151,-3 21 0,6 2-23,7 0 1,4 3-26,6 2 1,1 3-379,1 2 1,-1 3 338,-3 6 1,-3 4-21,-6 3 1,-4 5-43,-7 14 1,-6 4 14,1 16 13,-20-5 1,-9 1 22,-7-11 0,-3-3 11,0 2 0,-4-1 3,-16 10 0,-3-3 8,15-14 1,1-2-4,-11 10 1,3-2 650,-3 4-605,20-8 5,16-15 409,23-4-420,26-13-70,-9 0 0,4-2-1138,14-4 1,4-1 243,-13 2 0,2 0 1,2 0 918,10-2 0,2 0 0,-5 2 0,-5 0 0,-4 1 0,-1 1 0,0 1 0</inkml:trace>
  <inkml:trace contextRef="#ctx0" brushRef="#br0" timeOffset="77079">18105 7003 20106,'-17'-43'535,"0"0"1,0 4 0,-4 10-228,-18 23-100,-5 7-124,2 9-78,5 7-34,9 10 28,11 9 16,8 4-10,16 2 28,10-1 5,18-3-11,10-4-212,8-2 212,-2-1-34,-7-3-22,-11-2 56,-15-3 62,-13-3 50,-17-2 17,-16-1-1751,-1-8 0,-3-1 1639,-15 3 8,10-5 1,1-2 171,-3-2-219,-3-1-191,12-8-655,13-6-1720,8-14-5943,22-11 8503,7 0 0,0 12 0,-5 11 0</inkml:trace>
  <inkml:trace contextRef="#ctx0" brushRef="#br0" timeOffset="77295">18545 6780 23192,'-23'38'303,"7"-12"-287,10 13 1,3 5-683,2-11 1,2 0 592,2 9 0,3 1-168,0-2 1,3-1-329,2-2 0,2-2-537,-1-3 0,1-2-3090,11 20 4196,-4-12 0,-9-20 0,-5-8 0</inkml:trace>
  <inkml:trace contextRef="#ctx0" brushRef="#br0" timeOffset="78253">18521 7192 20521,'-24'-46'674,"1"1"0,0 2 0,13 12-679,25 23 302,4 4-342,26 3-101,8 2 51,-17 1 0,2 0-388,3 0 0,0-1 449,-1 1 1,-1 0 30,-2-2 0,-3-1 314,23-6-233,-14-3 248,-14-4-2,-13 3 124,-7 2 146,-9 5 222,-2 2-743,-6 1 11,-3 4 6,-4 3-18,0 6-27,0 7-28,7-5 5,4 5 12,10-7 128,11 5 6,8-6 40,10-3-101,-8-10 94,9-6 34,-12-8 23,3-9-23,-11-7-28,-8-1 6,-18-7-174,1 16-5,-12 1 16,-11 12-38,-5 6-12,0 3-28,-4 14-34,12 25 34,6-4-39,8-3 0,3 3-1876,7 1 1,2-1 1667,-4 22-468,11-10 0,8-2-338,18 2 759,-11-18 0,3-2-398,10-6 0,5-6-89,8-6 0,2-4 666,1-2 0,0-2 165,-1-1 1,-1-4 385,-2-9 1,-5-3 84,-5-3 81,-9 1 1,-3-4 1178,-7-15-684,-5 0-620,-4 5 811,-7 7-958,-1 18-307,0-3 3047,0 16-3081,1 2 559,1 27-543,3 6 34,0 12-19,0-20 0,2 2 5,0 3 0,0 0-182,0 0 0,0 0 159,1 3 1,0-2 14,1 7 22,-4-18 213,0-12-168,-2-14-11,3-38-45,1-8 3,-1 14 0,-1-2-181,2-6 0,0-1 183,0 4 1,-1-1 16,1-8 1,0-2 30,-1-3 0,0 1-1459,-2 12-1,1 3 1441,0-25 16,6 23-44,4 21-23,10-1 0,8 14 265,7 10-281,2 12 3402,-1 13-3391,-7 8-40,-11 4 45,-11-10-44,-32 13-18,-9-18 7,-12 5-203,-12-9-218,12-12-1299,-10-2 257,22-10 1535,10-12 0,19 6 0,3-6 0</inkml:trace>
  <inkml:trace contextRef="#ctx0" brushRef="#br0" timeOffset="78521">20193 7095 20548,'-5'0'3815,"1"0"-1698,4 0-2011,-3-3-106,8-1 28,17-7-145,10 0-404,20-2-986,-2 2-3080,-2 2 4587,-10 3 0,-15 2 0,-12 3 0</inkml:trace>
  <inkml:trace contextRef="#ctx0" brushRef="#br0" timeOffset="78920">20855 6710 26463,'-23'15'17,"5"9"-11,11 19-18,9 3 12,4-9-11,18 13 0,-4-22 22,11 7 28,-10-19 107,-3-9 140,1-7 38,5-10-178,-1-2 196,21-24-163,-12 10 6,9-9-113,-19 19-72,-12 9 0,-7 10-5,3 27-23,0 11-20,0-8 1,0 3-246,0 1 0,0 1-97,1 4 1,1 1 64,-2-9 1,1 1-1662,7 19 1,1 0 1857,-1-18 1,-1-2 0,-1 2 0,0-4 0,5 2-1</inkml:trace>
  <inkml:trace contextRef="#ctx0" brushRef="#br0" timeOffset="79212">19240 7758 13240,'-51'9'163,"0"-1"1,1 0 0,-1 0 0,0 0 0,-5 1 0,1 1 0,1-1 0,5 0 297,4-1 0,4 1 0,3-1 284,-4 1 0,6-1 1578,-3 1-1029,49-6-796,17-6 1,9-2-313,2 0 1,5-1 0,3 0-811,-2 0 1,4-1 0,1-1-1,2 1 676,-3 0 1,2 0 0,0 0 0,2 0 0,0 0-273,6-1 0,0 0 0,2 0 0,0 0 1,0 0 230,-7 2 0,1-1 0,-1 0 0,1 0 1,1 1-1,-1-1-227,1 0 0,1 1 0,-1-1 0,1 0 0,0 1 0,-1-1 223,1 1 0,-1-1 1,0 1-1,0-1 1,1 1-1,-2 0-166,0 0 0,0 1 0,0-1 0,-1 1 0,0 0 0,0 0 144,7 0 1,0 0-1,-1 0 1,0 1-1,-1 0-38,-4 1 1,-1 0-1,0 1 1,-1 0-1,-2 0-187,7 0 1,-2 0 0,-1 1 0,-3 1-811,7 0 1,-2 1 0,-5 0 1049,6 0 0,-7 1 0,4 1 0,-33-1 0</inkml:trace>
  <inkml:trace contextRef="#ctx0" brushRef="#br0" timeOffset="80987">24106 6878 16236,'5'-1'5483,"-1"1"-4413,-4 0-964,-4-1 118,-11 8-145,1-3 66,-15 15-111,16-9 16,-10 8 12,10-5 44,-3 0 426,-2-3-274,7-5 207,-2-3-84,4-10-95,-1-8-90,3-14-17,9-26-84,11 2-72,6-3 27,17 11-5,-1 18-34,14 2-25,-18 17 0,2 4-20,24 11 29,-2 6-23,-7 26-23,-18 5-206,-15-13 1,-4 3 219,-8 3 1,-9 2 8,-17 12 0,-11 0 31,-4-5 0,-5-3-707,-3 1 0,-4-3 713,13-16 1,-1-2-1,0-3 8,-6 3 0,-1-3-220,5-5 0,-2 1 1,3-3 288,-4-1 1,3-2-31,4-3 0,5-4 202,3-8-96,21-4 230,24-14-386,3 6-3,9 1 0,9 1-17,15 2 0,4 2 461,-12 2 1,4 1-555,11 2 1,6 1 0,-8 2-18,-16 2 1,-1 3-473,11 1 1,7 2-1,-7 1-1673,-12 1 1,-2 2 2268,11 2 0,-5 1 0,-5 0 0,-20-4 0</inkml:trace>
  <inkml:trace contextRef="#ctx0" brushRef="#br0" timeOffset="81337">25324 6727 20148,'-3'-6'3103,"1"1"-1409,2 5-1722,-47-32 12,37 27 279,-34-23-190,66 53-40,-3-6-16,4 2 0,3 2 0,17 12-34,-12-7 0,0 3-607,-8-5 0,-2 0 635,13 23 357,-23 5-328,-20-19-29,-2 6 11,-33-1-22,18-22-9,-7 1 1,-1-2-20,4-3-162,-3-1 0,2-1-203,7-4-2037,-7 4 642,33-10 1788,28-1 0,-15-1 0,16-1 0</inkml:trace>
  <inkml:trace contextRef="#ctx0" brushRef="#br0" timeOffset="81754">26650 6959 22828,'7'-46'702,"1"0"0,-11-1 0,-9 10-327,-32 23-229,-10-1-12,8 13 1,0 4-262,12 3 0,0 3 132,-15 3 1,2 2-17,-9 11-17,6 13-11,27-5 47,9 16-14,25-11 17,9-4 6,12-20 0,3-5 28,5-1 25,8-4 0,2-3 115,5-11-278,-17 2 0,-3-2 277,4-10 461,-6-9-219,-15 7 190,1-6-302,-10 12-152,-5 4-89,-4 11 415,0 1-560,-3 17 66,-3 11-5,-1 8-23,-6 23-151,1 1-563,5-28 1,1 1 285,-3 11 0,1 4-2725,2 12 0,0 1 3187,1-5 0,1-1 0,1-3 0,0-6 0,3-5 0</inkml:trace>
  <inkml:trace contextRef="#ctx0" brushRef="#br0" timeOffset="82287">28785 6805 22177,'9'-48'950,"0"0"0,-2 6 1,-7 7-649,-20 13-46,1 16-183,-34 30-56,22-1-2068,-14 17 0,-2 5 2051,23-20 0,-1 1-54,-13 17 0,-6 7 0,4-2-929,1-1 0,2 1 535,2-2 0,-3 3 0,4-4-197,2-1 1,3-1-603,-1 3 1,2-3-3661,8-13 1,1-4 4906,-15 18 0,12-18 0,13-22 0</inkml:trace>
  <inkml:trace contextRef="#ctx0" brushRef="#br0" timeOffset="82454">28062 6933 24497,'57'27'-304,"-1"1"0,-6-2 0,2 4 1,-3 1-2014,-5 1 0,-2 2 0,1 0 1508,4 1 0,1 1 1,-6-5-1,-5-4 1,-6-4-1,4 2 1</inkml:trace>
  <inkml:trace contextRef="#ctx0" brushRef="#br0" timeOffset="82920">23292 8181 23511,'-6'0'0,"1"0"22,34-8 1,35-5 0,1 1-1905,-12 4 1,2 2 0,6-1 1884,-9 0 1,6-1 0,4 0 0,1 0 0,1 1-1,-1 1-152,-9 2 1,1 0 0,1 2 0,-1 0 0,0 0-1,0 0 1,-1 0 150,3 0 1,-2 0 0,-1 1 0,2-1 0,3 1 0,4 0-30,-12 1 1,4 0 0,2-1 0,3 2 0,0-1-1,2 0 1,0 1 0,-1-1 0,0 1 0,-3-1 0,-2 1 49,9-1 0,-3 1 0,-1-1 0,-1 1 0,0 0 0,2 0 0,1-1 0,4 1-82,-11 0 1,3-1 0,1 1-1,2 0 1,1-1 0,0 1-1,1 0 1,-1 0 0,-1-1-1,0 1 1,-2-1 0,-2 1 117,9-1 1,-1 0 0,-1 0-1,0 1 1,-2-1 0,0 0 0,-2 0-1,-1 0 1,-1-1-15,3 1 1,-2 0 0,-1 0-1,-2-1 1,1 1 0,-1-1-1,1 0 32,1 0 0,0-1 0,1 0 0,-1 0 0,-1 0 0,-1 0 0,-1 0 31,9-1 1,-1 0 0,-2 0-1,-1 1 1,1-1-80,-2 0 0,-1 1 0,0-1 0,-1 1 0,-1 0 62,-1 0 1,0 0 0,-1 0 0,-2 1 0,-5 0-77,6 1 0,-5 1 0,-3 0 510,5 0 0,-6 1-1074,7 3 387,-36 1 162,-34 3 0,8-4 0,-11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15:06:18.913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5681 2611 15765,'-3'-7'4929,"0"2"-4705,-27-18 0,-9 0-1939,7 10 1835,-10-12 0,-4 3 110,10 21 0,1 6 52,4 0 0,-1 3-221,-13 2 1,-1 4-46,12 2 1,4 3 374,-15 11-431,12 20 18,30-13 16,20 17-14,4-31 1,6-3 41,10 0 1,4-4-51,7 0 0,2-3 6,2-2 0,1-1-9,-3-1 0,-4-1 101,-11-2 0,-3 0-155,18 14 130,-42-2 11,-21 13-28,-11-12 0,-8-2-6,-10 4 1,-5 0-648,-8 2 0,-2 0 638,16-8 0,0 0 0,2-1-19,-8 4 1,1-2 204,-8 2 1,4-1-458,3-1-705,-4-1-1642,47-11 2605,29-8 0,-10 3 0,8-3 0</inkml:trace>
  <inkml:trace contextRef="#ctx0" brushRef="#br0" timeOffset="362">6154 2697 16017,'0'-3'4447,"0"1"-3523,0 2-879,-55 52 11,46-17-28,-15 3 0,7 1 78,50 8-44,-5-19 84,18 0 89,-14-21 90,7-1 73,-1-12-168,-8-1 503,10-24-190,-15 1-33,8-16-292,-18 13 276,-4-13-298,-10 20-73,-5-7-84,-6 18-89,-3 9-107,-2 5-286,4 9-55,3-1-3619,10 23 4117,18-4 0,-9-2 0,7-8 0</inkml:trace>
  <inkml:trace contextRef="#ctx0" brushRef="#br0" timeOffset="920">6821 2771 24060,'-4'3'45,"3"7"-45,3 26 6,0-5-6,0 7 22,-5 0 6,0-4 6,-2-2 173,1-18 358,2-8 30,2-7-231,0-10-96,1-13-60,5-14-7,4-11-27,6-3-57,2 0-61,4 8-44,2 8-7,3 11-22,5 10 1,5 9-7,6 14 1,7 10-294,1 14 288,-3 9-11,-12 4 5,-13 0 23,-14-4 11,-13-8 33,-6-8 40,-5-10 34,2-7 10,4-11 261,4-10-311,2-13-17,10-11-22,7-7-5,13-2-6,9 4-12,6 7-5,3 12-33,3 11 21,1 13 12,1 15-56,-2 13-134,-4 13-857,-9 9-997,-10 7-1057,-16-27 1,-2 0 3100,2 22 0,-5-20 0,-3-15 0</inkml:trace>
  <inkml:trace contextRef="#ctx0" brushRef="#br0" timeOffset="1154">8051 2716 20957,'-3'-1'3450,"0"0"-3108,3 1-488,93-15-1011,-47 10 938,-4 0 1,9-2 0,-5 3-446,-12 3 1,-2 2-589,6 1 0,-2 3-3406,20 10 4658,-19 13 0,-19-11 0,-10 0 0</inkml:trace>
  <inkml:trace contextRef="#ctx0" brushRef="#br0" timeOffset="1270">8371 2923 24318,'51'-14'-422,"-1"-1"1,6-1 0,-10 5-1</inkml:trace>
  <inkml:trace contextRef="#ctx0" brushRef="#br0" timeOffset="2187">10632 2936 22470,'-4'1'3607,"0"-1"-2588,4 0-980,8-50 17,17 6-666,-8 6 1,3-7 0,1 1 628,11-8 1,2 2-18,-11 13 0,-1 0 0,0 0 3,0-3 1,-1 0 0,-2 0 22,2-8 0,-3-2-221,-3 5 1,0-3 0,-3 2 192,0-7 0,-4 2-158,-3 0 0,-4 4 102,-6 2-6,-10 13-72,1 21 1221,-7 12-1171,-13 39-986,16-11 1,-1 3 1080,0 4 0,-1 3-17,-3 12 1,3 4-638,3-4 1,2 3 630,3-9 1,-1 2 0,2 2-390,1 8 1,2 3 0,1-3 288,3-11 0,0-1 0,3-1-108,2 3 1,2 0 0,3-5 90,0-7 0,5-5-152,7-2 1,6-5-42,6-9 0,4-5 249,2 0 1,2-5 16,10-7 0,0-5 28,-15 0 0,0-5 0,8-9 0,-1-5 28,-7 0 0,0-3 24,-1-1 0,2-4 1,-2 1 514,6-8 0,-3 0-461,-1 1 1,-4 1 647,-12 10 1,-4 4-547,-6 6 1339,-7-4-1368,-21 25 255,2 3-356,-29 27-44,25-8-6,-16 26 0,24-8 0,4 13-11,17 8-1,12-18 24,17-4 4,5-25 18,-7-8 1785,5-11-1635,-5-17-105,-8 2 995,1-23-957,-21-6 12,-5-9-22,-8 2-46,-4 19 46,-3 16-63,4 13-44,0 0-56,3 5-39,3 5-196,1 15-476,5 7-1160,12 18-3327,13 5 5254,6-4 0,-9-16 0,-8-12 0</inkml:trace>
  <inkml:trace contextRef="#ctx0" brushRef="#br0" timeOffset="2604">12269 2567 22593,'0'-52'892,"0"0"0,-1 7 1,-7 10-764,-26 27-95,-6 21-34,7 5-2132,6 19 1,3 5 2131,3 2-26,3 3 1,3 2 151,11 2-165,12 3 55,3-19 1,22-13 6,-7-18 10,5-4 57,-3-18 67,-6-11 241,8-26-12,-7 5 2911,-4 2-2670,-7 10 633,-8 24-1204,0-2-56,-4 24 40,-1 18-46,-1 29 9,-2-14 0,-1 5-1393,-2 15 1,-1 3 1378,0-8 0,-1 3-2,0-3 0,0 4 0,-1 1-69,1-10 1,1 1 0,0 1 0,-1-1-92,0 1 1,-1 0 0,1 0 0,-2 1-124,-1 5 1,-1 2-1,-1-2 1,-2-3-666,-4 2 0,-2-4 0,-2-3 429,-2-5 0,-3-2 0,-1-3 46,1-8 0,-2-2 1,0-4 79,-10 1 0,2-13-1675,-12-32-1708,38-15 0,8-10 3789,7-7 0,5 0 0,-2 11 0,1 3 0,7-12 0</inkml:trace>
  <inkml:trace contextRef="#ctx0" brushRef="#br0" timeOffset="3237">12827 2927 18140,'1'-8'5265,"-1"1"-4823,2-26 1,1-5 27,-2 15-383,2-17 0,-1 7-98,-2 30 11,0 15 0,0 14-12,-1 18-133,-2 14-618,0-23 1,1 1-776,-1 3 0,0 0 1538,1 6 0,0-3 0,0 6 0,2-7 0</inkml:trace>
  <inkml:trace contextRef="#ctx0" brushRef="#br0" timeOffset="3580">13232 2945 13239,'2'-6'7662,"-1"0"-6945,-1 6-28,0 0-4867,-73 49 4189,55-27-707,-18 16 0,9 1 713,38-17-6,22 15 11,5-25 40,13-1 72,1-10 85,-6-12 83,-7-8 118,-9-9 17,-10-8 2363,-12-11-2626,-8 13 3464,-15-10-3487,-7 21-61,-12 0-56,-4 8-79,-9 10-39,17 7-342,-5 12-2571,21 8 2149,2 3 0,6-7 0,5-7 0</inkml:trace>
  <inkml:trace contextRef="#ctx0" brushRef="#br0" timeOffset="4470">14000 2416 24088,'6'-40'386,"0"1"1,3-24-415,-9 62 56,0 1-28,0 3 56,0 3-39,0 3 5,0 1 1,0 2-18,0-2 40,0 3-6,0-4 79,0-3 112,-1-4 543,1-2-684,-1-8-61,0 2 107,-2-15-79,2 11 17,-1-10 95,1 10-107,1 2 1,0 3-135,-1 5 56,1 8 6,-1 10 11,4 29 6,-3 5-532,3 4 532,-5 7-6,-3-13-127,1-15 0,-1 0 133,-3 15 5,-1-3 23,6-27 139,1-9-33,1-7 180,1-14-281,2 0 568,8-34-562,8 2-29,-2 9 1,1-1-11,14-13 19,3 12 0,2 3-155,5 1 163,11 1 1,1 4-22,-4 9 2,6 6 0,0 4 2,-8 9-24,-5 4 0,1 7-467,-10 9 0,-4 7 475,0 8 0,-2 2 0,-4-12 0,-4 0 0,-3 22 0</inkml:trace>
  <inkml:trace contextRef="#ctx0" brushRef="#br0" timeOffset="8662">16459 2137 14034,'-7'0'6016,"1"0"-5462,6 0-296,0 0-118,-9-30-90,36 14-106,9-24-76,3 29 1,5 6-612,4-2 1,2 2 336,3 1 0,1 4-802,7 6 1,-2 3 720,-20-4 0,-3 4-382,3 9 1,-12 5-416,-32 15 1040,-11-10 1,-6-1 231,-2-3 1,-4-2-140,-12 2 0,-8 1 0,0-1 666,4-2 0,0-2 0,-1 1-662,0-1 1,0 1 0,1 0 590,0-1 1,0 0 0,7-2 468,-12 7 663,7 0-41,41-12-1128,17-11-262,13-7 1,7-3-93,6-3 0,3-2-274,-5 1 1,3-2 0,1 1 237,3-3 0,0 0 0,1-1-10,-1 0 1,0-1-1,-2-1 35,-2 0 1,-2 0 0,-1 0 7,10-9 1,-4-1-3,-11 3 0,-6-1 137,2-21-2436,-44 2 2285,-7 18 561,-14 10 1,-6 5-277,-10 3-117,-10-2-28,25 8 795,18 3-975,9 6 99,5 9-82,23 24 0,-2-8-8,3-2 0,3 0 3093,14 15-3113,-14-15 1,-1 4-1954,-4 8 0,-3 1 710,3 18 1260,-20-11 0,-5-5 0,2-16 0,-11 13 0</inkml:trace>
  <inkml:trace contextRef="#ctx0" brushRef="#br0" timeOffset="9505">18811 2611 23203,'14'-55'151,"0"0"0,1 0 0,-4 10 1,0 1-1,2 0-86,4-3 0,2 0 1,-2 4-618,-3 6 1,-1-2 594,7-13 0,1-8 0,-2 7-7,-7 10 0,-1 2 12,4-15 0,-2 3-26,-4 1 6,-12 13 363,-12 21-419,1 5-106,-24 20 78,16 6 42,-2 7 0,0 6 5,3 4 1,1 3-283,-7 12 0,0 6 292,5-4 1,2 4 0,1-3 1,-1 4 0,2 1-24,3 4 1,2 6-1,3-9-10,4-18 1,4 0-71,1 27 0,6-1-64,5-29 0,5-2-57,7 5 1,7-3-9,20-6 1,4-6 195,-14-6 1,4-6 33,12-10 0,8-6 0,-8-3 16,-12 1 1,-2-5 7,3-4 0,6-5 0,0-2 0,-6 0 37,7-11 1,-2-3-5,-12 8 0,3-3 1,0-1-1,-6 3-9,4-7 0,-3 1 78,3-8 0,-6 3 8,-13 15 238,-3-5-372,-22 23-34,-14 9 51,-21 20-262,12-2 1,0 2 235,3-1 1,-1 3-278,-15 18 1,3 4 268,14-13 1,2 1-21,-8 14 1,4-1 2,5 7 522,23 3-522,9-33 17,20 7 56,1-23 1204,23-14-1092,-7-10 79,4-17-17,-18-8 627,-13 6-521,-7-22-106,-14 21-55,-9-13 116,-13 22-223,-9 11-57,4 9-22,-11 8-45,3 16-16,1 6-337,2 18-4568,19 3 3235,10-5 1302,28 13 0,-15-32 0,15 8 1</inkml:trace>
  <inkml:trace contextRef="#ctx0" brushRef="#br0" timeOffset="9946">20494 2285 16404,'0'-6'5982,"0"0"-5299,0 6-224,-71-53-5828,22 43 5442,-5-13 0,-2 6-40,21 25 1,2 9 536,0 1 0,2 3-582,4 2 1,2 3-3,5-1 0,2 1 3,-1 15 902,25 8-857,24-26 16,5-7 0,4-4-5,17-7-57,-10-7 0,-2-5 276,9-11 1543,-23 5 1,-1-2-1325,15-18 101,-18 5 93,-10-10-503,-12 20 218,-4-14-258,-5 22 210,-4-1-333,-2 12-27,-6 11-35,-10 30 51,6-5-3,3 1 1,2 4-363,3-5 0,1 1 329,-4 14 0,0 3 2,-1 2 0,1 1-450,-2 0 0,-1-1 470,-2-3 0,-3-2-12,-1-5 1,-2-4-67,-2-5 0,-2-4-265,0-7 0,-1-4-114,1-6 0,1-5-1421,-22-3-3066,17-25 4958,16-7 0,13 2 0,6 5 0</inkml:trace>
  <inkml:trace contextRef="#ctx0" brushRef="#br0" timeOffset="10361">21341 2057 22666,'-13'49'53,"-1"0"1,1-1 0,0-2 0,1-1 0,0-4-15,1-1 0,1-3 0,-1-2 0,1-3 6,-8 23 28,1-14 89,6-14 494,3-12 1030,5-10-1580,23-30-33,6-7-20,-1 3 0,2-2-250,1 2 1,0 2 263,1 1 1,0 1 2,-2 4 0,-1 2 19,16-6-66,-15 12-12,-1 9 0,1 22-5,3 8-6,3 22-12,-9 5-83,-9 5-1321,-7 3-937,-8-29 1,-3 0 2352,-3 22 0,0-19 0,1-17 0</inkml:trace>
  <inkml:trace contextRef="#ctx0" brushRef="#br0" timeOffset="12920">5407 3737 11984,'-52'15'840,"0"1"0,0-1 1,6-1-1,1 0 0,5 0-490,-1 0 0,5 0 9,-6 4-175,24-10 343,33-6-85,34-10-420,-2 0 1,10-2-1278,-7 1 0,6-3 0,3 0 1,-1 1 906,1 0 1,0 0 0,2 0 0,2 0 88,-11 2 0,2 0 1,2-1-1,0 0 1,-2 1-1,-3 1 96,7-1 1,-4 1 0,1 0-1,2-1-191,-6 2 0,4 0 0,1-1 1,0 1-1,-3 0 0,-3 0-289,1 0 1,-3 0-1,-1 0 1,1 0 32,10 0 1,1-1 0,-1-1 0,-5 2 365,-3-1 1,-4 0 0,-11 2 0,-6 1 0,-10 2 0</inkml:trace>
  <inkml:trace contextRef="#ctx0" brushRef="#br0" timeOffset="13163">5528 3928 1186,'-57'15'705,"1"0"0,0-1 0,-1 1 0,1 0 1,5-1-1,1-1 0,1 1 0,1 0 1,1-1-547,-4 2 1,2 0-1,1-1 1,3 0-114,-1 2 1,3-1 0,4-2 1213,-1 1 0,9 0-616,16 3 96,60-19-360,3-5 1,8-2-439,-3-1 0,4-3 0,3 0 171,-6 1 1,4-2-1,0 1 1,-1-1-86,-6 3 0,-3-1 0,3 1 0,4-2-6,0 1 1,7-2-1,3 0 1,-1 0-1,-2 1 1,-7 1-194,-4 1 1,-5 2-1,0 0 1,7-2 181,-5 1 0,6-1 0,4-1 1,3 0-1,-1 0 0,0 0 0,-4 0 1,-5 2-104,3-1 1,-5 1 0,-1 1 0,0-1 0,4 0 64,4-1 0,4-1 0,2 0 0,-1 0 0,-3 0 0,-4 2-225,-1-1 1,-4 1-1,-1 0 1,0 0 7,2-1 0,0 1 1,-1 0-1,-5 0-1470,14-4 1,-5 1 1713,3 0 0,-6 1 0,2-1 0,-31 7 0</inkml:trace>
  <inkml:trace contextRef="#ctx0" brushRef="#br0" timeOffset="14544">22447 1519 6962,'-45'-33'881,"0"0"1,1 0 0,-1 0 0,1-1 0,-6-4 0,4 3 0,-4 1-2039,0 7 1,-5 1-1,0 2 1,6 4 1360,-10 0 1,1 3-61,13 5 0,-3-1 0,-2 1 0,-1 0-310,-5 0 1,-1 0 0,-2 0-1,-3 1 200,12 2 1,-2 0 0,-2 0-1,-1 0 1,-1 1 0,-3 1-45,5 2 0,-2-1 0,-2 1 0,-1 1 0,-1 0 0,1 1 1,0 1-1,1 0 54,-4 0 1,1 1 0,0 1 0,1 1 0,-2 0-1,0 1 1,-2 0-104,8 1 0,-3 0 0,-2 1 0,1 0 0,-1 0 0,1 1 1,1 0-1,2 0 0,3 1 94,-7 1 1,3 1-1,2 0 1,0 1-1,0 1 1,-2 1 21,2 1 1,-1 0-1,-1 1 1,0 1 0,0 1-1,1 2 1,2 0 7,-6 5 0,2 1 1,1 1-1,1 2 0,0 0 1,0 1-55,1 1 0,1 0 0,0 2 1,1 0-1,1 0 0,1 1-10,4-2 0,0-1 0,1 1 0,2 1 0,2 3 0,4 3 11,3 6 0,3 5 0,3 2 0,2 1 0,3-3 0,3-3 5,-3 8 0,5-3 0,4 8 1,3-4 1,1 8 0,1 5-1,2 0 1,5-3 0,4-6-17,8-1 1,5-5 0,4-1 0,3 2 12,-3-4 0,2 2 0,2 1 0,3 0 0,2-2 0,3-5 26,9 2 0,4-4 1,4-3-1,3-2 1,1-1-2,-2-4 0,3-2 0,1 0 0,2-3 0,0 0 1,-2-2-17,4 2 1,-2-3 0,1 0 0,2-2 0,3-1 3,-5-3 0,3 0 0,1-1 0,2-1 0,0 0 0,0-2 0,-2-1 1,4-1 1,-2-1 0,1-1 0,-1-1 0,3-1 0,1 1-9,-6-2 1,2 1 0,0-1-1,2 0 1,1-1 0,-1 0 0,1-1-1,-2-1 7,1-1 0,-1 0 0,0-1 0,0-1 0,0-1 0,1-1 0,0-1 0,1-1 25,-7-1 1,2-1 0,0-1 0,1 0 0,0-2 0,0 0-1,-2 0 1,0 0 0,-3-1 0,-2 1-29,5 0 1,-2-1-1,-3 1 1,0-1 0,-1-1-1,2-2 1,1-1 16,3-2 1,2-2 0,2-1 0,0-1-1,-1-1 1,-1-2 0,-2 0 0,-4-1 11,3-6 0,-3-1 0,-2-1 0,-2-2 0,0 0 1,0 0-24,0 0 1,-1 0 0,-1-1-1,0 0 1,-1-2 0,-1-1 18,0-2 0,0-2 1,0-1-1,-3 0 1,-3 1-1,-5 2 17,8-12 0,-7 2 1,-9-4 197,-13 4 1,-5-4-1,-6 0 1,-8 5-255,-9 1 0,-10 5 1,-5-1-45,-4-5 1,-5-2 0,-3 2 0,-2 5 13,5 11 1,-2 3 0,-2 3-1,-3 0-25,-6-1 0,-3 0 1,-4 2-1,-2 0 1,-2 2-150,10 5 0,-2 2 0,-1 1 1,-1 1-1,-2 0 0,0 0 0,0 0 193,1 1 0,-2 1 0,-1-1 0,0 1 0,0 1 0,1-1 0,2 1 0,1 0 0,-4-1 0,0 0 0,2 0 0,1 1 0,3 1 0,1 2 0,-7 1 0,1 1 0,-1 0 0,1 0 0</inkml:trace>
  <inkml:trace contextRef="#ctx0" brushRef="#br0" timeOffset="48297">24001 2433 20688,'25'-32'146,"-9"10"-132,-35 39 0,-12 13-6,2-2 1,-1 2-1403,-11 10 0,-1 3 1228,12-13 0,1 1 0,-2 1-520,-4 4 1,-2 1 0,2-1-1520,3-6 1,0-2 0,2 0 2204,-11 8 0,4-4 0,-6-1 0,31-25 0</inkml:trace>
  <inkml:trace contextRef="#ctx0" brushRef="#br0" timeOffset="48488">23545 2462 18958,'43'-6'-3,"0"0"0,-1 0 0,13-5 1,-6 11-175,-16 25 0,-3 8-1284,-1-4 1,2 2-173,8 8 1,2 2 1107,5 3 0,-3-2 0,-18-17 0,-2-3 1,19 17-1</inkml:trace>
  <inkml:trace contextRef="#ctx0" brushRef="#br0" timeOffset="49195">24733 2809 18324,'0'-4'3697,"0"1"-3282,0 3 212,0-63-61,8 15-502,-6 7 1,2-3-487,7-2 1,2 1 463,-1 8 0,0-1-31,1-7 0,1-3 3,3-4 0,-1 0 11,-4 9 0,0 0 34,2-8 0,-1-1 137,-4 0 0,-1 3-54,-3 14 1,-2 2 418,-4-24-359,-3 34-326,-1 12-470,2 11 438,1 14 184,0 4 792,-2 33-812,0-7 1,1 4-18,-1 4 1,0 3-379,1-10 0,0 3 0,0-3 381,0 13 1,1-2-9,1-4 0,1-1-1517,2-7 0,2-3 1481,3 16-96,13-6-22,7-24 53,1-13 1,4-5 66,0-6 1,1-4 41,2 0 0,1-6 10,6-11 0,4-8 0,-3-1 53,7-9 0,-2-1-5,-7 8 0,2-2 1,-5 2 109,-1-4 0,-7 4 219,-11 7 2774,-11 13-3144,-9 5-134,-5 7 72,-9 8 40,1 3-22,-4 8-68,0 20 6,12 10 72,5 8 18,17-5-18,7-19 12,2-12 50,-7-10 185,3-10-95,-7-15 1060,4-10-1088,-5-14 0,-4-7 100,-5-13-133,-5 18 11,-2-2 105,-5 13-100,2 9-84,-1 0-179,3 11-493,1 7 112,0 8-824,1 12-1618,4 16 459,6-1 2543,24 15 0,-18-33 0,12 7 0</inkml:trace>
  <inkml:trace contextRef="#ctx0" brushRef="#br0" timeOffset="49595">26511 2414 22800,'-46'-43'323,"1"0"0,8 3 0,3 13-334,-15 36-34,9 12 0,12-2 0,2 5-17,6 4 1,4 1 16,-8 19 6,28 6 17,13-24 39,3-3 341,12-9-179,-17-14 297,18-19-117,-14-6 72,7-15-190,-11 12 465,-4-1-538,-7 16 0,0-1-241,-4 9-157,0 2 118,0 3 45,0 41 67,0-13-244,0 10 0,0 4 244,0-12 0,0 1-11,0 10 0,0-1 8,0-10 0,0 0-106,-1 8 0,-2-2-674,-6 8 153,2-16 0,-4-1-2406,-15 6-6795,-4-12 9103,6-12 0,9-8 0,9-4 1</inkml:trace>
  <inkml:trace contextRef="#ctx0" brushRef="#br0" timeOffset="49987">26933 2212 22032,'-1'56'202,"0"0"0,0-2 0,0-4-146,1-15 0,0-2 61,-2 29 46,-2-12 94,-4-13 91,-1-14-119,3-11 897,2-7-218,3-4-416,3-10-436,2-2 6,19-35-34,8 5-23,-14 15 1,4 0 22,12 1 0,1 3-22,1 1-12,3 6 1,0 3 5,1 5 0,19 9-51,-11 15-503,-1 17-304,-14 3-4058,-20 2 1,-5 2 2714,-5-2 0,-3 16 1,-2-44-1</inkml:trace>
  <inkml:trace contextRef="#ctx0" brushRef="#br0" timeOffset="51862">17664 4310 8091,'-46'-1'305,"0"1"1,6-7 274,71 1 0,25 0-30,-10 0 1,4-1 0,3 1-1002,-5 0 1,2-1 0,4 1 0,3-1 731,-3 1 1,4 0 0,3-1 0,1 0 0,-2 1 0,-3 0-650,-2 0 0,-4 1 1,0-1-1,2 1 1,4-1 470,-6 1 0,3 0 0,2 0 0,2-1 0,1 1 0,-1 0 0,-2 0 0,-2 0-123,6 0 1,-2 0-1,-2 0 1,0 1 0,2-1-1,3 1 102,-5 0 0,2-1 0,1 1 0,1 0 0,0 0 0,1 0 0,0-1 0,0 1-153,-5 1 0,0-1 0,1 0 0,0 1 0,0-1 0,0 1 1,0-1-1,1 1 0,0 0 132,2-1 0,1 1 0,0 0 0,1 0 0,-1 0 0,1 0 0,-2 0 0,-1 0 0,-1 0-90,6 0 0,-3 0 0,-1 0 0,0 1 0,0-1 0,3 0 0,4 1 89,-11-1 1,3 1-1,2 0 1,2 0 0,1-1-1,0 1 1,0 0 0,-1 0-1,-1 0 1,-2 0 0,-3 0-22,6 1 0,-3-1 0,-2 0 0,-1 1 1,1 0-1,0-1 0,2 1 0,3-1-20,-4 1 1,2-1 0,2 1 0,1-1 0,1 1 0,0-1 0,1 1 0,-1-1 0,-2 1 0,0 0 0,-3-1-4,3 1 0,-1 0 0,-1 0 0,-1 0 1,-1 0-1,0 0 0,0 0 0,0 0 0,0 0-5,-2 0 1,0 1 0,0-1 0,0 0 0,-1 1 0,1-1 0,-1 0 0,0 1 0,-1-1-7,4 0 1,1 1-1,-1-1 1,-1 0 0,1 1-1,-1-1 1,-1 0 0,0 1-7,5-1 0,-1 1 0,0 0 0,0-1 1,-2 1-1,-1 0 0,-2 0-6,7-1 0,-3 1 1,-2 0-1,0 0 0,3 0-170,-2 0 1,3 0 0,0 0-1,0 0 1,-4 0 0,-3 0 176,1 1 0,-4-1 0,-2 1 0,0 0 0,2-1 0,0 0 0,-1 0 0,-7 1 0,2 0 0,0 0 0</inkml:trace>
  <inkml:trace contextRef="#ctx0" brushRef="#br0" timeOffset="52666">17568 6076 21896,'47'-17'-115,"0"0"1,-1 1-1,1-1 1,0 1-1,1 0 1,-1 1-1,1 4-281,9 2 1,0 3-1,0 1-1517,1-1 1,-1 1 0,-1 0-611,-4 2 1,-1-1 0,-3 2 2522,9-1 0,-6 1 0,7 1 0,-35 1 0</inkml:trace>
  <inkml:trace contextRef="#ctx0" brushRef="#br0" timeOffset="52859">18021 6027 22105,'-18'50'77,"0"-1"1,0 0-1,3-4 1,0-2-1,4 1-113,7-1 1,3 0 0,0 0-1211,1 15 0,0-1-429,2 2 1,1 1 1123,2 3 0,1-5 0,-3-23 0,1-3 0,4 21 0</inkml:trace>
  <inkml:trace contextRef="#ctx0" brushRef="#br0" timeOffset="53151">19121 6139 21416,'-22'-43'971,"1"1"0,-4 3 0,-1 10-893,-12 26-50,-18 14-22,16 9 0,0 4-339,12-5 1,1 3 328,0 9 0,-1 7 1,5-4-36,1 18 16,7-2 1,7 1-79,27 9-8,-2-23 0,7-3-309,20 0 1,7-5-118,0-8 1,3-4-68,-7-6 1,2-2 0,-2-3-342,5-2 0,-1-3-306,-6-3 0,2-1 0,-1-2 879,0-2 0,-1-1 0,-3 1 0,4 0 0,-3-1 0,-2 0 0,1-1 1</inkml:trace>
  <inkml:trace contextRef="#ctx0" brushRef="#br0" timeOffset="53374">20196 5979 23388,'32'-28'-1121,"-2"14"1,7 5-1199,19 6 1,4 5 462,-12-2 0,1 2-905,-1 2 0,2 2 0,-9 0 1882,3 3 0,9 5 1,-46-11-1</inkml:trace>
  <inkml:trace contextRef="#ctx0" brushRef="#br0" timeOffset="53534">20437 6206 13149,'-47'16'1786,"1"0"1,-1 0 0,0 0 0,6-1-1361,-13 2 1205,50-15-1418,8-1 275,18-6-438,7 1-148,16-4 0,7-1-2658,7-1 1,1 0 1505,0 0 1,1-1-2028,-12 3 0,0-1 0,-6 2 2030,11-4 0,-2 0 0,-37 8 0</inkml:trace>
  <inkml:trace contextRef="#ctx0" brushRef="#br0" timeOffset="56920">22611 5929 8382,'24'-59'3256,"-1"0"0,-4 4 1,-6 4-2125,-11-6-606,-20 17-363,-19 28-46,-12 20-66,4 6 16,3 17 0,1 4-1010,-3 10 943,13-6 0,-3 8 0,6-1-525,7 0 0,4 1 513,2-2 1,-1 3 0,5-2-12,5 7 1,7-3 5,7-5 1,5-4 33,15 15-44,4-30 0,4-8 475,18-7-196,-13-10 0,-2-5-6,11-14 76,-13-12 1,-3-7-172,-12 4 0,-1-2-433,10-18 0,-2-4 377,-10 3 1,-4 0-7,-2-1 1,-4 1 8,-2 3 0,-3 2 22,-5 7 1,-2 3-26,-6-15 543,-26 9-733,3 30-90,-20 5 1216,3 30-1101,20 0 0,1 3 2,4-1 1,1 4-905,-11 23 0,4 5-350,15-15 1,4 3-1265,-3 16 1,10 1 2585,20-10 0,6-6 0,1 7 0,16-13 0</inkml:trace>
  <inkml:trace contextRef="#ctx0" brushRef="#br0" timeOffset="57171">23645 5225 22873,'-43'16'21,"-1"1"0,1-1 1,0 6-1,1 4 0,5 6-21,6 14 0,6 8 0,2 1-547,-2 2 0,3 2 1,2 1 534,3 0 1,2 1 0,4 0-604,5-3 1,2-1 0,5-1 550,4-5 1,4-1-1,4-3-43,4-3 1,4-3 0,2-3-3,5 5 0,7-5-384,5-6 0,7-2 0,0-4-1445,8-4 1,3-4 1937,2-1 0,5-1 0,-8-3 0,-12-5 0,-4-3 0,-1-4 0,-1-1 0</inkml:trace>
  <inkml:trace contextRef="#ctx0" brushRef="#br0" timeOffset="58404">24172 6128 21871,'27'-46'235,"-1"1"0,0-1 0,-1 2 0,0 0 1,-2 2-172,0-1 1,-1 0-1340,2-7 1,-1-1 1333,2-3 0,-1-2-23,0-2 1,-2-1 30,0 4 0,-2 0 48,-4 5 0,-1 2 30,-5 7 1,-1 4 1151,-1-21-1027,-9 19 414,-3 17-874,-2 12 19,-1 10 20,-5 20 168,-10 25-6,6-8 0,0 6 67,-2 9 0,1 3-101,3 5 1,2 2 8,4 0 0,4 0-3,6-3 1,4-2-12,4-5 0,3-1-177,4-8 0,3-3 126,1-6 1,2-4-4,0-7 1,2-4-53,28 2 61,10-22 53,-28-7 1,0-5 22,4-7 0,-1-3 8,-8 3 0,0-3 14,13-18 0,-2-4 45,-11 7 0,-1 0-25,1 0 0,-2 0 165,-7 2 0,-6 5-87,-9 13 0,-9-5 1449,-11 18-1578,-10 5 360,-7 12-365,-5 14-17,-1 14-5,5 12-7,8 5-419,13 2 431,14-3-6,13-8 57,23-10 5,-7-18 39,18-11 45,-14-23 5,8-13 18,-6-16-59,-19 10 0,-3-1-32,3-14 32,-11 14 0,-2 2 108,-4-3-21,-3-1-23,-9 9-241,3 14-95,-6 5 415,5 16-583,-4 11-589,0 14-1999,14 21 1541,9-15-642,9-11 1,7-3-1197,3-11 0,4-3 937,11 2 1,3-3 2311,4-1 0,2-6 0,-10-5 0,2-2 0,-4-2 0,3 1 0,-1-2 372,13-11 1,-5-4 2049,-25 4 1,-3-2-241,4-4 1,-3-2 1256,5-23-549,-22-3-1826,-19 14-672,-8 6 180,-19 12-281,0 12-196,-15 5-70,19 12 0,1 5-22,4 1 0,1 3 264,1 2 0,2 4-279,4 5 1,4 3-39,0 23 22,9-21 0,4 1-11,13 26 39,13-11 318,8-18-71,0-14 61,-2-18 68,7-24-231,-12 2 253,16-26-157,-19 20 195,2-4-279,-7 12-90,-10 12-123,0 4 28,-4 7 17,1 33 5,0-6 3,-1 8 1,0 4-447,-2-1 0,-2 3 245,-1 6 1,-1 6 0,-1-1-111,-1-4 0,-1 0 0,-1-1-278,1 2 1,-1-1-1,-2-1 351,-1-5 1,-1-2-1,-2-4-34,-5 0 1,-4-4-947,-5 3 1,-5-6 1220,-6-13 0,0-6 0,-6 0 0,3-14 0</inkml:trace>
  <inkml:trace contextRef="#ctx0" brushRef="#br0" timeOffset="59021">26480 5627 22941,'26'-38'162,"0"0"0,-2 1 1,-7 16 299,-16 33-389,-1 14-29,1 21-38,0-4 140,-1 6-135,-2-11 1,0-1-12,-1 10 45,1-13 0,-1-3 163,-1-4 184,3-19-124,-1 0 462,2-10-450,4-14-236,6-12-21,9-23-300,-4 21 0,1-1 305,14-19 14,-2 13 0,1 1 8,14-7-42,-19 17 1,2 2 41,24-10-66,-20 21-18,10 0 6,-11 18 0,0 12 11,-8 4-98,-7 7 1,-3 5-755,-3 26-1076,-3-12 0,-2 2-159,-5-14 1,0-2 2103,-2 6 0,0-5 0,-1-6 0,2-2 0</inkml:trace>
  <inkml:trace contextRef="#ctx0" brushRef="#br0" timeOffset="60772">27617 5669 25517,'-4'6'-56,"0"0"-79,3-6-302,-3 2-2459,-9 10-3915,0 4 6811,-4 3 0,9-8 0,4-5 0</inkml:trace>
  <inkml:trace contextRef="#ctx0" brushRef="#br0" timeOffset="61562">27957 5835 23332,'33'-37'177,"0"0"0,0 0 0,-2 0 0,0 1 0,-4 1-121,-3-3 0,-4 1-698,-1 5 0,-1-2 664,3-13 1,2-3 8,1-5 0,-1-2-6,1 1 0,-1-1 10,-7 16 1,1 0 0,-3 2 67,0-1 1,-2 4 36,2-12 274,-8 10-352,-5 26 275,-1 0-639,-2 11 237,-9 15 76,0 1-34,-19 33 20,16-19 1,-1 5-153,-8 23 1,1 4 134,7-6 1,2 0-371,4-12 1,2 1 0,2-4 383,4-1 1,4-3-9,3 2 0,6-3-346,7-5 1,3-4 337,14 18 14,-7-22 0,5-6 27,-1-13 1,-1-5-3,23-2-3,-16-6 0,0-7 19,-8-5 1,-3-2 211,20-16-200,-15 6 0,-5-1 112,-6 1 39,2-7 1542,-17 25-1738,-9 9-33,-2 8 793,-22 19-771,0 8 5,-7 9-8,4 10-20,17 1 17,2-6 12,14 9 33,17-18 33,6-7-16,4-7 34,5-20-7,-4-15 26,-7-4 1,-2-3 41,13-25-70,-18 17 0,-3-1 81,-1-18-3380,-10 5 3290,-6 15 18,-8 3-40,-3 11-28,-3 1-246,4 8-112,2 7 195,3 5 2900,1 14-3325,3-2-2666,14 31-1087,19-12 496,-4-9 1,4-2 3154,0-8 1,0-3-1,12 4 1,-17-10 0</inkml:trace>
  <inkml:trace contextRef="#ctx0" brushRef="#br0" timeOffset="61955">29690 5452 23097,'-54'-32'272,"1"-1"1,9 3 0,3 11-161,-14 41-90,19 4-361,11-4 1,1 2 338,-1 11-8,13-5 0,5 1 24,9 11 18,9 14 28,5-26 684,11-12-522,-14-15 247,12-14 34,-4-22-186,1-5-50,3-10-68,-8 16-111,-5 9 388,0 6-523,-8 11 45,2 3-11,0 17 17,4 23-20,-3-5 0,1 2-253,-1-2 1,-1 3 219,0 9 0,-3 6 1,-1-2-874,-5 10 0,-5 2 836,1-2 0,-3 3 0,-3-2 9,-2-10 1,-4-2-1,-1-2-272,-2-3 0,-1-2 0,-2-3 137,-11 7 0,-3-6-616,3-13 1,0-7-301,-16-3 1126,20-30 0,4-4 0,8 7 0,-7-24 0</inkml:trace>
  <inkml:trace contextRef="#ctx0" brushRef="#br0" timeOffset="62346">30253 5252 17893,'0'-6'2879,"0"1"-1254,0 5-1250,-31 62-252,15-18-403,-4 4 1,0 2 318,12-17 0,2-2 62,-3 29 202,2-10-124,2-13 185,0-16 386,3-11 17,1-8-424,8-10 244,5-12-486,11-15-40,11-10-198,-13 21 1,2 0 156,2 2 0,1 2-1,1 2 1,1 3-45,27-5 53,-1 10-34,-4 12-5,-3 10-79,-8 13-436,-10 13-1171,-12 11-191,-11-7 1069,-16 19 1,8-47 0,-6 9 0</inkml:trace>
  <inkml:trace contextRef="#ctx0" brushRef="#br0" timeOffset="62596">31163 4857 24031,'45'-1'226,"0"0"1,0 0 0,19 3 0,-8 11-166,-24 16 1,-6 9-1163,-3 7 0,-6 5 1127,-9-9 0,-3 2 0,-5 1-529,-6 8 1,-5 1 0,-3 1 234,-1-9 1,-3 0-1,-2 0 1,-2-1-1098,-4 3 1,-2 0 0,-2-1-1,-1-2 1365,-8 10 0,0-2 0,3-7 0,4-4 0,6-9 0,5-8 0</inkml:trace>
  <inkml:trace contextRef="#ctx0" brushRef="#br0" timeOffset="142437">1343 9892 19322,'4'-46'1230,"-1"1"0,1 1 1,-2 9-934,-2 21-314,-2 3-5,-2 14 83,-3 16-33,-1 6 11,-3 13 1,-1 6-413,1-7 0,0 1 373,-5 19 0,1 1 0,4-19 0,1-1 8,-3 15 1,2-2 19,-3 9-1,6-21 1,1-2 325,-1-4 252,6-18-174,1-26-224,5-19-55,3-26-90,-1 17 0,1-2-315,0-8 1,2-2 269,1-6 0,0-2 2,4-2 1,1 0-439,3 1 0,1 2 421,-3 14 1,1 1 11,10-9 0,1 3-8,7-2-9,-11 19 0,0 4 3,8 7 6,-3 25-62,1 21 5,3 21 68,-6 2 219,-8-4 1,0 2-232,-8-12 1,-1 0 2,4 15 1,-1 1-9,-7-11 0,-2-1 14,-1-4 0,-2-2 891,-1 17-866,0-18 152,-2-17-18,2-17-83,2-16-12,1-19-44,6-20 167,-2 23 0,2-1-193,2-1 1,2 1 10,1 2 1,2 2-9,9-12 12,8 6-35,-13 23 1,11 1 6,-3 17-18,6 10-22,4 14-89,2 11-152,-3 8 53,-19-19 0,-2 0-198,0 1 0,-1 1-236,-1 0 1,1 0-1440,15 25 639,-5-15-3586,17-2 2874,-6-24 1356,19-9 974,-5-22 328,-23 1 1,-1-2 102,1-4 1,-2-2 397,0-2 0,-2-1 25,-1 0 1,-2 0 669,12-25 514,-11 3-1589,-10 22 89,-12 3-420,-12 20 245,-14 5-368,-13 11-79,10 2 0,0 3-33,-20 18-34,4 1 494,21 0-488,15-8-12,4 5-27,18-3 27,6-11 17,7-5 28,6-11 12,0-12 50,8-7 50,-2-10 56,-7-3 34,-8 0-12,-11 5-21,-5 7-57,-5 7-134,-1 6-39,-2 5-12,-1 5 28,-5 9 6,-3 12-17,0 9-11,7 10 39,5-14-27,19 3-7,11-23 23,18-2-5,9-16 47,-21-5 0,-1-3-212,12-11 248,-18 2 1,-3-2 117,1-19-82,-13 13 1,-1-3-489,-2-6 0,-3-3 424,-1-6 1,-2-3 35,-1-1 1,-2-2 126,-1-6 0,-2 3-132,0 21 0,-2 3 59,0-3 0,-2 6 51,-3 14-135,-1 2-23,0 20-27,1 6 22,-5 30-17,-1 18-588,5-15 1,1 4 539,0 6 1,2 3-91,3-8 0,2 2 0,2-1-79,1-5 1,2-2 0,1 0-8,1 18 1,5-1-293,6-7 1,4-5-131,-2-12 0,3-2-637,9 10 1,2-2 655,-12-16 0,0-2 616,6-1 0,-4-4 0,-12-11 0,3-2 0</inkml:trace>
  <inkml:trace contextRef="#ctx0" brushRef="#br0" timeOffset="142946">2791 9968 13075,'-3'-2'6004,"1"0"-5623,2 2-375,64-74-17,-27 46-19,5-4 0,9-9 0,-5 10 13,-16 17 0,1 1-21,18-10 1,7-6 0,-8 4-359,-18 8 1,-2-1 381,21-13 0,-2-1-48,-3-11 87,-21 15 1,-1-1 47,13-17 201,-3-8 1110,-25 30 44,-3-3-448,-4 13-173,-3 3 213,-1 9-975,1 2 1010,-2 6-993,-1 16 22,-6 36-68,6-24 1,0 2-304,-1 12 0,0 1 284,4-6 0,1-2 3,-1 22 11,5-23 1,0-4-24,1-3 12,7 20 12,-7-39 469,5 2-111,-6-14 403,6-15-701,0-1 677,24-40-643,3 8-53,-7 12 0,2 1-316,14-9 288,-18 21 0,1 2-3287,20-3 3262,-8 6-16,11 10 4,3 27-100,3 7-44,-27-10 1,-2 2-134,-2 5 1,-5 1-199,1 9-4429,-7 17 1,-6 4 4860,-8 4 0,2-16 1,-2-5-1,-5-14 1</inkml:trace>
  <inkml:trace contextRef="#ctx0" brushRef="#br0" timeOffset="143303">1406 10786 15024,'-54'19'407,"0"0"1,1 0 0,6-2 0,3-1-1,9-2-64,3 2 806,19-7-242,46-9 0,18-6-728,6-3-775,-17 4 0,8-1 0,0-1 648,1-2 0,1-1 0,2 0-452,-4 2 1,2-1 0,2 1 0,-1-1 401,1 0 1,0 1 0,1-1 0,3 0-339,2 0 1,3 0-1,2 0 1,0 0-1,2 0 293,-8 2 0,1-1 0,0 1 0,1 0 0,1 0 1,-1 0-218,0 0 0,1 0 1,-1 0-1,1 0 1,1 1-1,0-1 197,-4 1 1,1 0 0,0 0-1,1 1 1,-1-1 0,-2 1-1,-2 1-143,6 0 1,-1 1 0,-3 0-1,-1 0 1,-2 1 73,-1-1 1,-2 1-1,-1 0 1,-1 1-124,1 1 1,0 0 0,-1 1-1,-3 1-1472,0 3 0,-3 1 1,-1 1 1726,16 5 0,-5 1 0,-13-3 0,-8 1 0,-9 6 0</inkml:trace>
  <inkml:trace contextRef="#ctx0" brushRef="#br0" timeOffset="143596">1767 11359 12236,'-45'5'2018,"1"0"0,5 0 1,10-2-355,23-4-1244,11-2 364,28-7-202,26-5-1760,-11 4 0,4 0 1226,-5 0 0,5 1-9,-5 2 0,5-1 0,3 0 0,-4 1-30,5-1 1,-2 2-1,4-2-361,-9 2 1,3 0 0,2-1 0,0 0-1,-2 1 354,6-1 1,-1 0 0,-1 0 0,1-1-5,0 1 1,1-1 0,-1 0 0,0 0-27,-1 0 0,-1-1 0,-1 0 0,0 0-72,-2 0 1,-1 0-1,-1 0 1,-2 1-430,2-2 0,-3 1 0,2 0-754,11-5 0,2 0 1,-5 1-3634,-7 0 1,-2 1 4503,11-3 0,-7 1 0,-9 2 0,-32 9 0</inkml:trace>
  <inkml:trace contextRef="#ctx0" brushRef="#br0" timeOffset="144263">5283 9321 19860,'-37'24'210,"0"-1"-1,-1 1 1,-11 7 0,8 0-165,13 9 28,14-15 145,12 0 197,9-14 375,9-1-549,-1-5 173,14-11-100,-5-7-45,7-11 56,-6-5 39,-6 0-6,-10 6-89,-5 5-146,-4 9-129,-2 5-240,0 2-180,-2 2-66,-1 9-712,-3 10-2572,-3 16 3776,4 18 0,2-23 0,4 1 0</inkml:trace>
  <inkml:trace contextRef="#ctx0" brushRef="#br0" timeOffset="145012">5285 9967 19624,'37'10'1708,"-9"-2"-861,-22-7 525,-5 0-1098,-13-5 68,-2-4 66,-9-4-21,7-1-57,5 4-105,4 4-108,4 4-178,2 1 33,1 3 28,1 0 33,3 9-33,0-5-5,6 6 22,3-3-23,-3-1-11,4 4-33,-5-4 39,0 5-6,-2-3 56,-4-3 95,-2-5 264,-1-3-297,-3-9 28,-1-2-40,-2-9-27,2 2-23,2 6 28,1 1-50,1 9-17,-2 0-39,0 2 0,-6 7 33,2-2 0,-6 11-27,5-4-1,1 5 17,3-1 1,6 2 16,4-2-34,4 1 0,-1-6-50,5 0 174,-3-6 33,-1-6-67,-3-10 23,-5-14 27,-1-10-39,0 5 40,-2 3 161,1 6 1,-1 6-6,-3 0-207,2 8 0,-2 4-84,2 2-11,0 1-39,-1 2-258,-7 6 0,2 0-1608,-11 13 1944,2 1 0,5-7 0,2 0 0</inkml:trace>
  <inkml:trace contextRef="#ctx0" brushRef="#br0" timeOffset="152104">9292 9467 20199,'20'-52'857,"0"0"0,-3 6 0,-3 11-712,-7 22 862,-4 17-940,-2 18-31,1 21 1,-1 6-32,0-17 1,0 1-632,-1 22 1,-1 2 505,-1-16 0,-2-1-485,-1 4 0,1 1-1724,-2 10 0,1 1 2329,2-9 0,0-3 0,0 10 0,2-26 0</inkml:trace>
  <inkml:trace contextRef="#ctx0" brushRef="#br0" timeOffset="152813">10260 9507 17714,'1'-8'4560,"-1"2"-2723,0 6-1272,-4-61-442,0 46-83,-9-41-46,-7 70 23,-11 15-37,2 12 1,0 3-375,11-17 0,1 1 371,-7 15 1,4-1-90,12 7-3179,24 5 3251,1-11 29,17-18 0,7-6-156,-8-12 1,0-3 171,16 1 1,0-4-979,-8-4 1,-4-2 1000,19-7 386,-4-7-257,-23 1 83,-3-13-184,-15 10 2165,-20-11-2193,-29 5 65,2 3-77,3 8 1,-2 0 11,-19-4 19,13 4 1,2 0 31,-14-4-3,23 6 0,3-1 3329,8-6-3304,2-8-50,22-12-18,16 5-27,7 1 11,21 7 5,-2 13-14,-10 7 1,1 4-396,-5 4 1,-1 4 380,29 7-50,-26 11 0,-4 5-34,-1 8-165,-6 3 0,-5 5-582,-13-8 0,-5 2-2560,-3 10 0,-4 1 3397,-1-6 0,-3-2 0,-6 10 0,5-24 0</inkml:trace>
  <inkml:trace contextRef="#ctx0" brushRef="#br0" timeOffset="153428">11312 9649 13080,'15'-59'1906,"0"1"0,-2 4 1,-4 5 647,-10-4-2111,-3 18 655,-21-2-975,11 25 765,-20-4-871,4 25-23,5 1 444,-17 23-455,12 5-17,12-10 1,1 0 11,-6 18-34,15-12 0,5 0 0,14 3 1296,14 11-1190,14-28 28,7-14 29,4-17 27,-4-13 164,-10-3-136,-14 1 1,-4-2-34,0-3 55,-3-1 1,-2 0 51,-3 3 27,-1-5-118,-6 22-117,-2 7-89,-1 6-40,-3 5 73,-1 13 6,-5 17 10,-5 20-391,5-20 1,-1 2 189,0 3 0,0 0-22,2-6 0,0 0-1765,0 18 1,2 0 1999,9-15 0,1-1 0,-5-1 0,1-2 0,10 5 0</inkml:trace>
  <inkml:trace contextRef="#ctx0" brushRef="#br0" timeOffset="153824">12469 9240 24697,'-63'-2'173,"0"0"1,4 5 0,7 11-152,22 18 1,7 9-1232,-1 2 0,2 2 1209,6-10 0,2 2-6,-1 18 0,4-1-105,7-19 1,2-1 51,3 12 0,5-1 473,21 9-487,14-18 90,4-15 50,-1-12 87,-6-16 64,-8-9 1092,-11-4-924,-4-22 667,-11 10-784,-2-13 81,-10 15-171,-8 10-111,-10 8-74,-10 10-5,-7 11-12,-5 10-33,12 1-672,-6 24-1210,27-10 1938,12 19 0,5-29 0,13-4 0</inkml:trace>
  <inkml:trace contextRef="#ctx0" brushRef="#br0" timeOffset="154387">13434 9267 24833,'-53'-7'132,"-1"0"1,2 0 0,4 4-16,-12 10-60,12-3 133,-15-1 1,31-2-1,-7-1-78,24 0-90,10 0-33,4 0-56,1 0 5,0 10 79,-1 0-6,-1 21-5,-2 14-6,-4 6 11,1 2 23,-5-1-23,1-12 6,-4 5-6,0-10-17,3-11 85,5-10 246,3-8 761,3-4-896,5-16-94,3-3-46,8-16-28,7-1 1,-2 7-12,18-5-11,-7 16 6,19 0-18,-3 13 7,6 12-265,4 10 180,-2 13-28,-8 6-55,-15 2-12,-17 0-50,-23 0-208,-19-2-402,-18-4-1193,-11-8-1776,-5-12 3814,5-17 0,24 0 0,10-7 0</inkml:trace>
  <inkml:trace contextRef="#ctx0" brushRef="#br0" timeOffset="154622">13484 9223 24083,'48'-10'332,"-1"0"0,0 1 0,-6 2-63,-9 4-50,3 0-73,-8 1-68,-10 1-61,-9 1-2336,-5 0 2319,-19 6 0,12-4 0,-12 5 0</inkml:trace>
  <inkml:trace contextRef="#ctx0" brushRef="#br0" timeOffset="155212">8756 9483 21803,'-4'-48'870,"0"-1"0,2 8 0,-2 8-377,-2 19-661,4 11-28,-1 10 145,2 5 82,2 23 0,1 7-37,2 16-608,0-2 1,0 11 0,-1-3 585,-1-18 0,0-3 0,-2 4-45,0 1 0,0 3 1,-2 1-1,-1-3-90,-3 3 1,-2-2 0,-2-3-37,-2 7 0,-5-1-1009,-3-12 1,-4 2-1,0-6-3708,0-5 1,-2-2 4596,-4 7 0,1-4 0,1-8 0,20-19 0</inkml:trace>
  <inkml:trace contextRef="#ctx0" brushRef="#br0" timeOffset="155804">8886 9207 17821,'49'-3'84,"0"-1"0,8-1 0,5 0-60,-12 3 1,3-1-1,-1 1-553,-7-1 0,0-1 1,4 0 594,-3 0 0,6-1 0,1 0 0,1 0 0,-2 0-332,2-1 0,-2 1 0,2-1 1,6-1 275,-4 2 0,6-2 1,3 0-1,2 0 1,0-1-1,-4 2 1,-3-1-239,0 1 0,-4-1 0,-1 2 1,1-1-1,2-1 227,-1 1 0,2 0 0,0-1 0,2 1 0,0-1 0,1 1-173,-5 0 0,3 0 0,0 1 0,0-1 0,-1 0 0,-2 1 0,-4 0 176,2 0 0,-4 0 0,-2 0 1,3 0-1,7 0-52,-7 0 1,5 0-1,4-1 1,3 0-1,2 0 1,0 0 0,-1 0-1,-2 0 1,-3 0-1,-5 1 85,9 0 1,-5-1-1,-3 1 1,0 0 0,2 0-1,3 0-6,-2-1 0,3 1 0,2-1 0,1 0 0,0 0 1,-1 0-1,-2 0 0,-2 0 106,5 0 1,-3 0-1,-1 0 1,-1 1-1,0-1 1,-1 0-19,-4 0 1,1 0-1,-2 0 1,0 0 0,-1 0-1,-1 0-8,6 0 1,-2-1 0,0 0 0,-2 0 0,0 0 115,5-1 0,-1 0 1,-2 0-1,-1 0-128,7-2 0,-2 1 0,-4 0-37,-10 2 0,-3 1 0,-3 0-30,4-1 1,-6 2 1242,5-1-1290,-26 5 1880,-14 4-1745,-10 6 2856,-9 9-2789,-14 12-34,-13 8-117,4-5 607,5-4 0,1-1-618,-1 5-7,-6 10 1,-1 5 2,16-13 1,2 3-504,-1 0 0,-2 4 0,3-2 509,-2 5 0,2 2-7,1 4 1,-1 4 0,3-2-2,3 3 0,3 1-16,1-5 1,0 3 0,5-3-114,9 5 1,10-3 6,7-15 0,7 0 1,0-5-531,4 2 1,4-3-262,6-4 0,6-1 0,-4-4 896,0-6 0,-3-3 0,-3 0 0,-2-2 0,4 0 0</inkml:trace>
  <inkml:trace contextRef="#ctx0" brushRef="#br0" timeOffset="162229">8043 9980 8489,'2'-6'9320,"0"1"-8844,6-23 0,1-5 337,-5 9 119,5-19 1,-4 0-31,-13 15-275,-6-10-173,-6 13-163,-5 5-173,-5 9-74,-9 8-16,-8 16 17,-10 14-485,25-6 1,-1 4 447,-1 4 1,1 3-12,0 3 0,2 2-25,4-1 0,3 2-9,5-4 1,4 0-42,0 25-1,22-15 91,13-14 27,5-14 123,30-17 34,-9-17-51,-12 2 1,0-3 75,-5-4 1,-2-4 148,1-8 0,-3-1-152,8-14-117,-18 20 0,-2 1 447,1-14 651,-6 14-958,1-5-146,-6 23-95,-3 6-123,0 5 39,0 8 61,0 11 23,0 18 12,0 21-18,-1-22 0,-1 3-420,-2 4 0,-1 2 406,-1 3 1,-2 1-105,0 0 1,-1 1-269,1-2 0,1 0-1090,1-3 1,2 0 1481,4-3 0,1-3 0,0 5 0,4-12 0</inkml:trace>
  <inkml:trace contextRef="#ctx0" brushRef="#br0" timeOffset="163861">15399 9102 11368,'-6'-5'7988,"1"1"-7322,-23-22 0,-4-5-5772,15 14 5285,-17-14 0,6 2 1597,25 20-1647,9-1 824,15-4-869,20 2-62,-9 7 1,2 1-26,6 2 1,2 3-4,1 2 0,0 4-28,1 8 1,-3 2-17,9 12-35,-27-3 1,-9 3 2929,-24 21-2943,-2-15 0,-6 1-449,-10 2 1,-4-1 554,-6 0 1,-2-1 22,0-2 0,-1-2-6,3-4 0,2-1-26,7-5 0,2-1 62,-9 10 79,20-8 62,18-9 211,21-6-329,29-5-105,-7-7 1,9-3-1,-3 0-1179,0 1 0,0-1 1168,2-1 0,4-1 0,-5 0-131,2-1 1,-4 0-423,-2 1 0,0-1-919,5-2 0,-2 0 1504,-11 1 0,-4 1 0,1-1 0,-17 3 0</inkml:trace>
  <inkml:trace contextRef="#ctx0" brushRef="#br0" timeOffset="164395">9640 10711 25197,'-8'-31'-84,"-7"27"50,1 32 1,2 15-119,-4 1 1,0 2-241,0 7 0,1 0-904,3 3 0,1-1 363,4-3 1,3-2 285,2-13 0,4-1-3230,8 3 0,3-5 3877,8-4 0,2 3 0,-12-25 0</inkml:trace>
  <inkml:trace contextRef="#ctx0" brushRef="#br0" timeOffset="164888">10123 10850 24391,'-42'-10'128,"2"18"-136,21 17 0,3 8 2,-8 16-3,14-11 1,5 1-25,6 13 7,4-15 1,5-2-3,23 12 19,-9-26 1,3-4 5,4-1 1,3-4 10,17-3 1,0-4 7,11 0-5,-22-6 1,-3-5 66,-6-12-16,-11 2 100,5-26-100,-21 6-40,-3-10-3,-13 15 1,-5 2 14,-18-13-223,7 13 1,-2 1 218,2 8 1,-1 1 58,-4 0 1,1 1-22,-11-5 122,0-4-21,29 14-57,2-3-95,7 1-45,12-1 28,11-1-12,19 0 1,17 5-3,-20 8 0,1 3-162,4 4 0,-2 4 142,22 7-70,-20 9 0,-4 6-84,-15-4 1,-3 2-214,6 14 1,-5 3-446,-15-2 1,-7 0-1082,-5 3 0,-3-3-689,-1-6 1,-2-2 2615,-1 2 0,0-6 0,3-5 0,1-3 0</inkml:trace>
  <inkml:trace contextRef="#ctx0" brushRef="#br0" timeOffset="165254">9216 12056 13133,'-52'21'621,"0"-1"1,8-4-1,11-2 909,25-5 318,24-7-795,25-5-787,-5-3 0,5-1-1133,15-3 0,6-2 927,-10 2 0,2-1 0,2 0-377,-8 2 1,2-1 0,0 1 0,2-1 338,6 0 1,1-1-1,0 1 1,-2 0-15,-8 2 1,-2 0-1,1 0 1,4 0 8,-3 1 1,3-1 0,3 0 0,0 0-1,-1 1 1,-4 0-3,9 0 1,-5 0-1,1 0 1,3 0-12,-7 2 1,3-2 0,2 1-1,0 0 1,-2 0 0,-2 1-8,11-1 0,-3 0 0,-1 1 0,-1 1-31,-4 0 1,-1 0-1,-1 1 1,-2 0-266,11 0 1,-3 0-1,-2 1-1931,-7 1 1,-3 0 0,-2 0 1777,6 0 0,-5 1 0,6 0 0,-28 0 1</inkml:trace>
  <inkml:trace contextRef="#ctx0" brushRef="#br0" timeOffset="166162">11505 12463 13525,'1'-4'7169,"1"1"-6413,-2 3-191,-20-63-4255,-13 41 3740,15-12 0,-2 4 310,-15 26 0,-1 9-315,1 4-17,1 2 0,-3 6 0,5 7 0,1 3-156,5-5 1,0 1 118,-9 13 1,4 4-29,15-8 1,4 1-20,-11 19 3080,24 10-3041,20-35 107,18-5 589,10-16-534,-15-13 1,0-5-1623,-3-2 0,-2-1 1569,0-2 1,-1-1 388,18-26 246,-17 7-357,0-8 146,-9 4-259,-12 16-145,-3 9-56,-5 12 3213,0 3-3330,1 13-3292,4 22 3353,-1 0-171,-1-2 0,0 2 127,-1 24-158,-1-19 0,0 3-1145,-1 11 0,0 1 1347,2-6 0,1-2 0,-2-9 0,-1-4 0,6 7 0</inkml:trace>
  <inkml:trace contextRef="#ctx0" brushRef="#br0" timeOffset="166736">16735 8952 22638,'7'-48'881,"-1"-1"0,0 6 0,-2 13-859,-3 26 57,-7 49-549,2-10 470,-3 9 0,-1 7-51,-3 5 0,-1 2-142,4-16 1,0 0 0,0 0-906,-1 1 1,0-1-1,1 0-2050,-2 21 1,1-3 3147,4-21 0,2-4 0,-1-1 0,1-3 0,1 0 0</inkml:trace>
  <inkml:trace contextRef="#ctx0" brushRef="#br0" timeOffset="167570">11538 14027 12219,'2'-4'6206,"0"1"-4351,-2 3-797,2-72-599,-6 47-70,1-18 1,-4 1 288,-11 24-152,-6-1-369,4 8 95,-10 5-230,6 11-22,-13 9 0,2 16-33,2 11-23,2 8-6,11-8-167,6 16 161,13-30-16,20 19 185,8-33 45,21-2-40,-12-16 258,22-21-22,-23-3-144,-10 8 1,-2-3 110,4-19-191,-11 8 72,-4-11 68,-5 10-85,-3 7-83,-1 8-118,-3 18-62,0 5 62,0 2 34,-2 27-6,2-7-6,-1 11 1,0 4-141,3 18-527,-1-14 1,1 2 148,1-4 0,0 0 62,0-8 0,0 2-3871,1 21 1,0 0 4332,-2-22 0,0-2 0,0 7 0,0-4 0,-1-7 0</inkml:trace>
  <inkml:trace contextRef="#ctx0" brushRef="#br0" timeOffset="167912">10930 15044 14975,'-5'1'4325,"0"-1"-2735,5 0-1277,93-25-2675,-41 11 2450,-10 3 0,11-4 0,3 0 0,-6 2-326,-7 2 0,-4 1 1,4-1 283,2 0 0,3-2 1,1 1-1,-2 0-1,5-1 0,-1 1 0,0 0 7,-2 0 0,0 0 1,-1 0-9,-3 1 1,-1 0 0,0 0 2,17-5 1,-2 0-34,-5 1 0,-2 2-47,-6 1 0,-3 1-102,17-4-2329,2 5 2464,-30 5 0,-1 1 0,-19 3 0</inkml:trace>
  <inkml:trace contextRef="#ctx0" brushRef="#br0" timeOffset="169145">12536 15347 12337,'0'-5'6979,"0"0"-5148,0 5-1623,-44-39-124,3 63 0,-5 9-79,3-29 1,0 4-335,7 22 1,1 13 0,6-2 314,5 0 0,6 0-9,2-1 1,3 1-20,3-4 0,4 0 198,6 26-268,15-9 50,15-9 51,0-16 56,27-1 39,-18-18 22,16-2 135,-21-15 129,-11-6 734,-10-7-774,-9-4-83,-10-3 10,-6 0 12,-8 3-56,-3 7-101,-6 7-84,-5 11-50,-7 11-46,-5 11-133,-1 12-51,12-4-1552,13-6 1,3-1 1803,2 3 0,-3 3 0,15-20 0</inkml:trace>
  <inkml:trace contextRef="#ctx0" brushRef="#br0" timeOffset="171687">17195 9056 9542,'1'-3'9707,"1"0"-7473,-2 3-1454,10-21-719,-11 17 23,-5-6 73,-38 43-73,-4 7-583,16-12 0,2 1 499,-4 9-146,10 18 140,19-28 29,14 23 106,33-20 5,12-4-95,-24-16 0,1-3 160,11-5 0,-3-4 3,1-4 195,-2-4 1,-3-5 33,-10-12 841,1-18-1126,-29-1-79,-14-3 118,-4 10-179,-1 14 0,-2 3-62,-2 0-381,-5 4 0,-2 2-1972,-9 6 2409,8 6 0,2 2 0,2 2 0,3 3 0</inkml:trace>
  <inkml:trace contextRef="#ctx0" brushRef="#br0" timeOffset="173087">13207 15402 9800,'-4'0'6721,"1"0"-621,3 0-5680,-5-44-263,4 32 100,-5-34-223,6 45-84,-3 3 16,-7 5 28,-14 6 23,-13 6 34,-9 2-7,2-3 52,9-5 55,12-7-11,11-3-51,6-2-66,2 2-12,-2 3 11,-4 4-27,-1 4-1,-2 6 1,6-7-7,2 3 29,4-9 0,1-1 11,0-2 0,0-4-11,-1 2 28,0 2-6,-1 5-6,-2 6 1,-3 5-6,-3 3-17,0-1 6,2-2-17,4-4 0,1-4 17,3-4-23,1-2 12,0-4 11,1-1 201,-1 0 348,0 0-84,1-2-180,3-5-246,6-4-22,7-8-1,16-4-33,-9 7 6,14-2-28,-14 12 16,8 2-22,1 4 22,0 7 1,-2 6-23,-5 6-6,-7 7-16,-8 4 5,-6 3-22,-13 3 0,-7 1-12,-13-2-72,-9-4-96,-5-8-11,6-10-1937,-13-8-3989,20-18 5336,-6-2 0,21-1 0,8 5 0</inkml:trace>
  <inkml:trace contextRef="#ctx0" brushRef="#br0" timeOffset="173371">13197 15400 12802,'3'-11'5041,"-2"3"-3612,-1 8 894,0 0-1992,66-41 274,-31 23-319,8-7 0,1 0 246,-9 10 168,-4 1-499,-14 6 158,-4 3-57,-11 4-1635,-1 1-4212,-1 4 5545,0-1 0,-1 2 0,1-3 0</inkml:trace>
  <inkml:trace contextRef="#ctx0" brushRef="#br0" timeOffset="174629">17773 8952 15989,'-3'-2'4985,"1"0"-3349,2 2-1244,49-57-286,-18 42-92,0-16 0,1 6 25,6 36 12,-9 13 44,8 23-53,-16-7 0,-1 2-192,-6-12 1,0 3 163,6 25 0,-2 0-925,-2-6 838,-4-3 0,0 1-67,-6-19 0,-2 1-308,0 13 0,-3 2-115,-3-10 0,-3-2-678,-5 3 1,-2-3-1073,-11 2 2313,-14-5 0,24-21 0,-6 0 0</inkml:trace>
  <inkml:trace contextRef="#ctx0" brushRef="#br0" timeOffset="174811">17811 9373 17569,'41'-26'-6,"0"0"1,0 0-1,-1 2 1,0 2-1,1 3-1243,19 4 0,0 6 1249,-6 0 0,-2 1 0,-11 1 0,-3 2 0,6-1 0</inkml:trace>
  <inkml:trace contextRef="#ctx0" brushRef="#br0" timeOffset="175729">12590 16651 23175,'-28'-20'-3,"0"1"1,-33 3-10,30 35 1,2 9-465,-3 2 0,1 3 448,1 2 0,3 2 0,4 2 0,4 0 17,5-1 0,4 1-1,4-4 1,4 1 196,14 25-241,17-10 39,20-13-179,-18-23 1,2-4 198,4-3 0,0-3 27,-1-3 1,0-3 70,23-7 134,-18-8 79,-20-6 387,-12-5-516,-16-3-62,-10-2-50,-14 0 7,-10 6-74,-8 6-23,-4 10-17,0 13 1,4 10-29,7 13-78,9 8 355,10 5-1027,12 4-1082,18-2-3656,18-5 5550,11-11 0,-10-11 0,-7-10 0</inkml:trace>
  <inkml:trace contextRef="#ctx0" brushRef="#br0" timeOffset="176246">13256 16672 22526,'-6'-44'95,"1"1"0,3 2 0,10 8 1,39 20-85,-7 4-11,16 3-34,-19 10-72,7 6-4443,-1 17 4387,-17-5 713,-6 19-646,-23-10 128,-13 10 102,-15-3 112,-14-4 89,-7-9 336,-7-8-426,20-10 275,-2-7-39,24-6 3206,2-6-3436,7-4-229,5 4-29,7-3-22,10 4 6,27-3-232,-5 6 220,-1 3 1,3 2-57,2 6 1,-1 3 44,-7-3 0,0 1-112,11 6 0,-4 5-263,-6 10-72,-6 15 52,-29-10 0,-9 2 14,-5-1 1,-5-1-639,-13 8 1,-3-3 808,7-10 0,-2-3-451,-8 3 1,-1-3-1526,9-7 0,2-2 2231,-4 1 0,3-1 0,-6 1 0,18-9 0</inkml:trace>
  <inkml:trace contextRef="#ctx0" brushRef="#br0" timeOffset="176669">11602 18014 13313,'58'-18'455,"0"-1"0,-1 0 0,1 1 1,3-1-1,1 0 0,-2 0 1,-4 3-1605,-3 1 1,-4 2 0,3-1 1330,3 0 0,4-1 0,1 0 0,-1 0-325,-4 1 0,-1 1 1,1-1-1,5 0 260,-11 2 1,3-1 0,3 0-1,1 0 1,0 0 0,-2 0-1,-4 1-226,4-1 0,-3 1 1,-1 0-1,0 0 0,4-1 157,1 0 1,4-1 0,2 0-1,-1-1 1,-3 1 0,-3 1 14,5-3 0,-4 1 0,-2 1 0,-1-2-225,-1 1 1,-1 0-1,0 0 1,-3 0 176,7-3 0,-1 1 0,-7-1 382,0-4 1,-10 1-2162,-9 3 2136,-5-3 1,-21 16 0,-7 4 0</inkml:trace>
  <inkml:trace contextRef="#ctx0" brushRef="#br0" timeOffset="177836">13390 18050 9083,'-9'-4'7589,"2"1"-6950,7 3 1467,0 0-1395,-29-80-330,45 45-688,-16-14 0,7 1 374,21 31 1,7 6-38,0 0 1,1 1 28,-2 3 0,-1 1-132,29 0-84,-15 10-33,-14 8-180,-17 23 236,-14-5-46,-13 7 1,-5 1 45,-7 1-195,-3-2 1,-1 1 244,-13 8 81,16-17 0,0-2 3,-12 14 45,-3 4-39,20-22 568,-1 3-501,14-15 294,12-7-65,9-2 403,13-6-649,2-1 5,2-5 1,4-2-62,-5 2 0,1-2-447,16-5 1,3-1 188,-4 3 1,0 0-771,1 0 0,0 1 1028,1 0 0,-4 2 0,7-2 0,-13 4 0</inkml:trace>
  <inkml:trace contextRef="#ctx0" brushRef="#br0" timeOffset="178146">13409 18527 19070,'34'-6'716,"0"0"1,3 0 0,1-1-476,5-4 0,1 0-1077,3 0 0,3-2 942,3 1 1,0-2-51,1 1 0,0-1-1020,-12 3 1,0-1 0,-3 1 996,1 0 1,-1 0-476,7-3 0,-5 1 828,-9 2 85,-3 2-202,-16 5-35,-10 4-1853,-5 0 2186,-3-1 0,2 1 0,-2-1 0</inkml:trace>
  <inkml:trace contextRef="#ctx0" brushRef="#br0" timeOffset="203454">19901 8538 10878,'12'-53'2207,"0"1"1,-4 8-1,1 10-2391,-1 18-138,-6 13 31,6 11 294,-3 0-15,9 24-25,-1 10-52,-5-10 0,0 2-221,-2 8 0,-1 1 318,0 7 0,-1 2-935,-2 6 0,0 2 940,-2-17 0,1 1 0,-1 0 5,1 5 1,-1 1 0,0-2-547,0 11 0,0 3 586,0-12 1,-1 4 0,0 1 0,0-2-1,0 2 0,-1-1 0,1 3-370,-1-9 0,1 3 1,-1 2-1,1-1 0,-1-1 390,0 8 1,0-2-1,0 0 1,0 1 14,-1 3 1,1 1 0,-1 0 0,1 1-8,0-11 0,0 0 1,0 0-1,1 1 0,-1 0 3,-1 2 1,1 0 0,0 1 0,-1 0 0,1 0-294,-1 1 0,1 1 0,-1 0 0,1 0 0,0 0 274,-1 2 1,1 0-1,0 0 1,-1 1 0,1 0-117,0 0 1,0 1 0,0 0 0,0 0 0,1 1 105,-1 0 1,1 0-1,0 0 1,1 0 0,-1 0-123,1-10 1,0 0 0,0 0 0,0 0 0,0 0 0,1 1 98,0-1 0,1 0 1,0 0-1,0 1 0,0-1 1,1 0-45,0 1 1,0 0 0,0 0 0,1 0 0,0-2 0,0-1 23,1 12 0,0-3 0,1 0 0,0 5 15,1-7 1,0 5 0,2 1-1,-1 1 1,0-2 0,0-4-12,0-5 0,-1-2 0,0-2 1,1 1-1,0 4 2,-1-3 0,1 2 1,1 2-1,-1 2 1,0-2-1,1 0 0,-1-2-7,1 10 1,1-2 0,-1-1 0,1-1 0,-1 2-9,0-1 0,0-1 0,0 1 0,0 0 0,0 0 6,-1-2 1,0 1-1,1 0 1,-1-1-1,0 1 0,-1-2 1,1 1 0,-1-1-1,0 0 1,0 0-9,0-1 1,0-2 0,0 1 0,0 1 0,0 1 1,0-4 0,-1 1 1,1 1-1,-1 0 1,1 0-1,-1-3-8,1 4 0,0-2 0,0 0 0,-1-1 0,1-1-4,-1-1 1,1-1 0,-1 0 0,0-1-1,0 0-2,1 8 1,0-1-1,-1 0 1,1-3 7,-1 6 0,0-2 0,0 1-85,0-5 1,-1 2-1,1 0 1,-1-1-52,0-3 1,0-1 0,-1 0 0,1-1-2343,0 14 0,0-2 1,0-3 2475,-1-9 0,0-3 0,0-3 0,-1 0 0,0-6 0,1 2 0</inkml:trace>
  <inkml:trace contextRef="#ctx0" brushRef="#br0" timeOffset="205330">24980 8704 16952,'-1'-5'3624,"1"2"-3053,0 3-548,-39-4-12,23 12 42,-18 7 0,0 5-8,11 13-3,-5 10 0,-2 3-9,13-16 1,2 1-231,-7 13 1,2 2 210,8-9 0,5-2-3,5-2 0,4-1-5,20 23 10,-1-31 1,5-4-3,8-1 0,3-5 14,6-2 0,2-3-292,2-3 1,-2-3 302,-9-2 0,-2-2 112,1-3 1,-4-2 285,2-11-107,-4-10-223,-24-14-135,-20 0 0,-7 1-1404,-7 14 0,-2 3 1426,-6-1 233,-8-3 0,-2 1-176,-8-3-18,17 7 1,-1 0-1,12 4 1,1 0 117,-20-24-100,19 14-29,8-3-55,19 2 3337,15 1-3332,16-9 45,20 13-11,-2 10-6,-16 9 0,1 6 8,0 8 1,-1 5-18,3 8 1,-2 3 8,-4-2 0,-4 2 0,-7 3 0,-6 3-20,-6 4 1,-4 2-845,-1-6 1,-2 2 815,1 5 1,-2 2-525,-4 3 1,1-3-3064,2 13 207,4 7 2747,11-22 1,-4-25-1,0-2 1</inkml:trace>
  <inkml:trace contextRef="#ctx0" brushRef="#br0" timeOffset="205553">25787 8716 25068,'-5'-1'101,"5"30"-96,3 4 1,0 4-1590,1 11 0,-1 1 1530,0-10 1,-2 1-1101,-1 22 1,-3 2 1125,-1-15 0,-2-3 0,3-2 0,-1-2 0,-4 10 1</inkml:trace>
  <inkml:trace contextRef="#ctx0" brushRef="#br0" timeOffset="208270">24153 8853 20285,'6'-43'182,"0"1"0,10-19-176,14 72 22,2 24-23,-16-7 1,-1 4-40,-1 8 1,-4 4-879,-2 7 1,-6 3 499,-8 5 1,-5 2-383,0-19 0,-3 1 1,-1-1 238,-4-1 1,-3 0 0,0-1-96,-1-3 0,-1-2 0,0-1-1165,-9 10 0,-1-3 1815,4-9 0,2-3 0,-1 1 0,9-14 0</inkml:trace>
  <inkml:trace contextRef="#ctx0" brushRef="#br0" timeOffset="208696">24159 8705 14370,'16'-44'130,"-1"0"1,5 3 0,7 10-84,11 21 1,5 8-895,9-2 0,4 2 908,-12 1 1,2 1 0,1 0-455,7 1 1,2 0 0,1 0 476,-9 0 0,1 0 0,1-1 1,0 1-393,6-2 1,2 1 0,-1 0 0,-2-1 333,8 0 0,-2-1 1,5 0-1,-8-2 1,5 0 0,2-2 0,-1 1 0,-5 0-467,-2-1 1,-5 0 0,1 1 0,3-2 451,2 0 0,5-1 1,1 1-1,-2-2 0,-3 1 13,-2 0 0,-3 0 1,-2-1-1,0 1-84,8-3 1,-1 1 0,-3 0 151,-11 1 1,-1 1-1,-3 0 440,5 0 1,-5 0-271,6 0 2094,-25 5-1432,-18 6 2957,-9 11-3143,-10 13-229,-11 17-297,8-16 0,-1 2 606,-2 4 0,-1 0-744,0 4 1,2 1-203,1 1 1,1 1 151,4 0 0,1 0-8,4-1 0,3 0-3,3-2 0,4 0-217,6-2 1,5 0 160,7-2 0,4-3-51,-2-6 1,5-2-1444,9-2 1,5-2 0,-2-2 1535,1-1 0,-1-3 0,7 3 0,-4-1 0,-5-6 0</inkml:trace>
  <inkml:trace contextRef="#ctx0" brushRef="#br0" timeOffset="214008">23147 8991 12489,'1'-8'4788,"0"2"-3197,-1-55-1120,-5 42-158,-5-18 1,-4 4-236,-7 27 0,-12 5 1,-4 5 11,-19 16-71,13-3 1,-1 4-390,6 4 1,4 2 349,3 3 1,4 1-15,6-1 0,5 1 18,2 24 247,25-7-74,17-14-23,3-12 628,31-13-383,-16-19 16,-13 1 0,0-4-42,-7-6 0,-3-3-65,-2-3 1,-3-1 7,8-17 1121,-4-15-945,-14 31-204,1-5-256,-8 23-164,-1 8 74,0 11 475,0 13-386,2 21-14,0-14 1,-1 4-236,2 6 1,0 2-35,0 6 0,-2 2-1536,1 6 1,0 1-3109,-3 2 1,0-2 4273,0-12 0,-1-4 1,-1 15-1,1-41 1</inkml:trace>
  <inkml:trace contextRef="#ctx0" brushRef="#br0" timeOffset="215141">27782 8841 14510,'-1'-44'1113,"0"1"1,-1-1-1,2-15 1,-5 12-375,-9 26-347,-6 5-286,0 2 34,-15 6-61,0 10-51,5 7 0,-2 4-28,-22 20-269,23-9 0,3 4 196,-6 23 40,16-1 72,21 2-6,6-21 163,19 1 264,-2-24-147,1-1 701,15-17-426,-13-8-106,12-15-275,-17 5 958,1-16-745,-13 15-78,3-8-208,-9 19 46,-1 7-276,-5 8-38,3 6 89,-2 5 39,8 33-123,0 6-586,-1-7 1,-1 3-840,-1 0 0,0 1-3362,-1 3 1,-1-1 4023,0-10 1,-2-3-1,1 12 1,-2-33-1</inkml:trace>
  <inkml:trace contextRef="#ctx0" brushRef="#br0" timeOffset="216066">25148 10402 14689,'0'-47'1846,"1"1"1,-1 4 0,-1 6-861,-4 11-449,-2 8-531,-11 18-6,4 7 17,-20 26-12,11-5-204,4 0 0,-1 4 187,7-5 1,1 2-6,-2 7 1,5 1-32,6 5 0,8-2 28,5-7 1,4-3 8,1-1 0,4-4 8,9-3 0,3-4 48,23 5-6,-20-10 0,0-2 73,26 1 129,-13-7 68,-15-11-85,-15-6-151,-9-10-101,-7-8-28,-8-5-51,-9-3 18,-9 2 89,-9 2 61,-5 3 20,12 12 1,0 0 69,-20-14-45,19 12 1,2 0-1,-8-8 79,2-8 387,17 8-465,2-4-63,9 5-21,11 4-51,9 3-11,12 5-12,8 5 6,9 12 1,3 15-52,3 18 40,-27-9 0,-3 4-324,-1 5 1,-3 3 46,-5 3 0,-3 1-379,-3 3 0,-3-1-646,-4 0 0,-1 0-1961,1-3 1,0-1 3318,0 22 0,-1-32 0,3-21 0</inkml:trace>
  <inkml:trace contextRef="#ctx0" brushRef="#br0" timeOffset="216299">25993 10248 23131,'-27'21'-135,"5"18"-61,16 3 0,5 6-2162,2 12 1,2-1 1830,0-18 1,1 0-1558,6 14 1,2-1-2603,-2-22 0,-1-3 4686,9 25 0,-7-21 0,-9-25 0</inkml:trace>
  <inkml:trace contextRef="#ctx0" brushRef="#br0" timeOffset="216535">24778 11205 21730,'54'-14'38,"-1"0"0,0 1 0,1-1 1,4-2-1,-3 1 0,3 2-40,-10 4 1,3 2 0,-1 1 0,-1 0-1686,7-1 0,-2 0 0,3-1 1642,-7 2 0,3-1 1,-1 1-1,0 0-135,-2 0 1,0 0 0,-1 1 0,-1 1-1080,14-2 0,-2 1 0,-2 1 1259,-9 1 0,-2 0 0,-4 1 0,1 0 0,-6 0 0,3 1 0</inkml:trace>
  <inkml:trace contextRef="#ctx0" brushRef="#br0" timeOffset="217024">25853 11853 19014,'-5'-46'1213,"1"0"1,0 6 0,-5 10-1209,-23 24-16,-5 18 11,3 1 6,-12 24-46,26-11 1,2 1-3,1 1 0,4 2 0,0 4 0,7 0 9,19 17 49,5-15 85,24-2 118,1-16 128,13-4 33,-23-14 1,-2-5 191,16-12-320,-6-7 162,-19-14-44,-12-11-291,-3 9 61,-12-23-191,-5 33-336,-11-8-139,2 19-2740,-9 5 3266,6 9 0,5 1 0,6 3 0</inkml:trace>
  <inkml:trace contextRef="#ctx0" brushRef="#br0" timeOffset="218321">27571 9321 8158,'-5'2'6016,"0"-1"-3025,5-1-2627,57-6-263,-1-2-594,-3 1 1,4 0 447,-8 1 0,-2-1 0,0 1 0,-1 1-19,-4 1 0,-1 1-116,-6 0 1,-2 0-62,12 1-610,-9 0-449,-26 1 320,-9 1 840,-11 0 146,-38 5 122,-2 3-318,9 0 1,-3 1 413,1 0 0,-1 1 67,-2 0 0,1 0-129,9-1 1,1-1 137,-5 2 0,1-1 283,7-2 1,1 1-444,-23 4-168,10-2-89,31-6 117,10-2 649,26-2-441,20-2-161,-5 0 1,4-1-124,8-1 0,2 0 92,4-1 1,0 0-6,-2 0 1,-2-1 74,-3 0 1,-4-1 154,9-1 109,-18-2-731,-39 6 101,-19 1 320,-23 2 16,11 2 0,-2 2 75,-8 0 1,-1 1-246,8 0 1,-2 1 659,-18 3 0,1 0-196,23-3 0,1-1-112,-10 3 0,4-1 938,7-1-661,23-3 314,27-1-201,26-3-455,-9-1 1,5 0-485,9-2 1,2 0 354,-7 0 1,1-2 0,-1 2 0,3-2 0,-2 1-85,0-2 1,0 1-219,-5 0 1,2-1-1,-2 0 258,7-2 0,-5 0 0,2-1 0,-8 1 0</inkml:trace>
  <inkml:trace contextRef="#ctx0" brushRef="#br0" timeOffset="224061">25173 13528 17854,'9'-54'1607,"0"0"1,-2 7 0,-1 10-1244,-3 19-599,-3 12 11,0 6-84,-1 23 313,-5 18-50,2-5 1,-2 4-871,-2 7 1,-1 3 390,-1 6 1,-1 2-746,1 0 1,2 1-2766,1-3 1,2-2 4033,3-9 0,1-5 0,2 9 0,3-26 0</inkml:trace>
  <inkml:trace contextRef="#ctx0" brushRef="#br0" timeOffset="224463">25893 13492 21416,'-39'24'-13,"-1"0"1,1 1 0,0 2 0,1 2 0,8-1-39,13 2 1,5 0-242,-2 7 1,3 0 157,6 25-6,27-4 101,-1-24 151,27 0-34,-7-23 112,14-3 130,0-13 139,-7-12 292,-9-21-527,-18 9 227,-9-18-193,-21 18-112,-10-5-79,-14 8-62,-23 12-27,15 10-68,-19 16-134,24 10-64,-5 14-783,12 4-5588,18 14 6659,14-16 0,5-7 0,1-20 0</inkml:trace>
  <inkml:trace contextRef="#ctx0" brushRef="#br0" timeOffset="224880">26513 13553 22431,'-19'-28'86,"0"0"1,3-20-53,52 42-17,13 1-90,13 17 11,-13 8 17,-4 7-50,-15 13 73,-18 3 22,-15-6 0,-4 1 5,-8 16 17,-8-15 1,-4-2 22,-1-12 0,0-3-12,-16 16-44,-7-2-73,35-25 56,4-2 291,19-4-55,19-3-214,10-3 0,6-1-165,16-3 1,3-1-985,-17 2 0,1 0 1,1-1 756,2 0 0,0-1 1,-2 2-1715,11-2 1,-3 2 1626,-10 1 1,-3 1-1,9-1 1,-26 3-1</inkml:trace>
  <inkml:trace contextRef="#ctx0" brushRef="#br0" timeOffset="225445">24269 13441 17462,'-1'-5'3501,"0"1"-4252,1 4 796,-1 28-62,4 21-28,-2-6 1,-1 5-1082,0 9 0,-1 2 1017,-2-17 1,-1 1 0,-1-1-23,-2 1 1,-1 1-1,-1-3 25,-2 7 1,-2-1-268,-9 10 1,-2-3-107,7-22 0,-1-3-767,-8 11 0,-1-3 1246,-19 2 0,21-19 0,3-10 0</inkml:trace>
  <inkml:trace contextRef="#ctx0" brushRef="#br0" timeOffset="225879">24507 13330 7677,'2'-5'1843,"-1"2"-1658,-1 3 72,85-43-218,-52 35 1,3 0-856,13-7 1,7-4 0,0 5 815,-9 8 0,-1 3 0,2 1-15,9-2 0,1 1 0,2 0 12,-10 0 0,0 1 0,2 0 1,0 1-390,6-1 1,0 0-1,1 0 1,1 1 393,-10 0 0,1 0 1,0 1-1,1-1 0,0 0 7,1 0 0,1 0 0,-1 0 0,1 1 0,0-1-392,-1 0 1,1-1 0,0 1-1,-2 0 1,-2 0 408,1 0 1,-3-1 0,1 1-1,1-1 77,13-1 1,2-2 0,0 1 0,-6-1-338,-5 0 1,-5-1 0,3 0 289,0-1 0,3 0 0,0 0 0,-3 0 71,-1-2 1,-3 0 0,0 1 23,-2 0 0,-1 0 0,-1 0 511,17-3 1,-2 1-159,-6 2 0,-3 1 879,-9 1 0,-3 2-957,14-1-208,-26 3 3678,-23 14-3084,-11-1-218,-12 12 0,-5 4-415,3-2 0,-2 1 193,-12 13 1,0 3-328,5-2 0,3 0-17,3 1 0,3 0-17,5-9 0,5 1 6,2 13 0,7 0 298,6-14 1,5-1-369,2 14 0,5 0-253,8-9 1,2-3-477,-3-8 1,1-1 781,6 2 0,-4-6 0,-12-9 0,-3-3 0</inkml:trace>
  <inkml:trace contextRef="#ctx0" brushRef="#br0" timeOffset="226696">23379 13720 13698,'-3'-9'4038,"0"1"-2861,3 8-303,0 0-908,11-48-16,0 34-1,13-36 18,2 49 5,5 5-67,1 5 22,-4 7 62,-11 5 117,-9 8 51,-20 8-45,-16 9-1766,-1-13 0,-2-2 1659,8-8 1,-1-2 39,-10 8 0,1-3 128,-1-4-5,0-1-73,15-11-72,12-6-18,6-2 51,1 0 3420,0 2-3369,0 2 38,2 2 29,2 0 27,1-2 96,2-1 168,-1-2 34,3-2-124,3 0-89,3-4-28,1 0-1,-4-2-94,-4 1-124,-5 2-157,-3 1-358,0 0-919,0-1-3819,0 0 5214,0-1 0,0 1 0,0 0 0</inkml:trace>
  <inkml:trace contextRef="#ctx0" brushRef="#br0" timeOffset="227346">23112 13785 8125,'-1'-3'4576,"0"0"-437,1 3-3696,7-39 318,2 22-122,7-32-84,-1 31-163,1 1-3442,5-1 3150,-7 8 74,8-2 11,-5 8 28,10-3-23,7 2-5,18-1-118,-2 3-31,-15 1 1,0 1-26,16 6-17,6 4-22,-23 3-11,-2 10 17,-19-5 3498,0 19-3308,-21 7-79,-5 2-16,-17-1 0,-11 2-690,9-16 1,-3-2-1,-2 0 634,-3 6 0,-2 1 0,1-2-8,4-6 0,0-3 1,2-1 15,-6 4 0,5-4-30,-1 3-29,5-1 112,20-13 1088,16-8-629,5-4 135,27-8-448,21-5-171,-13 2 1,5-2 708,6-1 1,4-2-775,-9 3 1,3 0 0,-1 0-706,-6 1 1,-1 1 0,-1 0 576,-2 1 0,1 0 0,-2 0-1048,17-2 1,-3 2 658,-10 3 0,-2 0 0,19-3 0,-13 4 0</inkml:trace>
  <inkml:trace contextRef="#ctx0" brushRef="#br0" timeOffset="229903">28491 13315 21063,'0'-47'700,"0"-1"1,0 3-1,-1 12-773,1 26-470,-1 3 577,1 27-23,0-4 11,0 39-22,-1-22 0,0 1-207,0 2 0,0 1 218,0 7 1,0-1-7,1-11 1,-1-3-3237,1 26 3287,0-26 286,0-10 347,0-18-241,-1-10-347,-2-14 11,-1-18 0,0-19-115,2 22 1,1-2 69,2-3 0,1 0 25,0 0 1,1 1 55,0 5 1,1 2 48,1-11 3404,-2 13-3590,-3 22-437,0 0 387,-1 32-34,0 13-160,0-3 1,0 4-1000,0 5 0,-1 2 1232,1 12 0,-1-2 0,0 8 0,0-4 0</inkml:trace>
  <inkml:trace contextRef="#ctx0" brushRef="#br0" timeOffset="230578">25779 14863 21773,'-55'-6'-3,"1"0"0,0 0 1,-7-7-1,4 9 3,3 27 0,7 10-514,18-12 1,2 0 496,-4 4 0,2 1-28,-6 20 450,19-10-321,25-8 192,6-11-1,41-5 5,-5-14-67,-13-2 0,2-3 25,-7-3 0,-2-3 11,-2-1 0,-2-2 239,15-20-71,-10-4-160,-12 1 604,-6 3-598,-7 11-117,-3 10-146,-3 9-230,-1 4 191,0 22 34,0 12-18,0-2 1,0 5-127,-1 6 0,0 4-387,-3-2 1,-1 3-1,0 1-1308,0 4 1,0 0 0,0 0-1434,-1-2 0,1 0 0,-1-3 2187,1 8 0,1-8 1,2-6-1,2-30 1</inkml:trace>
  <inkml:trace contextRef="#ctx0" brushRef="#br0" timeOffset="230883">25043 16147 10287,'-53'7'2937,"0"-1"0,7 0 0,6-2-2383,4 1-201,16-3 95,26-5-106,17-5 38,28-8-139,7 0 0,5-1-1111,-16 4 0,3 0 928,6-1 0,5 0 0,-2 0-30,-15 5 0,-2 0 0,2 0-21,10-2 1,2-1-1,1 0-41,-9 1 1,1 1-1,-1-1 1,-1 1-156,7-3 1,-2 1-1,-1-1-48,-3 2 0,0-2 0,-2 1-1597,16-7 0,-4 0 1753,-11-1 0,-4 2 0,-9 5 0,-3 0 0,19-11 0</inkml:trace>
  <inkml:trace contextRef="#ctx0" brushRef="#br0" timeOffset="231711">25550 16641 23405,'-28'-22'375,"7"3"-386,42 17 0,8 1 16,23 6 23,4 9-192,-26-1 0,-1 2 150,0 3 0,-2 2 9,13 16-82,-16-3 0,-5 4-148,-2 21-90,-7-15 0,-4 2-861,-9-4 1,-4-3 15,-6 24-2832,-2-17 0,-1-1 4002,-2 5 0,-2 5 0,13-34 0</inkml:trace>
  <inkml:trace contextRef="#ctx0" brushRef="#br0" timeOffset="231870">25490 17190 15765,'34'-50'28,"0"0"0,2 3 0,4 7-325,2 19 0,3 5-2589,5-2 0,0 1 2886,-4 3 0,-3 2 0,14-3 0,-26 8 0</inkml:trace>
  <inkml:trace contextRef="#ctx0" brushRef="#br0" timeOffset="232287">26512 16666 15311,'-5'0'5775,"2"-1"-3954,3 1-1547,-27-67-140,27 45-123,-14-15 1,7 3 5,34 23-34,1 7-11,7-1-28,18 18 33,-25-2-39,2 11 1,-3 5-68,-7 16-169,-8-8 1,-5 2 227,-11-3 0,-5-1 25,-10 20 37,-4-16 0,-2-2 59,-10 8-40,11-15 0,1-1 17,-7 6-61,12-10 16,8-10 146,13-7-62,7-5 11,44-14-101,-23 5 1,3 0-411,18-7 0,5-1 66,0 1 0,0-1-98,-10 3 0,2 0 465,6-2 0,4-1 0,-9 2 0,4-1 0,-4 2 0,0-1 0</inkml:trace>
  <inkml:trace contextRef="#ctx0" brushRef="#br0" timeOffset="233178">29152 13399 21763,'-12'-33'171,"1"0"0,-9-15-125,3 66 10,-17 27-51,5-5-5,1 3 0,2 1-5,6-4-7,4 3 1,5 0-6,12-9 6,10 0 0,8-2 17,25-4-297,-8-9 1,3-2 304,-1-9 0,2-2 8,0-3 1,-1-3-90,19-2 364,2-17-112,-35-1-101,2-16-79,-23-2-72,-24-14 34,-9 7 24,-1 15 1,-3 2 208,7 8 1,-2 1-162,-6-3 0,1 1 28,-9-6 85,-3-7 160,15 6-138,-1-13-113,15 7-50,8 4-5,27-1 11,-3 16-6,15 1 0,5 2 6,20 5-3,-13 4 0,1 2-9,-8 6 1,-1 3-3,-1 3 0,-2 4-196,-3 4 1,-3 3 187,11 18-43,-20-12 0,-6 5-445,-9 7 1,-6 2-1643,-4 2 1,-4 0 2134,-6 6 0,-1-5 0,-11 3 0,10-21 0</inkml:trace>
  <inkml:trace contextRef="#ctx0" brushRef="#br0" timeOffset="233938">25708 17842 20683,'20'-48'220,"0"1"0,-7 5 0,5 11-141,39 22-40,-15 18-28,-12-2 0,1 5-95,20 25 23,-11-2-15,-11 0 1,-2 2-455,-8-9 1,-2 1 336,9 13 0,-2 2-241,-6-9 0,-2-2-502,-1 0 1,-2 0-760,-2-3 1,-1 0-989,3 15 1749,-7 4 1,-6-32 0,0 4-1</inkml:trace>
  <inkml:trace contextRef="#ctx0" brushRef="#br0" timeOffset="234111">25974 18128 17064,'11'-49'82,"0"0"0,3 3 1,5 8-212,21 11-680,1 9 0,3 2-2997,-9 5 1,0 1 3805,11-3 0,-2 1 0,2 1 0,-22 6 0</inkml:trace>
  <inkml:trace contextRef="#ctx0" brushRef="#br0" timeOffset="234497">26642 17742 14583,'-1'-4'5512,"-1"1"-4997,2 3 73,15-68-538,-4 44-19,10-21 0,6 3 2,10 26-49,20-2-40,-11 18-23,5 24 29,-18-4-40,5 30-72,-28-4-514,-12 17 466,-7-27 0,-5-1-405,-5 0 1,-3-1 513,-2-1 1,-2-1 72,1-2 0,0-2 58,2-5 0,1-1 177,-14 10 17,12-13 0,11-10 221,17-9-339,14-8-56,18-5-22,20-7 260,-22 9 0,3 0-409,6 0 1,2 1-666,4 0 1,0 1 53,-8 2 1,0 1 731,14 0 0,-5 1 0,-12 2 0,13 0 0</inkml:trace>
  <inkml:trace contextRef="#ctx0" brushRef="#br0" timeOffset="234796">25727 18865 19691,'49'-15'154,"0"-1"0,1 1 1,-1 0-1,0-1 0,1 1 1,-1 0-1,0 1 0,0-1 1,1 1-800,1-1 1,1 1-1,-1 0 1,1 0-1,-1 0 743,11-2 0,-1 0 0,0 0 0,-1 0-52,-3 1 0,-1 1 1,-1-1-1,1 1-21,-3 0 0,0 1 0,-1-1 1,0 2-3,-4 0 1,0 0 0,-1 1 0,-1 0-251,11-3 1,-2 1 0,-1 1 114,-7 1 0,-2 1 0,-1 0-644,10-3 1,-5 0 755,-10 2 0,-4 0 0,0-1 0,-15 4 0</inkml:trace>
  <inkml:trace contextRef="#ctx0" brushRef="#br0" timeOffset="236887">30046 13445 14800,'41'-14'-38,"0"0"1,-8 2 0,1 2-137,27 4 1,3 4-820,-22 1 1,-1 0 855,9-2 0,-2 3-552,14 5-207,-46 3 1167,-16 9-663,-39 7 257,-6-3 166,-2 0 0,-3 0 80,15-6 1,0 0 159,-14 7 1,1 0-31,16-6 0,4-1-90,-7 5 1925,13-1-1729,17-13 449,9 4-85,25-7-599,-3 0-11,10-5 0,2-3 61,14-5-92,-20 3 0,-1-2 263,2-6 1,-4-2 164,3-15-266,-10 8 1,-4-3 159,0-20 772,-9 1-593,-5 4 219,-2 7 50,-2 7-179,0 10-459,0 8 72,0 6-587,0 3 173,0 7 173,1 10-3391,11 28 3358,-3-7-160,2-3 0,2 1 104,8 19-56,-9-19 0,-1 1-373,-4 9 1,-2-2-70,-5 16-2731,-18-11 0,-8-3 3285,-13-4 0,15-17 0,2-3 0,0-5 0</inkml:trace>
  <inkml:trace contextRef="#ctx0" brushRef="#br0" timeOffset="238316">31442 13468 14185,'0'-5'8352,"0"1"-7473,0 4-879,-10-38-28,2 42 51,-10-20-7,5 59-16,2-3-25,6-9 0,2 1-216,3 27-496,8-11 1,2 1-93,-4-16 0,1 0-1154,8 12 0,0-2 1983,-1 7 0,-2-15 0,-7-9 0</inkml:trace>
  <inkml:trace contextRef="#ctx0" brushRef="#br0" timeOffset="238557">31741 13534 22554,'9'-19'-135,"2"18"-33,-1 29 0,-1 13-82,3-8 1,2 1-850,4 7 1,2-2 314,7 12-1144,-2 2 1928,-23-11 0,3-14 0,-10-5 0</inkml:trace>
  <inkml:trace contextRef="#ctx0" brushRef="#br0" timeOffset="238725">31611 13760 19229,'44'-42'-348,"-1"-1"1,1 5 0,3 9-1849,1 20 0,2 8 1762,-2-2 1,-2 2 0,-10-1 0,-2 1 0,8 1 0</inkml:trace>
  <inkml:trace contextRef="#ctx0" brushRef="#br0" timeOffset="239349">32377 13514 8612,'2'-6'6318,"-1"2"-879,-1 4-5372,4-27-61,-3 20-6,3-20 11,-4 27 3025,-2 0-3008,0 0-22,-7 7-1,-8 8 6,-10 12-22,-3 9-17,1 7 23,9-7-23,5 8-17,15 0 6,11 1-12,19 3-27,16-16-175,-3-11 219,14-6 107,-12-10 50,-5-5-5,-10-9-62,-22-7-39,-6-11-23,-6 4 231,-16-24-203,-2 10-10,-7-7 21,10 17 1,-2 0 50,-9-11-23,-6-8 169,0-3-40,18 18-38,-4-7-29,13 18-73,5 9-33,2 4-107,2 5-128,7 2 224,12 6-46,20 8 18,17 15 0,-6 1-96,-14 1 0,-3 5-464,-14-8 1,-2 2-369,5 14 1,-5 2-2966,-15-5 0,-6-2 3915,-3-3 0,-2-4 0,-8 10 0,4-19 0</inkml:trace>
  <inkml:trace contextRef="#ctx0" brushRef="#br0" timeOffset="240119">30519 14701 16784,'59'-19'-64,"0"-1"1,1 2 0,-1 3-100,-7 8 1,0 2-815,0 1 0,-2 0 803,-12 2 0,0 1-540,4 1 0,-4 3-65,-6 5 73,-3 10 551,-51 7-147,-33 6 347,14-13 0,-3-1-77,-6 1 0,0 0 530,1-1 1,1-1 153,7-1 1,2 0 140,8-2 0,2-1 1573,-12 6-1067,18-6-598,12-5-298,8-5 67,11-1-263,4-2-44,44-6-163,-25 1 0,3 0-80,16-4 0,4-1 82,-5-1 1,0-1 25,-3 0 0,-3-1-50,-7 0 0,-4-2 201,9-18 50,-28-12-150,-17 15 184,-28-12 214,-9 21 183,-15-4 24,4 7-91,12 4-195,15 4-264,15 5 570,6 3-799,6 2 237,3 4-97,25 13-51,8 8-2,-8-4 0,0 3-15,-1 1 1,-3 2-113,-2 2 1,-4 2-450,-5 2 0,-4 1-707,-5 0 0,-4 1 1291,-7 4 0,-2-2 0,-2 4 0,-4-4 0</inkml:trace>
  <inkml:trace contextRef="#ctx0" brushRef="#br0" timeOffset="240584">32167 14773 16163,'3'-7'5494,"-2"2"-4855,-1 5-314,-27-69-140,-8 42-353,4-14 1,-5 4 245,2 27 1,-2 6 38,-1 0 0,1 3-92,1 4 1,2 2-21,-24 14-259,14 11 215,14 8 11,13 2-22,13 1 5,24 3 45,1-15 34,31 3 33,-4-21 14,-18-5 0,1-2 272,28-8 185,-9-8 94,-11-10-15,-11-2-96,-10-1 276,-10 5-450,-6 6-140,-3 5-212,0 6-124,-2 2 6,0 6 346,-5 10-223,-3 16-6,0 2 1,1 3-144,-1 2 1,1 1-384,-1 1 1,2 1-337,2 6 0,1-1-1804,3-6 0,0-1 2672,2 4 0,0-1 0,0 9 0,2-24 0</inkml:trace>
  <inkml:trace contextRef="#ctx0" brushRef="#br0" timeOffset="240807">31726 15428 21836,'50'-29'-76,"-14"13"1,4 3-174,1 5 0,2 3-708,12-3 0,4 1 957,-12 4 0,1 0 0,-5 1 0,-6-1 0,-3 1 0,3 2 0,-1-1 0</inkml:trace>
  <inkml:trace contextRef="#ctx0" brushRef="#br0" timeOffset="241016">31713 15705 20705,'-6'1'2784,"1"0"-1574,5-1-1087,106-12-106,-52 7-373,-4 0 0,10 0 0,-3 0 205,1 1 0,-3 2-359,0-1 1,-1 1-3522,0 0 1,-5 0 4030,1 1 0,-25 0 0,-17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615C-3ED8-EFDD-9EA6-6CC2EDD8E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844BB-8ABD-8048-4001-B8C5755A0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F7550-1B0C-B89B-0716-DEA0289F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9F666-14AE-1FCC-D186-6738CFA5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84955-399D-E823-667B-FB894BD0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9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97EA-CA85-BED7-B02E-03DCEF23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B81FC-589E-E973-A81E-894831649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5D964-8C76-AFAD-9F16-DC6C7140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5E28B-96BC-B8BD-11CC-504267C2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88E76-032F-218E-296C-08DF1818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2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89BF-34DF-1B0F-CE1F-4EBF7D248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D0474-771C-152F-367D-A77EEB085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6D194-55F7-ED47-6CAF-E1D19EEF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33876-D609-049B-D389-99DEAF12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CC9E6-266E-5548-6F45-71EE2D70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0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77D2-E491-DBA8-4DFA-A73EF75B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66F0D-296E-949D-1935-D3F21AAFE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23734-9254-7BEF-6D62-BB270D25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1D120-1049-3619-793B-034CFCA6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4AA01-01F0-35AB-B30E-36526F80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BE4BE-7B03-8784-4E8A-33025977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0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A749-27E1-25AC-C47E-ABEE2892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2C4EA-B3B6-6F9C-9536-79AFBC572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8801A-FA70-0C95-B104-159E91AAE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5DABB-0CC0-51CF-D17A-057111FE8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8AB2A-0FCD-FDFC-71FE-8B49322FC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6E876-427F-5060-084A-BF433AF6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69F91-6A1F-6DA7-DD3A-57BBC0F4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2A7970-5EC8-7AE8-BA75-7D39AE6C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8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F237-4EF1-8EBF-7EC7-EB5556AA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E69AE-F5A6-FA15-F73C-380FE56B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043B8-8769-E1E4-F5F2-860EE14F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95AFE-6D94-4F7D-1333-84670F1A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4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4AB82-EA6A-8C88-D0FC-A9EF9F11B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069AA-7709-E148-E056-37C65B7E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8498A-98A4-4D0A-0257-8C313934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9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0F2DE-5E9A-D743-5377-44257C80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2145B-26A4-182F-2411-FC7A7A75E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93957-4A7B-7355-38BC-8ED87FE4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DBBF4-1D48-A5A4-C0F5-AAD6A1AF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6C2D6-8E00-65B5-D2C0-BB6D9558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AA1C2-4F47-AD09-3E16-2AD6AA78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1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DA52-2A78-75FE-4ABD-4A17B535A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215300-B6FE-D5DA-A10A-E3071A043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CD650-292B-E0C3-D886-5D0F369DB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8E4B7-8941-117E-FEF1-9BC2A492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8662B-B97F-BDDA-44B3-5728F018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75E93-CE96-5843-5366-5A150DA2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9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D585-1DE9-308F-CA47-569D246C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6F5DA-DE19-A28F-B09C-D31B27076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4E16F-39FA-CEDB-3BFD-141DF7D3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ACC90-800A-3762-6946-05EFD87E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B77B-7DED-FEF7-65B8-9D8954AF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1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CE000-AA1B-8B6C-25EE-0EBFE70C0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E885A-33E9-5962-8C1F-D3CDB1721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83BED-37B0-2B44-28BA-24C35520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CB2A8-212F-44E6-081D-48A00C93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57DEF-5605-A7C4-1F0C-9F335EAB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7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1C43C3-A3CB-8044-B1E7-2D02E020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5E9E-304F-A2C7-901B-4E3F8D5BF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A0C2D-03BA-96DC-F6F6-AEE251207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9696A-EFE2-5543-A0B7-8DDC197222D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04DA3-BF77-DFEE-80E1-4D42AFE7E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2551-12B1-1E2B-F174-2A682A64A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D0FEA-EEBF-9146-A988-50CB84C6D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0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7F1BB-2C65-F90C-5028-81CEF5D8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44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03D2719-0D8A-D9A5-017D-3E597D9A8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28DDF4-F815-2191-6996-DECB73BFA20F}"/>
                  </a:ext>
                </a:extLst>
              </p14:cNvPr>
              <p14:cNvContentPartPr/>
              <p14:nvPr/>
            </p14:nvContentPartPr>
            <p14:xfrm>
              <a:off x="398880" y="219240"/>
              <a:ext cx="11188800" cy="5029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28DDF4-F815-2191-6996-DECB73BFA2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520" y="209880"/>
                <a:ext cx="11207520" cy="50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851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8C72E-AB6E-810B-90C1-8555AFA3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701D688-6B4D-3391-935A-532A44614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B205267-E7BD-D38E-788B-9C30D2D13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31A116-412F-2D1F-5F7E-1E48EB79B490}"/>
                  </a:ext>
                </a:extLst>
              </p14:cNvPr>
              <p14:cNvContentPartPr/>
              <p14:nvPr/>
            </p14:nvContentPartPr>
            <p14:xfrm>
              <a:off x="590040" y="749880"/>
              <a:ext cx="5954040" cy="2973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31A116-412F-2D1F-5F7E-1E48EB79B4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680" y="740520"/>
                <a:ext cx="5972760" cy="299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8274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2DA08-02FD-491A-2CCC-960369F9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92155A-02CB-893C-EE28-2AF00AD75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E282611-6995-2721-1343-0764B4E0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E46B8C-EF6E-2B89-C3CC-21FA039E5BF9}"/>
                  </a:ext>
                </a:extLst>
              </p14:cNvPr>
              <p14:cNvContentPartPr/>
              <p14:nvPr/>
            </p14:nvContentPartPr>
            <p14:xfrm>
              <a:off x="157680" y="603720"/>
              <a:ext cx="11409120" cy="5135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E46B8C-EF6E-2B89-C3CC-21FA039E5B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320" y="594360"/>
                <a:ext cx="11427840" cy="515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3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0DEA1-4DD7-40B6-881B-187AF536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23116E-17EC-C889-CC28-D2AB857E3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8C25AAC-FE16-F32E-318D-F16940511E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EABEEF-DAF9-6381-EE48-9C8F48FB2A19}"/>
                  </a:ext>
                </a:extLst>
              </p14:cNvPr>
              <p14:cNvContentPartPr/>
              <p14:nvPr/>
            </p14:nvContentPartPr>
            <p14:xfrm>
              <a:off x="1294200" y="184680"/>
              <a:ext cx="7444440" cy="471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EABEEF-DAF9-6381-EE48-9C8F48FB2A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4840" y="175320"/>
                <a:ext cx="7463160" cy="473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3607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64721-6640-D794-F5B1-1B1D2543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C164A6-0472-3B8E-5D66-39C04AB4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3EC06C5-112E-48EA-D386-E8E35C38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FECE8D-E2D3-24F4-5B30-D553B04C2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22800" cy="4457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3511A4-1527-C20B-8807-D53A9D616377}"/>
                  </a:ext>
                </a:extLst>
              </p14:cNvPr>
              <p14:cNvContentPartPr/>
              <p14:nvPr/>
            </p14:nvContentPartPr>
            <p14:xfrm>
              <a:off x="497880" y="166320"/>
              <a:ext cx="10617480" cy="6511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3511A4-1527-C20B-8807-D53A9D6163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8520" y="156960"/>
                <a:ext cx="10636200" cy="653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521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6155C-4C3F-4C6F-69AC-4BB19C2B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9BEDE8-E2C4-153A-62ED-E61FCD934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8B6FEEA-5CBE-C33B-9DF6-0E9F1E4E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622FC8-E660-43B2-7147-6CED8BD8972B}"/>
                  </a:ext>
                </a:extLst>
              </p14:cNvPr>
              <p14:cNvContentPartPr/>
              <p14:nvPr/>
            </p14:nvContentPartPr>
            <p14:xfrm>
              <a:off x="178200" y="236520"/>
              <a:ext cx="11113560" cy="6175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622FC8-E660-43B2-7147-6CED8BD897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840" y="227160"/>
                <a:ext cx="11132280" cy="619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007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7D893-585B-88DC-1AC7-1FBAE9DB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CF4A04-42D7-ABD1-3FDB-C197EA9CC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7C7052B-F210-2588-8A40-21746700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8C603C-81B5-5604-09EB-5B75AC6012E4}"/>
                  </a:ext>
                </a:extLst>
              </p14:cNvPr>
              <p14:cNvContentPartPr/>
              <p14:nvPr/>
            </p14:nvContentPartPr>
            <p14:xfrm>
              <a:off x="239760" y="788040"/>
              <a:ext cx="10254240" cy="583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8C603C-81B5-5604-09EB-5B75AC6012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400" y="778680"/>
                <a:ext cx="10272960" cy="584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814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3CB8F-0747-E4B2-1E04-0A2AA6CA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ED32C1-2CB9-D10D-584A-E61CE3BC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31B15BB-2283-F669-E507-A0FB0D7AB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C31A46-6CD5-D020-0FAF-A71F3359FB8E}"/>
                  </a:ext>
                </a:extLst>
              </p14:cNvPr>
              <p14:cNvContentPartPr/>
              <p14:nvPr/>
            </p14:nvContentPartPr>
            <p14:xfrm>
              <a:off x="386640" y="335160"/>
              <a:ext cx="11347920" cy="645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C31A46-6CD5-D020-0FAF-A71F3359FB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280" y="325800"/>
                <a:ext cx="11366640" cy="647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027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2025-11-01T13:26:03Z</dcterms:created>
  <dcterms:modified xsi:type="dcterms:W3CDTF">2025-11-01T15:51:33Z</dcterms:modified>
</cp:coreProperties>
</file>