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08:20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2093 7796 24575,'57'0'0,"-14"0"0,-11 0 0,2 0 0,10 0 0,5 0 0,2 0 0,9 0 0,-26 0 0,5 0-3277,16 0 0,9 0 0,-3 0 2780,-17 0 1,-3 0-1,3 0 497,7 0 0,4 0 0,1 0 0,-4 0 457,0 0 0,-4 0 0,-1 0-457,-4 0 0,-1 0 0,1 0 0,8 0 0,1 0 0,-4 0 0,2 0 0,-2 0 0,16 0 0,-4 0 0,2 0 690,-25 0 1,-2 0-691,6 0 0,3 0 0,19-1 0,-16-1 5899,12-1-5899,-24-1 0,2-1 902,4-1 1,1 0-903,6-2 0,1-1 0,2 1 0,-4 0 0,-13 2 0,-2 1 0,3 0 0,0 1 0,25 1 0,-17 2 0,-1 0 865,19 0-865,-20 1 0,0 0 0,-6 0 0,-3 0 0,18 0 0,-11 0 0,-3 0 0,-11 0 0,10 0 0,-19 0 0,15 0 0,-11 0 0,38 3 0,-21 1 0,10 0 0,-19 1 0,-12-3 0,21-1 0,-1 0 0,24 0-3392,-21-1 0,1 0 3392,23 0-25,-22 0 1,5 0 0,-1 0 24,5 0 0,0 0 0,2 0 0,0 0 0,-3 0 0,-6 0 0,-5 0 0,12 0 0,-1 0 0,-11 0 0,11 0 0,-19 0 0,8 4 6748,-8-1-6748,12 3 109,-7-2-109,-3-2 0,5 0 0,-14-2 0,20 0 0,-15 0 0,17 0 0,-22 0 0,4 0 0,-13 0 0,-4 0 0,-2 1 0,-3 10 0,-2-7 0,-1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3:39:07.2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2221 2729 24312,'-16'-52'263,"5"22"-190,15 67-11,2 11-45,0 10-463,2 3 384,-3-13-221,2-14 0,2 1-2568,14 24 443,2-6-434,6-15-160,-5-37 1400,3-18 1462,-4-3 702,-6-6 1,-2-2 222,1-6 811,-2-6 1,-2-2 715,-2-10-1270,-4 18 0,-1-1 1927,-1-19-2252,-3 25-381,-3 6-263,-1 20-56,-1 7 22,0 3 78,-5 26-38,-2 1-6,-7 22-34,-2-4-17,3-10-11,-5 4 6,3-7 56,2-6 179,3-7 34,8-21-146,3-15-61,1-14-12,4-16-17,4-16-206,-1 24 0,1-1 172,5-21 18,-1 17 0,0 1 22,4-3-28,7-7 0,-7 30-12,0 12-4,4 14 10,6 11-11,-3 3 3,-4 1 0,-1 3-8,7 14-4,-7-13 1,0 1 9,9 13 339,3-11-328,-1-12 5,1-11 78,2-26-33,-2-23-48,-16 11 0,-3-2-209,-1-8 1,-2-1 205,-4 1 0,-2 0-2,0-2 0,-1 2-6,-2 0 0,1 3-3,-1-18 11,-1 2-151,1 32-358,1-2-62,-1 19-7102,10 15 7651,-1 1 0,3 2 0,-5-7 0</inkml:trace>
  <inkml:trace contextRef="#ctx0" brushRef="#br0" timeOffset="601">3258 2750 14729,'-3'0'7146,"0"0"-4994,3 0-2046,-27-9 62,20 17 28,-20-3 22,28 22-16,4 1-28,5-1-18,5-5-16,5-6 35,3-7-7,2-9-40,1-11-32,1-11-35,-1-12 1,-3-9 11,-4-6-6,-7 1 56,-7 5 45,-6 8 11,-6 13-72,-4 9-63,-4 9-4,-3 12-46,-3 12 6,-3 14 17,0 12-28,4 8 11,7 3-51,7-1-240,15-6-756,12-7-3233,16-9 4280,3-12 0,-13-10 0,-9-7 0</inkml:trace>
  <inkml:trace contextRef="#ctx0" brushRef="#br0" timeOffset="1185">3717 2794 17764,'0'-5'5708,"0"1"-3602,0 4-2117,-7-52 22,5 50-5,-6-32-51,7 66-151,-1 7-275,2 0-699,-1 2-2040,4-6 3210,2-1 0,-1-17 0,1-3 0</inkml:trace>
  <inkml:trace contextRef="#ctx0" brushRef="#br0" timeOffset="1373">3979 2505 21455,'-27'-45'637,"0"0"0,3 4 0,6 10-721,12 22-420,3 5-869,3 12 416,2 0-3468,6 20 4425,4 9 0,-3-13 0,0 2 0</inkml:trace>
  <inkml:trace contextRef="#ctx0" brushRef="#br0" timeOffset="1874">4214 2730 20907,'17'-59'1026,"-1"1"1,2-4 0,-6 11-528,-8 26-309,0-3-11,-12 17-151,-8 14 23,-24 21-18,-5 13-442,15-8 1,1 2 411,8-6 0,2 0-3,-3 8 0,2 2-148,7-1 0,2 0 148,-7 22-14,12-21 0,6-3 42,9-11 101,7-1-23,2-22 170,11-16 328,7-29-413,-6 8 326,-8 1 0,-2-1-237,-2-3 50,5-16-196,-13 32 241,-5 13-369,-3 16 39,-2 38-40,-1-8 29,-2 8 0,-2 6-40,-5 12 0,-2 2-287,3-17 0,0 0 1,-1 5 277,0 0 1,-1 5-1,-1 3 1,1-2-1,1-6-491,-1 3 1,2-5-1,-2 4 457,2-5 1,0 5 0,-1 2 0,0-1 0,-2-3-208,-2 5 0,-2-2 0,0-2 0,1-3 222,2-3 0,1-4 1,-2 1-20,-8 16 1,-2 0 0,1-30-570,-6-68 269,6 1-423,12-18 0,7-10-1405,7 25 1,2-1 0,2 0 2180,-1-8 0,1-1 0,0 6 0,0 4 0,-1 8 0,1 6 0</inkml:trace>
  <inkml:trace contextRef="#ctx0" brushRef="#br0" timeOffset="2289">4453 2303 12362,'2'-5'8178,"0"0"-5263,-2 5-2792,14-6-2783,-5 51 2733,8-19-17,-11 22 0,-5 6 246,1 7-286,-2-5 1,-2 4-6,-3-8 1,0 1-7,0-12 1,0 2-1,-1 0 0,0 1 1,-1 0 0,0-3 147,0 4 1,0-4-135,0-3 1,2-6 437,2-8-222,3-25 2769,6-25-2960,6-26 9,4-5 1,4-4 2,-4 13 0,1 1 390,2-10 1,1 3-344,-2 11 1,1 6-9,3-3 192,10-6-276,-10 28-5,3 14 10,-5 9 29,18 29-39,-18-8 8,5 8 0,2 3 11,6 10-34,-9-13 1,0-1-92,13 16-251,-4-9-86,-12-14-5013,0-5 5450,-10-15 0,-1 0 0,-7-6 0</inkml:trace>
  <inkml:trace contextRef="#ctx0" brushRef="#br0" timeOffset="2575">5303 2437 25987,'-1'-49'565,"-1"0"1,1 9 0,0 7-426,1 14-106,0 17-12,0 15 0,-1 16 1,-1 23-18,1-17 1,-1 5-23,1 4 0,0 6 1,0-2-775,-1 11 1,2 1 670,-1-7 1,2 3 0,2-2-628,4-5 0,3-2 0,0-3-1077,1 1 0,2-3 1824,6 4 0,1-8 0,-5-19 0,-6-13 0</inkml:trace>
  <inkml:trace contextRef="#ctx0" brushRef="#br0" timeOffset="2767">5209 2791 24626,'-20'-26'-174,"0"0"1,6-20-634,74 32-50,-4 1 249,-14 4 1,7-2 0,-8 2 0,2-1-1,2 0 1,1 0 0</inkml:trace>
  <inkml:trace contextRef="#ctx0" brushRef="#br0" timeOffset="3575">5751 2605 21679,'-4'0'4252,"0"0"-3541,4 0-683,-31-1 6,23 7-12,-19 2 12,35 7 16,9 3 29,6-3-6,9-3-17,3-7-6,3-9-11,-2-7 12,-3-10-7,-8-7-4,-6-4 16,-10-3-17,-8 2 6,-11 2-6,0 11 34,-19 4-6,-4 14-67,1 3-11,-7 15 39,15 8-40,-3 12-4,4 10 38,9 8-44,8 6-57,13 1-72,17-4-390,19-11 384,-14-27 0,4-5 6,5-3 0,1-4 25,3-2 0,2-5 19,15-11 1,0-6 125,-17 3 1,-1-4-3,9-10 0,-6-4 11,-20 6 0,-4-1 19,-2-2 1,-3 0 47,9-28-1,-11 5 102,-7 7-16,-13 11-40,-9 14-68,-13 11-38,-6 16-17,-5 10-23,0 17 17,3 9-5,9 7-12,8 2 1,11-1-12,10-5 266,11-8-317,13-11 88,12-14-46,-6-17 1,2-8 31,18-16-381,-15-7 0,-2-4 397,-2-15-5,-13 8 0,-1-4-1,-7 10 1,-2 0 19,3-13 1,-1-1 5,-1 1 0,-1 1 17,-2 4 0,0 3 30,-3 6 1,0 3 95,0-17 22,-4 20-61,-2 16-96,0 11-33,-2 16 0,-2 14 13,-2 16 1,-1 10-54,2-4 1,-1 4 0,1 1-344,0 2 1,1 2-1,0 0 177,1 8 1,0 2 0,3-4-567,3-11 1,3-2 0,1 1 754,2 4 0,3 0 0,-2-4 0,1-4 0,0-4 0,0-5 0,1 0 0</inkml:trace>
  <inkml:trace contextRef="#ctx0" brushRef="#br0" timeOffset="4360">7701 2580 20028,'6'-61'1529,"0"1"0,-3 17 0,0 6-925,2-14-138,-5 42-220,-1 1-128,-3 14 33,-8 13 28,-11 19-101,7-10 1,-1 2-492,-2 7 0,-1 2 475,-1 5 0,0 2-37,2 1 0,3 0-14,2-1 0,4 1-167,7 1 0,3-1 162,8 11 8,5-25 0,6-4-14,20-3-6,20-3 9,-28-15 0,2-5 19,6-7 1,-1-4-1,11-4-5,-17-5 0,-5-2-23,-6-2 39,-4-7 1,-2-2 22,-6-7 12,-1-22 49,-17 15-27,-1 11 932,0-1-933,6 9 268,7 8-329,4 1-23,2 8 12,5 3-11,1 3 22,3 2-11,8 14-6,-3 6-17,0 9-5,-3 12-11,-3 9 22,-3-10-62,-4-8 0,-1-3-66,1-6-477,12 15-908,4-19-4496,17-1 5161,2-8 0,-14-7 0,-12-2 0</inkml:trace>
  <inkml:trace contextRef="#ctx0" brushRef="#br0" timeOffset="5615">8569 2793 20369,'-4'-5'5344,"1"2"-4958,3 3 376,-44-71-454,31 45-252,-12-13 0,4 3 134,18 21-173,2 11-45,1-1 17,11 18 16,-3-3-5,18 23 17,4 12-28,1 5-319,-1 1 251,-9 5 51,-16-22 17,-8 12 34,-14-19 27,-6-11-28,4-8 74,-1-13-68,12-7 296,-1-11-335,28-26-3392,3 9 3391,-1 11 1,3 1 6,21-7-161,5 5 155,-10 10-12,-8 9 1,0 1-28,17-2-1,-13 4 1,0 0-68,24-3 79,-16 3-23,4-2 40,-13 1 50,-6-2 11,-8-1 23,-15 1 78,-4-3-95,-2 4 3371,-4-3-3310,-3 6 187,-6 1-259,-4 4-12,-5 8-16,2 1 16,-14 20-11,11-1-22,-7 16 5,12-2 12,7 3-17,6-2-12,10-5-3374,5-8 3402,8-9 12,3-10 11,2-8 0,9-18-17,-11 1 62,6-20-6,-11 2-5,3-13 22,0-1 6,0 3-18,-3 8-10,-2 12 3386,-5 10-3442,-5 9-23,-4 8 17,0 10-11,-2 11-34,0 14-140,0 12-168,2 6-162,10 2-549,10 0 190,3-16-1129,1-14 1,2-2-1135,12 2 1519,15 4 2262,-19-27 1334,-10-17 407,-10-15-1359,-6-2 66,-4-2 0,0-4-112,4-19-848,-2 16 0,0-1 439,5-16-167,-2 15-158,-2 15-140,-3 14-83,0 7-1,-1 15 1,5 12 457,1 19-407,0 17-359,-6-22 0,0 1 316,-2 4 1,0 1-11,0 1 0,-2 1-9,2 1 0,0 1-11,0-1 0,0-1-14,1 0 0,0-2 5,0-3 1,0-4 14,0 15 61,-1-17 11,-2-30-38,-3-16-7,-4-26-28,2 8 1,0-2-440,-1-9 1,1-2 421,-1-5 1,1-1-3,1-3 0,0 0 5,2-1 1,0 1 5,2 1 1,0 1 7,3 2 1,2 1-6,0 3 0,2 1-3,2 3 0,2 1 168,1 3 1,1 1-178,3 4 1,0 2-39,20-20-25,1 16 19,0 15 23,-5 20 21,-2 20 1,-5 25 11,-14-14 0,-2 2 221,-2 5 1,-3 0-234,-3 1 1,-4-1-3,-4-2 0,-3-1-28,-5-3 0,-4-1-76,-2-4 1,-3-2-118,0-4 0,0-2-393,-19 6-2621,13-22 3257,13-29 0,11 10 0,6-11 1</inkml:trace>
  <inkml:trace contextRef="#ctx0" brushRef="#br0" timeOffset="6006">10066 2040 25864,'12'41'308,"0"1"0,0 0 0,-1 0-266,-4-5 0,0 0-393,-1 3 0,-1 0 401,-1 1 0,0-1-19,-2-2 0,-1-2 14,-2 27 267,-4-17-188,-1-16 301,0-15-67,1-8-145,2-16-118,3-10 379,3-15-429,9-10 0,12-5-23,13 4 1,6 7-12,1 12-33,-3 13 22,-5 11 0,-1 15-12,-1 13-10,0 13-135,-4 9-330,-5 6-997,-4 4 1438,-12-25 0,0-3 0,0 6 1,-2-6-1</inkml:trace>
  <inkml:trace contextRef="#ctx0" brushRef="#br0" timeOffset="6632">11097 2317 19053,'1'-6'4957,"-1"2"-3053,0 4-1864,-10-48-12,1 42-17,-17-24 22,4 58-10,0 4-18,4-1-44,10-3 56,8-12 89,7-1 79,8-11 17,6-8 55,11-10-83,-7-5-73,-1-3 95,-11-1-28,-9 3-11,0-2 11,-8 1-118,-5 9-61,-6 8-12,-6 15 23,5 3-123,-15 37 84,18-24-98,1 8 0,1 1-26,8-7-296,-1 25-252,7-21-320,6 3-935,11-11-6677,23-11 8643,-7-13 0,-1-2 0,-20-2 0</inkml:trace>
  <inkml:trace contextRef="#ctx0" brushRef="#br0" timeOffset="6922">11226 2528 14334,'4'-8'6995,"-1"0"-5181,-3 8 617,0 0-2237,-32 11 248,13 8-312,-20 2 106,18 20-147,12-13-28,-1 7-44,9 2-6,4-19 34,7 12 17,-1-19 268,8-2-22,2-18-179,0-8 5,-1-15 57,-7-6 55,-11 2-190,-6 8-50,-6 9-191,-12 14-1277,-2 8 1462,-8 6 0,12-3 0,7 3 0</inkml:trace>
  <inkml:trace contextRef="#ctx0" brushRef="#br0" timeOffset="7626">2256 3973 16835,'47'12'708,"0"0"1,0-1-1,11 4 1,2-2-375,-10-9 1,4-2 0,1-1-1,-4 0-2089,-8 0 0,-3 0 0,7 0 1815,4 0 1,8 0 0,5 0-1,2 0 1,-1 0 0,-5-1-263,-4 0 1,-2 0-1,-1 0 1,1 0-1,5-1 226,-2 0 1,3 1 0,3-1 0,1 0 0,1 0 0,-1-1 0,-1 1-65,-2-1 1,-1 1 0,-1-1 0,1 0 0,0 0 0,1 0 0,0-1 68,-3 1 0,-1 0 1,1-1-1,1 0 1,-1 1-1,2-1 1,-1 0-1,1 0-113,-4 1 1,0-1 0,0 0-1,1 1 1,0-1 0,0 0 0,0 0-1,1 1 1,0-1 116,2 0 1,1 0 0,0 0-1,0 0 1,0 0 0,1 0-1,0 1 1,0-1 0,0 0-9,-3 1 0,-1-1 1,1 1-1,0 0 1,0-1-1,0 1 0,1 0 1,-1 0-1,1 0 1,0 0-4,2 0 0,0 0 1,0 0-1,0 0 1,0 0-1,1 1 0,-1-1 1,1 0-1,0 1 1,0-1-1,-5 1 0,0 0 1,1 0-1,0 0 1,-1 0-1,1-1 0,0 1 1,-1 1-1,1-1 1,0 0-1,0 0-2,0 0 0,0 0 1,0 0-1,0 1 1,0-1-1,0 0 0,0 1 1,-1-1-1,1 1 1,0-1-1,-1 1 4,6-1 0,-1 0 0,0 1 0,0 0 0,0-1 0,0 1 0,0-1 1,-1 1-1,1-1 0,-1 1-4,-3-1 0,1 1 0,0 0 0,-1-1 0,1 1 1,-1-1-1,-1 1 0,1 0 0,-1-1 0,0 1-13,2 0 1,1-1-1,-1 1 1,0 0-1,-1 0 1,0 0-1,0-1 1,-1 1 0,-1 0-24,3 0 1,-1-1-1,-1 1 1,0 0 0,-1 0-1,0-1 1,-1 1-1,-1 0-233,10 0 1,-1 0 0,-1 0 0,-1-1 0,-2 1 0,-2 0-1719,-1-1 1,0 1 0,-3-1 0,-2 0 0,-3 1 1280,8-1 0,-5 1 0,-6-1 1,-3 0-1,-11-1 0,-16 2 1</inkml:trace>
  <inkml:trace contextRef="#ctx0" brushRef="#br0" timeOffset="80052">2134 3938 9744,'0'-5'8222,"0"0"-4178,0 5-3259,-2-67-455,1 45 59,2-20 0,1 0-13,1 22-208,3-3 274,-1 4 40,-3 10-448,1 0-102,-2 8 68,-6 15 17,1 4-12,-4 14 7,3 0-24,2 3 18,3-1 11,5-3-23,0-8 12,4-4 39,-1-8 129,-2-4 173,-2-2-89,-2-11-124,0-5-50,2-9-22,2-7-12,1-3-11,6-4-33,-5 14-51,0 3-17,-7 14 23,-1 9 34,-2 5-102,-1 12-705,-4 8-5315,2 9 6127,1-4 0,3-13 0,1-10 0</inkml:trace>
  <inkml:trace contextRef="#ctx0" brushRef="#br0" timeOffset="81045">11485 3782 14124,'2'-5'7079,"-1"2"-5633,-1 3-505,18-61-236,-12 36-422,4-11 0,0 1 103,-8 20-239,-1 6-254,0 5 118,-2 18 6,-2 4-1,0 17 1,-4-2-11,0 2-1,-2-1 1,3-3-6,0-3 11,3-8 23,1-5 146,1-8 72,1-5-124,0-9-60,2-6 38,3-21-39,6-10 0,0-1 45,0 4 73,-5 18-45,-3 10-112,-2 8-33,-1 3 21,-3 17-4,0 0-24,-6 17 12,-2-1-884,-5 20 884,8-8 0,-2-5 0,10-20 0</inkml:trace>
  <inkml:trace contextRef="#ctx0" brushRef="#br0" timeOffset="81875">5495 6382 17506,'7'-45'1653,"1"1"0,-1 0 1,2-18-1,-2 7-1100,-3 5-428,-5 17-66,-2 22-166,0 18 132,-1 17-4,0 27-114,-1 4 1,0 5-6,2-10 0,0 1-539,0-5 0,0 2 1,0-2-310,2 7 1,0-4-3971,0 0 1,0-3 4268,1-12 1,0-3 0,0 9 0,0-30 0</inkml:trace>
  <inkml:trace contextRef="#ctx0" brushRef="#br0" timeOffset="82315">5679 5906 17894,'-49'-27'504,"0"1"0,-1-1 0,10 4 0,2 1 0,0 6-171,-15 6 1,4 9-219,12 6 0,2 2-70,-7-2 0,0 6-787,-8 18 1,4 8 884,12-3 0,2 4-65,0 0 0,-2 4 1,4 1-31,4-1 1,3 2-1,1 1-279,1 2 1,2 2-1,1 0 227,3 0 1,2 0-1,2 1-4,3-2 1,2 0 0,4 0-6,3-4 0,3 1 0,3-3 23,7 18 1,7-4-31,7-8 1,7-4-12,4-7 0,7-6-42,8-8 1,5-7-358,-14-9 1,3-4 0,0-2 402,6-4 1,1-4 0,2-4 31,-6-1 1,2-3 0,0-3 0,-1-2 33,-2-2 0,-1-3 0,0-1 0,-2-2-6,-2 1 1,0-2 0,-2-1 0,-4-2 25,6-9 1,-5-3 0,-7-1 44,-11 6 0,-5-1 0,-3 0-41,-3-1 1,-4 0-1,-4-2-387,-8-10 0,-5-1 0,-1 4 369,-1-4 0,-5 3 11,-4 5 0,-6 0 0,-2 7-86,-6 7 1,-3 6 23,-11-4 0,-4 3 222,2 9 0,-2 5-485,3 5 0,1 5-1022,5 6 0,2 4 1291,8 0 0,4 2 0,-6 6 0,18-5 0</inkml:trace>
  <inkml:trace contextRef="#ctx0" brushRef="#br0" timeOffset="83714">10873 6101 21842,'15'22'196,"-1"1"-72,-8 1 245,-6 3-212,-4-9 190,-10 3 544,-14-14-415,3-4-73,-8-15-95,13-15-129,4-17-66,6-11-12,6-6-23,11 3-33,5 11-40,7 13-5,2 14-16,1 10-24,0 10 29,2 12 11,0 12-5,-5 14 10,-7 11-10,-13 12-295,-5-26 0,-5 1 294,-4 2 1,-4 1-1,-3 0 1,-4 1 2,-6 5 0,-2-1 20,3-8 0,0-3 42,4-3 0,1-4 159,-8-1 12,18-23-79,8-14-95,4-8-45,8-9 571,9-2-610,10 6-22,5 9-12,1 8-27,1 11-40,1 7-101,5 7-207,7 3-397,11-2 190,-22-10 0,2-1-392,4-2 1,1-2-24,3-1 1,2-4-442,2-2 0,0-4 494,0-2 1,1-5 441,-6-4 0,1-4 1,-4-3 929,7-19 1,-4-3-597,2 4 1,-7-4 727,-14-12 1,-10-1 168,-7 15 0,-3 0 47,-3-13 0,-3-1-59,-2 2 1,-6 1-158,-5 14 0,-4 1 1,0 2-337,-1 0 1,-4 2-12,-4 6 0,-4 2 0,-1 5 17,-9 7 1,-3 5-65,7 3 1,-3 1 0,0 3-23,-3 3 0,0 4 0,-2 3-594,-12 7 1,-2 5-1,4 1 521,15-5 1,3 2-1,-3 2 19,0 5 0,-3 2 0,0 3 0,5 1-81,1 2 1,5 3 0,-2 4 105,-3 7 0,-2 7 1,1 1-1,3-3-424,2-1 1,3-2 0,0 6 364,6-2 0,-1 7 1,1 2-1,3-2 1,4-8-12,-1 13 0,6-2-6,2-9 1,0 7 0,2 0-1,7-7-274,10 10 0,8-3 265,-1-12 0,4 1 1,5-4 91,5-5 1,5-3-1,6-4-79,4-8 1,6-3 0,2-2 0,-2-3 18,0 1 0,-2-3 0,5-2-242,7-4 1,5-2 0,2-2 0,-5-4 263,2-4 0,-4-5 1,3-1 6,-6 0 1,3-2-1,0-1 1,-2-2 5,-2-2 0,-1-2 0,-1-2 0,-1-4-19,2-6 1,-1-5 0,-2-1-1,-4 1 1,-3 3 0,-4 1 0,-2-5 87,-6 0 0,-2-4 0,-2-2 0,-7 3-26,-4-18 1,-10 0-51,-3 10 0,-2-3 0,-6 1 0,-3 2 0,-5 1 0,-7 1-108,-11-5 1,-8 1-1,-3 5 16,1 8 1,-2 4 0,-1 3-14,-1 0 1,0 3-1,-3 5-358,-2 5 0,-2 5 1,1 3-2371,9 4 1,0 2-1,0 0 2805,-3 0 0,-1 1 0,3 0 0,0 2 0,6 1 0,-6 1 0</inkml:trace>
  <inkml:trace contextRef="#ctx0" brushRef="#br0" timeOffset="85194">6581 6553 8056,'-49'1'1164,"-1"1"0,0-1 0,1 1 0,0-1 1,4 1-1,-2-1-630,-6 0 0,-1 1 0,6-1 45,8 0 1,5-1 199,-18 1-51,18-1-549,17 0 38,9 1-88,9 0 739,42 6 0,23 0-776,-18-4 0,4 0-632,-5 0 0,6 1 0,2-1 0,-3 0 579,7-1 0,-2-2 1,2 0-10,3 1 0,1-1 0,1 1-19,-14-1 0,0 0 1,0 0-1,1 1-6,1-1 1,1 1 0,-1-1-1,-1 1-7,3-1 0,-1 1 1,3 0-1,3-1 1,5 1-1,0 0 1,-4 0 6,0 0 1,-3 0 0,3 0-2,-10 0 1,2 0-1,2-1 1,-1 1-1,-2 0-523,3-1 0,-1 1 1,-1-1-1,-1 1 513,1-1 1,-1 0-1,0 1 1,-1-1 8,15 0 1,-1 0 0,-1 1-403,-2-1 0,-1 0 0,-1 0 406,-3 0 1,-1 1-1,2-1-3,-6 0 0,2 0 1,-1 0-1,-3 0-2,1 0 0,-4 0 0,1 1 7,10-1 0,0-1 1,-5 1-136,-4-1 0,-4 0 143,-3 0 0,-1-1 533,-4 0 0,0 0-517,26-3 1,-9 0 5,-11-1 2028,-2 1-2011,-14 1 1920,2 0-1959,-8 1 629,5-1-668,8 0 329,7-1-285,4 0-16,1-1 5,-3 2 0,-5-1 0,-13 2 73,-1 0-5,-13 1-12,3-1-56,-8 2-11,-2-1-56,0 2-5,-1 0 38,2 0 23,2 0 0,3 0 0,1 1 23,1 0-40,-1-1-291,-1 0-2969,0-1 3277,-3 0 0,-2-1 0,-1 1 0</inkml:trace>
  <inkml:trace contextRef="#ctx0" brushRef="#br0" timeOffset="86529">11166 7304 16202,'-4'-62'2197,"1"-1"1,-1 7 0,-1 9-1258,1 11-676,-1 18-287,1 14 46,1 18 55,-1 16 0,-2 20-22,3-15 0,0 1-354,0-5 0,0 3 329,-1 6 1,0 6 0,0-2-710,0 12 0,-1 2 683,0-2 1,1 4-1,-1 5-9,1-15 1,0 5 0,0 1 0,0-2 0,1-4-1,-1 7 0,0-4 0,1 6-403,0-10 0,0 6 0,1 2 1,-1 1-1,1-4 0,0-5 354,1 9 1,0-6 0,0 3-50,0 3 0,1 3 0,-1 1 0,1-3-667,-1 5 1,1-2 0,-1-1 17,-1 1 0,0-1 1,0-2-652,0-12 0,0-1 0,-1-1 1402,-1 2 0,0-1 0,0-6 0,-1 9 0,-1-4 0</inkml:trace>
  <inkml:trace contextRef="#ctx0" brushRef="#br0" timeOffset="87463">10675 10341 21661,'-17'-44'403,"1"0"1,-1 1-1,-4-11 1,11 7-365,33 1 39,23 14-44,-7 15-6,21-2-23,-8 12-10,-1 14-46,-5 7-21,-8 13-18,-8 7-5,-10 8 50,-10 7 39,-11 6-5,-13 5 29,3-29 1,-4 0 90,-12 8 1,-3-3 133,6-11 1,1-2-124,-2 1 1,1-6 470,-3-19-474,22-14-23,6-11-71,13-2-10,10 3-2,6 7-17,3 8-10,-1 7 4,-3 10 12,-3 7 12,-1 9-29,-3 6-6,-2 5-10,-5 4-74,-7 3-5,-9 4 12,-16 3-52,-13-2-83,-14-4-123,-8-9-225,-2-13-969,3-11-5600,9-17 7152,11-8 0,18 7 0,8 3 0</inkml:trace>
  <inkml:trace contextRef="#ctx0" brushRef="#br0" timeOffset="87893">10954 9643 18705,'-9'-5'1481,"-32"-10"1,-12 0-703,-8 8-639,18 1 0,-7-2 0,2 7 22,-14 13 1,5 8-1184,15-6 0,1 3 1073,2 2 0,-2 4 1,3 0 11,0 8 1,3 3-41,5-3 0,-1 2 0,3 2-389,0 3 0,2 2 0,3 4 362,4 0 0,2 2 1,1 2-1,2-3-1,0-1 0,2-2 1,1 4-2,3 1 1,0 5 0,3-1 0,2-3-11,4-3 0,3-2 0,1 1 0,2 10 0,2 2 0,2-1-6,4-3 1,3-1 0,2-1-1,4-4 1,1-1-1,5-2 13,3-4 1,4-2 0,2-4 8,6-4 1,3-3 0,3-4 13,6-4 0,4-3 0,1-5 8,-11-4 1,0-2 0,2-3 0,4-3 16,-5-4 0,3-3 0,2-3 1,1-1-1,-2-1 0,-3 0-18,-3 0 1,-1 0-1,-3-2 1,1-1-1,2-2-138,0-1 0,2-2 0,1-1 0,-2-1 0,-3-2 0,-5 0 163,-1-6 1,-5 0-1,-3-2 1,-2-1 25,5-11 0,-4-2 0,-4-3 2,-10 8 1,-2-3-1,-4-2 1,-4 0 1,-6-4 0,-5-2 0,-3 1 0,0 3-51,3-4 0,-2 3 0,-5 1 15,-12-9 0,-6 1 1,-2 9-426,-4 11 0,-4 5 378,6 5 1,-2-1-1,-2 3-45,1 2 1,-2 2 0,-3 1-225,-6 1 1,-4 2 0,2 2-367,5 5 1,0 2 0,1 1-945,-20-1 0,2 4 1585,6 8 0,10 2 0,21-2 0,5 0 0</inkml:trace>
  <inkml:trace contextRef="#ctx0" brushRef="#br0" timeOffset="88913">5317 11092 9542,'-55'-8'2078,"1"-1"0,6 2 0,12-2-1831,24 0-12,10-2 235,21 0-262,-3 2 30,14 1 0,5 3-129,-3 2 0,0 2-684,8-2 0,1 0 659,13 2 0,1 0-34,-2-1 1,3 1-27,-7 0 0,3-1 1,1 1-540,4-1 1,2 1-1,1-1 569,-12 0 1,2 0 0,0 0 0,1-1-464,4 1 0,1-1 0,1 1 0,1-1 442,2 0 1,1 0 0,2-1 0,2 1-4,-12 0 1,3 0 0,1 0 0,0 0 0,-1 0 0,-4 0-468,8-1 0,-4 2 0,-1-2 0,5 1 467,-8 0 1,2 0 0,3-1 0,-1 0 0,0 0 0,-3 0 40,3 0 1,-1-1 0,-1 0 0,-1 0-1,-1 0-256,4 0 0,-1 0 1,-1 0-1,4-1 241,-1 0 0,4-1 0,0 0 0,-1 1 0,-5-1-16,7-1 1,-4 1 0,3-1 7,-9 1 0,4 1 0,1-1 0,-1 0 0,-5 0-37,10 0 0,-4-1 1,5 1 6,-10 1 0,5-1 0,1 0 0,-2 1 0,-6 0 2,0 2 1,-5-1-1,2 1-13,8-1 1,1-1 0,0 1-86,-4 1 1,0 1 0,-8 1 80,-11 0 0,-1 1 0,24-1 0,-5 1-9,-23 1 1268,7 0-1150,-30 0 1000,-2 1-1005,0-1 2256,12-4-2363,19-5 3353,7-3-3387,0 0-1847,1-2-7950,-27 8 8963,5-2 0,-20 7 0,0 1 0</inkml:trace>
  <inkml:trace contextRef="#ctx0" brushRef="#br0" timeOffset="90146">4385 11266 10287,'12'-59'2892,"0"-1"0,-1 2 1,-2 0-2207,-2 9 0,-1 1-135,-1 2 1,-1 1 159,2-4 1,1 2-393,0-11-84,2 5-184,-6 39-175,0 8 40,0 10 68,2 3 66,8 31 0,-2 8-16,-4-9 0,0 4-459,-3 1 0,-2 1 428,0 4 0,-1 0-3,-1-10 0,0 1-3,1 14 0,1-1-364,3 9 373,-2-21 0,2-2 38,4 0 197,-1-18 202,1-15-74,4-17 715,7-14-916,9-15-17,4-7-33,3 1 328,-1 7-413,-1 12-38,0 11-18,-3 9 12,1 15-6,0 9 6,-8 4-11,10 22-6,-19-16-48,1 6 1,-1 3-239,1 11-59,-4-13 1,1 0-1168,11 18-2028,4-9 3568,7-10 0,-16-15 0,-1-8 0</inkml:trace>
  <inkml:trace contextRef="#ctx0" brushRef="#br0" timeOffset="90578">5403 10726 17053,'-29'-50'713,"1"1"1,-1-1 0,0 4-1,-1 0 1,-1 6-283,-9-1 0,-2 7-881,-4 2 1,-2 5 575,-3 5 0,-2 5-396,-4 5 0,-3 5 305,18 6 1,-2 3 0,0 3-210,-4 2 1,-1 3-1,1 2 219,-3 5 0,1 3 0,0 2-445,0 4 1,1 1 0,2 4 430,0 2 1,2 3 0,2 2-23,2 4 0,2 2 1,2 2-5,2 4 1,2 3 0,2 1-8,9-10 1,2 1-1,1 1 1,2 0 1,1 3 0,3 0 0,1 0 0,2 1-5,1 0 1,3 1 0,1-1 0,3 0-16,2-1 1,2-1-1,3 1 1,3-1-8,4 4 0,4 0 1,3-1-1,-1-4 14,-1-1 0,2-4 0,3-1 5,12 9 1,5 0 0,2-9 7,9-7 0,5-7-23,-6-7 1,4-1 0,2-4 10,5-3 1,3-3 0,2-6 27,-14-5 1,2-3 0,2-3 0,-2 0 0,-3 0-313,13-1 1,-4-1 0,2-5 319,-11 0 1,3-2 0,0-3-1,-2-1 1,-5 0 25,5-8 1,-6-1-1,1-4-10,-6 5 1,1-2 0,-1-3 0,-3-2 20,-2-7 1,-2-4-1,-4 0 1,-2 2-34,-2 2 0,-3 2 0,-4-4 2,-5 0 1,-2-5 0,-3 0 0,-5 3-9,-5 2 1,-5 2 0,-2-2-3,-3-9 1,-3-3-1,-3 2-9,-6 1 0,-3 2 1,-3 2-14,-4 3 0,-2 2 0,-3 3-54,-3 2 0,-2 3 0,-2 4-131,-2 3 1,-1 4-1,-2 4-411,-2 3 1,-1 4-1,-2 4 438,-7 7 0,-3 4 0,7 1 0,6-1 0,3 2 0,2 6 0,0 1 0</inkml:trace>
  <inkml:trace contextRef="#ctx0" brushRef="#br0" timeOffset="93126">5698 7243 13037,'-18'-53'1781,"0"1"0,0-1 1,-2-6-1,2 6-510,5 12 1,2 8-667,5 12-577,-4-3-163,11 31 186,3 4 38,13 26-38,12 8-46,-5-12 1,2 3-510,5 5 0,3 1 490,5 6 0,3 1-531,-12-15 1,1 2 0,1-1 546,2 3 0,1 0 0,1 0-2,0-1 0,1 1 0,3 2-3,-1 1 0,3 3 0,0-1 1,-2-1 5,1 1 1,-2-2 0,2 3-369,1 1 0,4 5 1,-1-2-1,-6-5 365,1 3 0,-2-2 7,4 1 1,2 3-1,-3-4-1016,-3-5 0,-3-2 1011,8 7 1,1 1-3,-6-10 0,2 2 0,-6-6 33,-8-8 1,-1-1-163,7 7 0,4 2 1,-6-5 513,2 1-3057,12 13 2447,-16-14 0,-8-8 0,-7-6 0</inkml:trace>
  <inkml:trace contextRef="#ctx0" brushRef="#br0" timeOffset="93806">7894 8499 12318,'0'-6'2901,"-6"-34"1,-7-9-1239,-21 4-1540,18-4 1,-3 4 268,-28 11 618,6 21-836,-8 3-96,16 10 0,1 2-10,-17 7-15,15 3 0,-1 5 48,-4 8 0,-1 5-44,4 3 1,-1 5 0,1 1-438,5-3 1,1 2-1,1 0 383,2 0 1,2 1 0,3 1 15,3 14 1,6 0-9,6-9 1,3 1-1,1 10 0,6 4-22,5-14 0,5 2 0,2-3 11,10 14 0,3-2-6,-1-2 0,11-4-3,3-18 1,12-2 0,3-4 0,-4-5 11,-3-4 1,-1-6 0,6 1-390,-4 0 0,6 2 0,3-1 0,-1-2 0,-4-5 401,-1-5 1,-2-4-1,-2-2 1,-2-1-5,6 1 0,-2-1 0,1-5-176,-1-3 0,2-4 0,-1-2 1,-5-1 203,-5-1 0,-4-1 0,0-3 2,14-9 0,2-3 1,-8-3-7,-14 4 0,-5-1 1,-4-2-87,-3-1 0,-3-2 0,-4-3 115,-5-2 0,-4-5 1,-3-1-1,-1 4-12,-1-2 0,-4 3 1,-5-2 10,-7-6 0,-6-4 0,-4 2 0,-2 8-100,-1 12 1,-2 7 0,-4 0 30,-12-7 1,-6 1-1,0 7-7,11 12 0,0 6 0,-4 3-74,-1 0 0,-3 3 1,0 1-1,2 2-55,-1 1 0,3 3 0,-2 0-129,-11 2 1,-3 2-1,6 3-609,3 7 1,6 5-1524,2 4 1,3 3 2367,8-2 1,4-1-1,-7 11 1,19-15-1</inkml:trace>
  <inkml:trace contextRef="#ctx0" brushRef="#br0" timeOffset="94467">7922 8631 18997,'4'-41'890,"0"0"1,0 3-1,-6 11-683,-12 26-67,-5 7-32,-2 3-19,-3 7-33,-2 2 6,-1 3 22,-5 0-6,-3 2 12,-1 0-23,2 1 67,-2 9-44,13-8 33,0 6-16,13-10 72,2 7-101,4-9 12,3 3-1,4-10 7,3 0 10,0-1-5,0 1 5,-1-1-11,0 1-22,0-2-11,-1-2 11,-2-3 83,0-1 186,0-3 403,3-7-616,4-6-78,8-8-23,6-7 0,9-1 0,4 0 0,2 3-12,0 5-10,-10 7 11,12 7-34,-8 7 8,0 9 1,2 3-3,9 11 8,-15-2 0,-3 2-13,0 17 4,-11 6 1,-16 2-17,-14 1-56,-16-4-78,-13-5-7,19-22 1,-1-2-582,-28 11-1182,1-11 1084,5-10 0,25-4 0,8-3 0</inkml:trace>
  <inkml:trace contextRef="#ctx0" brushRef="#br0" timeOffset="94716">7784 8563 18280,'0'-3'4789,"0"1"-3311,0 2-923,78-65-263,-38 42-273,6-14 1,-3 5-2783,-19 22 2729,-15 6-2116,-4 1 2150,-2 1 0,-1 1 0,-1 1 0</inkml:trace>
  <inkml:trace contextRef="#ctx0" brushRef="#br0" timeOffset="97925">7679 5929 23455,'-14'-40'358,"1"0"1,2 2 0,6 5-292,14 10 34,11-4-57,0 8-10,16-4-23,0 9-22,10 5 11,-13 7-34,9 8-22,-1 12 34,-7-1-56,10 25 72,-29-13 17,0 23 40,-24-8 5,-8-3-17,-4-11 196,-7-9-117,14-12 156,-9 2 309,8-16-488,6-3-100,4-1-1,8 1-16,10 6 22,6 4 11,18 8-22,2 4-1,11 8-10,-14-5-101,15 12-56,-13 1 145,-5 1 6,-25 1-28,-27-11 6,-4-3-561,-27 6 163,22-13-2737,-7 0 1,0-2 2336,-1-3 0,-4 1 0,26-5 0</inkml:trace>
  <inkml:trace contextRef="#ctx0" brushRef="#br0" timeOffset="98849">11498 7991 24693,'5'-52'145,"-1"-1"1,0 6 0,8 9-51,31 16-39,0 9-28,-3 6 6,8 26-29,-19 6 6,-2 24-11,-28 0 17,-14 5 6,-11 0-28,-7-3 27,0-6 12,7-8-23,9-10 84,10-8-22,8-10 156,17-6-117,33-23-151,-22 9 0,2 0-328,14-9 1,1 0 231,-14 6 1,2 0-1585,5-1 0,5 0 0,-4 1 1719,1 1 0,-2 1 0,7-3 0,-4 2 0,-5 3 0</inkml:trace>
  <inkml:trace contextRef="#ctx0" brushRef="#br0" timeOffset="99858">8556 11325 10517,'-4'-2'7578,"1"0"-3798,3 2-1270,20-83-2191,-15 60-126,6-24 1,-2 9-122,-9 35-77,0 9 94,-3 11 12,-8 30-90,2-9 14,0-5 1,0 2-12,3-1 0,2 0-3406,-2 28 3398,5-5 184,25-28 141,20-40-270,-4 5 57,-5-15 0,-1-6 150,12-16-176,-20 20 1,-1 0-9,9-9 28,-17 17-73,-13 10-33,2 14-6,-3 1 0,5 29-22,-3-16-205,0 13 0,-1 6-804,-2-9 1,-1-1-37,1 6 0,-1 0 1067,-2-3 0,0-5 0,0-11 0,-1-1 0</inkml:trace>
  <inkml:trace contextRef="#ctx0" brushRef="#br0" timeOffset="100683">6975 7404 23545,'17'20'650,"1"11"-622,-6-1 0,0 3-23,8 24 6,-8-25 118,1-4 73,-7-19 924,0 0-762,-5-22-269,-1-12-6,-5-10 1,-1-3-17,-2-12-17,0 7 0,-3-2 129,-9-15-12,7 28 1,0 1-230,-5-12-22,3 20 67,12 41 22,0 9-6,1 20 1,0 3-6,3-9 0,3 7 34,4-9-40,0-3 40,1-6-18,-5-20 85,-1-6-95,-3-6-538,0-4-3221,-1 1 3753,-1-1 0,0 3 0,1 3 0</inkml:trace>
  <inkml:trace contextRef="#ctx0" brushRef="#br0" timeOffset="108577">13692 1162 17412,'-7'-43'1026,"0"0"1,0 5 0,2 7 536,4 19-1428,-1 7-57,1-1 62,0 16-56,1 0 51,1 22-3343,1 21 3253,-1-7 5,0 2 1,1 2-304,-1-15 1,0 0 260,0 8 0,0 1 9,2 3 0,0 0 5,-1-5 1,2 3-7,0 12 1,1 5-359,-1-8 1,1 3-1,0-3 342,0 4 0,-1 1 2,1-2 0,-1 5 0,0-4 5,-2-13 1,-1-3-1,0 2 4,0 11 0,1 3 1,-2 7-6,-1-14 1,-1 5-1,0 4 1,-1 1-1,0-2 1,1-4-430,0 9 1,1-4 0,-1 1 0,0 4 430,0-5 1,-1 4-1,1 3 1,-1-1-1,0-4 1,1-6 0,0 9 0,1-6 1,1 1 2,0-3 1,1 1 0,0 1-1,1-2-5,0-8 0,0-2 0,0 1 0,1 2-3,0-2 1,0 2-1,0 2 1,1 0 0,-1 2-2,1-2 1,0 3 0,1 1 0,-1 0-1,0-2 1,0-3 0,1 8 0,-1-5 0,0 1 1,0 4 6,-1-7 0,1 3 0,0 2 1,0 0-1,0-1 0,-1-4 11,0 7 1,-1-3-1,1 0 1,-1 3-203,0-2 1,0 3 0,1 1-1,-1 0 1,0 0 186,-1 0 1,0-1 0,1 1 0,-1 0 0,-1 3 5,1-3 0,0 3 0,-1 0 0,0 1 0,1-1 1,-1-2-88,0-5 0,0-1 0,0-1 1,0 0-1,0 0 0,1-1 83,-1 10 0,0 0 0,0-1 0,0 0 0,0-1 3,0-1 0,0 0 1,-1 0-1,1-2 0,1-1-5,-1 5 0,0-2 0,0 0 0,0 3-5,1-13 1,-1 1 0,1 2 0,-1 0 0,1 0 0,0 0-4,0-1 0,-1 0 0,1 0 0,0 0 0,0 1 0,0 1 6,0-1 1,0 3 0,1 0-1,-1 1 1,0-1 0,1-2-1,-1-3 0,0 4 1,1-4 0,-1-1-1,0 1 1,0 3 7,0 4 0,0 4 0,0 1 0,0 0 0,-1-2 1,1-4 5,-1 5 1,1-5-1,-2 0 1,1 5-11,-1-4 0,0 5 1,-1 2-1,0 0 1,1-2-1,-1-5 11,1-5 0,0-5 0,0 0 0,0 1 0,-1 4-2,0 2 1,0 4-1,-1 3 1,0 0-1,1 0 1,-1-4-1,1-4 8,0 10 1,0-6 0,0-1 0,0 2-20,0-3 1,0 1 0,0 1 0,0-1 0,0 0 3,1-5 0,0 0 0,1-1 0,0-1 1,-1-2-4,1 3 0,0-2 1,0-1-1,1 3 63,0 9 0,0 1 0,0 2 0,0 1-59,1-8 0,-1 1 1,1 1-1,0 0 0,-1-3-4,1 5 1,0-2-1,0-1 1,0-1-9,0-2 0,0 0 0,0-1 0,-1-2 181,1 12 0,-1-1 1,-1-3-197,-1-12 0,0-3 0,-1 4-99,0 1 1,-2 4 0,0-1 0,0-4-20,0-3 1,-1-3-1,-1 2-752,-2 3 0,-3 3 0,-1-2 0,2-7-1336,-1-5 1,-1-3 2220,-9 24 0,2-6 0,6-25 0,1-2 0</inkml:trace>
  <inkml:trace contextRef="#ctx0" brushRef="#br0" timeOffset="109610">15566 2028 23730,'-11'29'1114,"1"0"-1033,6 19 1,1 11-12,-5 3 0,-3 0-14,0-10 0,-2 0-17,-1 7 0,0-4 118,-3 3 347,8-30 79,8-25-253,2-30-291,0 2 40,1-38-12,-1 3-149,-1 19 1,0-4 92,0 1 0,0-5 1,1 2-423,3 4 1,1 1-1,0 0 417,-1-22 0,3 4 2,6 11 0,3 6-151,8 2 137,6 1 0,1 17 12,14 15-6,-3 15 0,0 5 0,3 22-22,-9 11-401,-7-2 1,-2 2 419,-8-12 1,-2 0-18,6 17 1,-2 1 382,-10-17 0,0-1-500,1 8 0,0 1-1782,1 3 0,-1-2 1235,4 13-1590,0 3-7557,-11-35 9020,-1-6 1,-4-8 0,0-9-1</inkml:trace>
  <inkml:trace contextRef="#ctx0" brushRef="#br0" timeOffset="109816">15732 2281 22817,'-39'-10'697,"0"0"0,-13-12-859,85 8 72,-1 1-50,1 4 0,2 1-330,24-3-461,-20 6 1,3 0-838,12 0 1,0 1 182,-16 2 0,-1 0 1585,13 0 0,-5 1 0,-17 0 0,-1 1 0</inkml:trace>
  <inkml:trace contextRef="#ctx0" brushRef="#br0" timeOffset="110274">16690 2104 25881,'2'-35'504,"0"1"0,-5-20-459,-19 56-40,-1 5-2111,-8 11 0,-1 2 2112,-1 3-23,-1 3 0,2 3 876,5 4-853,3 7-12,12-2-16,14-6 5,3-11 0,12-2 3404,18-14-3410,5-10 29,14-15 41,-20-9 1,-3-5-26,-7 5 1,-2-2-340,6-15 0,-3-3 356,-10 8 1,-4-2 7,0-4 1,-3 1-15,-2 8 1,-1 1 50,-1-7 0,-2 1 106,0-18-219,-4 22 1,0 2 314,-5-11-112,-2 11-135,1 25-22,3 9-6,2 18 663,-1 12-680,1 27 6,1-21 0,1 3-85,0 6 1,0 2 50,0 5 1,1 0-617,0 4 1,0 1 13,3 1 1,0 0 635,3 4 0,0-4 0,2 7 0,1-10 0</inkml:trace>
  <inkml:trace contextRef="#ctx0" brushRef="#br0" timeOffset="111224">17234 2157 12152,'1'-4'8760,"0"1"-5354,-1 3-3272,16-41-27,-13 33 72,13-26 78,-14 48-10,-1 9-39,-5 9-40,-7 6-65,-4-8 1,-2-1-15,-10 14 46,-8 4 229,20-29 117,7-11-296,4-8 95,3-21-157,0-6-27,2-22-24,5-1-10,3-4 5,3 20 0,0 0-22,7-11-6,5-2-33,-10 33 0,-3 7-1,2 8 1,2 10-12,6 12-22,3 18 28,1 16 3,-14-22 0,-1 2-172,-2 4 1,-1 2 185,-2 2 0,-2 1-362,-3 2 0,-3 0 303,-4 1 0,-2-1 5,-5-1 1,-4-1 2,-1-4 1,-5-2-65,-9 3 0,-3-5-25,11-14 0,0-4-269,-4 3 0,1-10-1507,2-20 1899,12-20 0,7 10 0,4-5 0</inkml:trace>
  <inkml:trace contextRef="#ctx0" brushRef="#br0" timeOffset="112100">17358 1823 24743,'-40'-34'-9803,"29"15"1250,24 23 7183,14 6 0,-19-8 1,-3-1-1</inkml:trace>
  <inkml:trace contextRef="#ctx0" brushRef="#br0" timeOffset="112825">17657 1995 24889,'1'-17'981,"0"4"-920,-1 14-16,0 10 120,0 2-39,6 14-72,3-6-58,8 1 32,3-6 6,4-5 28,3-5-1,-7-3 10,12-12-48,-12-5 91,8-15-19,-14 5 90,-4-14-62,-7 5-56,-1 0 325,-9-10-271,3 28 21,-8-8-133,4 20 125,-7 5 58,-5 8 121,-15 20-48,2 6-144,1 3-142,3 13-6,16-14 29,0 7-530,18 7-375,12-17 63,6 8-982,6-21 1,3-3-982,7 0 2791,17-2 0,1-4 0,-24-6 1,0-3-1,0 0 0</inkml:trace>
  <inkml:trace contextRef="#ctx0" brushRef="#br0" timeOffset="113800">18439 2062 22671,'9'-48'1105,"1"0"1,0 5-1,-4 8-713,-10 17-185,-13 9-195,4 8 10,-17 11 51,-2 24-51,-4 8-252,14-13 1,1 1 207,-9 25-12,8-1-206,10-2 11,12-5 55,5-13-302,15 0-314,21-10 370,8-6 296,-17-13 1,1-4-174,26-18 302,-29 4 1,-1-3 11,1-5 0,-1-1 36,-1-1 0,-2-1 95,2-3 1,-2-1 327,14-19 381,-10 11-493,-16 15-26,-10 16-221,-4 4-83,-2 10-12,-1-1 240,-1 9-251,2-6 11,1 2-5,4-4-6,4 2 6,8-6 0,10-4-6,7-7 17,6-8 17,1-10-17,-10 2 162,9-22-5,-19 10 34,4-17 21,-14 11-10,-8 8-34,-6 8-90,-5 9-78,-6 7-16,-6 8-1,-3 10 0,-5 12-11,4 2 0,-7 18-17,1 10-361,3 2 347,15-22 1,3-1-116,4 16-123,19-7-123,18-8-134,21-9 257,-2-10-458,-5-10 0,2-5 628,-14-4 1,0-1 92,14-4 1,-2-2-65,-13-4 1,-4-2 226,17-23 101,-13 1 67,-12 5 319,-6 7-336,-6 8-62,-4 8-111,-2 6-113,-1 5-33,0 2 818,0 8-802,-2 7 264,-5 30-258,2-14 17,-4 23-39,6-26 5,2 8-5,6-12 22,5-7 11,4-16-10,3-12 21,2-10 6,3-11 6,2-5 0,0-1-34,-5 10 17,11-5-39,5 14-23,11 6 1,-4 16 16,-9 16-61,-14 6-107,-4 4-1305,7 16-1249,-2-14 2739,11 6 0,-17-24 0,2-5 0</inkml:trace>
  <inkml:trace contextRef="#ctx0" brushRef="#br0" timeOffset="114208">20190 1850 26413,'-62'5'229,"11"10"-212,36 29-11,5 2-12,4-2-67,13-4-50,9-5-56,16-7-56,13-9 67,11-9 117,4-15-164,-1-12 333,-7-17-31,-29 12 0,-2-3 64,-2-1 0,-1-2 275,10-26 122,-8 7 40,-8 11 23,-7 15-599,-2 12-12,-10 28 0,0 12 0,-1-2 0,-1 4 0,-5 13 0,0 0 0,4-12 0,-1 4-12,-1 11 1,-1 11-1,1 2 1,2-10-994,1-1 1,2 0-34,0 6 1,0 9 0,1 1-1,2-9 604,5 0 0,1-6 0,-1-3 1,1-5-1,2 8 0</inkml:trace>
  <inkml:trace contextRef="#ctx0" brushRef="#br0" timeOffset="114957">21959 1644 10015,'3'-62'1990,"0"-1"0,-1 9 1,0 4 1672,1-10-2996,-3 24 1033,0 18-1639,0 11 844,0 13-788,0 15 51,-1 24-93,-2-12 1,-1 4-20,-2 9 0,0 1-39,-1-7 0,-1 3-372,0 15 0,-1 9 0,4-7 349,3-11 1,4 0-229,1 10 0,1 7 0,4-12 229,17 4-35,3-26 0,1-7 51,-2-12 2483,25-8-2410,-8-38 1008,-8 4-1056,-10-1 1,-3-2 1103,-2-2-1014,0-5 0,-1 0-25,-4 4 19,-2 3 0,-3 2 296,-6 12-147,-2 1-219,-2 10-44,-1 4 443,-3 14-437,0 6-18,-4 18-22,-1 15-22,3-13-393,3 25 124,7-37-941,10 20-7965,15-21 9225,-2-6 0,-2-6 0,-15-11 0</inkml:trace>
  <inkml:trace contextRef="#ctx0" brushRef="#br0" timeOffset="115143">22573 1652 23416,'-37'-39'-3920,"9"13"-595,47 67-134,-7-11 3586,0 2 0,-8-20 0,1-1 0</inkml:trace>
  <inkml:trace contextRef="#ctx0" brushRef="#br0" timeOffset="115500">22878 1737 26760,'-14'-42'106,"3"14"-83,12 43-23,1 2 56,7 24-62,5-5 1,4 9 2,1-15 0,3 0-8,11 12 2,-13-17 1,1 0-26,14 17-33,-17-9-62,-6 0-106,-17-1-291,-17-13-2695,-32-9-531,9-17 172,13-2 1,1-3-756,0-16 3487,1-9 0,19 22 0,2-2 0</inkml:trace>
  <inkml:trace contextRef="#ctx0" brushRef="#br0" timeOffset="115630">22771 1801 24643,'0'14'291,"0"-2"-1058,2 25-628,2-15 332,11 22 0,-9-32 0,7 6 1</inkml:trace>
  <inkml:trace contextRef="#ctx0" brushRef="#br0" timeOffset="115991">23361 2094 25272,'7'-53'247,"1"0"1,0 0-1,0 1 1,0 1 0,0 2-150,5-7 0,-1 2-641,0-1 1,-1 1 648,-1 4 0,-1 2 37,-2 8 0,-3 3 648,0-15-679,-9 22 222,-2 15-300,-5 10 128,-4 14-151,3 2 844,-14 36-833,14-5 0,1 4-16,0 0 0,0 2-115,4-7 1,1 2 0,4 0 67,4 4 0,5 2 0,0-3-476,4 7 1,3 0 307,1-9 0,1 3 0,3-6-516,6 0 0,3-6-1379,0-2 1,2-3 1578,-3-6 0,-2-4 0,8 3 0,-15-13 1</inkml:trace>
  <inkml:trace contextRef="#ctx0" brushRef="#br0" timeOffset="116166">23313 1855 26110,'48'-38'-936,"0"0"1,0 1 0,3 9 935,1 18 0,-1 5 0,5-4 0,-4 3 0</inkml:trace>
  <inkml:trace contextRef="#ctx0" brushRef="#br0" timeOffset="116558">24336 1405 27001,'-51'12'46,"0"0"1,4 0 0,9 3-70,19 20 63,8-1-46,21 7 0,6-16 23,15 1 39,-1-21 0,2-11 45,-3-8-6,-5-12 51,-7-8 44,-8-4-27,-7 1-7,-9 3-38,-5 8-79,-6 8-39,-1 10-33,-2 8-57,-1 14-392,-3 24-1108,10 22-782,10-25 1,2-1 2371,3 0 0,3-3 0,2 2 0,-1-14 0</inkml:trace>
  <inkml:trace contextRef="#ctx0" brushRef="#br0" timeOffset="116864">24362 1967 20810,'-5'0'3859,"1"0"-2529,4 0-1151,-73 26-89,46-8-71,-14 2 1,4 2-15,27 5 320,13 0-336,13-1 172,-1-9-138,12-2 481,-6-12-492,7-4 44,2-9 28,-1-7-17,-2-10 0,-8-6 28,-8-2-44,-11 2-51,-11 2-56,-11 6-370,-9 6-1669,-6 7 2095,-4 5 0,18 5 0,4 1 0</inkml:trace>
  <inkml:trace contextRef="#ctx0" brushRef="#br0" timeOffset="117457">15258 3277 13278,'-46'-19'511,"-1"-1"1,2 2 0,11 2 199,25 7-246,0 1 1378,18 5-527,13 2-280,23 2-678,-11 0 1,3 0-110,11 0 0,4 0-471,-9 0 1,3 0 0,3-1 333,9-1 0,5-1 0,1-1 1,-2 1-739,-14 0 0,-2 0 0,1 0 0,4-1 657,2 0 1,5-1 0,2-1 0,1 0 0,0 0 0,-2 0-413,3 0 0,-1-1 0,-1 0 0,2-1 0,3 1 421,-14 1 1,3-1-1,0 1 1,2-1 0,0 1-1,1-1 1,1 0-1,-1 0-157,-3 1 1,0-1 0,1 1 0,0-1-1,0 0 1,1 0 0,2 1 0,0-1 0,2 0 174,-5 0 1,2 1 0,2-1 0,0 1 0,2-1-1,0 0 1,0 1 0,-1-1 0,0 0 0,-2 1-1,-1 0 1,-2-1-122,10 0 0,-3 1 1,-4-1-1,1 0 1,-1 1-1,4-1 1,3 1-1,5-1 118,-17 1 0,3 1 0,4-1 0,2 0 0,2 0 0,2 0 0,1 0 0,1 0 0,0 0 0,0 0 0,-2 1 0,0-1 1,-3 0-1,-1 1 0,-4 0 0,-3 0 0,-4 0-50,13 0 1,-5 0 0,-5 0 0,-2 1 0,0-1 0,0 1 0,4-1 0,6 0 6,-8 1 1,4-1-1,2 1 1,2-1-1,2 0 1,1 0-1,0 0 1,0 0 0,-1 0-1,-1 0 1,-1 1-1,-3-1 1,-4 1 15,14 0 1,-4 0 0,-3 0-1,-1 0 1,0 1 0,-1-1 0,1 1-1,2-1-10,-6 1 1,0 0 0,0 0 0,0 0-1,1 0 1,0 0 0,2 0 0,2 0-1,1 0 1,-6 1 0,1-1 1,1 0-1,2 1 1,1-1-1,0 0 1,2 1-1,-1-1 1,1 1-1,-1-1 1,0 1-1,0 0 0,-2-1-9,-2 1 0,1 0 1,-1 0-1,1 0 1,-1 1-1,0-1 0,0 0 1,0 0-1,-1 1 1,1-1-1,-1 0 0,0 1 1,0-1-11,2 1 1,0-1 0,0 0 0,0 1 0,0-1 0,0 1 0,-1-1 0,0 1 0,-1 0 0,-1-1 0,0 1 0,-1 0-31,10 0 1,1 0 0,-1 1 0,-1-1 0,-1 0-1,-1 1 1,-2-1 0,-3 1 0,-2 0-155,5-1 1,-2 1-1,-2-1 1,-3 1-1,-2 0 1,-2 0-2275,10 0 0,-4 1 1,-2-1-1,-6 0 1929,14 1 1,-11-1-1,-10 0 1,-35-1 0</inkml:trace>
  <inkml:trace contextRef="#ctx0" brushRef="#br0" timeOffset="127076">16095 5051 21063,'-40'-18'513,"0"-1"1,0 4 0,1 7-318,5 14 0,0 5-87,2 1 1,1 1-21,-23 14-50,18 2-16,17-2 33,16 1 22,16-3 1,13-1-23,22 0-40,-11-8 12,20 3 12,-19-9-24,8 2 7,-5-1-1,-10-4-5,-11 0 17,-10-3 27,-6-1-16,-4-2 56,-1 1-17,-10 7-39,-7 7-29,-5 2 12,-13 9-5,0 0-18,-7 7-5,5 0-22,15 1 22,13-13 11,11-2 34,23-9 0,16-5-37,-9-1 1,1-1-4,12-1 6,-4 1 68,-33 1 262,-14 10-251,-1-6 72,-19 13-94,9-11 55,-18 11-39,4 0-39,-10 8-29,5 0-55,4 3-56,17-4-219,17-4-1024,27-10 490,33-12 0,-36-1 0,5-3 0</inkml:trace>
  <inkml:trace contextRef="#ctx0" brushRef="#br0" timeOffset="128237">16168 13144 7845,'-5'0'8172,"1"0"-6010,4 0-1428,-64 0 526,36 4-1081,-8-4 1,3 2-29,21 2 45,9-2 207,8 0 34,4-1-264,3 1 125,19-2-192,-4 0-44,11 0-45,-11 0 134,-10 7-84,-12-1 79,-25 22-62,-9-2-26,-5 3 1,-3 1 14,-11 11-45,17-15 0,2 1 45,0 10-23,15-12 90,12 0 135,33-9-225,-8-7 28,39 3-61,-15 1-11,2 13-17,-16 2 5,-39 26-5,-10-19-23,-15 14 23,12-24 33,-5 9 18,5-6-35,0-1-10,6-5 5,9-14 11,4 1-6,6-3-10,5 6-1,14 14 1,-4-1-7,6 14 7,-13-7 10,-6-7 1,-6 13 11,-12-12 5,-8 9 1,-10-11-46,-4-5-83,-2-6-600,2-5 706,-1-8 0,16-1 0,2-3 0</inkml:trace>
  <inkml:trace contextRef="#ctx0" brushRef="#br0" timeOffset="129445">15815 6684 23147,'7'-49'954,"1"-1"0,-1 10 1,-1 7-782,-6 15-156,-1 17 33,0 14 6,0 2 62,-3 30-48,-1-9 0,-1 2-405,1-8 1,0 3 362,-5 27 0,-1 2-20,6-26 1,0-1 13,-2 27 0,0-3 18,2-2 27,3-22 0,1-5 258,-2-16-275,1-2-139,0-12-648,2-14-3845,4-2 3734,1-4 0,0 8 0,-2 6 0</inkml:trace>
  <inkml:trace contextRef="#ctx0" brushRef="#br0" timeOffset="130279">15702 8498 23791,'11'-15'269,"-1"5"-235,-8 11 27,1 1 1,-3 0 39,0 0 162,-3 1-5,0-2-46,-6 0-32,-1-8-96,0-2 67,-4-16-95,6 5 50,1-13 1,1-1-56,3 1-18,4 0 1,3 0-6,10 4-6,11 0 1,14 6-18,-2 11-5,10 7-11,-6 14-6,-10 3-16,1 18 16,-16 20 17,-8 9-222,-13-20 1,-3 1 227,-13 17-17,-7-9 0,-3-2-883,-3 4 888,-1-3 0,-3-1 14,10-17 1,0-2 16,1-2 1,1-1 108,-20 9 40,25-28-79,12-10 17,4-11-62,6 1 68,29-32-90,1 17-11,16-11 8,-18 27 0,1 4-42,12 2-11,8 1-213,3 23-352,-18 7-74,6 8-3489,-12 11 4156,-13-11 0,-6-12 0,-7-11 0</inkml:trace>
  <inkml:trace contextRef="#ctx0" brushRef="#br0" timeOffset="130920">15649 9732 17104,'-4'-5'5399,"1"2"-5007,3 3 51,-14-64-169,26 35-241,-11-9 1,5 2 6,32 18 21,5 10-38,-6 5 16,14 8-34,4 14-55,-1 7 16,-27-8 1,-3 2-12,1 17 45,-15 2 34,-17-1-12,-5-9 79,-23 9 5,9-18 101,-10 5 185,11-16 40,7-5-63,4-8-4,4-2-91,5-5-123,3 1-83,2 3-29,4 2-17,6 3-22,8 3 0,8 7 0,7 6-5,3 8-1,-8-2-28,5 13 57,-19-8-23,-1 11-28,-21-7 17,-13-1-90,-14 0-235,-6-3-544,-1-4-2548,2-5 2580,10-6 0,12-6 0,9-3 0</inkml:trace>
  <inkml:trace contextRef="#ctx0" brushRef="#br0" timeOffset="131545">15688 10921 20397,'3'-49'1183,"-1"0"1,2 5 0,-1 8-870,-1 15-258,1 11-39,0 12 67,-2 14 16,0 18-16,-8 21-42,1-19 0,-2 2-344,-3 4 0,0 2 319,-1 1 0,1 0-9,2-1 1,1-1-4,2-11 1,3 0 13,2 4 1,2-2 64,7-2 235,6 4 130,6-27-169,9-22-104,1-7 1,2-5-71,-8 4 0,0-1 342,9-8 0,-2 1-263,0-4-6,-9 11-157,-12 11-22,-6 6 0,-3 11 6,-1 6-12,1 12-44,-1 10-157,-2 9-471,0 8-1199,-1 4 1877,-1 7 0,3-29 0,-1-3 0</inkml:trace>
  <inkml:trace contextRef="#ctx0" brushRef="#br0" timeOffset="132310">15917 12106 21741,'18'-10'1188,"-9"6"-981,-26 19-95,-9 5-33,-9 2-18,-6 1 18,-1-1-1,0-5 45,5-5 28,7-6 6,7-3-22,8-3 21,7 1-122,5-1-17,1 1 0,2 1 27,0 2 35,0 3 66,0 5 74,0 4 5,0 4-34,0 3-67,0 2 24,0 15-86,0-11-16,0 7-23,0-19 29,3-3 134,-1-10 156,5 1-78,5-12-106,6-3 0,14-15-11,5 1-85,0 0-10,0 8-46,-16 11 6,12 9-5,-17 2 5,14 12-5,-11 1-23,3 8 23,-4 18-1,-8-13-33,-10 20-22,-14-17-54,-3-8 1,-3-1-60,-11 9-78,6-13 1,-1-4-724,-8-3-2330,-4-4-6537,6-14 8442,13-1 1,9-3-1,7 4 1</inkml:trace>
  <inkml:trace contextRef="#ctx0" brushRef="#br0" timeOffset="132589">15926 12185 25595,'44'-25'339,"-1"-1"1,-2 2 0,-12 7-144,-26 16-61,0-1-57,0 2-55,-2-2-270,3 1-1993,4 0-7591,1 1 9017,0 0 1,-4 0 0,-3 0-1</inkml:trace>
  <inkml:trace contextRef="#ctx0" brushRef="#br0" timeOffset="136324">16820 6508 24234,'-17'-41'806,"-3"16"-722,8 40 95,-13 19-134,9-9-22,-2 6 61,9-4 51,8-12 201,1-1 84,4-9 0,13-18-303,-3 1-66,5-7 100,-7 4-73,-8 7 197,0-2-242,-3 7-22,-3 0-11,0 5 17,-8 8-28,4-1 11,-12 12 6,9-8-18,-3 6-21,5-5-12,3-4-375,0 7-431,4-5-1356,1 7 2207,7-4 0,-4-7 0,2-2 0</inkml:trace>
  <inkml:trace contextRef="#ctx0" brushRef="#br0" timeOffset="136860">16682 7006 24855,'24'-26'258,"-5"7"-146,-11 33-17,0-5 63,5 0-13,0-6-44,8-3-79,-7 0 247,8-1 224,-15-3-219,1-6-122,-10-1 21,-6-4-66,0 5-35,-4 1-38,-2 10 16,-18 20-44,13-7-12,-17 20-16,26-20 11,0 4 22,11-12 101,15-13-39,2-6 84,9-9 218,-8-4-291,-8 10 39,-4 0-112,-7 14-140,-1-1-363,-1 4 492,-3 8 0,3-6 0,-1 6 0</inkml:trace>
  <inkml:trace contextRef="#ctx0" brushRef="#br0" timeOffset="137608">17801 6196 25724,'-16'-21'246,"-7"8"-190,-11 27-16,-13 4-7,7-6 1,-3 0 16,-17 3-8,22-6 0,4-2 37,8-3 189,8-3-83,11-3 6,1-1-113,4-1 68,1 1-130,1 2 7,0 12-12,0-3 11,0 17 6,0-1 12,0 12 32,-2 10 4,-3-8 0,-1 0-54,-5 19-403,0-10 1,-2 1 422,2-12 0,0-1-11,-2 8 0,1 0-9,3-4 1,1-1-124,2 23 163,14-17 22,9-12 11,12-9-11,2-8-22,0-6 810,-3-6-962,1-8-789,5-5 879,12-12 0,-20 10 0,2-3 0</inkml:trace>
  <inkml:trace contextRef="#ctx0" brushRef="#br0" timeOffset="143460">18628 6306 13183,'0'-3'9147,"0"1"-8641,-20-20 1,-8-4-311,9 13-11,-14-13 0,0 4-84,13 21-28,-7 5-23,8 4-16,4 2 44,-9 9-44,3 4-29,3-3 18,4 10-7,16-4 35,18 10-23,5-5 11,17-3-22,-4-14 0,-4-2 22,-7 0 50,-13-1-10,-7-1 122,-15 2-16,-9 2-39,-16 5-34,-13 4-28,-8 1-5,-1 0-46,15-6-5,0 5-56,25-4 28,5 1 6,20 0 11,13-7 0,9-1-12,3-1-3397,4 2 3387,-11 0 27,-6 9 34,-25 13-11,-10-1 5,-23 16-39,13-23-5,-10 7-28,22-16 5,1 2 3398,8-4-3387,8-3-28,14-1-195,8-5-4488,30-6 4717,-14-5 0,-11 1 0,-24 2 0</inkml:trace>
  <inkml:trace contextRef="#ctx0" brushRef="#br0" timeOffset="151316">18909 6578 17669,'1'-4'5551,"-1"0"-3792,0 4-1670,10-38-55,-8 32 22,8-23 33,-9 46 58,-1 10-19,-4 7-27,-4 6-39,-6 1-40,-2 1 1,2-5-7,4-5-27,4-9 84,3-9 302,2-8 241,1-5-173,5-16-393,-2 1 28,10-22-22,0 0 0,8-10-16,1 1-35,4 3 1,-8 17 5,2 3-39,-8 17 6,5 1 5,4 9 11,2 6-27,2 8-23,-2 4-12,0 4-10,-2 0-40,-1 1-55,-1-1-40,-2-4-5,0-4 50,0-7 67,4-7 67,5-12 29,4-8 38,13-18 12,-5 0-6,10-7 17,-22 18 0,-5 5-56,-14 12-5,-5 4 16,-2 9 17,0 2 11,1 11-11,-1 1-28,0 3-6,0 1 1,5-3-6,1-2 5,6-4 17,7-3 0,-4-5 79,16-6-45,-16-7 56,15-8 27,-12-6 12,4-7 140,-4-7-207,-8 9 67,-4-7-17,-9 12-22,-3-3-28,-5 3-28,-2 4 5,-5 4-50,5 5-28,-5 3-5,5 4-63,-3 3-144,0 3-253,1 2-1103,6 5 610,4-5-2190,14 6-4666,11-6 7842,8 2 0,-7-5 0,-8-3 0</inkml:trace>
  <inkml:trace contextRef="#ctx0" brushRef="#br0" timeOffset="152197">20302 6597 21618,'1'-3'4436,"0"0"-3164,-1 3-1020,-20-53-236,10 39-16,-5-15 0,-5 5 0,-15 31 0,-6 7 6,4 6 0,1 3-6,-3 6 5,8-3 1,4 2-51,6 3-28,3 5 12,11-5-3421,19-5 3471,0-14 5,22-2 12,1-15-1,0-1 17,1-11 1,-2-4-207,-1-1 201,4-10 0,0-5-12,-16 7 1,-1-1 8,4-6 0,-1-2 70,-1-3 0,-3 0 56,2-11 17,-6 6-56,-11 26 3297,-3 8-3196,-1 8-253,0 2 57,-2 14 261,0-2-256,-7 32 6,3-17-14,-1 7 0,0 3-26,0 10 1,-1 10-297,9 10 100,4-33-2019,10 28 1964,-3-33-544,27 17 762,-19-29 96,29-2-18,-29-21 90,31-26 45,-15 3-48,-10 7 0,1 0 182,14-12 113,-10 8-203,-13 12 1740,-10 10-1834,-6 5-79,-2 3-28,0 2 0,-3 10 0,2-4-6,-4 15 0,4-13 40,-1 11-34,5-11-6,5 1 40,14-10 0,0-9-34,4-2 72,5-25-10,-11 3-28,9-18-6,-13 13 28,1-14 33,-11 17-44,-3-4-39,-12 19-6,-4 13 22,-13 13 45,-13 16-50,-1 8-12,16-11 1,1 2 11,-7 20-34,8 0 0,10-9-55,10 12-1,6-24-739,25 24-8234,28-19 9046,-5 0 0,-2-11 0,-33-14 0</inkml:trace>
  <inkml:trace contextRef="#ctx0" brushRef="#br0" timeOffset="152391">21458 6424 27975,'-27'-52'-1114,"5"10"-6526,36 56 7640,-6-4 0,7 5 0,-9-9 0</inkml:trace>
  <inkml:trace contextRef="#ctx0" brushRef="#br0" timeOffset="152574">21384 6694 28671,'-3'9'0,"1"-1"0,3-8 0,7 1 0,-6-1 0,5 2 0</inkml:trace>
  <inkml:trace contextRef="#ctx0" brushRef="#br0" timeOffset="158356">21933 6340 15950,'8'6'4313,"-1"-2"-3070,-7-4-66,0 0-965,15-6-116,-12 5 212,11-1-107,-14 6-5,0 5 34,-1-1-23,-4 3-61,-3 0-23,-2-1 0,0-2 101,2-2 179,3-4-49,1-2-175,3-8-78,-1-7-6,1-10-28,3-5-17,5-3-22,3 3-11,4 5-17,3 6-5,3 7 10,3 6-22,4 6 6,4 6 11,2 8-5,1 9-12,-6 7 11,-6 6 6,-12 7-22,-20 6-1,-3-21 1,-4 1-315,-9 2 1,-3-1 316,-6 2 1,-2-1 16,0-2 1,-1-1 10,3-4 0,1-2 48,-19 9 56,18-14 12,14-16 105,9-24-106,8 2 6,4-10-17,5 15 538,1 7-627,7 5-1,3 10-27,14 7 10,9 12-159,-1 1 0,2 0-277,10 9-2185,1-1 0,-2-3-6810,-13-10 8578,15 9 0,-38-23 0,-7-4 0</inkml:trace>
  <inkml:trace contextRef="#ctx0" brushRef="#br0" timeOffset="158765">22642 6824 27096,'29'2'-157,"-8"-5"-1209,-32 63-1278,-1-26 2644,-8 19 0,12-33 0,0 1 0</inkml:trace>
  <inkml:trace contextRef="#ctx0" brushRef="#br0" timeOffset="160799">22949 6578 14919,'-2'-6'8520,"1"1"-6734,1 5-1444,-13-57-347,9 42-1,-9-40-22,13 64 28,0 9 34,1 9-23,1 9 11,2 4-44,1 3-135,4 0-426,2-2-2352,12 4 1093,-4-18 638,6-4 850,-6-27 477,1-11 315,2-12 402,-1-9 358,-1-1 40,-3 1-224,-5 5-174,-4 5-168,-3 3-179,-1 5-123,-3 5-152,1 4-156,-2 6-90,1 3 28,-1 5 11,0 1-11,-2 18 34,-2-3 5,-5 13-11,-3-3 6,-4-1-6,0-2 44,3-9 175,4-8 27,5-7-162,2-11-45,2-11 6,3-11-22,6-9-1,6-4 23,4 3 22,-1 7 0,-3 11-84,-7 10-11,-2 5-5,-3 8 5,5 5 5,2 7 12,5 8-6,1 5 1,1 2 4,0-1-10,1-3-6,-1-4 6,0-7 38,-1-6 80,-2-7-18,0-11-44,0-10-12,2-13-5,0-13 5,0-6-11,-3-2 1,-4 8-12,-5 11-12,-4 13-21,-2 9-102,-1 8-290,0 3-650,1 2-1446,1 6-6827,10 3 8472,1 2 0,1-4 0,-3-2 0</inkml:trace>
  <inkml:trace contextRef="#ctx0" brushRef="#br0" timeOffset="161041">23739 6390 19150,'-9'0'3568,"2"0"-2124,7 0-1102,0 0 8,33-45-473,-8 32-449,8-12 1,3 4-381,0 19-2321,20 1 3273,-21 5 0,-9-2 0,-7 2 0</inkml:trace>
  <inkml:trace contextRef="#ctx0" brushRef="#br0" timeOffset="161233">23852 6475 26525,'-40'29'616,"9"-5"-616,52-34-135,16-1-55,-5 1-802,-1 2 1,1 1-5344,4-3 5487,9 0 0,-26 4 0,-9 3 0</inkml:trace>
  <inkml:trace contextRef="#ctx0" brushRef="#br0" timeOffset="162725">24223 6240 13502,'0'-7'7875,"0"2"-6984,0 5-34,0 0-667,16-52-72,-4 36-56,14-37-18,-6 50-4,5 2-35,7 6-16,4 4 5,-1 9-10,-5 5 16,-9 5 33,-11 0 34,-11 1 107,-24 11-79,0-11-16,-15 4 33,13-15 140,6-6 156,6-4 74,6-4-67,4-3-146,3-1-107,2-1-190,8 1 28,7-1 6,13 6-23,9 4 17,4 9-17,-13 2 0,-2 1 17,6 13 12,-3 14-1,-34-19 0,-13-3-11,-14-4-50,-8-2-174,-1-4-1642,-3-3 1866,11-6 0,10-3 0,12-4 0</inkml:trace>
  <inkml:trace contextRef="#ctx0" brushRef="#br0" timeOffset="164932">24950 6108 11110,'0'-4'9830,"0"0"-6799,0 4-2757,-19-23-117,16 13-101,-13-16 50,27 18-89,-1 3-6,8 1 12,6 2-12,0 2-28,0 2 0,-2 3 17,-10 3 11,0 6 62,-12 8 28,-26 11-45,-12 4-205,9-17 1,-3 0 162,3-3 0,0-1-14,-24 13 5,8 2 18,21-12-18,8 5 1,14-12 16,5 3 51,27 5-28,8-6-34,16 1 11,-7-8 18,-13-2-35,-8 1 321,-12 1-310,-7-1 18,-9 4 78,-21 8-3465,-7 4 3359,-4 0 11,-1 7-40,24-14 1,-3 9-23,18-1-2229,4-2 2274,3 0 2291,7 4-2286,1-3-16,9 8 0,8 8 11,-9-5 6,-2-3 16,-15-3 6,-12-7 73,-19 6-45,-7-7-166,-3-9 1,-1-3-344,-5-1-1946,-20-13 2399,33-5 0,5 1 0,10 2 0</inkml:trace>
  <inkml:trace contextRef="#ctx0" brushRef="#br0" timeOffset="166894">25473 6891 19994,'0'-3'4436,"0"0"-3703,0 3-721,-1-5-12,0 12-56,-9 11-684,-6 20-4176,1-7 1,0 0 3224,-5 9 1,0-2-1,17-32 1</inkml:trace>
  <inkml:trace contextRef="#ctx0" brushRef="#br0" timeOffset="167639">26249 6064 23839,'-47'-10'180,"0"1"1,0-1 0,-19-3-1,7 9-149,24 16 0,4 5-48,-17 13 204,22 2-153,18-1 33,18-2-56,14-2 11,16-5-5,9-4 17,8-4-17,0-1 5,-4-2-5,-10-1 33,-14-1 1,-15-2 134,-10 1-78,-12 2 16,-11 4-39,-13 3-22,-6 2-28,-1 3-18,6-3-21,11-1-1,9-2 29,8-2-23,5-2-6,7-1 17,5-1-5,6-1 27,11 1-33,-9-4-5,6 4 38,-15-2-33,0 4 0,-6 4 6,-8 2-17,-8 6 39,-10 4 0,-12 5 5,-7 4 18,-5 2-6,1-2-17,7-2-23,14-4 1,11-5 33,17-4 28,10-3 28,12-6 17,11-5-61,10-4-118,11-6-481,-28 0 0,1-1-2499,1-1 0,-2-1 3047,19-3 0,-20 3 0,-16 2 0</inkml:trace>
  <inkml:trace contextRef="#ctx0" brushRef="#br0" timeOffset="170409">26755 6343 17664,'1'-4'4940,"-1"1"-4128,0 3-773,13-21 29,-8 28 21,10-10 40,-12 38-11,-7 7-62,-5 3 5,-7 2 12,-3-5-11,1-2-6,6-18 336,4-5 408,7-14-166,1-4-315,1-9-73,4-11-38,4-10-63,5-9-50,4-3-16,1 3-29,0 5-33,0 9-39,0 10 5,1 8 22,2 7-27,5 7-17,0 8 28,1 8-1,-3 7 12,-5 3-5,-4 4-12,-4-2 11,1-4-10,1-5 4,4-8 18,2-8-28,4-7 22,6-12 11,5-10 6,4-10 11,2-4-28,-4 0 28,-6 6 0,-8 8-62,-10 8 17,-7 7 17,-5 5 6,-1 7 11,-3 6-17,-2 8-6,-1 4 12,-1 2-18,1 1-4,4-3-18,2-4 28,5-7 12,3-4 16,6-5 29,3-5-23,4-8-6,2-5 40,8-17-34,-10 8 39,5-15-5,-12 12 50,-2-8 22,-6 4-33,-8 2-17,-8 5-45,-8 6-17,-5 5-22,0 5-44,4 4 4,3 5-77,6 6-141,4 6-240,4 5-465,9 5-1715,14 8-408,11-3 414,4-2 2672,17-3 0,-33-16 0,10 2 0</inkml:trace>
  <inkml:trace contextRef="#ctx0" brushRef="#br0" timeOffset="171227">27923 6490 26508,'0'-42'250,"0"-1"0,1 4 0,-6 11-199,-12 23-46,-11 8-5,-1 6 0,-7 10-5,11-1 10,-5 11-10,2 5-40,6 0-22,5 4-6,15-15 39,7-7 1,13-6 27,7-11 17,12-9-1687,-10-5 0,0-4 1695,-2-2 1,-1-1-6,1-1 0,-1-1-74,-2-5 1,-2 0 98,12-26 14,-11 10 0,-1-2-187,-4 9 0,-2-1 204,0-2 0,-2 2 98,1-6-2114,-8 18 1985,-3 14 2097,-2 8-2152,0 3 115,-3 11-104,-1 7 382,-3 6-388,-1 16 0,-1 17-12,3 4 1534,3-23 1,2 0-1792,9 23 0,2-15-515,15 4-341,12-12 917,-1-5 236,5-10 78,-14-24-11,-9-4 135,2-14 162,1-8-252,-4 5 525,7-14-341,-13 21 1,0-2-157,-7 12 27,-5 6-144,-4 2-52,-3 4 18,-3 4-12,0 5-5,3 2 0,4 1 11,4-5 11,3-3-5,3-5-1,11-6 7,-5-2-1,27-16 11,-11-3 12,13-15 11,-11-1 27,-8 0-27,-7 7 56,-6-2 84,-6 7-90,-3 2-50,-2 7 28,-12 10-40,-2 8-5,-12 8-17,-2 11-11,-5 12-11,2 9 34,4 6-46,8 3-66,9 4-292,12 0-1047,15 0-3507,18-2 4087,4-8 0,-9-17 0,-11-11 0</inkml:trace>
  <inkml:trace contextRef="#ctx0" brushRef="#br0" timeOffset="171596">28980 6145 18936,'-2'-3'5583,"0"0"-3751,2 3-1882,-26-47-118,20 35-207,-20-32-2488,29 59 29,1-2 2834,4 12 0,-4-16 0,-1 0 0</inkml:trace>
  <inkml:trace contextRef="#ctx0" brushRef="#br0" timeOffset="171802">28870 6449 27286,'13'-41'-991,"0"9"-2011,-4 31 3002,7 2 0,-6-1 0,2 0 0</inkml:trace>
  <inkml:trace contextRef="#ctx0" brushRef="#br0" timeOffset="172452">29472 6059 19048,'2'-3'4480,"0"1"-3024,-2 2-1187,32-28-112,-24 22-39,25-21 16,-35 28 23,-4 2-34,-4 1-39,-4 3-16,-4-1-57,3 0 34,-9 3 5,7-3-11,-8 2 0,4-3-16,1-1 16,1 0 6,3 1-34,0 2 17,2 2 0,0 5-11,0 4 11,1 3-11,0 2-12,2 0-5,4-1 17,2-2-17,3-1 0,0-1 17,2-4 5,1-3 23,0-5 117,0-3 85,1-2-29,1-2-78,3-3-39,3-2-51,5-4-33,3 1 17,3 0-12,2 3-16,0 2 5,-1 3-17,-1 5 6,-1 4 0,-1 7 0,0 6-5,-4 4-6,-4 4-6,-4 1-45,-7 1-151,-10 1-380,-10-2-734,-9-2-1239,-4-6-4480,-1-9 7046,8-5 0,11-7 0,9-1 0</inkml:trace>
  <inkml:trace contextRef="#ctx0" brushRef="#br0" timeOffset="172685">29574 5991 19568,'2'-3'4839,"0"1"-3315,-2 2-1300,41-44-117,-26 31-93,8-11 0,0 3-9,-14 19-89,2 2-740,2 4-3494,5 4 3470,-2 2 0,-7-4 0,-6-3 0</inkml:trace>
  <inkml:trace contextRef="#ctx0" brushRef="#br0" timeOffset="172910">29969 6397 26499,'-4'45'-566,"0"-1"0,1 0 0,-5 15 1,-5-6 565,-5-22 0,-3-6 0,-4 4 0,9-13 0</inkml:trace>
  <inkml:trace contextRef="#ctx0" brushRef="#br0" timeOffset="175179">30462 6155 11441,'0'-6'6267,"0"2"-2256,0 4-387,19-82-3405,-15 61-189,8-25 1,-5 12 8,-11 45 6,-2 11-17,-4 14 6,-1 10-23,1 8-5,4-13 27,6 16-33,7-23 45,6 10-11,9-19-6,2-9 5,-3-9 85,12-15-12,-9-7-22,10-13 6,-8-4 89,-4 2-73,-9 8 214,-5 5-259,-8 13-83,-5 2 39,-4 10-23,-1 0 12,-4 14-12,6-4 0,-3 10 34,7-4-28,1-2 0,4-2-11,6-3-28,5-4 39,1-5 22,18-5-22,-8-8 23,13-7-6,-14-3 89,3-22-56,-10 6-50,4-18 68,-9 5 10,-5 4-44,-3 10 66,-7 1-66,1 15-28,-4-1-12,5 10-89,1 3-247,2 3-755,6 6-1721,10 2 2818,20 7 0,-15-7 0,5-2 0</inkml:trace>
  <inkml:trace contextRef="#ctx0" brushRef="#br0" timeOffset="175394">31312 6109 25730,'29'-24'-723,"0"-1"0,0 4 1,0 6-2583,17 22 3305,4 3 0,-21-4 0,-6-1 0</inkml:trace>
  <inkml:trace contextRef="#ctx0" brushRef="#br0" timeOffset="175577">31309 6259 20100,'-7'3'4711,"1"0"-3927,6-3 39,0 0-733,-19 16-51,34-16-28,-4 12-1263,27-15 1,9-5-3665,-14 4 1,-1 1 3422,6-1 0,-4 0 1,-7 2-1,-20 2 1</inkml:trace>
  <inkml:trace contextRef="#ctx0" brushRef="#br0" timeOffset="176797">32064 5991 15664,'1'-6'4329,"6"-30"1,1-5-3926,-4 18-239,4-17 0,-1 3 340,-5 25-209,0 4-189,-1 3-62,0 3 5,-3 12 40,-4 11 55,-7 18-44,-8 17-595,7-22 1,0 3 521,-1 3 0,1 0-17,-1 1 0,1 0-220,3-3 1,1-1 205,3-5 0,0-2 20,2 16 11,3-14 61,3-13 130,0-11-46,3-14-111,2-10 988,4-17-1022,8-26 95,-3 12-115,-3 7 0,0-2 6,-3 11 0,1 0-6,1-8 1,0 0-1,0 3 1,-1 2 19,5-24-11,-6 17-6,-5 16 0,-3 13-22,-1 8-17,-1 4 6,-3 7 332,-6 8-455,-6 12-499,-4 10-1944,0 9 2588,3 7 0,7-24 0,6-2 0</inkml:trace>
  <inkml:trace contextRef="#ctx0" brushRef="#br0" timeOffset="177840">32460 5661 23892,'41'-29'59,"1"1"1,-2 2 0,-1 8-20,14 20-18,-6 5 12,-15 7 50,-16 7 28,-20 4 33,-19 5-38,-19 0-82,15-14 0,-2-1 14,-1 0 0,-1-1-5,1 0 0,2-1 44,-21 12-3408,13 0 3335,16-8 40,9 4 5,14-9-22,3 1 45,14-1-11,5-3-23,13 1-33,3 0 3430,8 3-3424,-19-4 4,-3 3 12,-22-4 23,-6 4-39,-2-3 10,-5 6-11,3-8 0,-3 6-5,3-4 22,0 2-22,-1 2-6,-3 4 5,2-5-10,-5 6 5,5-6 0,0 3-17,4 3 22,3-3-10,4 0 10,7 4-10,5-1-40,7 9 39,1 3 12,-6 6 11,-17-2 0,-14-3-6,-15-5-6,-6-8 7,-1-4-57,-4-5-57,14-4-340,-1-8-1484,17-9 1926,2-15 0,5 11 0,3-4 0</inkml:trace>
  <inkml:trace contextRef="#ctx0" brushRef="#br0" timeOffset="178407">32925 5509 15964,'28'-17'386,"0"-1"0,21-9 2269,-15 21-2554,-5 4 1425,5 4-1492,-11-1 11,10 5-34,-11 1 865,0 0-830,0 8 3402,-14-2-3387,1 4 34,-8 4 79,-8 10-107,3-5 107,-11 29-68,7-18-44,-2 10 39,1 5-45,3-20 0,1 1-23,-4 23-1682,2 5 1,0 1 1660,3-8-4,1-7 0,0 1-414,3 7 446,2-2-134,-2-17 1,-1 0 126,-6 17-44,-9-1-34,-4-26-302,-17-4-7293,-17-11 7640,2-3 0,7-4 0,26-4 0</inkml:trace>
  <inkml:trace contextRef="#ctx0" brushRef="#br0" timeOffset="210447">16306 8360 24794,'-14'-56'1008,"3"9"-834,10 44-107,1 1-140,-1 1 51,0 6 50,1 3-11,0 6-6,3 1 0,2-2-11,3-3 28,-2-4 62,2-3 33,-3-4 0,3-5 6,1-6-6,1-8 40,-2-3 5,-4-2 5,-1 3 18,-3 4-23,0 5-68,-1 6-55,-1 5-45,-2 1-22,-2 5 11,-4 4 5,-4 6 6,-2 4-17,-2 7 6,6-7 17,0 3-23,8-8-28,0-1-45,2-2-229,1-3-521,2 0-1031,1 0-2033,1 1 3904,2-1 0,-2-3 0,0-1 0</inkml:trace>
  <inkml:trace contextRef="#ctx0" brushRef="#br0" timeOffset="210881">16326 8652 25270,'-3'7'78,"1"-1"-61,2 3-23,1-2 6,3 4-16,3-4 21,1 1 52,-1-4-1,-3-2 218,-3-2 51,0-1-84,-1-4 190,-1-8-291,-1 3-17,0-2 34,-1 7 5,-1 3-89,1 0-67,1 2-40,0 0-195,1 0-483,0 3-4682,9 1 5394,1 0 0,1-1 0,-3-3 0</inkml:trace>
  <inkml:trace contextRef="#ctx0" brushRef="#br0" timeOffset="211388">17315 8144 27012,'-28'-42'90,"-4"8"-85,9 32 40,-15 1-23,-7 1-16,1 0 5,-1 2 6,21 0-17,9 1-28,2 1 11,6 1 6,-4 3 17,3 1 10,0 3-3402,0 5 3397,0-3 12,-5 19-23,2-3-2246,-6 31 2251,6-21-10,0 12-7,2-6 32,3-14 0,0 1-12,0 6 0,-1 0-8,2-7 0,0 0 17,-1 27 2263,5-28-2291,0-1 11,2-2-23,5-6 3421,4-1-3404,9-1 6,10-7-22,0-5-645,22-3-4249,-18-5 1,0 0 3585,17-1 0,0-1 0,-41 1 0</inkml:trace>
  <inkml:trace contextRef="#ctx0" brushRef="#br0" timeOffset="215359">9885 6485 8864,'-2'-4'8402,"-1"0"-5691,3 4-997,-36-74-1397,16 42 161,-4-14 1,-2 2 255,0 19 149,-3 6-630,5 7 411,-7 3-558,16 6-61,-3 3 0,11 7-17,2 14-28,2-2 494,7 15-489,8-7 12,12 10-22,11 2 5,5 1 16,2 4-468,1 0 463,-1 1-22,-2-2-154,-4-2 165,-7-1 0,-7-4 5,-10-2 1,-8-3 33,-12 0 456,-11-1-551,-14 1-560,-8 0-3882,-4 1 3696,9-7 0,15-9 0,10-8 0</inkml:trace>
  <inkml:trace contextRef="#ctx0" brushRef="#br0" timeOffset="216160">6778 8697 21669,'-4'-6'2684,"1"2"-2274,-13-29 1,-4-7 169,4 8-513,-5-9 0,0 2 481,7 17-522,8 15-129,1 3-356,7 16 449,7 12-28,7 14 19,8 8-1692,-5-18 1,1 0 1688,11 8 42,-5-14 0,3-3 40,18-6-28,-16-7 0,2-3 58,-1-5 1,0-4-85,-1-4 1,-2-3 138,-2-4 0,-2-4-25,-3-2 0,-2-2-36,-3-3 0,-3-2-9,-3 0 0,-2 0 3,3-31 9,-7 7-1,-4 11-62,-1 12-58,0 11 3096,0 12-4181,3 11-3738,8 12 4857,3 6 0,-2-5 0,-4-4 0</inkml:trace>
  <inkml:trace contextRef="#ctx0" brushRef="#br0" timeOffset="218618">10789 9570 14981,'-4'-5'5718,"1"2"-4497,-9-28 1,-1-7-315,6 1-582,-6-8 0,2 0 246,13 9-324,1 12 190,2 5-169,-3 12-189,0 2-74,-2 12-5,1 11 12,0 4-1,2 18 17,2-2 22,11 23-22,5-14 17,13 2 11,7-23-34,-6-11 46,13-8 83,-6-9-45,-1-4 1,-3-5-40,-10-3-50,-6 1-6,22-9-235,4 1-39,1 1-913,10 2-6398,-15 14 7574,-6 4 0,-10 2 0,-19 3 0</inkml:trace>
  <inkml:trace contextRef="#ctx0" brushRef="#br0" timeOffset="219806">5841 10769 19764,'-1'-42'1376,"0"1"0,0 4 0,-1 8-709,-2 19-460,1 5 50,-2 4-240,2 5-6,-4 6 6,-2 11-6,-4 11-11,1-2 45,-8 30-34,9-25 6,-4 6 0,-2 3 39,-6 8-23,6-14 1,1-2 0,-6 9-1,6-10 7,6 4-34,8-15 22,8 10-6,6-22 51,22-3 33,27-7-89,-7-3-1004,2-4 0,2 0 987,-18 2 0,-2 0 0,0-1 0,-4 1 0,10 1 0</inkml:trace>
  <inkml:trace contextRef="#ctx0" brushRef="#br0" timeOffset="224411">17863 8213 22576,'-16'-53'734,"-13"14"-661,8 43 55,-17 10-55,9 5-45,-4 7 0,7 1-33,11-5 16,6 6 11,11-11 29,6 5 27,9-6 0,8-3-38,-1-4 27,17 1-50,-13-5 16,8 1-38,-17-2 5,-9-2 16,-6 0-10,-3 0 78,-3 1 62,-4 6-40,-6 4-28,-7 5-22,-8 2-11,-4 3-17,0 0-28,3-2 6,6 0-17,6-4-12,7-1 1,5-7-1,4 3 46,7-5 5,7 3 17,6-4-45,3-1-28,-1 0 22,-5 3 12,-7 2 22,-6 5 0,-10 7 5,-9 6 6,-10 4-16,-4-1-18,3-3-27,6-6-6,10-5 28,7-5 34,10-3-29,10-4-145,15-2-470,14-9-1317,12-4-2830,-25 2 0,0-1 4757,24-7 0,-21 5 0,-17 6 0</inkml:trace>
  <inkml:trace contextRef="#ctx0" brushRef="#br0" timeOffset="225275">18350 8454 25987,'-2'-62'-319,"1"34"302,1 55 34,-1 22 28,-3-4-17,-3 3 0,-3-4 0,-1-3-34,4-10 12,2-11 207,3-9 492,1-8-610,7-23 6,1-4-39,8-21-17,1 1-12,3 0-33,3 4-17,1 8 1,3 8 16,1 10 0,3 7-23,3 8 34,3 6-44,0 7-40,-4 6 28,-3 7 6,-2 9 33,-11-9 12,0 8 5,-8-16 0,2 3-39,0-5 6,1-5 39,2-6-17,4-4-6,6-9-3358,16-13 3381,-10 1-1137,-2 1 0,-1-1 1114,-4 2 17,16-11-11,-22 16-39,0 3 17,-9 5-74,-6 6 85,-1 2 2302,-1 6-2297,0 3 3398,-3 6-3380,3 1-35,0 5-10,7-3 21,1-2 12,11 0 17,5-8 0,10 1 56,16-9-6,-15-10-17,6-10 18,-22-11-7,-5-5-27,-6-6 61,-5 0 79,-9-4-135,1 14 6,-11-1-17,-2 18-34,-17 1-16,10 6-51,-18 11 45,27-1-28,-7 10-62,15-2-3716,4 10 3531,6-5-1349,19 13 89,8-15 589,7 3-2505,19-7-1437,-16-9 1,2-3 4363,-4 2 1,-1-1-1,-2-1 1,-3-1 0,-5 0-1</inkml:trace>
  <inkml:trace contextRef="#ctx0" brushRef="#br0" timeOffset="226102">19669 8482 25606,'-11'-60'555,"-20"21"-510,0 52-34,-7 5-17,3 9 1,9 3-7,6-5-21,3 12 55,15-20-22,3 3 11,9-9 6,6-7 6,11-3 10,18-16-10,0-8-7,0-6 35,-2-11-18,-13-1-128,-13 12 0,0-2 142,-2-9 1,-1-2-1,-4 8 1,-1-1 33,0-3 0,-2 3 15,0-3 139,-3 7 28,-2 17-22,-1 3-208,-1 6-105,0 5 21,-6 26 62,-1 2-5,-3 16 16,-2 8-16,4-3 0,0 0-29,4 13-3296,16-1 3112,7-3 101,8-5-156,-2-32 1,3-4 133,10-2 116,9 2 35,-11-20 38,-6-20-61,-5 2 34,-6-4 0,-1-3 78,-1-5-56,3-7 190,-8 13-95,-9 19 3238,0-1-3361,-3 8 229,0 1-246,-2 8 0,0 0 6,-2 7-23,2-2-33,6-1 39,1-3 17,9-2 0,13-6-6,-3-3 56,27-17-50,-21-4-17,12-16 0,-22 10 62,-1-15 33,-13 17 0,0-9 0,-13 18-33,-5 8-45,-3 5 27,-20 10-32,13 1 16,-30 20-12,25-3-4,-9 14 4,20-10-27,6 17 11,8-11-50,9 14-124,10-10-363,16-4-18,-2-8-2816,1-10 1,2-2 4,6 0 3366,-2-3 0,-5-1 0,-19-6 0,-3 0 0</inkml:trace>
  <inkml:trace contextRef="#ctx0" brushRef="#br0" timeOffset="226310">20908 8210 21881,'-2'-5'3086,"0"2"-2968,2 3-342,-13-35-235,13 36-1641,-6-13 649,13 35-689,1 8 2140,-6 9 0,0-24 0,-2 14 0</inkml:trace>
  <inkml:trace contextRef="#ctx0" brushRef="#br0" timeOffset="226468">20872 8487 27113,'-13'-7'-146,"5"1"-632,17 2-2090,7 0-6963,8 1 8590,-6 0 1,-5 2-1,-9 0 1</inkml:trace>
  <inkml:trace contextRef="#ctx0" brushRef="#br0" timeOffset="227000">21375 8209 19496,'-2'-6'4155,"1"1"-3415,1 5-298,3-64-106,2 42-230,-2-15 1,3 3-23,7 24-56,3 2-16,6 2-18,5 3 12,5 1-6,2 6-28,1 2-17,-3 7-17,-3 5 0,-7 5 17,-8 4 17,-8 2 45,-15 2 5,-10-1 12,-11-1 22,-3-5 45,1-5 129,7-8 252,8-4 22,7-5-180,7-2-116,1-2-57,2-1-112,0-1 6,8-1-34,3 1 0,13 1-28,5 5 45,15 12-28,-13-1-11,13 18 11,-19-3 0,2 8 23,-7-1-46,-10-3 34,-13-5 40,-15-3-141,-19-5-1063,-17-2 1153,19-10 0,1-2 0,-6 2 0,3-4 0</inkml:trace>
  <inkml:trace contextRef="#ctx0" brushRef="#br0" timeOffset="237013">22111 8437 18476,'1'-4'5567,"0"0"-3113,-1 4-2236,14-34-106,-10 28-5,10-19 16,-14 43-22,0 9-79,-3 10-145,-8 8-1782,-13 8 1905,-3-3 0,7-17 0,7-15 0</inkml:trace>
  <inkml:trace contextRef="#ctx0" brushRef="#br0" timeOffset="239137">22436 8276 21915,'-2'-40'405,"0"-1"0,-1 1 1,4 16-171,3 28-56,-1 3-3915,-2 30 3926,-4-12 101,-7 34 525,-11-3-772,4 1-38,1-4 11,15-14 28,13-15 27,8 2 147,16-12 5,-3-14 3184,-1-6-3179,-5-16-21,-8-7-12,4-11 303,-5-8-130,-2-4-77,-7 15-175,-4 7 34,-4 20-162,-2 8 0,-3 9 33,-5 16-50,0 6 34,0 2-12,5 3-5,9-9 0,5 5 50,18-5-5,4-9-23,3-6-3375,13-17 3392,-23-1-1319,27-25 1359,-25 0-1788,6-18 1765,-17 13 78,-6-9-5,-8 12 1797,-6-6-1859,-5 6 1330,-10 6-1375,4 11 3370,1 5-3476,6 9-62,6 3-201,-1 7-1816,8 11-5673,12 2 7847,7 3 0,-4-11 0,-6-6 0</inkml:trace>
  <inkml:trace contextRef="#ctx0" brushRef="#br0" timeOffset="239346">23313 8171 26687,'13'-34'-529,"-1"0"1,7 3 0,5 7-413,13 17 0,5 8-3975,7-3 1,-2 1 2457,11 0 0,-9 1 1,-42 1-1</inkml:trace>
  <inkml:trace contextRef="#ctx0" brushRef="#br0" timeOffset="239531">23470 8223 21282,'-6'2'3747,"1"0"-2262,5-2-1614,-28 7-45,31-8-123,-17 4-832,37-9 1,16-4-5241,23-3 6052,-21 3-1,-2 1 1,3 1 0,-19 3 0</inkml:trace>
  <inkml:trace contextRef="#ctx0" brushRef="#br0" timeOffset="239901">23985 8019 24833,'-10'-52'394,"-1"1"0,3 4 0,7 8-293,22 12-62,7 9-11,3 6 11,4 7-16,3 6-23,6 6-11,0 8-6,0 8-6,-8 11 1,-11 6 11,-13 7 22,-23 5-269,-3-24 1,-4-1 268,-8 3 0,-4-2 8,-3 0 1,0-1-3,5-6 0,1-1 67,-5 3 0,2-2 33,2-1-3190,-2 5 3157,22-19 168,14-2 11,21-7-263,31-10-90,-21 6 1,1 0-541,11-5 0,0 0-1619,-2 2 0,-2 1 2249,-3 0 0,-3 1 0,10-2 0,-22 5 0</inkml:trace>
  <inkml:trace contextRef="#ctx0" brushRef="#br0" timeOffset="241204">24746 7789 24598,'-3'-53'190,"13"7"-162,37 33-11,8 1-6,2 6-16,-6 4-12,-13 6-6,-14 5 74,-12 5 61,-17 6-6,-12 4 12,-16 4-29,-7 2-33,-4 0-16,4 0-29,7-4-11,10-4-17,10-5 17,7-5 51,11-2-23,6-2 6,13-1-6,11-2-23,8-2-5,6 0-5,-1 1 5,-5 0 0,-11 2 11,-14 5 34,-10-2 22,-13 6-11,-12 0 17,-15 4-23,-11 3-28,-6 2-10,4-2-1,10-2-11,11 0 5,13-8 18,6 6-23,11-7-23,13 10 23,-1-7-16,17 8 10,-5-5 40,9 4-23,-5 0 0,-7 3 0,-14-8 0,-11 7-11,-18-7-117,-14 6-286,-13 1-2297,-8 1 2700,7-5 0,17-7 0,12-5 0</inkml:trace>
  <inkml:trace contextRef="#ctx0" brushRef="#br0" timeOffset="243224">25578 7660 18209,'-5'-53'1467,"1"11"570,5 39-1970,13-2 721,7 0-788,28-3 17,-2 3-17,13 1 395,-14 3-406,-7 2 17,-16 0 1359,-9 0-1354,-12 1 23,-2 1 61,0 1 68,0 12-29,-1 1-72,0 4 5,-1-1 67,-3 4 73,-1 17-21,-3 21-522,2-7 369,3-19 1,1 0-6,-2 16-34,2 0 6,1-11 0,1 0 12,-1 19-15,2-18 0,-2 1-14,1-11 0,-2-1-61,-8 26 22,-1-17-328,-11-12 0,-4-3-187,-1-3 72,1-4 1,-2-1-9333,-27-2 8281,25-7 0,-11 1 0,34-9 1</inkml:trace>
  <inkml:trace contextRef="#ctx0" brushRef="#br0" timeOffset="244865">16525 9705 13883,'2'-3'6878,"-1"1"-4016,-1 2-2274,17-40-369,-13 30-281,13-29 101,-20 45 17,-10 17-33,2-4-12,-4 7 0,8-14 23,5-4 5,3-4 146,1-2 240,2-1 2,2-6-119,4-3-6,1-8-5,0-4-23,-3-3-5,-4 1 56,-4 2-247,-3 9-11,-1 2-27,0 7-63,0 1-89,0 1 23,1 4-1,-4 6-196,-1 10-509,-2 7-3669,4 14-1260,4-12 5724,6 7 0,-2-25 0,2-1 0</inkml:trace>
  <inkml:trace contextRef="#ctx0" brushRef="#br0" timeOffset="245222">16618 9988 25208,'-44'19'45,"8"1"-11,35-8-23,1-2 17,5-2 68,2-4 111,5-1 241,6-4-286,-5-2 174,6-9-5,-9-1 257,-1-9-409,-4 8 67,-5-4-117,-7 8-17,-12-3-84,-4 3-56,-2 2-90,4 5-610,7 3-3573,6 10 4301,5-1 0,2 2 0,2-6 0</inkml:trace>
  <inkml:trace contextRef="#ctx0" brushRef="#br0" timeOffset="245965">17471 9500 25152,'1'-24'438,"-1"5"-438,-11 19-12,-18 0 7,4 0 22,-29 0 5,3 0 6,3 0 11,6 1 34,20-2 190,11-4-207,3 2 67,3-3-95,4 5-78,0 0 28,0 2 16,-4 13 23,-2 6 11,-3 16-23,1-5 1,-1 14 22,3-4-6,3-7 1,1 2 10,-1 25-531,2-24 1,1-1 508,1 9-519,5 13 520,-1-30-1,17 21-11,-8-33-45,32 6-33,-17-18-3321,27-8 0,4-5-6196,-6-1 9595,0-2 0,-6 0 0,-26 6 0,-8 1 0</inkml:trace>
  <inkml:trace contextRef="#ctx0" brushRef="#br0" timeOffset="247131">18243 9524 14488,'1'-4'8290,"0"0"-7349,-1 4-51,-15-62-711,6 44-78,-3-17 0,-4 6 16,-7 27-44,-8 8-6,-6 9-5,-2 12-51,0 7-11,10-5-28,3 15 23,18-17 5,6 11 33,17-14 34,14-7-16,12-7 5,9-6 6,4-8-17,-2-4 11,-8-2 33,-13 1 63,-14 5-96,-11 2 128,-5 2-105,-7 5-29,-4 2-16,-10 6-29,-4 4 18,-4 1-6,0 2-40,3-1 23,7-2-5,7-4-18,6-2 18,3-4-7,12 0 29,7-5-11,16-1-12,4-3 1,-1-1-29,-10 0 45,-12 2 12,-10 7 5,-12 4 16,-12 10-32,-13 5 16,-10 4 11,-2 1-34,4-1 18,9-2-29,10-3 6,10-3 11,7-2-61,10-2 16,6-3-5,12-4-56,13-4-129,12-8-325,15-7 50,-27 0 1,0-1-841,4-1 1,0-2-757,2-2 0,-1 0-2030,0-1 0,-2 1 4125,-6 2 0,-2 0 0,6-3 0,-19 8 0</inkml:trace>
  <inkml:trace contextRef="#ctx0" brushRef="#br0" timeOffset="247913">18721 9782 7902,'1'-11'9830,"0"2"-6848,-1 9-461,0 0-1209,4-63-920,-3 44-269,1-16 0,0 5 337,-2 27-522,0 2 1357,0 7-1323,1 6 33,0 11 1,0 8-1,1 5 18,-1 2-12,0 5 11,0-15-5,2 5-39,-1-21 128,2 0-55,0-7 66,2-11-50,3-7 12,5-13 5,4-9-11,4-5 50,4-8-101,-7 17-27,8-8-1,-15 27-22,11-6-11,-2 14 28,9 0-12,7 7 12,2 5-23,0 7 12,-6 7-6,-7 5-17,-8 3 17,-6 1-22,-2-1-17,1-4-1,3-5-16,6-6-22,14-7 84,-9-7-18,16-10 18,-8-6 0,8-7 22,-1-2 50,-1-3-44,-15 11 16,0-2-11,-18 15-44,0-1 10,-5 6 23,-3 15 6,1-1-12,-1 9 6,1-5 11,2-4 1,4 2 27,10 0-22,2-7-12,1-3 18,6-6-1,-1-2 129,18-12-89,-16 3 78,7-15-67,-25 12 67,0-14 0,-7 6-12,-7-7 29,-14-4-3482,-5 9 3342,-3 3 0,0 9-17,6 7-56,0 1-73,4 7-67,10 5 45,4 4 3033,10 6-3923,8-3-505,15 2-1871,28 0-3282,6-9 6020,-26-5 1,-1-1 0,3-3-1,-15 0 1</inkml:trace>
  <inkml:trace contextRef="#ctx0" brushRef="#br0" timeOffset="248347">20178 9733 27303,'-24'-29'70,"1"-1"0,-26-10-25,-2 60-39,14-2 10,7 2 1,2 1-11,7-1-6,-13 18-28,25-15-23,2 3 1,14-5-28,16-7 61,8-11 22,4-5 18,6-16 22,5-16-23,-8 2-262,-7-2 1,-1-5 261,-14 10 1,-1-2 23,3-8 1,1-5 0,-3 3 14,-2 1 1,-2 1-14,2-6 0,-3 4 243,-4 3-151,-6 25-95,-1 0-34,-1 11-28,-1 4 535,-5 14-541,-1 8 12,-3 18 22,2-5-50,0 16-78,6-7-197,6 13-397,7-24 0,3-2-269,9 11-2154,8-10 0,3-4-2578,2-6 5712,-3-5 0,-2-2 0,-10-9 0,-1-1 0</inkml:trace>
  <inkml:trace contextRef="#ctx0" brushRef="#br0" timeOffset="248721">20689 9708 15154,'1'-6'8637,"1"2"-8041,5-24 1,2-7 294,-4 11-561,4-13 1,-1 3-96,-9 23 28,-2 4-184,-2 5-85,0 2-16,0 4 5,3 3 17,1 2 22,9 10-16,-2-10-12,13 6 29,-1-12 22,7-3-12,3-8 23,-1-9-5,-1-9-23,-9 3 67,0-18-34,-10 12 63,1-9-40,-6 17 11,-6 6 6,-9 9-73,-8 8 22,-14 11-16,-4 12-18,4 1 1,-6 13-11,12 8-29,6 0-61,12 6-196,24-16-44,4-12-1298,11-9 1,6-4-8210,19 1 8364,-21-5 0,-2-1 0,3-3 0,-24-3 1</inkml:trace>
  <inkml:trace contextRef="#ctx0" brushRef="#br0" timeOffset="248913">21390 9445 27415,'-36'-50'-1641,"11"14"-2633,32 45 4274,8 17 0,-7-16 0,0 6 0</inkml:trace>
  <inkml:trace contextRef="#ctx0" brushRef="#br0" timeOffset="249080">21367 9653 28434,'-28'-4'-683,"6"0"-1776,29 8 2459,1 0 0,-1 1 0,-2-2 0</inkml:trace>
  <inkml:trace contextRef="#ctx0" brushRef="#br0" timeOffset="250513">21809 9552 14460,'1'-6'4276,"9"-34"1,2-8-3336,-2 8-614,3-11 1,0-1 422,-4 13-553,-4 16 89,-2 4-202,-2 16-96,-1 3 35,-1 11 61,-3 14 0,-5 17-23,-6 14-47,6-24 0,0 1-11,0 0 0,2-1 3,-4 29 10,6-11-16,7-17 62,8-7 61,3-16 40,7-3-3365,8-25 3247,-5 2-8,7-15 143,8-18-46,-7 8-47,-10 12 0,1 0 81,4-7-17,-6 9-140,-10 15-50,-4 6 0,-5 8 3405,1 7-3355,3 11 34,0 24-28,-1-10 5,-2 24-28,-2-17-117,0 10-258,2-5-3013,10 1-6437,4-17 7781,2-5 1,-7-17 0,-7-6 0</inkml:trace>
  <inkml:trace contextRef="#ctx0" brushRef="#br0" timeOffset="251371">22776 9783 25382,'2'57'31,"-9"-16"0,-5-3-300,-8-2-4647,-11 11 1,-2 0 4212,5-7 0,6-11 0,3-5 0,11-14 0</inkml:trace>
  <inkml:trace contextRef="#ctx0" brushRef="#br0" timeOffset="252265">23248 9469 18476,'0'-7'4935,"0"2"-4280,0-27 0,-1-5 90,0 13-555,1-14 1,-1 3-107,0 28-157,-1 6 45,1 12 79,-1 12-6,-1 16-29,0-1-5,0-4 1,0 1 10,1 13-14,2-14 1,2-1 2,9 10 34,8-13 95,17-13-73,-10-10 84,13-12 1,-14-12-1,8-13 17,-2-11-6,-4-2 34,-6 5 11,-8 11-106,-7 12-112,-4 9-28,-4 9 50,-2 7 6,-2 8-6,1 4-11,1 2 0,4 0 11,4-4-11,-1-4-22,11 1 33,-6-10 11,11 1 1,-4-9 22,6-7-12,-5-1 62,7-23-22,-10 3 11,4-17 11,-4-4-55,-7 15 55,2-10 0,-5 23-11,-1-1-11,-1 9-56,-1 8-57,0 4-357,0 2-141,0 5-1063,9 4-5407,14 4 6160,8-2 0,-6-4 0,-8-4 0</inkml:trace>
  <inkml:trace contextRef="#ctx0" brushRef="#br0" timeOffset="252513">24227 9386 21825,'-3'-1'3613,"1"0"-3025,2 1-660,1-38-80,20 24-285,13-29-565,28 34-375,-26 4 1,1 2-901,0 0 0,0 1-7554,25 1 8509,-23 3 1,-20 0 0,-14-1 0</inkml:trace>
  <inkml:trace contextRef="#ctx0" brushRef="#br0" timeOffset="252690">24299 9524 26340,'-8'4'-582,"20"-8"-365,46-15-11,-22 8 0,2 0-1591,2 0 1,2 0 2548,2-1 0,-4 1 0,7-1 0,-10 3 0</inkml:trace>
  <inkml:trace contextRef="#ctx0" brushRef="#br0" timeOffset="253107">24982 9232 20649,'0'-3'4952,"0"0"-3082,0 3-1618,-10-50-213,7 38-111,-7-36 66,4 64 34,-4 17 34,-4 10-62,-1 11-12,4-8 12,5-2-39,9-7-22,9-8 5,8-8 50,7-10 40,5-10 10,3-10 63,12-20-68,-14 6 67,14-18 57,-20 15 16,5-5 23,-6 7-5,-7 6-197,-8 9 0,-5 4 0,-6 8 0,0 7 0,0 11 0,-5 12 0,-3 11 0,-8 8 0,1 5-141,7-26 1,1 2-1308,2 9 0,3 1-3468,3-6 1,2-2 2974,-1-1 0,1-4 1,6 1-1,-6-24 1</inkml:trace>
  <inkml:trace contextRef="#ctx0" brushRef="#br0" timeOffset="255280">25845 9133 8819,'-4'-7'8705,"1"2"-6862,3 5 918,0 0-2419,11-30-29,13 16-229,1-19 45,20 24-28,-8 4-34,13 0-11,0 2-28,-5 2-33,-10 4 16,-12 1 118,-12 6 83,-10 2-4,-10 5 4,-12 5-60,-14 3-80,-9 2-21,-3-1-23,4 0-6,10-1-16,10-1 11,11-4 5,8-2 0,11-3 29,5-2 27,10-4-39,5-2-16,3-3 22,-1-1-23,-3-2-5,-6 1-56,-7 0 16,-5 1 51,-5 2 0,-4 3 56,-7 4 6,-6 2-57,-8 4-5,-6 2-28,1 1 0,1 1 0,9-2 0,7 0 17,5-1-17,5 1 28,5-2-17,3 1-33,6-3 22,4 0-17,1-2 12,-1-1-1,-5-2 12,-6-2 50,-6-2-12,-11 0-16,-10 0-56,-10 0-162,-7-2-342,-1-1-1428,1-6 1960,4-8 0,16 5 0,5-4 0</inkml:trace>
  <inkml:trace contextRef="#ctx0" brushRef="#br0" timeOffset="256731">26452 8930 23355,'-34'-36'1058,"7"8"-1036,27 28-10,2 0-1,2 0 50,16 0-38,4 1-6,7 0 27,18 0-16,-13 0-16,8-1 60,-4-1-44,-17 0-11,4 0 0,-16 1-6,-6 0 23,-3 4 16,-1 2-16,1 2 117,0 14-39,-1 0-6,1 13-22,-2 1-56,1-4 40,-1 11-1,-1 10-22,-1 5-336,0-23 1,0 1 341,-2 27-35,2-30 1,1 0-5,1 19-18,3-14 0,1-1-127,-1 9 155,1 16-16,-16-25-46,-12-11-245,-20-8-993,-14-8 1071,20-7 0,2-1 1,-6-1-1,2-1 0</inkml:trace>
  <inkml:trace contextRef="#ctx0" brushRef="#br0" timeOffset="267777">16601 10901 14477,'1'-11'7197,"0"2"-5718,-1 9-1076,0 0-156,-5 10-203,4-5-4,-4 9-40,5-8 50,2-1 476,5-3 68,3-11-275,1-4-201,-2-6 123,-4-6 22,-3 3 141,-2-5-124,-12 10-275,3 5 1,-22 15 33,-1 9-28,1 1-22,-2 7-11,20-7-1,1 0-78,5 3-845,4 3-1659,7 3 191,1-1 2414,18 2 0,-14-14 0,7 2 0</inkml:trace>
  <inkml:trace contextRef="#ctx0" brushRef="#br0" timeOffset="268127">16686 11140 19972,'-7'4'4150,"1"-1"-3618,6-3 17,0 0-342,-55 39-111,39-19-85,-14 4 0,4-1 23,24-8-18,3-8 57,2-2-11,-1-2 335,4-2 7,-3-3-57,3-4-22,-2-3 22,-1-4-62,-2 1-66,-1 4-85,-2 2-67,-2 3-33,0 2-68,-1 1-78,-1 2-453,-2 7-9266,-4 11 9650,4-1 1,1-2 0,6-10-1</inkml:trace>
  <inkml:trace contextRef="#ctx0" brushRef="#br0" timeOffset="269321">17524 10788 24133,'-5'-19'1226,"-3"3"-1191,-2 11-2,-8-1 6,-14 0-16,5 0 16,-30 0 11,25 3-27,-6 1 66,11 1-21,14 1 10,-3 0-33,10 0-68,2 0 18,1 1 22,0 6-34,-1 0 34,-6 18 5,1 0-5,-6 17-3376,1 4 3365,0-7 39,-4 17-214,7-23 1,0-1 185,1 3 0,-1 0 8,-1 4 0,1 0-8,-1 20-11,6-16 44,8 5-33,7-22 11,7 6 6,7-15 3197,7-7-3682,13-12 0,4-3-737,6-1-3728,3-5 1,-2-1 4380,-19 0 0,0 1 0,-26 7 0</inkml:trace>
  <inkml:trace contextRef="#ctx0" brushRef="#br0" timeOffset="272084">18521 10783 23136,'-16'-28'437,"4"6"-6013,22 22 5626,0 0 1443,22-2-1471,7-1-16,17-3 27,6-1-10,-2 2-6,-9 0 893,-15 2-692,-15 1 163,-12 1-23,-7 0 3460,-2 1-3762,-2 4-44,0-2 10,-4 9-5,1 1-12,-2 7-5,3 14 0,1-9 28,9 27-33,-3-26-1,9 25 17,-3-13-16,3 12 10,-2 2-10,-2-1-18,-4-1 23,-5-4-67,-10-2-197,-10-4-508,-14-5-1634,7-16 1,-2-2 1935,-18 6 1,5-6 0,26-11 0</inkml:trace>
  <inkml:trace contextRef="#ctx0" brushRef="#br0" timeOffset="272809">16496 12168 15862,'2'-5'7013,"0"1"-4449,-2 4-2233,10-58-216,-9 44-132,7-43 27,-11 60 1,-2 7 126,-5 12-125,0 4-24,1 7-16,6-7 23,4-8-34,8 0 50,0-11 62,4 1 44,-3-11 18,1-7 10,0-10 18,0-7-91,-4 3 208,-4-22-207,-3 25 106,-4-19-95,0 29 62,-2-3-73,1 9-96,1 0-111,1 4 11,-1 6 72,0 0-201,-7 14-296,0 5-489,-4 12-2273,4 19 1243,5-16 1219,10 22 0,-3-43 0,5 6 0</inkml:trace>
  <inkml:trace contextRef="#ctx0" brushRef="#br0" timeOffset="273142">16642 12337 24211,'-26'28'165,"0"0"1,-15 19-105,42-30-10,3-1-29,2-5 40,4 3 22,3-3-34,-1 0 107,0-2 320,-6-6 251,-3-2-409,-2-1 134,2-10-307,-1-2 11,0-12 5,-1 2-11,-1 2-61,0 7 72,-2 2-156,-1 7-247,-1 0-733,-3 4-152,1 2-6581,-7 6 6859,3 0 0,1-1 0,3-3 0</inkml:trace>
  <inkml:trace contextRef="#ctx0" brushRef="#br0" timeOffset="274191">17675 12122 14505,'-1'-6'7589,"0"2"-5287,1 4-1775,-2-59-365,1 44 28,-4-45-145,1 60-45,-11 4 23,2 0-7,-21 8 1,-1 1 1,-16 5-7,-5-2 17,2-2 67,3-5 62,17-4-56,11-5 33,13-1-56,8 0-128,0 0 39,2 5 28,-1 8-12,-2 10 51,-4 30-39,2-7 0,-1 8 11,2-8-23,2-19-10,1 18 27,1-10-22,2 6-11,6 1 11,4-13 0,3-4-45,11-12-2027,32-12 2072,-20-4 0,0-2 0,22-1 0,-13-5 0</inkml:trace>
  <inkml:trace contextRef="#ctx0" brushRef="#br0" timeOffset="274675">18389 11994 25539,'8'-32'70,"0"0"0,14-21-53,14 48 0,12-1-17,-6 1 0,18-5-11,-11 0 16,-13 3 1,0-1 22,17-3 0,-7 1 33,-27 6-21,-11 2 32,-6 2 85,-2 0-123,2 1 33,3 3-33,2 2 61,10 11-28,-1 0 0,11 21-44,-10-12 5,3 9 5,-6 2-11,-3-8 1,1 1-1,6 22-8,-3-7 0,-1 1-287,-3 8 278,-3-22 1,-3 0-1,-16 26-61,-9-27 0,-8-2-168,-3 3 0,-5-2-658,-13 5 0,-5-3 882,-1-7 0,4-4 0,20-8 0,2-2 0,-22 6 0</inkml:trace>
  <inkml:trace contextRef="#ctx0" brushRef="#br0" timeOffset="670099">22844 12191 22475,'4'-47'889,"0"1"0,0 0 1,0-17-1,3 16-816,0 37 89,1 8-11,-2 13 23,1 11-12,-1 16-44,-3 15-76,-4-22 0,-2 2-28,0 2 0,-1 1 3,-4 5 0,0 1-6,1-4 0,0-1-8,0-5 0,1-1 8,-2 11 118,5-26 156,1-9-78,2-14-134,1-12-28,3-17 0,3-17-28,2 3-272,1 0 1,1-4 259,1 1 1,1 0-432,-1 0 1,1 0 447,2-4 1,2 5 39,5 0-79,6-2 17,-3 19 17,1 15-6,-1 11 441,4 9-485,3 11 890,4 12-868,4 13 0,-19-13 0,0 2-276,1 4 1,0 0 219,1 4 0,-1 0-76,0 2 0,-1 0-171,-1 1 1,-1 0 16,-4-8 0,-2 2-2895,2 10 0,-2-1 3192,-1 4 0,-1 4 0,-8-32 0</inkml:trace>
  <inkml:trace contextRef="#ctx0" brushRef="#br0" timeOffset="670307">22949 12258 19132,'-5'-2'4973,"2"0"-3281,3 2-1569,-1-73-39,23 39-516,-8-13 0,5 1 365,11 27 0,4 6-303,5-3 0,0 2-154,-7 3 1,1 1 523,18-3 0,-5 3 0,-12 2 0,18-2 0</inkml:trace>
  <inkml:trace contextRef="#ctx0" brushRef="#br0" timeOffset="671438">27528 11805 25982,'19'-42'347,"1"-1"0,-3 4 0,-5 10-257,-9 25-45,-3 11 11,-1 12 16,-1 16-21,-4 14 10,-2 10-1740,1-22 0,0 1 1679,-2 13 3,4-19 0,0-1 2,1 0-5,1-1 101,1-12 78,0-10-61,1-14-62,-2-11 3381,-1-15-3398,-1-14-28,3-14-535,2 24 0,1-1 532,3-5 1,1 0-6,3-2 0,1 1-222,3 1 0,1 1 210,1 5 1,0 1-25,13-21 44,-1 15-2878,9 9 2862,-10 16 662,14 4-668,-9 13 367,8 8-384,-1 9 47,-2 12-36,-4 8-5,-6 6 22,-9 2-34,-9 1 12,-13-3 22,-11-3 3381,-10-6-3364,-3-9 33,0-10 0,4-8 6,5-11-11,6-11-45,8 0 0,2-9-5,9 8 5,5-1 11,15 6 6,2 7-17,1 7-23,5 10 23,-6 5-28,8 9 0,-3 6 11,-3 4 1,-4 8 10,-12-16-11,-7 9-44,-18-17-3729,-21 6 3454,3-11-1187,-28 0-7110,9-12 8633,-7-1 0,21-2 0,15-2 0</inkml:trace>
  <inkml:trace contextRef="#ctx0" brushRef="#br0" timeOffset="672112">23462 14567 19972,'0'-5'3870,"0"1"-1646,0 4-2023,-62-57-5704,24 52 5533,-1-21 1,0 5 98,-8 52 1183,8 6-1262,10-2 1,0 3-43,10-11 0,1 1-2,-6 15 0,5 1-40,4 10 17,9-22 0,5 0 854,20 21-1109,24-27 0,8-5-280,-17-8 1,2-3 17,11-2 0,6-2 0,-5-3-704,-11-5 0,-2-2 1238,18-1 0,-4-1 0,-11-1 0,-1 0 0</inkml:trace>
  <inkml:trace contextRef="#ctx0" brushRef="#br0" timeOffset="673521">28333 14168 26502,'-15'-37'294,"0"0"0,-23-12-154,-15 70-95,21-3 0,-1 2-950,-4 5 0,1 3 936,-1 3 0,3 2-28,2 1 0,4 2 282,7-1 0,6 0-294,7-3 1,8 0-25,24 19-88,0-30 1,5-5 24,9-3 1,3-5-650,7-1 0,2-4-45,4-3 0,1-3-1949,1-3 1,-1-3 2738,-8-1 0,-4 0 0,12-6 0,-27 6 0</inkml:trace>
  <inkml:trace contextRef="#ctx0" brushRef="#br0" timeOffset="674270">23140 14891 21612,'-11'-50'912,"-1"-1"0,1 1 0,0 2 0,0 1 0,1 16-638,1 19-218,1 4-61,5 9 22,5 13 11,4 15-17,5 18-6,5 14-282,-7-26 0,0 1 210,0 2 0,1 1-110,-1 1 1,0 1-200,0 0 1,1-1-306,-1-1 1,-1-1-795,0-4 1,-1-2-5186,4 20 5880,-5-17 0,-3-20 0,-3-11 0</inkml:trace>
  <inkml:trace contextRef="#ctx0" brushRef="#br0" timeOffset="674578">23110 15007 18179,'-22'-56'2074,"0"0"0,1 3 1,3 3-1711,6 17 0,1 1 96,-2-27-253,8 6-106,17 11-17,12 10-17,18 11 6,12 9-1733,-12 15 0,0 4 1672,19 4 13,-14 6 0,0 6-389,-14 0 1,-1 3 360,11 9 1,-1 3-18,0 3 0,-3 1-14,-3 0 1,-4 2-12,-7 5 1,-8-1-180,-11-9 1,-7-2 192,-2-2 1,-6-3-77,-14-5 1,-4-4 17,-26 10 35,17-13 1,-2-3-39,-1-2 0,-1-3-346,-7-4 1,1-2-487,-15-4-2728,25-6 1,5-4 4341,10-8 1,4 2 0,12 6 0</inkml:trace>
  <inkml:trace contextRef="#ctx0" brushRef="#br0" timeOffset="674936">23125 14784 17277,'-5'0'3932,"1"0"-521,4 0-3136,-32-60-113,33 38-11,-9-16 0,6 4 40,33 20-39,16 0-96,-10 10 28,20 4-17,-1 12-1741,-9 5 1,3 4 1673,-5 2 0,0 4-2,-9-3 0,0 1 0,-3 0-144,2 3 0,-4 1 118,3 7 0,-6 2 19,-13-9 1,-5 1 8,0 7 0,-6 0 5,-11-2 1,-7-2-17,-8-2 0,-7-2-152,-7-4 1,-7-2-1,1-2-498,-8 1 0,-2-3 525,4-3 0,-3-2 0,8-2 0,-12-3 0,11-6 0</inkml:trace>
  <inkml:trace contextRef="#ctx0" brushRef="#br0" timeOffset="676364">24394 12037 10506,'-51'13'1502,"0"0"0,0 0 0,4 0 1,1 0-1,1-1-827,-7 2 0,3 0-317,10-2 1,4-1-79,-9 4 476,27-7-16,29-5-180,23-3-392,-3-2 0,3-2-653,11-1 1,3-1 568,9-2 0,2-2-38,-16 4 1,0-1 0,2 0-16,2 0 1,1 0 0,0-1-23,4 1 1,0 0-1,1-1-588,5 1 0,1-1 0,0 0 562,-11 2 0,1 0 1,0 1-1,1-1-7,2 0 0,1 0 0,1 0 1,-1 0 0,3 0 1,0 0-1,0 0 1,-1 0 12,1 0 0,-1 0 1,1 0-1,-2 0 10,-2 0 0,-1 1 0,-1-1 0,-2 0-299,10-2 1,-2 1 0,-3-1 315,11-1 0,-6-1 15,-18 2 0,-6 0 293,4-2 640,-23 4-808,-12 2 1892,-3 0-2021,1 1 1430,3-1-1458,4 1 156,3 0-184,3 0 22,1 3 6,1 0-11,2 1 16,2 1 7,3-1-1,2 1 6,0-2 22,-3 1 34,-5-2-1,-6-1-21,-2-2-29,0-2-33,5-2 22,7-1 12,10-1-23,5 0 5,2 1 1,-3 2 11,-9 2-17,-7 1 0,-8 2 39,-5 0 6,-2 1-34,1 0-6,5-2-10,7 1-6,4-2 22,5 2-17,-3-1 34,-4 2 179,-8-1 96,-7 0-157,-7-1-84,-8-1 5,-13-2-17,-13 1-11,-12 2-45,15 2 1,-1 1 5,-12 2 23,-13 3-7,23 2 52,-10 1 44,-4-2 16,-5-2 57,-2-2 0,5-4-28,12-2 39,14-1-17,14 0-33,7 2-57,4 1-10,1 1-79,2 0-23,4-1 23,9-2-11,16-3 11,15-2 6,14-2-162,-26 4 0,1 1 159,0 0 0,1 0-3,-2 1 0,-1 0-64,24 0 47,-14 5-5,-12 8 5,-6 14-3264,-7 6 3276,-3 3 202,-2 7-197,-1-4-22,4 12-73,1 1-163,-1 0-431,-5-1-953,-11-1 1642,-19 2 0,8-22 0,-7-2 0</inkml:trace>
  <inkml:trace contextRef="#ctx0" brushRef="#br0" timeOffset="677758">28165 13058 16667,'-7'-61'2156,"1"0"1,-1-1-1,2 7-1271,2 7-275,0-2-190,2 15-201,3 15-180,0 11-28,1 9 63,4 14-2,3 14 7,7 21-35,-5-7 1,-1 4-23,-1-1 1,0 0-351,-2 1 1,-1 1 338,-2 0 1,-2-2-4,-2-9 0,-2 0 3,0 6 1,-2 1-7,-4-2 1,-2-4 5,-11 16 17,-3-15 67,-1-22 90,7-12-56,-4-8-62,2-10 0,0-14 23,-3-21-56,8 13 727,-2-16-655,7 24 23,1-1-17,2 10-61,3 9-51,1 6-17,1 10 34,1 7-12,3 13 12,1 11-3398,7 15 3381,-3-15 17,11 11-6,11-17 23,7-3 11,18-4-323,1-14 345,-9-11 17,13-11-11,-10-6-28,-20 7 0,0-2-37,0-2 1,-2 1-9,6-3-101,-6-1-78,-23 14 2482,-1 1-4947,-6 7 2644,-2 10 0,2-6 0,-1 5 0</inkml:trace>
  <inkml:trace contextRef="#ctx0" brushRef="#br0" timeOffset="678617">25193 14916 11570,'-61'12'993,"-1"-1"1,1 0 0,0 0 0,6-1-1,0 0 1,4-1 0,10-1-276,-20 7-371,27-4 235,31-7 224,33-1-495,2-6 0,4-1-1659,18-2 0,5-1 1430,-10-1 1,3 0 0,2-1-36,-7 1 1,1 0-1,1 0 1,2-1-533,4 0 1,2 0 0,0 0-1,1-1 489,-8 2 1,1-1-1,0 1 1,0-1 0,0 1-217,3-1 0,0 0 0,1 0 0,0 0 1,0 0 211,1 0 0,0-1 0,1 0 0,0 1 0,0-1-129,-1 1 0,1-1 0,-1 0 0,1 0 0,1 1 127,-5 0 0,2-1 0,0 1 1,-1 0-1,0 0 0,-3 0-175,13-2 1,-2 1 0,-1 0 0,-2 0 162,-4 1 0,0 0 0,-2 1 0,-4 0-67,-3 0 1,-3 1 0,-6 1-534,16-3-416,-14 0-84,-47 7-5008,-28 7 6122,-12 1 0,14-1 0,14-1 0</inkml:trace>
  <inkml:trace contextRef="#ctx0" brushRef="#br0" timeOffset="679058">24539 14833 17406,'37'-26'1278,"1"1"1,-1-1 0,11-7-1,-6 5-544,-12 8-202,-15 12-179,-11 8-45,-10 10-23,-8 13-33,-14 14-84,-9 13-553,15-22 1,0 2 414,0 1 1,2 0-23,2-1 1,2 1 50,-3 27-70,12-7-6,16-9 17,8-6 0,11-9-16,10-9-130,13-7-103,-19-9 0,1-3-635,5-2 1,3-3 883,9-3 0,-2-2 0,7-1 0,-2-2 0</inkml:trace>
  <inkml:trace contextRef="#ctx0" brushRef="#br0" timeOffset="680067">23171 13486 20783,'0'-58'1376,"0"0"0,0 1 0,0 10-849,0 24-252,0 2-180,0 12-67,1 9 67,3 12 51,3 15-57,4 19-75,-5-15 0,0 3-291,-1 5 0,-1 2 274,-1 4 1,-1 1-7,0 3 1,-1 0-396,-2-1 1,0 1 361,0-4 0,-1 0-14,-1-7 0,0-2-78,-4 20 50,0-22-168,-2-20 122,4-14 447,-1-24-407,4-16 73,1 8 0,0-2-52,2-8 1,1-1 93,0-4 1,2-2 35,0 0 1,1-1 22,-1 4 0,0 0-109,-1 6 1,-1 1 215,-4-22-46,-5 16 34,-5 15-151,1 14-16,-2 8 897,3 14-898,-7 10 283,-7 14-294,-6 14-17,12-17 0,-1 1-247,-1 3 0,-1-1 278,1 2 0,0-2 9,-11 17 10,-3 6 62,17-28 107,0 1-107,11-22 17,8-17-39,5-16-1474,2-1 0,2-3 1434,8-16-1092,3 2 1,1 0 1108,1 7-44,-1 4 0,2 0 117,8 1-16,9-3-51,0 12 11,15 9-56,-15 8-6,-10 7 1,2 3 6,13 8-18,12 9-134,-6 10-560,-8 7-7102,-8 4 7802,-11-4 0,-11-14 0,-9-9 0</inkml:trace>
  <inkml:trace contextRef="#ctx0" brushRef="#br0" timeOffset="684949">25055 11557 24010,'-21'-40'402,"0"-1"0,1 1 0,-8-18 0,17 11-346,49 26-51,-6 4 12,18 4-11,-19 11-18,14 12 18,-12 8 22,-5 17-22,-16-5 10,-8 3 29,-24 17-34,-3-6-3,4-12 1,-2 0-4,2-4 1,0-2-6,-4 7 12,2 4-12,16-21 56,6 2-40,12-8 12,2-3-3392,18-13 3359,-10-1-115,26-14-183,4-2-495,-16 7 0,2 0 349,10-4 1,-3 1 0,6-3-1,-2 3 1</inkml:trace>
  <inkml:trace contextRef="#ctx0" brushRef="#br0" timeOffset="685867">28899 12669 23875,'8'-53'209,"0"1"0,0 4 1,6 10-154,21 20-23,7 5-5,4 6-22,-9 4-23,20 10 0,-18 5-16,14 12-29,-23 6 12,-14 4 38,-22 4 35,-18 0 16,-16 0 34,-8-5 16,0-3 63,4-6-24,15-10 411,3-3-187,18-9-94,0-3-241,10-1 11,7-5-17,0 2 6,24-2-17,-13 4 0,37 4 0,-19 7 11,18 7-11,-12 8 0,-12-4-28,1 16 6,-22-9-6,-8 12-140,-25-7-483,-20 0-391,15-16 1,-2-1-3875,-3 0 1,0-2 3350,-13 5 0,14-8 1,22-6-1</inkml:trace>
  <inkml:trace contextRef="#ctx0" brushRef="#br0" timeOffset="686508">26546 15547 23803,'10'-54'449,"0"-1"1,-1 4 0,4 8-226,11 12-94,-1 9-74,-5 10 22,-8 10 73,-7 16 17,-9 15-39,-8 20-84,2-18 0,0 1-163,-2 3 0,0 0 123,1-1 1,2 0 5,2 2 1,3-2-1,0 8 0,11 1 34,5-28 56,6-3 89,5-10-11,7-15-44,8-10 10,5-10 1,4-5-23,-5 4-44,-7 7 223,-12 12-279,-10 10 5,-6 14 11,-4 11-11,0 13-23,-2 10-21,-2 6-136,0 4-480,0 3-1766,5 4 2398,1-26 0,1-3 0,1 6 0,1-7 0</inkml:trace>
  <inkml:trace contextRef="#ctx0" brushRef="#br0" timeOffset="687295">22237 13609 23244,'-11'-56'702,"1"1"0,1 6 1,2 11-603,4 24-17,3 9-55,3 14 48,6 13 8,4 19 34,3 16-254,-10-23 0,-1 1 178,-1 1 0,-1 1-22,-2 0 0,0-1-4,-1-3 1,0-1 51,0 20-51,1-17 235,-1-17 157,0-32-325,1-13-6,0-28 6,3-7-85,-2 28 1,0 1 56,1 1 0,1 0 128,3-22-32,-1 16-52,-2 17-55,-2 11-62,-2 12 23,1 11 5,0 15-22,1 17-56,-4 14-387,-1-23 0,-1 1 454,-2 6 0,1-1 0,-4 5 0,2-3 0</inkml:trace>
  <inkml:trace contextRef="#ctx0" brushRef="#br0" timeOffset="824044">23534 12668 24575,'14'0'0,"0"0"0,14 0 0,-6 0 0,17 0 0,-7 0 0,8 0 0,0 0 0,2 0 0,-9 0 0,0 0-256,15 0 1,0 0 255,-15-1 0,1 2 0,13 3 0,2 2 0,4 2 0,0 1 0,1 0 0,0 2 0,0 1 0,1 0 0,0 1 0,-2-1 0,-7-2 0,0 1 0,13 4 0,3 0 0,-20-5 0,0 0 0,1 0 0,-1 1 0,1-1 0,2 2-967,1-1 0,4 1 0,0 0 0,-1 0 967,8 3 0,0 0 0,1 1 0,-6-1 0,2 0 0,-1 1 0,-4-2 0,-4-1 0,-3-1 0,1 1 0,11 5 0,1 1 0,-5-2-145,-11-4 0,-1 0 145,10 3 0,5 2 0,-4-1 0,-1 0 0,2 1-702,6 3 0,5 4 1,-4-2 701,-1 0 0,-2 0 0,-6-3 0,2 2 0,0-1 0,-3-1 0,0 1 0,-2-2 0,9 3 0,0 0 0,-8-3 0,0 0 0,-3-1 0,-3-2 0,-2 0 175,15 7 0,-2-1-175,-21-10 0,0 0 1688,15 8 1,2 1-1689,-14-6 0,0 0 0,3 3 0,1 1 0,-3-3 0,0 2 159,6 5 1,-1 0-160,15 7 0,-16-7 0,2 1 0,-6-3 0,-3-1 0,15 12 2728,0-2-2728,-30-19 0,2 1 0,-5-4 0,-2 1 0,-9-5 0,-3-1 0,-4-3 0,-1 0 0,2-1 0,0-1 0,2-3 0,-1 1 0,0 0 0,2 0 0,-1 0 0,2-1 0,0 0 0,0-1 0,0-1 0,0-7 0,0-1 0,0-4 0,0 5 0,0 1 0,0 3 0,0 1 0,0 1 0,0 5 0,0 3 0,-1 6 0,-1 8 0,-1-2 0,-1 5 0,1-3 0,-1 6 0,0 3 0,2 3 0,-1 26 0,1-14 0,0-3 0,0-2 0,-2 1 0,0 5 0,-1-15 0,5-11 0,-3 1 0,1-8 0,-2-1 0,-1-3 0,-4-2 0,-2-1 0,-1-2 0,-8-4 0,3 1 0,-2-2 0,6 3 0,6 2 0,2 0 0,2-1 0,2 0 0,0-1 0,-1-1 0,0 1 0,-1-2 0,1 2 0,1 0 0,1-1 0,0 3 0,0 0 0</inkml:trace>
  <inkml:trace contextRef="#ctx0" brushRef="#br0" timeOffset="828095">26101 12736 22436,'0'-51'420,"6"6"-358,4 36 5,18-7-50,-6 5-6,4 1 0,-12 7-5,1 3-1,-4 2-10,5 5 5,-6 8 17,-1 3-6,-2 9 34,-4-6-17,-6 9 16,-4-4 52,-9 17-35,2-14-10,-1 1-18,10-20 124,3-5 375,1-4 140,0 1-599,7-8-56,-1 2 27,12-8-60,-7 8 38,16-1-33,-8 4-3398,10 5 3426,-9-1-6,4 8 11,-6 5 18,-5 3-12,-7 5 16,-17-1 18,-10 3-84,-11 3-426,-5 2-426,9-7 874,-6 3 0,23-17 0,-3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08:45.4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4712 3320 16717,'5'-47'1701,"0"0"1,1 0-1,1-20 1,-2 10-1355,-5 22 168,0 5-375,0 25-157,0 8 96,0 15-1,1 18-44,0 1 33,2 26-17,-2-6-1718,-2-10 0,0 1 1673,0-15 1,0-1 19,-2 19 1,-1-3-63,-1-2 59,-1 8 96,2-26 213,1-18-34,-1-6-129,-1-32-90,1-12-44,0-13 1406,3 15 0,1-2-1418,0 0 1,1-2-374,0-12 1,2-3 365,1 14 0,0-1 0,1 2-10,0 0 1,1 1 2,3-6 1,1 5-20,4 8-17,13 1 39,-7 18 12,24 12-46,-9 16 40,9 4 11,5 15 476,-7 4-541,-5 4 1,0 4 100,-15-17 1,0 2-239,10 20 1,-4 3-290,-17-19 1,-2-2 50,1 1 1,-2 1-1270,-2 4 1,-3-1 1680,-5 17 0,1-14 0,-3-12 0</inkml:trace>
  <inkml:trace contextRef="#ctx0" brushRef="#br0" timeOffset="169">4764 3324 18084,'-6'-2'4918,"1"1"-4392,5 1-2554,127-74-6066,-73 49 8094,-1-3 0,8-5 0,-13 10 0,-18 14 0,0 1 0</inkml:trace>
  <inkml:trace contextRef="#ctx0" brushRef="#br0" timeOffset="1117">9086 3101 14726,'-3'-43'739,"1"0"0,0 5 1,-1 8 2032,-3 17-2767,2 9 1427,2 13-1392,-1 14 858,1 17-847,-2 14-35,1-21 1,0 0 1577,-1 0 1,1 1-1589,-1-1 0,-1 0 5,-3 24 17,0-11 17,3-13 162,0-14 90,3-9-135,-1-17-123,2-2 45,-4-31-50,2-4-206,1 8 1,1-4 182,1 0 1,2-2-7,1-2 1,2 0 5,2 1 0,1 0-3,2 5 1,2 1-9,1 6 0,1 1 0,17-18-83,5 11 78,5 10-12,1 12-6,2 8 29,0 13-3179,7 17 3168,-16-1 16,8 19 369,-20-7-386,-12-3 1,-4 3 27,-7 21-17,-6-19 1,-5-2 0,-22 15 90,-5-9-46,1-10 118,-6-18-78,15-16 3380,0-15-3408,18-8-28,5 0-23,9 5-11,1 6-11,16 4 16,0 8-5,14 1-11,2 10 11,6 7 0,0 8-17,-1 6 12,-3 6-18,-7 0-16,-10 1-51,-12-1 1,-13-9-656,-27 13 174,4-20-1222,-4-1 0,-2-2 1793,-10-3 0,6-2 0,15-6 0</inkml:trace>
  <inkml:trace contextRef="#ctx0" brushRef="#br0" timeOffset="1668">9576 5610 22176,'-5'-58'1019,"1"0"1,-4 3-1,-4 9-461,-8 20-379,-17 4-89,1 21-57,-17 14-33,22 0 0,-1 3-349,-1 7 0,0 4 346,-1 4 0,2 4 6,2 3 0,3 4 8,3 1 0,4 1-17,5-1 1,5 1-12,6-4 0,7-2-14,7-4 1,7-3-141,9-5 0,6-5-731,7-4 0,5-6 902,11-4 0,-2-4 0,8 0 0,-5-7 0</inkml:trace>
  <inkml:trace contextRef="#ctx0" brushRef="#br0" timeOffset="2464">5605 6078 18078,'-1'-6'4750,"-1"1"-4072,2 5-594,-1 11 11,2 27-11,-2 21-2193,1-7 0,-1 2 2081,-1-16 0,-1-1-101,-2 16 0,-2-2 586,-4 7-600,4-26 0,0-1 132,-3 10 162,2-20-5,3-22 39,2-21-17,-2-24-90,2 12 0,0-3 1424,-1-9 1,0-2-1394,0-6 1,0-1 38,0-2 0,-1 0 28,2 6 1,0 1-26,1 7 1,1 3 72,4-20-90,5 17-78,10 16-16,9 11-12,12 9 11,15 14-425,-19 0 0,1 4 358,5 4 0,2 5 22,-7 0 1,0 3-1,-1 4-19,-2 3 1,-3 4 0,-1 1-4,-2 0 0,-3 2 0,-4 1-25,-3 20 0,-12 0-26,-16-10 1,-9-4-82,-8-1 1,-6-4-205,-8-2 0,-4-5-535,-2-3 0,-3-5 899,-5-5 0,4-4 0,-7 2 0,8-10 0</inkml:trace>
  <inkml:trace contextRef="#ctx0" brushRef="#br0" timeOffset="3551">5090 2380 17570,'-50'-30'788,"0"0"0,5 14 1,-4 4-1,6 8-511,8 12 1,3 6-166,-14-1 0,-3 5 145,8 10 1,-1 7 0,5-3-1076,7-5 1,1 2 899,-11 12 0,-4 7 0,4 3 15,9-2 0,4 2 0,1-1-73,3-8 1,0-1-1,1 5-4,4 0 0,-2 7 0,2 2 1,1-2-1,3-6-496,-2 13 1,5 1 482,1-7 0,0 7 0,2 0 0,5-5-3,5-6 0,4-4 0,3 0 3,3 9 0,3 1 1,6-3-6,5-7 0,6-3 0,1-4-2,10 6 0,6-7-10,-3-12 1,5-5 0,3-4-8,-9-8 0,3-3 0,1-2 0,-1-2-206,3 1 0,-1-2 0,1-2 0,2-2 232,7-2 1,2-4 0,-1-1 0,-6-2-1,-2-2 1,-6-2-1,1-4-231,6-7 1,0-5 0,-5-2 243,-13 5 1,-3-2-1,0-7 15,-5 1 0,0-5 0,-1-4 0,-1-1 0,-4 1-11,-1-7 1,-4-1 0,-3-1 0,-1-2-64,-4 7 0,0-2 0,-2 0 1,-2 1-1,-3 3 54,-3-13 0,-5 4 0,-6 3 11,-7 5 0,-5 2 0,-9 4 18,-2 11 0,-8 4 0,-3 2 0,2 1-42,-7-6 0,0 2 0,-5 3-16,3 5 1,-5 1 0,0 3 0,2 5-64,-4 5 0,1 5 1,3 4-156,4 2 0,2 4 1,2 1-303,4 0 0,1 1 0,4 4-2934,-7 12 0,8 5 3466,1 19 0,19-16 0,13-14 0</inkml:trace>
  <inkml:trace contextRef="#ctx0" brushRef="#br0" timeOffset="4275">9439 2434 21577,'-40'-25'518,"-1"-1"0,0 1 0,-15-9 0,2 12-311,-8 33-616,29 2 1,1 3 492,-3 8 0,0 4-454,-2 7 1,0 4 425,-4 8 0,2 4-41,12-12 0,1 1 0,1 2-279,0 3 1,1 2 0,2 0 263,2 2 0,1 0 0,3 1-13,3 0 0,2 0 0,2 0-2,2-3 0,2 0 0,4-1-2,3-2 0,2-2 0,3-1 38,7 15 0,6-5-21,7-6 0,6-5-117,6-6 0,4-7 125,7-6 0,4-6 12,3-4 0,4-10 10,-17-10 1,2-6 0,1-3 0,-3 0-11,3-3 1,-2-2-1,0-4-190,-2-3 1,3-4 0,-3-2 0,-4 0 202,-2-6 1,-5-1 0,-1-1 1,-2-2 1,-1-1 0,-3 0 57,-3 0 0,-2 0 0,-3 0-43,-3 1 1,-3 1-1,-2 0-262,-2-19 1,-7 2 292,-8 5 0,-7 3-25,-6 5 0,-7 5-20,-7 4 1,-5 6-43,-3 4 1,-4 6-51,-1 5 0,-1 5-101,-1 4 0,1 5-247,0 6 1,1 6-734,2 4 0,2 5 1137,-2 11 0,6 2 0,-6 4 0,11 4 0</inkml:trace>
  <inkml:trace contextRef="#ctx0" brushRef="#br0" timeOffset="4986">9452 5430 22218,'-1'-49'897,"0"1"1,-1 3 0,-7 9-478,-24 14-117,-9 8-90,-5 10-101,-7 15-419,25 1 1,1 4 325,-4 7 1,0 5-426,-1 5 1,0 5 416,-1 5 1,-1 8 9,10-8 0,-1 5 0,1 3 0,2-2-20,-2 5 1,3 0 0,0 3-476,1-1 0,0 3 0,2 1 0,4-4 472,5-2 0,4-2 0,4-3 4,4-5 0,3-1 0,7-3-1106,24 10 1,9-10 1122,-10-14 1,4-8 4,6-8 1,7-6-1,-2-4-343,-7-6 1,-1-4 0,2-3 340,13-2 1,1-4 0,1-2-7,-14 3 1,0-2 0,0-1 0,-2-2 8,0-1 0,-2-1 0,0-2 1,-2 0 3,9-11 1,-2-1 0,-3-2-151,-5 0 1,-4-2 0,-3-1 151,-5 2 1,-4-1 0,-3 0 171,-5 2 0,-2-1 0,-5 1-181,-4-16 1,-9 1-6,-7 5 0,-9 4 5,-8 5 1,-8 4-15,-5 5 0,-6 5-25,-3 4 1,-3 6-63,-1 4 1,-1 5-225,3 3 1,-1 4-768,3 6 0,0 3 1070,-2 5 0,5 1 0,-7 4 0,8 3 0</inkml:trace>
  <inkml:trace contextRef="#ctx0" brushRef="#br0" timeOffset="5692">5841 5983 15954,'-16'-54'1093,"0"-1"0,0 0 1,-1 6-1,-2 1 0,-6 8-460,-24 1 1,-5 10-821,16 9 1,-4 5 455,-7 4 0,-7 4 0,3 6-31,-7 12 0,1 6-192,11-6 1,0 3 0,-1 6 2,6 8 0,-1 8 0,1 2 0,5 0-379,0 5 0,5 0 0,0 2 340,4-7 0,0 1 0,1 1 0,2 3-220,2 6 0,2 3 0,3 0 0,2-2 200,3 0 1,2-1 0,2 2-5,0 2 0,-1 3 0,3 0 0,6-2-5,5 3 0,7-3 1,9-3 5,7-10 1,7-1-1,3-3 1,-1-3 0,2-1 1,-1-4 0,8-3-532,9-4 1,8-2 0,3-4-1,-2-5 522,-10-4 0,-2-5 0,1-1 0,5-3 16,-5 0 0,5-1 1,1-1-1,1-2 1,-1-1-1,-3 0 17,3-2 0,-1-1 1,-1-2-1,-2 0 1,1-1-6,-3 2 1,1-1 0,-2 0 0,-1-4 0,-3-5-260,7-13 0,-1-7 1,-6-3-1,-8 2 287,-12 4 1,-7 0 0,0-3-90,2-5 1,1-5-1,-4-1 1,-7 2 75,-11-2 1,-7 2-1,-6-2 4,0 5 1,-4-1 0,-2 0-1,0 4-22,2 1 0,-1 3 0,-5-1-4,-9-3 0,-7-2 0,0 2 0,3 8-6,-1 5 0,-3 5-92,-4 0 0,-9-1 0,0 1 0,7 5-112,1 5 0,0 2-1233,-1 2 1,-7 0 0,0 0 0,7 3 1330,1 2 1,4 2 0,-10-3-1,6 3 1,13 2 0</inkml:trace>
  <inkml:trace contextRef="#ctx0" brushRef="#br0" timeOffset="6711">6536 3244 12208,'-58'8'1016,"0"0"0,1 0 0,-1 0 0,4 0 1,0 0-1,3 0 0,3-1-626,3 1 0,4-1 1,-1 1-44,-3 1 0,-1 0 1,4 0-222,-2 0 0,3 0 276,-3 1 0,5-1-189,-2 4-54,22-6-148,1 2 244,51-6-216,0-2-9,4-1 0,9-3 0,1 1-582,-5-2 0,0 1 1,1-1 553,7 0 0,3-1 0,3 1 10,2-2 1,6 1-1,0-1 1,-3 1-11,-12 1 1,-1 0 0,-1 1 0,4-1-490,5 0 0,3 0 0,2 0 0,0 0 1,-2 0 469,-7 1 0,0 0 0,-1 0 0,0 0 1,0 0-5,1 1 1,0-1 0,-1 0 0,1 0 0,-1 1-16,1-1 0,0 0 0,0 1 0,-1 0 1,-2-1 14,0 1 0,-2-1 0,0 1 0,2-1-325,13 1 1,4-1 0,-1 1 0,-7-1 332,-7 1 0,-5 0 0,1 0 11,9 0 0,1 0 0,-4 0-46,4 0 1,-9 0 176,-5 0 1174,3-1-1107,-33 1 2189,-8-3-2357,-2 0 2183,-1-9-2189,-1 5 314,0-13-325,-4 6 12,-2-6 5,-6 3 45,-6 1 22,-9 2 67,-7 0 6,-9 3 11,-6 3 40,0 2-51,4 4-90,15 1 147,2 2-85,16-1-56,0 1-62,9 1-123,2 0 113,12 6-12,7 5-23,19 11 29,10 7-15,-19-12 1,2 1-1719,13 8 0,0-1 1719,-13-6 0,0 0-18,14 8 1,-1 1-219,3 12 48,-21-16 0,-3 1-896,3 22-2941,-32-2 4033,-13-8 0,5-20 0,6-10 0</inkml:trace>
  <inkml:trace contextRef="#ctx0" brushRef="#br0" timeOffset="7302">9426 4351 13508,'-11'-57'1115,"1"-1"1,-1 0 0,1 5 0,0 2 0,1 5-582,0 5 1,0 6 155,-4-23 694,6 20-1194,4 14 162,5 13-318,4 9 205,6 14-60,5 15 113,3 24-124,-11-11 0,0 7 0,-2 0-680,-1-4 1,-1-1 0,0 4 530,-1 1 1,0 4 0,0 1 0,-2-2-11,0 6 0,-2-1 1,0-1-439,0 1 0,-1 0 0,1-1 373,0-4 0,0 0 0,1-2-131,1-4 0,2-1 1,1 0-914,3 0 0,3 0 1,-1-4-853,2 1 0,1-3 1952,5 5 0,-1-8 0,-7-15 0,-1-3 0</inkml:trace>
  <inkml:trace contextRef="#ctx0" brushRef="#br0" timeOffset="7653">9285 5191 16160,'-4'-7'2579,"-11"-28"0,-3-7-1195,2 2-861,-3-8 1,-1 1 193,3 8 63,3 11-428,3 10-111,3 9-207,3 6 33,1 13-50,0 11 125,1 15-142,11 22 0,10-4 22,3-20 1,6-2-9,-2-9 0,5-5-3,16 3 0,3-5 12,12-1 2,-16-10 0,0-4-224,9-11 246,-20 2 1,0-1-6,-3-5 0,-2-1 42,21-18 23,-8-7-141,-18 8-72,-8 5-717,-12 9-3586,-5 9 4409,-2 1 0,1 5 0,-1 3 0</inkml:trace>
  <inkml:trace contextRef="#ctx0" brushRef="#br0" timeOffset="8872">6712 6459 16090,'-54'7'1878,"0"1"0,14-2 0,6-1-1833,4 0 337,38 1-63,12 0 0,25 3-162,0-4-6,-5-3 0,5-1-737,-2-2 1,3-2-1,2 0 616,6-1 0,0 0 0,1 0-19,2-1 0,-1 0 1,4-1-8,0-1 0,4-1 0,1-1 0,-5 1-639,4 0 0,-4 0 0,2 0 633,-7 1 1,1-1 0,1 1 0,1-1 3,4 0 1,2-1 0,-1 1 0,-5 1-1,-5 0 0,-5 0 0,4 0-1,-3 0 0,4 0 1,-1 0-1,-6 0-133,14-2 1,-8 0 153,-15 2 1,-5 1-34,1-3-174,-24 2 1367,-16 1-1428,0 2 539,-11-5-5435,8 3 4405,-3-2 0,9 3 0,1 3 0</inkml:trace>
  <inkml:trace contextRef="#ctx0" brushRef="#br0" timeOffset="9455">6775 6306 16118,'17'-46'1684,"0"1"0,-3 4 0,-2 10-1107,-6 19-353,-3 7-78,-2 7 156,-3 9 90,-3 12 56,-5 12 23,-10 13-130,-8 6-207,10-25 1,0 0-188,-3 1 0,0 0 131,0-2 1,0 0 5,-16 22-183,10-8 121,11-10 1,10-6-23,9-6 39,9-2 17,12-5-28,14-5-67,18-4-950,-8-8 1,4-2 487,3-1 0,0-1 0,-13 1 0,-2 1 0,19-5 0</inkml:trace>
  <inkml:trace contextRef="#ctx0" brushRef="#br0" timeOffset="11861">6038 5609 19787,'-36'31'567,"0"-1"1,4-4-1,9-6-433,17-12 146,7-6 662,13-8-791,-6 2-28,10-6 163,4-7 5,18-16-173,7-8-452,-15 13 0,1-1 365,0 1 0,1-1-9,6-5 1,1 0-18,-6 5 1,0-1 22,13-10 0,1-2 0,-7 7 0,2-1-615,0-1 1,3-1 0,0 0 586,-8 6 0,0 1 0,1 0 7,5-5 1,1 0 0,-5 2-100,-1 3 1,0 0 98,2-2 1,2-2-1,-4 5 1,-11 7 1,0 2-249,9-8 0,4-2 1,-4 2 255,-6 5 1,-1 2-3,9-8 0,1 0 217,-2 1 0,3 0-218,-6 5 0,3-2 0,-3 2-13,5-3 0,0 1 540,10-7 0,-2 2-529,-16 10 1,-3 2-1,1 0 0,-2 0 141,17-8-172,-13 8 1,1 0 30,-1 0 1,1 0-10,0 0 1,1 0 0,1-1 0,-3 1 8,1 0 917,3-2-906,-3 4-22,-7 2 141,11-4-180,-20 9 779,2-2-728,5-3-12,-3 3 71,14-8-60,-1 2 0,-1 1 17,-3 1 45,-9 3 50,-7 2-16,-8 3 10,-3 1 7,-2 1-29,-2 1-22,0-1 27,0 0-54,-3 0-1,-1 0 11,-3 0-12,-4-1 29,-7 1 11,-7 0-28,-11 2 6,-10 1-17,-4 3-1,-2 2-4,4 2-24,7 2-10,8 1-6,8 0 0,5-1 22,6-2 1,2 0 5,5-1-28,3-2 5,3-1-33,1 1 28,5-1 0,7-3 12,12-2 21,11-4-16,8-2 0,3-1 0,1 1-17,-2 4 0,-2 3-12,-2 5 24,-2 8-1,-5 7-6,-7 1 18,5 19-1,-12-8-5,7 17-11,-9-9-6,-4-1-90,-6 0-1059,-4 0 301,-11 2 0,4-16 0,-5-3 0</inkml:trace>
  <inkml:trace contextRef="#ctx0" brushRef="#br0" timeOffset="59961">15178 1896 21381,'-56'7'1288,"-1"-1"1,0 0-1,1 1 1,-3-1-1,-3 0 1,7-1-1,14-1-421,9-2 633,-13 0-1500,90-10 0,-14 4 0,7 0 0,8-2 0,12 0 0,7-1 0,-1 0 0,-4 0 0,-1 1 0,-3 1 0,2 0 0,6-1 0,-13 1 0,5 0 0,4-1 0,2 0 0,0 1 0,-1-1 0,-1 1 0,-5 0 0,2 0 0,-2 0 0,-2 1 0,-1 0 0,2-1 0,2 1 0,-1-1 0,2 0 0,1 0 0,1 0 0,0 0 0,1 0 0,-1 0 0,-3 0 0,1 0 0,0 1 0,0-1 0,1 0 0,0 0 0,1 1 0,0-1 0,-4 0 0,1 0 0,0 0 0,0 1 0,0-1 0,2 0 0,1 0 0,1-1 0,1 1 0,-4 0 0,2 1 0,1-1 0,1 0 0,1 0 0,0-1 0,1 1 0,0 0 0,0 0 0,-1 0 0,0 0 0,-2 0 0,2 0 0,0 0 0,0-1 0,-1 1 0,0 0 0,0 0 0,-1 0 0,1 0 0,-1 0 0,1-1 0,-1 1 0,-1 0 0,1 0 0,0 1 0,0-1 0,0 0 0,-1 0 0,0 0 0,0 0 0,-2 0 0,0 1 0,-2-1 0,11 0 0,-2-1 0,-1 1 0,-1 0 0,-1 0 0,0 0 0,-1 0 0,1 0-51,-4 1 1,1-1 0,0 1 0,-1 0 0,-1-1 0,0 1 0,-1 0 0,-1 0-128,9 0 1,-3-1 0,0 1 0,-1 0 0,2 0 0,2 0 28,-8 1 1,2 0 0,2-1 0,0 1-1,0 0 1,-1 0 0,-3 1 0,-2-1-168,10 1 1,-3-1-1,-2 1 1,0 1 0,1-1-15,4 0 0,2 1 0,0-1 0,-3 1 0,-5 1-331,5 0 0,-6 0 0,1 2-157,4-1 0,-1 1 1,-6 1-736,-11 1 1,-1 0 1450,19 4 0,-6 1 0,-18-2 0,4 3 0</inkml:trace>
  <inkml:trace contextRef="#ctx0" brushRef="#br0" timeOffset="61085">15491 3399 18218,'-49'-5'577,"9"2"-504,38 3 67,0 2 90,1-2 1147,0 1-1113,-3 0-158,-1-1-39,-4 3 12,-1 0-7,0 2 18,0-1 22,0 1 140,-5 1-118,2-2-61,-3 1-162,8-3 55,6 0 101,8 0 62,16 1 0,24 0-93,-11-2 1,5 0-718,12-2 1,4-2 691,-10 1 0,1 0 0,3-2-625,7-1 0,2 0 0,3-2 622,-10 2 1,1-1-1,2 0 1,0-1-323,-5 1 1,1 0-1,0-1 1,2 1-1,0-1 321,5-1 1,1 0 0,1 1 0,1-1 0,1-1-253,-6 2 0,2-1 1,0 1-1,0-1 1,0 1-1,-2-1 248,1 1 1,-2-1-1,0 1 1,2-1-1,7 0-6,-12 2 0,5-2 0,4 1 1,3-1-1,0 0 0,1 0 0,-1 0 1,-3 1-1,-3 0 0,-6 1-169,13-2 0,-8 1 0,-2 1 0,3-1 0,8 0 173,-16 1 0,3 0 0,4 0 0,2-1 0,1 0 0,2 1 0,1-1 0,-1 0 0,0 1 1,-1 0-1,-2 0-46,1 0 1,1 1 0,-1 0-1,0 0 1,-1 0 0,1 1-1,-1-1 1,-1 1 0,1-1-1,-1 1 48,1-1 0,0 1 0,-1-1 0,0 1 1,-1-1-1,1 1 0,1-1 0,1 1 0,1 0-34,-2-1 0,1 1 0,3 0 1,0-1-1,0 1 0,1-1 0,-1 1 1,-1 0-1,-2 0 0,-2 0 1,-2 0 25,9 0 0,-3 0 0,-1 0 0,-3 1 1,0-1-1,0 0 0,0 1-29,6-1 1,0 0 0,0-1 0,-1 1 0,-1 0 0,-1 0-6,-4 0 1,0 0 0,-1-1 0,-1 1 0,-1 0 0,0-1-150,5 1 1,-1-1 0,-1-1 0,-1 1 0,-1 0-889,8-1 1,-2 0 0,-1 0 0,-3-1 1075,6 0 0,-3 1 0,-6-1 0,1 1 0,-9 1 0,4-2 0</inkml:trace>
  <inkml:trace contextRef="#ctx0" brushRef="#br0" timeOffset="63959">15161 3482 9386,'-4'-2'6441,"0"0"-3434,4 2-2138,-32-8-612,20 7 203,-31-2 290,13 15-353,-1 0-318,0 2 22,8-4-96,17-7 34,1 2 135,7-3 90,6 0-51,10 0 5,25-4-154,-12 0 1,2-1-37,4-1 0,0 1-184,5-3 0,1 1 167,2 0 1,-1 0 2,-7 1 0,-2 0-3,-1 0 0,-4 1 62,9-1 134,-24 2 291,-4 1-408,-10 1-40,-19 0-44,0 0 22,-31 3-6,-4 3-11,17-2 1,-3 0-333,-9 3 1,2-1 328,14-1 1,0-1-1,-5 1 1,3 0 2,9-3 6,4 1 11,14-2 17,22-5-45,46-9-196,-18 5 0,4-1-482,8-2 0,3 1 199,4-1 0,-6 3 0,0 0 0,-9 2 1</inkml:trace>
  <inkml:trace contextRef="#ctx0" brushRef="#br0" timeOffset="66686">12368 1539 30338,'-15'-60'-287,"-1"-1"1,3 8 0,0 8-921,3 14 469,4 14 42,3 10 3929,2 4-3465,4 15 60,2-2-1544,13 34-162,-3-12 0,1 0 1453,12 23 247,-7-15 1,0-2-183,8 3 282,-5-11 0,2-1-261,8 4 340,3-3 609,-22-28 452,-3-15 315,0-12 2981,1-20-3736,1-15-495,-7 25 1,1-2-71,0-2 0,1-1-221,0 2 0,1 1 155,0 4 0,1 2-470,7-14-424,-5 18-91,-6 15-98,-4 17-57,-2 12-1288,2 15 1616,7 10 1,-4-17-1,2-3 1</inkml:trace>
  <inkml:trace contextRef="#ctx0" brushRef="#br0" timeOffset="67228">13160 1343 21713,'-1'-3'3650,"0"0"764,1 3-2781,-6-33-2524,4 29-4,-3-24 509,4 44 356,1 7-1921,0 21 1557,1 0-1904,4 10-4085,1-19 5471,5-3 1,-6-20-1,1-2 1</inkml:trace>
  <inkml:trace contextRef="#ctx0" brushRef="#br0" timeOffset="67395">13195 1205 22393,'-11'-46'165,"0"0"0,1 5 1,1 8-1086,1 19-643,1 7-2231,6 17 2702,2 2 1,-1 0 0,1-4 0</inkml:trace>
  <inkml:trace contextRef="#ctx0" brushRef="#br0" timeOffset="67918">13580 1134 27682,'-49'16'-1354,"16"2"895,50 40 221,1-19 87,7 8 53,4-2 42,-7-9-4245,7 13 3936,-22-30 1180,-8 8-905,-13-16-140,-12-5-313,-11-19 319,12 0-756,-10-36 723,23 20 164,3-1 1,1-3 372,3-21 123,0 2 95,3 1 3398,1 22-3655,1 11 353,0 3-471,0 10-61,0 0-74,0 5 40,0 12 17,0 7-28,0 7 56,-6 29-62,-4-9-176,1-10 0,-1 0 25,-5 14-708,4-11 0,2-1-917,1 2 1765,2-1 0,2-3 0,4-16 0,0 7 0</inkml:trace>
  <inkml:trace contextRef="#ctx0" brushRef="#br0" timeOffset="68136">13818 1246 24340,'4'-42'476,"0"1"0,2 2 1,-4 13-539,-6 24 51,1 11 11,-4 14 0,1 8-17,1 13-100,3-3-388,3 3-889,6-4-2555,8-6-5882,7-11 8795,-5-9 0,-4-9 0,-9-4 0</inkml:trace>
  <inkml:trace contextRef="#ctx0" brushRef="#br0" timeOffset="68301">13988 891 19361,'-5'-5'2654,"1"1"-3415,4 4-493,0 0-522,-41-38-3903,41 39 4831,-30-29 0,38 37 0,-4-5 0</inkml:trace>
  <inkml:trace contextRef="#ctx0" brushRef="#br0" timeOffset="68529">14165 822 23685,'-6'-41'732,"1"-1"0,0 5 0,0 9-704,0 21-95,0 11 50,0 16 34,0 18-17,1 20 8,2-22 0,1 2-268,3 3 0,1 1 204,1 3 0,1-1-158,2 0 1,1-1-297,2-1 1,0-2-527,2-4 0,0-2-1462,7 15 2498,3 1 0,-14-34 0,1 5 0</inkml:trace>
  <inkml:trace contextRef="#ctx0" brushRef="#br0" timeOffset="69486">14073 1292 17311,'-3'-2'5243,"1"0"-3300,2 2-1971,26-50-39,7 29-23,-4-9 1,4 0-499,-1 20 0,2 4 350,0-2 0,-1 0-17,0 0 0,-2 1 160,25-7 67,-15 1 185,-15 4 61,-14 0-50,-10 6-50,-7 0 699,-5 7-537,-8 3 23,-2 6-63,-1 3-94,3 1-96,6 1-10,6 1 27,9-2 28,8-1 118,29-3-112,-3-6 16,20-8 46,-18-8 44,-4-11-100,-12 2 178,-4-18-139,-13 6-51,-7-12-22,-9 11 0,-9 8-28,-6 8-1,-2 7-4,0 4-40,1 9-23,2 4-5,2 10-11,2 9-6,5 6-33,6 6-393,19 18-229,13-17 134,-1-15 1,5-3-189,3-10 1,4-4-330,7-1 1,2-2 356,8-2 1,1-2 120,6-3 0,0-3 465,2-2 0,-2-3 364,-4-4 0,-3-3 227,-7-2 0,-5-2 157,-8 0 0,-4-3 517,9-23 86,-16 2-304,-11 3-319,-14 4-174,-8 8-95,-13 5-105,-7 9-74,-6 6-56,-4 8-28,-2 9-51,1 9-33,2 12-16,5 11 368,17-9 0,4 4-358,7-2 1,4 1 5,3 29-22,27-21 22,13-29 39,6-10 22,2-14 18,-4-11-1,-5-14 51,-7-14-167,-17 18 0,-2-3 108,-1-6-1,-2-2-10,-1-5 0,-2-1 42,-1 1 0,-1-1 209,-3-3 1,-1 4-36,-4-11-29,-3 9-140,2 38-111,2 8 27,0 11 1,-1 9-12,-3 16 501,0 15-484,1 13-45,6-16 0,1 1-850,4 18 489,2-15 0,5-1-737,2-15 1,4-2 1142,8 9 0,1-1 0,3 3 0,3-10 0</inkml:trace>
  <inkml:trace contextRef="#ctx0" brushRef="#br0" timeOffset="70510">12414 1845 26833,'-46'12'1483,"0"1"1,-1-1-1,-13 4 1,12-2-1484,23-5 0,14-5 0,9-3 0,2 0 0,20-1 0,18-5 0,5-3 0,10-5 0,1 1 0,-4 1 0,0-1 0,4-1 0,-6 2 0,3-2 0,2-1 0,1 1 0,-1 0 0,-2 0 0,0 1 0,0 0 0,1 0 0,1 0 0,6-1 0,3-1 0,0 0 0,0 0 0,-2 1 0,-8 1 0,-1 1 0,-1 0 0,1 0 0,3-1 0,0 0 0,3 0 0,1 0 0,1-1 0,0 0 0,0 1 0,1-1 0,2 0 0,-1 1 0,1-1 0,-1 0 0,1 0 0,-1 0 0,1 0 0,-1 0 0,0 1 0,1-1 0,0 0 0,-6 1 0,2 0 0,0 0 0,-1 0 0,0 0 0,-2 0 0,-4 1 0,5-1 0,-3 1 0,-1 0 0,-3-1 0,0 1 0,6-1 0,-2 0 0,-2 0 0,-3 1 0,0 0 0,-4 0 0,-1 0 0,22-6 0,-8 2 0,-12 2 0,3 0 0,-47 13-374,-8 4 178,-11 4 0,9-3 0,-1-1 1</inkml:trace>
  <inkml:trace contextRef="#ctx0" brushRef="#br0" timeOffset="73295">15425 3110 11105,'0'-35'4752,"0"0"1,0-26-3958,1 7 1,0-5 184,1-2 0,2 3-1053,-2 22 0,0 0 425,3-16 1,-1 7-21,-1 19-56,1-2-332,-4 21 60,0 11 7,1 11-11,1 16 8,1 8 1,0 3 2,1 12-5,-2 5 0,1 0-336,-2 2 333,1-19 0,-1 0 19,1 13-5,-1-12 56,0-15 33,-1-12 281,0-14-309,0-18-50,-1-13 0,2-7-23,0 3 1,0-3-61,1-20 0,1 0 60,-1 19 1,1 0 27,4-22 1,-1 1-20,-1 20 0,1 2-9,2-16 1,1 2 0,6-9-52,4 14 30,5 14-7,7 9 6,9 8 29,8 7-12,6 13-34,4 9 25,-30-1 1,0 3-171,-1 5 0,-2 3 157,-2 3 0,-2 2-6,-2 3 0,-4 2-40,-2 1 1,-4 0-107,-2-1 1,-3 0-334,-3 0 0,-2-2-1522,-2 27-7802,-1-9 9215,1-20 1,3-13 0,0-13 0</inkml:trace>
  <inkml:trace contextRef="#ctx0" brushRef="#br0" timeOffset="73536">15629 2899 11343,'-8'-2'5768,"1"0"-4109,-24-9 0,-5-4-645,9 2-653,-13-3 0,4-2 872,20 2-964,8 1 245,7-2-491,13-1 1279,19-3-1302,6 4 0,10 2 0,6 1-542,-12 5 1,2 0 437,17-3 0,1 0-437,-15 5 1,-3 2-2615,-6 1 1,-3 1 3154,13 0 0,-21 2 0,-16 0 0</inkml:trace>
  <inkml:trace contextRef="#ctx0" brushRef="#br0" timeOffset="78577">16843 2612 12505,'0'-4'7573,"0"1"-3932,0 3-3081,-16-62-90,12 45-451,-5-17 1,2 6-9,7 26 23,0 9 28,1 8 16,0 13-16,0 11-12,-3 6 23,-2 3-34,-1 0-17,-1-3-10,2-8 10,1-8 101,0-11 169,1-8 117,0-6-79,0-6-179,-3-8-78,-2-12-62,0-30 6,2-4-453,3-6 450,4 29 0,2-1 14,6-20-9,-2 20 1,1 0 10,2-2 1,2 1-14,13-17-17,-6 23 0,2 3-22,14-3-23,9 5 56,-1 13-16,-8 7-7,-1 4 1,-5 7-11,-8 7 27,4 6 7,-3 15-1,-11-2 437,-3 2-471,-12 2 18,-8-6 21,-9 8 12,-12 3-5,4-14 22,-2-3-17,14-17-3325,1-4 3319,8-7 29,-1-6-35,7-2 12,0-6-22,4 6-6,2 2-11,7 5 3397,-3 2-3408,15 5 22,-11 3 0,19 8-6,-5 5 6,19 15-5,-14-9-15,-8-2 0,-1 0 15,-7-4-12,5 19 6,-23-14-12,-11 5-66,-26 2-23,-8-9-247,11-12 1,-1-4-1423,-16-8 933,-4-20 0,34 9 0,6-9 0</inkml:trace>
  <inkml:trace contextRef="#ctx0" brushRef="#br0" timeOffset="82495">18342 2236 22397,'-16'-33'1607,"-6"12"-1456,-3 27 62,-5 7 0,-2 5-118,4-1 0,0 2-395,-14 9 0,0 2 339,7 0 0,4 1-17,3 0 1,3 0-1,-8 18 70,21-17 1,6 1-48,10 8-1,10 14 12,13-18 0,8-9-33,-4-8 45,29-7-743,-5-13 571,-10-4 0,3-3-529,1-5 1,2-3 632,-8 1 0,0-1 0,-3 1 0,-3 1 0,-3 1 0,-1 0 0,1-1 0</inkml:trace>
  <inkml:trace contextRef="#ctx0" brushRef="#br0" timeOffset="85913">19451 2293 21052,'-12'-40'872,"1"0"0,0 3 0,4 11-653,7 23 161,0 11 74,0 18-219,0 13-100,0 18-91,-2 2-2231,1-20 0,0 1 1909,-1-5 1,2-2-31,0 0 0,0-1-1152,2 23-3586,2-16 4488,-2 9 1,0-23 0,-2-7 0</inkml:trace>
  <inkml:trace contextRef="#ctx0" brushRef="#br0" timeOffset="86195">19350 2623 15434,'-11'-62'2724,"1"0"0,1 4 1,1 5-1992,4-10-262,7 5-23,9-1-336,1 22 34,14-2-45,5 25-34,22 2-45,-19 9 1,3 3-841,17 7 0,0 4 829,-15-4 1,-1 2 7,17 11 1,-2 4-18,-20-2 1,-3 2-229,7 8 0,-3 3 220,-5 1 1,-6 3-29,-7 7 1,-11 1-35,-15-3 1,-11-3 8,-4 0 1,-8-4-419,-3-13 0,-6-3 0,1-4-419,-7 0 0,-1-5-4020,-4 1 1,3-5 3746,-2-3 1,23-6 0,21 1 0</inkml:trace>
  <inkml:trace contextRef="#ctx0" brushRef="#br0" timeOffset="104844">14559 2791 9849,'10'-60'2383,"0"1"0,-1-1 1,1-4-1,-1 3-1773,-2 17 1,-1 0 0,0 2 477,-3-3 1,-2 0-353,-1-6 0,-1 1-526,-1 11 1,-1 3 111,-6-12 14,0 34-297,5 10-34,0 0 107,4 19-79,-1 12 35,0 30-29,-1 0-236,-1-11 0,0 10 220,-1-4 1,-1 8 0,0 3 0,1 0-331,1-10 1,1 1 0,0 1 0,0 0 0,2 3-42,0-3 1,1 4 0,0 0 0,1 0 0,0-2 0,1-4-851,0 6 0,0-2 0,2-4 0,3-3 1198,7 4 0,3-5 0,-2-10 0,3-2 0,0-4 0</inkml:trace>
  <inkml:trace contextRef="#ctx0" brushRef="#br0" timeOffset="105603">21947 1608 13161,'-1'-3'8569,"-1"0"-6009,2 3-1154,0-76-516,1 40-739,-1-8 1,0 2 83,2 21-106,-1 12-180,-1 6 57,2 24 0,0 17 2,-1-1 0,1 4-345,-1 10 1,0 2 336,-1-6 0,1 3-639,-2 7 0,-1 7 0,1-3 629,-1-14 1,0-2 0,0 4-38,1 2 1,-1 3 0,0 1 0,0-2-266,0 8 0,-1-2 1,1 0-1101,0 0 0,0 1 1,-1-3 1050,1-7 0,0-1 1,0-5-1,-1 3 0,1-7 1,-1 5-1</inkml:trace>
  <inkml:trace contextRef="#ctx0" brushRef="#br0" timeOffset="106336">16436 2522 18231,'1'-51'795,"0"1"0,-1 0 1,1 0-1,-2-11 1,1 3-1,-2 6-467,-1 9 0,-2 4 492,0 2 0,-1 3-685,-2-1 151,3 17-286,11 44 33,5 31-11,-3-16 1,0 5-548,1 11 0,-2 4 523,-2-14 0,-1 2 0,-1 0-26,1 5 0,-2 0 0,1 5-808,-1 1 0,-1 4 0,1 2 0,0-5-2441,2 1 0,-1-3 0,1 1 2419,-1 6 0,-1 0 0,2-10 1,0-18-1,0-9 0,-1-12 0</inkml:trace>
  <inkml:trace contextRef="#ctx0" brushRef="#br0" timeOffset="106828">17653 2369 19328,'-11'-50'1004,"-1"0"1,0 0 0,1 4 0,0 1-1,0 3-514,-2-7 0,-1 4-143,3 8 1,0 3 162,-6-17-219,8 20-235,5 17-45,10 33 34,5 17 0,0 7-20,0 3 0,-1 3-356,0-1 1,1 2 0,-1 1 344,-4-6 1,-1 0 0,-1 3-607,0-2 1,-2 4-1,0-1 1,0-3 529,-1 0 1,0-2-1,0 2-245,-2 1 1,0 4-1,0-1 1,0-4-2766,0 17 0,1-4 3072,0-15 0,1 0 0,-1-3 0,0 0 0,1-6 0,4 3 0</inkml:trace>
  <inkml:trace contextRef="#ctx0" brushRef="#br0" timeOffset="107346">18909 2162 20492,'2'-53'1337,"0"1"1,0-1-1,0-10 1,1 4-988,-1 12 0,1 4 400,-1-7-705,-2 27-84,0 16 92,0 49 0,-2 26-45,0-22 1,1 3-544,-1-5 0,0 6 1,0 1-1,0-2 531,0 4 1,0-3-1,-1 2-116,1 4 1,0 0 0,0 1-346,0 2 0,0 0 1,3 2 464,3-3 0,1 2 0,1-1 0,-1-6 0,-2 6 0,0-3 0,4-13 0,1 0 0,-1-1 0</inkml:trace>
  <inkml:trace contextRef="#ctx0" brushRef="#br0" timeOffset="130746">12888 5432 23500,'-1'-38'633,"1"0"0,-5-23-527,-11 69-11,-8 13 1,-3 5-46,4-1 0,-2 3-612,-5 6 0,-2 4 0,3-2 570,3-4 1,2 0 5,-7 14 0,4 0 393,8 7-419,10 8-60,24-12-96,19-13-196,17-14-325,11-11 106,-29-10 1,2-4-261,-1-3 0,0-2-399,-1-5 0,1-3-990,6-12 0,-3-3 1307,-11 10 1,-2-3 419,10-16 1,-5-2 725,-11 10 1,-4-1 559,4-9 1,-1-2 441,-4-1 1,-1 0 19,-2 1 1,-2-1 92,-2-8 0,-1 2-1028,-2 16 0,0 1 157,-1-10 0,-2 2 1466,-3 0-1355,0-1-240,-2 18-252,1 13 235,2 11-285,0 13 775,2 14-776,1 18-8,-1-6 1,1 1-868,-1 20 859,1-10 0,-2 2-3,-1-12 0,-1 0-14,1 10 0,-2 2 3,0-1 0,-1 0 2,2 0 1,0-2-36,0-13 0,2-3 41,0 20 17,2-35 117,4-12 102,15-38-163,2-5-42,2-5 0,0-2 503,7-10-520,-7 15 1,1 2 46,16-9-49,-8 9 22,4 3 98,-18 27-132,-5 1 0,2 10 1,-6 5-1,6 15-17,5 11 326,-6-6-359,6 6-504,3-12-640,3-3 310,3-2-1194,4-10 90,-4-5 335,13-16 2040,0-15 1949,-9-16-834,-13 4 245,-16 4-795,-14 22-767,1 4 225,-13 12-275,8 7-107,-3 1 11,6 9-44,6-8 11,1 8-1,9-3 1,3-2 0,4-2 33,14-7-38,-10-4 21,23-8-16,1-14 56,6-18-45,-9 4 22,-20 8 1,-5-3 100,-4-13-6,-1-8 23,-12 10 12,-5 18-108,-3 9 85,-14 8-112,10 9 22,-28 16-44,16 7-1708,5 1 0,2 3 1679,-1 9 12,2 12-17,11 2-84,10 0-160,4-18 0,7-1-712,7-5 1,6-5-1344,11-3 0,4-4-2350,1-5 0,0-4 4660,1-2 0,-4-3 0,3-2 0,-18-2 0</inkml:trace>
  <inkml:trace contextRef="#ctx0" brushRef="#br0" timeOffset="131170">14539 5301 15059,'0'-6'8867,"0"1"-7736,0 5-918,-44-40-146,27 37 6,-15-7 0,-1 7-28,10 38-34,-5 7 17,3 16-28,15-19-50,3 15-34,20-17-208,14-8-363,17-9-213,13-10 254,-25-9 1,0-3 195,2-3 1,1-5 171,10-14 0,-3-7 344,-10 3 0,-4-4-385,8-15 0,-5-3 547,-13 5 1,-5-2 377,-2 0 1,-2-3 0,-2 1-189,1-4 1,-3 1-90,1-14 1,-3 5 185,-7 3-71,-3 19-140,-1 19-179,2 12-129,2 6 328,3 24-311,2 6 17,2 28-46,-2-25 1,0 2 147,-1 6 1,1 2-168,-1 3 0,0 1-171,1 5 1,1 1-964,0 1 0,1 0 513,2 6 0,0-4 0,0 7 0,2-10 0</inkml:trace>
  <inkml:trace contextRef="#ctx0" brushRef="#br0" timeOffset="132154">15057 5226 13424,'2'-5'7494,"-1"1"-6060,-1 4-555,31-66-229,-21 44-401,7-16 0,-2 6 26,-12 25-68,-4 8-67,-4 10 22,-9 8 6,-9 12-16,-10 8-23,-7 7-34,-2 1-39,8 0-22,11-8 27,13-8 57,14-8 16,10-6-27,10-4-29,8-4-11,9-3-22,5-3-45,7-2-358,5-2-1536,6-3 1215,-27 0 1,-3-1 0,6 0 0,-4-1-1</inkml:trace>
  <inkml:trace contextRef="#ctx0" brushRef="#br0" timeOffset="134108">15617 4964 17944,'10'-51'1574,"-1"0"0,1 9 0,-5 5-790,-8 2-314,-5 19-212,-6 8-85,-6 10-10,-5 12-12,-8 15-17,-6 17-421,17-17 0,1 2 306,-1 5 1,2 0-15,4-6 1,2 1 2,0 14 1,4 1-287,7 13 264,6-18 0,5 0-3,23 12 8,-7-30 1,3-4-20,5-2 0,1-3-20,3-3 1,3-4-96,14-3 1,0-5 2,-14-4 0,0-2 28,8-5 0,-3-5 44,6-23 74,-16 5 30,-16 7 1,-2-1 108,-4-11 63,3-15 88,-15 15 74,-4 8 62,-1 8 50,-1 9 649,2 8-1075,1 6 287,-1 9-282,0 7-38,-2 11-18,1 6 12,1 7-23,4 1 6,6-1-5,8-5 10,9-8 18,7-9-6,2-9-12,-5-9 46,17-21-23,-12-7-1666,-6-1 1,-1-1 1688,3-11 41,-12 12 0,-2 1 216,-3-3 23,-1-3-2202,-7 13 1944,-2 11-6,-2 6-33,-1 11 2245,-7 30-2256,0 3-21,3-6 1,0 2 3,-3 26-85,6-29 0,0 1 45,1 1 1,1 0-130,3 2 1,1 0-412,1 2 0,3-1-759,3 1 0,2-2-2916,4-1 1,1-2 4248,17 17 0,-11-22 0,-8-16 0</inkml:trace>
  <inkml:trace contextRef="#ctx0" brushRef="#br0" timeOffset="135108">16858 4896 24092,'-16'-43'582,"0"0"1,-2 2 0,0 15-499,-1 31 43,-10 11-27,4 14-55,-2 11-22,-1 11-18,15-23 1,0 1-6,-6 20-17,9-11 0,4 0-50,3 14-51,5-16 1,3 0-431,17 14-365,13-11 39,9-9 488,6-12 363,-1-12 175,-5-18 189,-7-10 141,-9-10 134,-8-1 132,-6 5-127,-7 7-234,-5 10-141,-8 7-44,-7 10-68,-6 3-78,0 5-39,7-1-6,6-2 28,12-5 1,9-4-12,13-9-6,13-8-11,13-14-6,-23 9 1,2-2-254,1-4 0,1-3 248,0-5 0,-1-2 11,-1-4 0,-1-4 2,-7-2 0,-1-4 1,-3 2 0,2-7 0,-3 1-11,-5 12 1,-1 0 0,-3 1 63,-4-9 0,-5 6 51,-5-6 5,-6-11-17,-7 34-38,-1 14-35,-1 11-10,-3 22-18,-2 27-161,12-17 1,0 2 155,0 8 0,2 2-3,1-2 0,2 0-8,0 3 0,2 1 2,0 0 1,2 0-40,3 0 1,3-1-96,2-3 0,6-2-165,11 0 0,8-5-59,7-8 1,5-8 226,8-8 0,1-7 137,-12-4 0,-2-6 42,2-12 1,-6-6 49,1-16 454,-3-2-328,-15 9 1,-3 1-71,-4 5 158,4-20-62,-17 38-68,-6 1-3070,-16 15 2931,7 1 22,-10 11-40,18-2-16,2 3 0,11-1 0,7-3 12,8-4 3352,12-5-3370,-7-4 23,13-10-12,-8-6 18,9-13-1,-1-9-11,-6-7 29,-8-2 21,-11 3 34,-8 7 12,-12 7 94,-18 11-49,-8 12-12,-14 14-83,12 5-57,-9 17 0,13 2 0,-2 15 0,21-16 0,4 3 0,6 1 0,4 0-12,3 1 0,6 0-414,4-3 1,4-2-2353,5-6 0,3-4 2778,22 14 0,-14-16 0,-13-11 0</inkml:trace>
  <inkml:trace contextRef="#ctx0" brushRef="#br0" timeOffset="136649">13546 7380 9425,'-1'-60'1072,"0"-1"0,0 0 0,0 1 0,0-1 0,1-5 0,0-2 0,0 9 0,-2 18 1689,-2 17-2761,3 25 1374,1 16-1335,0 23-42,0-8 0,0 5-704,0 23 0,-1 3 684,0-17 1,0 2-85,0 2 1,-1 4 0,1-2-113,0 7 1,1 0-1591,1-9 0,1 2 0,1-1 1519,-1-5 1,0-1 0,0-5 0,1-5 0,0-6-1,-1-6 1</inkml:trace>
  <inkml:trace contextRef="#ctx0" brushRef="#br0" timeOffset="137990">13503 6869 20615,'-4'-5'2241,"0"2"-1955,4 3-253,61-46-30,-18 37 0,5 2-651,-4-9 0,3-4 0,2 4 653,3 9 1,2 5-1,-4 0-5,6-2 0,0 0 0,-5 0 0,2-1 0,0 0-2,-2 0 0,-1 0 1,6 0 6,-3-1 1,5-1-1,3 0 1,-1 0 0,-4 0-616,-2 1 0,-3 0 0,1-1 0,6 0 610,-4 0 0,7-1 0,3 0 0,2-1 0,-1 1 0,-5 0 0,-6 0-480,1 1 0,-7 1 0,0-1 1,7 0 487,-3 0 1,6-1 0,3 0 0,1-1 0,1 1 0,-3 0-1,-3 1 11,4-2 0,-2 2 0,-3 0 0,2-1 1,3 1-188,-9 0 1,1 0-1,1 1 1,1-1 0,1 0-1,1 0 1,0 0 206,0 0 1,1 1 0,2-1 0,0 0 0,0 0 0,1 0 0,-1 0 0,0 1-53,1-1 0,0 0 1,0 0-1,0 1 1,1-1-1,-1 1 1,0-1-1,0 0 53,0 0 1,-1 1 0,1-1-1,-1 0 1,1 0 0,-1 0-1,-1 0 1,1 1-6,-4-1 0,0 1 0,-1-1 0,1 1 0,-1-1 0,-1 0 0,1 1 0,-1-1 5,7-1 0,0 0 0,-1 0 0,0 0 0,-1 0 0,0 0 0,-2 0 20,2 0 1,-3 0 0,0 0-1,0 0 1,2 0 0,2-1-43,-2 1 0,3-1 0,2-1 1,1 1-1,0-1 0,-1 0 1,-1 0-1,-3 1-2,-2-1 1,-2 1 0,-1 0 0,-1-1 0,0 1 0,1-1 0,0 1-7,5-2 0,1 0 1,1 0-1,0 0 1,-2 0-1,-2 0 1,-3 1-4,2-1 1,-3 0 0,-2 0 0,-3 1 0,-2 1 10,14-4 1,-4 2 0,-10 1 1085,11-2-1076,-15 5 1692,-23 5-1625,-4 0 2536,-9 1-2536,-5 1 2376,-8 4-2426,1 0 193,-4 3-204,-7 17-29,10-11-16,-8 23 22,10 2-5,1-4-4,0 3 1,0 4-9,1-10 1,1 3 1,0 5 1,0 6-1,1-1-713,0 11 0,2 3 709,2-3 1,2 5 0,1-2-517,0-12 1,1-1 0,0 0 519,4 9 0,0 0 1,1-1 6,-1-10 1,0-1 0,-1 0-340,0 3 0,0 0 0,-2-2 355,2 7 1,-4-2-130,-7 4 0,-7-4 188,-16 0 916,-22-10-977,8-25-6,-23-7-11,31-5 5,-3-2 1,-1 2-11,-2 0-12,3 4 0,-1 1-11,-19 8 19,20-3 1,-3 1-12,-9 3 1,-2 1 294,1-2 1,-3 0-269,9-2 1,-3-1-1,1 0-15,-20 3 0,0-2-4,18-3 1,-2 0 0,0-1-104,-3 0 1,-2 1 0,0-1 93,-2 0 1,-2 0-1,0 0 2,-3 1 1,-1-1-1,0 0-4,12-1 1,-1-1 0,0 0 0,0 1-5,-2-1 0,1 0 1,-2 1-1,-6 0 8,7-1 1,-4 1 0,-4 0-1,-1 1 1,0-1 0,0 0 0,3 0-351,-4 0 0,2 0 0,0-1 0,0 1 0,0 0 0,-1 0 365,5-1 1,-1 0 0,0 1 0,-1 0 0,1-1 0,-1 1 0,1-1-226,-1 1 1,-1-1 0,0 0 0,0 1 0,2-1 0,2 0 0,3-1 223,-11 2 1,4 0 0,1-1 0,-4 1-145,6 0 1,-3-1 0,-1 1 0,-2 0 0,2 0 0,3-1 146,-3 1 1,2-1 0,1 1 0,1-1 0,-1 1 1,0-1 0,0 1 0,0 0 0,1 0 0,-1-1-80,1 1 0,1 0 0,-1-1 1,1 1-1,0 0 79,0 0 0,1-1 0,-1 1 0,1 0 0,0 0 42,1 0 1,-1 1-1,0-1 1,2 0-1,2 0-46,-2 0 1,3 0 0,-1-1 0,-2 2-5,-4 0 0,-3 1 0,-1 0 0,1 0 1,4 0 8,3-1 0,3-1 0,0 1 0,-2 0-3,-4 1 1,-3 0 0,-1 0 0,1 1-1,2-2 1,-1 1 1,2 0 0,2 0 0,-1-1 128,2 0 1,0-1 0,1 1 0,2-1-130,-2 0 0,3 0 1,-3 1 6,-13 1 1,-3 0 0,5-1 2,1 1 0,1-1-16,5-1 1,-3 1 0,4 0 10,-4 0 0,5 0 8,5-1 0,3-1 635,0 1 0,3-2-579,-17 1 1823,15-1-1868,23-6 2238,15 0-2249,6-1 1575,9-1-1608,1 1 393,10 1-382,-8 1 33,11-2 28,-6-3-27,8-5-23,-4-6 22,-3-5-22,-1-3 28,-5-5-5,-5 4 44,-4-23 6,-7 11-6,-5-19 50,-4 8 23,-4-3-106,3 9-20,3 4 0,1-1-422,-1-18 416,3 16 1,1 0-158,3 7 1,1 2-2490,2-10 1826,3 4 0,-2 29 0,-1 6 0</inkml:trace>
  <inkml:trace contextRef="#ctx0" brushRef="#br0" timeOffset="155876">14066 7419 18599,'-1'-43'773,"0"0"0,-2 1 0,3 17-493,5 30-56,2 13 11,4 20-17,-1 15-120,-6-20 0,-1 2-8,0 13 0,-2 2-73,-1-7 0,0 2-368,0 15 0,-1-1 359,0-19 1,1-1-4,0 1 1,0-2 56,0 8 179,0-15 240,-1-13 18,-2-11-146,-5-12-113,-4-12 630,-4-17-769,-2-17-71,9 20 1,1-2-233,0-4 1,2-2 209,1-1 0,1-1 12,1-1 0,1 0-1,2 9 1,2 0 16,0-5 1,3 0-1,3 4 0,1 1 15,11-26-76,5 5 47,-2 29-11,2 11-5,4 8 11,2 11 0,2 9 435,1 11-441,-1 12-22,0 9 8,-17-19 0,1 1-109,8 19 0,1 1-112,-5-9 0,0-1-577,5 13 1,0 0 130,-9-17 1,-2-1-479,-3-3 0,-3-1-6010,2 22 7158,-13-13 0,0-18 0,-3-9 0</inkml:trace>
  <inkml:trace contextRef="#ctx0" brushRef="#br0" timeOffset="156078">13928 7865 19569,'34'-36'77,"-1"1"0,1-1 1,8-3-1,1 1 1,-2 7-148,-9 12 0,1 4-250,13-8 1,1 0-1723,-12 7 1,-3 1-7790,12-5 9104,-12 5 0,-28 13 1,-6 2-1</inkml:trace>
  <inkml:trace contextRef="#ctx0" brushRef="#br0" timeOffset="162924">14879 6803 13037,'0'-8'3966,"0"2"-2924,-9-22 0,-4-5-157,3 10-1883,-7-20 1,0 2 1294,9 25 1000,-3-11-1208,11 21-50,1 1 57,6 4-63,-1 2 79,11 8 3314,-9-2-3337,11 16-3397,-8-2 3370,2 4 156,0 23-122,-6-19 2,-2 3 0,1 4 25,-3 2 0,0 1-48,0 6 1,0 0-353,0 1 0,-1 1 318,0-6 0,-1 3 1,0-2-12,1 6 1,-1 0-9,1-2 1,-1 3-1,1-2 17,0 13 1,0-3-21,0-12 1,1 1 32,0-4 0,0 3 1,1-3-9,-1 1 1,2 0-9,1 18 1,-1-2-23,-1-24 0,0-2 1465,0 10 1,0-1-1428,-1 7-16,-1-14 0,0-1 37,-3 9-34,-1-14 68,-3 0-124,1-18-201,-1 2 825,3-11-1974,0-2-6179,1-10 7546,0 2 0,1-4 0,0 7 0</inkml:trace>
  <inkml:trace contextRef="#ctx0" brushRef="#br0" timeOffset="163824">15463 7140 22347,'17'-33'879,"0"18"-566,-3 52-77,-1 7-52,-4 7-38,-3 0-40,-2 1-10,-2-5-35,0-6 18,-2-8-29,1-12 286,-1-3 398,0-14-616,-3-7-6,-3-25-95,1 3 11,-2-29 0,4 6 2,2 3 1,0-2-20,1 10 1,1 1-101,1-12 0,2 3 106,2-4 2,2 18 1,2 1 25,6-6-17,10-11-6,-1 20 6,5 4-22,-5 9 33,18 1-28,-13 8-22,15 2 217,-10 11-229,-2 7 18,-4 10 10,-4 8-10,-8 10 27,-8 6-16,-14 4 33,-8 2-28,-4-14 0,-19 9 51,8-25 11,-12 6 11,10-21 16,5-10-44,7-10-28,6-7 12,6-4-7,4 0 1,6 1-34,2 1 5,6 2 18,7 2-23,5 4 11,7 5-17,7 11 1,5 10-1,3 12-5,-10-1 2,-11-2 1,-2 1-31,0 12 33,2 16 23,-26-12-45,-17-2-45,-15-5-207,-14-6-644,-9-8-706,24-13 1,0-3 1629,-6-6 0,2-1 0,-5 0 0,5-7 0</inkml:trace>
  <inkml:trace contextRef="#ctx0" brushRef="#br0" timeOffset="170112">16270 6820 10164,'0'-5'5663,"0"0"-3272,0 5-744,-17-74-600,11 40-703,-4-12 1,2-1 125,7 13-133,5 2-6,2 3-7,2 3-32,1 7-1,-3 6-39,-2 7-118,-3 3-44,-1 3-34,1 15-34,3 9 12,2 13-6,4 7 17,-1 1 22,1 7-1713,-5-16 1,0 1 1678,2 15-5,-3-13 0,0 0-284,1 19 306,-2-21 0,-1 2 6,0 0 0,0 1-22,-1 9 0,0-2-23,0-14 0,0 0 3,-1 12 0,1 0 8,2 16-8,-2-23 0,2 1 0,-1-1 0,1 1 14,1-2 0,-1 0 11,1 0 1,-1-2 10,2 19 23,-2-17 0,-1-1 0,-1 12-31,1-14 0,-1-1 9,0 16-71,-1-4 82,0-1-6,0-3-11,0-2 33,1 3-5,0 1 3188,1-6-3205,-2-5 462,2-15-468,-2-3-3306,1-2 3272,-2-2 7,1-2-118,-1-5-819,0 0 914,5-26 0,-3 17 0,4-18 0</inkml:trace>
  <inkml:trace contextRef="#ctx0" brushRef="#br0" timeOffset="172379">17155 6882 16532,'0'-3'3126,"0"1"257,0 2-3131,-51-41-62,26 31-95,-8-9 1,-1 4 100,2 30 84,-14 18-143,18-8 0,0 3-48,-2 3 1,1 2-214,-1 5 0,2 1 169,6-4 0,2 2-34,3 5 0,4 0-11,-4 12 0,15-20 0,7-2 11,16 0 12,21 0-21,-6-20 1,2-5-36,17-2-463,-4-12 0,-2-4-786,-6-7-3634,-4 0 1,-3-2 3981,-8 1 0,-2 0 1,-19 13-1</inkml:trace>
  <inkml:trace contextRef="#ctx0" brushRef="#br0" timeOffset="174762">17624 6445 18666,'-8'-42'887,"0"0"0,2 3 0,0 8-473,3 18-50,2 3-55,0 4-108,1 3-94,0 1 38,0 7-10,0 6-1,0 11 23,-1 9 0,0 9 44,0 18-117,0-15-20,1-10 1,0 1 19,3 12-22,2 16-353,1-23 0,1 0 330,2 15-6,0-14 1,0-1-312,5 14 308,-5-19 1,1 1 2,-1-1 1,1 1-1487,-1 8 1,0 0 1524,2 16 26,-4-10 0,-2-2-58,-1-3 10,-2-5 0,0 1 74,0 12-46,-2-13 0,0 2 117,-2-7 0,1 0-145,-3 29 1,-3-7 0,0-14 5,0 8 0,1-2 5,2-5 7,-1-3 243,1-4-232,-1-3 3323,0-1-3285,-1-2-27,0-4-56,0-3 211,2-6-239,2-7-79,1-7-757,10-19-9001,10-20 8029,-2 5 0,0-1 1,-14 26-1</inkml:trace>
  <inkml:trace contextRef="#ctx0" brushRef="#br0" timeOffset="177872">18255 6714 24906,'-20'-53'123,"7"20"-84,19 54-5,1 17-23,0-1-8,-4-1 0,-1 1-809,-1 20 512,-1-14 0,1 0-468,-1-7 1,1-1-847,1-1 1,0-2-1412,3 16 2251,1 1 1,-4-33 0,1 4 0</inkml:trace>
  <inkml:trace contextRef="#ctx0" brushRef="#br0" timeOffset="178192">18241 7069 18229,'-17'-58'1339,"1"0"0,2 7 0,2 3-1034,4 15 0,1 2 238,1-22-16,3 5-337,5 14 141,13-1-259,-2 20 68,28-16-78,-6 18-28,21-3-6,-2 12-351,5 13 342,-27 0 1,-1 3-23,2 5 0,-1 4-17,1 5 1,-2 3 30,0 4 1,-1 2-12,-3 2 0,-3 2-3,-4 1 0,-5 0 25,-5-1 1,-7 0-4,-8-3 1,-7-2 22,-7-2 0,-5-2-3,-8-3 0,-4-4-81,-3-2 0,-2-3-238,0-4 0,0-3-1207,1-4 0,2-4 1487,-21-7 0,25-1 0,17-3 0</inkml:trace>
  <inkml:trace contextRef="#ctx0" brushRef="#br0" timeOffset="185990">11772 6736 16114,'-26'-35'826,"0"0"0,0-1 1,-8-9-1,7 6-574,12 10 876,8 6-1049,4 15 139,1-2-201,4 12 145,4 13-117,5 18-23,0 2 23,4 24 143,-8-24 0,0 2-177,3 9 1,1 1 44,1-7 0,0-2 236,11 19 581,3-41-335,-5-27-224,5-19-107,-2-21-453,-4 2 335,-2 1 1,-1-4-336,-3 13 0,-1 0 260,3-7 0,2-2 17,2-1 0,1 2-37,-5 17 0,2 2-50,2-5 0,1 3-190,7 1-264,-10 23-458,-10 17-900,-4 12 1868,-12 19 0,6-18 0,-7 2 0</inkml:trace>
  <inkml:trace contextRef="#ctx0" brushRef="#br0" timeOffset="188432">15796 8748 20056,'-3'-47'1110,"0"0"1,0 8 0,1 9-881,2 15-12,0 14-128,2 26 22,-1 9-48,0-1 1,0 4-538,-2 2 1,-1 2 503,-2 6 0,-2 2-34,-1 3 0,-1 1-64,-1 2 0,1 1-90,0 0 0,2-2 36,1-12 1,2-1-401,1 12 1,3-2-481,3 4 248,-2-20 0,1-2-3717,0-6 4470,-6-17 0,2-7 0,-3-6 0</inkml:trace>
  <inkml:trace contextRef="#ctx0" brushRef="#br0" timeOffset="188824">15653 8952 16952,'-17'-57'1811,"1"0"0,3 7 1,0 11-1286,-3 23-436,0 15-40,-10 12 12,-3 16-17,-6 13-34,1 9 6,1 2-1,7 0 1,6-4 6,5-9 21,5-13 449,3-10-179,4-16-225,1-15-10,1-21-12,5-21-350,1 21 0,2-2 350,4-4 0,2-1 34,4-1 0,3 0-3,3 2 0,3 3-20,1 3 0,2 4-16,1 5 0,1 3-26,-2 5 0,2 4-123,28-5 149,-2 13-23,3 17-269,-29-1 0,0 3 247,2 3 0,1 3-3,2 1 0,0 1-26,1 1 1,1 1-51,0 0 1,0 0-449,-2 0 0,0 0-83,6 5 0,-4-1 0,2 0 0,-2 2 0</inkml:trace>
  <inkml:trace contextRef="#ctx0" brushRef="#br0" timeOffset="198758">12709 11278 16344,'13'-49'1047,"1"-1"1,0 1-1,-2 4 1,-1 1-1,-2 6-546,-3 4 1,-3 4 237,0-17-186,-4 16-357,0 14-194,0 10-13,1 12 79,0 14-24,0 19 1,-4 9 0,-1 4-31,0-9 0,-1 0-193,-3 17 1,-2-2 198,1-19 0,0-3 8,0-3 0,0-2 56,-10 16 100,0-17 46,1-14-73,-1-18-68,1-19-21,0-23-46,5-2 14,5-1 1,2-5-23,4 14 0,0-3-1,2-6 0,0-5 1,1 4-12,3 5 1,1 2 0,4-8 0,2 5 2,6 13 6,20-3-11,-4 16-11,4 5 0,3 3-6,17 4-170,-17 7 0,-1 5 136,13 15-10,-7 15 5,-13 13 8,-26 0 0,-7 4 28,-4-10 1,-4 1-344,-1-3 0,-4 2 1,-1-3 356,-9 4 0,-1-4 14,-1-2 1,0-3 8,2-6 0,0-5 67,-16 6 357,9-34-413,17-7 11,11-35 7,17 17 1457,12-12-1531,9 15 22,-3 17 1,1 3-7,18 7 12,-15 5 0,-1 4-245,15 26 245,-24-13 0,-2 3-20,5 15 1,-5 2 2,-8-9 1,-4 0-4,-2 11 0,-9-1 9,-11-12 0,-5-4-14,-5 1 0,-3-2-37,-1-3 0,-1-3-425,-26 8-1434,7-19-1277,12-16 3198,4-14 0,19 8 0,0 0 0</inkml:trace>
  <inkml:trace contextRef="#ctx0" brushRef="#br0" timeOffset="199110">14383 10856 25937,'27'-11'196,"-8"38"-179,-20 25-73,-2-8 0,0 1-1108,-3 18 461,3-24 0,1 1-1501,2-3 1,0-2 2203,3 21 0,0-24 0,0-17 0</inkml:trace>
  <inkml:trace contextRef="#ctx0" brushRef="#br0" timeOffset="199297">14442 10530 16213,'-4'-4'3635,"0"1"-4301,4 3-1569,-29-13 2235,37 23 0,-33-20 0,39 23 0</inkml:trace>
  <inkml:trace contextRef="#ctx0" brushRef="#br0" timeOffset="199741">14881 10536 20033,'-2'-3'3725,"1"1"-2471,1 2-1226,-32-12 11,41 23-27,-31-12-18,57 32 0,-8 0 6,0 1 6,-3 4 0,-2 2-590,-1 0 578,-1 0 1,-2 3-129,-7 12-12,-4-10-370,-14 10-419,-8-27-274,-11-2 122,-3-14 431,-6-32 634,12 0 64,7-6 0,4-5 434,0-23 64,6 21 1,2-1 397,1 2 0,1 2 624,1-25-1170,1 25 288,0 3-187,-1 21-448,0 1-11,0 10-18,0 13-21,-6 20 5,0 3-31,-3-4 0,-1 4-543,-2-3 0,0 2-712,-4 12 1,1 2 754,-2 5 1,2-3 0,7-22-1,0-3 1,-3 23 0</inkml:trace>
  <inkml:trace contextRef="#ctx0" brushRef="#br0" timeOffset="201293">16257 11051 22408,'10'-54'637,"0"-1"0,-3 8 0,-1-3 0,-2 4-534,-3 4 1,-2 1-683,1-10 0,-1-1 660,-2 0 1,-1 2 5,-2 12 0,-1 0 109,-4-12 0,-2 2-104,1 13 0,0 3 435,-17-24-448,11 33 9,6 18-99,6 24 16,6 25 1,3 11-6,-3-6 0,1 2-276,0-9 0,1 1 0,-1 2 263,-1 7 0,-1 1 0,0-3-26,0 6 0,1 3-169,1-7 1,1 8 0,1 0-1,2-4-276,3-2 1,2-4 0,1 1-407,1 6 0,2-1 0,1-9-852,15 6-2076,-34-105 4003,-11 5-454,0 9 0,-5-4 0,2 6 818,-4-2 132,0 4 0,0 1-233,4 3 26,2 2 0,2-3-189,3-14-254,6 11 0,4-3-31,9 1 0,5-1-197,5-6 0,6-1 155,6-5 0,4 1 14,5-2 0,3 2 8,0 4 1,3 1 49,-4 7 0,2 0 0,-3 3 56,-4 2 1,-1 2 56,11-9 0,-6 2 2241,-15 5-1970,-3 5 2832,-3 4-3095,-2 9 129,-2 8 56,5 43-140,-6 8-138,-5-14 1,-2 3 154,2 15 0,-3 0-193,-1-13 0,0-1 2,2 16 0,-1 0-8,-3-13 0,0-4 26,0 27-7,-1-15-33,-2-18 213,0-12 84,0-14-135,3-14 712,3-16-868,6-15 11,3-4 11,0 8-11,-4 12-34,-3 13-6,-2 8 12,-2 4-6,13 6 34,1 3-28,14 8-6,-1 1 23,4 1-6,3-3 22,3-5 1,2-4-18,-8-7 1,9-15 22,-17-6-6,6-17-3380,-17-5 3369,-7-2 56,-6 3 23,-7 11-40,-3 11-44,-5 11-17,0 5 22,-2 10 3381,-1 6-3403,0 9 22,2 8-17,2 7-11,5 4 12,2 4-6,3-10-1,12 10-16,5-20 28,15 8 0,4-18 0,4-7 17,1-15-11,-4-10 22,-4-14-6,-6-15-22,-4-10 11,-12 27 1,-1 0 16,7-28 16,-3 11 18,-1 13-12,6 1-38,-1 12-12,3 1 0,11 8-34,-4 9 23,15 6 5,-5 13 3,-11 8 1,-1 4 7,11 19 0,-15-14 1,0 0 0,3 16 0,-4-14-18,-3-10 18,2-18 22,3-21 0,10-18 0,-13 9 0,-1-4 3,1-4 0,-1-2-233,-2-1 0,-2 0 274,-2 1 1,-3 1 129,1-22 67,-11 14-12,-7 13-38,-4 11-57,2 8-106,2 5-34,5 6 500,0 11-533,1 13 5,1 16-33,3 12-157,8 6-526,-1-28 0,3-1-578,5 1 1,2 0 1299,8 2 0,0-3 0,4 5 0,2-6 0</inkml:trace>
  <inkml:trace contextRef="#ctx0" brushRef="#br0" timeOffset="202223">13357 12066 10935,'-58'19'443,"0"1"0,1-1 0,-1 1 0,0 0 0,6-3 1,0 1-1,1 0 0,1-1 0,0 0-99,-9 4 1,1-1-1,0 0 1,4-1-361,-4 2 0,3-1 1,3-1 404,-9 2 1,6-1-119,19-7 1,7-2 1101,12 0-735,56-19-408,4-3 0,8-2-536,-1-1 0,3-1 0,4-2 355,-4 1 0,2 0 0,1-2 0,3 0-463,-5 2 0,1-2 0,1 1 0,3-2 0,3 0 430,-11 3 0,2-1 0,3-1 0,1 0 0,1 0 0,-2 0 0,-1 0 0,-3 2-221,4-2 1,-4 1 0,-1 1 0,1-1-1,1 0 1,4-1 219,-6 2 1,2 0-1,2-2 1,1 1 0,2-1-1,0 0 1,1 0 0,0 0-1,0 0-110,0 1 1,0 0-1,2-1 1,0 1-1,1-1 1,0 1 0,0 0-1,-1-1 1,0 1-1,-1 0 115,-3 1 1,-2 0 0,0 1 0,0-1 0,0 1-1,0 0 1,0-1 0,2 0 0,1 0 0,1 0-40,-5 1 1,2-1-1,2 0 1,0 0-1,1 0 1,1 0-1,0-1 1,-1 1-1,0 0 1,-1 0 0,-1 1-1,-2 0 1,-2 1 41,7-3 1,-1 2-1,-1-1 1,-2 1 0,0 0-1,-2 1 1,1 0 0,0-1-1,0 1 10,6-2 0,0 0 0,-1 0 0,0 1 0,0 0 0,-1-1 0,0 1 0,0 0 6,3-1 0,0 0 0,0 1 0,-1-1 1,0 1-1,-1-1 0,-1 2 8,4-2 0,-1 0 0,0 1 1,-2 0-1,0 0 0,-2 1-27,4-2 0,0 0 0,-2 1 1,-2 1-1,-3 0-16,-3 1 0,-4 0 0,-1 1 1,1 0 136,2-1 0,1-1 0,-2 1 0,-7 1-125,4-1 1,-3 1 570,10-3 1,-6 2-947,-15 3 707,-25 6-2835,-14 7 2428,-11 2 0,8-1 1,-2 0-1</inkml:trace>
  <inkml:trace contextRef="#ctx0" brushRef="#br0" timeOffset="203632">12925 13864 15381,'-6'-62'1208,"0"1"1,0-1 0,-1 5 0,1 1 0,-2 4-610,-4-1 0,0 5-174,1 8 1,0 3 135,-8-12 511,7 26-1028,6 29 235,4 10-231,4 16 0,2 7-37,0-3 0,-1 4-225,0 4 1,0 6-1,-1 4 1,0 0 59,1 5 0,-1 1 0,-1 1 0,1 0-559,0-10 0,-1 0 0,1 0 1,-1 0-1,1 0-19,-1 1 1,1 1-1,0-1 1,-1 0 0,1-4 731,0 18 0,1-4 0,-1-5 0,1-5 0,-1-4 0,-1-6 0,-1 0 0</inkml:trace>
  <inkml:trace contextRef="#ctx0" brushRef="#br0" timeOffset="204791">12657 14745 12071,'-16'-49'1276,"1"0"0,-1 0 0,1 0 0,-4-11 0,1 1 0,4 4-937,4 0 0,4 5-180,5 1 1,2 3-127,1 11 1,5 2-17,14-14 0,6 2-871,-3 13 0,4 1 820,-2 1 1,3-1-1,3-1-97,13-7 1,4 0-1,-2 1 64,-9 6 0,-1 2 0,1-3 43,-2 3 0,2-1 0,0-1 0,-3 0 46,5-9 1,-3 0 0,-4 2 100,2-3 0,-3 1 115,3-7 0,-7 5 1421,-11 8-248,-10 15-772,-6 13-471,-1 13 262,0 13-318,0 16-17,4 16-70,-1-20 1,1 1-9,5 25 91,-1-8 0,0 3-94,-3-13 0,-1-1-8,1 9 0,-1 0-4,-2-13 1,-1 0 11,0 10 0,-2-2 3,1 7-12,0-13 1,0-5 106,1-17-50,3-23-40,5-15 17,7-23 1,5-13-18,-2 9 6,-4 19 1,1 3-7,6 1 1075,10-5-1086,-9 24 6,0 11-6,-4 3 11,15 18 6,-8-1-11,14 14 6,-5-4-7,3 1-21,3-5 27,2-5 12,-1-10 39,-6-11 27,-5-16-27,-7-14-6,-4-11-5,-5-8 8,-8 11 0,-2-1 14,1-15-25,-3 19 0,-2 2 109,-4 0-6,0 10-11,-4 8-61,0 7-57,-6 13-27,0 9 11,-5 14-12,5 8-21,5 3 4,9 1 1,12-6-11,32 1 22,-2-17-6,-10-10 1,0-3-7,20-11 52,-2-9-35,-4-10 6,-7-9 1,-4-8-7,-4-6 6,-3-1 1,-4 4 4,-5 7 12,-5 7-16,-3 6 4,-3 3-4,-1 3-1,0 3 0,2 1-5,3 6-1,4 2 6,3 6-5,4 10-6,3 9 6,-6 2 10,10 22-16,-11-11 0,9 13 23,-5-12-46,0-7 12,0-6 11,-2-6 0,0-6 23,-1-4-7,0-10 18,0-7 16,0-10 12,-1-9 11,-2-6 5,-3-6-5,-4 0 45,-3 2 61,-4 8 129,-2 5-219,-3 11 63,0 3-29,-2 8-34,-1 2-76,0 2-13,-1 6 0,-3 8 0,-2 9 0,0 9-63,9 19-424,9-13-1389,12 10 1876,9-18 0,-12-13 0,0-3 0</inkml:trace>
  <inkml:trace contextRef="#ctx0" brushRef="#br0" timeOffset="205500">16698 13332 19154,'-1'-46'1552,"-1"0"1,0 0 0,0-20 0,-2 13-987,0 31-269,0 5-280,1 10 11,3 16-6,0 12 12,1 32-65,0-8 0,-1 2-34,1-12 1,0 1-1054,2 23 1,1-5-238,3-14-3561,6-2 1,2-3 2457,0-12 0,7 4 1,-18-24-1</inkml:trace>
  <inkml:trace contextRef="#ctx0" brushRef="#br0" timeOffset="205682">16866 12868 20324,'56'-11'-1692,"-20"-7"1,-21 33-1</inkml:trace>
  <inkml:trace contextRef="#ctx0" brushRef="#br0" timeOffset="206083">17211 12913 17854,'0'-4'5881,"0"1"-3847,0 3-1933,-24-41-57,18 51-32,-7-8-7,25 50-14,1-18 1,1-2-3,8 6 2,0-11 1,2-2-36,13 5 21,7 6-50,-2-9 23,-27-14-73,-6-3 72,-24-19 59,-7-11 1,-2-6 75,-13-25-168,13 14 0,2-1 308,0-17-89,10 16 251,5 11-16,5 19-191,-1 2-140,1 15-5,-1 4-1,-3 38-16,-1 0-28,1-11 0,-1 1-113,-1-3 1,0 2-4548,-3 19 0,1-1 4158,3-19 1,1-1 0,0 4 0,1-5 0,3-15 0</inkml:trace>
  <inkml:trace contextRef="#ctx0" brushRef="#br0" timeOffset="207175">18707 12809 16795,'5'-51'1363,"0"0"0,0 0 1,-4 1-1,0 2 1,-5 8-888,-9 1 304,-14 7-668,2 29 129,-5 14-173,-2 14-24,-2 15-30,16-14 0,2 2-11,-1 6 0,2 1-63,0 5 0,1 4 52,1 1 1,1 6 0,2-2-105,2-5 0,1 0 0,3 0-43,1 9 0,4 1 0,4-5-86,7 1 0,8-8-28,9-11 1,6-8-49,0-10 1,3-8-73,0-7 0,3-6-133,12-18 1,-1-7 515,-14 4 1,-3-3 61,9-15 0,-5 0-11,-20 19 0,-3 0 168,4-13 0,-1 1 224,4-11-146,-8 18 0,-2 0 387,-2-7-17,-5 12-101,-8 8 140,-3 4-515,0 8 122,0 1-290,4 6 1070,0 1-1019,5-9-57,-2 6 11,4-9 29,-3 9-23,-1 0 16,-1 3-32,-1 8-12,1 15 5,2 3-10,4 12 5,6-10 16,-1-6-38,15 6 5,-1-12 0,13 2 12,14-18 16,-14-8 0,6-15-5,-25 1 16,-2-14 45,-2-9 292,1-11-62,-4 13-1,-5 11-133,-7 26-85,-1 7 68,-21 55-113,8-21-20,-2 1 0,-2 8 1,2-5-910,-5 15 893,0-3 0,2 5-291,8 0 0,3-2 8,-1-14 1,3 0-2090,6 5 0,4 4 1,2-8 2374,12 10 0,3 7 0,-9-39 0</inkml:trace>
  <inkml:trace contextRef="#ctx0" brushRef="#br0" timeOffset="208199">19848 12623 20324,'-5'-52'1923,"0"-1"0,2 5 1,-4 13-1667,-7 28-206,3 8 145,-26 31-152,18-9-16,-19 21 3,19-11 0,1 2-31,5 6 0,0 1-14,-3-2 0,2 1-112,10 9 0,6-4-249,13-1 100,-3-14 1,4-1-354,19 11 102,7-12 246,5-13 224,5-18 137,-19-9 0,-1-4 26,12-9 30,-16 2 0,-2 0 249,0-3 108,-1 0-242,-12 12-3286,-7 8 3146,-5 5 263,-1 11-335,0-5 32,1 11 40,7-11-78,0-2 61,37-17-67,-5-6-37,-7 2 1,3-4 22,7-17 0,-4-1-8,-13 14 0,-1-3 12,5-18 1,0-9 0,-6 6-364,-11 17 0,-3 0 356,3-12 0,-1-6 0,-2 4 25,-6 10 1,-4-1 88,-2-7 0,-3-4 0,0 3-5,1 2 1,0 2-62,-4-11 0,-1 6 42,3 11 3237,3 10-3214,0 11 938,0 1-1034,-6 28-17,2 0 0,-14 34-1699,6-2 1,1 3 1684,3-16 0,2 3-12,-2 14 0,2 8 1,4-7-467,7-14 1,3-3 443,-5 16 1,8-1-671,24-4 1,7-7 410,-2-7-189,16-1 1,1-6 193,-14-19 95,20-7-184,-9-25 453,-14-5 13,-12 7 1,-3 0 2642,0-9-2197,-6-5 1133,-10 23-1301,0-3 771,-8 14-1012,-5 9-100,1-1 263,-2 6-270,6 1-16,2 1 0,18 6 6,2-9-23,20-4 28,-10-11 23,20-19-34,-25 7 8,-1-2 1,-2-3 19,3-17 33,-10 7 1,-1-1 61,2-24-6,-11 24 1,-4 3 39,-11-2 0,-10 9 28,-17 21-146,9 7-32,-23 23-7,29-6 0,1 2 0,1 3 0,-2 20 0,9-15 0,2 2 0,1 9 0,5 3-60,13 6 1,5 0-36,-6-12 0,4-1-351,17 7 1,10-4 445,-1-18 0,4-4 0,-4-1 0,-7 1 0,-2-2 0,19 3 0,0 1 0</inkml:trace>
  <inkml:trace contextRef="#ctx0" brushRef="#br0" timeOffset="208742">16685 14294 8671,'-50'16'1005,"0"1"1,0-1 0,0 1 0,0 0 0,0-1 0,5-1 0,-5 1-389,-7 4 1,-7 2-1,3 0 1,10-4-109,11-2 1,4-2-300,-9 3 0,4-1 1605,10-1-1350,48-19-286,9-3-14,25-10 0,10-5-1070,-8 4 0,3-2 944,2 0 0,4-2 1,-2 2-461,-15 4 1,-2 2 0,4-2 438,-2 1 0,5-2 0,1 0 0,1-1 0,-2 2-453,4-2 1,-1 1-1,-1-1 1,3 0 440,-4 2 1,2-2 0,1 1 0,-1-1-1,-1 2-266,5-3 1,-3 1 0,2 0 0,7-2 269,-11 4 1,5-1-1,4-2 1,2 0-1,0 0 1,-1 1-1,-3 0 1,-5 2-116,5-1 0,-7 1 0,-2 1 0,5-1 0,7-2 122,-13 5 0,4-2 0,5-2 1,3 0-1,3 0 0,1-1 1,0 0-1,-1 1 0,-1 0 1,-2 1-1,-4 1 0,-5 1-30,8-1 1,-5 2 0,-3 1 0,-1 0 0,0 0 0,1 0 0,3 0 26,-1-1 1,1 0 0,1 0-1,0 0 1,1 0 0,0 0-1,0 0 1,-1 1 35,1 0 0,2 0 1,-1 0-1,1 1 1,-1 0-1,-2 0 1,-2 1-1,-4 0 5,8-1 0,-5 1 0,-1 0 0,-1 1 0,3-1-27,7-2 0,3 1 0,0-1 0,-2 0 0,-2 1 119,2 0 0,-1-1 0,-3 2 0,-7 0-13,6-1 1,-4 1 324,-10 1 0,2 0 1,-8 1-242,6-2 1868,-25 2-2074,-19 4 2300,-8-2-5667,-23 2 3355,2 1 0,0 2 0,14 0 0</inkml:trace>
  <inkml:trace contextRef="#ctx0" brushRef="#br0" timeOffset="236045">3564 9487 20179,'-7'-51'836,"0"-1"1,1 5-1,1 14-864,4 28 67,6 32 34,4 28-62,-4-16 1,0 3-139,0 8 0,-1 3 174,-2 7 1,-1 1-401,-2-18 1,-1-1-1,0 1 359,-1 18 0,-1-2-4,-1-8 1,-2-4 87,-4 15 722,3-27-499,1-13-5,0-29-61,2-5-197,-5-24 1,0-10-29,4 10 1,0-2-9,0-4 0,0-4 1,2 0 10,0-10 0,4-2 31,4 6 0,2-2 0,0 2-11,1-3 0,1 1-31,3-6 0,1 5-99,-1 23 1,2 4 107,19-15-18,6 5-5,14 11-5,1 20-1,-9 10 3,-10 9 1,2 8 10,2 16 0,-1 6-22,0 0 0,-2 3-503,-9-5 1,-2 2 0,-3 0 194,-3 10 0,-6-1-448,-1 3 0,-3-1-111,-3-12 1,-1 0-4036,-2 12 1,-1-3 3477,0-8 0,0 11 1,-1-45-1</inkml:trace>
  <inkml:trace contextRef="#ctx0" brushRef="#br0" timeOffset="236239">3574 9903 20638,'-44'-19'816,"-1"1"0,7 0 0,14-2-794,45-17-11,23-7-479,-10 17 1,3 2 402,-5 4 1,3-1-1154,5 1 1,5-2 0,-3 3 1217,-3 3 0,-2 0 0,9-3 0,-5 2 0,-9 5 0</inkml:trace>
  <inkml:trace contextRef="#ctx0" brushRef="#br0" timeOffset="237096">3693 8855 11654,'-40'-13'407,"-1"1"1,1-1-1,-22-3 1,2 7 149,6 13 0,0 7-1245,-3 4 0,0 3 949,11 0 0,0 4 269,1 6 0,-3 6 0,4 0-159,11-5 1,3 1 0,-2 3-501,0 2 1,-2 3 0,0 1 0,4 2 286,-4 9 1,5 2 0,3 6-51,8-7 1,2 5 0,2 2-1,2 0 1,1-2-313,0 2 0,3-2 1,2 0-1,1 3 215,2 0 0,1 4 0,2 1 1,1-2-1,4-4-11,3-3 0,4-2 0,1-2 0,3-1-7,1-2 0,3 0 0,1-2 0,3-2-1,9 10 1,4-2-1,4-5 30,2-7 1,3-3 0,3-5-285,2-5 0,3-5 0,2-5 299,4-3 0,1-6 1,1-3-27,-12-4 0,1-3 0,0-3 1,0-1-89,2-3 1,0-2 0,1-2 0,-1-2 90,0-2 0,1-3 0,-1-2 0,-1-1 8,-1-3 0,-1-2 1,-1-2-1,-2-1 8,-2-2 1,-1-2 0,-2-2 0,-1-1 15,-3-2 0,-2-1 1,-2-1-1,-1-2 3,-3 0 0,-1-2 0,-3-1 0,-1 0 1,-2 0 1,-3-1-1,-1 0 1,-2 0 10,-2 1 1,-1-1 0,-2 0 0,-3-1 52,-3-5 1,-3-2 0,-1 1 0,-2 4-67,0 2 1,-1 3 0,-5 0 14,-7-13 1,-6-1-1,-5 7 12,-11 6 1,-7 6-45,5 8 1,-5 1 0,-2 2-23,-4 4 1,-4 4-1,-2 2 0,-4 3 1,-1 3-1,-2 3-15,13 4 1,0 1-1,0 2 1,0 1-29,-15-1 1,0 3-1,1 1-58,4 2 1,1 1 0,2 1-98,8 1 1,0 1-1,4 2-49,-11 5 0,6 5-2008,11 1 0,6 3 2107,-9 18 1,21-12 0,12-11 0</inkml:trace>
  <inkml:trace contextRef="#ctx0" brushRef="#br0" timeOffset="238235">7208 9188 13217,'15'-51'2460,"0"0"1,-2 4 0,-1 6-1347,-4 2-346,-4 11-387,-3 13-359,-1 8-55,0 10 72,3 14 28,3 32-45,-2-7-2,1-3 0,-2 3-6,-1-10 0,-1 3 5,0 26 1,0 3-18,-1-17 1,0-1 8,-1 13 1,0-4-1,-3 5 23,0-14 106,0-16 453,-1-15-447,2-12-6,-4-38-107,2-6-22,0-6 1,0-3-440,3 17 1,0 1 455,-1-19 0,0-2 5,2 6 1,0 1 8,-1-7 0,1-2-6,4 0 1,0 2-32,-2 17 1,3 3-4,6 1 1,2 4-8,1 6-34,20-10 83,29 20-32,-3 5-155,-18 6 0,1 6 143,-6 8 0,-5 4-16,11 12 7,-17-4 1,-3 5-43,-5 20 3,-8-7 1,-4 3 19,-5-7 0,-4 2 464,-12 18 1,-6-1-415,-2-21 1,-2-3 10,-4 3 1,-3-8 36,3-13 0,1-9-3,-7-14-39,7-7-6,23-16 1,8-4 5,21-21-3,-9 18 1,3 1-21,5 10 1,2 5-12,12-3 341,-8 12-352,13 7 11,-18 8 18,34 15-18,-30-3 11,-1 2 1,1 1-28,4 13-73,0 25 8,-34-18 0,-9 1 11,-2-3 1,-6-1-498,-16 6 1,-5-4 370,0-10 0,1-5 82,7-4 0,0-1-791,-12 3 1,1-5-1868,0-4-4267,-7-3 7045,35-20 0,12 3 0,4-1 0</inkml:trace>
  <inkml:trace contextRef="#ctx0" brushRef="#br0" timeOffset="238685">7636 8568 9352,'0'-7'4298,"-29"-23"1,-13-1-4607,5 17 821,-7-2 1,-12-1-1,5 9-797,1 18 1,1 9 516,-1-2 1,-4 3-1,5 1-528,-6 5 0,3 5 422,15-5 1,-3 3 0,2 4-1,3 2-76,3 7 1,3 3 0,2 2 0,-1-2-48,-9 5 0,2-2 0,3 6-267,12-6 0,2 5 1,3 2-1,3-2 0,4-5 268,4-1 1,5-5 0,3 4-15,4 13 1,4 7 0,3-1 0,-1-8 2,-1-13 0,0-5 1,6 1-32,9 6 1,8 3 0,3-3-1,0-9 3,-2-12 1,1-8-1,4 0 20,2 2 0,4 1 0,2-2 0,0-4 7,-2-4 0,1-3 0,0-2 0,-2-2 1,6 2 1,-1-3 0,3-3 21,4-4 1,5-2 0,0-3 0,-6-1 14,-3-3 1,-4-3 0,3-2-264,-1 0 1,4-1 0,-1-3 0,-6-3 257,-1-5 0,-5-4 1,-3-3-7,-5-1 1,-3-3-1,-4-3-11,-4-4 1,-3-2-1,-3 1 2,-4 9 0,-3 0 1,-2-1 12,-1-12 0,-3-2 1,-3 0 23,-3 0 1,-3 0-1,-2 0 0,-1-1 1,-2 1 0,-2 0 12,-5-5 1,-2 1 0,-5 5 136,1 14 1,-4 3 0,-7 4-159,-5 5 1,-7 3 0,-3 2 0,2 2-28,-3 1 0,0 3 0,-3 2-8,1 3 0,-4 0 0,0 3 0,4 3-117,2 4 0,2 3 0,2 3-289,-16 3 1,4 4-51,16-2 0,4 5-4465,-1 12 1,6 2 3412,8 0 0,-4 11 0,25-30 1</inkml:trace>
  <inkml:trace contextRef="#ctx0" brushRef="#br0" timeOffset="239632">8133 12179 12785,'1'-50'2384,"-1"1"0,0 4 1,-5 6-1573,-13 9-247,-7 7-133,-6 10-45,-10 9-51,-7 15-79,-8 12-431,26-5 0,0 4 241,-1 4 1,0 4-38,0 3 1,1 4-20,1 3 1,2 2-4,3 3 1,2 2-233,3 0 0,4 1 218,4-1 1,3 0-12,3-2 0,4-1-5,5-3 0,5-1-29,3-4 1,6-2-43,4-3 1,6-4-29,4-3 1,4-5-56,4-4 0,3-5-91,5-3 1,0-5-140,2-6 0,0-5-409,0-4 0,-2-5-1527,-3-5 1,-2-5 2341,-1-7 0,-6-1 0,6-4 0,-12 0 0</inkml:trace>
  <inkml:trace contextRef="#ctx0" brushRef="#br0" timeOffset="240041">8088 11997 10550,'-55'-11'990,"-1"0"0,1 0 1,0 1-1,1 1 0,2 5-547,-10 6 0,1 6-821,18-1 1,-1 2-1,1 2 744,-1 4 0,0 1 0,2 3-94,-1 2 1,1 3 0,1 1-87,2 2 1,1 2 0,2 2-25,2 1 1,2 2-1,2 1-50,3 2 0,2 2 0,2 1-47,3 0 1,3 1-1,3 3 6,3 9 0,4 4 0,3-4-690,0 4 0,5-1 632,6-5 0,4 2 0,4-5-13,10-2 0,6-5-19,-3-7 1,3-1-1,3-2-5,6-3 0,2-4 0,3-3 1,2-2 1,3-3-1,9-5-235,-13-7 1,7-3 0,5-3 0,2-1 0,-1-1 0,-2 0 0,-4 0 269,11-2 1,-5 0-1,1-2 1,6-5 10,-14 1 0,6-2 0,4-2 0,1-2 0,-1-1 0,-3 0 1,-5-2-1,-8 1-140,5-5 1,-8 0-1,-5-4 1,0-8 225,-5-9 0,0-10 0,-2-7 1,-3 0-1,-4 4 0,-5 7-246,-1 1 0,-7 6 0,-4-6 190,-4-4 1,-1-8 0,-4-2 0,-4 5-1,-4 11 39,-15-3 1,-7 8-57,4 7 1,-2-1 0,-3 2-4,-2 3 1,-2 2-1,-3 4 316,-2 1 1,-3 2 0,-1 3-382,-2 3 0,-2 1 0,-3 4-143,-2 3 0,-6 3 0,1 1 0,2 2-294,-1 1 1,2 2-1,-2 2-1268,5 1 1,-4 1 0,2 2 0,6 1 1736,-9 7 0,9 1 0,16-4 0,5 0 0,-3 3 0</inkml:trace>
  <inkml:trace contextRef="#ctx0" brushRef="#br0" timeOffset="240974">2531 13773 16755,'-9'-49'985,"1"1"1,0-1 0,-1 1 0,1 1 0,0 10-337,-2 1 100,-3 0-766,6 18 86,2 9-119,5 20 78,10 48-28,-5-27 0,0 3-348,2 7 1,2 6-1,-1-2 342,0 9 1,0-1-12,-2-11 0,0 2 1,0-4-4,-1 1 0,-1-2-174,-1 12 0,-1-4 194,-1-4 28,-3-7 0,-3-3 84,-4-16-12,-9 1-55,3-23 1071,-6-19-1091,7-4 0,1-3 9,-9-22-146,6 4 0,2-3 148,6 10 1,2-2-4,-1-12 1,2-2-6,1 0 0,3 2 3,2 2 0,2 2-6,2 7 0,1 2 0,3 6 1,3 3 16,7 0 0,4 4-23,0 7 1,2 2-264,28-14 261,-10 22 0,3 5-368,-9 5 1,1 2 350,7-1 0,0 4 0,-9 1 0,1 6 0,1 8 0,2 6 0,-4-2-11,-4-2 0,-1 2 5,8 9 0,4 5 1,-9 0 7,-13 1 1,-8 3-29,-4 3 0,-4 4 0,-4-1-328,-8 15 0,-8-1 346,0-13 1,-4 1 0,-3-4 3,-2-7 0,-3-3 1,1-3-387,-7 6 1,-2-2 394,-9 2 1,-1-5 204,-7 0-202,-2-14 1,0-7-98,8-12-200,5-9 1,6-12-1757,26-15 1,10-6-647,-2 9 1,2-1 2690,10-15 0,3 5 0,1 16 0,1 2 0</inkml:trace>
  <inkml:trace contextRef="#ctx0" brushRef="#br0" timeOffset="241608">2963 13084 14824,'-42'-31'1009,"0"-1"0,0 1 0,0 0 0,-10-7 0,0 2 1,4 15-761,4 24 0,3 8-635,8-3 1,-1 5 540,-1 6 0,-1 6 0,1 1-777,-4 9 1,0 4 669,1-1 1,-3 5-1,1 1-18,5 1 0,0 1 0,1 6-19,8-10 0,0 4 0,0 4 0,0 0 1,1-2-1,2-3-9,-1 1 1,2-3 0,0 0 0,1 7-199,3-3 1,-1 6 0,0 3 0,1 2-1,1-1 1,4-3 0,3-6 183,3 3 1,5-4 0,2-2 0,1 4-7,-1 2 0,0 3 0,1 1 0,5-1 1,4-4-2,9 2 1,5-2 0,4-4 0,5-5-6,6-7 0,4-4 0,3-4 1,-1-2 21,7 4 0,-1-3 0,6-10 28,-5-14 1,6-7 0,2-6 0,-2-1 0,-8 0-18,-4 0 1,-5-2-1,5-6 1,-3 1 0,6-5 1,3-3-1,1-2 1,-3-2-1,-3-1 9,0-7 0,-2-4 0,-3-2 0,0-1 0,0 0-283,-6 8 0,1 1 0,0-1 0,-1-1 0,-1 0 0,-2-3 274,0-2 0,0-3 1,-2-2-1,-1 1 1,-4 1-1,-3 2 27,-1-7 1,-5 3 0,-2 1 0,-3-1 9,0 2 1,-2 0 0,-3 0 0,-3-1-188,-6-10 1,-5-2 0,-3 0 0,-2 4 191,0 1 1,-4 4-1,-3-1 74,-1 6 1,-2-1 0,-4 1 0,-3 7-131,-9 2 0,-5 6 1,-3 5-33,-3 3 1,-2 5-1,-3 4-281,-8 2 1,-2 5-1,3 3 218,15 3 0,2 2 1,0 6-3179,-11 13 0,0 8 0,11-2 2564,-1 7 0,8-2 0,9-3 0,22-18 0</inkml:trace>
  <inkml:trace contextRef="#ctx0" brushRef="#br0" timeOffset="242633">4687 9875 10774,'-47'20'1243,"-1"0"1,1 0 0,-17 6-1,19-5-571,39-12 17,25-5-168,25-10-308,-9 1 0,4-2-418,9-3 1,6-3 359,-7 1 1,5-1 0,2-1-1,-3 1-391,8-2 0,-3 1 1,6-2 249,-6 1 1,6-1-1,1 0 1,-1 0 0,-7 2-367,0-1 1,-5 3-1,5-3 367,-7 2 0,5-2 0,2 0 0,1-1 0,-3 1 0,-6 2-534,9-3 1,-5 1 0,4-1 543,-3 0 1,6-1 0,2-1 0,-4 0 0,-7 3-1,13-4 0,-6 1 120,8-2 1,-8 1 560,-21 2 744,-12-2-1366,-23 9 3,-25 3 0,-13 4 11,-1 1 0,-2 1-425,-3-1 1,-2-1 371,-4 2 0,2-1 33,-9-4 779,26 3 0,-1 0-748,-2-2 1,3 1-43,-7 0 615,-22 0-452,28 6 89,-18 2-364,28-1 2257,7 0-2173,30-1-27,17 0 4,24 2-16,-22-1 0,3 1-401,13 5 0,1 3 398,-6 0 1,-1 4-4,12 10 0,-5 4 9,-18-4 0,-6 4-221,-1 5 0,-7 4 193,-13-4 0,-7 0-76,-7 23-728,-10-13 0,-5 0 829,4-9 0,-2-2 0,2-2 0,1-2 0,-6 10 0</inkml:trace>
  <inkml:trace contextRef="#ctx0" brushRef="#br0" timeOffset="243516">7859 10106 16180,'-19'-38'1649,"0"0"1,0-1-1,-4-8 1,2 6-1034,-5-1-487,16 27-107,8 10 84,15 29-27,5 11-40,5 11 8,-8-10 1,-1 2-3,-2 4 0,0 1-1725,1 2 1,-1 2 1690,-1 1 1,-1 8-5,-4-10 1,-2 8 0,-1 3 0,0 2 0,0-3-468,-1-2 1,0-2 0,0 1 0,-1 1 0,1 2 457,1-1 0,-1 4 0,1 0 0,0 0 0,-1-2 0,0-4-147,0 7 1,-2-2 0,1-4 0,1-4 140,1-3 1,1-3 0,0-3-2,2 15 1,-1-2-125,0-4 0,-1-1 136,0-6 0,-3-3 1896,-14 8-1871,1-32 2781,-28-10-2798,6-23 17,-16-15-22,16 3 19,10 2 0,2-1 968,-5-16-985,7 11 1,1 0 13,-4-12 12,7 12 0,0 1 694,-7-6-632,-9-11-18,1 24-84,12 13-16,-2 16 16,17 10 256,-1 5-250,9 9 30,12 11-24,7 1-6,16 9 0,6-12 14,-19-20 0,3-2 22,20 1 1,2-4-4,-10-4 1,1-3-249,14-1 0,-2-5 285,-15-5 0,-4-3-19,18-10 35,-22-1 1,-2-3-48,-3-2-104,-1-4 1,-3-1-176,-4-3-858,0-9-3058,-15 21 3360,-9 10 0,1 8 1,-1 3-1</inkml:trace>
  <inkml:trace contextRef="#ctx0" brushRef="#br0" timeOffset="244275">3979 14059 19210,'11'-24'773,"-2"4"-474,21 8 1,6 2-71,24-11-521,-7 2 1,7-2 345,-8 2 0,3-1 0,-2 0-803,-12 4 0,-2 2 0,3-3 763,8-1 0,5-3 0,1 0 0,-3 1-542,5-2 1,-3 2 0,3-1 520,-4 1 0,3 0 0,2-1 0,3-1 15,-14 6 0,3-1 0,3-1 0,0 1 0,0 0 0,-2 0 0,-1 1-359,7-2 0,-2 0 1,-2 1-1,2 0 1,3 0 350,-9 2 1,4-1 0,0 0 0,1 1 0,-1-1 0,-2 2 0,-3 0 0,13-2 0,-3 0 1,-2 2-1,1-1-1,4 0 0,0 1 0,0-1 0,-6 2 2,-3 1 0,-5 2 0,2-1 1,10-2 1,1-1 0,-9 3 213,10-2-156,-28 5 1,-2 0 5,-3-3-50,-8 1-12,5-4-10,7-4-68,3 1-139,3-5-5994,-17 9 6132,-6-1 1,-16 10 0,-1 2-1</inkml:trace>
  <inkml:trace contextRef="#ctx0" brushRef="#br0" timeOffset="245049">3997 13453 8237,'3'-6'5752,"0"2"-66,-3 4-5098,18-46-370,-14 35 28,14-30 141,-18 53-62,-3 14-208,0 1 130,-13 33-186,4-25-19,-1 1 0,-1 0-3,-4 1 37,-6 8 0,-2 2 3,-4 5-40,6-11 0,1 1 118,2 10-101,11-18 123,6 16 112,21-22-179,-4 1 314,33-13-152,-7-17-198,-8-1 0,4-2-393,0-2 0,3-2 345,15-3 0,1 0-34,-15 4 1,-1 0-57,16-1 0,-1 1-738,6 4-920,-26 2 0,-1 2-5102,8 1 6032,-14 2 1,-19-2 0,-3-1-1</inkml:trace>
  <inkml:trace contextRef="#ctx0" brushRef="#br0" timeOffset="366369">3760 10445 28446,'-34'-6'-358,"1"0"0,-20-3-194,52 8-1248,1 1 1502,3 3-2312,3 2-4105,3 4 6650,1 1 1,-5-3 0,-1-3-1</inkml:trace>
  <inkml:trace contextRef="#ctx0" brushRef="#br0" timeOffset="367102">3623 10575 20627,'-44'14'1020,"0"0"0,7-1 0,6-3-886,16-5-13,9-3 474,9-7 318,17-15-399,10-8-376,-6 7 0,2 0-201,0-1 0,0 2 190,3-1 1,-1 1-36,0 1 0,-1 1 46,22-11-152,-9 8-344,-14 8-8,-12 7 107,-13 11-307,-15 9 1202,-15 13-404,-18 13-122,18-16 0,0-1-212,-3 2 1,-1 1 316,-5 3 0,0-1-1634,7-6 0,2 0 1577,2-3 0,2-1 611,-7 3-868,21-13 110,4-4 77,28-21 5,10-7-46,10-8 7,-14 11 1,2-1-35,-2 3 1,0-1-11,9-6 0,1 0 5,0 1 0,-1 0-21,1-1 1,-1 2 74,7-5 3256,-7 4-3285,-30 21-161,-11 8 90,-13 10 74,-19 13 6,4-2 0,-2 1-716,-15 12 715,10-9 0,2-1 56,-5 3 322,-5 2-309,15-11-198,16-12-17,24-20 269,16-10-104,22-20-537,-9 12 1,-1 0 494,-9 8 0,0-1-10,11-6 0,-2 2 690,1 0-662,1 0 94,-15 10-125,-11 8 268,-8 5-287,-3 3 1283,-7 3-1194,-4 3 0,-15 8-122,6-5 192,-10 6-157,9-8-231,6-1-1119,4-3 553,19-9 0,-5 4 0,7-4 0</inkml:trace>
  <inkml:trace contextRef="#ctx0" brushRef="#br0" timeOffset="372052">13969 8628 17176,'-42'3'1143,"10"10"-874,36 28-5,3 9-35,2 5-78,0 0-16,3-5 44,5-11 90,3-10 862,13-17-599,-4-21-174,12-20-100,-6-22-621,-16 19 0,0-1 463,1-4 1,0-1-20,0 0 1,-1 0-179,-1 1 0,0 0 153,-1 2 0,0 0-25,-1 3 0,-1 0 25,15-23-12,-4 10-38,-2 12-84,-3 9-202,-2 9-511,-1 8-632,-1 8 1423,-4 12 0,-5-6 0,-4 4 0</inkml:trace>
  <inkml:trace contextRef="#ctx0" brushRef="#br0" timeOffset="374387">14232 4050 14835,'-6'-42'777,"-1"-1"0,0 0 0,-3-19 1,2 10 365,5 22-555,-1 1-504,0 13-370,2 8 141,2 9 273,0 9-16,0 12-61,1 15-12,0 12-5,3 9-1,2 1 12,6-6 84,8-10 134,6-14 274,6-13 163,2-14-145,4-17-202,5-19-235,-18 9 0,1-4-293,1-5 0,0-2 234,2-3 0,-1-2-15,0 0 1,-1-1-9,-2 2 1,0 1-12,-2 2 1,-1 1-12,-2 4 0,-1 2-3,13-21-50,-6 12-208,-5 12-335,-3 10-494,-2 10-2738,0 14 3814,-2 4 0,-6 0 0,-3-3 0</inkml:trace>
  <inkml:trace contextRef="#ctx0" brushRef="#br0" timeOffset="392277">7861 9437 12078,'0'0'0</inkml:trace>
  <inkml:trace contextRef="#ctx0" brushRef="#br0" timeOffset="396269">15724 8013 18913,'-43'-43'723,"5"17"-511,28 57-66,3 4-45,4-2 28,7-5 55,5-5 46,8-7 72,5-5 45,4-6 1,4-12-29,6-11-83,7-16-158,-19 11 1,0-2-292,2-3 0,0-2 272,1-3 0,-1 0 8,-1 0 0,-1 0-3,-2 3 1,-2 1-14,9-12 27,1-2-72,-15 22-118,5-6-308,-8 13-735,-1 6-3712,0 2 4867,-3 4 0,-4 1 0,-2 1 0</inkml:trace>
  <inkml:trace contextRef="#ctx0" brushRef="#br0" timeOffset="399683">16879 3306 10662,'4'-8'521,"0"2"50,-4 6 3692,0 0-3876,-15-40-331,13 29 5,-9-29 169,16 40 195,3 10 96,-3 12-95,-2 16-1,-4 13-110,-4 8-203,0-3-11,0-5 27,3-13 46,4-10-45,0-11 711,4-5 39,-1-9-140,4-6-296,2-13-224,5-16-96,4-15-11,2-11-296,-10 26 1,0 1 228,0 0 0,0 1 44,10-24-38,-4 10-35,-6 14 18,-1 0-56,-5 16-135,0-4 188,-3 11-850,-1 4-597,0 2-2259,3 5 2827,-1 2 0,0 0 0,-3-1 0</inkml:trace>
  <inkml:trace contextRef="#ctx0" brushRef="#br0" timeOffset="412194">16876 7873 13799,'0'-5'935,"0"2"2756,0 3-3152,-8-61-243,9 39-164,-5-14 0,3 4 8,5 23 296,0 3-284,-3 5 38,-1 7 84,-4 9-89,-4 14-3454,-5 11 3303,1-4 39,-1 19-41,9-20 30,1 11 50,9-19-23,1-12 510,8-4 371,7-18 2665,3-8-3467,7-20-95,-10 2 33,-3 1 0,-1-1-389,4-3 370,4-5 0,1 0 8,4-3-64,-9 14 0,0 0-9,6-7-16,-9 13-107,0 1-252,-9 13-515,0 0-2526,-6 11 2639,-2 5 0,-2-2 0,0 0 0</inkml:trace>
  <inkml:trace contextRef="#ctx0" brushRef="#br0" timeOffset="415690">18081 3232 12785,'0'-4'1966,"0"1"2650,0 3-4471,2-43-290,-2 33 100,1-32 207,-1 57-94,2 4-12,2 16 0,0 0 33,4 11-55,-2-14 27,4 8 46,-2-22 128,4 2 269,-1-8 263,2-6-381,-1-7 399,14-17-611,-9 2-15,5-12 1,2-3-551,8-19 452,-8 12 1,0-1-9,-4 5 1,-1 1-133,-2 2 0,1 1 158,12-23-18,-6 12-38,-6 8-57,-7 11-112,-3 7-330,-4 6-42,1 5-2562,-1 5 3139,1 10 0,-2-6 1,0 5-1</inkml:trace>
  <inkml:trace contextRef="#ctx0" brushRef="#br0" timeOffset="425795">18356 7610 9761,'1'-8'-543,"-1"3"1965,0 5-112,0 0-682,3 4 111,0 4-335,2 2 385,-3 9 68,0 5-543,-1-1 123,5 7 22,0-15-128,3-2 968,4-10-509,-1-6-157,8-5-112,-1-8-107,3-7-28,1-6-44,0-4-40,-1-2-61,-1 2-106,-3 2-91,-1 6-44,-6 7-162,5 0-364,-1 8 162,-1 0-874,3 6-2492,-9 8 2882,0 1 0,-3 0 0,-4-1 0</inkml:trace>
  <inkml:trace contextRef="#ctx0" brushRef="#br0" timeOffset="427705">19636 3259 16006,'-1'-7'829,"0"2"285,1 5 7,2-65-589,-1 46-543,0-16 0,0 5-236,-1 27 219,0 6 179,0 6-67,0 9-44,2 6-40,0 5 28,4-1 28,2 0 16,2-5 147,2-5 296,0-8 258,1-4-107,-1-10-296,5-10-129,4-13-62,6-13-72,5-10-74,-14 22 1,0 1-20,0-1 0,0 1-3,17-21-3464,2 3 3341,-14 19-409,1 2-477,-15 19-995,-1 5 1993,-4 13 0,-3-6 0,-1 6 0</inkml:trace>
  <inkml:trace contextRef="#ctx0" brushRef="#br0" timeOffset="449544">6018 15138 18375,'-46'-11'623,"0"-1"1,6 5 0,8 8-551,10 31 83,15 9 1,3 6-947,1-1 0,1 6 826,1-6 0,0 8 0,0 5 0,0-1 0,0-2-506,1 2 1,0-3 0,0 2 0,1 7 306,1-13 1,0 5-1,0 3 1,1 3 0,0 0-1,1-2 1,0-2 0,-1-5-453,3 9 0,-1-5 0,1-2 0,0 0 0,1 2 450,-1-4 1,0 1 0,0 0 0,1 0 0,0-2 0,1-3-283,3 6 0,1-4 0,-1-2 0,0-2 94,-1-1 1,-1-4 0,-1 2 682,1 9 1,-1 1 0,-7-4 444,-15 5 0,-6-7-649,8-11 0,-6-11 630,-30-24 0,-2-15-560,4-20-101,18 6 1,-3-7-1,5-4 622,5-5 1,5-5-1,1-2-703,3 5 0,1-2 0,1-2 0,2 0-142,1 1 0,0-1 0,3 0 1,3-1 87,3-3 1,4-2-1,1 2 1,2 3-25,2 3 1,1 3 0,4-2-133,1 1 0,4-3 0,1 1 0,0 4-15,0 3 0,0 4 0,0 0 97,2-2 0,1-1 0,2 2-408,4-1 1,1 1 0,0 2 55,6-2 1,2 0-50,-3 2 0,4-2 0,-2 3-208,10-5 0,0 3 513,-4 3 0,-2 2 249,-12 8 1,-1 2 714,0-3 1,-4 3 712,-8 2 404,-3 0-527,-27 19 2227,-26 31-3279,13-9-74,-1 9 0,2 2-167,4 8-65,6-12 0,2 2 1345,2 25-1465,10-12 72,7-9 96,6-18 100,1-17 6,0-12 11,0-13 23,1-13 72,-3-9 135,-1-2-2653,-5-7 2849,-2 22-95,-4 2-146,-1 25-314,1 6 6,-1 8 0,8 23-11,0 2 3386,6 19-3386,0-8-28,15 12-6,-3-21-16,14 0 61,-11-27 16,-1-15 12,-3-14 6,-2-21-48,-11 13 0,-2-2-3,4-27-542,-8 2 0,-1-4 547,-2 15 1,-2-3 35,-2-10 0,-1-7 1,-1 4 14,-1 0 0,-2 2-32,0 9 1,-1-1 0,0 4 20,-2 1 0,-1 3 22,2 4 1,0 1-1460,1 3 0,1 3 1487,0-6 17,2 11-95,4 24-22,0 4 11,1 12 818,3 16-767,2 24-40,-1-15 0,1 2 1355,2 9 0,1 1-1403,1 6 1,4 3-8,2-4 1,4 3 0,0-2 11,-4-14 0,0-3 0,2 2 0,5 8 0,3 1 1,-1-7-14,2-6 0,1-7 10,-3-6 0,2-3 7,17 3 39,-8-17 22,-8-21-22,-7-21 3,-8-17 0,-2-7-20,-2 12 0,-2-2-18,0 4 0,-1-4 1,0 4 67,-2-2 1,0 3 12,-2 5 0,0 2 15,0-14 231,-5-1 179,-1 27-343,-1 1-105,2 15-68,3 10 23,1 1 757,2 4-752,4 5 12,4 7-34,7 4 11,6 7 11,9 4-45,8 9-223,-16-19 0,0 0 246,17 14 11,-11-9 0,0 1 5,5 9-59,-12-10 0,-4 2 32,-4 16-146,-18 1-737,-10-14 1,-4-1-4748,-13 9 4855,-8 1 1,23-32-1,7-7 1</inkml:trace>
  <inkml:trace contextRef="#ctx0" brushRef="#br0" timeOffset="449998">7465 15112 15528,'7'0'2666,"-2"0"921,-5 0-3128,67-13-55,-40 3-231,13 0 1,-2-4 629,-20-10-568,-5-9 204,-4-10-293,-6-6 55,-6-3 63,-4 4 27,-3 8 836,-4 9-920,0 9-56,-3 11-61,-1 6-34,-4 10-34,0 8 23,-2 13-6,0 7-33,2 8 11,4 2-23,6 4-44,7 0-46,17 1-66,11-4-84,17-4 52,-14-21 1,1-2-180,3-1 1,1-1-328,2-1 1,0-1-149,0-1 0,-1-1-1858,25 9-3416,-11-5 1058,-16-4 4236,-12 0 1,-13-9 0,-3-1 0</inkml:trace>
  <inkml:trace contextRef="#ctx0" brushRef="#br0" timeOffset="450574">6593 16507 22240,'-38'28'546,"0"0"0,-10 5-367,79-56-143,-4 2 1,3-3-26,9-6 1,2-3-842,-8 7 1,0-1-1,2 0 813,5-3 0,1-1 1,1 0-11,3-2 1,1 0 0,1 1-49,2-2 1,1 0-1,1 2-63,-1 0 0,0 0 0,0 2-77,-3 2 0,0 1 1,0 0-307,-1 2 0,0 1 0,-4 3 129,-1 0 0,-3 2-462,1 2 0,-8 6-3604,-18 11-2739,-17 16 7023,-24 18 174,-5 1 0,-6 3-549,8-5 1,-3 0 0,0 2 548,-4 1 0,0 1 0,0 1 1010,-3 2 0,1 0 0,0-1 723,5-6 1,1 0 0,1-2-870,1-1 1,1 0-1,1-1-174,-15 12 1,3-2-456,16-14 0,3-3 410,-19 20-203,34-32 1443,5-3-810,23-25 895,12-11-1637,4-5 1,3-4-217,-2 3 1,1-1-87,-6 7 1,2-2-1,1 0 49,1-1 0,1 1 1,0 0 59,0 1 0,-1 1 0,-1 0-23,-1 1 1,0 1 0,-2 0 86,8-6 0,-4 3 284,7-9-2766,-6-1 2385,-18 18 16,4-12-218,-11 14-656,8-13 751,5-5 0,-11 16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29:43.0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5136 3719 12208,'3'0'7142,"-1"0"-5378,-2 0-610,7-76-336,-5 29-616,2-7 0,-1 0 447,-3 0-161,0 12-60,-1 14-237,0 13-146,0 11-17,0 15 50,-2 50-66,1-15-179,0-6 0,1 2 183,0-7 1,0-1 5,-1 3 1,1 2-23,0 9 0,0 1 0,-1-2 0,1-1 8,-1-4 1,1-3-7,0-4 1,-1-3 31,-1 16 369,-2-19-145,-1-20-152,-3-21-22,-5-23-45,-3-23-26,8 19 0,-1-7 1,1 1-565,-1-10 1,1-2 565,1 6 0,0-3 0,2 4 2,0-4 0,2 5-334,2 2 1,0 4 328,4-19 10,6 11 17,14 6-31,7 15 1,6 1-4,-6 5 1,3 3-6,13-3 0,1 5-92,-13 13 0,-1 6 92,0 4 0,-1 5-9,-1 3 1,-1 4 5,-1 6 1,-1 4-1,-1 4 0,-2 4-22,-2 3 0,-1 2-382,-2 3 0,0 2 214,-2 2 0,0 0-312,-1 2 1,0-1-431,-1-2 0,0 0-3981,2 0 1,-2-3 4050,3 9 1,-2-12 0,-15-33 0</inkml:trace>
  <inkml:trace contextRef="#ctx0" brushRef="#br0" timeOffset="210">4985 3820 24396,'36'-38'7,"0"-1"1,0 1 0,2 1 0,0 1 0,2 6-221,0 9 0,1 5 1,0 1-1841,0-1 0,0 0 1,-1 2 2052,11-4 0,-4 3 0,10-4 0,-28 10 0</inkml:trace>
  <inkml:trace contextRef="#ctx0" brushRef="#br0" timeOffset="984">5811 2909 8830,'-33'-39'1343,"1"0"0,-1 0 1,-5-1-1,-3 1 0,1 8-545,-7 10 1,-2 6-835,7 3 0,-2 1 0,-2 4 256,-11 4 0,-2 4 1,1 3-548,6 3 1,2 4-1,-1 2 708,-8 6 0,-2 5 0,6 0-226,17-3 0,3 1 0,0 3 138,-6 10 0,0 5 0,4 1-52,5-1 0,4 2 0,0 4-136,2-3 0,0 2 0,0 3 0,2 3-436,4 1 0,1 5 1,1 0-1,1 0 1,2-3 353,0-3 1,2-4 0,2 1 0,1 4-6,1 2 0,1 5 0,2 0 0,3-1 0,3-6-332,6 4 0,6-4 0,3 0 310,-1-7 0,2 2 0,3-2 0,4-3-4,12 8 1,6-4-1,8-7-323,3-10 1,6-4 0,4-5 0,-1-2 299,-3-3 0,0-3 0,2-4 0,5-3 33,-7-4 1,5-2 0,2-3 0,0-2 0,-1-2 0,-4 0 18,-2-3 0,-2-2 1,-2-1-1,-1-1 1,1-1-125,-1 0 1,1-1 0,-2-1 0,-1-1 0,-5-1 124,10-8 1,-6-2-1,-5-2 39,-7-1 1,-4-2 0,-3-5 164,0-12 1,-3-5-1,-3-3-183,-7 15 1,-2-2-1,-1 0 1,-2 0 92,3-13 0,-3-1 1,-7-3-40,-7 15 0,-5-4 1,-3 0-1,-1 1 1,-1 6-31,-4-3 0,-1 4 0,-2-1 73,4-2 1,-1-4-1,-3 2 1,-8 7-133,-13 5 1,-9 6-1,-2 4 1,6 5-23,-5-1 0,-3 4-10,-1 3 0,-9-1 0,-2 3 1,6 5-103,6 7 1,3 5 0,-1 1-357,-11 0 1,-1 2 0,0 2-2796,2 4 0,2 3 0,4-1 2099,2 1 0,5 0 0,7 1 0,10-2 0,22-7 0</inkml:trace>
  <inkml:trace contextRef="#ctx0" brushRef="#br0" timeOffset="2001">6195 3672 12787,'-50'9'1290,"-1"1"1,1-1-1,5 0 1,0-1 0,4 0-597,-2 0 1,5 0 199,-4 0-726,10-1 191,37-6-185,9-1 190,22 0-84,26-3-1021,-11 0 1,5 0 775,-8-1 0,2 0 1,2-1-501,-6 0 1,1 0 0,2 0-1,1 0 476,5-2 0,1 1 1,2-1-1,0-1-11,-9 2 0,2-1 0,0 0 0,0 0 0,0-1-12,2 1 1,0-1 0,0 0 0,3-1 0,1 0-9,-3 1 0,2-2 0,3 1 0,0-1 0,-1 0 0,-1 0 0,-3 0-402,7 0 0,-4 0 0,0-1 0,-1 1 0,2 0 422,5-2 0,2 0 0,0 0 0,-4 0 0,-6 2-153,0-1 0,-7 0 1,-4 1 157,-4 0 1,-2-1 419,8-4 1,-4-1-191,1-7 1532,-4-8-1604,-60 13 2957,-24 4-3011,14 8 0,-2 2 11,-2 1 1,0 1-15,1 0 1,3 1 44,-19 1 1020,17 0-1131,17 0 245,10 0-285,5 0 23,13 4-1,12 5-5,25 7-12,-16-5 1,2 1-418,6 3 1,3 2 402,3 4 1,1 2-18,0 2 1,0 2-15,-4 3 1,-4 2-67,-7-1 0,-6 2-200,-9-2 1,-8 1-1522,-18 27 169,-14-17 1049,-5-17 0,0-6 0,14-7 0,-10 2 0</inkml:trace>
  <inkml:trace contextRef="#ctx0" brushRef="#br0" timeOffset="3493">9316 3507 16090,'-13'-55'2292,"0"0"1,2 4 0,2 6-1358,1-2 202,4 3-941,2 21-162,2 4-23,0 21 17,5 11-6,4 11-16,5 14 16,4 8 6,2 6-10,1 1-1,-2-4-6,-3-5 11,-6-11 85,-4-10 178,-4-11 124,-1-6-118,-3-9-156,-3-10-74,-4-12-27,-1-16-17,0-15-17,3 7-1685,5 6 0,2 0 1685,3-2-3,-1 10 0,2 1-175,9-13 156,5 5-34,8-5 11,4 13 0,12 8 34,-2 14 5,-1 3 1,5 14-12,-4 7-5,11 12 2,-20 0 0,-2 4-2,6 17 13,-17-15 1,-5 2-3,-15 15 11,-14-2 17,-13-4 5,3-11 3366,-17-2-3304,15-17 188,-11-1-216,14-17 6,2-11-57,10-6-5,3 3 11,9 3-22,2 11-34,9-2 6,6 6 28,4 0 5,13 5 6,3 8 6,17 9-15,-24-4 1,1 1-329,3 3 1,-1 0 308,0 3 0,-1 2-146,-2 3 1,-3 1-1,4 10-257,-24 10-230,-31-18-244,-4-10 1,-2-1-121,-17 6-3355,3-12 0,0-4 3848,4-6 1,-7 0 0,32-5 0</inkml:trace>
  <inkml:trace contextRef="#ctx0" brushRef="#br0" timeOffset="3909">9515 2779 18863,'-59'-18'751,"0"0"1,0 0 0,5 1-1,2 2 1,6 7-562,9 14 1,3 6 66,-19 11 1,0 3-3010,8-5 0,1 1 2825,-9 9 0,3 4 22,11-3 0,4 5-75,7-1 0,1 4 0,2-1-3,-9 6 0,5 6 86,12-3 1,2 9-1,5 0 1,5-7-73,10 9 0,8-2-28,-2 3 1,5 4 0,10-6-10,3-22 0,8-5 1,3-2-1,1-2-18,-1-2 0,2-2 1,1-2-1,3 0 0,0-3 1,1 0-1,2 0 1,3-3 0,3-1-232,-4-4 0,4-2 0,2-1 0,2-1 0,-2 0 0,-1-1 0,-5 0 241,13 2 0,-5-2 0,-1 0 0,5-1 45,-9-1 0,4 0 1,2-1-1,-2-1 1,-2-2-1,-5-1-26,16-5 1,-7-3 0,-1-3-10,-4-1 0,-1-4 0,0-2 41,4-6 0,1-4 1,-7-1 30,-14 6 1,-5-1 0,-4-6-15,-3-20 0,-6-8 0,-7 1-11,-8 12 0,-5 2 0,-2-4-7,0-1 0,-2-3 1,-2-1-1,-4 3 14,-7-7 1,-5 3 0,-4 2 233,-5 2 1,-3 2 0,-1 3-253,7 10 0,0 3 0,-9 2-27,-7 4 1,-10 1-1,-5 1 1,2 2 0,8 4-38,5 3 0,4 4 0,-5 0-121,-11-1 1,-9-2-1,-3 0 1,3 3 0,10 5-140,-7 5 1,2 5-1114,10 0 1,-6 2-1,1 0 1,4 1 1333,2 2 1,4 0 0,1 0-1,-16 3 1,5 0 0,24-3-1,0 0 1</inkml:trace>
  <inkml:trace contextRef="#ctx0" brushRef="#br0" timeOffset="5160">11029 3249 10322,'-48'11'1048,"0"-1"1,-1 1 0,6-2-1,1 1 1,1-1-265,-16 4 0,4 0-300,14-2 1,4-2-14,-10 4 234,32-5-391,17-4 212,38-4-338,-12-3 0,4-1-70,18-2 0,5-2-1107,-11 2 0,3-2 0,3 0 1017,8-2 0,3 0 0,2 0-240,-12 2 1,2-1-1,1 1 1,1-1 215,4 1 0,0-1 0,1 0 1,0-1-11,-11 3 0,0 0 1,0-1-1,0 1 1,0-1 0,11-1 1,1-1 0,-1 1 0,-1 0-1,-4 0 1,-1 0 0,0 0 0,0-1 11,4-1 0,0-1 0,-1 0 0,-5 1 177,-6 0 1,-4 1 0,-1 0-96,22-6 1,-12 1 313,-29 0-163,-26 0 1442,-19-4-1604,-25-5-8,11 12 0,-3 0 819,-8-1 0,-2 1-710,-3 0 1,1 1-4,2 1 1,3 0 548,7 1 0,5 1-535,-11-2-95,24 4-38,23 3-12,16 0-6,20 0 0,20 1 78,-22 1 0,2 2-112,6 2 1,1 1-9,3 3 1,0 1-500,4 5 0,1 2 488,0 3 0,0 2-22,-1 2 0,-1 3-116,-5 1 1,-4 3-533,-8-1 1,-6 2-291,-10-1 0,-8 0-7367,-20 27 8341,-19-12 0,1-17 0,9-14 0</inkml:trace>
  <inkml:trace contextRef="#ctx0" brushRef="#br0" timeOffset="5752">14004 2744 21469,'-14'-49'791,"0"0"1,1 5 0,-7 7-3262,-18 18 0,-4 9 2509,-7-5 664,7 9 1,2 4-670,5 9-20,-1 12 0,0 7-17,8-3 0,2 4 138,-17 15 0,3 6-113,9 4 1,7 0-21,6-15 1,3 0-3,-1 12 0,7 0 10,19 5-313,25-9 1,9-3 204,-18-18 0,3-4-31,23 9 1,2-8-219,0-16-228,-13-4 1,4-2-1254,0-5 0,3-3 0,-1 0 1605,-5 2 1,0 0-1,-1-1 1,18-5-1,-7 0 1,-8-1 0</inkml:trace>
  <inkml:trace contextRef="#ctx0" brushRef="#br0" timeOffset="6167">14618 2410 8688,'-40'-26'933,"0"-1"0,0 1 0,0 2 0,0 1 0,-2 4-685,-6 7 1,-1 3 0,2 2-165,-5-1 0,-2 3 125,-2 4 0,-4 2 0,2 4-110,14 1 0,3 2 0,-4 4 94,-10 7 1,-5 6 0,-1 2 0,7-2-174,6-4 1,4-1-1,-1 7 9,6 2 0,-5 5 0,2 3 1,4 0-1,8-2 18,0 19 1,9 0-39,1-11 1,0 2-1,6-2 13,5 6 1,9-3 5,8-2 0,10-2 174,5-6 0,8 0 1,2-2-205,7 1 0,3 0 0,2-3-4,3 0 1,1-1-1,4-5 14,-3-6 0,4-4 1,1-2-1,0-1-24,-3-2 1,0-3 0,1 0-1,2-1-73,-1 0 0,3 0 0,1 0 1,2-2-1,1-1 81,-1-1 1,1-2-1,2 0 1,0-2-1,-1 0 1,-2-1 3,3-1 1,-2-1 0,-1-1-1,1-1 1,0-2 4,-7 1 0,2-2 0,1 0 0,-2-1 0,-3 0 0,-4-1 8,14-6 0,-6-1 1,-2-5 10,1-5 1,-3-5-1,-7-2 74,-15 4 1,-5-2-1,-3-4-63,-1-4 0,-1-4 0,-3-2 0,-4 1 4,0-8 0,-5 0 1,-5-1 46,-4 7 1,-3-1-1,-2 0 1,-2 5-41,-7-17 0,-7 5-11,-4 13 1,-6 1 0,-2 4-25,0 9 1,-2 3 0,-5 1-21,-6-1 0,-5 0 1,-4 2-1,2 3-8,3 4 0,1 3 0,-2 1 0,-1 2-38,2 1 0,-3 2 0,0 1 0,1 1 0,4 2 8,-12 1 1,4 3 0,-3 3-118,6 1 0,-3 1 0,1 2 0,1 2-320,8 1 1,1 0-1,0 3 1,-1 0 487,-3 2 0,-2 2 0,-1 1 0,2-1 0,5-1 0,-3 0 0,5-1 0,1 1 0,4 1 0,-1 1 0,1-1 0</inkml:trace>
  <inkml:trace contextRef="#ctx0" brushRef="#br0" timeOffset="7770">14789 3941 21147,'-4'-58'1187,"1"-1"1,-1 7 0,-1 9-735,-7 16-267,3 13-170,1 18 37,4 20-31,0 28-22,2 0 0,0 4-739,1-15 1,0 2 730,0 4 1,-1 5 0,1 0-193,0 1 0,0 1 0,-1-1-36,1-8 1,0-1 0,-1 4-764,1 2 1,-1 5 0,0-1 0,1-6 998,0 12 0,0-6 0,-1-4 0,1-4 0,1 5 0</inkml:trace>
  <inkml:trace contextRef="#ctx0" brushRef="#br0" timeOffset="8143">14534 5704 19689,'0'-6'1530,"0"1"1314,0 5-2340,-3-61-171,2 46-316,-2-43 111,5 70-105,3 15 11,0 9 0,0 5-113,-1-7 0,0 2-226,1 16 0,-1 0-320,-3-11 1,0-3-507,1 24-874,-2-2 2005,1 1 0,0-33 0,-1 10 0</inkml:trace>
  <inkml:trace contextRef="#ctx0" brushRef="#br0" timeOffset="8434">14448 6067 16146,'-6'-42'1582,"1"0"0,-1 0 1,-2-18-1,1 2-966,2 10 0,0 1-519,2 5 0,0 1 79,2 7 1,2 2-15,12-22-117,13 15-11,18 12-9,-7 18 0,2 4-14,20 2 2,-13 11 0,6 4 0,-4 4 1,-5 3 0,-1 4-462,4 2 1,4 3 0,-5 2 447,1 12 0,-7 3-40,-2 4 1,-6 2-34,-6 2 1,-8 2 7,-9-1 1,-10-1-20,-11-1 0,-8-3 22,-11-3 1,-7-6 55,-8-4 0,-5-6 12,-5-5 0,-3-6-1,-2-4 1,0-5-54,1-3 1,1-6-329,5-6 1,2-6-1515,9-6 0,5-6 1395,9-2 1,6-1-1,-3-12 1,18 12 0</inkml:trace>
  <inkml:trace contextRef="#ctx0" brushRef="#br0" timeOffset="9043">15081 5359 16583,'-1'-49'1063,"-1"0"0,0-1 0,-2 5 1,-3 1-1,-7 6-632,-14 3 0,-7 8-779,-7 3 1,-6 6 489,6 10 0,-4 4 0,2 1-103,-5 1 0,1 5 4,2 4 0,-3 4 0,4 3-314,-2 10 0,2 5 295,5-2 0,0 3 0,1 3-222,-1 4 1,2 4 0,-1 6 225,6-3 0,-1 7 0,0 3 0,1 0 0,3-2-607,0 3 1,3-2 0,1 1 0,0 4 574,5-10 0,-1 3 1,0 2-1,1-1 0,4 0 1,3-4-3,3 6 0,3-1 1,5-3-1,3 1-282,6 12 0,5-1 0,8-3 275,6-4 0,7-2 0,5-5-1,-2-12 0,3-3 0,3-2 0,3-2-12,5 1 1,3-3 0,2-2 0,1-2-142,-7-5 1,2-2 0,1 0 0,-1-3-1,-1 0 171,4 1 0,-1-3 1,-1 0-1,0-2 4,-2-1 1,0-1-1,0-2 1,0-3 26,11-4 1,0-4-1,-2-4-48,-2-3 1,-1-3 0,0-5 28,-8 2 1,1-3 0,-2-3 0,-3-5 5,-1-11 1,-2-5 0,-4-3-1,-3 2-9,-2 2 0,-4 0 1,-3-6 2,-8 1 1,-1-9 0,-3-2 0,-2 3 0,-3 7 60,-3 7 0,-3 4 0,-2-4-62,0-11 0,-2-7 1,-3 0-1,-7 5 0,-12 1 0,-7 4 0,0 3-15,8 5 0,-1 1 0,-5 2-37,-5 3 1,-5 0 0,-3 2-1,2 5-202,-3 4 0,1 4 1,-4 1-914,5 2 1,-4 0 0,1 1 0,0 2 1151,-8-3 0,0 3 0,5 1 0,-4 1 0,7 4 0,-8 0 0</inkml:trace>
  <inkml:trace contextRef="#ctx0" brushRef="#br0" timeOffset="10677">14328 4872 19204,'-20'-38'1079,"0"-1"1,0 1-1,-6-13 1,5 8-313,7 8-685,9 18-60,5 11 29,8 21-17,6 15-12,7 20-5,-8-19 0,0 3-356,2 2 1,1 1 344,2 1 0,1 0 8,4-2 0,2-1 16,4-2 1,4-4 39,2-3 0,4-5 36,3-4 1,3-6 85,-1-10 1,3-6-1,-3-1-60,7-6 0,-2-4-63,-7 0 0,2-4 0,-7 0-25,-8-1 1,-4-2 23,17-20 21,-10 0-93,-6 1 27,1-7-90,-10 13-454,-7 13-1087,-5 12-3085,-4 17 4693,-1 5 0,0 1 0,0-3 0</inkml:trace>
  <inkml:trace contextRef="#ctx0" brushRef="#br0" timeOffset="11619">9937 6509 16717,'-3'-6'3764,"1"1"-1131,2 5-2359,-35-60-111,25 44-2236,-11-17 0,2 6 2073,13 25 905,-23 11-877,2 0-17,-26 10-11,-1-3 8,23-8 1,-1 0 5,0-1 0,1-1 19,-28 2-16,19-3-6,10-4 17,10-1 3359,10 1-3365,-3 4 1,9 7 10,-1 9 29,-1 10 16,-2 10 1,1 9 5,0 10-54,4-29 1,0 1-12,2 0 1,0 1 3,3 29-1,7-5 39,3-23 1,5-2 22,14 9-17,-7-20 1,3-4 61,24-10-62,10-16-222,-26-1 1,1-2 73,1-4 0,0-2-155,0-2 1,-2-2-359,-3 1 1,-3-2-911,-4 2 0,-2-1 1504,10-20 0,-17 19 0,-8 4 0</inkml:trace>
  <inkml:trace contextRef="#ctx0" brushRef="#br0" timeOffset="12202">9517 6818 13905,'-7'2'6951,"1"-1"-5940,-25 2 1,-5 1-744,19-3-254,-22 3 0,11-2-70,36-5-3375,3 0 3353,12-3-737,19-4 1,7 0 461,-5 1 0,3-1 26,4-1 1,4-1-1,-1 0-106,-6 1 0,-1 0 0,-1-1-73,1 0 0,0-2 0,-1 0 46,-2-1 1,-1-1 0,-2-1 98,15-8 0,-5-3 226,-8 2 0,-5-4 409,-9-5 1,-7 1 22,3-13 386,-33-15 142,-26 23-293,-7 0 2154,-10 3-2244,21 18 1,-4 0-37,-16-3 0,-3 1-305,9 2 0,-1 2 25,-1 3 1,-4 2 0,2 2 137,-8 4 1,-1 3-116,9 1 1,-3 2 0,0 1-340,-1 3 0,0 2 0,-1 3 313,0 3 1,0 2-1,0 3-459,0 2 1,1 3-1,0 3 414,1 3 1,1 2-1,2 2-28,2 3 1,2 2 0,2 1-31,4 3 1,2 1-1,3 2-7,5 0 0,4 2 0,3 2 4,4-1 0,4 0 0,4 1 3,4-1 1,5 0-1,4 0-7,4-3 0,3 0 1,5-1-5,6-3 0,4-1 1,4-2 10,6-1 1,5-3-1,5-2-399,4-5 1,6-3 0,3-2-1,0-2 377,-1-2 1,0-2 0,1-1 0,4-2-2,-13-4 0,3 0 0,2-1 0,-1-1 1,-1 0-1,-3-2-245,8 1 0,-3-2 0,-1-1 1,3-2 252,-3-1 1,1-1-1,1-1 1,0-2 0,-1-2-103,-3-3 0,0-1 0,-1-2 0,-2 0 0,0 0 115,3 1 0,-2 0 1,0-1-1,-1-6-9,-1-5 0,2-5 0,-1-2 0,-6-1 0,-8 3 27,-2-8 1,-8-4 192,1-11 0,-2-7 0,-9 2-211,-13 13 1,-6 2 0,-2-3-4,-1-10 0,-2-2 0,-6-1-8,-2 10 0,-4 0 0,-3 0 0,-2 3 148,-6-5 0,-2 3 0,-5 2-196,3 8 1,-4 1-1,0 3 1,1 4-11,0 4 1,1 4 0,-4 2-373,-6 2 0,-6 1 0,-1 2 0,7 3-501,-6 0 0,-1 2 924,4 2 0,-8-1 0,1 2 0,12 2 0,-14 2 0,18 1 0,1 0 0</inkml:trace>
  <inkml:trace contextRef="#ctx0" brushRef="#br0" timeOffset="13158">11344 6787 14064,'-59'5'1013,"0"0"1,0 0 0,3 0 0,1-1 0,5 1-569,-3-1 1,3 0-102,4 1 1,2-2-12,1 1 1,4 0-228,-9-1 744,15 1-688,38-4 305,22-1-372,18-3 1,7-1-644,-12 2 1,4-1 556,10-2 0,9-1 1,-2 0-601,-7 1 1,-1 0 0,3-1 594,0 1 0,3 0 0,1-1 1,-2 0-5,-9 2 0,-2 0 0,1-1 0,4 0 2,0 0 1,4 0 0,2-1 0,2 1 0,-3-1 0,-2 1-459,-2 0 1,-3 1-1,-1-1 1,1 1 0,4-1 449,-3 0 0,2 0 1,2 0-1,1 0 1,0-1-1,-1 1 1,-2 0-299,11 0 1,-1-1 0,-2 1 0,0-1 0,1 1 299,-2 0 1,0-1 0,-1 1 0,0 0 0,-4 0 20,2 1 0,-4-1 1,0 1-1,2-1-13,-1 0 1,2 0-1,0 0 1,-1 1-1,-5-1 84,5 0 1,-5 0 0,3 0-85,-2 0 0,4 0 0,-2 0 1,-5 0 9,17-3 0,-8 1 705,-10 1 0,-4 1-618,17-5 2371,-22 3-2332,-18 0 736,-11 3-1189,-13 0 772,-14-1-459,-23 2 0,17 1 0,-6 1 0</inkml:trace>
  <inkml:trace contextRef="#ctx0" brushRef="#br0" timeOffset="13752">11171 6488 21450,'-9'-44'793,"0"-1"1,2 5 0,-1 10-649,-1 24-78,-2 10 23,-9 14 61,-5 15 0,-1 7-109,1-4 0,0 1-344,2 0 1,-2 3-1,2-3 316,2 0 0,1-3 0,1-2 0,2 0 31,-6 23-114,11-5 109,8 5 16,22-13 22,22-12-50,-8-20 0,3-3-598,9-4 1,4-2 269,8-4 1,2-2-988,-15 1 1,1-2 0,-2 1 1286,16-3 0,-4 0 0,-16 2 0,-5 1 0,4 0 0</inkml:trace>
  <inkml:trace contextRef="#ctx0" brushRef="#br0" timeOffset="18555">14393 3110 17092,'33'-39'814,"0"-1"0,-3 2 1,-9 14-412,-18 24-101,-6 6 46,-3 8-29,-8 9-163,-1 1 91,-13 16-74,-6 6-67,1-5 1,-4 4-857,1-1 1,-3 1 775,5-7 0,-2 1 1,0 0-3,1-3 0,0 0 1,-1 0 1,-4 1 0,0 1 0,-2-1-703,-1 1 1,-2 0 0,1 0 702,-2-1 0,1 1 0,-4 1-3,10-7 1,-1 1-1,-2 1 1,0 0 0,4-2-15,-2 1 1,3-1 0,0-1 0,-1 1-543,-4 4 1,-1 0-1,1 0 1,5-3 546,-11 10 0,4-2 19,0 1 1,-1 0-230,14-13 1,-1 0 0,-1 1 243,-8 7 1,-2 2-1,0-1-5,-1 0 0,-1-1 0,0 0-2,-1 1 0,-1-1 0,-1 0-4,0 1 1,0-1-1,-1 0-11,1-1 0,1 1 1,0-1 4,1-1 1,1-1 0,0 2 12,-5 3 1,0 2 0,3-4-23,-2 2 1,2 0 20,8-7 0,-2 1 0,1 0 60,-9 7 1,3-2-73,6-7 0,0 1 6,3-3 0,-3 1 1,3-3 79,-2 0 0,-1-1-70,-10 8 1,-1-1 418,0-2 0,1 0-422,3-3 1,2-1-28,4-3 0,2-2-6,8-4 0,2-1 2312,-11 7-2311,17-8 1302,10-5-1258,3-3 1197,-3 0-1192,-4 1 834,-6-2-839,-3 0 28,-1-2 11,3-2-16,6-3-6,6-3-34,4 0-11,3-1 11,3 1-22,-1 2-17,1 1-11,-3 0 22,0 0 0,-3 0-11,1 0 6,-11 4-1,9-2-5,-16 7 11,14-4 1,-9 5-1,6-4-6,-1 0 18,4-1-1,3-3 12,2-1 17,0 0-23,-5 1 17,1-1-34,-1 1-6,3-1 12,5-1 39,-2 0 56,4 0-45,-1 0-67,3-6-5,1 1 16,6-12-17,-1 6 18,15-19-1,-2 5-11,11-14 17,-5 1-1,-1-3-4,-3-3-18,-4-2 17,-3 1 23,-3 2 16,1-6-39,-6 18 12,0 0 10,-5 22-27,-1 6-23,-1 3 23,-3 8 5,-4 6 0,-13 31-16,-6 10-475,1 0 480,10-21 0,0-2-5,-5 17 10,0 0 0,9-10 1,2 1-347,2 1 369,2 16 11,19-31 112,24-15 341,-2-2-473,-5-9 1,3-4 24,17-10-92,-19 3 1,0-2-995,23-16 1042,-14 2 0,-19 11 0,-12 6 0</inkml:trace>
  <inkml:trace contextRef="#ctx0" brushRef="#br0" timeOffset="20604">10498 6083 19182,'11'-42'1122,"0"-1"0,0 3 0,-4 8-439,-7 22-151,0-1-44,0 2-410,1 5 6,0 1-50,-1 3-1,2 0 1,0 4 33,2 3 56,1 20-3459,-2-6 3375,-4 12 40,-4-3-34,-3 2-17,-2 11 5,2 2 18,1-1-1,4-1 40,1-4-12,1-4 3392,3-4-3368,2-5-7,4-4 28,4-4 34,6-3 39,6-5-28,8-4-50,10-3-6,8-5-51,6-4-25,-18 0 1,-1-2-31,14-2-6,-16 3 0,-1 0 22,5-3-5,5-1 134,-3 0-17,-20 5-55,-4 1-12,-16 5 163,-1 0-208,-8 0-22,-4 0-17,-10 4 12,3-1 55,-16 7-33,6-2-68,-16 3 35,-2-1 21,-6-2 1,-7 0-15,15-4 1,-1-1 16,12-1 1,1-1-4,-9 0 1,2-2 22,-4-3-22,7-3-18,9-4 24,5 1-24,5-4 18,3 0 0,5 3-3376,-1-3 3376,5 6-1,-4-5 46,-1-11-46,3-2 1,-1-5-17,7 6 22,2-3-17,0 0 3409,4-10-3380,0 10-1,2 6 6,-4 10 6,-1 7-23,-1 2-45,2 0 34,1-1 12,3-2-1,4-2 11,2-3-16,2-1-12,-4 3 62,0-2 6,-5 5-17,0-3-45,-2 2 11,0-2-3392,0 1 3392,1-1 6,4-5-6,-3 4-11,8-9-5,-3 8 21,2-3 1,-1 3 3386,-1 2-3408,-5 4 10,-2 2-21,-3 2 4,0 10 24,-4 13-12,1 0 0,-9 23-12,0-6-1687,1-7 1,1 1 1698,-4 13 8,6-14 1,1 0 2,4 28-17,3-18 12,5 8-1,8-28 23,13 1-28,4-2 3392,2-6-3386,1-8 28,-8-5-46,6-1-2682,19-13 2694,-15 4 0,2-5 0,-24 8 0</inkml:trace>
  <inkml:trace contextRef="#ctx0" brushRef="#br0" timeOffset="28388">9525 4309 19540,'0'-43'1099,"0"0"1,0 4 0,-1 6-478,-1 12 123,-2 0-549,1 8 252,0-3-325,2 10 191,1-6-207,0 8-18,0-2-61,0 4 95,2 0 1,2-2 21,0-1-5,1-1-17,0 0-16,-1-1-29,1 2-33,-2 1-17,0 2-28,-1 1 11,0 2-11,2 6 17,2 6 17,3 10-23,2 9-6,1 11-10,-1 10 13,-5-21 1,-1 0 13,-1 4 0,0 1-5,0 3 0,0 2 5,-1 12 1,0-1-407,-1-15 0,-1 0 395,0 15 1,0 0 10,-1-17 1,0-2-9,0-1 0,0 3 19,-1 9 1,-1 5-1,1-6-16,-2 16 0,0-13 0,0 8 0,-1-7-6,1-14 0,-1-2 3,-2 15 0,0 0-202,1-9 0,1-3 213,-1 0 0,1-1-15,-3 28 46,4-7-11,1-6-17,2-6 5,0-7 736,0-5-725,-2-4 461,0-4-477,-2-3 40,0-3-57,2-3 1,0-4 4,0-2 24,2-3-24,-1-2-16,1-2 23,-1 1-1,-1 2 12,-5 4-6,-3 4 11,-6 3-45,1 2-10,1 1-3365,3 1 3370,4 0 11,2-1 0,2-2 0,0 0 11,1-1-2268,-6 8 2279,3-8 2252,-7 8-2280,5-11 12,-1 1 5,2-4 101,3-5 34,1-3 3319,-1-6-3426,-3-1 17,-8-12-45,-1 6-39,-8-3 45,3 7-6,-1 3 0,3 0 17,2 0-22,-1-15-1,8-1 7,-2-6-24,6 4 12,4 12 23,-2 0-23,3 8 22,-1 0-16,0 0-6,1-1 17,0-1-17,1-1 5,2 0-33,0 3 23,0 1 10,3 16 23,-1 2-22,3 15-1,0-1-5,3 0-11,3-3 22,5-3-16,-2-7-12,2-5 28,21-3 6,-6-4 28,23-6-17,-11-9-11,-10-3-3,-6 1 0,0-1 14,13-5-20,-12 3 0,0 0-19,13-8-3364,-4-4 3381,-15 10 10,-3-2 24,-14 11-35,-1 2-10,-2 3 16,-1 7-17,-1 2 3381,0 5-3380,-4 1 16,-5 2-11,-5 1 17,-9 0-23,-28 9 6,2-6 6,-10 3-1,16-10 1,-19 0-229,27-6 228,-20 3-5,22-10-5,10-1 22,-16-6-6,10-1-11,-7-6 11,1-2-11,2-2 11,2-2 229,4 4-240,5 1 11,3 5-5,7 5-6,1 3-11,6 3-23,0 1 23,2 9 5,0-4-5,0 14 11,3-4-28,19 23-3375,-7-16 3409,15 11-12,-13-23-5,12 1 0,8-4 22,15-1-6,2-7-5,-21-4 0,-1-3-155,22-9 155,-6-4-201,-8-4-1020,-11 4 666,5-7 0,-16 13 1,-6 2-1</inkml:trace>
  <inkml:trace contextRef="#ctx0" brushRef="#br0" timeOffset="35255">5483 4464 20352,'-25'-24'902,"0"0"0,-15-15-891,39 37 23,0 1 16,10 8-22,-2-2 12,16 13 16,6 6 0,8 12-40,-5-4 40,5 7 6,-11-12-3392,11 7 3380,4 0-11,-7-8-106,-5-6 0,0 1 134,12 8-33,10 7 16,-6-1 6,-8-5 0,5 3 0,2 2-34,-13-10 1,-1 0-1114,11 7 1,-2-2 1129,4 5-5,-11-12-174,2 0 0,1 1 168,11 6-2,-12-8 0,6 3 1,-3-2 6,-1-2 1,-1 1-6,17 9 0,0 0-14,-18-10 0,-1-2 11,16 11 0,-3-2-13,2 1-4,-4-3 0,-1 2 48,10 8-14,-13-8 0,0 0-36,-13-9 0,0 0 24,17 13 1,1-1 815,-18-13 1,0 0-825,13 8 1,0 1 2,-4-5 0,-2-2-14,-7-4 1,1 0 30,5 3 0,2 1-6,0 0 1,-1-1-26,-5-2 0,-1 0 17,15 9 0,-2 1 177,1 3-169,-4 0 0,-1 0-2,1 3 2604,9 8-2626,-25-24 829,20 11-824,-8-5 16,14 8 573,-14-8-612,-3-2 17,-10-6-11,7 4 363,-15-10-319,13 9-21,-14-10-23,1 1 39,-1 1-11,-7-7-6,7 5-27,-4-4 16,3 2 6,1 0 0,6 3-1,0-1-4,5 2-1,-7-2-11,5 3 0,-4-2 5,1 1-38,9 5 33,-12-7 17,17 10-17,-15-8 22,8 6-5,-6-5-12,0-1 7,-2-2 10,-2-2 0,-1-1 6,-2-1 17,1-1 0,1-2 0,0 0-6,0-1-11,-3 0 11,-2 0-11,-5 0 73,-2 0 376,-2 0-276,0-4-167,0 0 5,-1-7-17,0-3 6,-2-5 12,0-2-7,-2 1 18,0 2-1,0 1 12,-1 4 16,-2 0-5,-1 0 0,0 1-1,-1-2-21,0-1 61,-12-10-3471,8 9 3399,-8-6 27,6 9 0,-2-2 90,-17-10-118,15 9-5,-8-3 10,12 9 3376,0-2-3352,-9-5-52,11 7-4,-3 0 27,12 7-17,1 2-39,2-1-27,1 2 44,1 4 0,4 3 0,3 7 16,9 4-10,9 6-12,10 5 1,6 3-12,3 5 11,-3 3 12,-8 2-12,-9 3-8,-16-12 0,-3 0 9,0 9 22,-6 11-17,-6-20 22,-5 0-16,-5 9-62,-5-2-146,2-13 0,0-1-1764,-14 13-7411,-5 1 9377,14-19 0,16-14 0,0 0 0</inkml:trace>
  <inkml:trace contextRef="#ctx0" brushRef="#br0" timeOffset="56791">3242 8810 9962,'-4'-1'6386,"1"-1"-2757,3 2-2167,-72-18-998,52 12-352,-20-4 1,8 2-90,29 7-69,2 1-3323,9 8 3375,-2-3 22,13 9 5,8-3-44,8 4 11,-2-1 34,-8 1 22,-18-1 33,-23 8-61,0-5 17,-29 13-11,2-7-4,3-2 1,-2 2-25,13-7 0,1 0-1,-7 7 1,6 0 22,18-2 45,19-1 22,29-11-78,-8-5 3408,9-2-3369,-4-1-56,-8 2 11,9 5 6,-21-2 118,-5 13-79,-11-8 44,-9 14-21,-7-3-29,-11 9 12,-14 12-51,13-14 14,4-3 0,2 1-19,5 11 0,-3 4 10,27-3-10,4-23 22,20 7-17,-12-14-11,13 9 6,-11-6 16,1 4-5,-6 5-28,-7-5-275,-4 6-9545,2-7 8384,-1-3 0,2-3 0,-4-8 0</inkml:trace>
  <inkml:trace contextRef="#ctx0" brushRef="#br0" timeOffset="57756">3817 10666 17386,'1'-47'1275,"0"0"1,0 0 0,0-7 0,-1-1 0,1 8-6449,-2-11 5234,0 20 1,0 6 66,0 21 1378,-1 4-1584,1 3 877,-1 11-921,2 26 224,0-4-83,-1 12 1,1 3 3363,-2 1-3368,-2 16 1,-1 3-24,1-31 1,0 0-105,-3 23 1,-1-3 121,0-8 22,0-2 198,4-32 52,1-4-64,1-28-111,1-14-62,3-4 0,1-6-17,0 4 0,1-3-537,2-12 1,1-1 544,1 7 1,-1 1-1,1 3 0,1 1-2,0 6 0,1 1-191,0 6 0,1 3 208,15-18-18,6 11-21,-4 16 221,2 7-272,17 10 28,-15 6 5,-2 2 1,2 4-23,8 18 8,-15-7 0,-1 3-5,2 12 0,-3 3-101,-5-3 0,-2 2-767,-1 9 0,-2 0 179,-7-15 0,-1 1 714,-2 11 0,-1-4 0,0-10 0,-2 13 0</inkml:trace>
  <inkml:trace contextRef="#ctx0" brushRef="#br0" timeOffset="57950">3825 10638 22397,'-14'-54'274,"-1"-1"1,5 5-1,12 7-364,30 17 1,11 8-303,-7 4 0,2 2-525,6-2 0,2 4-3999,-5 6 1,-3 3 3543,0 0 0,0 1 0,-29 0 0</inkml:trace>
  <inkml:trace contextRef="#ctx0" brushRef="#br0" timeOffset="58822">3798 12691 17574,'-4'-54'2025,"0"1"1,0 0 0,0 8-1421,1 15-269,-1 2-213,3 13-134,0 11 22,2 8-22,3 13 34,5 10 16,2 14-6,1 8-5,-4 5-22,-3 2-265,-4 2 293,-6-4-6,-3-6 118,-6-12 50,3-17-107,0-10 113,-5-36-157,5-7-23,3 1 1,1-2-1,0-18 0,5 14 1,1-1-1638,0 5 0,1 1 1632,1 0 0,0-1 11,0-3 0,2 2 155,8-12-150,7-7-2276,9 10 2249,9 8 5,7 10-69,6 10 47,3 9-6,2 15 17,-3 11 22,-3 15-39,-9 10-16,-12 7 22,-13 4-51,-16 5-5,-14 1 69,-6-22 1,-3-2 25,-14 10 38,15-22 1,1-4-44,-2-10 56,5-10-6,-1-12 2229,2 0-2268,-1-35-23,14 23 93,0-27-76,12 28 3179,7-3-3196,8 6 6,-1 8-6,13 2 0,12 8 6,3 6-17,11 7-6,-11 11-16,-4 7-17,-7 6-45,-15 4-6,-19 3 45,-13-8-280,-10-6 0,-6-2-627,-20 11-471,2-8 1,-1-1-1159,-11 0 2581,12-13 0,5-2 0,15-7 0,-8 0 0</inkml:trace>
  <inkml:trace contextRef="#ctx0" brushRef="#br0" timeOffset="59265">4023 14073 24620,'-38'-32'128,"0"0"1,-12 11 0,2 14-95,3 32-29,13-6 1,2 3 5,-3 14-5,4 6-12,13-13 1,3 0-18,-4 31 7,10-14-18,30 12-117,14-24-189,-4-12 0,3-3-167,2-7 1,2-4-819,3-2 0,0-3 1325,5-4 0,-4-1 0,6 0 0,-8-4 0</inkml:trace>
  <inkml:trace contextRef="#ctx0" brushRef="#br0" timeOffset="59659">3886 15687 23489,'-18'-46'632,"1"1"1,3 4 0,-1 11-570,3 23-69,5 26 0,5 5 12,6 25-17,1-10-118,1-3 0,0 2-735,-3-7 0,0 1 38,1 16 0,-1 3-1661,-2-4 0,0-1 1876,-1-5 1,0-2 0,0 12 0,0-25-1</inkml:trace>
  <inkml:trace contextRef="#ctx0" brushRef="#br0" timeOffset="59964">3809 15969 16460,'-3'-49'2290,"-1"0"1,1 4 0,-1 3-1524,-3-5-352,2 6-197,6 4 17,23-9-190,3 14-28,21-4-23,0 20 12,6 11-288,6 17 285,-29-1 0,-1 5-1,5 12 1,-3 3-19,10 17-21,-18-10 1,-7 2-93,-13 18 64,-9-21 1,-7 1-90,-24 11 0,-7-4-344,15-16 0,-1-3 372,-15 8 0,-1-5-804,-8-7-2137,0-9-6764,-5-4 7932,20-10 1,17-2 0,16 0 0</inkml:trace>
  <inkml:trace contextRef="#ctx0" brushRef="#br0" timeOffset="60538">3992 16874 24592,'-25'-14'107,"-7"10"-141,-6 23 34,-9 4-5660,-4 0 5654,5-4 0,-11 3 1421,6-5-1421,-3 2 17,22-8 843,21-6-904,4 2 22,4 1 28,0 3 50,0 49 12,2-14 1502,-1-10 0,1 3-1531,3-6 1,0-1 0,7 23 5,1-1-1667,4-15 0,2-2 1617,3 1-96,0-5 1,4 1 94,14 10 24,5-4-287,-5-11-774,-7-26-3191,-5-22 4240,9-18 0,-14 14 0,0-2 0</inkml:trace>
  <inkml:trace contextRef="#ctx0" brushRef="#br0" timeOffset="60723">3711 17368 18285,'-7'1'5316,"2"0"-5058,5-1 514,0 0-727,51-29-437,-7 6 392,-5 2 0,6-3 0,-6 4 0,8-5 0,-15 9 0,0 0 0</inkml:trace>
  <inkml:trace contextRef="#ctx0" brushRef="#br0" timeOffset="61556">5252 9982 18718,'-3'-3'4105,"0"0"-2757,3 3-1332,-21-27 22,12 30-38,-17-21 31,14 46-4,-1 9-155,3-7 156,1 13 40,15-15-24,0-5 113,11 0 123,-2-18 73,4-3 443,9-30-567,-12 5-128,3-15 67,-15 10-28,-7 9-101,-1 1 45,-7 3-67,-2 10-34,-7 3-139,-12 25 60,12-7-486,-10 27-107,20-18-2728,-3 20 3417,9 1 0,1-15 0,3-2 0</inkml:trace>
  <inkml:trace contextRef="#ctx0" brushRef="#br0" timeOffset="61897">5261 10559 22105,'-7'0'2090,"1"1"-1782,6-1-314,0 0 17,-10 5 0,11 6-5,-6 6 0,11-2-6,2 1 16,-3-7 18,0-1 302,-2-4 689,1-16-890,-2 3 229,1-22-247,-3 17 74,0-11-113,-2 16-33,-1-2 56,-11 2-135,6 4-22,-6-1-45,11 6-1350,2 0 74,5 1-8454,11 0 9031,-2 0 1,2 0 0,-10-1 0</inkml:trace>
  <inkml:trace contextRef="#ctx0" brushRef="#br0" timeOffset="62381">6348 9904 17507,'0'-5'5204,"0"1"-4258,0 4-604,-32-66-124,12 45-151,-3-16 0,-4 4-5,-6 28-51,-6 7-5,6 3 5,-23 15-11,17 0-3,11-6 0,0 2 3,-13 14 23,7-2-18,12-7 18,5 6-18,11-12-10,0 7 27,6-5 29,3 1 89,3 3 11,2 7-22,1 5 11,-2 8 123,-2 22-78,-7-2-621,-1-14 1,-2-1 480,-3 11-34,2-24 1,1 0 49,-2 15-5,2-1 8,7-12 1,3 0 2,11 9-72,8-2-158,30-30-1260,-3-17 812,-7-2 0,-1-1 1,0-4-1,-2-4 1</inkml:trace>
  <inkml:trace contextRef="#ctx0" brushRef="#br0" timeOffset="66106">7032 10340 9268,'0'-6'8659,"0"1"-3254,0 5-4761,0-56-269,1 40-268,-1-41-18,0 55-72,0 10 11,-2 8-17,-1 13 6,-2 10 0,1-7 0,1 1 11,-2 16 0,-3 12 22,6-27 40,-5-1-34,5-15 73,-3 1-34,3-16 191,2 0 448,-1-3-578,0-11-116,0 4 16,-2-15-23,-1 0-22,1-11 40,0-9-29,1-8 1,3-4-7,4 0 12,4 1 23,5 4-46,6 1 18,5 4-1,5 6-27,8 5 5,-8 13-28,22 1 16,-14 13 24,17 3-7,-21 7 6,3 13-50,-6 14 34,-6 6 21,-4 13-38,-21-4-3370,-11 3 3392,-14 0 0,-10-2-233,-6-4 244,-2-6 39,5-9-5,4-11 50,8-10 34,6-13-45,6-14-73,7 2 3272,5-11-3261,10 10 366,4-2-366,8 5-5,4 5-51,7 5 6,6 10 40,6 9-1714,-12 4 0,0 2 1697,13 10-1149,-5 2 0,-2 1 1143,-7-3 3,-5-2 1,-4 0 7,-12 5-12,-15 5-16,-22-2-33,-21-7 1013,20-15 0,-3-2-1190,-1-3 0,-1-1-373,2-2 0,0-3-2996,-23-7 3607,17-4 0,18 0 0,12 3 0</inkml:trace>
  <inkml:trace contextRef="#ctx0" brushRef="#br0" timeOffset="66373">8089 10508 25410,'-9'22'-34,"0"4"-750,0 8 784,-8 20 0,8-28 0,-3 7 0</inkml:trace>
  <inkml:trace contextRef="#ctx0" brushRef="#br0" timeOffset="67006">8989 10082 17014,'0'-4'5943,"0"0"-4196,0 4-1663,-36-55-33,16 40-40,-5-14 0,-2 3 11,-3 24-10,-5 2-1,-3 0 11,-1 2-5,-9 2 0,18-1-3364,-2 0 3358,24-3-22,3 1 11,4 1 11,-1 3 11,-1 3 45,-2 5 29,-2 5 3396,-1 6-3362,-1 7-13,-1 8-10,0 7 22,0 6-17,1 5-12,1 2-340,2 2 318,3-4 12,9-6-23,7-7 39,25-5-95,-9-16-16,24-4 22,-10-16-17,18-8-1822,-20-3 1,-1-3 1350,-5-1 0,0-2-1594,3-2 0,-3-1 345,4-7 1752,-8-5 1,-21 19 0,-2-4 0</inkml:trace>
  <inkml:trace contextRef="#ctx0" brushRef="#br0" timeOffset="67264">8554 10393 23999,'-40'-18'694,"35"-5"-660,32 14 13,10 0 1,2 0-9,9 1-17,-12 1 1,1 1 16,19-2-17,-10 2-22,-11 2-179,-10 1-151,-12 2-2202,-5 0 2532,-5 1 0,-1 0 0,-1 0 0</inkml:trace>
  <inkml:trace contextRef="#ctx0" brushRef="#br0" timeOffset="68248">9630 9852 23439,'-43'-38'453,"32"5"-346,50 28-65,-7 1 0,4 0-681,0 0 1,1 0 671,2 0 1,2-1 22,13-1 0,-1 0-17,-17 2 1,-2-1-21,4 1 1,-5 1 64,-11 0 569,-15 3-406,-5 0 45,-13 3-270,3 0 23,-16 12-17,10-1 695,-3 12-684,6 3-5,2 7-6,5 5-23,3 6 23,9 3 17,6 4-22,10 4-12,-10-28 1,2 0-217,2 2 0,0-1 199,1 1 1,-2 0 16,10 16-17,-15-15 1,-6 0-63,-16 7-671,-19-4 0,-9-3-2672,2-12 0,-3-4 2760,-13 4 0,2-3 0,0-4 0,24-7 0</inkml:trace>
  <inkml:trace contextRef="#ctx0" brushRef="#br0" timeOffset="71133">5022 12152 21495,'-46'35'358,"9"-2"-5828,32-1 5544,4-12 1491,6 3-1380,2-15 1375,5-1-1264,-3-4 203,2-9-118,-5-6 3341,2-10-3380,-3-14-186,-2 4-83,-5 0 39,-3 7 29,-8 5-136,4 6-10,-3 1-125,9 12-4,1 0-387,-2 5-565,0 8-1194,0 10-7551,2 20 7693,3-14 1,0 1 0,0-23 0</inkml:trace>
  <inkml:trace contextRef="#ctx0" brushRef="#br0" timeOffset="71477">5064 12582 15171,'0'11'5853,"0"-2"-5102,0-9 129,0 0-847,-15 20 1,14-8-1,-5 22 40,18-16 56,6 2 129,0-7 111,-5-6-16,-2-3 358,-7-4-274,-3-5-128,1-4 66,-2-12-263,-2 7 157,-6-10-213,1 15 11,-10-6-62,9 11-66,-8-2-393,9 6 85,0 0-265,5 2-7868,11 6 8502,3-2 0,-1 3 0,-2-7 0</inkml:trace>
  <inkml:trace contextRef="#ctx0" brushRef="#br0" timeOffset="71967">6102 12221 24074,'-40'-43'26,"0"0"0,-2 5 0,1 10-48,-3 22 5,-15 7-5422,19 6 5433,1-1 1368,-9 12-1407,24-4 896,-7 8-857,19-4 40,5-1-17,3 1-11,3 0 3414,2 3-3387,2 2 6,1 3 40,1 4-51,-2-5 50,0 21-33,-1-10 56,0 18 39,0-4-45,1 3-73,-2-9 17,-1-12 1,0 0-1,1 11-11,1 17-6,3-19 57,13-6-3387,10-14 3330,6-6-442,26-15-152,-26-6 1,1-1-289,1 0 1,2-1 422,19-9 1,-4 0 0,-13 4 0,18-8 0</inkml:trace>
  <inkml:trace contextRef="#ctx0" brushRef="#br0" timeOffset="73331">7040 12221 20974,'0'-47'877,"-1"0"1,1 3 0,-5 11-470,-15 19-161,-5 7-113,-4 9-39,-5 9-16,-3 13-12,0 13-5,0 11-48,14-9 0,2 3-20,8-11 0,1 2 6,-2 7 0,5 0 12,16 9-46,15-7-72,20-10-214,16-8-1176,-6-16 1,2-3 114,-19-3 1,0-1 701,19-2 1,-7-2 0,-21-2-1,0 0 1</inkml:trace>
  <inkml:trace contextRef="#ctx0" brushRef="#br0" timeOffset="73530">7582 12469 25494,'-4'33'-146,"0"0"1,-1 30-2319,5-23 1048,-4 7 1,3-20 0,-2-3 0</inkml:trace>
  <inkml:trace contextRef="#ctx0" brushRef="#br0" timeOffset="74987">8417 11925 7688,'3'-3'5501,"-2"1"1948,-1 2-5858,41-42-1328,-36 32-162,30-31 5,-46 42 68,-8 4-51,-6 3-33,-14 4-6,-8 1 17,-7 0-17,14-4 0,-1-1 5,-18 3-25,24-4 1,2-1 13,4-1 6,10-2 73,8-2-62,5 0-72,2 0 5,4 1 112,0 14-28,0 3-34,0 7-5,0-2 56,-2 8-17,0 7-6,0 14-11,-1 2-22,2-1-22,4-6-1,4-5 23,11 0-62,-1-16 23,15 1-18,-5-17-21,12-3-51,2-7-235,3-9-796,1-7-1994,1-9 3081,-3-6 0,-19 14 0,-6 0 0</inkml:trace>
  <inkml:trace contextRef="#ctx0" brushRef="#br0" timeOffset="75181">8097 12310 17266,'-3'0'5926,"0"0"-5338,3 0-537,36-31-135,17 16-261,-14-5 1,4 1-3476,3 9 0,-1 3 3820,-10 0 0,-2 0 0,11-2 0,-20 3 0</inkml:trace>
  <inkml:trace contextRef="#ctx0" brushRef="#br0" timeOffset="75596">8938 11796 22503,'44'-33'442,"0"0"1,5-1 0,-1 7-180,-2 15-45,13-3-22,-24 6-106,-10 3 128,2 3-78,-14 2 51,1 4-91,-11 1 1,-2 4 57,-2 8-58,-1 8-32,-2 11-29,1 8-17,0 7 12,5 6-6,4 3-26,-2-28 1,3 1-1682,3 10 0,1-2 1685,5 17-91,-2-5 1,-3 0 67,-13 0-22,-2-11 0,-5-2-73,-17-1-90,-12-6-1008,-10-6-6133,-6-2 7343,-4-2 0,22-11 0,17-6 0</inkml:trace>
  <inkml:trace contextRef="#ctx0" brushRef="#br0" timeOffset="76390">4888 13941 8304,'-2'-5'7164,"1"2"-5624,1 3 466,2-63-774,-1 43-1031,1-15 1,0 5 358,-2 26-347,-3 13-79,-1 2 73,-6 18-83,-1-1-40,0 6-56,4-9 11,3-2 28,8-9 186,6 1-102,0-7 487,24-13-279,-12-7 22,13-11 50,-16-2 11,-7 0-279,-7 4 83,-6-3-190,-2 10 28,-7-7-11,-2 7-39,-4 0-45,-2 5-74,6 5 24,1 6-147,3 7-458,0 10-936,1 13 923,3 1 1,2 1 0,-1-2 0,2 16-1</inkml:trace>
  <inkml:trace contextRef="#ctx0" brushRef="#br0" timeOffset="76747">4994 14328 17882,'-8'9'5159,"1"-2"-4817,7-7-258,0 0-56,-11-3 5,9 5-10,-5 7-12,12 10 0,0-1 6,-1 1-6,-1-8 34,-1-4 50,1-2 919,-3-5-645,0-9-15,-5-3-91,-3-9-168,-1 3 67,-7-1-38,-6 7-119,-2 2 1,-3 5-79,10 5 11,5 1-677,6 5-1658,13 0-7434,9 2 8940,1-2 1,0-4 0,-12-1 0</inkml:trace>
  <inkml:trace contextRef="#ctx0" brushRef="#br0" timeOffset="77273">6184 13710 25079,'-1'-26'488,"-6"6"-477,-16 22 45,-13 3-4290,10 1 4251,-12 3 781,-17 3-787,11-3-11,-16 5 0,26-6-23,12-1-10,9-3 16,7-1-11,2 4 50,-1 7 3332,2-1-3354,-3 15-3242,-2 9 3242,2-5-67,-5 14 0,-1 2 84,3-7 5,-2 6 0,1 1-5,5-3-2174,5 11 2157,5-16 12,6-7-27,11-9 0,4-3-13,2 0 8,5 0 1,4-3-278,9-12-247,1-1-2052,-14-7 0,0-2 2891,12-5 1,-6-1 0,-17 4 0</inkml:trace>
  <inkml:trace contextRef="#ctx0" brushRef="#br0" timeOffset="80914">7048 13801 23584,'1'-37'269,"1"0"0,0-23-280,-2 65 27,0 5-21,1 9 16,2 6 6,1 8-45,3 5-157,-1 5-358,2 2-538,-2 0-594,-1-4-633,-2-3-1282,-2-5-1652,-3-5 1483,-1-6 3759,0-10 0,1-6 0,1-6 0</inkml:trace>
  <inkml:trace contextRef="#ctx0" brushRef="#br0" timeOffset="81190">7062 13911 19641,'-15'-46'1245,"-1"-1"0,2 5 1,4 4-804,11 1-16,12-2-348,-1 14 40,19-5-51,2 17-16,13 1-12,-7 13 0,1 4-20,-7 4 1,-1 2-6,11 6 0,0 6-9,0 16 1,-4 5-500,-13-10 0,-2 2 469,5 12 0,-9 1-15,-19-15 1,-7-3-405,-11 16 346,-6-20 0,-5-4-42,-10 2-98,2-6 0,-1-2-202,5-6 1,0-3-371,-6 2 1,0-3 809,1-7 0,4-1 0,-5 0 0,12-8 0</inkml:trace>
  <inkml:trace contextRef="#ctx0" brushRef="#br0" timeOffset="82375">8134 14056 24693,'46'-31'381,"-10"13"-303,-33 33 40,-6 13-891,-10 4 0,-1 1-1249,-2 7 1171,-2-3 1,2-5 0,9-18 0,0-1-1</inkml:trace>
  <inkml:trace contextRef="#ctx0" brushRef="#br0" timeOffset="82960">9017 13514 24469,'-32'-33'46,"0"0"1,7 3 0,-1 7-13,-28 20-34,24 3-2842,-4 3 1,-1 2 2835,7 1 1415,-15 7-1443,8 7 911,8 4-855,-5 10-5,15 3 22,10 2-11,3 5 0,2-7 84,4 23-61,-1-28 44,3 29-56,-1-32 6,2 18 11,1-12-11,1 6-23,3-6 17,3-5-5,4-7-12,8-7-16,8-6-17,-3-5-135,1-5 0,2-1-839,20-6 1253,-14 1 0,0-2-10099,18-8 8387,-18 3 0,-18 5 0,-16 5 1</inkml:trace>
  <inkml:trace contextRef="#ctx0" brushRef="#br0" timeOffset="83160">8731 13836 12466,'-8'0'7758,"1"0"-5905,7 0-1639,0 0-186,-9-29-23,20 19-27,28-30-189,-5 30 1,4 4 36,-2-2 1,1 0 173,27-8 0,-7 2 0,-24 6 0,2-1 0,0-1 0</inkml:trace>
  <inkml:trace contextRef="#ctx0" brushRef="#br0" timeOffset="83542">9520 13386 13779,'49'-31'276,"-1"0"1,3 2-1,-4 8 2497,-8 16-2678,1 2-17,-22 3 1443,-3 3-1426,-1 3 854,3 5-814,-1 7 3430,-1 4-3374,-1 6-34,0 7-34,-2 5 11,0 7 17,1 7-294,0 7 196,-5-28 0,0 1-22,0 1 0,-1 0-1,-1 1 1,-1-1-17,-1 0 0,-3-2-103,-10 30-410,-11-9-1522,-15-6 2021,10-25 0,0-2 0,-4 3 0,1-6 0</inkml:trace>
  <inkml:trace contextRef="#ctx0" brushRef="#br0" timeOffset="84319">5079 15377 22862,'-20'-48'806,"1"15"-800,16 39 5,-3 6 0,-1 9 0,-2 5-5,-2 7-12,1-2 29,6-7-23,2-6 17,4-8 128,1-5 303,10-15-218,-2-4-124,5-6 12,-5 1 95,-2-1 230,-2-7-359,-1 8-17,-4 1 6,-3 13-62,-2 4-62,-2-1 12,0 5-269,-6 14-409,3 5-958,-3 13-1181,6 6-4627,1 5 7483,3-3 0,1-15 0,0-11 0</inkml:trace>
  <inkml:trace contextRef="#ctx0" brushRef="#br0" timeOffset="84643">5070 15827 11329,'0'5'7937,"0"-2"-6229,0-3-1417,4 22 17,4-13-6,6 16 41,1-17 973,0-3-521,-8-2-369,-1-4-163,-7-5-134,-1-1-29,-1-2 86,-3-3 15,-2-1-16,-1-2-22,0 3-46,0 6-72,1 3-17,-1 2-17,-6 10-100,5 0-466,-2 8-1993,10-1-3496,5-3-3787,2-3 9047,3-4 1,-4-3 0,-1-1 0</inkml:trace>
  <inkml:trace contextRef="#ctx0" brushRef="#br0" timeOffset="85843">6116 15217 9845,'3'-8'6094,"-2"2"-3429,-1 6 1038,0 0-3484,16-35-51,-15 31 17,7-21-73,-21 39-62,-6 3 96,-14 7-113,11-10 1,-9 3 78,12-9 22,-2-3-44,2 0 296,-9-5-291,16-3 73,-11-4-100,16 2 111,-4-3-129,6 5 6,0 0-56,3 3-33,-1 3 44,1 2 6,-5 18 11,1 3-12,-1 8 12,0 10-3369,3 11 3358,0-7-169,3 6 1,3-1 162,2-12-69,2 4 0,3-3 80,9-12-27,2-1-23,14-1-107,0-10-486,16-1 3005,-8-8-7061,19-10 4677,-16-7 0,-16 4 0,-18 1 0</inkml:trace>
  <inkml:trace contextRef="#ctx0" brushRef="#br0" timeOffset="86319">7270 15120 19932,'-1'-3'3103,"0"0"-2263,1 3-778,-71-29-12,33 23-36,-4-9 0,-2 2 31,-13 18-34,26-1-3,-6 0 1,-1 1-3,4-1-1,-1 2 1,1 0-12,7 0 12,-20 10 0,32-7-6,-4 4-6,10-3-16,4-2 5,-1 4 28,3-2 39,-3 13 12,3 1 78,-5 15 28,1 5 84,-7 16-151,3-4-68,5-23 1,0-1-12,1 9 18,4 4 4,7-15-10,4 1-17,2-10 39,7-5 33,8-5-49,2-3-52,8-4-167,-3-9-78,-7 1-1087,9-9-8487,1-4 8950,-8 5 1,-4-1-1,-21 10 1</inkml:trace>
  <inkml:trace contextRef="#ctx0" brushRef="#br0" timeOffset="86543">6752 15478 18212,'-5'0'5193,"2"0"-4902,3 0-268,-5-23-23,21 12-28,8-19-247,28 18-38,-6 2-1158,-4 1 1,3-2 1311,-6 2 0,-2 0 0,-3 0 0,-1 1 0,14-4 1</inkml:trace>
  <inkml:trace contextRef="#ctx0" brushRef="#br0" timeOffset="87319">7792 15009 22470,'-44'-8'530,"0"-1"0,2 1 0,15 2-306,26 6-106,7-4-68,7 0-5,13-3-6,11-3 8,-2 2 1,2 1-25,21-6-18,-19 6 1,-1 0 33,9 0-16,-15 3 38,-6 2-27,-17 2 16,0 0 96,-7 3-62,-1 3 11,-1 8-56,0 0 45,-1 19-67,0-12-6,-1 14 28,1 23-32,3-8-125,-1-15 0,0-1 118,4 13-12,4 3 1,0 3 28,-3-21 0,-2 0 45,0 30 11,-18-8-34,-18-6-89,-17-11-206,20-21 1,-2-3-2388,-27 5 1814,11-9 1,20-5-1,14-4 1</inkml:trace>
  <inkml:trace contextRef="#ctx0" brushRef="#br0" timeOffset="88063">4953 16939 15950,'0'-4'6520,"1"1"-4555,-1 3-1785,-10-44-169,4 33 11,-10-27 6,2 56-22,0 9-12,0 3 6,4 8-22,7-8-12,0 6 29,12-6 66,2-11 51,2-8 185,0-10 5,-5-10-10,0-7-6,-2-10-79,-4-6-50,-1-2 39,-7-3-157,1 13-45,-4 3-5,5 16-22,-1 4-264,-5 11-319,1 6-807,-7 14-1294,6 7-7114,4 11 8358,5-17 0,2-2 1,0-25-1</inkml:trace>
  <inkml:trace contextRef="#ctx0" brushRef="#br0" timeOffset="88409">5105 17418 23752,'-27'19'61,"0"-1"1,-16 18 50,46-17-16,0-8 262,13 3-240,-7-14 145,11-5 67,-7-4 57,3-6-45,-5-2-6,-6 2-67,-5 3-124,-9 2-61,-6 3-56,-8 3 17,-5 4-56,7 3-62,3 3-11,11 0-1277,4 6-2919,8-1 4280,2 4 0,0-8 0,-1-2 0</inkml:trace>
  <inkml:trace contextRef="#ctx0" brushRef="#br0" timeOffset="89731">6160 16832 22610,'-24'-47'420,"-1"12"-331,4 39-27,-4 3 0,-6 1-12,-2 0-11,-4 0 6,0 0 45,-12 0-29,18-3-38,-1 0-1,22-4 0,7 0-22,1 2 17,0 3 6,0 16 49,0 2 24,0 17 21,0 1 96,-1 8-6,0 6-522,-3 4 355,3-2-12,0-3-40,3-5-16,6-6 28,5-9-33,8-7-124,11-10-414,11-8-1267,15-8-2092,-19-8 0,1-1 3930,0-1 0,-3-1 0,16-6 0,-21 4 0</inkml:trace>
  <inkml:trace contextRef="#ctx0" brushRef="#br0" timeOffset="90181">7340 16766 13407,'-4'-1'6346,"0"-1"-3775,4 2-2369,-41-24 22,40 13-11,-27-21 145,65 14-207,-6 4-39,13-3-33,-10 9-7,1 2-55,0 3 11,-2 2 23,-3 4-3421,-6 3 3420,-6 5-5,-4 4-17,-5 4 34,-1 3-12,-2 5 6,0 2 6,1 4 3380,3 1-3347,-1 5 1,2 4-52,-3 5 1,-3 4 0,-3 0 28,-10-2-34,-10-6-557,-6-18 0,-5-2-5431,-24 9 5270,19-15 1,1-3 0,1-4 0,14-6-1</inkml:trace>
  <inkml:trace contextRef="#ctx0" brushRef="#br0" timeOffset="91889">2753 17984 22683,'-36'-24'347,"16"3"-314,61 9 1,8 3-45,-4 2 5,-8 5-5,-20 3 0,-7 5 67,-6 10-56,-8-1-11,-24 22-3370,-1-11 3392,-7 6-5,-2 0-34,9-4 22,4-1-50,7 2 28,12-12-2252,4-4 2258,4-4 2083,12 2-2066,-3-6 38,16 5-33,-11-7 6,15 1-17,-3 0 0,15 6-51,-7 2 3351,-1 7-3305,-16 2 342,-10-2-304,-7 7-27,-14-3 38,-15 10-38,-5-7 50,-9 4-23,14-12 28,-2 2-16,8-3-34,4-3-11,2 4 16,12-10-5,0 3 6,3-4-40,3 1-16,-1-1-12,1 1 12,-2-2-17,0 1 56,-4 0-45,-3 2-40,-6 1-772,-7-1-2241,2-2 3109,-2-3 0,11-2 0,1-2 0</inkml:trace>
  <inkml:trace contextRef="#ctx0" brushRef="#br0" timeOffset="95081">4347 10452 10056,'-1'-2'2585,"1"-1"5032,0 3-5522,-2-47-1555,2 29 288,-2-42-165,2 40 164,-3-8-665,1 10 505,-1-6-282,1 13-697,-1 0 99,1 7-138,1 5 947,-1 6-400,1 8-77,0 2 12,-1 27 21,1-3 15,-2 10 51,1-7-8,-2-13 1,0 2-430,-1 2 1,0 2 216,0 5 1,-1 1 51,2-4 1,0-2 66,1 16-42,2-9-11,4-6-130,0-17-41,2-3-170,-2-11-261,0-2-1049,2-3-422,0-2-7822,6-8 7819,-4 3 0,-1 0 0,-7 5 0</inkml:trace>
  <inkml:trace contextRef="#ctx0" brushRef="#br0" timeOffset="95671">4072 10409 14685,'-38'-31'682,"8"7"1807,23 20-2384,5 1 962,3 2-883,2-2 1041,15-3-976,-3 1 3295,36-11-3162,-11 3-1884,-8 3 1,-1 0 1791,9-5 283,7-4-261,-26 10-100,3-2-50,-17 7-95,-6 3-92,0 1 3327,-6 4-3221,-6 2 3,-14 8-29,-15 6-3426,-15 4 3370,25-10 1,-1 0-30,-25 13 7,14-3 504,17-7-140,13-6-16,8-6-27,4-4-184,10-10 3607,-2 3-3359,24-15-2160,25-3 1777,-5 3 0,-2 3 1,-31 13-1</inkml:trace>
  <inkml:trace contextRef="#ctx0" brushRef="#br0" timeOffset="98952">7027 11195 13642,'-48'0'1059,"28"-1"-595,54-3-94,29-3-233,-24 2 1,2 0-37,6-2 0,1 0-29,4 0 1,2 0 39,7-2 0,-3-1-458,-18 4 1,-2 0 409,1-1 1,-3 0 824,3-2 377,-20 5-146,2-1-879,-27 5-224,-11 0 33,-16 3-17,0 2 1,-3 1 258,-17 5-273,7-1 1,-3 1-385,14-3 0,-1 1 376,-10 1 0,0 1-5,11-3 0,0 1-161,-19 3 0,3 0 183,14-2-39,2-2 0,7-1-185,23-5 539,17-3-315,1 0-6,15-2-28,5-4 1,2 0-40,15-2-472,6-2 0,5 1-1758,-11 2 1,-1 2 2274,8-2 0,-2 1 0,-17 2 0,-5 1 0,8 0 0</inkml:trace>
  <inkml:trace contextRef="#ctx0" brushRef="#br0" timeOffset="99602">9642 10933 11861,'-56'4'1387,"-1"0"0,6 0 1,3 1-767,13 1 1,4 1-510,-5 1-62,0 4-94,29-6-18,4-1 112,1 0 118,5-2 17,3-1 17,13-2-85,9-6-83,5-2-17,3-6-12,-3 0-5,-8 5 0,1-1 17,-14 5 347,1 1-381,-16 2-27,-2 4 27,-12 1-17,-16 7 17,-15 3 17,12-3 0,-3 1-441,-7 0 0,-1 1 519,-6 0 1,0 1 41,-1-1 1,0 0-26,4 0 1,3-1-60,8-2 1,4 0-99,-10 3-112,22-5 214,17-4 279,14-3-67,14-5-129,22-4-81,-14 0 0,3 0 83,7-2 0,2 0-103,5-1 1,1-1-9,3 1 0,0 0 2,-1 0 1,-1 1-1573,-5 1 0,-3 1 1592,-7 2 1,-4 0 271,9-2 129,-21 5-840,-15 2-1289,-22 10-8139,1 1 9673,-6 2 0,14-4 0,7-4 0</inkml:trace>
  <inkml:trace contextRef="#ctx0" brushRef="#br0" timeOffset="216856">16300 729 25387,'0'-3'-2302,"0"1"3498,0 2-540,-12-16-2797,10 13 630,-8-9 4599,12 21-2885,0 6-709,0 14 93,0-6 23,-5 15-543,-1-5 1564,-3 11 98,0 6 16,2 6-1017,0 6-48,3-30 1,1 1 239,-1 1 0,0 0-100,1 1 1,-1-1 22,1 2 1,-1 0-20,1 1 0,-1 1-5,0 1 0,0 1-6,0 1 1,0 2 92,0 0 1,0 1-275,1 1 0,-1 0 288,2 3 0,-1-1 66,2 3 0,0-1-561,1 2 0,0 0 464,1 2 0,0-1-40,1 3 0,0-1 2,-1 2 1,0 1 22,0 1 0,0 0 0,0 2 0,-1 1 4,1 0 1,0 2-5,0 0 1,0 0 99,0-20 1,-1 0 0,1 0 43,-1 1 1,1 0 0,-1 0-10,0 0 0,1 1 1,-1 0-7,0 1 1,0 0 0,0 1 9,-1 0 0,0 1 0,0-1-441,0 2 1,-1 0 0,1 0 438,-1 0 0,1 0 1,-1 0-7,-1 1 1,0-1-1,0 1-5,1 0 0,-1 1 0,0-1 7,-1 1 1,1 0 0,-1 1-1,1 0 1,0-1-1,-1 1-2,1 1 1,0-1 0,-1 0-1,1 1 1,0-1 0,-1 1-1,1 0 1,-1 0 0,0 0-1,0 1 1,1-1-1,-1 1-1,-1 0 0,1 1 0,-1-1-6,1 1 0,-1-1 0,0 0 5,0 1 1,0-1 0,0 1 9,0-1 0,-1 0 0,1 1-2,-1 0 0,1 0 1,0 0-5,-1 0 1,0 0-1,-1 2-2,1-6 1,0 2 0,-1-1 0,1-2-381,-1-2 0,1-3 0,-1 3 376,0 0 1,0 3-1,0 0 1,0-4 5,0-1 1,0-2 0,0 1-5,-2 11 1,0 3 0,0 1-3,0-1 1,-1 0 0,0 2-427,0-7 1,0 2 0,0 1 0,0-5 424,0 0 0,1-3 0,0 2-3,0 1 0,-1 4 0,0-1 1,1-4-189,2-1 1,0-4-1,1 3 191,-2 11 0,1 3 0,-1 2-175,2-8 0,-1 2 0,1-1 0,0-3 179,1-1 0,-1-4 0,1 4 7,-1 0 0,0 4 0,-1-1 0,1-3 6,-1-3 0,-1-3 0,1 2-10,-1-3 0,1 1 0,-1 1 0,1 0-2,-2-1 1,0 0 0,0 0-1,0 0 2,0 0 0,0 0 0,0 0 0,0 1-3,-3 10 0,1 1 1,-1 0-1,1-3 1,1-2 1,0-4 0,1 3 3,-1 1 1,0 3 0,0-1 0,1-3-8,2-3 0,2-4 0,-1 3-1,1-4 0,0 2 1,0 1-1,0 0 4,1-2 1,1 0 0,0 1 0,0 2-2,1 8 0,0 4 0,0-2 0,1-3-2,-1-1 0,0-4 0,1 3 6,0 2 1,0 3-1,0 1 1,0-5 5,-1 0 1,0-5 0,0 4 7,1-5 1,-1 3-1,0 1 1,0 0 135,-1-2 0,0 0 0,0 1 1,-1 2-128,0-4 0,0 4 1,0-1-1,-1 0 1,0-4-12,0 11 1,-1-4-1,0 4 1,0-13 0,0 5 1,0 0-1,0-1 1,1-4 13,-2 10 0,1-3 1,0 3-16,1-6 0,1 4 0,-1 2 0,1-2 1,0-3-16,-1 11 1,0-4 0,2 4 0,0-12 1,0 2 0,1 2-1,0 0 1,1-2-74,0 7 0,1 1 0,0-2 0,0-2 71,-1-7 0,0-2 0,0 0 1,1 4 11,-1 2 1,1 3 0,0 2 0,-1-2 0,0-3 15,-1-5 0,0-4 0,0 0 0,-1 2 11,0 11 1,0 1-1,-1 1 1,-1 2 14,1-5 0,-1 2 0,-1 1 1,0-2-1,1-4-30,0-4 0,0-4 0,-1 1 0,0 3 47,-1 10 0,0 6 0,-1 1 1,0-4-1,1-8-16,1-8 0,1-7 0,-1 5-16,-1 12 1,0 8-1,-1 0 1,2-5-15,0-7 1,1-3 0,1 4-144,-1 4 1,1 5-1,-1 0 1,1-4 113,0-4 0,1-3 0,0 4-22,0-5 1,0 5 0,1 1 0,-1-2 0,1-9 274,0 12 1,0-3-404,0-6 0,0 5 0,0 0 0,0-5-1547,0 14 0,-1-4 1697,0-17 0,0 2 0,0-5 0,1 0 0,-1-5 0,-2 4 0</inkml:trace>
  <inkml:trace contextRef="#ctx0" brushRef="#br0" timeOffset="217881">17048 780 23078,'0'-5'5631,"0"0"-3657,0 5-1399,-81-53-1492,46 46 659,-15-17 1,3 7-339,25 34 807,6 7-1736,11 0 578,5 6 288,3-7-378,11 19 631,1-11-123,10 17 114,-6-17-643,10 15 716,-11-17 300,1 12 73,-15-14 16,-16-5 21,-12-4-7,-15-3-44,4-5 67,-26 1-62,18-7-22,8-1 0,1-1-22,-2-1-297,0-1-4997,26-7-3439,3 2 7907,8-4 0,1 6 0,0 1 0</inkml:trace>
  <inkml:trace contextRef="#ctx0" brushRef="#br0" timeOffset="218114">17366 667 25466,'-19'29'-101,"4"-4"23,37 17-303,2 6-566,-1 6-828,-12-19 0,-1 2 1775,-2 3 0,-3-1 0,-1 4 0,-4-5 0</inkml:trace>
  <inkml:trace contextRef="#ctx0" brushRef="#br0" timeOffset="219080">17192 1116 12832,'-1'-8'5932,"0"2"-5435,-5-24 1,3-6-437,18 4-111,-4-10 0,5 3-12,21 19-73,-1 10 1,3 3-84,11 1 128,-14 2 1,-1 1-3452,16 1 3468,-13 1 1107,-15 1-715,-11 0 357,-8 0-317,-9 3 403,-3 2-33,-5 5 3195,-3 3-3638,2 0-180,5 1-22,4-1 17,8-1 22,8-2 28,10-1-44,9-4-40,4-5 34,2-6 61,-1-5 84,-5-6-5,-9-6-73,-9-2-17,-7-2-10,-11 1-7,-5 3 23,-7 5-11,-5 5-29,-1 8-27,-3 3-51,1 9-33,0 6-12,4 10 6,6 6-17,6 5-5,7 2-34,12 2-3510,19 5 3460,-2-14-128,24 5-2,-8-18-44,13-3 79,0-9 150,-5-14 85,-8-7 28,-8-9 78,-10-1 3457,-7-2-3373,-7 4 12,-5 3-23,-3 7-45,-2 5-129,0 5-145,0 4 123,-1 15 5,0 5-22,-1 17-11,0 7 0,0 5-12,0 3 18,2 0-12,5-3 0,3-2 51,-2-19 111,2-8 6,-7-19-89,1-9-40,-1-1-5,0-7 45,0-8 5,2-12-45,3-21-22,-1 21 0,2-1-406,1-6 0,1-1 398,1-1 0,0 1 5,2 4 0,-1 2 6,0 6 0,-1 3-9,11-15 17,-1 16-56,1 11-67,3 10 62,3 13 840,2 10-818,-2 16 28,-5 10 5,-8 6 29,-11 3 19,-18-15 0,-6-2-42,-20 16-209,8-20 0,-2-3 25,-17 1-331,9-11-1367,15-9 1871,15-16 0,7 5 0,6-6 0</inkml:trace>
  <inkml:trace contextRef="#ctx0" brushRef="#br0" timeOffset="219306">18626 895 21971,'-5'0'2896,"2"0"-2017,3 0-1568,-13-13-1036,35 4-4223,3-12 5948,28 10 0,-17 4 0,-14 3 0</inkml:trace>
  <inkml:trace contextRef="#ctx0" brushRef="#br0" timeOffset="219507">19117 662 23377,'-2'-4'3736,"0"1"-3193,2 3-655,-31-31 39,19 51 12,-22-19-135,30 62-157,3-30 0,0-1-2441,1 4 0,0 1 2794,-1 6 0,1-1 0,0 4 0,-1-2 0</inkml:trace>
  <inkml:trace contextRef="#ctx0" brushRef="#br0" timeOffset="219773">17216 1402 11545,'-63'4'1245,"0"-1"0,17-1 0,5 0 1651,-5 0-2846,38-2 1482,25 1-1471,12-2 1,7 0-750,9-1 1,3 1 690,4-1 0,6-1-38,-10 1 0,5-1 0,1 0 0,-5 0 517,11 0 0,1 0-635,-15 0 1,5 0 0,4 0 0,-1 0 0,-4 1-173,-1 0 0,-2 0 0,-1 0 0,3-1-1091,0 1 0,2 0 1,2 0-1,-2 0 0,0-1 1416,6 1 0,-1 0 0,-2 0 0,-5 0 0,10 0 0,-12 0 0,-11 0 0</inkml:trace>
  <inkml:trace contextRef="#ctx0" brushRef="#br0" timeOffset="224277">20120 984 32767,'-48'-31'-725,"-1"-1"1,-2 5 0,5 15 418,2 39 29,16-6 1,0 2-11,1 4 0,1 2 51,3 2 1,3 0 20,3 0 0,3 0-248,-1 28-912,20-9 467,19-7-666,20-10 484,-14-21 0,2-3 79,4-2 0,2-5-566,3-4 0,2-4 25,0-3 1,1-4 414,0-4 1,-1-5 947,-2-3 1,-3-4 728,-3-2 0,-3-4 395,-4-3 0,-4-3-698,-1-10 1,-4-1 283,-6 15 0,-3 0 372,2-11 0,-3 0 294,-4-8-653,-2 23 1,-1 0 369,-1-19-422,-2 14 190,0 16-638,-1 11 3113,1 9-3191,0 11 353,0 12-337,4 17 45,1 17-15,0-21 1,0 2-323,0 4 0,-1 3 322,0 3 1,0 1 5,-1 2 1,-1 0-15,-1 0 1,1-2 10,-1-5 1,-1-3 28,1 21 5,0-26 314,0-17 78,0-16-263,1-14-50,2-12 753,4-15-799,5-6 1,5-2-39,4 3-23,2 5-3448,7 6 3415,-9 14-1,9 7-21,-9 14 21,6 8-5,0 9-5,-2 9 10,-2 4 3354,-3 2-3466,-1-1-94,1-4-40,3-3-17,10-7 235,-10-7 12,11-9 50,-12-11 62,5-6 39,-4-6 57,-5 0 161,-6 3-235,-7 7 23,-2 4-124,-3 6-139,0 1 161,4 7-4,-1-3-7,7 8 18,1-7-7,5 1 7,3-3 33,10-6-28,-8-2 33,11-9 1,-10-7-3376,5-21 3337,-9 10-151,-2-27 156,-13 35 45,-2-17 22,-6 23 6,-15 0-78,-12 15 3311,-8 11-3328,4 7 307,1 12-301,10 2-35,-3 12-72,8 18 0,9-18-252,11 17-303,18-22-902,21 7-2590,3-20 0,5-2 3576,-9-5 1,-1-3 0,1-1 0,-4-2 0,-4-3-1</inkml:trace>
  <inkml:trace contextRef="#ctx0" brushRef="#br0" timeOffset="224500">21830 1138 18173,'0'-3'5652,"0"0"-4644,0 3-795,-76-31-135,34 45-73,-4-25 1,2 6 11,8 48-17,17-5-11,3 0-135,7 25-27,12-32-1312,14 7 1,9-3-817,23-5 532,-15-8 1,1-3 1768,-1-11 0,-5-3 0,-13-2 0,-4-2 0</inkml:trace>
  <inkml:trace contextRef="#ctx0" brushRef="#br0" timeOffset="224734">22278 934 21870,'-7'-50'1210,"0"-1"0,2 6 0,-1 8-964,-1 18 130,2 6-354,3 10-28,0 4 18,0 12 27,1 14-22,-1 1-17,0 4 0,-1 4-12,-4 22-413,2-14 0,0 2 229,2-6 0,0-2-230,-2 23-2235,11-15 1,4-1 2660,14 2 0,-2 11 0,-2-41 0</inkml:trace>
  <inkml:trace contextRef="#ctx0" brushRef="#br0" timeOffset="224975">22489 1000 23198,'-50'-4'500,"0"0"0,4 1 1,7 9-182,9 31-134,6 7-68,6 4-50,7 3-21,5-1-41,6-11-33,13 8 12,-1-24-80,29 15-307,1-24-493,-5-6 0,3-2-1208,-7-3 1,0-2 2103,13-2 0,-6 1 0,-19 0 0,-4 1 0</inkml:trace>
  <inkml:trace contextRef="#ctx0" brushRef="#br0" timeOffset="226668">23140 826 30439,'-23'-37'-934,"-1"0"0,1 6 0,1 13-19,0 29 1150,-3 11-657,-1 12 125,-4 11-574,11-12 1,0 2 810,1 3 0,2 1-374,2 2 1,3 0 575,2-2 1,3 1-207,6-4 0,4 0-469,16 24 349,17-13 42,12-15 82,5-14 28,2-16 87,-1-16 5,-2-14 3,-28 8 1,-1-1 38,-2-3 0,-1 0 149,13-22-2420,-8 2 2420,-14 18 146,-4 4-197,-8 17-179,0 2 582,-4 18-548,0 3 103,-4 16-126,4 0 3404,3-1-3398,10 0 11,7-6-11,14-5 0,8-10 34,6-8 33,1-14 28,-1-10 152,-1-22-129,-16 11 223,1-16 40,-16 21-45,-1-2-50,-5 9-152,-3 8-67,-4 10-50,-7 17 17,-4 9-12,-10 17-16,-1 6-12,10-15 1,1 0-29,-4 15-59,9-13 1,2 2-709,10 19-710,2-19 1,3 1 1510,9 5 0,1-3 0,2 6 0,6-7 0</inkml:trace>
  <inkml:trace contextRef="#ctx0" brushRef="#br0" timeOffset="227660">24301 1048 18610,'0'-7'3809,"0"2"-2661,0 5-212,0 0-645,-81-35-185,44 41-95,-11-21 1,3 7 32,15 45-16,11 0-20,8-6 1,2 1-31,-2 12-158,8-5 1,3 0-420,9 9 95,2 7-964,16-8-643,5-16 1041,-5-12 0,3-3 1070,20 3 476,5-10-11,-25-13 1574,2-18-644,-13 3-101,3-10-141,-10 11-402,-6 7-555,-5 7 17,-5 3-6,-6 7-95,-1 2-78,2 1 28,5 2-23,8-7 106,6 1-33,11-4-3442,28-13 3364,3-6-23,4-9-353,-20 0 0,-3-2 342,2-7-220,-3-2 1,-1-8 202,-6-6 0,-4-1 17,-2 11 0,-1-2 9,-3-3 1,1-5-1,-4 6 33,-5 10 0,-2 3-9,3-8 1,-3 2 235,-11-13-95,-2 31 2737,-5-1-2866,3 16 956,-1 13-990,3 3-11,-14 35 23,3 4 192,8-20 1,-1 3-219,-3 18 0,2 2-562,6-12 1,2 0 552,-4 8 1,3 1-54,6-3 1,5-1-699,10-3 1,4-1 159,3-1 1,4-1-1642,9 0 1,5-6 1240,-4-13 1,2-7 72,-1-5 1,-1-6 543,17-8 537,-22-13 0,-4-5 1121,2-17-167,-10 10 1,-3 0 440,0-17 649,-10 4-1545,-11 17 3038,-6 6-3436,-7 15-207,4 7-6,2 8 216,7 1-222,6 14-10,6-6-6,8 7-17,8-8 33,6-5-5,7-6-17,0-10 6,0-10 0,-7-11-6,-9 2 84,-5-18 6,-10 13 90,-4-20 61,-12 15-79,-6 6-16,-6 13-51,-2 12-33,-3 15-56,5 1 22,-13 30-28,15-4-242,6-9 0,3 3 209,0 26-34,11-28 0,4 0-216,5 0 1,4 0-499,7-2 0,5-1 770,10 2 0,1-5 0,6 4 0,2-6 0</inkml:trace>
  <inkml:trace contextRef="#ctx0" brushRef="#br0" timeOffset="228184">25877 975 22573,'3'-48'1044,"-1"0"0,1 5 1,-2 8-770,-4 12-43,-2 13-197,-7 11 56,-9 13 9,-11 17-50,11-7 0,-1 3-439,-2 6 1,1 3 410,-1 5 1,1 1-9,4 2 0,4 2-11,2-2 0,8 1-1635,14 5 0,7-3 1554,-5-14 0,5-3-272,19 10 0,8-7-905,-5-14 0,4-4-2755,13 4 0,3-4 4010,-5-4 0,-3-2 0,-14-4 0,-5-1 0,7-1 0</inkml:trace>
  <inkml:trace contextRef="#ctx0" brushRef="#br0" timeOffset="228641">26456 999 30596,'-5'-53'-312,"1"0"0,0 6 0,0 10-906,-1 21 547,2 9 82,2 6 266,0 8 69,0 6-27,5 9-1405,3 8-63,6 5 1734,5 6 1,-7-18 0,0-3 0</inkml:trace>
  <inkml:trace contextRef="#ctx0" brushRef="#br0" timeOffset="229177">26843 1045 25797,'9'-16'89,"0"21"-72,-9 35 11,1 16-17,0-10 37,-1 10 0,0-1 344,0-17-1937,1 9 0,-1-16 1607,0-34 27,0-16-44,0-8-23,3-16 1,3-11-7,-1 23 1,2-2-464,3-13 1,1 0 451,-3 14 1,0 1 8,3-12 0,-1 3 2997,3 0-2938,1 0-62,-2 15-5,1 11-12,8 11 12,-3 6 1324,14 15-1307,-7 8-40,5 16-23,-15-9 1,-2 3 19,-4-4 1,-2-1-134,-1 1 0,-2 0-171,-1 26-623,-3-14-3276,-1 16-5608,0-18 8054,-1-8 0,1-22 0,0-9 0</inkml:trace>
  <inkml:trace contextRef="#ctx0" brushRef="#br0" timeOffset="229352">26944 1248 16768,'-3'-2'5191,"0"-1"-4019,3 3-1139,32-69-94,1 42-348,4-16 0,5 3-1557,-10 27 0,0 6-905,-1-2 1,0 0 2529,18-4 1,-31 8 0,-1 0 0</inkml:trace>
  <inkml:trace contextRef="#ctx0" brushRef="#br0" timeOffset="229550">27482 659 26262,'5'38'-1114,"-1"-11"1,-4 4 0,0-24-1</inkml:trace>
  <inkml:trace contextRef="#ctx0" brushRef="#br0" timeOffset="229968">27747 468 20710,'0'-5'4431,"-1"0"-2642,1 5-1808,17-40 1,-6 39 169,31 6-121,-27 21 0,-4 10-3,8 15 0,-2 5-103,-7 3 0,-3 2-479,-3-16 0,-3 1 1,-1 1 520,-2 3 1,-3 0-1,-2 0-274,-1 1 0,-3 1 0,-2-1 308,-7 4 0,-2-1 0,1-4 0,3-5 0,1-4 0,-4-5 0,0 0 0</inkml:trace>
  <inkml:trace contextRef="#ctx0" brushRef="#br0" timeOffset="241247">28568 1477 22585,'-36'-5'6,"-5"15"-146,23 16 0,1 7-331,-3-1 1,0 0-858,1 1 1,1 0 1327,1 2 0,2-2 0,-1 4 0,5-6 0</inkml:trace>
  <inkml:trace contextRef="#ctx0" brushRef="#br0" timeOffset="241947">28812 987 25882,'-1'3'2154,"0"-1"93,1-2-2986,-31-52-469,23 38 377,-21-39 186,34 52 183,7 5-1227,9 6 1023,7 12 153,6 12 17,3 12 153,-18-20 1,0 2 326,-2 1 0,-1 0-14,-1 0 0,-2 0 7,3 25 68,-11-6 11,-15-9-11,-11-11 84,-9-12 139,-1-10 1,5-20 583,10-14-679,8-19-55,14-11-312,0 25 0,2 0 233,4-1 0,2 1-28,3-1 1,1 1-21,2 3 1,1 1-149,2 4 0,0 2-1187,26-9-4073,1 14 5417,-9 10 0,-16 6 0,-12 2 0</inkml:trace>
  <inkml:trace contextRef="#ctx0" brushRef="#br0" timeOffset="243009">29746 756 21439,'-17'-31'288,"1"0"0,-15-11-158,4 60-63,6 2 34,-9 13-28,4 0 0,-8 21-62,14-17 5,10-5 1,5 0-17,6-3 28,11 26-11,10-19-3,0-10 0,2-1-14,20 14-211,-17-18 1,0-3 210,7 4 0,-1 1 0,-16-8 50,-4 4 6,-17-4-11,-13 0-17,-16-2-11,2-3 5,-14 0 405,1-5-466,-1-1-179,-1-7-825,17-5-4653,5-6 5696,8 0 0,7 5 0,6 4 0</inkml:trace>
  <inkml:trace contextRef="#ctx0" brushRef="#br0" timeOffset="243302">30225 919 15704,'-4'0'3976,"0"0"-2654,4 0-1345,16-35-139,8 22-426,2-7 0,4 1-2336,24 14-1992,-21 3 1,-2 1 3780,6 1 0,-15 0 1,-16 0-1</inkml:trace>
  <inkml:trace contextRef="#ctx0" brushRef="#br0" timeOffset="243491">30276 1086 22834,'40'-18'-1610,"0"-1"1,1 2-1,0 1 1610,2 3 0,-4 3 0,7-2 0,-7 2 0</inkml:trace>
  <inkml:trace contextRef="#ctx0" brushRef="#br0" timeOffset="243949">31223 616 20459,'-35'-17'205,"0"0"0,-2 1 1,1 5 29,-6 12-11,-11 1-51,3 3-66,11 1-46,12-1-27,13 1-6,7 0 0,4 0 62,2 5 39,0 1 39,1 8 45,0 5 0,0 4-17,0 5 5,-1 3-33,-1 3-3459,-1 1 3353,-1 2-23,1 1-17,2 0-10,5-2 4,5-4-10,7-5-68,7-3-78,7-5 3191,7-5-4038,6-6-2379,5-8 3366,10-4 0,-27-3 0,0-1 0</inkml:trace>
  <inkml:trace contextRef="#ctx0" brushRef="#br0" timeOffset="244410">31681 644 16124,'-3'-3'4553,"0"0"-2760,3 3-1625,7-47-56,9 34-28,12-37 0,10 44-11,5 0-12,-1-1 12,-3 2 50,-8 1 45,-12 2 84,-8 1-78,-8 1-107,-3 2 11,0 4-33,-2 5-6,1 4-5,0 6-6,4 4 17,2 5-12,5 6-10,5 5-18,6 4-5,4 2-5,1-1-1,-4 0-16,-10-3-6,-19 0-67,-16-3-258,-19-1-314,16-21 0,-3-1-644,-2-1 1,-2-1 1310,-2-2 0,2-1 0,-6 1 0,10-4 0</inkml:trace>
  <inkml:trace contextRef="#ctx0" brushRef="#br0" timeOffset="244650">32258 986 19003,'9'0'1999,"-1"0"-1624,-8 0 449,0 0-902,24 54-226,-18-29-206,7 9 1,-3 0-3210,-17-12 2871,-1-6 0,2-8 0,5-6 0</inkml:trace>
  <inkml:trace contextRef="#ctx0" brushRef="#br0" timeOffset="245052">32352 654 18039,'-4'-3'3775,"1"2"-2822,3 1-897,-6-2-12,13 15 7,7 12-29,6 1 6,16 12-11,-8-15 28,8 2 72,0-8 511,0-9-455,-14-7-5,-3-7 112,-11-9-45,-2-7-33,-1-12 28,-4-12-163,-2 14 22,-3-8-49,1 24-18,0 2-162,2 6-504,1 5 230,2 3-1272,8 7-3109,8 2 4795,5 2 0,-8-4 0,-5-3 0</inkml:trace>
  <inkml:trace contextRef="#ctx0" brushRef="#br0" timeOffset="245258">32813 674 20834,'37'-31'-2269,"6"6"-1825,-12 27 4094,14 2 0,-20-2 0,-3 2 0</inkml:trace>
  <inkml:trace contextRef="#ctx0" brushRef="#br0" timeOffset="245434">32902 841 21836,'2'9'-7214,"9"-5"7214,37-17 0,-21 6 0,-11 2 0</inkml:trace>
  <inkml:trace contextRef="#ctx0" brushRef="#br0" timeOffset="245881">33430 469 21019,'-39'-20'244,"0"-1"1,8 3-1,4 5-126,5 16-79,12 1 34,-6 3 79,1 3-68,-1 0-39,-1 6 16,4-1-10,2 3-23,5-4 33,-1 10 29,3-5 22,-1 11-51,1-8 208,-4 15-162,3-16 206,-8 27-240,7-28 84,-5 25-79,8-22 1,3 12-46,3-15 57,16 6-57,1-7-27,15 5-34,0-6-123,4-6-73,-8-3-5053,27-7-3656,-32-4 8933,20-3 0,-37 2 0,-4 1 0</inkml:trace>
  <inkml:trace contextRef="#ctx0" brushRef="#br0" timeOffset="246291">33582 571 12965,'0'-3'7242,"0"0"-4710,0 3-2471,-1-43 40,15 29-62,3-32 0,15 38 23,1 4-23,-1-1-16,-3 4-29,-7 0 6,-8 1 67,-6 4 0,-6 3 40,0 11-68,-1-4 11,-1 5 51,-1 6-28,1-1-11,0 14-29,0-3-22,2 3 1,-1-7 16,2 15-6,-4-15 12,-3 13-18,-5-11-49,0-9-2057,-10 16-2794,8-22 4036,-9 15 0,15-25 0,0-1 0</inkml:trace>
  <inkml:trace contextRef="#ctx0" brushRef="#br0" timeOffset="258944">18535 2604 14247,'-3'-4'2801,"0"1"-997,3 3-1496,-21-57-84,20 39-73,-15-42-56,23 56-33,2 2-6,-2 2 39,1 3 17,0 4 28,0 7 22,-2 4-22,-1 5-22,-2 3-18,0 1-16,-2-1-11,1-4 118,-1-3-63,0-8 242,0-1 173,-1-9 483,0 1-830,-4-4-90,-1-2-44,-3-2-17,0-1-29,2 2 7,1 0-6,1 1-12,0 1 23,0-2 0,0 0-17,1-3 17,-3-3 6,0-1-6,-1-3 0,0 0 6,1 1 22,1-1-23,2 6 6,1-1 1,2 6-24,0 0-77,0 2-96,0 1 168,3 11-11,1 6-11,4 17 28,1 9 11,1 11-17,0 7-221,-4-28 1,-1 0 209,9 29-5,0-7 5,0-10 16,-1-10 124,-4-4 236,-4-16 273,-2-2-176,-3-16 174,-3-7-516,-2-10-56,-5-12-39,-1-13-11,1-12-278,5 25 0,2-1 258,0-2 1,2 0 5,1-1 1,2 1-16,1 2 0,2 1 12,7-27 8,4 12-3,0 12-15,-1 10 8,-2 11-194,7 3 166,-10 8 476,12 4-476,-7 11-11,5 10-22,-2 13 11,-5 10-13,-8 11 46,-8-23 0,-3 0-157,-3 3 1,-3-1 290,-2 0-1,-3-2 175,0-3 0,0-2 419,-15 14 107,7-18 89,6-13-106,8-11-383,4-8-451,5-8 4,5 3-193,8-3 174,8 9 368,9 0-521,31 6-139,-8 5-35,9 1 438,-3 3-183,-20-3-210,-4-2 1,3 0-778,26-2 361,-22-3 1,0-2-117,-1-1 0,0-3-386,5-8 0,-4-2 857,14-8 195,-20 5 0,-3-1 552,1-11 245,-1-9 601,-15-9-411,-18 9-618,-4 4 257,-15 7-242,-3 13-7,-9 0-158,-4 8 363,1 6-272,1 4-92,13 3 209,6 2 157,12 2 178,4 5-363,8 2-339,12 12-166,-1-5-38,16 15-3451,8 1 3409,-7-5 138,-7-10 0,1 1-634,14 13 695,-7-8 277,-2 8-11,-27-13 71,-7 5 76,-20 3-1078,-32-4-4372,8-8 5270,-9-10 0,37-9 1,7-2-1</inkml:trace>
  <inkml:trace contextRef="#ctx0" brushRef="#br0" timeOffset="259202">20112 2410 19777,'-8'0'2005,"1"0"-851,7 0-1445,0 0-584,17-46 149,6 31-570,6-12 1,6 1 610,4 18 0,0 6 0,15-5 0,-4 3 0</inkml:trace>
  <inkml:trace contextRef="#ctx0" brushRef="#br0" timeOffset="259391">20224 2704 27255,'7'-10'-1854,"45"-16"560,-19 13 0,3 0 996,21-9 0,-1 1 0,-2 1 0,-5 3 0</inkml:trace>
  <inkml:trace contextRef="#ctx0" brushRef="#br0" timeOffset="259842">21380 2170 30021,'-51'-24'-374,"0"0"1,2 1 0,6 7-85,3 16 661,-2 3 11,-2 2 351,2 3-70,2 1-115,7 1-63,6-3 362,11 1 366,5-2-3436,4 2 3098,3-2-472,0 8-389,1 1-128,0 12-83,0 6-77,0-3-276,-2 29-158,-2-13 564,3-11 0,0 0-183,-1 25 308,2 0-5,4 0 3033,5 0-3038,4-4-136,9-5-287,6-9-131,6-9 25,9-11 11,8-9-281,7-10-1874,7-12 2875,-26 0 1,-3-1 0,5-2 0,-4-3 0</inkml:trace>
  <inkml:trace contextRef="#ctx0" brushRef="#br0" timeOffset="260684">21846 2427 17776,'0'-3'4122,"0"0"-2201,0 3-1915,-13-25 16,12 34 6,-8-8-28,15 46 28,-1 11-6,-2-26 1,-2 0-18,0 2 1,0 0-109,0-1 1,-1-1 141,-3 26-34,0-11 118,-4-12 191,3-15 123,0-11-191,2-12-123,-1-13 217,1-16-278,-1-18-37,3 19 0,0-2-8,-1-4 0,1-1-210,1-2 1,1 0 225,0 1 1,2 0 5,1 2 1,1 1-4,1 4 0,1 1-30,9-20 33,1 12 6,0 12-56,0 12 0,1 8-6,6 6 498,6 9-492,7 8-12,7 13 12,3 12-319,-24-17 1,-2 3 306,-1 2 1,-1 1-6,-4 2 0,-2 0-139,-4 1 0,-2 0-69,-3-2 1,-1 1-824,-2 24-1210,-3-8-7562,-5-6 7507,1-17 1,-1-8-1,4-14 1</inkml:trace>
  <inkml:trace contextRef="#ctx0" brushRef="#br0" timeOffset="260891">22099 2751 20727,'-49'-23'629,"0"0"1,6 2-1,10 4-444,22 12-196,12-2-67,17-5-74,19-6-19,-9 5 1,2 0-512,8-2 1,1-1-22,4-1 1,2 0-1987,2-1 1,1 1 2688,-7 3 0,-3 0 0,12-3 0,-23 8 0</inkml:trace>
  <inkml:trace contextRef="#ctx0" brushRef="#br0" timeOffset="261449">22550 2211 23738,'25'-29'140,"-1"0"0,1 2 0,2 5 432,5 11 1,1 3-1420,27-8 1428,-1 2 392,-9 4-623,-7 5-185,-14 1 491,-1 3-37,-25 4-762,-1 0-500,-2 4 512,0 9-30,0 13 892,2 4-957,5 10-66,4-8-119,5 2 531,4 4-33,0 2-497,0 2 14,4 10 4,-7-16 72,4 16 116,-11-20 213,0 15 85,-15-8 150,-12 2 145,-8-15-311,-19 6-1874,-3-8 1915,13-11 0,1 0 0,-5 2 0,3-6 0</inkml:trace>
  <inkml:trace contextRef="#ctx0" brushRef="#br0" timeOffset="263763">18857 3984 18260,'-11'-45'1361,"0"1"0,1 4 1,2 7-785,2 12-38,3 8-517,0 7 19,2 10-18,3 3 59,6 17-54,5 8-34,8 16 12,4 7-4,-11-26 1,0-1-14,19 25 22,4-9 6,1-10 11,-3-9 287,-9-11 458,-10-8-583,-9-7 17,-6-11-3419,-7-18 3257,1 2-296,-3-3 1,-1-1 266,1 0-8,1 1 1,2-1-14,1-6-23,2-7-158,6 11 2633,6 9-4088,9 9-4050,9 6 5691,0 5 0,-10 3 0,-6 1 0</inkml:trace>
  <inkml:trace contextRef="#ctx0" brushRef="#br0" timeOffset="264006">19681 3745 24693,'-19'-40'-92,"0"1"1,6 1 0,10 7-408,40 15 130,4 0-670,-5 4 0,2 1 171,-2 2 0,1 1-1006,9-2 1,2 2 1146,-1 2 0,-4 1 1,6 1-1,-14 4 0</inkml:trace>
  <inkml:trace contextRef="#ctx0" brushRef="#br0" timeOffset="264162">19824 3875 23377,'47'-4'-435,"8"-4"0,-19-5 1,0-3-1,15-3 0</inkml:trace>
  <inkml:trace contextRef="#ctx0" brushRef="#br0" timeOffset="264738">21357 3330 15883,'5'-5'5175,"-2"1"-3903,-3 4-113,0 0-1086,-49-16-28,25 17-31,-10-6 0,-1 3 14,0 20-23,-8 3 12,-9 4 17,-4 1-23,10-7 31,15-7 0,2-1 64,-1-2 23,-5 0-73,23-7 45,8-2-12,4 0-72,0 4-6,3 3 40,3 12 27,2 4 62,-1 24-101,-4-14 6,-3 2 0,-2 2 5,-2 12-247,-1 12 192,1-2 44,8-2-33,2-9-18,6-14 1,4-3-45,16-1 11,9 3-168,-6-22 1,2-5-684,21-9-820,-16-1 0,2-4 1716,-5-7 0,-3-2 0,4-3 0,-5-2 0</inkml:trace>
  <inkml:trace contextRef="#ctx0" brushRef="#br0" timeOffset="265438">22214 3621 16941,'-24'-42'371,"-1"1"1,6 4 0,2 10-372,6 21 2472,8 6-2483,2 9 1259,1 11-1237,0 14 6,2 14-12,-1 10 462,1 5-467,-2-31 0,1 1 0,-2 30 2474,-2-4-2474,-2-7 11,-2-10 39,-1-10 102,0-12 56,2-10-136,3-10 63,-4-22-96,0-12-39,-2-26-99,7 27 1,0-2 106,1-2 0,1 0-11,1-1 1,2 0-4,0 2 1,2 0-49,0 4 0,2 1 65,7-20-5,1 13 11,5 9-12,4 7-10,8 5 5,10 7-11,10 6-6,8 13 81,-27-1 0,-1 3-78,2 4 0,-1 3-23,0 2 1,-2 3-57,-1 1 1,-1 3-110,-4 1 0,-1 2-131,-3-1 0,-3 1-177,-4-1 1,-3 1-1253,3 24-5138,-16-4 6900,-7-11 0,0-17 0,1-10 0</inkml:trace>
  <inkml:trace contextRef="#ctx0" brushRef="#br0" timeOffset="265629">22306 3916 23192,'23'-50'-536,"0"0"0,4 3 0,4 8-755,6 19 1,5 5 157,5-5 1,-2 2 0,8-4 0,-7 2 0</inkml:trace>
  <inkml:trace contextRef="#ctx0" brushRef="#br0" timeOffset="266104">22940 3289 23416,'-2'-38'51,"10"4"-18,26 21 1,10-1-23,5-1 0,2 4 0,-2 3 17,-5 4 0,-6 2 45,-5 5-28,-13-1 67,-5 5 62,-8 1-130,-3-2 40,3 6-22,-1-1 5,3 5-3347,4 9 3297,-3-6 11,4 15 6,-1-4-23,6 13 17,5 9-176,-11-23 0,1 2 153,2 4 1,-1 0-3,-1 3 0,-1 0-12,-2 2 1,-2 0-12,-4-1 1,-4-1-51,-5 0 0,-5-1-146,-4 0 1,-5-2-421,-5-1 0,-5-2-2828,-4-2 0,-2-4 3464,2-4 0,2-4 0,-2 1 0,21-14 0</inkml:trace>
  <inkml:trace contextRef="#ctx0" brushRef="#br0" timeOffset="299805">2794 11478 20105,'-31'-33'-221,"0"0"1,1 3 0,11 13 79,24 31 996,5 13-4519,9 23 3940,-4-12-179,-2-8 1,0-1 878,7 3-872,8 5 116,2-12-40,0-11-358,0-12 523,-1-17 4108,0-15-2942,4-20-561,-16 19 0,-1-2-359,2-3 0,-2-1 368,0 0 1,-1-1 70,-3 4 1,0 1 98,5-22-1129,-9 16 0,-3 14 0,-4 12 0,0 6-1782,4 6-3281,0 3 4612,8 3 1,-8-2-1,1 1 1</inkml:trace>
  <inkml:trace contextRef="#ctx0" brushRef="#br0" timeOffset="304022">18086 5050 20095,'-29'-29'50,"-1"0"1,-20-3 38,43 79-55,1 2-725,2-7 1,0 5 681,1 15 1,1 0-703,0-10 1,0 2 682,2 0 0,-1 4 0,2-2-62,1 4 1,0 1-8,1-11 0,0 2 0,0 0-51,1-1 1,0-1-1,1 0-3,1-4 0,-1-1 0,0 1 79,1 0 1,-1 0 0,0-4 85,0 0 0,-1-3 101,-2 8 0,-4-5-1924,-13-11 1960,-1 2 224,-12-20 79,-2-20 43,6-5-391,6-14 1,4-7-1,4-29 234,4 24 1,2-1-307,6-7 0,3 1-6,2 8 0,1-1-17,4-9 0,2-1-6,1 3 1,2 0 1595,6-9 1,1 3-1605,-7 17 0,2-2-9,12-12 1,6-5 0,-4 7-118,-11 18 0,-1 0 132,10-10 1,5-5 0,-5 6 7,8-6 23,3-3 44,-14 15 146,-12 15-173,-10 8 533,-6 12-584,-3 9 16,-3 13-10,1 2-23,-2 29-16,6-14-7,5 18 18,7-17 291,10-9-263,-2-12 55,14-5 46,-10-13 111,8-6 129,-11-9 17,-6-13-27,-6-8-57,-8-10-73,-9-5 6,-10-4 28,-7 1 5,-4 8-61,1 8-62,2 10-72,7 8-130,6 7-212,7 3-269,4 4-257,5 2-685,5 4-2491,8 4 3993,11 7 0,-11-8 0,1 1 0</inkml:trace>
  <inkml:trace contextRef="#ctx0" brushRef="#br0" timeOffset="304371">18741 5148 22571,'-8'8'33,"10"6"-44,31 17-6,7 4-39,1 6-2816,-20-13 0,-1 0 2861,5 11 1419,-6 16-1352,-18-24 894,-9 3-799,-8-8 95,-7-11 23,-2-9 3588,-1-28-3768,11 6-5,3-19 0,14 4-39,8-4-17,6-9-50,8 2-62,2 7-275,2 4-553,2 6-1363,2 5-867,-6 7 2294,2 2 0,-17 8 0,0-1 0</inkml:trace>
  <inkml:trace contextRef="#ctx0" brushRef="#br0" timeOffset="304772">19443 4960 13155,'0'-6'6861,"0"2"-6194,0 4 307,-1-60-256,1 39-301,-1-15 0,-1 4-227,0 23 141,-2 1-107,0 4-56,0 0-45,0 0-17,1 2-10,1 0 72,2 2-152,-2-1-4,1 3 27,-2 5 39,-3 9 1,-3 13-23,-5 16-40,1 15-275,6-22 0,2 2 264,1 7 1,1 3-608,0 6 0,2 1 554,3 5 1,1 2-47,1-21 1,0 1 0,2 0-176,1-1 0,3 0 1,2-1-665,9 17 0,6-4-3458,8-7 0,3-5 4391,1-9 0,-2-6 0,2-2 0,-23-18 0</inkml:trace>
  <inkml:trace contextRef="#ctx0" brushRef="#br0" timeOffset="305496">20195 5191 14068,'-3'-5'5540,"1"2"-2157,2 3-3355,-28-52 39,22 52-6,-20-29-33,28 58 34,3 20-17,0-2-31,-1-15 0,0 2-9,0-1 1,1 2 11,1 4 0,1-2-6,3 11 11,2 5 40,-6-32 403,0-1 156,-3-11-369,-1-8-17,-1-16-100,0-12-57,1-20-53,0 16 1,1-2-304,2-5 1,0 0 285,1-2 1,2 0 22,4-4 0,2 2-19,4-10-42,11-2 30,-10 34-5,13 3-1,0 8-3195,11 13 3201,-10 3-11,17 11 3,-5 4-51,-15-7 1,0 1-435,7 7 0,-2 2-1599,-6 0 0,-2 0 2092,1 3 0,-3-1 0,-4 3 0,-12-12 0</inkml:trace>
  <inkml:trace contextRef="#ctx0" brushRef="#br0" timeOffset="306772">21824 4986 12315,'0'-7'7645,"0"1"-7068,0 6 229,0 0-615,-22 8-46,10 16-94,-15 16-29,19 13-16,5 2 11,9-6 44,7-6-5,9-12 62,6-10 420,10-13-247,-13-7 359,8-13-107,-18-7-128,-1-11-247,-6 1 173,-7-26-201,-7 10-98,1 13 0,-2-1 53,-11-15 12,-4 7-73,4 16 56,-7 2-118,12 15-91,-4 0-110,9 11-113,3 6-240,2 8-549,2 10-1356,8 6 2487,8 9 0,-4-19 0,2-1 0</inkml:trace>
  <inkml:trace contextRef="#ctx0" brushRef="#br0" timeOffset="307150">22545 4879 18694,'-1'-6'4582,"-1"2"-3820,2 4-376,-71-37-4469,38 33 4083,-8-15 0,4 6 837,18 37-826,16 8 11,4 23-14,2-19 1,2 3-419,3 7 0,0 4 376,3 8 1,0 3-385,-2-15 1,0 0 0,1 2 251,-1 3 0,1 1 0,1 1-197,-1 1 1,1 1 0,0 0-273,-1 0 0,-1 1 1,-1-2-395,0 0 0,-2-2 0,-1 0 274,-3-4 1,-2-1 0,-2-3 1096,-5 12 0,-5-6 1697,-3-13 0,-4-8-521,-25-3-174,-1-43-759,23-5 1,3-6-113,2-10 1,4-5-81,3-5 1,3-2-226,3-2 0,4 0-112,4 2 0,3 0 457,2 1 1,4 2-540,3 0 1,5 1-149,3 1 1,3 1-368,5 0 1,4 1-1330,3 1 1,4 0 1869,-11 13 0,2 0 0,-4 3 0,-2 1 0,-2 4 0,23-17 0</inkml:trace>
  <inkml:trace contextRef="#ctx0" brushRef="#br0" timeOffset="307630">23749 4474 22873,'-34'-9'70,"0"0"0,-26-1-48,35 21-10,-7 5-24,-9 6 7,-9 4-12,-3 2 6,2-1-6,9-3-11,12-4 28,13-5-4263,7-1 4263,5-5 681,2 7-676,2-8 12,-1 9 28,1 0 50,-2 6 45,-3 9 3312,-2 7-3363,-2 7-33,3 5 34,3 2-12,10 1-38,5-1-1570,1-21 0,3-2 1547,6 11 8,-3-14 0,1-2-84,14 5 26,15 4-236,8-7-1442,-17-17 0,2-3 1152,21 2 1,-9-6-1,-31-3 1</inkml:trace>
  <inkml:trace contextRef="#ctx0" brushRef="#br0" timeOffset="309834">24754 4718 22375,'-20'-29'134,"4"20"-84,14 60-5,-2 12-31,1-28 0,-1 0-2825,0 0 1,0 0 2849,-1-1 0,0 0 40,-6 24 1409,-1-11-1174,0-13 979,1-12-878,-1-11-146,-1-9-79,-2-14 3283,-2-11-3400,-1-18-1,2-13-305,10 20 0,1-1 255,1-4 0,2 0 0,3-2 1,2 1 2,0 1 1,3 2-12,1 3 0,1 2-9,9-20 34,-1 13-11,1 11-28,0 9 6,3 6-17,4 7 0,15 4-1,-11 5 635,18 8-645,-12 7-40,10 11 1,-6 8 10,-10 8 18,-13 7 38,-19 3 6,-14 1-241,-14-4 264,-7-7 5,-3-10 51,2-12 22,5-12 0,8-15-5,11-13-79,8-10-22,10-6 240,8 3-240,7 4 5,3 7-33,3 5 10,4 6 7,5 4-34,8 7 50,9 5-34,11 8-36,-27-6 0,1 3-53,4 6 0,-2 1 67,10 10 3,-25 0 0,-7 0 26,-15-1-29,-20 27 11,-18-19 25,11-14 1,-2-1-45,-10 1 0,1-3-87,-15 6-213,21-15 0,2-3-3377,3-6 3730,2-6 0,14 0 0,7-1 0</inkml:trace>
  <inkml:trace contextRef="#ctx0" brushRef="#br0" timeOffset="310051">25550 4859 21293,'-2'56'-519,"-1"1"1,1-8 0,-2-8 0,-4-17 0,3-12 0</inkml:trace>
  <inkml:trace contextRef="#ctx0" brushRef="#br0" timeOffset="310627">26198 4297 22722,'-33'-26'158,"0"-1"1,0 2 0,3 8-64,8 19-50,0 0 44,-1 3-5,7 1 6,-9 1-79,10 0-11,1 1 11,7 0 1,3-1 4,-1 7-4,1 2 4,0 9 24,0 15-24,2-10 7,-2 19 27,0-10 23,-3 11 11,-4 11-39,1-10-6,0 5-28,3-22 17,4 3-5,3-11 33,12 10 44,11-6-55,0-8 6,7-7 55,9-10-106,-11-2-59,6-6 0,3-3-321,12-6-714,-12 0 1,-1 0 382,10-7-2031,3-6-5996,-24 5 8009,-1 0 1,-14 8 0,-7 6-1</inkml:trace>
  <inkml:trace contextRef="#ctx0" brushRef="#br0" timeOffset="310810">26020 4649 21237,'-4'-34'-1596,"12"2"-2527,37 15 4123,-4 2 0,-14 5 0,-12 5 0</inkml:trace>
  <inkml:trace contextRef="#ctx0" brushRef="#br0" timeOffset="311994">26318 4197 20733,'1'-11'1664,"0"2"-1289,5 3-112,2 0-100,4-3-40,3 0-73,-1 1-44,-1 3 11,-2 1 56,-1 2-40,-2 1-5,-2 0-17,-4 1 286,-1 0-168,-1 2 11,0-1 274,0 1-380,-1-1 16,0 0 34,0 1 23,0-1-51,0-1-45,0 1 17,-2-1 17,0 1-17,-1 1 0,-2 0-23,0 1-5,-1 0 28,1 1 0,2-1-11,1-1-34,2-1 57,0 0-29,7 2-6,3-1 40,9 1 17,4-2-6,6-1-6,3-4 12,-1-1 11,-3-4-22,-7 2 10,-5 1 23,-6 3 34,-5 1-79,-3 2 823,0 0-862,-5 1 0,2 0-11,-2 1 6,3 0-7,0 0 35,1-1-29,0 3 6,0 2-5,0 4 5,0 5 16,2 3-4,2 4-24,4 6 1,5 7 6,5 7-1,3 9-249,3 5 255,-12-26 0,-1 1-3,-1-1 0,0 1 9,5 29-6,-6 1-260,-6-29 1,-1 1 256,-1 1 1,0 0-15,0 0 0,-1 0 6,-1-1 0,-1 0-129,-3 29 140,-3-7 22,0-5-22,0-9 245,0-8-229,-2-8-4,-6-7-12,-6-8 373,-8-5-1006,-6-10-2151,-4-8 2784,7-4 0,12 4 0,10 5 0</inkml:trace>
  <inkml:trace contextRef="#ctx0" brushRef="#br0" timeOffset="314735">27079 3908 15648,'-10'-6'4710,"2"1"-4245,8 5-241,0 0 100,-17 14-88,25 4-40,-3 17-62,34 7-72,-3-6-279,-10-9 0,1 5 262,6 11 0,-2 5-40,2 4 1,0 4-550,-9-9 0,-1 4 0,-4-1 500,-5-3 1,-3-1 0,-3 1-95,-4 3 0,-3 1 0,-3-3-58,-1 10 0,-7-1-1339,-8-1 0,-7 2 1,1-5 1534,-1-7 0,0-3 0,-4 9 0,1-5 0,3-13 0</inkml:trace>
  <inkml:trace contextRef="#ctx0" brushRef="#br0" timeOffset="323817">19132 7181 21629,'-14'15'-157,"5"7"-352,16 20-572,4 5-1249,2 0-4464,3 0 6150,0-8 1,-7-16 0,-4-12 0</inkml:trace>
  <inkml:trace contextRef="#ctx0" brushRef="#br0" timeOffset="324200">19303 6772 15429,'-4'-5'2117,"0"2"-1271,4 3-723,-67 1-78,45 12-40,-15-5 1,4 2 11,27 22 27,12-3 52,9-4 72,10-6 23,6-6 89,1-7 179,-2-9 95,-5-7 6,-6-11-28,-8-8-22,-8-5 23,-10-2-52,-8 3-184,-9 7-140,-8 9-51,-4 9-39,-2 11-50,4 4-67,8 5-118,11 1-314,9 3-1059,8 4-4491,9 6 6032,3-2 0,-3-8 0,-3-7 0</inkml:trace>
  <inkml:trace contextRef="#ctx0" brushRef="#br0" timeOffset="325076">19459 7188 23203,'-27'-39'127,"1"0"0,0 0 0,9 17-116,17 24 68,4 14-68,1-1-5,9 27-1,-3-9-10,3 5 10,-3-2 12,0-8 0,-1-2 11,-1-7 409,-5-11 341,-3-6-431,-1-2 29,0-8-298,-6-11-22,-3-14 28,-7-24-33,2 7-18,3 2 40,4 17-56,5 19-90,0 4 62,2 10 28,1 23-12,2-7-10,3 26-6,2-9-1,3 22 1,0-10 0,0 4 0,-5-24 5,0-2 101,-3-12 202,-1-3 17,-1-8-208,-4-15-55,-3-12-18,-3-14-38,0 4 16,1-7 6,4 12-12,2 7 6,0 7-22,1 14-73,0 1-5,1 7-208,0 5-672,0 10-2128,3 9 3097,3 7 0,-1-15 0,-1-3 0</inkml:trace>
  <inkml:trace contextRef="#ctx0" brushRef="#br1" timeOffset="336763">19671 7061 24951,'-7'-56'-96,"1"21"96,9 64 6,1 11-202,4 7-571,-1 3-1345,1 1-5673,1-1 6937,-1-11 0,-2-14 0,-3-14 0</inkml:trace>
  <inkml:trace contextRef="#ctx0" brushRef="#br1" timeOffset="337213">19869 6736 23080,'-25'-21'31,"0"0"0,-16-4-20,40 51 0,0 7 0,5 4-11,3-3 6,5-3 5,-1-7 28,1-6 23,-6-9 218,-1-4 157,-5-5 5,1 0-201,0-4-179,-2-4 16,-3-3-5,0-2-17,-2 1 22,1 3-16,0 4-12,2 1-22,0 2-22,2 1-409,1 0 139,-1 7-8165,4 4-718,-2-1 9147,4 0 0,-4-7 0,1-1 0</inkml:trace>
  <inkml:trace contextRef="#ctx0" brushRef="#br1" timeOffset="338673">19828 6894 19098,'11'-45'1195,"0"0"0,-2 5 0,-2 8-355,-5 16-264,-4 7-396,-1 5 16,-8 2-185,-1 9 11,-6 7 12,0 15-29,0 14 7,1 18-18,9-23 0,1 4-579,1 7 1,0 2 578,2 8 0,0 4-570,1-17 0,0 1 0,1 2 566,1 2 1,-1 1 0,2 1-27,0 0 1,2 2 0,1-2-405,0 0 1,2-1-1,2-1 305,1-4 1,1-1 0,1-2-477,6 15 0,0-3 6,-1-11 0,0-4-53,-5-8 0,-2-3-5329,-6 10 5987,-9-17 0,-1-14 0,0-6 0</inkml:trace>
  <inkml:trace contextRef="#ctx0" brushRef="#br1" timeOffset="338900">19612 7558 17832,'0'-47'1469,"1"-1"1,0 5-1,5 4-1071,17-2-129,10 4-62,9 4-50,4 3-79,2 5-56,-1 3-122,-4 2-6037,-5 3 4490,-7 0 1999,-9 1 0,-10 7 1,-7 2-1</inkml:trace>
  <inkml:trace contextRef="#ctx0" brushRef="#br1" timeOffset="341439">19186 7298 7968,'-2'0'6777,"-1"1"-2116,3-1-4168,0 6 106,1-1-146,1 6-251,0-5 341,7 4-196,0-4 18,7 1-23,1-5-1,2-2 18,2-6 5,-1-5-45,0-8-56,-1-6-28,-2-6-67,-3-3-106,-4 5 117,-1-12-56,-6 15 1,0-11-6,-4 12-6,-2 2 5,-4 6-10,-8 1-68,-1 6-33,-1 3-6,-3 6 0,4 4 0,-5 7 0,1 10 0,2 11 0,1 10 11,3 8-1707,8-14 0,2 1 1701,-1 14-5,4-13 0,3-1-16,5 11 27,6-10 0,3-1-45,14 12 26,-7-21 0,3-4-15,19-3-94,6-10-304,2-10-783,-1-10-2381,-2-10 3018,-3-12 0,-21 14 0,-7 0 0</inkml:trace>
  <inkml:trace contextRef="#ctx0" brushRef="#br1" timeOffset="341997">19343 7226 20487,'-3'25'1652,"2"-1"-1383,3-14-95,2 1-6,2-2 50,0-4 146,-1-2 146,-2-2 190,6-15-577,-2-4-22,5-16-12,-5 0 18,-3-2 10,-2 1 12,-2 4 28,-4 5 34,-2 5-12,-2 6-67,-2 7-73,-1 4-27,-3 8-18,-1 6 17,-2 9 6,-1 8-11,0 4 5,5 6-11,4 2-6,5 5 1,5 0-35,7 1 29,6-4-6,8-3-134,4-7-337,6-5-1175,4-9 1663,5-8 0,-17-5 0,-4-4 0</inkml:trace>
  <inkml:trace contextRef="#ctx0" brushRef="#br1" timeOffset="342564">19282 6706 22649,'-37'-18'308,"6"9"-190,26 27-96,1-2 28,1 9 12,2-9-3353,4 3 3341,-1-7 297,4-2-145,-3-8 263,3-1-118,-1-7-123,1-4 101,0-14 3314,-3 4-3505,0 0 113,-4 9-107,-1 7-73,-3 1-50,-2 3-29,-2 7 12,3-1 6,-1 6 11,5-4-12,0 0 18,1-2 5,4-1-23,-1-2 18,3-2-1,-4-1-515,1 0-8961,2 0 9454,1 0 0,-1 0 0,0 0 0</inkml:trace>
  <inkml:trace contextRef="#ctx0" brushRef="#br1" timeOffset="343859">20697 6772 17753,'-9'-56'2078,"0"1"0,3 6 0,-2 12-1803,-2 27-12,3 8-173,0 7-18,-2 12 7,-2 21 10,-1 23-685,5-20 1,1 3 600,1 9 1,2 1-6,1 5 0,2 1-48,4 0 1,5 1-286,3-15 1,3-1 0,1-3-203,2 1 0,4-3-3299,17 9 0,4-7 3834,-15-24 0,-1-3 0,21 12 0,-20-16 0</inkml:trace>
  <inkml:trace contextRef="#ctx0" brushRef="#br1" timeOffset="351277">25145 5565 17876,'-13'-10'191,"13"0"-141,39-5-5,5 0 0,-3 1-17,-11 3 409,-2 1 6,-19 6-342,-6 1-129,-19 4 22,-17 7 12,0-1-20,-2 3 0,-2 2 25,-22 5-294,16-4 1,-1 0 341,9-3 0,2 0 25,-21 7-73,19-6-22,17-5 100,16-4 46,13-8-63,11-5-38,27-12-28,-10 7-1,-8 3 1,1 0-1,11-2 7,8-2 642,-11 3-637,-13 7 61,-14 3-5,-13 7-56,-13 6-12,-13 8-16,-15 6 11,-12 5 8,24-13 1,0 1-3,-26 15-85,12-3-33,19-7 112,16-5 84,18-8 11,12-5-11,14-9 17,8-5 22,5-6 6,-1-3-6,-2 0-5,-3 0 5,-2 1 45,-6 2 157,-8 5 246,-11 5-100,-10 3-364,-8 4 21,-20 5-105,4-2-57,-33 12-380,17-4-1620,-12 5-7797,19-6 8873,12-3 1,7-4 0,7-1-1</inkml:trace>
  <inkml:trace contextRef="#ctx0" brushRef="#br1" timeOffset="355444">21616 7112 7867,'0'-8'5646,"0"1"-2694,0 7 773,0 0-3070,-23-49-229,10 35-191,-20-36-134,14 52-40,-4 8-10,-5 11-7,-7 15-4,-3 9-333,18-18 1,1 0 294,1 1 1,2 1-31,-6 28-43,9-4-2,16-5-90,13-7-89,12-7-78,12-7-124,10-11-162,8-10 171,-25-9 0,0-3-194,1-3 1,0-4-228,1-4 1,-2-3-459,-1-3 0,-1-2 228,-3-2 1,-3-1 454,-3-1 0,-3-2 532,-3 1 0,-4-1 629,4-30 589,-10 3 443,-7 4 195,-4 3-139,-4 4-202,0 0-207,1 1 414,4 2-756,1 7-253,3 10-201,0 9 304,0 9-651,0 5-17,0 6 40,3 9-1,3 12-22,5 16-17,1 15-22,-5-21 0,0 2-125,0 4 0,0 1 116,0 2 1,0 0-287,0-2 0,0 0 295,0-2 0,-1-2 22,5 25-21,-3-12 21,-3-15 151,-3-15 785,0-10-476,-1-8-270,0-11 468,0-11-607,1-12-17,4-9-45,4-3-17,6 1-11,4 7-11,4 6 11,1 9 0,3 7 11,0 5-28,2 6 1,0 4 10,1 7-16,0 5-12,-1 4-50,0 4-45,-2 0-28,-2-2-16,-2-2 33,-3-5 73,-4-4 67,-4-5 28,-2-8 11,-3-3 0,-2-9 6,-3-3 84,0-2-79,-2 8 17,2 2-56,-3 11-106,1 0 90,6 8-1,-1-3 12,10 5 16,0-4-5,5-1 33,7-6-3414,-4-6 3381,0-3 28,-4-12 16,-6-1 23,1-9 0,-4-2 28,-6 2 84,-8-3 3258,-1 13-3297,-7-2-11,2 15-68,-3 2-50,3 4-44,-1 10 16,0 8-12,-1 12-3380,-5 25 3392,5-13-3,3-6 1,2 1-73,2 10-15,0 10-173,11-6-281,9-7-447,14-5-3422,28-10-97,-14-10 3947,19-9 0,-43-5 1,0-2-1</inkml:trace>
  <inkml:trace contextRef="#ctx0" brushRef="#br1" timeOffset="355927">23180 6893 15348,'-35'-10'224,"-1"1"0,-22 2 2366,28 52-2551,12-9-11,-1 15-6,9-6-10,2 12-108,9 5-72,11-14 1434,4-8-1641,17-13 750,4-18-1003,-4-8 1,2-3-51,13-6-473,-2-11 0,-2-4 3738,-6-5-2901,-3-2 0,-1-4 10,-16 5 1,-3-1 390,5-9 0,-2-5 484,-1-11 0,-3-1-580,-3 9 0,-2 1 345,0 2 0,-3 2 333,-2 9 1,-2 2 490,-1-11 105,-2-13-671,-1 17 61,-2 7-391,1 19 229,0 7-460,2 4 1312,-1 11-1300,1 20-34,0-1 0,0 15 12,0 3-51,0 10-34,1-19 0,0 2-861,1 10 0,1 0-43,2-8 0,2-1-1023,1 3 1,4-3-5687,17 10 7675,-1-20 0,-8-16 0,-8-10 0</inkml:trace>
  <inkml:trace contextRef="#ctx0" brushRef="#br1" timeOffset="356184">23893 6687 13721,'0'-5'7482,"0"1"-5879,0 4-1161,-59-33-61,28 26-286,-4-11 0,-2 6 269,-6 31-263,20-4 73,-21 26 39,13 10-146,4 5-53,16-17 0,4-1-9,8 6 29,20 9 0,0-32 10,7-3 1,5-2-45,19-2-452,-13-5 0,3-2 262,-6-6 0,0-4-653,2-1 0,0-3-4073,1-2 1,-1-2 4183,16-6 0,-18 4 0,-26 9 0</inkml:trace>
  <inkml:trace contextRef="#ctx0" brushRef="#br1" timeOffset="356795">24389 6502 15620,'0'-5'5673,"0"1"-2587,0 4-2884,-31-56-129,18 43-40,-27-34 1,13 79-28,7-3-4,1 0 1,1 4-9,1 3 1,3 0 2,1-6 0,1 1-261,-2 15 1,5-1 224,8 11-9,4-23 1,3-1-149,16 21-294,14-16-86,9-10-264,8-11-819,5-9-6703,2-8 7567,-8-6 0,-20 1 0,-14-1 1</inkml:trace>
  <inkml:trace contextRef="#ctx0" brushRef="#br1" timeOffset="357484">24780 6708 24755,'-19'-35'241,"1"0"0,1 3 0,5 5-23,13 14 0,0 3-22,0 4-33,-1 3-57,-2 0-61,-1 2-11,-2 0-6,1 1-6,0 0 6,2 0 168,1 0-157,1-3-22,2-1-6,1-3-5,1 1-1,1 1-10,0 0-1,-1 2 1,-3 1-12,0 2 17,0 4 11,0 4 0,1 8-22,1 5-11,1 7 22,2 5-12,3 4-16,4 1 6,7-2-12,7-4-16,5-7-12,3-8 18,-2-8 32,-4-8 18,-6-10 0,-4-8 22,-4-12 11,-2-9 39,-2-5 45,-1-1 34,-2 5 73,-3 11 5,-3 11-73,-3 9-89,-1 6-62,-3 6-5,-1 9 11,-8 26-17,3-6-9,1-1 1,0 2-217,-4 23 205,5-18 1,1 2-328,2 3 1,1 1-74,1 3 0,2 1-740,5 0 1,4 0 1159,5 2 0,2-5 0,3 7 0,4-14 0</inkml:trace>
  <inkml:trace contextRef="#ctx0" brushRef="#br1" timeOffset="358561">25614 6309 25707,'-50'-17'102,"-1"1"1,10-2 0,6 9-64,-6 47-33,15-2-910,-5 18 901,17-24 0,2 1-8,1 10 0,3 0 11,-2 14-37,8-16 1,4-3-121,10 7-216,6-11 1,5-1-272,17 8 252,10-4-73,-16-26-285,2-14 27,5-10 555,15-13 40,-27 10 0,-1-2 369,0-1 1,-1 0 983,19-22-755,-20 17 855,-9 3-182,-21 16-678,-4 3-303,-2 4 476,2 2-587,4 1 70,4-1-48,1-1 22,7 0-22,9-5-11,14-6-34,12-11-6,8-13-299,-24 12 1,-2-2 287,0-5 0,-2-4 0,1-14 1,-3-1-10,-7 13 1,-2 0 8,3-17 1,-4 0 21,-5-9 1,-4 27 0,-1-1 75,-7-1 0,-2 2 87,-8-13-123,-4 7 44,6 21-38,9 15-63,-2 4 564,0 11-591,-3 11 35,2 2-30,-4 18-5,5 0 0,0 18-6,5-28 0,3 3-704,5 10 0,2 0 637,-3-14 0,3 1-241,7 13 0,5-2-699,14 10 52,-3-20 0,4-3 311,-6-9 0,2-5 64,5-3 0,-1-6 468,8-11 122,1-18 282,-14-7 147,-10 3 1,-2-2 339,9-17 50,-6-7 1126,-12 19-1013,-8 8-517,-12 12-301,-4 7 472,-6 11-551,4 4 65,5 1-99,4 5-5,7 0-6,5 2 28,6 1 23,9-8-29,-2-4 23,10-3 28,-3-10 17,6-6 56,0-18-62,-11-3-28,-5 1 34,-11 0 39,-6 10 56,-9-4-129,1 12 45,-17 4-33,9 14-29,-5 3 17,-6 20-55,12 1 4,-4 6 40,8 8-39,8 11-107,12-12 1,4 2-214,0-5 1,5 0-953,10 3 0,6-3 1283,5-10 0,-1-5 0,6 3 0,2-5 0</inkml:trace>
  <inkml:trace contextRef="#ctx0" brushRef="#br1" timeOffset="359450">27085 6012 15956,'2'-52'2619,"1"-1"0,-1 6 1,1 6-1797,1 3-185,-2 11-379,0 11 177,-3 6-346,0 8-56,-4 8-1,-5 12 29,-8 22-34,6-12 0,-1 3 2,-2 7 1,-1 2-637,0 4 1,2 2 607,1 3 1,2 0-3,3-1 0,3 0-168,5-2 1,5-1 156,4-4 0,4-3-45,7-3 0,6-3-1774,17 1 0,5-4 1496,-14-9 1,3-4-560,2-3 1,4-1-1,-1-4 837,8-4 1,-2-3 0,-13 2-1,-2-1 1,27-4 0</inkml:trace>
  <inkml:trace contextRef="#ctx0" brushRef="#br1" timeOffset="360425">27758 5993 18660,'-3'-4'4280,"1"1"-2493,2 3-1765,-19-36-22,14 29 28,-11-19 11,22 45-11,4 12-11,1 9 17,1 7-6,-2 6 5,-4 0-5,-2-3 23,-3-10 44,0-10 90,-2-11 258,1-10 33,-2-6-247,0-10-117,0-8-56,-2-16-17,2-14-5,0-15-20,2 25 0,1-1-373,1-3 1,0-1 372,1 0 0,1 0-6,1 3 1,0 1-3,6-26-1,0 17-5,0 16 6,1 12-6,3 8-11,4 5 755,6 2-738,6 8-17,5 6 5,3 8-16,-1 8-29,-5 5 29,-9 8 16,-11 4-22,-20 14 40,-2-19 21,-17 9 29,4-26-17,-6-1 22,3-11 17,2-9-56,5-11 22,5-6 1,4-4-23,6 1-12,2 0-21,6 4 27,2 2-33,7 4 0,5 3-23,5 4-50,13 11 73,-1 4 22,0 7-16,3 9-7,-7-2-21,2 10-29,-8 3-72,-15 6 61,-9-13-129,-17 7-150,-10-17-365,-10 2-1126,-3-8 1843,3-12 0,16-3 0,6-6 0</inkml:trace>
  <inkml:trace contextRef="#ctx0" brushRef="#br1" timeOffset="360668">28599 5982 20817,'2'3'2358,"-1"-1"-1814,-1-2-231,24 91-262,-20-46-470,5 15 0,-5 0 133,-18-18-1411,-4-13 0,-2-1 942,-11 10 1,4-6 0,11-15 0</inkml:trace>
  <inkml:trace contextRef="#ctx0" brushRef="#br1" timeOffset="361501">29162 5880 6647,'-11'-8'1775,"2"1"-2862,9 7 555,0 0 0,0 0 0</inkml:trace>
  <inkml:trace contextRef="#ctx0" brushRef="#br1" timeOffset="367772">28927 5900 11973,'-3'-7'3100,"-4"-27"0,2-8-1553,7 5-1270,-7-4 0,4-1 826,15 5-795,-4 22-162,4-1-18,-4 17 18,0 12 0,2 11-22,2 15-35,3 9-22,1 9-170,-8-27 1,0 1 119,1-1 0,0 0-11,12 27 10,2-8 24,1-8 38,-2-13 230,-4-9 291,-6-11-72,-4-11-220,-3-12-99,1-13 182,1-15-318,1-12-47,-4 23 1,1-1 10,-1-1 1,1 0-21,0 2 1,0 0 11,4-21 6,-3 11-12,-5 12-27,-2 10-141,-1 9-302,0 6-230,1 3-324,4 6-852,6 6-1910,6 9 3764,8 11 0,-11-12 0,0 1 0</inkml:trace>
  <inkml:trace contextRef="#ctx0" brushRef="#br1" timeOffset="367973">29702 5999 22025,'-15'56'-639,"3"1"-1136,11-28-5621,4 9 7396,2-8 0,0-12 0,-1-8 0</inkml:trace>
  <inkml:trace contextRef="#ctx0" brushRef="#br1" timeOffset="368715">30211 5525 22772,'-9'8'314,"2"11"-281,7 17 35,2 17-10,-1-17 1,1 1-42,0 15-9,-1-18 1,0-1 19,-2 3 56,-5 4-45,1-7 90,-9 1 67,3-22 50,-6-1-27,1-10-29,-4-21-151,7 1 17,-1-28-22,10 0-26,6 5 1,0-2-220,4-18 239,6 6 0,2 3-5,1 7-7,0 6 1,2 1 17,5-1-23,6-2 6,4 12-45,-5 15 28,-2 6-6,-5 15 17,-5 6 1,5 22-18,-9 6 0,-6 17-65,-16 2 71,-3-9-3,0-18 1,-2 0 27,-2-3 0,0 0-19,-12 17 5,-7 1 17,21-29-17,0-2 287,8-7-298,5-6 12,7-1-1,10-2-17,6 0 6,4-1-28,10-5-297,17-8-341,8-4-786,-19 5 0,0 0-542,17-8 1994,-17 5 0,-3 0 0,-9 5 0,11-7 0</inkml:trace>
  <inkml:trace contextRef="#ctx0" brushRef="#br1" timeOffset="369040">30912 5432 23915,'-52'-36'248,"0"0"0,6 4 0,8 12-231,21 25 6,5 8-7,8 7-4,1 3-7,9 10-3391,5 0 3408,10 3-16,-1-6-91,14 7 96,-1-5-22,-7-8 0,1 1-6,14 17 11,-4 3-5,-23-13 28,-14-3-17,-6-9-78,-25 6-118,3-12 2902,-16 3-4449,6-10-101,11-7 1844,-2-10 0,19 6 0,-2-5 0</inkml:trace>
  <inkml:trace contextRef="#ctx0" brushRef="#br1" timeOffset="369358">31074 5092 19580,'-4'-6'4458,"1"2"-3534,3 4-123,0 0-756,-26-52-23,24 44 40,-13-28 11,35 66-1744,2 2 0,1 2 1677,10 19-753,-11-17 0,3 5 0,-2-3 741,1 5 1,-2 0-220,0-1 1,2 3 0,-3 0 173,-4-5 1,-3 1 0,-1-1-149,2 22 1,-4-1-123,-4-13 1,-8 1-733,-8-6 0,-6 2 0,-3-4 1053,-11 4 0,-2-3 0,5-1 0,0-3 0,-17 6 0</inkml:trace>
  <inkml:trace contextRef="#ctx0" brushRef="#br1" timeOffset="370230">31431 4921 17994,'-1'-3'4683,"0"1"-2773,1 2-1776,-1-33 28,13 40-27,7-13-88,-1 27 1,1 11-23,1 3 0,0 2-604,1 8 0,-1 4 582,0 8 0,-2 3-11,-6-15 1,-1 1-1,-1 1-538,-1 3 1,-1 1-1,-1 1 475,-1 0 0,-1 0 0,-2 1-116,-2-2 1,-2 0-1,-2-1-328,-2-3 0,-1 0 0,-3-3-1972,-9 18 0,-3-4 1990,0-12 0,1-6 0,-2 0 0,13-28 0</inkml:trace>
  <inkml:trace contextRef="#ctx0" brushRef="#br1" timeOffset="373230">32295 5589 20476,'-28'-32'543,"6"7"-555,23 23 18,0 0 28,2 1 10,-1 1 180,-1 0-246,-6 2 0,2 2 5,-5 3 17,4 1-6,0 3 12,0 1-6,1 1 0,0-1 11,-1-1 6,2-2-6,0-4 6,1-2 33,0-1 34,1-1 23,-1 0-12,-1-1-17,-1 1-44,-1-1 55,-6 1 12,-2 2 34,-6-1 45,-1 2 27,-3 0 0,2 0-17,2 0 6,3-2-11,3 0-28,3-2 11,5 0 6,1 0-68,4-1-44,4-3-18,8-3-16,13-4 6,11-4-17,12-1-34,10-1-357,-26 10 1,1 0 373,4 0 0,1 1 0,3 0 0,1 1-6,0 0 1,0 1-47,-10 1 0,0 0 52,7-1 0,-2-1 6,-1 0 84,6-2 33,-31 2-34,-7 0-33,-5-1 705,-2-1-727,0-1 95,-1 0-124,1 2-5,1 1 6,1 1 5,1 1 6,-1 1 28,1 0-6,-2-1 28,-7-6-45,0 2 23,-13-6 22,-1 4 29,-9-1 27,-2 1 22,2 3 85,-1 0-151,11 3 61,-5-2 0,8 2 39,0-1 90,2-1-157,8 2-84,3 1 0,5 1-17,6 0-22,6 1 33,10 3-33,16 11 11,-11-1 0,14 16 0,-13-1-5,8 10 5,0 3-56,-17-13 0,-1 0-34,5 10-319,-3 18-560,-20-16-1131,-11 12-2816,-5-20 1,-2-2 3313,-8 7 0,-3-4 1,23-27-1</inkml:trace>
  <inkml:trace contextRef="#ctx0" brushRef="#br1" timeOffset="374640">32449 6603 16000,'-1'-3'3232,"-1"0"-129,2 3-3103,-10-42 40,6 35 94,-17-7-89,14 34 5,-12 31-16,5-12-17,-3 14-34,4-2 17,6-7-11,8-14 50,15-4 84,0-16 67,10-3 12,-3-17-96,-5-2 219,12-25-62,-10 6 174,11-20-286,-15 23 141,-2 2-113,-11 21-95,-1 1-51,-8 18-16,-1 2-28,-4 15 11,5-2-22,2-2 16,9-5 6,7-6 0,11-6 22,8-6-10,7-10 4,5-8 12,0-12-11,-3-7 50,-8-4 51,-10 0 11,-9 4 17,-13 2-118,-2 12 11,-10 1-44,2 12-74,-2 1-117,2 4-208,3 6-251,4 4 202,2 3-2063,11 12-1449,2-5 3965,9 11 0,-11-16 0,-2-3 0</inkml:trace>
  <inkml:trace contextRef="#ctx0" brushRef="#br1" timeOffset="375231">33006 6690 11670,'5'-7'7865,"-1"2"-5827,-4 5 774,0 0-2678,-18-43-61,5 32-39,-15-26-29,11 47 12,3 7-17,3 4-28,4 3 17,2 1-17,3-3 6,5-4 10,4-5 24,6-6 10,5-9 6,3-7 28,3-11 34,0-6 61,0-4 84,-2-1 79,-4 5 45,-5 5-35,-8 7-94,-2 5-96,-3 5-78,0 2-78,0 2 22,0 8-11,0 1-12,0 9 7,3 1-68,2-1-62,4-1 23,4-3 11,4-5 28,5-5 28,3-10 67,4-6 6,0-7 5,-1-3 73,-7 3 51,-6 4-6,-8 5 11,-4 4-44,-3 3-23,0 2-107,-3 4 6,-1 5 17,-3 8-5,-1 4-90,3 4-141,3 1-262,2-1-673,5-2-1731,4-4 2902,7-8 0,-6-4 0,0-5 0</inkml:trace>
  <inkml:trace contextRef="#ctx0" brushRef="#br1" timeOffset="375407">33459 6411 16695,'-3'-5'6744,"0"2"-5871,3 3-968,-41-55-123,32 41-342,-27-38-740,46 58-3780,7 5 4232,-1 0 0,-5-4 0,-5-3 0</inkml:trace>
  <inkml:trace contextRef="#ctx0" brushRef="#br1" timeOffset="375814">33645 6285 26094,'-3'-34'19,"1"1"1,-3-12-3,5 70-34,2 13 6,-2 9-54,0-12 1,1-1-76,-3 17-499,-1-8 0,-1 1-1918,-2-12 1,0 0 2556,-1 5 0,1-1 0,-4 7 0,5-21 0</inkml:trace>
  <inkml:trace contextRef="#ctx0" brushRef="#br1" timeOffset="375997">33602 6622 18039,'-47'-17'1913,"-1"0"1,6 0 0,9-1-1667,21 1-180,21-5-45,10 7-33,27-4-6,5 5-367,-4 3 1,2-1-1519,-13 4 1,0 0 1901,6-2 0,-3 2 0,-10 1 0,-15 4 0</inkml:trace>
  <inkml:trace contextRef="#ctx0" brushRef="#br1" timeOffset="379264">20381 9052 14729,'-6'-43'1755,"0"1"1,0-1 0,-1-7 0,2 6-1105,0-10-220,4 34-274,1 9-113,0 9 46,1 10 28,2 11 27,4 31-100,-1-8-17,-1-4 0,-1 3-3,-3-7 0,0 1-446,0 11 0,0 2 415,0 1 1,1 1-1,0-3 1,1 0-1,1-3 1,1-3-59,0-6 0,2-2 75,7 17 34,-2-17 218,-2-15 275,-5-10-141,-2-14 619,-2-11-932,-5-18 77,-3-14-147,-1 9 0,-1 0-394,-4-19 385,3 15 1,0-1 16,-3-16-5,5 23 0,0-1 2,1 2 1,1 1-9,1 2 1,1 2-18,0-21 40,3 16-29,1 17-44,3 30 45,1 16 5,5 30-3,-4-23 1,0 1-148,-1 6 0,1 2 130,0 4 1,-1 1-235,1 2 0,-1 2 237,1-1 1,0 0 16,1-3 0,0-3-12,-1-6 0,1-2 7,3 15 61,-4-20 236,-2-16 225,-4-15-494,-8-17 844,-4-16-861,-7-20-12,9 19 1,1-3-301,1-4 1,1-1 299,1-3 1,2-1-3,1 3 0,1 2-1,2 4 1,0 4 20,3-16-40,-1 23-39,1 16 28,0 20 11,1 16 23,4 22 8,-3-17 0,0 3-210,2 5 1,0 2 203,1 4 1,0 2-6,1 2 0,1 2-15,-1 3 1,1 0-3,0 0 0,-1 2-29,-2-12 0,0 2 0,0-1-97,0 0 0,0 0 0,0-2-426,1 19 0,0-2-3223,-2-9 0,0-4 3027,-2 4 1,-2-24 0,-1-15-1</inkml:trace>
  <inkml:trace contextRef="#ctx0" brushRef="#br1" timeOffset="380381">20597 9305 13917,'-6'2'3142,"0"-1"-1888,6-1-251,0 0-935,-46 12 189,37-9 62,-29 7-89,63-21-180,-3 2 29,33-20-74,-27 14 6,0 1 1,1-1 10,9-2 12,11-4-17,-19 9 162,-7 3-129,-22 8-61,-21 9 16,1 0 6,-13 6 1,-1 2 5,-3 2-3,0 0 0,-1 1 42,-11 5 30,15-8 1,0-1 36,-12 8 12,7-5-79,24-10 17,6-5-57,6-1 113,1-2 302,13-1-240,8-6-90,16-5-61,-3-2-1,16-6-28,8-4-45,-9 5-193,-9 5 0,-2 0-5041,2 2 193,5-1 4508,-18 5 0,-21 8 0,-1-1 0</inkml:trace>
  <inkml:trace contextRef="#ctx0" brushRef="#br1" timeOffset="394294">21818 8944 12881,'0'-4'6077,"0"0"-3400,0 4-2621,-9-47-68,6 35 12,-6-29 56,13 56 23,2 25-40,2 18-22,-4-25 0,0 0-1,-1 1 1,0 0 22,1 18 17,-1-9 108,-1-6-13,-1-17 426,-1-5-17,0-15-325,-3-8-73,-3-8 34,-7-27-89,1-5-63,-1-5 15,5 14 0,2 0 8,-2-21-42,4 9 1,2 1-4,3-7-8,3 22 0,2 3-14,3 7 0,9-7 6,4 16-1,2 4-33,4 9 6,-4 11 16,-6 2-22,3 13 6,-5 4 5,0 11-17,-5 21 18,-15-4-292,-4 1 319,-18-1-8,7-27 0,-1-2 42,-19 23 22,-3-6 34,17-26-79,13-10-5,6-6-23,10-4 1,1 0-12,19-7-11,3 3-50,17-3-107,0 3-286,3 0-626,4 1-1789,5-1 2886,-22 0 0,-2 1 0,4-1 0,0-1 0</inkml:trace>
  <inkml:trace contextRef="#ctx0" brushRef="#br1" timeOffset="394642">22661 8529 17479,'-6'-3'4536,"2"2"-4247,-26-8 0,-8 2-15,10 7-218,-13-6 0,2 3 17,18 18-17,7 4-56,6-2 34,3 13-12,10-9-11,7 13-5,13-7-3387,7 2 3392,-2-8-109,-3-4 1,1-1 64,13 9 13,-11-7 1,-1 0-4,9 13 6,-15 9 29,-15-13-18,-13 6 3,-17-9 0,-4-2 9,-4 4-29,-4 1 1,-2-1-84,-7-5-1,2-3-1943,-4-13 2050,28-20 0,-3 7 0,19-7 0</inkml:trace>
  <inkml:trace contextRef="#ctx0" brushRef="#br1" timeOffset="394888">22979 8570 22055,'33'-23'-1190,"0"1"1,0 1 0,0 2-2388,3 6 1,0 3 3576,17-5 0,-10 3 0,-26 10 0</inkml:trace>
  <inkml:trace contextRef="#ctx0" brushRef="#br1" timeOffset="395061">23197 8671 22727,'0'23'-818,"15"-13"-361,12-22 1,5-8-3309,1 1 0,1 2 3902,-2 0 1,-3 2-1,8-5 1,-17 10-1</inkml:trace>
  <inkml:trace contextRef="#ctx0" brushRef="#br1" timeOffset="395675">24111 8165 22173,'-26'-21'98,"-1"0"0,-22-9-64,22 41-18,-18 10 1,12-6 22,-18 9-5,21-10-28,-4 4-12,10-4-11,11-1 0,7-1 34,4 1-6,2 4 6,4 4 45,2 5 5,1 7 45,0 6 6,-2 6 16,-1 6 0,-2 3-55,1 3-23,3 0-51,3-2 18,5-3 38,4-4-55,7-7-17,9-8-28,7-7-225,12-10-957,10-11-2512,-26-10 0,0-4 3054,-3 1 1,-2-2-1,12-7 1,-20 5 0</inkml:trace>
  <inkml:trace contextRef="#ctx0" brushRef="#br1" timeOffset="396201">24648 8210 25522,'-10'-7'101,"4"14"-84,14 36-17,1 10-2126,-1-18 1,-1 0 2130,3 14 258,0-9 1,-1-1-264,-1-7 12,6 22 44,-9-31 33,-1-1 202,-2-11 3292,-4-11-3583,-1-5 511,-6-13-488,-2-10-35,-4-16 12,2-12-1676,6 14 0,0 0 1698,-2-17-5,3 17 0,1 1-33,-1-9 55,2-6-27,3 4 4,8 16-16,0 7 0,13 6 12,2 10-1,10-2 3407,5 7-3440,15 14-29,-5 11-120,-3 6 131,-3 19-55,-14 1-3,-11-14 0,-3 3-1909,-2 8 1,-3 1 1597,1 16-302,-7-19 0,-1 1-5148,-1 18 437,0-12 5422,0 0 0,0-35 0,0-2 0</inkml:trace>
  <inkml:trace contextRef="#ctx0" brushRef="#br1" timeOffset="396405">24814 8518 16947,'-4'-3'5876,"1"1"-10719,3 2 4826,-26-45 990,52 17-1735,-17-32-56,22 41 1,9 5-867,-7 1 0,2 0 1684,5 0 0,-2 0 0,5-2 0,-5 3 0</inkml:trace>
  <inkml:trace contextRef="#ctx0" brushRef="#br1" timeOffset="396598">25468 8181 15939,'3'5'5645,"-1"-1"-4356,-2-4-1255,-1 61-348,5-17 132,-4-6 0,2 1-1605,10 13-1019,-2-28 2806,4 10 0,-10-26 0,-1-3 0</inkml:trace>
  <inkml:trace contextRef="#ctx0" brushRef="#br1" timeOffset="397315">25880 7966 19204,'-3'-5'3193,"0"2"-1636,3 3-1378,13-20 0,-7 31-100,9-17 49,-10 48-55,-3-3-11,-1 14-1,-3 10-16,-2-14-11,-5 0 11,1-24 100,-1-8 23,1-12 6,-5-12-152,4-2 46,-7-34-51,7 16 11,-1-10 0,1-5 28,-2-14-305,3 14 0,1-1 296,2 9 1,2 1 92,-2-25-89,3 20 44,9 3-84,-1 22 23,18-8-17,0 13-12,16 1 1,-7 4-29,23 8 18,-26 2 2,2 4 0,0 5-2,1 13-7,9 16-10,-21 2 11,-11 2-6,-15 3 6,-11-6 5,-3-13 12,-12-2 598,10-19-576,-4 0 22,7-16 12,7-14-12,2-2-5,3-10-11,8 8-29,1 6 23,10-3-11,-3 11 0,16-5-12,-6 9-10,13 4-18,-2 10 12,5 8-6,3 7 17,-3 7 0,-7 3-11,-13 5 0,-14 3-45,-15 0-78,-14-1-320,-9-5-874,-6-8-3875,3-13 5203,7-10 0,14-6 0,8-2 0</inkml:trace>
  <inkml:trace contextRef="#ctx0" brushRef="#br1" timeOffset="397971">26444 7677 22184,'-13'-30'1423,"5"3"-1183,16 11-88,3 3-57,4 1-34,3 1-33,6 2-16,6 3 10,6 2-11,5 2 0,4 1 1,2 2-12,-5 2-12,-8 3 40,-10 4 34,-10 5 33,-7 5 23,-4 6-23,-2 7-5,0 4-6,3 6 0,4 5-6,7 7-235,-5-24 0,1 0 162,3 3 1,2-1-1,2 2 1,2-1-9,1 1 1,2-1 7,-1 0 1,-1 0 13,-4-3 1,-2 1 25,-1 25-46,-29-6-22,-24-5-109,10-24 1,-4-3-926,-3-1 0,-2-4 1057,-5-2 0,2-3 0,-5 1 0,7-7 0</inkml:trace>
  <inkml:trace contextRef="#ctx0" brushRef="#br1" timeOffset="399184">20684 10488 20582,'-11'2'1030,"5"-2"-733,17-2-22,3-4-62,6-4-163,1-1 79,31-19-62,-2 3-471,-11 6 1,1-1 414,-3 3 0,1 1-8,-1 0 0,-1 1-93,-3 3 1,-2 0-51,18-7-68,-21 9-369,-15 7-930,-9 3 1507,-7 5 0,0 0 0</inkml:trace>
  <inkml:trace contextRef="#ctx0" brushRef="#br1" timeOffset="400389">21966 10005 11833,'0'-11'5069,"0"2"-2509,0 9 823,0 0-3344,-16-36 62,15 35-23,-7-20-22,22 53 6,10 20-45,0-3 0,2-1 5,2-6 0,1-13 18,8 4 32,1-10 74,-5-8 476,-9-9 150,-12-4-452,-7-12-180,-5-7-39,-5-13-45,-4-21-34,-1 14-10,-1-20 4,6 23-10,1-3-146,4 8-807,11 6-817,8 9-186,4 2 1950,19 3 0,-26 6 0,9-1 0</inkml:trace>
  <inkml:trace contextRef="#ctx0" brushRef="#br1" timeOffset="400631">22728 9850 19300,'-4'0'3511,"0"0"-2732,4 0-1048,14-37 34,2 23-676,18-13 1,7 2-1111,14 12-601,-10 4 1,0 1-2824,-1 3 5445,-5 4 0,-25 1 0,-1 1 0</inkml:trace>
  <inkml:trace contextRef="#ctx0" brushRef="#br1" timeOffset="400790">22962 10013 22912,'15'8'-1098,"30"-24"-2940,6-15-211,-21 12 1,0 1 2833,14-9 0,-29 18 0,-6 4 0</inkml:trace>
  <inkml:trace contextRef="#ctx0" brushRef="#br1" timeOffset="401363">24119 9466 14919,'1'-3'8105,"0"1"-6442,-1 2-1500,-10-43-102,1 32-55,-11-32 0,5 43-29,-20 7 18,3 4-18,-19 8-5,8 0 6,4 1-12,13-7-50,7 5 67,14-6 23,0 9-6,8 0-11,1 7 33,2 6-11,1 6 1,-1 2 38,0 1-16,-4 0-6,1 0-6,-1 0-11,3 2-11,2 3-1696,0-17 0,1 0 1696,4 11-100,14 15 100,0-26-11,14 3-29,9-11-128,6-10-554,8-16-749,-29-4 1,0-4 1380,4-6 1,-1-2 0,4-3 0,-5-2 0</inkml:trace>
  <inkml:trace contextRef="#ctx0" brushRef="#br1" timeOffset="401871">24652 9465 20028,'0'-4'3926,"0"1"-2610,0 3-1255,-2-17-16,10 35-27,-3-20 4,13 47-16,-4-6 10,3 13-10,0 1 5,-2-2-11,1-5 6,-2-5 50,-2-3-23,-5-15 141,-3-4 140,-4-15-118,-1-5-152,-3-11-16,-2-11-16,-4-13-12,1-11 11,2-10 5,4 26 1,1-1 8,-1 0 1,1 0 75,-2-28 16,0 9-27,3 9-51,6 8 6,7 9 5,7 5-5,5 5-11,5 3-29,3 5 12,3 3-17,6 9-6,5 5 1,4 11-51,1 7-101,-4 10-173,-9 6-760,-8 6-865,-7 5-5859,-5-1 7814,-5-9 0,-7-23 0,-4-16 0</inkml:trace>
  <inkml:trace contextRef="#ctx0" brushRef="#br1" timeOffset="402071">24895 9728 23993,'-1'-46'-38,"-1"1"1,4 3 0,8 7-123,16 19 1,6 6-228,2-3 1,0 0-1206,3 2 0,0-1-1979,2 0 0,0 0 3571,-5 3 0,-2 0 0,9-3 0,-19 6 0</inkml:trace>
  <inkml:trace contextRef="#ctx0" brushRef="#br1" timeOffset="402264">25655 9292 19966,'-4'9'3736,"0"-2"-3271,4-7-113,0 0-374,3 67-258,10-13-135,-8-6 1,1 0-2778,10 13 3192,-10-19 0,-3-19 0,-3-5 0</inkml:trace>
  <inkml:trace contextRef="#ctx0" brushRef="#br1" timeOffset="402946">26046 9258 25309,'5'31'197,"2"1"-175,1-1-11,-2 0 17,-3-2 28,-2-3 17,-3-7 61,-1-6 40,-2-6-28,-2-8-68,0-9-39,-3-10-22,0-14-11,0-13 22,0-11-305,2-4 333,2 2 56,4 8 6,2 11-40,5 10-39,4 8-39,8 6 12,8 3-7,8 6 344,6 3-304,5 7-45,2 8-17,-3 8 6,-5 9 0,-9 6-51,-7 14 23,-11-4 28,-8-1 11,-12-2 50,-8-11 1,-7 1-34,-3-10-17,-1-10-6,-2-14 12,12-2-1,0-11 1,14 2 27,2-8-27,9 4 33,6 1-39,2 8 0,9 2-45,0 6 6,10 1 34,7 9-7,-10 2 1,0 2 11,12 7 0,-13-3 0,-1 2-56,-2 9-17,-5 7-16,-16 2-158,-20 1-1176,-25 3 275,4-14-1896,6-11 0,0-3 2196,-3-6 0,5 0 0,14-6 0</inkml:trace>
  <inkml:trace contextRef="#ctx0" brushRef="#br1" timeOffset="403397">26597 9021 24346,'18'-36'220,"0"-1"0,-2 3 1,1 9-137,0 19 44,5-1-38,-2 3 67,11 1-84,-2 3-22,3 6-29,-10 0 23,3 11-6,-7 3 34,6 23-56,-10-10 5,-6 2 0,-2 0 1,-1 0-9,-2-2 0,1 4 2,1-4 1,3 1-11,4 9 0,3 2-455,8 8 0,3 0 435,-1-9 0,0-2 5,-2-8 1,-1-2-36,4 18 4,-33-10-94,-19-2-175,0-18 1,-5-4-1288,-5-5 1,-2-3 1595,1-2 0,3-1 0,-13 0 0,21-4 0</inkml:trace>
  <inkml:trace contextRef="#ctx0" brushRef="#br1" timeOffset="413223">21054 11006 20470,'-4'-40'778,"0"0"1,-2-21-661,6 57 67,0 13-12,2 11-89,1 5 14,2 9 0,2 4-56,-1-3 0,1 2-625,3 19 1,2 3 615,0-1 1,1-1-17,1 4 0,0-2-12,-3-11 1,1 0 13,0 8 1,0 0 33,-4-15 0,-1 2 9,2 15 0,-1 2-1475,-3-9 1,-2-3 1448,1-9 0,-2-2 48,-2 12 124,-4-27 105,-2-5 253,-2-4-342,-3-25-191,3-2 824,-2-18-785,-1-29-47,8 30 1,-1-2 1325,-1-17 0,1-2-1332,1 4 1,1 1 22,-1-1 0,1 0 0,-1 2 0,0 1 6,0 4 0,-1 2 14,-2-18 55,-4-3 6,3 32-56,-2-4-16,5 19-35,2 7 18,1 3 706,0 1-824,1 1 157,3 13-73,2 1 6,14 43 0,-2-6-353,-4-11 1,-1 1 326,-1-6 1,-1 0 8,2 5 0,-2 0 0,6 20 5,-2-7-11,-8-19 34,-3-15 22,-2-3 45,0-7 95,-1-5-100,0-2 635,-2-6-680,-5-13-6,0-8-28,-4-15 6,3-2 44,0-5-16,1 11-1,-5-13 1,4 21-17,-4-7-12,3 17-10,3 7-35,-1 5-128,2 4-257,0 4-533,0 9-1501,1 8-341,2 4 2800,1 7 0,1-17 0,1 0 0</inkml:trace>
  <inkml:trace contextRef="#ctx0" brushRef="#br1" timeOffset="415465">20589 12509 11693,'0'-5'5685,"0"1"-1143,0 4-4306,-49-13-129,36 17 111,-36 6-61,47 31-73,5 21-828,2-12 0,1 4 727,0 0 0,1 0-494,1 2 1,2 1 435,-3-15 1,1 2-1,0-1-214,4 12 1,2 3-215,-1-1 1,2 4 0,-1-3 147,-2-8 1,0-3-1,-1 1 151,0 4 1,0 0-1,-3-3 221,-1 3 0,-5-5 87,-2-13 0,-3-4 484,-18 19 117,-20-36-402,-5-20-161,17-10 1,2-6 205,3-10 1,5-3-279,3 6 0,3-3 30,1-11 1,5-1-62,4 8 1,3-2-26,7-21 0,5-1-23,1 11 1,3 0-65,8-9 1,2 3 78,-7 21 0,2 1-12,6-8 0,3 1 3,-3 7 1,1 0-1,8-8 0,3-2-95,-8 10 0,1 0 1,-1 1 97,8-8 0,-1 2 2,-3 2 1,-1 1 5,-5 4 1,-4 5 569,-2 2-410,7-8 1773,-24 25-1828,-4 3 358,-9 7-427,-1 2 40,-5 10-11,2 6-34,-1 22-33,5 3-17,3 14 5,5-17 6,6 6-5,6-16 27,12 5-11,-2-16 56,3-6 17,-12-12 112,-4-9-33,-4-8 66,-2-23-66,-6-8 44,-3-15-84,-2 17 210,0 11 1,-2 0 80,-4-4-313,-1-6 33,-2 25-117,8 15-28,-3 2-96,1 9-133,5 2 16,0 3-1143,10 4-1002,9-8-230,4 1 2599,19-6 0,-23-3 0,8-2 0</inkml:trace>
  <inkml:trace contextRef="#ctx0" brushRef="#br1" timeOffset="415814">21400 12391 23903,'2'8'140,"7"8"-95,28 30-62,-3 4-768,-1 2 748,-18-22 1,-2 1-70,2 26 50,-1 0 44,-10-19 1,-3-2 157,-11 3-40,2 0 381,-13-26-246,8-29-1,0-1 76,11-31 1,7-8-208,1 23 1,3-1-525,4-27 1,3 1 467,0 27 0,0 6-14,8-13 328,6 2-440,-13 20-56,3 0-1714,-3 10 1843,-8 10 0,0-2 0,-6 4 0</inkml:trace>
  <inkml:trace contextRef="#ctx0" brushRef="#br1" timeOffset="418372">16915 8094 11100,'-42'6'1198,"0"-1"1,0 1 0,-12 1 0,10-2-213,22-3-601,16-3-189,16-1 19,14-3-53,22-5-117,1 1-662,5-3 0,5-1 639,-11 1 1,3 1-14,-1-1 1,4 0-1,-1-1 67,-3 1 1,-1-1-1,1 0-6,2 0 0,1-2 0,-1 1-3,2-2 1,0 1 0,-1-2 5,-1 1 0,-1-1 0,-2 1 43,7-2 0,0-2 35,-7 1 0,1-2 1,-6 3 241,9-6-156,-8 5 1,-8-1 638,-22 5-695,-10 6-21,-17-5-268,-10 8 120,-18-1 26,-4 5 39,-6 0 46,1-1 1208,12 0-1146,-12-7-3221,14-1 3219,1-2 113,8 0-113,19 7-136,2 0-153,5 2 31,10 2 227,6 0 3344,15 0-3292,10 1 14,12 0-26,8 7-576,-25-2 0,0 3 437,4 4 0,0 2-22,1 2 0,0 2-128,-1 3 0,-4 2 1,-5 2 0,-4 3-204,-9 3 0,-6 3 40,-11 4 0,-9 1-874,-8 6 1,-6-1 555,-3-3 0,-1-4 0,-12 12 1,15-22-1</inkml:trace>
  <inkml:trace contextRef="#ctx0" brushRef="#br1" timeOffset="420188">16059 8514 13334,'-11'-44'1378,"0"0"0,0 0 0,-5-15 0,4 10-437,7 20-409,1 4-224,3-4-107,5 7-72,5 8-28,5 6 33,3 10-55,-2 5 167,9 31-168,-12-8-8,-2 3 0,-1 4-2,-2 23-54,-3-15 0,0 1 8,-1-10 0,-1-1-5,0 3 0,0-4 0,1 2 78,-1-7 303,-1-14 235,0-4-218,0-10-309,-1-13-22,-3-12-3386,0-15 3318,-2 2-127,2 1 1,-1-2 144,-1-21-20,1 17 0,0-1 3,1 10 0,1 2 11,-1-21 0,0 14-12,2 15-55,0 13 6,0 9 3310,0 12-3272,1 2-21,3 31 10,0-1 12,0-10 1,1 1-2,1 14-2,3-8 0,0-1 8,3 3-11,-2-9 0,-1-3 51,-2-5 251,-2-11-140,-4-10-89,-4-13-56,-1-3 390,-11-31-368,5 0-28,3 10 1,0-3-4,4 5 0,0-1 32,-1-26-7,3 11-16,1 16-34,1 16 6,0 10 11,0 30 6,0 5-6,0 28 5,1-3-307,1 4 313,3-3-16,2-7-1,-1-15 0,2-5 146,-3-15 152,-1-3-68,-2-11-145,-4-15-1,-3-14-11,-3-17-44,-1-13-50,5 24 1,1 0 20,1 1 1,1 0 33,-1-25 17,3 22 39,0 14-95,-1 18 22,-3 13-11,-3 18-129,-7 34-89,5-12-457,2-7 0,2 1 644,6-8 0,2-2 0,-3 14 0,5-5 0</inkml:trace>
  <inkml:trace contextRef="#ctx0" brushRef="#br1" timeOffset="424085">22192 11914 22212,'-44'-33'963,"2"44"-839,31 39-503,4-13 1,0 2 445,0 1 0,1 2-553,2-1 1,1 3-1,-1-2 491,0 11 1,0 2-10,1-5 1,1 4-1,3-3-360,7 8 0,4-2 148,0-2 1,5-2-453,7 0 1,6-6-448,0-19 1,2-6-1485,23 5 2599,-16-17 0,-3-5 0,-9-1 0,12-2 0</inkml:trace>
  <inkml:trace contextRef="#ctx0" brushRef="#br1" timeOffset="425784">22912 12123 23248,'-25'-40'364,"5"18"-235,21 57-45,-1 1 0,1 2-22,1 23-202,-2-19 0,1 0 185,-2 12 61,-1-7-2995,-2-8 3068,2-19 308,-1-7-88,3-15-187,0-11-72,3-13 91,4-18-192,2 8 0,0-2 0,6-16 1503,-2 13 1,2 1-1459,6-9-34,8-5-3275,4 7 3237,-11 21-7,9 5 12,-12 16-6,9 6 0,2 9 231,4 10-270,-10 2 0,-1 1 3369,11 12-3453,-9-5 0,-1 2-600,7 15-145,-12-18 1,1 1-2925,-2-1 0,0-1 3781,12 18 0,-13-19 0,-7-13 0</inkml:trace>
  <inkml:trace contextRef="#ctx0" brushRef="#br1" timeOffset="426311">24218 11786 17204,'3'-3'3770,"0"0"-1221,-3 3-2169,-6 2-161,-4 14-57,-9 10-106,3 6 28,-5 14-50,7 7-6,3 1-34,8 3 6,13-18 0,1-13 11,13-3 6,14-12 6,-11-3 33,13-13 5,-23-10 74,1-14-46,-6 3 214,-4-25-197,-5 21 79,-2-4 0,-2 0-39,-2 5 123,-6-21-101,-3 27-51,-5-1-50,-4 9-61,-5 8 0,4 5-23,2 4-78,2 8-174,4 5-902,-1 14-862,10-1-5770,14 6 6955,8-11 0,-2-9 0,-6-7 0</inkml:trace>
  <inkml:trace contextRef="#ctx0" brushRef="#br1" timeOffset="426702">24732 11726 25847,'-52'4'106,"27"19"1,8 5-85,15 12-815,2 8 1,1 5 806,2-11 0,0 1-14,2 17 0,0 3-32,0-17 0,-1 1 0,1 0-80,0 2 0,0 0 0,-1 1-1465,1 11 1,-1 1 0,-1-3 1153,2 1 0,-3 0-343,-1-6 1,-3 2 0,-1-5-442,-4-3 1,-2-3 806,1 0 0,-3-2 450,-8 4 0,-3-5 1138,-8-8-46,-9-2-520,15-45-258,10-27-191,8-7-14,8 6 1,4-3-702,4-8 0,3-2 603,0 0 1,1-1-45,0 4 0,1 0 642,0 2 0,-1 3-1673,6-12-854,-6 17 0,2 2-3537,6-7 5102,2 3 1,-14 28 0,-1 0 0</inkml:trace>
  <inkml:trace contextRef="#ctx0" brushRef="#br1" timeOffset="429017">7024 12885 14129,'-44'13'526,"0"-1"1,5-2 0,8 3-241,13 8 39,5-2-169,2-2 208,-6 9-196,6-6-190,-1 2 5,7-9 56,6-5 1,4-4 66,7 2 40,8-5 117,28-7-101,5-6-376,7-5 284,-25 3 0,3-1-544,9-5 1,2-2 518,5-1 0,3-1-568,-10 4 0,2-1 1,0 0 536,-2 2 1,0 1 0,0-1 0,5-1 0,1 0 0,-2 1-10,-8 4 1,-1 0 0,2 0 3,9-3 0,2 0 1,-2 0 1,-9 5 0,-3 0 1,4-1 3,0 1 0,3-2 1,0 1-1,-2 1 15,4-2 0,-3 1 0,-1 0-19,-3 1 0,0 1 0,-4 1 23,5-2 0,-6 3-23,5-1 252,-5 2-246,-21 6-748,-12 0-3867,-5 1 4598,0-2 0,0 2 0,0 0 0</inkml:trace>
  <inkml:trace contextRef="#ctx0" brushRef="#br1" timeOffset="430570">25821 11462 17591,'-59'-8'1025,"11"2"-722,21 13-6,-1 1 67,-23 9-191,0 0-467,19-5 1,1 1 371,-11 4 28,-8 8 51,14-6-34,-3 7-106,16-11 67,10 4-17,13-13 112,6 4 151,6-4-122,2 2 122,9 5-207,-9-3 646,5 12-674,-10-9 347,6 16-185,-5 12-111,0 8-101,-6-16 0,-1 1-110,-1-1 0,0-1 93,1 23-6,0-20 0,0 1 3,2-1 1,1 0-37,4 22-12,3-18 1,3-4-51,10-4 11,7 3-156,11-16-740,10-12-1064,6-6-1937,-23-5 1,-1-3 3958,15-10 0,-19 4 0,-15 4 0</inkml:trace>
  <inkml:trace contextRef="#ctx0" brushRef="#br1" timeOffset="430995">26416 11476 11390,'0'-5'4482,"0"1"625,0 4-4636,-14-39-169,6 29-106,-13-29-10,6 42-7,-5 6 11,-8 10 18,-5 9-29,-4 7-50,2 6-34,5 5 17,8 3-65,15-16 1,2-1-37,-1 12 73,9 19-50,5-22-17,7 7-6,-1-12 0,7 1-78,10-9-135,7-4-330,13-6-880,1-17-4744,8-13 6156,-5-6 0,-19 4 0,-15 4 0</inkml:trace>
  <inkml:trace contextRef="#ctx0" brushRef="#br1" timeOffset="431336">27050 11618 23355,'-8'36'-191,"0"0"1,0 1-1,3-5-1473,5-5-6272,1 9 7936,-2-6 0,1-12 0,-2-8 0</inkml:trace>
  <inkml:trace contextRef="#ctx0" brushRef="#br1" timeOffset="431835">27681 11120 21887,'4'-39'594,"0"0"0,-3-24-426,-11 61-45,-10 1-39,-10 6-11,-7 1 11,-5 5 16,-1 1-4,4 2-7,7 2-16,8 0 0,5 0 16,5-1 1,2 0-6,3-2 0,0 3 34,-1 1 10,1 4 1,0 6 6,1 7-7,2 7-10,3 5-12,1 2-22,3 1-21,6-2-19,3 1-4,6-1 10,3 2-56,0-2 6,3-3-22,2-8-84,4-8-164,5-12-346,5-7-605,6-14-1092,5-9-2603,-18-2 1,-2 0 3123,9-6 1,-5-1-1,-27 19 1</inkml:trace>
  <inkml:trace contextRef="#ctx0" brushRef="#br1" timeOffset="432027">27346 11551 17339,'-4'0'2935,"0"0"-2392,4 0-1372,65-55-5967,-20 30 6796,1-9 0,-2 3 0,-10 17 0,-15 7 0</inkml:trace>
  <inkml:trace contextRef="#ctx0" brushRef="#br1" timeOffset="432602">28084 10885 22503,'-22'-48'995,"0"-1"0,2 6 1,6 7-453,12 13-358,6 11-118,1 3 62,10 9-45,4 10 0,13 12-34,-5 6 1,0 4-46,-6-8 1,-1 2-443,13 23 1,-2 4 436,-9-7 0,-3 3-421,-2-7 0,-1 3 1,-1 1 337,-1 1 1,-2 2 0,-3 2-533,-2 8 1,-4 3 0,-3-3-915,-3-8 0,-3-2 0,-2-1 1145,-2 1 1,-1 0-1,-1-6 1,-1-9-1,-1-6 1,-3 4 0</inkml:trace>
  <inkml:trace contextRef="#ctx0" brushRef="#br1" timeOffset="435622">27991 10721 8097,'-7'-5'6212,"2"2"-4257,5 3-326,0 0-654,-64-12-426,29 21-559,-10-8 1,1 3 183,10 18 194,-8 6-116,14-6-84,-1 1-62,10-4 40,11-9-1,5-5 214,8-3 267,5-2-295,13-5-169,3 0-11,12-7-83,-8 3 32,15-7-44,-2 1-11,16-4-208,0 0 207,-3 2-27,-8 5 22,-14 4 6,-12 5 6,-12 2 49,-7 1-10,-3 3-23,1 2 236,0 0-258,3 4 39,1 1 22,5 4 23,3 3 0,2 2-28,3 2 5,-1 1-11,-2 1 51,-1 8-79,-6-9 112,-2 23-123,-5-21 34,0 25-12,-1-10-16,2-6 0,-1 0-29,2 15 20,1-5 1,1 0-21,0-5-8,0-2 1,0 0 24,1 8-5,-1 8 5,-1-3 40,-3 6-1,-3-1-49,-1-2 11,-2 3-29,0-25 62,-2 19-39,4-29 61,-6 18 34,-1-17 34,-4 3 33,-8-3-73,4-8-94,1-3 38,2-7-33,5-2-101,-10-5-28,7 0-908,-17-8-1791,10 2-2886,-4-2 5669,7 1 0,11 6 0,0 0 0</inkml:trace>
  <inkml:trace contextRef="#ctx0" brushRef="#br1" timeOffset="436214">28598 10628 24906,'-32'-12'123,"0"-1"0,-12-2-50,62 23-11,11 10-1,12 10 24,8 10-714,-20-13 1,1 1 600,3 6 0,0 2-3,3 6 0,-1 3 5,0 7 1,-2 1 17,-6-8 0,-4 3-58,-5 3 1,-4 4 0,-3-2-667,-5 7 1,-6 0 525,-2-2 1,-2 3 0,-4-5 12,-4 1 0,-7-2-610,-7-5 0,-6 1 0,1-4-2258,-2-1 0,-1-3 3061,5-6 0,-2 1 0,4-5 0,-13 10 0,21-22 0</inkml:trace>
  <inkml:trace contextRef="#ctx0" brushRef="#br1" timeOffset="436960">29380 10677 21646,'-40'-10'1406,"5"6"-1311,12 22-50,10-2 34,10-3 16,10-2-6,9-1 18,9-1-12,8-3-45,5-1 1,3-1-1,2 1-27,-3 0-1,-5 2-39,-8 0 40,-8 2 5,-8 2 44,-6 4 108,-5 4-68,-6 2-40,-6 4 40,-6 2-5,-6 2-29,-1 0-16,0 1-29,3-2-16,6-3-6,6-4 17,6-5-11,8-4 11,5-4 6,8-3-1,5-3-5,2-2-28,-1 0 0,-5 2 12,-7 2 10,-6 6 28,-3 6-5,-8 7 6,-3 9-1,-5 6-16,-2 5 5,0 3 22,2 3 7,2-1-17,0-3-23,5-5 5,3-7-22,6-9-11,6-7-22,7-8-231,9-9-1074,9-11-8504,7-8 9297,-10 2 1,-8 3 0,-16 10 0</inkml:trace>
  <inkml:trace contextRef="#ctx0" brushRef="#br1" timeOffset="439507">22169 14071 17759,'-7'-57'1891,"0"-1"0,2 15 1,0 5-1545,-1 5-229,3 27-73,-2 19-29,1 0 1,-4 29-11,-2 3-57,4-13 1,0 2-611,-1 4 1,1-1 94,-3 26-4350,5-16 1,3-2 4492,3 5 0,-2 6 0,4-38 0</inkml:trace>
  <inkml:trace contextRef="#ctx0" brushRef="#br1" timeOffset="439899">22237 13715 21976,'-34'43'264,"12"-1"-219,34-25 11,7 4 17,2-4 89,0-7 180,-3-5 83,-6-12-72,-4-8-22,-5-11 5,-5-8-12,-5-2-32,-5 2-35,-3 6-99,-1 10-97,1 9-50,0 7-55,3 11-19,1 8-189,4 11-386,5 7-908,11 5-5001,10 4 6120,8-8 0,-8-13 0,-7-11 0</inkml:trace>
  <inkml:trace contextRef="#ctx0" brushRef="#br1" timeOffset="440122">22785 13643 24699,'-45'39'162,"0"0"0,3 3 1,8 3-147,18 0 1,8 2-739,-1-8 1,2 4 721,1 3 0,2 6 0,0-2-1035,1 11 1,2 1 920,1-2 0,0 4 0,2-1-222,0-5 0,2-2 0,0 1-631,1 1 0,1 0 0,-1 1 967,1 3 0,-1-1 0,0-5 0,1-4 0,-2-6 0,-1-6 0,0 1 0</inkml:trace>
  <inkml:trace contextRef="#ctx0" brushRef="#br1" timeOffset="440298">22387 15454 19274,'-22'-58'720,"1"-1"0,-1 0 1,4 3-1,2 1 1,7 2-551,14-5 1,8 3-692,2 0 0,3 1 568,5-1 1,2 3-34,-6 12 0,4 1-7,0 2 1,4-2-1,-1 3-13,4-2 1,1 1-1,-2 2 1,2-2-1,-1 2-67,8-5 1,0 1-614,4-4 0,-1 3-26,-13 14 0,-2 1 712,6-7 0,-5 4 0,-12 13 0,1-4 0</inkml:trace>
  <inkml:trace contextRef="#ctx0" brushRef="#br1" timeOffset="441163">23426 13610 17669,'0'-4'4862,"0"0"-3277,0 4-1025,-30 70-1435,19-27 918,0-5 0,-4 9 0,4 1-12,7 5 1,3 2 0,1-1-42,1-6 1,0-2 0,1 3-434,2 12 0,2 3 0,3-6 233,7-4 0,8-6-728,13-2 0,4-5-123,-12-15 0,3-4 1061,26 0 0,-2-8 0,-20-7 0,18-4 0</inkml:trace>
  <inkml:trace contextRef="#ctx0" brushRef="#br1" timeOffset="441988">24095 13894 10254,'1'-4'9830,"0"1"-7030,-1 3-2705,0-41 73,-9 39 28,-6-23-117,-5 48 10,2 4 1,-1 1-45,-1 6-20,0 7 0,1 2-14,3 11-14,7-16 1,2 1-60,8 19-100,14-9-113,11-8-150,12-11-360,7-9-1007,8-11-4365,7-16 6157,-6-5 0,-20 0 0,-14 2 0</inkml:trace>
  <inkml:trace contextRef="#ctx0" brushRef="#br1" timeOffset="442789">24523 13704 17843,'0'-60'1738,"0"-1"0,0 11 1,0 6-507,0 5-723,0 24-329,-1-1-169,1 13 56,0 15-22,2 9-17,3 19-17,1-2 8,0-1 1,1 3-431,-3-9 1,1 1 415,2 17 1,-1 0 0,-2-16 0,-1 0-1,1 13 1,-1-2-375,-1 8 377,-1-19 1,0-1-9,-1 0 107,0-15 246,0-11-291,6-31-29,3-16-21,2-6-1,-2 15 0,0 3 810,1 0-737,12-16 379,-11 26-435,5-2-5,-6 16-23,0 10 11,4 3-11,4 10 0,5 5-22,4 5 10,5 0-4,3-3-96,4-6-73,4-5-73,2-7-11,-2-8 112,-7-8 84,-9-9 62,-7-10 33,-8 1 57,2-20 22,-6 15 33,4-9 29,-6 19-1,-2 10-89,-2 6-45,-1 5-11,0 2 17,1 3-12,1 3-16,2 4 5,2 1-11,2-1-11,4-1 11,3-4-28,5-5 28,2-9 22,1-7 0,-3-9 46,-3-5 16,-6-3 28,-5 1 50,-5 2 56,-6 5-89,-1 7 246,-8 7-207,-1 8-61,-10 8-46,4 4 107,-15 23-106,11-2-40,-6 17-10,15-4-12,10 1-34,13-1-128,12-4-376,17-8-930,14-10-145,-2-11 934,-11-8 1,-2-2 0,-9 0 0,13-2-1</inkml:trace>
  <inkml:trace contextRef="#ctx0" brushRef="#br1" timeOffset="443756">26038 13444 14734,'0'-5'6716,"1"1"-4688,-1 4-1709,-48-13-196,28 19-16,-37-7 21,35 34-38,0 8-45,-3 16-34,14-26 0,2 1-3,1-1 1,3 0-102,2 5 1,2-2-53,4 10-309,17 8-369,11-31-623,17-1-1489,9-12 2935,-16-17 0,-2-3 0,1 5 0,8-15 0</inkml:trace>
  <inkml:trace contextRef="#ctx0" brushRef="#br1" timeOffset="444064">26399 13309 12228,'-12'-48'984,"-1"1"0,2 1 0,3 9 2135,6 20-2486,1-2-460,1 9 1623,2-2-1634,0 9 961,1-3-966,-2 5 3538,0 0-3679,-1 12 7,0 9-12,0 19 11,0 13 6,0-12 0,0 1-520,0 17 472,0-14 1,1 0-99,1 13-2016,1-7 1,1 0 1265,1 10-1737,-1-17 1,0-4 2604,1-10 0,-1-6 0,-1-12 0</inkml:trace>
  <inkml:trace contextRef="#ctx0" brushRef="#br1" timeOffset="444407">26651 13339 17748,'0'-6'5013,"-1"1"-3182,1 5-1551,-38-41-95,10 48-56,-30-26-6,18 63-67,2 4-45,18-22 0,2 1 1,-10 17-9,13-13 0,2-1-3,4-1 28,3 27-6,17-31-11,9 8-11,1-17 23,14-2-90,12-7-46,7-3-186,-20-4 0,0-3 67,-1-3 0,-3-1-250,20-7-541,-18 2 1,1-3-3894,1-3 1,-2 0 3303,18-10 1,-5 1 0,-37 21 0</inkml:trace>
  <inkml:trace contextRef="#ctx0" brushRef="#br1" timeOffset="445492">27167 12997 17906,'-6'-45'901,"1"0"1,0 5 0,-2 8 1216,-7 18-1754,0 6 311,2 5-524,-4 8 373,-7 15-401,-2 11-44,-6 18-29,7 5-33,6 5 961,8-11-986,10-14 0,5-1-54,11 9-11,-2-13 0,4-1-224,23 8-185,7-8-150,3-10-186,-1-9 28,-4-10 364,-5-11 331,-5-12 168,-5-9 168,-6-5 213,-7 3 145,-7 5 34,-5 9-62,-4 8-162,-4 7-129,-1 5-107,-3 5-77,0 3-45,3 5-18,0 4-16,4 2 5,4 1 1,4 0-34,5-3-1,6-3 1,4-6 0,4-6 5,2-9 34,0-8 28,0-8 56,-2-6 107,-4-2 128,-7 2 56,-5 4-67,-6 7-39,-3 6-56,-3 7-84,0 3-101,-3 18 11,-2 5-28,-5 21-3425,-7 17 3386,4-14-28,3-10 0,0 1-191,-1 13-120,6-15 1,0 1-1105,4 0 1,2 0 1442,6 3 0,2-3 0,-1 7 0,8-8 0</inkml:trace>
  <inkml:trace contextRef="#ctx0" brushRef="#br1" timeOffset="446563">28125 12950 20028,'0'-6'4055,"0"1"-1927,0 5-2049,-52-40 27,30 40-50,-11-14 0,1 5 28,7 41-28,-1 9-11,2 7-34,4 5-28,9 1-28,11-1-83,14-6-130,12-4-252,11-8-313,6-9-85,3-10 309,0-8 420,-2-10 224,-6-7 162,-4-8 532,-6-4-420,-13 7 264,-5 1-79,-9 9-89,-3 0-51,0 1-79,-1 1-94,0 1-90,1-3-57,2-2-21,6-6-18,6-5-5,8-9 6,11-8-28,6-13 10,-10 10 1,0-1-149,-9 10 0,0 0 154,8-14 1,-3 0 10,1-11 9,-12 20 0,-1-1 54,1-27 4,-8 2-4,-9 5 16,-5 3 39,-2 7 134,-1 5-189,5 17 10,1 7-44,4 15-29,-3 10 34,-3 12-11,-5 20-61,-2 17-270,7-22 1,2 2 290,1 5 1,1 1-14,3 3 0,2 1-59,4 1 0,3-2-163,2-1 1,5-1-236,2-5 1,4-3-338,1-5 0,2-3 37,1-6 1,1-4-1101,21 5 342,-4-16-1997,3-25 3632,-15 1 934,8-24-240,-17 11 437,0-9-111,-10 6 728,-18-1-1491,1 16-44,-12 0 152,2 14 3235,0 2-3516,-3 3-118,5 5-33,6-1 23,5 6-12,5 0-22,5-3-6,0 1-11,9-7-6,-4-3-33,12-2 6,-1-6 10,8-8 29,-2-10 39,-3-9 5,-1-15-11,-11 15 68,-2-11 61,-9 24 11,-4 0-50,-7 10 16,-9 9 90,-19 17-173,8-3 72,-16 20-94,18-3-18,-5 24-22,14-3-6,6-1-22,17-4-78,7-11-521,21 12 117,-7-16-1655,1-9 0,4-3 2165,12-3 0,-4 1 0,-12-11 0</inkml:trace>
  <inkml:trace contextRef="#ctx0" brushRef="#br1" timeOffset="446815">29521 12540 26777,'-31'11'205,"-1"1"0,2 5 1,5 6-173,13 12 1,6 5-260,-1-8 1,1 2 219,0 12 1,3 0-361,3-9 1,2 0 267,3 8 0,3 1-753,8 1 0,5-2-1116,-1-11 1,3-2 1966,2-3 0,-1-3 0,3-5 0,-12-13 0</inkml:trace>
  <inkml:trace contextRef="#ctx0" brushRef="#br1" timeOffset="448088">26527 12362 9626,'-4'0'5539,"1"0"-1645,3 0-3788,-43 3-78,32 1 23,-27 2 21,49-1-4,13-4-29,11-7-17,11-4 12,3-5-1,-4 1 51,-11 4 124,-14 4-12,-17 6-107,-17 6-5,-17 7-39,-1 0 30,0 2 1,-1-1 98,-14 7-12,14-6 0,0 0 270,-9 4-85,13-5-151,13-6-135,8-5-83,5-2 28,4-1 27,7-2-33,9-4-22,13-7-1,11-6 7,8-3 16,1 0 0,-6 3 50,-13 6 12,-14 6-40,-18 5-5,-15 8 5,-16 6 6,-14 8 17,-8 5 57,-3 0 54,7-1 7,13-6-51,17-7 95,12-7 135,12-5-68,8-6-106,13-6-39,9-6-17,7-4-6,2 1-5,-1 0-23,-7 4-16,-8 5-51,-11 4-22,-5 6-34,-7 1-112,0 3-358,0 3-1233,3 2 1748,4 4 0,-4-4 0,0 0 0</inkml:trace>
  <inkml:trace contextRef="#ctx0" brushRef="#br1" timeOffset="449030">30225 12667 12152,'1'-6'7142,"-1"2"-4218,0 4-2627,-14-24 235,9 16-73,-12-18 62,4 22-286,-11 7-162,0 2 67,-17 14 16,4 5-32,-13 11-330,23-14 0,2 2 239,0-1 1,1 3-3,0 6 0,2 0-20,-4 10-87,6 16 37,19-21 5,12 6-139,24-4-46,11-13 51,6-9-509,11-12-1772,-6-12 2449,-18 0 0,-2 0 0,6-4 0,-7-2 0</inkml:trace>
  <inkml:trace contextRef="#ctx0" brushRef="#br1" timeOffset="449514">30411 12334 16986,'-4'-2'6329,"2"1"-4313,2 1-1718,-34-24-130,26 17-90,-25-17-67,33 24 34,1 0 39,11 4-22,5 5 22,16 10-28,7 8-6,8 11-443,-5-3 396,-14-10 0,1 3-26,5 7 1,0 1-476,-1 3 0,0 1 484,2 10 0,-4 2-42,-13-6 0,-6-1 0,-5-7 0,-6-1-221,-9 10 0,-10 0-1872,-15 0 1,-8-1-2768,2-1 1,-2-2 3220,-1-3 0,2-6 0,-1-2 0,30-25 0</inkml:trace>
  <inkml:trace contextRef="#ctx0" brushRef="#br1" timeOffset="454063">30399 13104 20783,'-24'36'191,"-1"4"-225,4 3-218,8-14 0,-1 1-1293,-9 19-1234,2-2 1364,7-14 0,9-22 0,2-1 0</inkml:trace>
  <inkml:trace contextRef="#ctx0" brushRef="#br1" timeOffset="454541">30418 12885 13194,'0'-3'4884,"0"1"-1742,0 2-2991,2-22-39,-1 22 68,2-5-63,-1 31-22,1 19-67,2-5-5,3 4-1,0-19 40,7 3 51,-8-19 122,4 4 773,-8-12-650,1-9-223,-1 1 66,1-15-33,0-4-17,4-20-95,-2 8 17,1-4-34,-3 19-16,-2 8 38,0 6-206,-2 6-998,1 1-946,1 11-673,0-3 2762,7 13 0,-6-13 0,2 3 0</inkml:trace>
  <inkml:trace contextRef="#ctx0" brushRef="#br1" timeOffset="455051">30731 13023 8043,'0'-4'4565,"0"0"-3334,0 4-1270,1-5 51,-1 3 28,1-3 53,-3 5 80,0 0 225,-2 0 173,0 0 382,2 0-349,0 0 2343,1 0-2068,1-3-476,-1 1 616,1-4-525,0 5-7,0-1-465,-4 10-16,-2 3 0,-4 5-57,-8 14-234,2-3-870,-9 13-8676,2 2 7521,10-16 1,2-3 0,10-19-1</inkml:trace>
  <inkml:trace contextRef="#ctx0" brushRef="#br1" timeOffset="456145">31117 12780 23103,'-10'-14'257,"-1"12"-190,4 38-27,-3 5 4,0 5-16,0 1-22,1 0 16,0-4 6,0-6 23,0-8 27,-2-5 51,1-8 78,1-8 0,2-4-61,1-9-62,0-7-50,1-13-12,2-11-16,4-13 5,8-12-3,-2 28 1,1 0-236,3-2 1,1 1 242,1 1 1,0 1 17,14-22 9,-1 9 7,-2 15-22,-2 10 0,-4 11-16,-2 6-12,-4 10 485,-2 7-462,-4 12 13,-3 9-31,-10 10 12,-6 6-17,-10 3-242,-6-2 293,0-5-23,3-9-34,7-11 12,8-12-6,6-6 16,4-6-10,3 0-6,4-1 208,7-1-320,8-2-162,9-3-392,10-3-527,8-7-790,9-6 103,-25 7 1,0-1-1894,2-2 1,-1-1 1613,1-1 0,-1-1 2159,-2 1 0,-2-1 0,21-18 0,-15 6 2890,-17 6 1697,-16 5-1293,-10 5-779,-7 1-123,-4 1-1160,3-2-330,1-1-247,4 0-140,2 1-134,5 2-106,1 4-113,2 4-89,1 3-62,0 2 34,-3 3-6,1 0 23,-4 7-34,0-1 22,-2 2-33,1-1 0,4 0 11,1 0-40,5 2 35,2 4 16,6 5-17,3 6 7,5 5-18,1 5-5,0 4-6,-3 2 0,-5 1 11,-6-1-33,-8-4-1,-7-5-73,-9-6-284,-8-5-836,-3-8-3096,-1-9 3464,7-7 0,9-2 0,8-1 0</inkml:trace>
  <inkml:trace contextRef="#ctx0" brushRef="#br1" timeOffset="458109">30555 12532 15855,'15'-30'238,"0"0"0,10-17-104,-4 37-16,-5 6-23,1 0 107,-5 4 100,-7 7-145,-3 0 128,-5 9-83,-3 0-12,-7 11-78,1-1-5,-1 6 10,2-6-66,3-6 122,0 6-66,6-10 5,1 4 101,8-10 45,5-3-152,2-4 46,10-2-52,2-1 29,14 0-73,-7 0-17,0 0-11,-17 1 168,-6 4 0,-7 4-33,-7 6-18,-4 3-50,-7 4-72,2-3 38,-5 9-55,9-9 5,-2 8 0,7-8-22,3-3 22,5-4 12,3-3-1,3-2 29,2-1-29,0-2-11,2 1-5,-1-1-6,-1 2 28,-4 1 28,-2 3 61,-3 2 7,-3 3-40,-5 2-45,0-4-62,-7 6-268,6-8-1047,-2 2 1338,9-7 0,-1-3 0,4-3 0</inkml:trace>
  <inkml:trace contextRef="#ctx0" brushRef="#br1" timeOffset="458679">31643 12353 18257,'-5'-3'4700,"2"2"-2662,3 1-1942,-12-30-46,14 24-16,-4-14 5,21 38 6,11 31-34,-7-9-296,-4-4 0,-1 3 282,-5-8 1,0 2-29,5 9 0,-1 2-11,2 1 0,-2 2-90,0-1 1,-1 0-200,-3 0 1,-2 0-597,-4-3 1,-6-1-2424,-8 0 1,-6-3 3349,-2-5 0,-2-5 0,-11 9 0,8-18 0</inkml:trace>
  <inkml:trace contextRef="#ctx0" brushRef="#br1" timeOffset="460761">32158 12456 8433,'-6'-2'5299,"1"0"-1474,5 2-3539,26-12 162,-19 9-79,18-8-54,-24 11-282,-1 0 51,-1 3-5,-2 0 195,-7 12-173,2-7 213,-10 13-219,9-12 112,-7 10-140,11-12 34,-1 4-11,4-6 128,2 1-89,1-2 335,7-1-240,3-2-3498,8 0 3308,-3-1-12,7 3 6,-10 1 0,6 5 17,-10 5 44,-4 4-55,-3-1 3442,-2 10-3431,0-7-28,0 9-6,0-6 0,1-5 17,3 4-11,1-8-12,1 4 18,-2-8 28,0-3-40,-2-3 45,0 3-22,0-3-1,-1 4 1,0-2-12,0 1 18,0 1 32,-1 3 57,-3 2 22,-5 7-55,-10 6-35,-11 7 6,-6 5-5,-4 2-28,9-9 5,-1 10 0,20-17 0,0 9 45,19-13 51,7-3-18,11-6-33,6-4-33,6-3-18,0 0-10,-6 1-18,-10 0 40,-8 6 5,-12 3 6,-7 6 0,-8 2-67,-7 1-78,1-1-40,6-6-1305,9-1-3602,14-9 5036,5 0 0,-2-5 0,-5-1 0</inkml:trace>
  <inkml:trace contextRef="#ctx0" brushRef="#br1" timeOffset="462151">30293 14225 11932,'-52'9'1971,"-1"1"1,1-1 0,-15 3-1,12-6-1668,23-8 484,44-11-650,17 1 0,7 1-59,7-1 1,5 0-1357,0 1 0,5 1 1,-3 1 1288,5-2 0,2 1-6,2 0 1,6 0 0,-4 1-242,-12 1 0,-3 1 0,3 0 234,-2 0 1,1 0 0,2 0-1,-1-1-11,1 1 1,0-1-1,0 1 1,1-1-2,-2 0 0,1 1 0,0-1 0,0-1-2,6 0 1,2-2 0,-1 1-1,-4 1 14,-3 0 0,-4 1 1,2-1 2,9-3 1,0 0 0,-7 0 48,-14 3 1,-4 0 50,0-1 0,-3-1 118,2-6-68,-23 1-123,-10 6 2557,-9-3-2557,-4 5 2431,-12-3-2426,-10-1 46,-13 0 89,-7 0 145,-3 0 113,5 0 39,11 3 73,14 3-292,13 2-128,11 3-79,4 0-11,2 1 17,5 0-12,5 3 7,9 3-18,7 6-11,6 7-11,4 8-22,0 8 10,-16-9 1,-2 0-17,4 13-129,-11-7 1,-4 1-175,-6-3-1477,-11 25-6880,-8-17 7840,-3 2 0,6-16 0,7-11 0</inkml:trace>
  <inkml:trace contextRef="#ctx0" brushRef="#br1" timeOffset="463568">32316 14057 18487,'-2'-3'3826,"0"1"-2706,2 2-1075,-9-6-23,8 12 51,-8 16-62,10 1 17,-1 25-17,-1-18-33,1 6-12,3-7 57,8-5 61,3-11-17,0-3 258,4-13-90,-3-7-28,6-8-22,-1-4 33,-4 1-94,-5 7 44,-6 4-135,-4 11-22,-5 7-33,0 7 0,-2 7 5,3-4 6,4 10 11,5-10-28,0 4 33,11-6 23,-2-11-33,3 2 5,3-9 28,1-12 28,0-3 33,4-10 7,-9 0 22,-4 1-46,-6 7 113,-4-3-134,-4 12 10,-2-6-55,2 11-90,-2 0-303,3 5-212,7 7-449,1 2-778,8 6-1339,3-1 802,-4-5-7468,13 1 8936,20-18 895,-17 6 2509,13-13 1076,-35 6 3585,2-7-4650,-4 2-907,0-7-532,-5 7-342,-3 1-279,-4 4-253,-3 3-145,-3 4 16,-11 7-67,5 5 1,-9 7-12,7 4-6,4 1-16,7 0-68,3-2 12,10-3 38,3-5 24,8-4 10,-3-5-11,7-1 107,4-11-17,0-2-1,4-9 108,-10 1 105,-4 0 74,-6 3-7,-4 2-94,-2 3-40,-2 3-83,0 2-62,0 4-62,0 1-6,-2 6-5,-1 4-22,-3 9 22,2 7-73,0 3-22,4 2 22,7-1-61,5-1-29,9-3-10,5-5 83,1-7 96,0-6 16,-4-13 12,0-7 16,-1-13 62,-1-6 11,-3-6-22,-6 0 62,-4 5-18,-5 9-38,-5 9-35,0 10-72,-1 2 6,0 3 39,1 1-45,-2 6-34,1 0-33,-5 16-62,3-3-274,-1 12-487,4-6-785,8 0-2045,3-4 3720,8-4 0,-7-10 0,-1-3 0</inkml:trace>
  <inkml:trace contextRef="#ctx0" brushRef="#br1" timeOffset="463758">33210 13923 25040,'-39'-48'-4637,"10"14"4637,38 54 0,-4-9 0,-1-1 0</inkml:trace>
  <inkml:trace contextRef="#ctx0" brushRef="#br1" timeOffset="464185">33404 13765 20666,'0'-9'4677,"0"2"-4277,0-24 1,0-6 400,0 14-726,1-14 1,-2 4 70,0 26-113,0 8-10,-3 7-12,0 11-11,-2 16 17,-1 13-6,0 14-386,4-29 0,0 2 294,1 0 0,1 0-174,2 1 0,2-1-302,2-2 0,1-1-534,3 0 1,1-2-1649,13 23-392,-1-9 717,-5-13 1832,-5-14 1130,-6-15 142,-7-15-125,-10-12-77,-12-8 111,-15-3 644,-11 2 460,-4 5-264,8 8 1012,15 0-2205,21 10 155,13-3-104,24 3-134,13 0-107,17-3-82,-26 7 1,1 1-375,1 0 0,-1 1-3095,30-3 2668,-14 1 1,-20 4 0,-15 0 0</inkml:trace>
  <inkml:trace contextRef="#ctx0" brushRef="#br2" timeOffset="490146">23262 15645 13900,'0'-4'5181,"0"0"-2145,0 4-2689,2-57-229,-2 42 33,2-35 23,-1 68 5,0 31-134,1-9-15,-1-3 1,0 1-468,1 23 462,0-21 0,1 1-353,2 1 1,0 0 327,2-2 0,0 0 11,1-3 1,1-2-91,7 25 112,-2-15 130,-4-15 374,-4-14 508,-4-9-759,-5-12 545,-4-9-719,-4-17-17,-3-15-59,7 15 1,0-1-265,1-5 1,-1-2 246,1-3 1,0-1-9,-1 0 1,2 1 24,-1 2 1,0 0 19,1 6 0,0 1 72,-3-19 52,2 19-85,2 16-84,2 13 0,0 14 0,2 11 597,-1 16-642,2 12 45,3 11-1687,0-19 0,1 0 1664,5 18-5,-2-17 1,1-1-30,5 7 57,3 7-2266,-2-10 2272,-7-21 129,-3-8 22,-4-16 2160,-4-13-2267,-6-15-10,-5-22-32,4 18 1,0-2-99,1-3 1,1 0 89,0 1 1,0 2 72,-1-20 3300,1 20-3333,4 20-51,2 12 11,0 15 17,2 16-6,-1 19-31,3-16 1,0 2-233,0 6 0,1 2 241,2 3 0,0 1-175,2 4 0,0 2 152,2 2 1,1 0-107,0 0 0,3 0-619,2-3 1,2-2 747,2-4 0,1-5 0,2 4 0,0-15 0</inkml:trace>
  <inkml:trace contextRef="#ctx0" brushRef="#br2" timeOffset="490915">23225 15906 21707,'-9'-34'600,"0"0"0,-2-23-287,23 43-55,1 3-62,-1 3-56,-2 4 5,-1 3 85,1 9 5,5 12-16,0 19-46,5 20-114,-10-22 0,-1 2-355,2 8 1,0 2 337,1 5 0,1 3-329,-4-14 1,1 0 0,-1 2 316,2 3 0,-1 0 0,0 2-544,0 2 1,1 1-1,-2 1 527,1 0 0,-2 1 0,1-1-4,-1 0 1,-1 0 0,1-1 10,-1-2 1,-1-1 0,1-1-10,-1-3 0,1-1 0,0-2-256,2 13 0,2-2 234,-2-10 0,2-4 244,10 18-1689,-2-24 1648,0-24 1,-10-7 0,0-8-1</inkml:trace>
  <inkml:trace contextRef="#ctx0" brushRef="#br2" timeOffset="491814">23513 16073 19266,'-38'13'692,"0"0"1,0-1-1,15-3-417,23-8 139,10-1-99,13-8-119,20-8-1800,-4-1 0,1-1 1621,-10 4 0,1 0-6,17-8 0,1 0 9,-18 8 0,0 0 38,9-5 1,-1 1-8,9-4 542,-7 3-335,-33 15 55,-4 0 3124,-12 5-3442,-5 2-421,-6 2-666,5-1 167,4 1-4547,7-5 5472,6 1 0,-1-1 0</inkml:trace>
  <inkml:trace contextRef="#ctx0" brushRef="#br2" timeOffset="492927">24469 15773 17479,'-3'-6'5192,"2"1"-3316,1 5-1825,-21-50-12,18 42 17,-13-28-11,24 63-6,7 28-28,-2-1-5,1 1-6,-6-21 0,-1-1 5,3 12 7,2 8 66,-7-9 51,-4-23-23,-2 2 152,-3-15-78,-2-9-119,-5-10 18,-8-26-23,1-9-34,8 11 0,0-1-228,3 0 0,1-1 222,2-4 1,0 1-6,1 8 1,2 1-1,1-7 0,1 0-6,4 4 1,2 2-300,9-29 294,5 12 6,15 21 0,-7 20 444,13 0-450,-9 15 5,-2 10 1,-9 3-17,-1 28 11,-17-3-6,-6-11 1,-3 1-58,-4-4 0,-3 0 66,-4-1 0,-1 0 2,-10 14 1,-5-1 17,10-16-23,5-5 5,5-7 12,14-13-17,8-1 398,9-1-403,1-1-6,23-5-6,-5-1-73,23-7-241,-25 6 1,2-2-1160,6-2 1,1-2-3099,3-1 0,-1 0 4588,-3-2 0,-4 2 0,4-3 0,-21 7 0</inkml:trace>
  <inkml:trace contextRef="#ctx0" brushRef="#br2" timeOffset="493253">25324 15417 24239,'-51'-23'274,"-1"0"1,3 1 0,10 11-208,25 23-45,1 5-22,5 3 23,6 2 5,5-3 11,21 18-34,-8-18-5,28 23 6,-8-16-6,15 7-11,-9-7-3,-14-7 0,-1 1-3,1 6 28,4 12 17,-25-8-5,-16 1-18,-11 0-122,-13-1-292,-6-4-689,-1-9-2682,4-13 3780,12-12 0,11 0 0,8 0 0</inkml:trace>
  <inkml:trace contextRef="#ctx0" brushRef="#br2" timeOffset="493505">25731 15379 24267,'49'-40'-1328,"-22"21"1,2 2-563,2 4 0,2 2 1890,2 0 0,-2 1 0,4-2 0,-7 5 0</inkml:trace>
  <inkml:trace contextRef="#ctx0" brushRef="#br2" timeOffset="493680">25955 15490 23455,'6'24'-319,"10"-12"-3940,14-26 1,3-10 270,14-4 3988,-14 7 0,-2 3 0,-11 7 0,-1-1 0</inkml:trace>
  <inkml:trace contextRef="#ctx0" brushRef="#br2" timeOffset="494447">26884 14944 22470,'-54'5'683,"6"0"-543,2 13 17,5-3 0,1-2 16,4-1-50,7-2-67,10-4-33,9-3-29,7 0 29,2 0 27,1 3 56,4 8-44,-2-2 44,5 13 6,0-1-5,5 12 5,3 7-28,1 6-17,-2 5 23,0 3-322,-3 0 254,0-1 6,1-4-3390,16 4 3295,-7-21-247,21 2-562,-2-26-951,16-3 1827,-22-12 0,-1-2 0,5 1 0,-3-8 0</inkml:trace>
  <inkml:trace contextRef="#ctx0" brushRef="#br2" timeOffset="494931">27294 15065 25214,'-5'6'331,"4"13"-270,13 30-44,-3-8 16,-3-2 1,-1-1-22,-2-4 21,0 2 1,-1 0-23,-1-6-11,0 20 34,-1-21-6,0-7 128,0-6 74,0-19-202,0-5 6,-2-14-18,0-11 12,0-1 0,2-1 6,-2-18-462,2-1 0,0 1 445,1 3 5,0 4 1,0 0 55,2-4-36,1 18 0,1 1 20,5-11-57,1 9-5,7 16 34,2 9-29,9 0 941,16 12-957,0 9-6,11 13 6,-19-2-73,6 15-62,-13-3-218,-11-6 0,-3 3-941,5 23-255,-13-23 0,-3-1-8271,-8 16 8071,-1-15 1,-2-14 0,4-14 0</inkml:trace>
  <inkml:trace contextRef="#ctx0" brushRef="#br2" timeOffset="495123">27474 15333 17630,'-5'0'6027,"2"-1"-5781,3 1-262,16-65-57,1 44-157,4-17 1,5 2-841,23 22-3092,-8 2 0,0 1 3483,-8 2 1,-2 1 0,22-6 0,-32 8-1</inkml:trace>
  <inkml:trace contextRef="#ctx0" brushRef="#br2" timeOffset="495307">28218 15044 23747,'-24'45'7,"0"1"1,2-7 0,6-2-288,13 4-239,3-5-803,0-7 1322,3 7 0,-1-23 0,1 5 0</inkml:trace>
  <inkml:trace contextRef="#ctx0" brushRef="#br2" timeOffset="496031">28390 14883 18863,'0'-3'5119,"0"1"-4290,0 2-684,16 19-100,-9-5 33,15 25-16,-14-7-12,0 7-5,-4 0 22,-2 0-67,-3-15-3336,-4 3 3393,1-19-7,-3 1 107,-2-10-56,2-7-79,-5-12 12,2-15-6,1-15-6,2 5 28,4 6 1,2-1 3256,-1-11-3198,2 16 0,0 0 127,2-7-91,2 11-100,1 12 17,9 0-57,-3 11 12,19-5-6,-5 10-11,13 2-11,-1 8 242,3 8-220,0 10-22,-2 6 16,-8 3 1,-10 4-17,-10 0 16,-12-2 12,-6-3-11,-7-7-12,-5-4 40,-3-8 27,0-7-21,3-7 10,3-7 6,4-4-22,5-5 16,3-2-16,3 2 16,5-1-33,1 6 0,7-2 22,1 8-3437,13-1 3381,-6 5 29,18 6-35,-3 6-10,14 8-23,4 6 0,-6 5-17,-12 4 0,-16 2 23,-13-6-253,-29 16-72,-9-11-1241,-2-5 0,-2-2 893,-12 4-946,14-14 0,0-3 1949,-9-8 0,13-2 0,8-6 0</inkml:trace>
  <inkml:trace contextRef="#ctx0" brushRef="#br2" timeOffset="496256">29158 14984 21999,'0'8'2179,"0"-3"-1462,0-5-353,0 0-728,-10 60-1714,6-31 2078,-2 10 0,1-1 0,3-21 0,1-3 0</inkml:trace>
  <inkml:trace contextRef="#ctx0" brushRef="#br2" timeOffset="496564">29629 14728 26318,'-43'-4'143,"1"1"1,3 0 0,5 7-88,1 25-56,7 4 11,6 4 11,10 4-66,5 4-102,14 0-184,10-2-348,17-6-840,13-8-770,-18-18 1,0-2 2287,28 3 0,-20-7 0,-17-3 0</inkml:trace>
  <inkml:trace contextRef="#ctx0" brushRef="#br2" timeOffset="496999">30072 14586 15680,'-4'-3'5746,"0"1"-3202,4 2-2196,22-62 19,-5 44-244,-1-16 0,1 4 103,6 27-68,-2 1-3275,9 2 3156,-8 0 39,15 3-11,-9 2-33,9 5-6,-3 5 45,-4 8-40,-14-5 3477,-6 13-3376,-11-5-10,-6 13-24,-1 6-1706,2-12 0,0 1 1650,-1 13-19,3-12 1,3 1-344,7 14 329,0-17 1,2 0-62,4 0 0,1-1 44,0-1 1,-1-1 5,3 20 45,-22-8-56,-23-7-303,-23-5 843,21-17 1,-2-4-530,-6-1 0,2-3 0,-6 1 0,6-6 0</inkml:trace>
  <inkml:trace contextRef="#ctx0" brushRef="#br2" timeOffset="498145">23863 17429 11754,'-42'14'2681,"1"0"0,3-1 1,10-4-1848,23-10-481,3 1 1165,1-1-1456,1-1 28,10-5-79,-2 0 11,33-19-156,6-2-610,-8 5 0,4-3 49,3 0 1,3-1-890,-12 7 1,1 0 0,-1 0 1069,16-7 0,-4 2 1,-14 8-1,-4 2 0,5-3 1</inkml:trace>
  <inkml:trace contextRef="#ctx0" brushRef="#br2" timeOffset="499172">24777 17070 17860,'-19'-57'2053,"-1"0"1,2 0 0,6 24-1981,10 37 50,8 13-17,6 14-72,10 15-9,-8-18 0,1 1-305,1 4 0,1-1 277,1 2 1,0-1-9,12 20 5,-3-12 0,1-3 18,-4-6-10,1-1 1,-3-3 378,-9-16 72,-2-1-110,-8-15-103,-7-14-66,-2-18-68,-2-19-70,4 22 1,1 0 11,0-3 0,2 1-26,1 1 1,1 1 13,5-22-42,4 12-50,5 11-230,4 8-560,11 3-2470,12 2 2499,2 2 0,-14 5 0,-11 5 0</inkml:trace>
  <inkml:trace contextRef="#ctx0" brushRef="#br2" timeOffset="499419">25814 16859 21741,'-3'-1'2946,"0"1"-2649,3 0-291,20-65-258,8 42-76,-4-15 1,4 2-1484,30 20 114,-27 9 0,0 0-8134,29-3 8529,-18 4 1,-16 4 0,-19 2-1</inkml:trace>
  <inkml:trace contextRef="#ctx0" brushRef="#br2" timeOffset="499602">25971 17005 17574,'-4'4'5685,"0"-1"-4402,4-3-1261,10-4-5,14-10-90,17-9-157,-11 7 1,2-2-742,4 0 0,2-1 971,7-2 0,-3 1 0,9-3 0,-7 2 0</inkml:trace>
  <inkml:trace contextRef="#ctx0" brushRef="#br2" timeOffset="500236">27143 16385 14477,'-1'-10'6256,"1"3"-4626,0 7 700,0 0-2117,-21-47-112,12 35-90,-15-34 17,11 53-23,-5 5 12,-14 10-26,5-6 1,-2 1-235,0 0 1,0-1 245,-1 1 0,0-1-9,-1 0 1,1-1-237,-21 7 248,8-4-17,11-6 5,23-8 17,7-3 0,5 2 479,2 1-467,5 5 275,2 5-236,0 8 50,1 6-11,-2 7-6,0 10-5,-1 7-71,-4-15 1,1 1-359,-2-3 0,0-2 347,1 1 1,0-1-21,7 26-373,3-16 391,8 5-40,8-12-128,20-12-136,0-18-455,3-10-331,-23-7 1,1-5 1083,3-5 0,-2-2 0,12-5 0,-1-4 0</inkml:trace>
  <inkml:trace contextRef="#ctx0" brushRef="#br2" timeOffset="500714">27540 16421 25870,'30'48'263,"-4"4"-227,-18-17 1,-2 2-26,-1-6 0,-2 1 8,1 6 1,-1-1 3,-1 18-46,-2-15 40,-3 1 101,0-26 16,-2 2-44,2-26-57,-1-12-5,2-7 11,0-24-19,2 14 0,0-3-434,0-4 0,0-2 428,-1-11 0,0 0 14,1 8 0,0 2-17,-1 11 0,1 2 17,-1-1 0,1 4 73,4-11-84,1 11 33,16 6-27,2 21-18,5 0 18,11 11-29,11 15 6,6 9 42,-23-8 0,0 3-123,-7-1 0,-3 4-202,1 8 0,-4 3-278,-5-5 1,-3 0 45,-1-1 0,-2 0-8374,-3 25 8099,-4-24 1,-1-6 0,-1-14 0</inkml:trace>
  <inkml:trace contextRef="#ctx0" brushRef="#br2" timeOffset="500915">27672 16673 19826,'-5'-3'4083,"2"1"-3887,3 2 95,-17-61-190,24 34-90,-9-10 0,5 0-72,31 12-174,11-1-376,9-2-171,-23 14 1,1 0-2787,3-1 1,0 1 3567,-4 2 0,-2 1 0,9-3 0,-17 6 0</inkml:trace>
  <inkml:trace contextRef="#ctx0" brushRef="#br2" timeOffset="501114">28490 16177 24542,'1'52'56,"-1"1"0,0-3 0,2-4-140,5 7-437,-3-2-2420,-1-5-6890,-6-8 8432,2-14 1,-3-10 0,3-11-1</inkml:trace>
  <inkml:trace contextRef="#ctx0" brushRef="#br2" timeOffset="501873">28731 16161 19524,'0'-4'4189,"0"1"-2862,0 3-1153,25-11-34,-15 23 0,20-2-33,-22 30-12,0 15-84,-5-16 0,0 17 17,-3-22-28,-3 4 28,-2-10 56,-3-10 68,-1-9-29,0-8-84,1-5 67,-2-21-50,6-8-28,-2-24-226,7 26 1,2-3 208,0-3 0,1 0 28,2-2 0,1 0 34,-1 2 0,1 1 117,5-24 1,-5 15-79,0 15-39,1 8-57,5 6-44,8 1 34,9 3 412,10 4-418,5 4 23,0 9-23,-5 10 0,-8 11-45,-11 10 11,-10 7 29,-11 5-12,-10-1 17,-9-2-6,-6-8 23,1-8-11,0-10 5,3-10 17,2-10 0,2-9 17,4-5-17,5-6-17,3 3 22,5 3-38,4 3-1,4 2 17,4 4-5,5 2 0,5 9-6,4 5 11,5 9-11,5 9-23,6 4 18,-1 3-6,-5-2-17,-13-1 33,-16-2 1,-19-2-29,-13-2-72,-17-2-190,-7-8-410,-5-6-1075,1-10-7242,5-11 8164,14-3 0,18 5 0,11 6 0</inkml:trace>
  <inkml:trace contextRef="#ctx0" brushRef="#br2" timeOffset="502097">29392 16224 21635,'4'0'3170,"-1"0"-2335,-3 0-863,7 17-168,1 1-734,8 16-4682,-1-4 5612,-1-4 0,-6-11 0,-3-7 0</inkml:trace>
  <inkml:trace contextRef="#ctx0" brushRef="#br2" timeOffset="502415">30110 15977 19193,'0'-5'4923,"0"1"-2957,0 4-1714,-54-57-39,24 48-110,-7-17 1,-2 7 70,-2 41-84,-1 11-102,3 7-4,8 12-309,13 5 325,11 6-17,16-1 6,11-7-179,15-7-1888,-5-24 1,2-3 1370,15 4-1040,-9-12 1,0-4 1746,6-9 0,-8 1 0,-15-3 0</inkml:trace>
  <inkml:trace contextRef="#ctx0" brushRef="#br2" timeOffset="503156">30549 15661 24687,'-24'1'437,"6"-2"-403,21-2-34,6-1 17,6-3-51,12-2 34,26-7 0,3 2 0,4 1 22,-3 5-22,-21 6-11,-2 5 95,-16 11-11,-17 8 12,-7 10-57,-4-6 22,1 9 96,5 12-40,6 6-313,1-18 1,3 1 251,4-2 0,0-1 16,11 23-8,-4-21 1,3-1-12,7 2 0,2 0-17,-2-2 0,1 2-1645,2 7 0,-4-1 1586,-6 2-50,-22 3-854,-36-12-3978,-2-12 1,-3-1 3459,11-5 0,2 0 0,-8 0 0,6-4 0,18-8 0</inkml:trace>
  <inkml:trace contextRef="#ctx0" brushRef="#br2" timeOffset="514976">23800 18260 12589,'0'-5'5842,"0"2"-5108,0 3-359,-37-40-229,26 35 268,-31 12-335,39 46-82,1-17 0,0 3-355,1 4 1,1 0 281,1-4 1,0-1 16,1-1 0,-1 1-112,2 3 1,2 0-463,2 1 0,1 0-216,2 2 1,1 2-905,4 9 1,1-1 253,0-6 1,0-3 341,-12-34 874</inkml:trace>
  <inkml:trace contextRef="#ctx0" brushRef="#br2" timeOffset="514976">23651 19049 13716,'-1'-34'50,"1"3"26,3-2 14,6-1 0,6-2 188,11-8 1,3-1-200,1 0 0,2-1 631,-5 10 0,2-1 0,0 3-643,8-6 0,0 5-39,-8 6 0,1 2 14,5-3 0,-1 0-231,-5 7 1,-3 0 216,17-12 341,-1 0-195,-34 29 731,-2 2-620,-22 26 134,2 1-363,-10 19 1032,12-5-1105,4 0 623,5-8-701,10 9 50,3-16 17,10 7 56,4-12-11,4-7-17,-5-5 45,7-8 151,-4-12 28,-4-5 22,-4-12 79,-15 0 95,-12-1 40,-5 0-46,-8 4-100,-3 7-51,1 5-67,2 6-95,4 3-40,4 3-55,6 2-90,4 1-420,3 1-342,11 5 22,-3-2-6334,31 3 6310,-13-4 0,5 0 0,-16-1 0</inkml:trace>
  <inkml:trace contextRef="#ctx0" brushRef="#br2" timeOffset="515326">24657 18163 14258,'-2'-3'6772,"0"1"-4918,2 2-1798,-5-32-39,15 28-11,3-19 16,41 55-44,-9 0-6,-18-13 0,-1 2-56,1 3 0,-2 1-28,6 11 61,5 16 107,-21-18 95,-17-10-61,-4-12 268,-16-12-122,5-14-85,-7-13-39,10-13-67,6-6-6,10-2-6,10 3-16,18 2-45,-5 15-291,18-1-622,-9 13-1994,12-2 2935,3 5 0,-21 7 0,-4 2 0</inkml:trace>
  <inkml:trace contextRef="#ctx0" brushRef="#br2" timeOffset="515734">25473 18007 18500,'-13'-56'1564,"0"0"1,2 6 0,-1 9-882,-2 16-164,1 12-373,1 12-29,1 14-27,2 14-34,2 20-6,3 17-39,5-25 0,1 3-33,6 19 0,1 1-408,-2-18 1,2 0 389,2 0 1,0 2 0,3-4-213,3 0 0,3-3-493,6 10 1,5-2-1430,3-6 1,3-3 1616,8-4 1,-1-4-1,5 2 1,-2-11-1</inkml:trace>
  <inkml:trace contextRef="#ctx0" brushRef="#br2" timeOffset="516410">26525 18041 22907,'-18'-38'240,"0"0"1,-5-21-151,39 66 50,11 17-129,-7-3 28,9 22-11,-14-6-50,2 16 10,-11-20 1,-1 0 11,1 13 0,-3 8 34,-3-30 128,0-3 107,0-12-106,0-15-63,0-14 18,3-20-12,1-17-50,1 22 0,0-1-130,2-2 1,1 0 140,1 1 0,1 1-5,1 3 0,1 2 33,13-15-34,1 14-16,8 15-22,-10 9-3330,23 13 3274,-24 2-12,25 12-95,-10 2-633,15 7-301,-23-14 1,2-1-1406,5 0 1,1-2 2478,8-2 0,-1-2 0,6 1 0,-3-4 0</inkml:trace>
  <inkml:trace contextRef="#ctx0" brushRef="#br2" timeOffset="516822">27734 17715 23136,'-13'-62'291,"3"14"-190,-2 67-39,1 5-51,-3 12-84,1 18 34,5-4 28,3-2 11,9-6 0,6-14 0,9 2 5,18-7-10,0-13 72,8-9-28,-19-7 101,0-15 230,-12-14-174,-3 4 123,-6-2 0,-3-1-50,-5-11-157,-1-10 129,-8 9-11,-9 15-180,-4 6-33,-8 9 6,3 15-23,8 5-90,-4 12-201,15 1-12,-1 5-2144,14 6-3020,13-8 5467,4 3 0,-2-12 0,-6-6 0</inkml:trace>
  <inkml:trace contextRef="#ctx0" brushRef="#br2" timeOffset="517057">28325 17382 25427,'-57'5'0,"12"26"8,42 11 1,9 9-1202,-1 1 1,2 4 1160,0-9 0,1 2 0,2 0-560,1-1 0,1-1 1,0 0 376,2 5 0,1 1 1,-1-1-92,-2-9 0,0-2 0,0 2-2010,2 10 1,0 1 0,-2-3 2315,0 1 0,-1-5 0,-1-3 0,-1-5 0,-1 4 0</inkml:trace>
  <inkml:trace contextRef="#ctx0" brushRef="#br2" timeOffset="517223">28214 18751 12366,'-8'-55'1408,"1"0"0,-1 0 0,1 11 1,0 2-1,4 0-669,6-21 0,5 4-484,-2 19 0,3 2-98,5-16 0,5-1-37,7 6 1,4 3-932,-8 15 0,1 1 842,6-4 0,2 1-124,3 4 1,0 1-709,-6 5 0,0-1-720,5-4 0,0 1 1521,14-13 0,-30 25 0,-1 1 0</inkml:trace>
  <inkml:trace contextRef="#ctx0" brushRef="#br2" timeOffset="528632">29298 17176 7649,'6'3'5064,"-2"-2"508,-4-1-4899,-12-4-124,0 6-308,-7-4 173,-1 9 56,-3-1-257,-3-1-45,-6 0-39,6-2-84,4-1 33,-3 2-5,3-1 95,-7 4-67,4-1-29,-1 1 18,8-2-56,6-1-1,5-1-22,4-1 101,2 3-67,1-1 107,4 4 16,-1 3-73,1 0 96,-1 9 156,0 8-123,0 7-50,1 12-3404,0 1 3280,-1-7 29,1 14-338,3 7 239,-3-31 1,1 1-1083,3 9 1,1-3 1084,3 3 17,5 0-23,8-15 2154,-7-12-2383,33 3-168,-15-16-970,21-10-5717,-7-10 7107,-6-5 0,-16 7 0,-12 6 0</inkml:trace>
  <inkml:trace contextRef="#ctx0" brushRef="#br2" timeOffset="530789">6965 14871 17311,'-56'-20'1681,"11"4"-1614,42 14-112,2 1-22,2-1 134,6 0 17,20-9-28,14-5-28,10-3-653,-12 3 1,3-2 660,2-1 1,3-2-13,-6 1 0,4 0 1,1-2-1,4-2 0,2 0 1,4-2-740,-1 1 0,4-2 0,0 0 1,-4 2 723,0 1 0,-3 0 1,4 0-2,-11 5 1,5-2 0,0 0 0,-1 1 0,-4 2-394,7-2 0,-4 2 0,2 0 390,-6 2 1,1-1-1,1 1 1,-1 0 5,10-3 0,-2 1 1,1 1-7,0 0 1,1 1-1,-3 1-315,7-2 0,-2 1 316,-7 3 0,-4 1 633,16-3-594,-23 5 22,5-2 2437,1 0-2415,-9 0 1703,1-2-1775,-13 5 1357,3-5-1519,-6 4-2085,8-2 2230,-5 3 0,-8 4 0,-7 2 0</inkml:trace>
  <inkml:trace contextRef="#ctx0" brushRef="#br2" timeOffset="532519">29607 17294 14124,'0'-3'5495,"-1"0"-3132,1 3-2268,-11-46 46,9 34-46,-5-28-50,14 52-12,4 14-47,-3 5 0,0 3-255,4 21-2301,-4-8 1,1-3 1404,0 2-2756,6 11-3481,-3-27 7402,0 0 0,-4-13 0,-5-10 0</inkml:trace>
  <inkml:trace contextRef="#ctx0" brushRef="#br2" timeOffset="532843">29626 17500 19305,'-20'-52'922,"0"0"0,0 4 0,9 5-557,17 5-124,7 3-107,9 6 68,21 1-185,-5 11 22,16 4-3414,5 14 3375,-17 4 2,-9 2 1,-1 3-90,14 14 75,-17-6 1,-1 3-25,-4 3 0,-2 2-15,-4 2 1,-4 1-57,-2 32 45,-16-30 1,-6 0-120,-6 0 1,-3-2 115,-7 1 1,-3-1 33,-2-2 0,-2-1-5,0-2-1,0-1-196,3-4 1,0-2-1202,-20 6-3887,15-16 5321,15-12 0,11-1 0,7 0 0</inkml:trace>
  <inkml:trace contextRef="#ctx0" brushRef="#br2" timeOffset="533085">30423 17472 20912,'2'42'-436,"1"0"0,-2 0 0,0-9 0,-1-25 0,-2 3 0</inkml:trace>
  <inkml:trace contextRef="#ctx0" brushRef="#br2" timeOffset="533607">30957 16957 13681,'0'-3'5311,"0"1"-2668,0 2-2313,-41-27-77,22 20-141,-29-20 89,28 27-94,0 0 106,-10 2-124,2-1 40,-2 4-84,12-1 39,2 4-28,6 0 11,0 4 17,2 2 11,4 9-56,1-4 34,3 11-6,5-5-5,3 8 67,7 14-73,-5-14 45,4 19-29,-8-13-1718,-3-7 1,0 1 1662,1 11-11,1 13 10,6-23-27,3-4 22,2-5 1,7-11-35,1-8-122,11-5-690,22-16 90,-16 2-821,-9-1 1,1-1 1565,13-9 0,-14 7 0,-4 2 0</inkml:trace>
  <inkml:trace contextRef="#ctx0" brushRef="#br2" timeOffset="533839">30820 17208 16017,'-3'0'4240,"0"0"-2111,3 0-2079,17-22-50,-3 12-264,17-11 1,5 0-370,0 8-1591,3-2 0,0 0 2224,-2 0 0,-6 2 0,-14 5 0</inkml:trace>
  <inkml:trace contextRef="#ctx0" brushRef="#br2" timeOffset="534349">31377 16739 12360,'-4'2'7427,"1"-1"-4235,3-1-2777,4-22-225,1 14 174,8-21-3308,7 17 3067,-3 2 197,15-7-119,-11 7-139,4-2 111,1 1-89,-10 4-49,5 1-7,-12 3 5,1 3 12,-3 2 3386,1 2-3386,1 5 22,-2 9-44,-1-2 66,-1 13-61,-1-4-22,-1 1-62,6 22-17,-1-10 56,6 21 45,2-7-5,0 2-23,-3-11 33,-3 6-10,-7-9-1,-10 20-95,-9-10-11,-6-4-297,0-22 0,-3-2-1086,-15 4-936,9-8 0,0-1 1592,-16 0 0,18-8 0,13-6 0</inkml:trace>
  <inkml:trace contextRef="#ctx0" brushRef="#br2" timeOffset="534941">31782 16390 24592,'7'-60'678,"8"13"-543,25 46-6,22 15-702,-18-1 606,-7 4 1,1 4-20,-7-1 0,0 2-526,11 9 1,1 3 525,3 7 0,-1 4-18,-15-13 0,-2 3 1,-2 0-10,-2 3 0,-3 1 0,-5 3-85,-6 9 1,-7 2 0,-3-2-85,-1 3 0,-8-2-500,-7-3 1,-7 1 0,-3-4 681,-9 3 0,0-6 0,9-9 0,2-3 0,1-5 0,1 0 0</inkml:trace>
  <inkml:trace contextRef="#ctx0" brushRef="#br2" timeOffset="696703">6097 18185 15974,'-56'18'1279,"0"0"0,15-5 0,7-3-453,14-5-14,48-20-504,13-6 1,6-2-259,-10 4 1,3 0-775,8-5 0,6-1 0,-1 1 767,-9 4 0,-1 1 0,2 0-361,-2 1 0,3-2 0,1 1 0,1 0 323,1-1 1,1 0-1,1 0 1,3 0-22,-2 2 0,3-2 1,1 1-1,-1 0 1,-4 2 3,-3 1 1,-2 1 0,-1 0 0,3 0-12,1 0 1,3-1 0,1 1-1,-3 0 1,-4 2-12,2 1 1,-5 2-1,0 0-733,8-1 0,0 0 0,-5 1 742,-5 1 0,-8 3-273,-12 10 287,-73 14 22,22-8 1,-5 2-9,-15 4 1,-9 2 0,5-1 33,4-2 0,-2 0-38,3-1 0,-8 3 0,-3 2 0,1-2 0,8-1 82,4-2 1,4-2-1,-5 3-80,-1-1 1,-7 4 0,-4 0 0,0 1 0,4-1 0,7-3 244,-3 2 1,7-3 0,-5 3-244,0-1 0,-5 3 1,-2 0-1,1 0 1,4-1 29,4 1 1,2-1 0,2 0-1,2-1-9,-8 2 1,3-1-1,-1 1 22,-8 5 1,1 1 0,11-3 164,4 2-183,-3 2 1350,71-20-1261,1-9-28,13-5 1,9-5-394,-2-3 1,4-3 0,1 0 322,-9 3 1,1-1 0,1 0-1,0 0-12,1-1 0,2 0 0,-1 0 0,2-1-148,4-1 1,1-1-1,0 0 1,-1 1 147,-6 3 0,-2 1 0,0-1 0,5 0-11,4-1 1,5-2 0,1 0-1,0 0 1,-3 2-12,-9 3 1,-1 0-1,-1 1 1,1-1-1,-1 1 1,3 0 1,2 0 0,-1-1-1,-2 2 1,-4 1-58,8-1 1,-4 2 0,-5 1 70,5 0 0,-7 2 0,0 1-134,-83 27 159,4-6 0,-7 2-25,-6 1 0,-5 2 0,-3 0 67,8-2 0,-1-1 0,-2 1 0,2 0-77,5-3 0,2 0 1,-2 0-1,-4 1-3,-1 1 1,-5 1 0,-2 1 0,-1-1 0,4 0 0,5-2 4,-10 3 1,6-1 0,-8 2 5,10-3 0,-9 2 1,-4 3-1,-1 0 1,2-1-1,5-2 0,9-2 11,-4 1 1,9-3-1,-5 2 14,0 1 1,-8 1 0,0 1-1,5-1 1,12-4 2056,-20 7-2055,27-9 1,4-1-4,10-2 679,19-3-472,31-12-145,11-4-313,2-5 1,6-3 273,5-4 0,4-3 159,-6 3 0,4-2 0,3-1-199,-10 5 1,2-2-1,2 0 1,0 0 0,0 0-473,-3 3 1,-1-1 0,1 1 0,0 0 0,0-1 464,-1 1 1,0 0 0,0 0 0,1 0 0,2 1-43,7-1 0,3 0 1,-1 0-1,-2 2 1,-7 1-253,-2 2 0,-7 2 0,4-1 279,8-2 0,6-1 1,-2 2-1,-11 2 251,-8 2 1,-11 5-307,-12 11 69,-42 8 0,-19 3-9,-7 2 1,-7 3 0,0-1-64,4-1 0,0-1 0,-3 2 73,7-3 1,-2 1 0,-3 1 0,0-1 0,2 0 55,4-1 0,0 0 1,1-1-1,-1 1 1,-1 0-4,-9 3 1,-1 1-1,-1 1 1,-1-1-1,2 0-8,1-1 1,0 1 0,1-1 0,1 0 0,5-2-30,-10 4 1,4-2 0,5-2-1,-15 6 0,21-8 1136,39-14-792,54-26-229,-5 2 0,9-4 0,2-2-536,-10 5 0,1-1 0,3 0 0,1-2 423,4-1 1,3-2 0,2-1 0,-1 1 0,-3 1-17,1 1 0,-4 1 0,1 0 0,3-1-100,0 1 0,3-2 0,1 1 1,0 0-1,-1 1-710,-7 3 1,0 1-1,-1 1 1,0 0 0,1 0 809,4-2 0,2-1 0,-1 1 0,-1 1 0,-4 1 0,10-4 0,-3 2 0,-6 3 0,-6 2 0,1 0 0</inkml:trace>
  <inkml:trace contextRef="#ctx0" brushRef="#br0" timeOffset="818867">23907 14146 10752,'52'-14'202,"1"0"0,0-1 1,-1 1-1,-1 0 1,0 0-1,-2 1 1,-3 1-179,-3 0 0,-2 1 1,0 0-1005,8-2 1,1-1 0,2 0 994,6-2 0,2-1 0,5-1-15,-13 3 0,4 0 0,2-2 0,0 1 0,0 0-502,-3 1 1,-1 0-1,1 1 1,0-1-1,0 0 501,0 0 0,1 0 0,-1 0 0,1 0 0,1 1-16,1-1 0,1 1 0,0-1 0,-1 2 0,-1-1-236,6-1 1,-3 1 0,1 0 0,2 0 240,-12 2 1,1 1 0,2-1 0,0 0 0,-1 0 0,0 0-257,9-1 1,0-1-1,0 1 1,-1 0-1,0 0 254,-2 0 1,-1 2 0,1-1-1,-1 0 1,-1 1-108,-3 0 1,0 0 0,-1 0 0,0 0 0,-1 1 99,9-2 0,-1 1 0,-1 0 0,-1 0 129,-4 0 1,-1 1 0,-2 1 0,0-1-126,11-1 0,-2 1 1,-3 0 6,-14 2 1,-2 1 0,1 0-16,5-1 1,0 0 0,-5 0 668,-7 2 0,-3 0-375,8-2 0,-5 1 1888,-13 2-2421,-25 3 1279,-17 1-1015,-5 2 0,6 0 0,9 0 0</inkml:trace>
  <inkml:trace contextRef="#ctx0" brushRef="#br0" timeOffset="820347">30500 11168 21901,'-46'-24'129,"0"0"0,-1 9 0,8 15-106,20 39-23,5-7 0,2 3-708,4 0 1,1 2 679,1 4 0,1 1-81,2 5 0,0 1-166,2 6 0,0-2 96,1-8 0,0 0-185,1 1 0,-1 3 0,0-4 101,0-1 0,-2-1 235,0 13 0,-4-3 816,-12 0-373,-10-28-214,0-17 727,-21-21-469,15-7-218,-7-19-196,26-6-90,26-8 8,5 23 1,5 1-51,10-2 0,4 1-20,6-2 1,2 1-17,3-1 0,2 1 2,1 1 1,0 0 11,-1 2 0,0 1 39,-3 3 0,0 1 39,-4 2 0,-2 2 22,-5 3 1,-2 2 70,17-9 145,-18 10 79,-16 5-174,-9 6 95,-10 2-89,-5 3 803,-8 4-787,-12 10-106,6-2-28,-10 12 0,12-3 0,-4 8-16,5 3-18,7-2-11,7-6 51,7-8 39,5-9-12,7-10 18,6-9 10,5-8 57,2-7 51,2-7 32,-1-3 74,0 0 55,-5 4 45,-4 8-56,-8 11-201,-5 6-101,-4 5-17,-1 5 22,0 6 17,-2 7-33,-1 9 5,-2 7-11,-2 4-17,2 4 17,0 0-16,4-7 16,6-7 16,4-9 24,7-10 38,6-13-16,8-12-6,-5-4 0,-1-2-304,11-13 290,-9 4 0,-1-2 8,-8 5 1,-3 0-12,6-10 1,-2-2-281,0-2 0,-2 1 330,-1 0 1,-1 1 47,-3 5 0,-1 2 194,5-24-73,-7 16-73,-5 13-45,-2 10 190,-1 10-319,-1 6 612,-3 11-612,-7 11 12,-6 16-12,-6 15-319,12-19 1,-1 1 290,2 4 1,0 2-63,3 2 1,1 1-177,1 2 0,2 0-255,2-1 0,3-1-655,2-4 1,3 0-2292,1-5 0,3-1 3456,13 15 0,-7-20 0,-7-13 0</inkml:trace>
  <inkml:trace contextRef="#ctx0" brushRef="#br0" timeOffset="820685">31714 11342 12029,'0'-7'8256,"0"2"-7436,2-26 1,-1-6 199,-2 9-645,1-14 0,-2 3 180,-6 19-169,0 6-151,1 5-162,3 5-79,0 2 18,2 8-7,-1 1 1,-2 18-6,2 0 11,0 15 0,6-1 0,3 2-11,6-1-11,6 0-6,2 0 17,2 2-39,1 5-28,-9-10 0,-4-4-168,-11-10-197,-9-9-536,-7 2-7591,-26-4 8559,12-7 0,-2-2 0,22-4 0</inkml:trace>
  <inkml:trace contextRef="#ctx0" brushRef="#br0" timeOffset="820891">31675 11223 23629,'1'-23'582,"-1"11"-565,-16 40-6,-1 7-229,5-1-1115,-2 12-8498,2 12 7373,5-22 0,2-1 1,4-29-1</inkml:trace>
  <inkml:trace contextRef="#ctx0" brushRef="#br0" timeOffset="821260">32017 11366 25113,'-5'15'179,"4"-6"-89,13 3 6,6-8 4,10-4-4,5-10 60,10-18-72,-13 2 40,12-21 32,-17 12 276,1-14-287,-12 19 202,-12-3-274,-8 25 22,-14-1-27,-4 11 27,-17 15-50,13-2-12,-12 32-33,28-20-5,-4 29-57,18-15-100,12 13-816,6-20 1,4-1-1624,14 14 2601,-8-16 0,-2-4 0,-9-9 0,0-1 0</inkml:trace>
  <inkml:trace contextRef="#ctx0" brushRef="#br0" timeOffset="826370">27523 12172 8466,'-8'2'9069,"1"0"-7377,7-2-1513,0 0 62,-16 4-62,28-11-45,1 0-27,38-14-1745,-16 8 1,0 1 1665,14-6-11,6 0 0,-37 14 95,-3 0 112,-24 10-2392,-10 4 2219,-9 3 2294,-14 5-2283,0-3-12,-11 6-17,22-10 1,2 1 6,-15 4-35,5-1-16,24-9 11,9-3 50,9-3 3406,10-3-3405,26-8-40,-7 1-6,-1-1 1,2 1-6,14-6 6,11-2 21,-7 3 45,-22 7 35,-15 6-62,-20 6 27,-18 8-4,-12 6-38,3-3 1,-3 0 16,4-2 1,1 1 36,-4 0 0,1-1 102,-5 3-124,18-8 117,12-5 101,17-6 0,21-11-179,13-5-59,-12 5 0,1 1 2,13-6 35,7-2-46,-25 10 152,15-4-140,-28 11 45,5-2 5,-18 6 62,-1 1 72,-2 2-33,-5 4-73,-11 5-55,-13 2-46,-1-1-11,-3-1 0,-2-1-33,-14 5-113,18-6 1,3-1-219,3 0 353,43-6 0,-8-3 0,19 0 0</inkml:trace>
  <inkml:trace contextRef="#ctx0" brushRef="#br0" timeOffset="837908">26000 12686 8679,'-1'-4'8800,"0"1"-4168,1 3-3982,-33-57-320,24 42-288,-9-19 0,3 11 31,14 26 34,1 9-1,0 12 34,0 12-17,0 10-56,-1 4 6,2-3-50,1-12 61,8-2 162,3-20 191,8 1 22,1-18-122,4-14-197,-3-5 30,-1-6 1,1-4-96,-4 7 1,0-2-245,10-12 0,1-3 216,-5 8 1,0 1-17,-1 2 0,-2 1-1,-2 4 1,-2 2 3,11-14-23,-9 14-28,-7 11-330,-3 8-107,-5 7-1646,3 9-5745,-4 8 7845,2 4 0,-4-6 0,0-7 0</inkml:trace>
  <inkml:trace contextRef="#ctx0" brushRef="#br0" timeOffset="887404">9240 7717 14947,'-39'7'1630,"0"0"0,-22 5-1580,59-12 62,11 0 39,13-6-39,28-6-76,-11 1 1,5-2-996,14-5 0,5-1 951,-12 4 1,1-1 0,2 0-7,6-2 1,0 1 0,2-1 13,-14 4 0,0 1 0,1-1 0,-1 1-3,-2 0 0,1 1 1,-1 0-1,0 1-12,10-3 0,-1 1 0,-2 1 0,-7 3 0,-2 0 1,-2 1-93,7 0 1,-5 2 173,9 4 101,-38 10-72,-37 11-34,-32 10-48,13-10 0,-3 1-563,-10 3 1,-3 2 564,14-7 1,-1 0 0,-1 1-98,-4 1 1,0 1-1,-1 0 85,-3 2 0,-1-1 0,0 1 3,0 0 0,0 0 1,1 1-36,2-2 0,0 0 1,1 0 94,1-1 0,0 0 0,4-2 14,1-1 1,4-1 27,2-1 0,8-7-137,21-12 22,22-15 46,32-17-35,-6 9 1,5-1-142,-7 6 1,2 0 0,2-1 114,7-2 1,1 0-1,1 1-20,6-3 0,1 1 0,1 0 17,-13 6 0,2 0 1,-1 0-1,1 0-69,1 0 1,0 0 0,0 0 0,0 1 79,-2 1 1,1 0-1,-1 1 1,-1-1 8,11-2 0,-2 0 1,-2 2-45,-9 2 0,-2 2 0,-3 1 124,3-1 0,-8 3 75,-4 2-106,-48 18-6,-38 15-34,9-4 1,-5 3-8,9-5 1,-3 2 0,-2 0 8,7-2 0,-1 0 0,-2 1 0,0 0 78,-3 1 1,-2 2-1,0-1 1,-1 1-78,-1 1 0,0-1 1,-1 1-1,1 0 0,1-1 1,0 1-1,1-1 1,1 0-2,4-3 0,0 1 0,2-1 0,1-1-93,-6 3 0,2-1 1,3-2 149,-6 3 0,6-3 82,-9 2-45,33-17 1475,33-17-1307,29-15-143,-7 6 0,5-2 279,12-5 1,3 0-392,-11 6 1,2 1 0,1 0-231,4-2 1,1 1 0,1 0 110,3-1 1,1 1 0,0 1-302,-13 5 0,-1 1 0,2 0 0,-1 1 406,4-2 0,2 1 0,-2 0 0,-5 2 0,11-3 0,-5 2 0,-3 1 0,-1 1 0</inkml:trace>
  <inkml:trace contextRef="#ctx0" brushRef="#br0" timeOffset="917402">10159 8290 11670,'-46'2'1443,"0"1"1,6 0-1,9-1-1308,24-2 587,25 3-403,0 0 264,36 2-180,9-2-1699,-22-2 0,6 0 1,-3-1 1328,6 0 1,2-2-1,4 0 1,6-1 0,-2-1-171,-12-1 0,-2-1 1,3-1 145,-2 0 1,3 0 0,2-1 0,-1-1-10,5-1 0,1-2 0,-1 1 0,-1-1-328,-8 2 1,-1 1 0,-1-1 0,3-1 319,0 0 0,3-1 0,0-1 1,0 1-1,-2 0-5,6-1 1,-2 0-1,0 0 1,5-1-1,-5 1 1,4-1 0,2-1 0,1 0 0,-2 1 0,-1-1-269,2 1 0,-2-1 0,0 1 0,0 0 0,1-1 285,-6 1 1,3 0 0,0-1-1,-2 1 1,-1 0 0,-5 1 240,18-4 0,-6 1 0,0-1-234,-12 3 0,2-1 1,-1 1-1,-3 0 9,0 0 1,-2 0 0,2-1-2,0 0 1,2-2 0,1 1 0,-2 0-7,2-2 0,-1 2 0,-1-2 3,3 0 1,0-2 0,-4 2 281,2-4 1,-4 2-249,-13 5 1,-2-1 1773,18-23-1387,-32 16 2543,-8-10-2689,-21 8 1484,-17 0-1495,-20 0-118,18 12 1,-4 0-126,-8 1 0,-2 0 47,8 2 0,-3 1 88,-3 0 0,-3 0 0,3 1 10,-1 1 0,1 1-90,-10-2 0,2 0 160,13 3 0,7 2-190,9 1-17,-3-2 22,30 4 0,38 11-16,5-2-518,-2-1 0,4 1 492,0-2 1,3-1-4,9 1 0,3 1-367,-16-2 0,1 2 1,1 0 347,1 1 1,1 1 0,0 2-8,-3 1 0,0 1 1,-2 2-6,13 10 1,-7 4 248,-13 1 0,-9 4-229,-12 1 0,-10 2-6,-12 1 1,-7 1-96,-7 1 1,-5-3-104,2-6 0,-3-3-1933,-7 6 1,0-3 2125,-7 7 0,5-7 0,18-17 0</inkml:trace>
  <inkml:trace contextRef="#ctx0" brushRef="#br3" timeOffset="941396">9468 7835 17580,'-49'5'1076,"-1"-1"1,8-2 0,16-6-834,55-26-181,1 8 1,7 1-1255,15-5 0,6-1 1198,-12 8 0,3-1 1,1 1-468,5-1 1,2 1 0,0 0 456,3 0 1,0 1 0,0 0-1,-1 1 0,-1 0 1,0 1 1,-2 2 1,-2-1 0,-1 2 5,-5 1 1,-1 0 0,-2 1 301,11-2 1,-6 1-321,-13 4 0,-7 2 43,0 0-6,-41 14-40,-34 8 3,7-3 0,-6 2 126,-11 4 1,-4 1-97,14-4 1,-2 0 0,-1 0 23,-4 3 1,0-1-1,-1 1-31,0 1 1,-1 1-1,0 0-4,2-1 1,-1 1 0,2 0-3,3 0 1,1 0 0,1 0-775,0 0 1,0 1 0,4-2 772,1 0 1,3 0-3,1-2 0,8-2 11,16-7 124,41-21-96,1 0 59,15-9 0,8-3-84,1 1 0,2-1-149,-5 3 1,3-2 0,1 1 124,-11 4 0,1 1 0,1 0 0,0-1 11,1 1 1,0 0-1,0 0 1,-1 1 363,13-4 1,-1 0 0,-2 1-383,-7 3 0,-1 2 1,-3 0-38,5-2 1,-6 3 75,-2-1 390,-58 17-432,-12 5 1,-7 3 27,-18 5 1,-6 2 138,11-2 1,-2 0 0,-2 1-136,8-2 1,0 0 0,-2 1-1,0 0-1,-3 0 0,-1 1 1,1 0-1,-1 1-120,0-1 1,0 1 0,0 0 0,2 0 138,-12 3 0,1 0 0,4-1-6,8-3 0,3-1 0,4 0 43,-1 0 1,6-3 145,8 1 269,47-22-227,10-3 0,7-3-82,18-9 1,6-3-228,-8 5 1,3-1-1,1 0 72,-8 3 0,2 0 1,1-1-1,0 1-41,3 0 1,0-1 0,1 1 0,0 0-152,-1 1 1,-1 1 0,1 0 0,-1 0 173,-1 2 0,0 1 0,-2 0 0,-4 2 0,10-4 0,-5 3 0,-11 5 0,-1-1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38:44.53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2260 2619 16902,'-3'-4'3495,"0"1"-1013,3 3-2382,-14-5-49,10 15 27,-11 14-22,14 25-59,1-17 1,0 3-573,2 9 1,1 1-465,1-6 0,1-2-574,0 0 0,1-3 820,9 18 0,-9-34 0,0-2 1</inkml:trace>
  <inkml:trace contextRef="#ctx0" brushRef="#br0" timeOffset="358">2434 2499 13309,'-19'-46'1178,"0"0"0,2 5 0,2 10 1220,5 21-2398,5 7 990,3 12-984,5 15 543,3 7-515,7 10 1862,6-6-1885,-2-9 57,12-2-7,-15-16 270,15-4-7,-14-25-223,-1 2 129,-7-23-12,-14 7-27,-6-9-63,-9 2-21,-7 11-34,-1 11-40,0 11-33,5 15-22,8 1-152,4 26-274,12 0-957,11 20-41,3-13 767,8-9 1,-4-7 0,-17-20-1,7 4 1</inkml:trace>
  <inkml:trace contextRef="#ctx0" brushRef="#br0" timeOffset="698">2904 2372 19434,'-2'-12'4077,"0"3"-3528,2 9-174,0 0-4525,-52 98 4175,45-58 0,3 4-27,-10 12 0,-4 9 0,7-3-203,13-9 0,6-2 0,1-1 177,-3-8 0,1 0 0,1 3-241,1 6 0,2 4 1,-1 1-1,-1-3-467,-2 2 1,-2-2-1,0 3-238,-1 2 1,1 5 0,-3 0 0,-2-2-331,-4-9 1,-2-2-1,-2-1 1,-1-1 681,-5 12 0,-3-2 1,-3-4 1619,1-8 1,-2-2 0,-4-7 683,-14 1 0,-1-10-561,-12-10-349,20-29 1,4-11-348,13-7 0,5-7 23,-2-14 0,4-5-254,5 13 0,3-2 0,1 0 187,3-3 1,3-1 0,1 0-334,4 0 1,1 0-1,3 1-30,1 1 1,2 1 0,2 1 144,2 3 0,1 1 0,2 2-294,-1 2 0,3 2 1,0 1-739,16-13 1,1 4-4048,-1 5 1,-1 3 4584,-11 10 1,-2 3 0,10-6 0,-30 21 0</inkml:trace>
  <inkml:trace contextRef="#ctx0" brushRef="#br0" timeOffset="1159">3812 2607 14564,'-4'-55'1858,"1"1"0,0 0 1,0-3-1,-1 4-1284,-5 2 0,-2 7 250,-5 7-129,-3 3-354,3 20-318,6 14 113,0 24 32,1 22-95,3-7 1,1 4-835,0 12 1,2 5 774,0-12 1,2 2 0,0 1-667,0 8 1,2 2 0,1 0 639,-1-11 1,1 0 0,1 1 0,0-1-45,2 2 0,0-1 0,2 1 0,1-2-470,1-2 0,2-1 1,1-1-1,2-1-187,8 8 0,3-1 0,5-5 619,6-3 0,4-5 0,-2-4 1,-5-2-1,-1-7 0,3-7 1,0 0-1</inkml:trace>
  <inkml:trace contextRef="#ctx0" brushRef="#br0" timeOffset="2403">4602 2810 20604,'-15'-46'1135,"0"1"0,1 4 1,-2 9-783,-4 20-191,-3 9-84,-2 15-16,-1 13-51,1 20-6,14-16 1,1 2-6,2 4 0,1 2-323,2 2 0,1 1 270,2 0 0,3 0-99,3-2 1,4-1-126,1-3 0,6-3-524,17-3 0,5-6-11,20-1 329,-15-19 0,0-9 368,-12-7 1,-3-7 119,1-4 1,-1-4 78,0-4 0,-1-4-370,-2-4 1,-2-2 503,-1-4 0,-2-2 87,-2-2 1,-3 0 47,-2 1 0,-2 0-9,-4 4 1,0 2 241,-2 4 0,-2 1-292,-3 5 0,0 3 210,-5-21-106,-2 15-118,2 16 205,1 11-485,3 12 1024,3 14-1007,5 16-22,4 18 2,-3-17 0,1 3-428,0 5 1,0 3 424,-1 5 0,0 2-2,-2 3 0,0 2 2,-2 7 0,-1-2 6,-1-19 0,0-3 6,0 6 0,1-6 33,0-10 101,1-5 45,-1-17-45,3-28-112,-1 2 50,7-30-39,3 7-5,9-13-15,-7 24 1,2 1-9,12-13 867,0 7-883,-3 17-18,-2 11 1,10 1-23,3 12-22,11 16-11,-10 8 22,-2 4-79,-7 7-218,-9-4-252,4 11 0,-3-2 224,-5-8 359,-6-12 201,-4-13 34,-5-13 61,-2-12 79,0-10 51,0-9-46,1-1-89,2 4-106,1 11-113,-1 9-44,1 6 10,7 8-21,-2-2 10,7 4 7,1-3-1,6-2-17,12-4-11,5-9 17,4-8 6,-11-3 33,10-24-28,-24 19 45,-2-4 0,-3-2 68,-6-2 77,-3-16-162,-9 28 51,-10 4-12,-4 16 18,-11 3-68,3 10-17,-2 10-11,13 2 11,-1 16-17,7 15-33,2 3-17,5 1-538,9-24 1,2-2-707,3 1-1330,4-2 1,4 1 2629,23 11 0,-15-13 0,3-4 0</inkml:trace>
  <inkml:trace contextRef="#ctx0" brushRef="#br0" timeOffset="2840">6333 2834 25018,'-27'-43'592,"0"1"0,7 3 0,0 12-475,-12 28-83,16 7 27,-13 16-16,6 11-22,-4 17-479,13-13 0,3 1 414,3-4 0,2 0-123,2 7 0,2-2-182,8 11-520,7-19 0,4-4-936,15 0 313,21 2 521,-2-34 454,5-20 420,-10-6 81,-10-5 0,0-5-421,-12 7 0,0-2 575,10-18 0,-3-2 156,-8 5 1,-4 1 294,-2 0 0,-3 2-218,-4 11 0,-2 1 1219,-1-12 0,-2 2-353,-3-6-663,-1-13-4,-4 34-416,1 25-111,-2 26 17,0 15-17,-4 26-45,1-12 11,1-14 0,-1 1 360,2-5 0,0 2-1393,-1 20 0,1 2-1783,2-7 0,1-1 2805,3 2 0,1-3 0,2-1 0,1-22 0</inkml:trace>
  <inkml:trace contextRef="#ctx0" brushRef="#br0" timeOffset="3117">6911 2721 20660,'-6'-43'1527,"0"0"0,1 5 1,-4 9-1192,-10 20-95,-5 11-56,-5 12-17,-4 14-28,-4 14-95,17-16 0,0 2-221,0 4 1,1 1 189,0 1 0,1 1 5,2-2 1,2 1-6,3-3 0,2-1-31,1 19 28,26-7-39,11-18 12,12-8-46,2-14-364,-8-10 1,3-2-727,-2 0 1,2-1 1151,4-1 0,4-3 0,-5 3 0,19-8 0,-29 11 0,0-1 0</inkml:trace>
  <inkml:trace contextRef="#ctx0" brushRef="#br0" timeOffset="3991">7464 2540 21125,'7'-47'1480,"1"-1"1,-3 6 0,-3 6-893,-11 11-392,-1 10 123,-12 8-296,1 14-18,-13 12 18,-2 18-124,16-11 1,1 2 103,0 6 0,0 1-355,2 5 1,2 1 357,2 1 0,3 2-6,2-1 0,4 0-20,6-2 0,3-1-80,4-3 0,5-2-38,4-5 1,4-3-56,2-4 0,4-5-93,1-4 0,2-5-31,1-2 1,1-5 114,-1-5 1,1-4 142,-2-2 1,-1-4 72,0-4 0,-3-2 44,-3-3 1,-1-1 182,15-24 112,-13-1 33,-8 3 35,-9 4 38,-4 7-22,-3 8 121,-2 11-350,-1 7 586,-1 5-777,-1 9 36,1 10-42,0 11-11,2 11 6,4 4-23,5 0 11,7-6 6,6-7-17,6-10 1,4-10 16,4-10-6,2-12 12,-1-10 44,-2-12-5,-3-6 50,-6-1 45,-6 3 34,-6 5 33,-6 7 11,-3 9-39,-3 8-111,0 5-57,-1 7 17,0 6-6,-2 12 12,-1 13-6,-3 16-17,-6 12-34,6-27 1,-1 1-517,1 4 0,0 2-74,1 5 0,3 1-3039,3 5 0,2 0 3652,1-4 0,1-4 0,4 15 0,-2-27 0</inkml:trace>
  <inkml:trace contextRef="#ctx0" brushRef="#br0" timeOffset="5081">8627 2635 26883,'-48'-10'74,"1"0"1,2 2 0,7 11-19,5 43-511,17-19 0,0 3 471,1 3 1,2 1-23,1 0 1,3 1 128,-1 27-202,19-10-55,15-15 124,17-12-293,10-12-66,8-12-210,3-11 422,-2-9 157,-5-6 95,-14 0 576,-12 6-190,-15 6-313,-9 6 258,-7 4-185,-3 2-45,-1 1-34,-2 3 197,1-1-308,1 3-29,4-2-11,1-1 12,4-1 27,6-1-3369,20-11 3325,-2 2-196,26-21 212,-10-3-17,-15 7 1,-1-3-252,0-4 0,-3-2 249,1-5 0,-3-2-6,-1-3 0,-3 0 8,-2-1 1,-2-1 13,-3 3 1,-2 0 11,-3 5 0,-2 1 47,0-24 34,-8 16 3094,-2 15-3094,-3 13 254,1 8-343,1 7 686,0 7-709,-6 19 23,-6 28-26,8-18 0,1 4-415,-1 9 1,2 3 400,1 1 0,3 2-120,2-6 1,1 2 0,1-2-35,1 3 1,2-1-120,2-4 1,1 1 0,7-5-1338,11-2 0,5-5 1025,-8-3 0,3-3-116,13-1 1,0-8 247,8-12 520,9-15 415,-6-21-408,-24 8 1,-1-4 407,1-4 0,-1-4-971,4-11 1,-2 1 737,-8 12 1,0 2 235,3-11 0,-2 2 775,-6 1-940,0 7 111,-14 10-184,-5 17 450,-15 14-613,1 7-22,-7 18 3363,11-5-3391,0 13-17,10-6 11,1 8-11,9-7-11,11-7 17,0-17 11,12-5 11,-4-21-6,11-11 0,3-20 12,-13 7 0,-2-3-227,7-16 223,-11 13 1,-3 2 53,-5-4 118,-11-8-124,-9 26-50,-8 6-4,-4 22-24,8 2 0,-13 14 0,3 11 0,5 0 0,0 3 0,4-1 0,1 2-283,-3 10 0,3-1 283,0 16 0,10-24 0,3 0 0,11 15-673,11 9-1800,4-28 1,3-4 1689,18 9 0,-3-8 0,-23-20 0</inkml:trace>
  <inkml:trace contextRef="#ctx0" brushRef="#br0" timeOffset="5599">10151 2344 22834,'-4'-50'1234,"-1"-1"0,1 12 0,-1 5-747,-4 4-285,2 22-152,4 11 1,0 5 105,-1 24 12,0 5 0,-2 7-104,0 5 1,-1 3-602,-1-4 1,0 3 0,-1 0 551,0-2 0,-1-1 0,1 1-10,-1 1 1,-1 0 0,2-2-20,-4 8 0,4 1-128,5-11 0,3 2 0,6-6-1050,8-3 1,8-5 1191,19 14 0,4-7 0,5-9 0,-18-24 0,0 0 0</inkml:trace>
  <inkml:trace contextRef="#ctx0" brushRef="#br0" timeOffset="6684">10814 2526 17456,'0'-8'5938,"0"1"-4734,-7-55-543,5 42-521,-2-15 0,1 6-56,3 24-106,0 7 22,2 9 50,3 10-5,2 14-34,2 13-78,-4 10-99,-3-26 1,-1 0-384,-2 3 0,0-1-950,0 1 1,-1 0-2518,0-2 1,0-1 4015,-2 18 0,2-22 0,1-15 0</inkml:trace>
  <inkml:trace contextRef="#ctx0" brushRef="#br0" timeOffset="6967">10817 2685 19041,'-9'-44'1253,"-1"0"0,1-1 1,-3-16-1,2 7-693,6 4-76,10 6-338,6 7-48,12 9-75,8 10 16,-1 16 0,3 6-28,23 16-363,-17 0 1,0 6 340,-10 4 0,-4 5-28,-1 3 0,-2 3-4,-5 3 1,-5 2 11,-5 2 0,-5 0 28,-8-1 1,-6 0 4,-5-2 1,-6-3-9,-4-3 1,-5-4-12,-2-4 1,-2-4-141,-1-6 0,0-3-420,3-5 0,0-5-4617,-23-6 5194,18-12 0,19 0 0,10 1 0</inkml:trace>
  <inkml:trace contextRef="#ctx0" brushRef="#br0" timeOffset="7307">11585 2880 26872,'44'-39'-1058,"-32"49"114,-19 17 1,-9 7-1,2-4 1,0-2 0,-3 7-1</inkml:trace>
  <inkml:trace contextRef="#ctx0" brushRef="#br0" timeOffset="8258">12245 2550 13312,'-7'-8'5545,"1"2"-2465,6 6 163,0 0-2699,23-45-410,-18 34 242,18-34-236,-24 46 313,-3 0-302,1 0 241,-6-4-296,4 0 122,-4-10-106,4 0-17,0-7-39,2 4-22,1 4 27,0-1-49,1 8 4,-1-2 1,1 5-168,0 1 134,1 6-28,3 7 62,5 29-17,3 10-11,-5-19 0,1-1 11,0 17 5,1-7-5,1-8 12,2-3-18,2-4 23,-2-15 22,-2-4 6,-1-5 22,0-8-39,1-7 28,4-12-17,-3 0 62,6-29-79,-6 8-2,-2 13 0,0 0 13,2-14-27,-2 15-45,-5 14-62,-1 12-101,-2 7-229,1 8-34,2 2-2890,18 20 3355,12-4 0,-8-3 0,0-7 0</inkml:trace>
  <inkml:trace contextRef="#ctx0" brushRef="#br0" timeOffset="8482">13009 2676 23747,'1'-6'2873,"-1"1"-2184,0 5-689,16-49-34,-12 46-50,12-29-22,-17 65-544,-5 13-2878,-4 11 3528,-2-3 0,3-18 0,5-16 0</inkml:trace>
  <inkml:trace contextRef="#ctx0" brushRef="#br0" timeOffset="9749">13613 2571 23892,'8'-46'698,"0"-1"1,0 3-1,-1 9-463,-5 24 79,1 0-196,-3 8-158,0 1 24,0 8 27,0 6 0,0 13-5,0 11 5,0 10 17,-3 6-23,-2 1 12,-3-4 0,0-11 33,1-13 152,4-12-6,1-11-106,1-14-23,0-11-11,1-13-6,5-12-11,2-10-19,-1 25 0,1-2-4,6-16 1,2 0-20,-3 15 1,1 1-4,3-8 0,3 4 1,7 6-12,2 12-17,1 11 23,1 8-11,5 16-1,-11-2-5,5 22-16,-20-1-7,-5 16 1,-20 6-176,2-25 0,-3 0 243,-6 1 0,-2-2 0,0-1 0,-1-1 19,2-5 0,0-1 71,-12 7 16,14-14 28,12-8-117,7-5-29,3-1 419,8 0-458,7 0-106,32 0-134,5 0-416,8 0 135,-26 0 1,0 0-2146,25 0 2700,-16-1 0,-2 0 0,4 0 0,-5 0 0</inkml:trace>
  <inkml:trace contextRef="#ctx0" brushRef="#br0" timeOffset="10058">14546 2394 17843,'0'-6'5439,"0"0"-4711,-8-22 0,-5-7 236,-2 2-427,-6-12 1,-2 3-387,3 19 39,-9 3-156,20 18-17,-2 2-40,6 7 51,1 24-16,2-7 2,5 9 0,3 3-3,6 10-336,-1-10 1,2 0 315,-1-5 1,2-1-3,1-1 0,0 1-1584,0 2 1,-1-2 1572,3 9 5,-8 5 34,-21-21-11,-23 4-74,-8-10-167,-17-6-50,19-11-1189,-5-10-7330,22-10 8804,3-5 0,13 7 0,7 6 0</inkml:trace>
  <inkml:trace contextRef="#ctx0" brushRef="#br0" timeOffset="10345">14821 1995 28194,'-4'-33'33,"13"26"-33,9 30 0,4 16-3,1 3 1,-1 2-245,-3-7 1,-2 3 233,0 7 0,0 5 0,-2-2-1533,-3 7 0,-2 0 1434,1-12 0,-1 2 0,-4 1-889,-9 4 1,-5 2-1,-5-5 948,-12 5 0,-2-3 1,7 1-1,-1-6 0,-2-19 1,1-1-1</inkml:trace>
  <inkml:trace contextRef="#ctx0" brushRef="#br0" timeOffset="11644">15550 2102 22446,'22'-14'6913,"-4"0"-5614,-18 6-1684,-5 0-423,-6 3 744,-8 2 228,-9 9 170,-7 3-268,-6 9-536,1 3 34,7 2 586,9 0 324,12-3-459,10-2-306,12-2-441,9-1 249,13-1 232,9-1-39,-7-2 52,14 3 34,-23-4 64,6 4 150,-20-2 44,-7-2-150,-6 2-84,-3 0-28,-2 0-42,-1 0-39,3-3 88,3 2-3,2-3 178,4 4 43,0 0-6,2 4-5,-4 2-6,-1 2 0,-2 1 5,-1-2 1,0-4-17,0-3 11,2-3 0,0 1 5,0 4 12,-3 6-6,-6 8 1,-9 10-1,-12 5 17,-4 3 11,1-7-5,9-7 5,11-11 28,10-6 45,10-4-17,7-3-44,9 0-7,5-2-38,6-2-174,3 0-577,7-2-3731,6 1 4476,-4-2 0,-16 1 0,-13-1 0</inkml:trace>
  <inkml:trace contextRef="#ctx0" brushRef="#br0" timeOffset="12769">14563 4027 12790,'-55'12'472,"0"0"0,0-1 0,0 1 1,0 0-1,0 0 0,0 0 1,-3 0-1,-1 1 0,1 0 1,2 0-1,5-1 0,7-2-482,-2 2 1,7-2 0,-2 1 234,-21 5 1,-2 0 0,11-2 541,-2 4 517,32-10-836,38-4-62,32-5-294,-6 0 1,5-2-237,-6 1 0,3 0 0,3-1 158,5-1 0,5 0 0,0 0 0,-3-1-275,2 1 1,-3-1 0,3 1 245,-7-1 0,4 1 1,2-1-1,-1 0 1,-4 1-410,12-2 1,-3 0 0,2-1 351,-4 1 1,1 0 0,1 0-1,-1 0 10,-3-1 1,-1 1-1,1-1 1,-1 0 28,1-1 1,1-1 0,-2 0 0,-4 1 34,-4 1 0,-4-1 0,0 0-46,24-6 1,-12-3 272,-24-4 783,-10-8-805,-32-5-8,-9 9 1,-4 1-32,-15-12 30,7 11 1,-1 1 1396,-10-2-1242,-3-2-129,14 11 2684,15 7-2902,11 7 419,8 2-414,8 8-16,8 7-1,11 14 3,-3-1 1,1 3-7,-2-1 1,0 2-20,1 0 0,-1 1-59,-2 3 1,-4 0-665,2 25-1882,-14-12 1,-6 2 2632,-3-13 0,-3-1 0,0-3 0,-2-5 0,-4-4 0</inkml:trace>
  <inkml:trace contextRef="#ctx0" brushRef="#br0" timeOffset="13503">15877 4111 19776,'22'-47'1501,"1"0"0,-4 8 0,-3 6-505,-11 2-233,-3 18-668,-1 4-45,-5 13-11,-2 15-16,-3 6 27,-2 23-17,5-17 1,2 1-20,0 0 0,1 0-160,2 4 0,2-3 157,5 4 34,12-5 44,6-18 135,17-9-45,8-26-128,-8 0 7,-17-2 1,-3-3 87,5-12-68,-2 0 568,-2-12-528,-16 30-85,0-7 12,-9 24-56,-1 9-23,-6 13 34,4-2-11,-2 9 11,9 2 0,2-9-6,14 19-5,-4-24-11,23 9 33,-10-17-11,15-4 6,-4-12 22,1-10-17,-9-1 73,7-16-45,-21 17 112,5-21-67,-18 21-22,-11-8-68,-1 15-22,-5 4-151,5 7-73,7 6-174,0 4-358,10 8-538,10 5-694,14 1-986,9-1-3624,6-3 6626,8-7 0,-26-5 0,-1-4 0</inkml:trace>
  <inkml:trace contextRef="#ctx0" brushRef="#br0" timeOffset="14063">16896 4023 23187,'10'-41'987,"-1"0"1,-3 1 0,-8 8-697,-16 24-123,-12-1-62,-3 15-67,-3 8-16,2 13-6,3 9-17,6 7-17,6 1-6,8-1 23,6-6-5,7-11-29,14-3 34,-3-15 73,23-5 17,-13-14 38,13-10-38,-15 1 235,7-20-112,-8 10-1,6-16-32,-8 9-12,-4 5-90,-6 12 90,-1 5-134,-6 11-29,1 0 1,-2 10-17,0 8 11,0 12 5,0 11 1,1 6-12,0 3-39,5-1-61,5-4-40,8-7 62,7-11 62,4-11 28,1-13 50,-1-15-6,-2-12 17,-3-11 23,-2-6 5,-5-1 17,-5 4 0,-4 12-105,-4 9-7,-3 11 0,-2 6 0,-2 15 0,-1 4 0,-2 13 0,1 3-13,0 2-384,2 1-807,6 0-2616,4-7 3820,4-6 0,-4-11 0,-2-5 0</inkml:trace>
  <inkml:trace contextRef="#ctx0" brushRef="#br0" timeOffset="14237">17489 3730 22800,'-6'-7'3450,"1"2"-3114,5 5-252,-65-63-212,48 45-57,-21-19 0,11 11-498,35 34-1099,9 12-4737,14 16 6519,-2 3 0,-8-12 0,-11-12 0</inkml:trace>
  <inkml:trace contextRef="#ctx0" brushRef="#br0" timeOffset="14553">17700 4231 23534,'1'-5'3663,"0"2"-3417,15-36 1,5-12-1166,-9 22 1,0-2 981,6-12 1,2-7 0,-2 4 25,0 0 1,-3 2 2,0-1 1,-2-1-1511,-4-8 0,-2 1 1418,-3 17 0,-2 2 0,-4-8 0,-4 3 966,-8 7-966,-5 1 0,2 16 0,2 10 741,4 16-741,0 14 0,3 23 0,4-14 0,2 1 1696,1 5 0,2 3-1696,5 12 0,3 0-423,-3-17 0,1-1 423,8 16 0,3-3 0,-4-17 0,1-3-382,3 8 0,1 1-198,-1-5 1,-1 0-1698,-1-5 0,-2-1 2277,8 12 0,-10-18 0,-7-13 0</inkml:trace>
  <inkml:trace contextRef="#ctx0" brushRef="#br0" timeOffset="14747">17501 3973 25035,'-3'-3'2419,"0"1"-2363,3 2-50,61-58-54,-33 46 1,4 1-1617,14-11 1,6-5-1,-3 6 1356,-5 13 0,0 3-1230,20-3 1,-3 1 1184,-1 0 1,-10 2 0,-26 2 0</inkml:trace>
  <inkml:trace contextRef="#ctx0" brushRef="#br0" timeOffset="15795">4783 3589 11907,'-43'8'1162,"1"0"0,0 0 1,-11 1-1,9-1 216,18-3-439,19-4-200,9-1-190,15-3-129,21-3-246,3-2-46,-4 1 1,4-1-445,1 1 1,4-1 421,8 0 1,6-1 0,-3 0-526,-14 3 0,-1 0 0,3 0 437,5-1 0,6 1 0,0-1 0,-2 2-508,1 0 1,-1 1 0,2 0 491,-4 0 1,3 1 0,0 0 0,1 1-1,-1-1 1,0 1 0,1 1 0,2 0 1,-5 0 1,3 1-1,1 0 1,-1 0 0,-2 0-396,7 1 0,-3 0 0,1 0 0,2 0 398,-7 1 1,2-1 0,0 1 0,0-1 0,-3 1-250,6 0 1,-1 0 0,-2 0 0,-1 0 241,5 0 0,-3 0 0,3 0 2,-6-1 1,1 0 0,1 0 0,1 0-202,3 0 1,1-1 0,1 0-1,0 0 199,-11 1 0,0-1 0,1 0 0,0 0 0,2 0 0,5 0 0,3 0 0,-1 0 0,0 0 0,-2 0-80,4 0 1,-2 0 0,-1 0 0,-2 0 80,4 0 1,-3 0 0,2 0 78,-9 0 0,0 0 0,1 0 1,-1 1-70,-2-1 0,1 0 0,-1 1 0,0-1 0,2 1 1,-1-1-1,1 0 1,1 0 85,5 1 0,1 0 0,-1-1 0,-1 0-52,8 0 0,-3-1 0,-2-1-12,-11 1 1,-2 0 0,1 0 29,9-2 0,1-1 1,1 0 48,-2 0 0,1-1 0,-3 0-79,-8 1 1,-1 0 0,3 0 16,5 0 0,4-1 1,0 0-1,-5 2-15,-8 0 1,-4 1 0,1 0-21,8 0 0,2-1 0,-1 1 417,-5 1 1,-1 0-1,-1 2-406,1 0 0,-1 2 1,-1-1-22,11 0 1,2 1 10,-1 1 1,4 2 0,-5 0-9,-7-2 1,-2 1 572,-3-1 0,2 1 0,-3-1-570,2-1 1,-3 0 1253,17 0-1265,-11-2 630,-21-7-630,-3-4 0,-11 1 0,-7 1 0</inkml:trace>
  <inkml:trace contextRef="#ctx0" brushRef="#br0" timeOffset="17711">3962 5148 17546,'-4'-52'1019,"1"0"1,0 0-1,0 0 1,-1-11-1,0 3 1,1 11-449,0-2-213,1 19-212,1 16-73,2 11 72,4 18 34,3 20-75,-1-4 0,-1 4-232,1 12 0,-2 7 172,-1 6 1,-2 5 0,0-1-626,-1-16 0,-1-1 0,0 4 579,-2 9 1,0 6-1,-1 1 1,-1-3-661,0-12 0,-1-2 0,0 1 0,-1 2 655,1 1 0,-1 1 1,0 2-1,0 0 0,0 0 4,0 0 1,-1 0 0,0 1 0,1-1 0,0 1-369,0-1 1,-1 1-1,2-1 1,-1-1-1,1-2 354,-1 1 0,1-3 1,1-1-1,0 3-138,1 0 0,0 2 1,0 1-1,1-1 1,0-5-752,1 7 0,0-5 1,0 3-1088,0 0 0,0 3 0,0 0 1,0-6 1899,0 16 0,0-9 1,0-19-1,1-6 0,-2 2 1</inkml:trace>
  <inkml:trace contextRef="#ctx0" brushRef="#br0" timeOffset="18596">4098 5577 9598,'-9'2'4694,"-31"7"0,-5 0-3484,16-3-796,-16 4 0,4-2 79,27-6-303,7-1-117,4 0 50,8 1 197,21-1-230,-1 1 39,34-5-23,-2-4-67,-19 2 1,1-1-1,12-2 0,-2-1-22,12-1 61,-3 1 29,-53 10-40,-23 7-39,-18 5-17,-22 7-3,23-9 1,-1 0-190,-2 0 0,-1 1 223,1-1 0,1-1-3,4 0 0,1-1-3201,-22 7 3207,24-8 28,7-2-23,20-6 40,1 1 67,10-1 260,13-4-338,17-4-57,1-1-39,3-1 0,2-2 954,-8 4 1,2 0-3952,18-4 1,1 1 3013,-13 3 0,-4 2 0,13-2 0,-24 4 0</inkml:trace>
  <inkml:trace contextRef="#ctx0" brushRef="#br0" timeOffset="30204">5307 5576 16588,'4'-54'1850,"0"0"1,-1 6-1,0 7-914,-3 15-192,1 4-262,-2 2-314,1 10-112,-2 14 22,0 14-27,0 17-23,0 15-11,2 12-194,0-27 0,0 0 185,1 1 1,0 1 5,0-1 0,0 1-9,1-3 1,0-1 28,0 24 22,0-13 112,-4-15 100,-1-14-77,-4-15-62,-3-14-50,-3-15 330,0-14-353,1-9-17,4-6 17,2 1 0,3 3-16,2 0-1,0-2-28,3 24 0,0-1-235,1-3 0,2-1 232,2-1 1,2 0-12,1 2 0,3 1 6,0 4 0,2 3-15,15-14 12,-3 15 6,-1 14-6,-2 11 6,2 10-6,-1 8 476,0 10-476,-2 6-39,-4 6 39,-6 6 28,-8 5-17,-13 4 0,-13-1 0,-13-1 1,-9-8 16,-4-8 39,2-11 34,7-12-12,10-7-10,9-9-18,8-1-44,7-1-6,8 0-5,7 2-1,15 1-5,12 1-16,12 4-1,7 6-385,4 5 329,-31-3 0,1 2-120,2 1 0,0 1-267,2 2 1,1-1-908,4 2 1,2 0 1223,6 1 1,-1-2 0,6 3 0,-4-4 0</inkml:trace>
  <inkml:trace contextRef="#ctx0" brushRef="#br0" timeOffset="30596">6562 5222 17799,'-32'-39'562,"0"-1"0,-1 1 0,2 10 2049,2 19-2399,-9 2 904,2 9-1072,4 12-44,13 0 578,5 17-572,12 0 5,5 13-22,7 6-709,2-18 0,3 0 720,8 11-119,-3-14 0,2-1 97,12 1-59,9 7 70,-1-8 5,-4-2 6,-17-10 17,-6-2 28,-21-5 3237,-12 4-3277,-41 4-21,5-4-12,19-6 1,2 0 5,-6-1-25,5 0-374,7 1-940,0 1-2392,12-1 3753,11-1 0,3-1 0,2-3 0</inkml:trace>
  <inkml:trace contextRef="#ctx0" brushRef="#br0" timeOffset="30844">7068 5303 21343,'-5'0'3540,"2"0"-3220,3 0-460,29-55-460,22 31 435,-25-7 0,3 2-398,8 19 0,2 7-5032,22 3-4236,-6 7 9370,-8 2 1,-30 0 0,-12-5-1</inkml:trace>
  <inkml:trace contextRef="#ctx0" brushRef="#br0" timeOffset="30997">7191 5512 26284,'-15'1'-526,"5"-1"-578,66-24-792,-27 13 0,2 0 1896,16-4 0,0 1 0,5-2 0,0 2 0</inkml:trace>
  <inkml:trace contextRef="#ctx0" brushRef="#br0" timeOffset="31705">8582 5124 23405,'-10'-40'395,"-1"0"1,2 2 0,-2 12-312,-1 23-17,-7 4 1,-15 9-46,6 0 0,-26 12-16,4-2-246,18-8 1,-1 1 264,-1-1 1,1 0 2,-23 6-3122,15-4 3111,18-8 0,10-2-34,10-3-28,0 1 68,3 4 263,5 10-263,-1 5-7,2 3 3427,0 12-3348,-3 16-73,-1-8 3,-1-8 1,-1 0 19,2 12-34,1 14 6,4-3 6,4-5-18,2-5 1,4-7-6,0-8 17,3-6-12,-4-10-353,17-3-598,1-10-2056,26-9-2773,-10-6 5096,-17 0 1,-2-1-1,-5 1 1,0 0 0</inkml:trace>
  <inkml:trace contextRef="#ctx0" brushRef="#br0" timeOffset="32437">9235 5546 22442,'-16'-40'745,"0"0"0,0 0 0,-5-13 0,2 8-572,7 17 85,3 8-180,5 14-83,2 3 10,4 18 6,5 11 6,5 22-11,-2-6-1697,-4-5 1,0 3 1701,-1 19-6,-2-18 1,0 2-35,-2-10 1,-1-2 34,0 14 22,-1-7 342,-2-24-113,-1-5-201,2-11 3403,-4-28-3431,3 7 0,0-12 0,2-5-315,1-20 298,1 13 0,1-3-571,1 4 1,0 0 576,0-2 0,2 0-12,0 1 1,3 2-100,0 5 1,3 2 104,2 6 0,3 4 1,21-13-7,7 14-5,3 15-11,5 10-6,3 15 0,-26 0 1,0 2-1,2 6 0,-1 3-11,2 6 0,-3 2-31,1 4 0,-3 2-410,-2 3 0,-4 2 161,-4 0 0,-4 0-177,-3-1 1,-4-1-252,-6-3 0,-4-1-424,-2-5 1,-5-3-4925,-21 20 6084,0-17 0,10-15 0,9-11 0</inkml:trace>
  <inkml:trace contextRef="#ctx0" brushRef="#br0" timeOffset="32604">9361 5573 23047,'29'-33'-267,"1"1"1,-1-1 0,17-13 0,4 10-745,-2 22 0,3 7 67,8-2 1,-3 2 0,-22 2-1,-3 1 1,27-1 0</inkml:trace>
  <inkml:trace contextRef="#ctx0" brushRef="#br0" timeOffset="32794">10361 5395 20016,'-1'10'4414,"1"-1"-3720,0-9-368,0 0-315,-34 34-208,24 9-1284,-5-2 0,3 2 1481,13-8 0,5-3 0,2 15 0,-3-25 0</inkml:trace>
  <inkml:trace contextRef="#ctx0" brushRef="#br0" timeOffset="33496">10728 5276 20166,'0'-52'378,"1"1"1,-2 7 0,3 9 1461,8 20-1811,1 10 651,5 4-669,4 11 360,5 18-366,-9-4 1223,2 18-1188,-14-7 4,1 9-4,-9 0 10,-3-4 6,-4-8 22,0-8 130,1-11 100,3-6-28,-2-9 67,-1-15-196,0-10-101,1-5 34,4-14-11,4 6-17,6-8-5,19-10-35,-6 25-4,13-6-1,-2 19-45,0 7 1,4 2 16,27-7 3,-12 11 0,0 4-9,3 7 6,-19 4 1,-2 5-18,-1 13-5,-3 25 28,-27 10 11,-5-9 0,-16-5 5,-3-18 12,-1-3 6,-7 0 21,4-11 85,-1-8-45,6-12-33,4-1 44,6-13-22,6 1-17,1-8-56,4 9 16,11-6-4,-1 14-3427,26-6 3410,-14 11-421,40 1 415,-28 7-3,6 3 0,0 4 3,-4 2-6,-4 2 0,-2 2-50,-1 9-34,-2 8-67,-13 9 3154,-17-6-3193,-5-3 25,-19-2-1611,-3-8-8038,-19 4 8608,19-13 0,3-5 0,25-9 0</inkml:trace>
  <inkml:trace contextRef="#ctx0" brushRef="#br0" timeOffset="33731">11787 5384 21719,'3'3'3215,"-1"-2"-2285,-2-1-913,-32 66-4476,18-35 4262,-4 7 1,0 0-7121,10-3 7317,6-19 0,0 5 0,3-16 0</inkml:trace>
  <inkml:trace contextRef="#ctx0" brushRef="#br0" timeOffset="33978">12443 5099 25836,'-43'-6'169,"-1"1"1,1-1-1,-16 0 1,7 9-114,8 34-23,11 9-10,14 6-446,9 6 423,5-11-84,13 9-593,16-6-1161,12 1 1838,-8-22 0,1-3 0,0-3 0,-1-4 0</inkml:trace>
  <inkml:trace contextRef="#ctx0" brushRef="#br0" timeOffset="34179">12924 5472 26788,'-49'40'-274,"11"-4"-68,25 3-1921,7 3-2430,3-17 3277,2 11 1,1-28 0,0-2 0</inkml:trace>
  <inkml:trace contextRef="#ctx0" brushRef="#br0" timeOffset="34421">13283 5281 27426,'5'2'-61,"-2"13"-158,-8 41-285,-4 4-569,1-24 1,0-1-300,-2 12-3966,2 13 4002,6-33 1,1-4-1,1-12 1</inkml:trace>
  <inkml:trace contextRef="#ctx0" brushRef="#br0" timeOffset="34671">13346 5489 18182,'2'-52'1072,"-1"0"0,1 0 0,-1 5 0,0 1 0,-1 6-708,0 5 0,0 5 112,-1-20 644,7 15-941,6 13 235,9 8-336,9 9 119,8 7-181,8 14 7,6 16-165,-23-9 0,-1 4 147,1 4 1,-1 4-12,-1 1 1,-2 3-279,-4-1 0,-4 2 253,-5-2 0,-6 1-145,-9-3 0,-7 0 106,-7-2 0,-6-3-107,-8-1 1,-5-3-625,-5-3 1,-2-3-1259,-3-3 1,-1-3 1605,6-5 1,3-1 0,-11 0-1,24-7 1</inkml:trace>
  <inkml:trace contextRef="#ctx0" brushRef="#br0" timeOffset="35254">14011 5126 24519,'14'-44'162,"0"1"1,0 4 0,5 9-85,20 25-61,9 3 16,5 6-10,3 5-18,-3 8-21,-9 6 10,-10 5 23,-13 5 22,-10 7 23,-13 13-46,-3-15 29,-9 19-6,2-17 7,-2 12-18,3 1-11,5 0-1,5 1 1,6 3-312,5 0 340,1-2 0,-5-5-73,-18-6-96,-19-6-131,5-20 0,-4-2-1691,-5 0 0,-2-2 1297,3-2 0,2-2 1,-10 2-1,19-6 1</inkml:trace>
  <inkml:trace contextRef="#ctx0" brushRef="#br0" timeOffset="36412">3891 7071 22867,'-3'-22'-22,"59"0"-390,-13 18 0,6 3-2865,-2-2 0,3 0 0,-1 1 3195,11-1 1,-4 1-1,-17 1 1,-4 0-1,6 0 1</inkml:trace>
  <inkml:trace contextRef="#ctx0" brushRef="#br0" timeOffset="37450">5261 7223 14398,'0'-7'3232,"-3"-28"0,-1-8-1708,-3-9-1558,0-3 1,-1-2 425,2 22 0,1 2 207,-5-22 173,4 16-609,3 17 43,2 16-150,8 33-45,-2-3-8,3 7 0,2 4-3,-1-4 0,1 1-120,3 10 1,1 1 122,2 0 0,1 0-3,2-2 0,0-2 5,1-5 1,1-1-18,-1-7 1,0-2 45,12 8 179,-10-15 56,-9-18-141,-6-16-21,-1-19-23,-1-21-59,-2 21 0,0-1-81,0-5 0,1-1 61,1-1 1,1 1-12,1 2 1,1 2-37,3 5 0,1 2-141,18-14-271,9 16-582,11 16-2102,9 13 3138,-22 6 0,-2 1 0,4 1 0,-3 4 0</inkml:trace>
  <inkml:trace contextRef="#ctx0" brushRef="#br0" timeOffset="37680">6472 6919 24659,'24'-38'-463,"0"1"0,0 2 1,4 12-3660,11 27 1,0 9 2177,11 3 1944,-20 5 0,-6 0 0,-12-7 0,1 9 0</inkml:trace>
  <inkml:trace contextRef="#ctx0" brushRef="#br0" timeOffset="37831">6508 7223 25786,'34'-18'-807,"14"-3"-218,-7 10 0,3 0-107,9-2 0,-3 2 0,9-2 0,-5 3 0</inkml:trace>
  <inkml:trace contextRef="#ctx0" brushRef="#br0" timeOffset="38403">8497 6775 20139,'0'-40'554,"0"0"0,0 2 1,-5 9 1246,-8 23-1650,-9 0 527,-10 5-628,-13 7-11,8 0 0,-2 2-451,-20 6 426,9-3 0,-1 1 8,11-2 1,0 0-4,-16 3 1,-1 0-9,15-4 1,3-1-1,4-1 0,5-1 925,5-3-931,20-3-33,0 2 34,8 0 33,8 9-22,2 6 847,2 4-842,1 11-3374,-6 17 3391,-2-7-1112,-4 4 1,-3 0 1128,-3 0-152,0-2 0,-1 3 132,-1-14 1,0 0 16,-2 9 1,1 1-38,0 0 1,1 1-9,1 4 1,2 0-9,4-10 0,2-2-6,3 1 1,3-4 5,11-1-17,17-12-151,-6-20 0,4-7-549,6-2 0,3-4 717,0-3 0,3-2 0,-6 1 0,-6 2 0,-4 1 0,2-2 0,-1 0 0</inkml:trace>
  <inkml:trace contextRef="#ctx0" brushRef="#br0" timeOffset="39337">9219 7328 18900,'5'-52'946,"-1"1"1,1-1 0,0 4-1,-1 1 1,-1 7-583,-4-11 909,-2-2-970,0 29-11,1-2-303,0 19 60,1 10-32,2 11 224,1 2-219,8 35-33,-1-3 8,-3-11 0,-1 1 3,-2-3 0,-1-1 0,-1 1 0,-1-1 12,-5 25 21,-1-11 62,-3-17 85,0-16 16,0-14-112,2-7 117,-4-31-100,4-6-59,3 8 0,1-4-409,1-2 0,2-1 392,1-5 0,1 0-3,2-3 1,0 1-6,4 1 0,1 2-9,-2 12 0,2 1-1567,14-8 1,2 5 1547,-1 7 11,3 6 0,3 4-11,9 14-12,12 6-5,7 14-117,-28-1 0,-1 4 142,2 7 1,-2 3-26,0 5 0,-3 3-62,-1 6 1,-4 0 10,-4-8 1,-3 2-494,1 20 1,-4 1-356,-5-19 0,-2 0-446,1 16 1,-1 0-2143,-2-17 1,-2-2 3514,-3 18 0,2-24 0,-2-15 0</inkml:trace>
  <inkml:trace contextRef="#ctx0" brushRef="#br0" timeOffset="39528">9483 7243 16292,'-5'-3'5124,"2"1"-4457,3 2-824,21-67-202,25 39-406,-9-14 0,6 2 255,7 23 1,3 7-864,2-2 1,0 0-3544,-1 2 1,-4 1 4001,-12 2 0,-5 2 0,11 0 0,-32 3 0</inkml:trace>
  <inkml:trace contextRef="#ctx0" brushRef="#br0" timeOffset="39724">10744 7031 14040,'-5'9'3237,"0"-2"156,5-7-2962,0 0 660,-39 10-1147,26 13-90,-29 16-223,37 13-841,1 5-4167,2 6 4861,1-9 1,0-20-1,0-16 1</inkml:trace>
  <inkml:trace contextRef="#ctx0" brushRef="#br0" timeOffset="40530">11187 6984 25001,'14'-31'594,"0"-1"0,9-17-577,-23 52 27,0 10-10,-1 15 0,-2 13-6,-2 10-17,-3 4-6,1-3 18,-2-2-12,4-21 28,-1-4 90,4-18 22,-1-3-56,0-10-22,-1-9-28,-2-12 0,1-13 16,3-12-41,1 21 0,2-2-187,0-2 0,2 0 200,1 0 1,0 0-6,2 3 0,2 1 5,9-21-16,7 8-22,5 9-18,10 8 6,9 9 17,5 8-16,2 7-1,-3 13-6,-7 10-5,-7 14-16,-9 10-12,-12 10-12,-11 8 48,-10-29 1,-3 1 8,-3 0 0,-1-2 11,-18 24 11,2-14 23,4-18 33,6-13 39,3-15 295,6-3-350,1-15-34,5 0 5,2-7-16,5 3-1,5 4 1,4 6-6,4 6 5,1 3-10,5 4-34,3 8 22,4 8-6,3 11-16,0 9 6,-4 5-40,-9 3 0,-10 3-101,-26 10 74,2-17-203,-27 9-380,7-24-919,-9-1-5702,4-11 7304,9-9 0,13-1 0,9-3 0</inkml:trace>
  <inkml:trace contextRef="#ctx0" brushRef="#br0" timeOffset="40747">12302 7007 21128,'7'9'2919,"-1"-2"-2421,-6-7-391,0 0-141,-27 72-386,16-37-978,-6 13 1,1-1 1397,9-14 0,2-11 0,3-11 0</inkml:trace>
  <inkml:trace contextRef="#ctx0" brushRef="#br0" timeOffset="41028">13043 6818 25948,'-42'-17'201,"-1"0"1,1-1 0,-23-2-1,7 13-122,9 36-60,23-8 1,3 1-14,0 11-29,7 16-5,11-4-106,9 15-155,7-26 1,5 0-923,2-6 1,3-2 737,0-1 0,3-3-1414,6-2 0,1-4 1887,15 4 0,-6-3 0,-17-10 0</inkml:trace>
  <inkml:trace contextRef="#ctx0" brushRef="#br0" timeOffset="41214">13401 7140 21887,'1'-6'3714,"0"1"-2309,-1 5-1399,-16 9-6,10 1-168,-21 38-560,18-10-421,-4 16-1903,8-19 3052,1-6 0,2-14 0,-1-1 0</inkml:trace>
  <inkml:trace contextRef="#ctx0" brushRef="#br0" timeOffset="41453">13955 6889 23209,'0'-6'3837,"1"1"-3557,-1 5-269,8-26-22,-12 56-6,5-15-62,-7 22 1,-1 6-1040,0-4 1,1-2 596,-4 25-2997,4-17 1,2-2-3446,0 2 6454,2-8 1,0-2 0,2-15 0,0-1 0</inkml:trace>
  <inkml:trace contextRef="#ctx0" brushRef="#br0" timeOffset="41722">14042 6978 20817,'-2'-55'1723,"0"0"1,1 5-1,3 7-1342,9 6-23,16 3-285,-5 16-17,10 3 34,9 14-68,-1 11-11,18 14-336,-32-4 0,-4 2 325,13 20-12,-16-11 1,-3 3-3,-6-4 0,-2 2-23,-1 15 1,-5 3 22,-6-9 0,-6-1-8,-7 6 0,-6-4-51,-6-8 0,-5-5-106,-4-1 0,-3-4-644,-2-2 0,-1-3-2274,-2-3 0,1-4 2750,5-4 0,4-2 1,-11 0-1,21-6 1</inkml:trace>
  <inkml:trace contextRef="#ctx0" brushRef="#br0" timeOffset="42282">14662 6783 18767,'2'-11'4744,"1"3"-3859,-3 8-431,0 0-230,3-67-84,14 44-87,-4-16 0,2 3-2,18 25 123,26 1-85,-18 6 1,17 0-34,-20 3-28,-5 4 22,-7 2-5,-6 3 0,-5 4 45,-4 5 16,-2 8-11,-1 8-11,-3 9-17,-1 12-16,0 9-427,-2-28 1,0 2 392,1 2 0,1 0-14,-1 1 0,1-1-230,-1 0 0,1 0 216,-1-2 0,-1 0-14,-2-3 0,-2-1-1,-4-2 1,-4 0-96,-12 1 1,-3-4-92,-14 10-15,13-19 0,-3-2 227,-4-5 0,3-3 0,4 1 0,-19 2 0</inkml:trace>
  <inkml:trace contextRef="#ctx0" brushRef="#br0" timeOffset="57100">4425 8703 14824,'-23'-38'1576,"-1"0"1,1 0 0,-8-15 0,1 14-855,-5 30-374,-2 11-113,-11 18-137,22 0 0,3 5-762,-3 11 0,3 4 692,-2 8 0,2 4-14,1 7 0,3 2-331,7-17 1,1 1 0,1 0 305,1 3 0,1 0 0,1 3-23,2-3 0,1 4 1,1-1-1,0-3 6,-1-1 0,2-2 0,0 3-42,2 2 0,1 4 0,1-1 0,0-3-63,1-2 1,0-4-1,1 3-494,1 10 0,1 3 0,-2-1 505,1-4 1,-2 0 0,-1-1 70,-3-2 1,-1-2 0,-3-2 95,-6 15 0,-5-6-41,-5-12 0,-6-9 180,-2-13 1,-3-10-62,-2-15 1,0-11-9,0-13 0,4-9 0,1-11 0,6-6-24,5-8 0,6-4-48,6 20 0,4 0 0,2-1-25,2 2 1,3 0 0,3 0-2,5-18 0,6 2-6,4 5 0,4 2-6,3 3 1,3 3-12,2 2 1,2 2 16,3 2 0,1 1 0,3 2 1,2 2-18,2 0 1,1 2-1,1 1 0,2 2 12,0 2 0,0 2-6,-2 2 0,-1 3 0,-1 3 0,-1 1 354,-5 4 0,-2 3-366,-6 2 1,-2 2 1529,12 4-1457,-21 12 448,-17 12-425,-22 25-73,3-11-5,-10 21-23,15-22 17,4 7-2179,19-8 2201,-1-15 317,18-5-210,-5-14 50,8-12 17,-1-9 34,-4-14 56,-6-7 50,-11-3 44,-9 2 3354,-15 4-3498,-12 8-91,-11 6-49,-9 8-35,-1 6-44,1 6-11,11 3-46,10 1-111,12 1-297,11 8-426,9 4 45,3 4-2319,13 8 3148,4-1 0,-10-6 0,0-3 0</inkml:trace>
  <inkml:trace contextRef="#ctx0" brushRef="#br0" timeOffset="57425">5228 9020 25331,'5'-2'17,"8"32"-26,-3 1 1,1 6-752,2 12 0,-2 1 735,-6-10 0,-2 0-1,2 0 1,-2 2 11,-4 9 0,-3 0 31,0-15 0,-3-2 126,-3 4 0,-3-5 182,-9-1 398,-3-39-583,11-19 101,5-36-163,9 31 1,5-1-1506,7-18 1,5 0 1431,1 7 1,5 2-23,8-4 0,2 4-119,-9 15 1,2 5-50,6-2 1,2 4-898,22-3-3834,-12 10 1,-1 3 4108,10 0 1,-5 6 0,-39 3 0</inkml:trace>
  <inkml:trace contextRef="#ctx0" brushRef="#br0" timeOffset="57836">6277 8948 21201,'-3'-62'1286,"0"0"1,0 7 0,-2 8-733,-6 9-375,1 18 229,3 12-386,2 24 67,0 4-61,-1 19 0,-1 7-23,0-2 1,-1 2-513,0 2 0,-1 3 0,1 1 501,-1 0 1,1 0-1,0 1-590,1 5 0,0 1 1,2-2 525,-1-11 1,1-1 0,3 3-356,5-1 1,2 4 0,3-1 0,5-3-1992,8 1 0,6-4 0,0 1 2416,0 5 0,-1-1 0,3-5 0,10 0 0,-3-10 0,-3-12 0</inkml:trace>
  <inkml:trace contextRef="#ctx0" brushRef="#br0" timeOffset="58811">7361 9262 12001,'-6'-1'7607,"0"0"-5205,6 1-111,0 0-1541,-16-65-122,12 40-2423,-5-14 0,1 3 1935,8 24 859,0 3-982,0 9-23,2 20 29,2 7 5,0 30-3,-1-26 0,-1 2-6,-1 5 1,-1 0-17,-1 1 0,-1 1-3,0-3 0,0 0 5,-3 2 1,0-3 3397,-2 9-3341,-1-2 111,3-32 23,1-4-84,2-18-22,5-33-68,3 5 0,2 0 1,4-2-250,1 7 1,1 1 220,-1 0 1,3-1 24,11-13 1,1 3 2,-9 18 1,0 1-18,8-8 1,1 2-1,11 0 12,-4 14-45,10 13-11,-14 7-62,16 18-134,-13 10-165,-13-7 0,-1 2-87,-1 5 0,-1 2-471,1 5 1,0 2-992,1 4 0,2 1 1949,6 7 0,-1-3 0,-10-20 0,-2-2 0,18 22 0</inkml:trace>
  <inkml:trace contextRef="#ctx0" brushRef="#br0" timeOffset="59442">9470 9242 20632,'-19'-56'1600,"0"1"0,6 13 1,-1 5-1215,-13 0-184,15 28-146,4 7-11,1 15 27,-2 18 1,-6 24-54,4-17 1,0 2-594,-3 7 1,1 1 587,-1 4 0,0-1-9,3 0 1,1-2-158,3-4 0,4-2 160,5-7 0,4-4 43,17 14 33,13-21 33,6-19 7,2-21-35,1-17-50,-22 8 1,-2-4 27,2-16 0,-3-1 230,-6 12 1,-3 0-270,1-19 0,-5-1 14,-6 19 0,-4 2 0,-2-8 0,-5 2 112,-3 7 0,-4 3-109,-28-12-29,-9 19-4,1 14-24,8 13-38,16 8-79,13 11-190,16 9-359,15 11-812,16 9-1502,-9-23 1,3-1 2991,-1-2 0,0-1 0,8 8 0,-13-16 0</inkml:trace>
  <inkml:trace contextRef="#ctx0" brushRef="#br0" timeOffset="59791">10301 9191 26099,'-37'-37'239,"1"-1"0,7 3 0,3 15-200,-10 54-44,12 21 10,8-15 1,2 7-532,4-5 1,0 5 0,1 4 0,1-2 459,1 2 0,2-1 0,-1 2 0,1-1-352,-1 1 0,0 0 1,1 0-1,1 1 236,1 1 0,1 1 0,1-1 0,-1-4-285,1 0 0,0-3 1,0 2-624,-2 9 1,0 2 0,-2-1 609,-1-6 0,-1-2 1,-3-2 375,-4-6 1,-3-3-1,0-4 328,0 1 0,-4-11 1,-12-14 1,0-12 210,7-23 431,4-27 0,5-11-626,12 9 0,5-3-143,2 9 0,2-4 0,1-1 1,1 3 6,2-2 1,2 3 0,2-1-88,3-3 1,2 0 0,2 4-42,6-4 1,3 5 64,1 6 1,4 3-1149,11-1 0,2 4-311,-13 12 0,0 1 1417,11-3 0,-5 4 0,-13 10 0,-3 0 0</inkml:trace>
  <inkml:trace contextRef="#ctx0" brushRef="#br0" timeOffset="60458">11837 8993 23965,'2'-46'459,"1"-1"0,-1 6 1,-2 9-107,-6 19-280,1 8-23,-10-1-16,-14 8-6,-12 6-28,-19 9 11,11-1-11,6 1 0,1 0 0,-1 0 3,0 1 0,0 1-9,9-2 12,-7 6-12,26-11 12,4 3 38,4 5-21,1 5 16,2 12 11,3 6-22,1-6 42,0-1 0,0 1 3,1 19-48,2-6 1,1 0-15,3 8-336,2-18 0,2-4 320,4-4-344,22 14 217,-9-28 1,4-4-183,2 0 1,3-4-982,10 0 1,1-6-3622,-5-6 1,-2-3 4268,19-2 0,-20-2 1,-30 6-1</inkml:trace>
  <inkml:trace contextRef="#ctx0" brushRef="#br0" timeOffset="65348">12545 8923 23814,'20'-30'582,"-5"7"-470,-16 23-33,-1 0-18,-4 0-27,0 2-3370,-16 0 3347,8 1 28,-25 0 6,12 0-6,-12 1-22,15-1 5,-2 1 1,10 1 33,-5 1 3358,7 2-3369,0 2-17,6-2 50,-5 12 6,3-2-5,-6 13 22,2 1-11,0 5-29,2 5-10,3-9 27,2 10 17,6 1-16,6 2-6,7 4-45,3-19 16,7-1-16,2-10-5,8 2-23,6-5-107,16-7-72,-5-8 22,0-6-476,-4-11-711,-12 0-3327,9-9 4671,-14 5 0,-9 4 0,-13 8 0</inkml:trace>
  <inkml:trace contextRef="#ctx0" brushRef="#br0" timeOffset="65574">12419 9328 10506,'-4'-1'8508,"0"1"-3910,4 0-4195,-46-45-162,39 29-90,-29-35-100,48 43 33,19-3-95,-3 5-169,15-4-839,-3 4-6756,2 0 7775,-6 2 0,-13 2 0,-11 1 0</inkml:trace>
  <inkml:trace contextRef="#ctx0" brushRef="#br0" timeOffset="66242">13154 8886 24323,'0'-54'1132,"2"10"-1037,4 40-44,6 0-12,9-1 6,10-2-23,11-2-5,8-2 28,5 1-17,-2 1-23,-6 3-21,-13 3 10,-12 1 56,-12 2 62,-7 5 28,-4 4-5,-4 8-68,-3 7 11,-3 6-16,1 7-45,4 9 5,2 8-328,9 8 317,-1-29 0,3 1 8,2 1 1,2 1-20,2 0 0,0-1 0,0 0 0,-1 0-8,-3-2 0,-2 0-65,-3 27-101,-20-5-419,-18-8-1435,-16-8 2028,19-23 0,0-2 0,-5 2 0,4-7 0</inkml:trace>
  <inkml:trace contextRef="#ctx0" brushRef="#br0" timeOffset="67599">13778 8633 20772,'-34'-48'1432,"0"0"0,6 7 0,5 8-994,9 19-315,11 10-78,3 6 16,10 13 40,12 15-67,14 20-535,-14-16 1,1 2 519,4 6 1,0 3-9,2 5 0,-1 3-9,-8-16 0,-1 1 0,-1 1-36,0 1 1,-1 1-1,-2 0-196,-2 1 0,-2 0 1,-1 1-673,0 19 1,-7 1-1805,-7-2 1,-6-2 2705,-2-9 0,-1-5 0,-10 11 0,8-27 0</inkml:trace>
  <inkml:trace contextRef="#ctx0" brushRef="#br0" timeOffset="68233">14663 8590 24895,'-33'-22'70,"0"0"1,-5 11 0,4 13-48,11 34 22,-6 21-23,24-11-11,19-4 6,16-7-11,17-8-1,10-7-958,3-6 986,-3-4 1,-14-2 299,-14-2-276,-17 0 164,-16 2-171,-11 5 18,-15 2-29,-8 6-17,-11 4 6,-6 4-9,24-12 1,-1-1 103,1 2 0,0 0-112,3 0 0,1 0 12,-13 16-12,19-5-5,13-5 61,14-6 11,7-6-27,10-3 5,7-3 248,3 2-304,-2 3 0,-4 6 0,-10 9 11,-8 9 6,-10 9 28,-11 5-6,-1-8 12,-8 10-1,3 2-270,4 0 287,4 4-22,14-19-6,11-6-72,13-11-539,12-9-2329,16-11 2901,-1-6 0,-16 0 0,-14 0 0</inkml:trace>
  <inkml:trace contextRef="#ctx0" brushRef="#br0" timeOffset="69266">5072 11654 24979,'-7'-40'336,"0"0"0,0 2 0,3 12-313,4 24-7,0 11 1,0 10 0,0 17-45,-2 3 0,0 3-163,1-9 1,0 1-676,-2 13 1,1 0-4596,4 14 4613,3-15 0,0-19 0,-1-15 0</inkml:trace>
  <inkml:trace contextRef="#ctx0" brushRef="#br0" timeOffset="69634">5294 11390 22335,'-15'-38'641,"0"0"1,-13-17-592,12 69-16,2 13-6,6 8-6,4 7 12,9-2 33,5-2 101,17-1 62,-4-17 128,8-4 308,-10-26-441,-8-1 150,-1-17-33,-9 1-62,-3-7-101,-5 1-50,-4 3-51,-1 5-39,0 9-78,2 6-95,4 6 33,2 10-33,1 8-292,6 11-756,8 9-1383,14 6-5451,14 4 8016,1-6 0,-14-13 0,-10-12 0</inkml:trace>
  <inkml:trace contextRef="#ctx0" brushRef="#br0" timeOffset="69974">6018 11408 27404,'-50'10'26,"1"0"0,8-8 0,6 8-32,11 39 1,8 14-1437,3-11 1,0 3 1435,3-6 1,-1 3-1,2 4-652,1-1 1,2 5-1,0 1 1,1-1 405,1-5 0,1-1 0,0 0 0,1 2-121,0-4 0,0 3 0,0 0 0,1-1 0,1-5-3,-1 9 1,2-4 0,-1 1-322,-1 9 1,0 0 0,-3-4 251,-3 4 0,-4-3 618,2-17 1,-1 0-1,-3-4 339,-7 3 1,-5-13 1005,-27-33-1047,18-23 110,15-20 1,7-9-271,7 3 0,5-3-100,3-2 0,4-5 1,0 2-162,1 9 0,0 0 1,3 0 209,4-6 0,1-1 1,1 5-258,1 4 0,1 3-12,6-4 1,3 1 245,-5 12 0,2 1-1303,2 1 0,2-1 0,1 2-3850,8-8 1,-1 2 3278,-1 4 1,-4 4 0,3 1 0,-25 24 0</inkml:trace>
  <inkml:trace contextRef="#ctx0" brushRef="#br0" timeOffset="70540">6779 11294 25478,'-43'5'341,"-2"23"-299,27 11 0,3 9-1119,-3 4 0,2 2 1080,1 4 0,3 0-12,3 0 1,4-1-29,8-4 1,4-3-30,-1-13 0,6-4-285,10-1 1,8-6-1291,10-10 0,2-5-31,-8 1 0,2-3 1672,15-5 0,-8-2 0,-26-1 0,-3-3 0</inkml:trace>
  <inkml:trace contextRef="#ctx0" brushRef="#br0" timeOffset="70787">7525 11136 25091,'-28'-30'72,"0"-1"1,2 1 0,9 11-73,16 19-39,0 0-6,1 3-140,0 3-61,0 1-2555,4 14-7030,1-2 8384,1 3 0,-3-9 0,-1-10 0</inkml:trace>
  <inkml:trace contextRef="#ctx0" brushRef="#br0" timeOffset="72007">7642 11408 16768,'1'-4'6536,"0"1"-5494,-1 3-337,0-65-155,-6 39-352,3-12 1,-3 3 37,-10 22-108,-4 6-60,-5 10-35,-5 11 1,-6 14-1,-5 16-146,19-16 1,1 1 115,1 3 0,1 1-3,2 1 0,4 0 0,3 0 0,4-1-17,9 29-39,16-8-118,18-11-313,15-12-37,-22-20 0,2-3-241,1-3 1,1-3-26,0-5 1,1-3-69,-1-4 0,-1-3 496,-1-5 1,-1-3 302,-2-4 1,-2-3 170,-3-2 0,-2-3 159,-3-3 1,-3-2-193,-1-4 0,-2-2 520,-1-1 1,-2-1-4,-1 0 1,-1 0-113,-1 4 0,-2 0-222,-1 5 1,-2 2 275,0-22 118,-2 16-314,-2 16 249,0 12-541,0 9 716,0 12-755,2 13 254,1 19-242,0 21-21,-1-23 1,0 2-423,1 7 1,-1 1 419,-1 3 0,-1 0 0,0-10 0,1 0-6,-3 14 1,1-3 5,0 4 0,2-21 0,1-3 39,2-7 34,2-16-6,3-18-17,6-12-5,4-17-6,7-10-22,2-5 6,3 3-7,0 7-10,0 12 845,-3 12-857,0 9 0,-1 8-16,4 9 5,2 6-16,3 6-158,1 3-374,0 0-606,-1 0-470,-3-3 27,-3-3 685,-8-6 777,-6-5 326,-8-11 324,-4-5 349,-2-7 122,0-4-57,0 0-66,0 5-207,0 5-331,0 7-207,0 4-28,0 7-1,2 1-32,2 7 4,5-2-21,3 0-1,6-3 23,4-5 5,11-12-33,-7 0 0,10-16 28,-11 0 16,3-10 7,-3-3 32,-7-1-3307,-7-6 3280,-5 15 117,-9-3-16,-6 19-17,-7 1-40,-5 7-27,-4 8-28,-2 8 3380,-1 10-3386,0 12-50,6 7-12,7 8-28,8 4-106,13 1-593,11-1-1333,16 0 142,-9-26 0,2 0 1924,2-3 0,-2-2 0,11 7 0,-11-13 0</inkml:trace>
  <inkml:trace contextRef="#ctx0" brushRef="#br0" timeOffset="72234">9395 11454 19910,'0'-6'5573,"0"1"-4397,0 5-890,-76-48-1200,36 49 956,-12-18 0,2 7 3,7 52 312,6 10-363,22-16 1,4 2-6,-2 16-73,10-15 0,6-2-1327,25 16-1295,11-9-380,7-10 3086,2-24 0,-30-8 0,1-1 0</inkml:trace>
  <inkml:trace contextRef="#ctx0" brushRef="#br0" timeOffset="72451">9785 11236 20638,'0'-9'5220,"1"2"-4820,-5-24 1,-2-4 154,1 14-295,-1-19 0,-1 11-164,2 33-74,1 4 34,2 25-34,0 7-16,0 20-12,1-27 1,1 2-68,0 9 0,2-1-212,1 16-855,1-18 1,2 0 1139,12 18 0,-8-18 0,3-4 0</inkml:trace>
  <inkml:trace contextRef="#ctx0" brushRef="#br0" timeOffset="72716">10061 11407 23035,'-21'-43'890,"0"-1"1,1 6 0,-2 9-297,-18 20-325,7 18-169,2 4 102,4 21-43,9-4 1,1 5-113,1 4 1,2 2-457,-3 5 0,4 0 411,5-12 1,5-3 3,11 21-51,10-23 34,16-1-62,25-17-20,-28-12 1,2-3-34,-1 1 0,2-3-507,6-5 1,0-1-1116,-4 1 0,0 0 1748,5-2 0,-3 1 0,12-4 0,-23 7 0</inkml:trace>
  <inkml:trace contextRef="#ctx0" brushRef="#br0" timeOffset="73681">10633 11184 21007,'9'-56'1466,"0"0"0,0 6 0,-4 9-990,-12 16-319,1 12 156,-23 7-162,-1 14-22,-16 13-28,0 17-79,23-12 1,0 4-1,-5 15 1,2 2-367,7-14 1,3 2 351,-5 15 1,3 1 19,9 11-31,7-26 0,5 0 3,12-1 0,6-3-28,14 7-23,0-18 1,4-5-263,-6-10 1,0-3 203,9 0 0,1-3-3,0-4 0,0-3 45,-2-4 0,-2-2 53,-9 1 0,0-2 14,9-10 0,-3-3 39,6-13-3,-14 11 1,-3-1 91,-1-17 57,-13 4 56,-6 5 678,-8 7-622,-2 7-6,-1 7-101,1 8-111,1 5-46,1 10 522,1 1-543,0 18-35,1 17 12,1 7-1691,4-15 1,2 0 1695,3 6 17,6-1-33,6-19 5,12-6 23,3-5-6,7-16 11,-9-12 3392,-1-13-3375,-4-6 28,-3-3 45,-6 1 117,-5 4 57,-5 8-89,-5 11-186,-2 10 0,-3 7 0,-1 13 0,-3 13 0,-4 15 0,-4 11 0,-3 4 0,2 2-400,1 2 195,8-29 0,2 1-1072,5 3 1,3 1 1276,8 4 0,1-2 0,3 8 0,8-7 0</inkml:trace>
  <inkml:trace contextRef="#ctx0" brushRef="#br0" timeOffset="74693">12030 11227 25119,'-22'-49'586,"0"0"0,3 5 1,-2 12-347,-6 27-38,-5 14-68,-6 12-50,-5 13-33,2 11-311,21-18 0,2 1 260,3 2 0,2 3-1563,1 11 0,4 0 1557,-2 18-42,8-17 1,3-1-398,10 13 156,-2-24 1,2-1-552,21 18 100,8-18 438,6-18 324,3-16 157,-1-14 140,0-14 119,-2-8 49,0-4-5,-5 3 5,-10 10 0,-12 13-403,-11 9 51,-8 11-29,-2 5 232,-1 6-277,3-1 3272,3-3-3283,17-4 220,5-8-236,17-10-6,1-11 5,4-14-279,-23 14 0,-1-3 271,0-5 0,-1-2-6,1-7 1,-2-4-362,0-6 0,-2-3 358,-1-5 1,-2-1-502,-2-1 0,-3 0 507,-3 5 1,-3 2 10,0 8 1,-3 4-27,-7-21-7,-1 22 446,-4 15-446,2 13 668,2 9-668,-1 14 1151,-3 17-1151,-5 24 0,6-18 0,0 3-470,0 5 1,0 3 469,1 4 0,1 0 0,2 2 0,2 0 0,2-1 0,4 0-1541,8 3 1,2-3 1540,-3-17 0,4-3-149,9 6 0,6-7-661,24-10 446,-16-10 0,2-5 126,4-7 0,0-5-118,0-5 0,-1-4 350,-3-3 1,-4-4 33,-5-1 0,-5-1 676,10-25-435,-17 6 3179,-10 6-2653,-22 5-348,-1 17-228,-15 5 703,7 16-827,3 5-30,5 7-43,7 3-9,6 4-13,9 0 0,5-3 0,9-6 0,7-7 0,6-11 0,15-18 0,-15 1 0,3-12 0,-15-14 0,-10 6 0,1-17 0,-21 14 0,0 18 0,-15 5 0,4 17 0,-8 5 0,-1 12-3392,1 13 3392,1 12-248,3 11 248,4 8 0,9 3 0,8 0 0,17-6-281,15-3-660,-7-28 0,4-2-3518,4 0 1,2-3 4458,-1-3 0,-2-1 0,10 1 0,-17-8 0</inkml:trace>
  <inkml:trace contextRef="#ctx0" brushRef="#br0" timeOffset="75451">13977 10693 22615,'-4'-56'1400,"0"0"1,-1 3-1,-5 15-1120,-11 34-45,-8 13 56,-12 37-1089,12-4 873,7 2 1,2 4-29,5-5 1,2 2-12,-3 14 1,2 4-507,5-19 0,1 1 0,2 0 475,2 1 1,1-1 0,3 0-6,2-1 0,2-2 0,5 0-905,7 3 1,5-1 0,0-4 842,4 2 1,4-4-199,3-8 1,6-1-1,1-6-1306,7-5 1,4-6 1565,-5-3 0,3-1 0,-4-1 0,-4 0 0,-3-3 0,-2-4 0,0 1 0</inkml:trace>
  <inkml:trace contextRef="#ctx0" brushRef="#br0" timeOffset="76382">14893 10650 18084,'0'-3'5573,"1"0"-4559,-1 3-140,5-73-740,-6 52-39,2-20 1,-4 5 21,-9 30-22,-15 2-39,-3 5-5,-11 4-23,-2 5-3415,-2 3 3393,9-1 11,-7 5-12,21-7-10,-8 8 10,16-7 35,1 3-12,7-5 3397,3 0-3363,3 1 27,0 5 18,0 7 22,-1 9-6,-6 9-22,-3 9 5,-5 6-339,3-11 289,1 11 34,10 0-57,6 1-33,4-5-16,19-3 11,-10-25 16,21 12-6,1-21 7,2-6-46,10-13-308,-5-14-78,-9-3-420,-12 4 0,1-2 181,2-6 1,-2 1 0,8-6 0,3-5 0</inkml:trace>
  <inkml:trace contextRef="#ctx0" brushRef="#br0" timeOffset="76583">14594 10968 19736,'-7'0'4817,"2"0"-2862,5 0-1916,-27-26-50,45 13-207,-3-22-158,40 23-2968,3 2 1,1 1 2777,-22 3 1,-1 0 0,8 0-1,-4 1 1,-7 0 0</inkml:trace>
  <inkml:trace contextRef="#ctx0" brushRef="#br0" timeOffset="76783">15542 10871 26237,'-21'56'-120,"-1"0"1,2-4 0,3-5-3359,5 0 2087,2-7 0,5-17 0,2-11 0</inkml:trace>
  <inkml:trace contextRef="#ctx0" brushRef="#br0" timeOffset="77365">15902 10844 22201,'2'-59'1113,"0"-1"0,-1 8 0,0 9-626,1 19 294,0 13-652,-2 7 100,3 9-167,0 10 98,4 13-93,3 13-50,4 8-45,2 3 0,3 0 25,-4-22 1,0-2 2,7 10 267,12 6-233,-14-29 16,3-4 18,-3-22 16,3-16-12,5-22-32,-2 2-384,-3 2 0,1-2 358,-8 14 0,1 0 8,6-13 1,-1 2 49,4-10-27,-11 22-67,-8 15-57,-5 10-184,0 9-521,6 9-2252,18 18 572,-4-3-7075,8 8 8882,-16-15 1,-6-9-1,-4-4 1</inkml:trace>
  <inkml:trace contextRef="#ctx0" brushRef="#br0" timeOffset="77547">16725 10984 28065,'2'-17'11,"-3"15"-269,-13 47-1556,-1 6 1814,1 6 0,6-25 0,2-5 0</inkml:trace>
  <inkml:trace contextRef="#ctx0" brushRef="#br0" timeOffset="79222">17398 10518 9895,'2'-6'9629,"-1"2"-5714,-1 4-2555,3-20-754,-2 15-304,3-15-61,-4 19-45,0-2-106,0 0 61,-2-4-28,-1 1 11,-3-2-16,2 2-84,1 3-23,2 3 11,1 9 1,0 14-12,0-2 6,0 24-1,-1-16 1,0 14-6,-2-16-27,-3 14 10,0-12 28,-4 14-5,0-10-6,1-3-11,2-8 12,2-3 32,3-12 24,1-1 27,4-9-28,3-8-39,-1-3 157,8-31-152,-8 21 40,3-33-28,-7 17-6,-2-11-14,-1 16 1,0 1-10,-2-13 4,2 13 0,-1 1 30,2-8-16,6-6 27,4 10-10,9 9-29,-2 9-11,10 2 0,8 9 6,-5 0-28,23 18 0,-22 8-6,11 20-5,-21-5 33,-11-1 0,-5 2 17,-10 17-23,-2-12 1,-4-1-6,-5-6 0,-4-3 5,-4 0 1,-1-3-107,0-2 0,-1-2 95,-22 11 40,12-14 50,13-11-17,12-12-50,8-3 33,8-10-11,11 0 192,3-1-242,12 3 11,-2 9-6,6 3-22,5 6 17,5 2-112,6 5-471,6 2-285,-26-5 0,3-2 879,14 1 0,0-1 0,-1 1 0,13-3 0</inkml:trace>
  <inkml:trace contextRef="#ctx0" brushRef="#br0" timeOffset="79547">18296 10452 20313,'-2'-7'2546,"-9"-24"0,-4-5-1801,-5 8-510,0-10 0,-3 3 90,-11 16-73,-2 9-101,3 7-67,7 6-62,9 5-22,8 2 17,9 16-22,8-3 16,10 17 6,13-2-17,12 3-258,-18-20 0,1-1 258,2 1 0,-1-1 0,-1 0 0,-2 0 0,16 18-33,-17-2 27,-12-11 6,-30 8-17,-9-15-33,-23 6-135,-2-11-481,-3-7-1216,3-11-7949,9-8 8539,17-1 0,13 2 1,11 8-1</inkml:trace>
  <inkml:trace contextRef="#ctx0" brushRef="#br0" timeOffset="79864">18607 10020 28401,'-7'-38'128,"0"0"1,5-17-116,36 75-13,8 19 0,-17-9 0,-2 4-530,3 7 0,-2 2 530,-3-7 0,-3 4-414,-2 4 1,-1 5 0,-3-2 359,-4 7 1,-3 1-117,-3-4 0,-1 4 1,-6-3-250,-5-7 1,-4-3 0,-3 0-714,-6 0 1,-4-2 0,1-2-3594,-8 6 1,1-3 4724,-2-5 0,4-5 0,8-10 0,9-9 0</inkml:trace>
  <inkml:trace contextRef="#ctx0" brushRef="#br0" timeOffset="85322">19464 10195 21730,'3'-47'2084,"-1"10"-1860,-6 32-112,-2 2-23,-5 2-33,-2 2-11,-3 3 0,-4 5-34,5 0 56,-10 6 34,2-4 28,-9 3 11,-4-2-50,3 0-46,10-4-44,10-3 17,9-3 11,6-2 28,16 0-39,-1 0-23,24 1 6,-6 3 6,6 2-6,-7 4 28,-13 3-11,-10 3 16,-10 4-5,-11 4-16,-8 4 10,-6 4-11,-2 0-5,4-2-12,7-3-5,7-5 33,12-3-5,7-4 0,11-5-11,3-3-12,-2-2 23,-6-2-17,-7-1-17,-5 0 56,-5 5-11,-2 0 6,-9 7 0,-8 3 28,-11 7 16,-6 5-28,3 0 6,5 4-39,14-7-11,8-2 16,11-5 1,3-2 5,4 2-6,8 1 28,-1-7-38,7-2-29,-8-8-11,9-3-325,-3-3-5952,20 1 3236,-14-2 2502,8 3 0,-27 1 0,-1 0 0</inkml:trace>
  <inkml:trace contextRef="#ctx0" brushRef="#br0" timeOffset="86114">17188 12558 14964,'-56'17'705,"-1"1"1,11-4 0,-3 2-1,6-2-223,5-2 0,3-1-325,-7 3 0,6-1 2424,17-4-2368,26-6 134,42-6-255,-11-1 1,5-3-436,0 1 1,3-2-1,-1 0 350,-4 1 1,0-1 0,4 0 0,1-1 1,5-1 0,2 0 0,1 0 0,-4 0-416,2 0 1,-3 0 0,1 0-1,3 0 390,5-2 0,3 0 1,2-1-1,0 1 0,-4-1 7,4 0 0,-2 1 1,-2-1-1,0 0-93,-5 1 1,-1 0 0,-2-1 0,-1 1 98,5-2 0,-2 1 1,-5 0 19,2-1 1,-8 1 90,7-13 888,-53 13-922,-21-5 50,-31 5-3,21 6 1,0 0 3,-25-4 89,17 3 0,4-1 2548,1 0-2442,-18-7 1693,41 10-1804,1 0-203,11 5 23,10 0-17,11 2 29,17 4-35,15 6-22,9 6 12,-10-1-4,-17-3 1,-2 1-37,17 15-678,-17-3 0,-2 2 342,6 11-1279,-19-2 0,-8 2 1660,-18 13 0,5-5 0,-9-18 0</inkml:trace>
  <inkml:trace contextRef="#ctx0" brushRef="#br0" timeOffset="87408">19164 12331 16146,'2'-9'3624,"6"-27"0,0-7-2353,0-3-1537,1-3 1,0 0 579,-4 10 704,0 10-895,-4 20 156,1 9-251,-2 10 28,-5 34-28,1-14-11,-1 2 0,-1 3 17,-1 28-26,3-31 0,3 1-5,3 2 0,3-2 25,16 11 701,14-14-690,7-13 34,3-17 6,-3-15-29,-12-5 107,5-32-56,-16 7-57,4-11 57,-10 3 140,-6 16-107,-2 6-106,-3 14-33,-4 23 5,0 17 0,0-1 5,1 7 1,13 2-6,3-6-11,15 8 22,-6-16 0,28-4-5,-18-12-6,13-2 0,-16-12 22,-13-7 6,0-6-5,-8-3 16,-7 0 6,-10 5-1,-5 4-16,-5 6-39,1 5 11,5 6-56,4 1-11,7 5-123,5 4-622,20 10 392,-2-2-68,15 2-1007,21-2 576,-1-7 437,-15-2 1,3-2 204,8-6 0,-2-4-1307,-15 0 0,-2-2 1866,7-3 1,-5-3 535,-9-15 95,-13-1-34,-8-2-184,-8 3-214,-9 6-167,-8 5 3313,-9 7-3481,-7 6-85,-3 13-16,0 7-39,5 11-6,7 10 11,9 3-11,7-1 6,11-3-23,9-8 11,8-7 1,8-9-1,3-7 40,1-14-23,-3-7 78,0-21-33,-12 9 62,2-17 78,-9 16 6,0-5 16,-2 10-22,-4 9-161,-2 8-35,-1 6 0,0 3 0,0 6 0,0 9 0,2 8 0,2 8 0,5 1 0,5-2 0,8-6 0,6-7 0,5-8 0,1-8 0,-3-13 0,-4-7 0,-6-12 0,-3-5 0,-3-2 0,-3 3 0,-4 8 0,-4 7 0,-2 9 0,-2 5 0,0 5 0,0 8 0,0 8 0,0 13 0,0 8 0,0 6-35,1 0-951,5-3-1697,4-6 2683,9-6 0,-8-13 0,-1-6 0</inkml:trace>
  <inkml:trace contextRef="#ctx0" brushRef="#br0" timeOffset="87579">20757 11810 25623,'-27'-48'399,"0"1"1,4 5 0,4 9-456,8 19-163,8 9-470,12 14-1350,12 12-6323,15 17 8362,2 3 0,-12-13 0,-10-11 0</inkml:trace>
  <inkml:trace contextRef="#ctx0" brushRef="#br0" timeOffset="87921">21158 12246 23859,'-7'3'3478,"2"-2"-3008,5-1-78,1-78-1366,3 46 1044,0-21 0,1-3-9,8 6-44,-2-2 16,-4 5 1,-1-2-15,-3 13 1,-2 0 9,1-16 0,-3 0 77,-2 14 1,-3 4-107,-8-20 0,-3 21 0,3 17 0,3 11 0,0 11 805,1 10-805,-3 14 0,1 15 0,0 14-240,8-23 1,2 0 239,1 3 0,3 2 0,4 0 0,5 0 0,4 2 0,3-1-172,7 0 1,2-1-448,2 0 1,2-3-665,1-2 0,-1-2-1072,-3-6 0,-1-2 2355,18 11 0,-23-18 0,-7-11 0</inkml:trace>
  <inkml:trace contextRef="#ctx0" brushRef="#br0" timeOffset="88107">21248 12047 20431,'-53'-27'1768,"-1"-1"0,8 3 0,6 3-1017,8 1-107,18 3-426,19 5-134,6 3 17,26 2-56,9 2-278,-13 2 1,2 0 229,2 1 1,2 0-18,6 0 0,-1 2-153,14-2-494,-23 2 1,-3 1 666,-4 0 0,-7 0 0,-9 0 0</inkml:trace>
  <inkml:trace contextRef="#ctx0" brushRef="#br0" timeOffset="110488">7283 14234 24727,'-5'-29'112,"2"18"-79,3 57 6,0 12-22,0-24 0,0 2-290,0 1 0,-1 1 278,-1 1 1,0-1-3,-1-2 0,-1 0 36,-7 24 217,-1-12 20,0-18 99,1-13-73,1-19-123,0-14-72,0-17-46,2-18-39,5 18 1,1-3-81,1-5 0,2-3 66,3-6 1,2-1-451,2-3 0,1 1 453,3 2 0,3 3 3,2 0 0,2 5-14,6-7 6,8 9-12,-12 31-5,8 3 536,3 6-525,3 7 955,4 8-944,9 20-16,-17-7 5,0 27 0,-30-4-529,-7-13 1,-4 1 519,-5 4 1,-5 0 2,-4 0 1,-3-2-118,1-3 0,-1-4 154,3-8 0,2-3 70,-11 3 44,14-15-72,11-9-67,5-4 1014,9-2-1020,7-2 293,14-1-298,12 0-12,14-2-565,9-2 467,-27 7 1,2-1-169,1 0 0,0 0-507,4 0 0,1 0-2106,2-1 1,0 0 2251,-4-1 0,-3 1 1,12-2-1,-21 3 1</inkml:trace>
  <inkml:trace contextRef="#ctx0" brushRef="#br0" timeOffset="110820">8476 13955 20352,'-5'-3'4156,"1"1"-3823,-32-8 1,-9 0 103,6 6-303,-11-6 1,1 4-18,18 13-100,12 3 11,10 4-17,6-1-5,13 17 5,7-4 6,18 16 5,10-5-182,-19-17 1,1-1 145,0 0 0,0 0-2,22 20-7,-12-1 29,-17 0 22,-22-2-6,-20-2 1,-19-2-12,-12-6-282,-6-7 199,3-9-248,7-8-812,13-12-2671,14-6 3803,12-2 0,7 6 0,3 5 0</inkml:trace>
  <inkml:trace contextRef="#ctx0" brushRef="#br0" timeOffset="111070">8995 14023 21562,'-5'1'3899,"1"-1"-3031,4 0-1098,-4-27 45,15 16-375,15-25-415,22 24-710,10 1-1760,-7 8 2597,-12 14 0,-19-5 0,-8 5 0</inkml:trace>
  <inkml:trace contextRef="#ctx0" brushRef="#br0" timeOffset="111221">9043 14201 25674,'-13'18'-399,"23"-15"-973,37-29-2179,-14 10 0,1-1 2419,-2 1 0,-1 2 0,9-4 0,-17 8 0</inkml:trace>
  <inkml:trace contextRef="#ctx0" brushRef="#br0" timeOffset="112116">10473 13698 24379,'-17'-45'336,"-5"11"-285,-1 38 16,-27 10-45,-4 4-721,19-6 0,0-1 722,-13 6 357,-3-1-285,16-7-5,6-1-17,11-4-29,14-4-44,4 0 0,0 5 12,0 0 1157,0 23-1068,-2 4 17,0 22-18,-1 4-55,0-10 5,2-11 1,1 1-9,4-4 0,1-1-37,-2 1 1,1 0-111,5 4 1,4-3 98,9 9-16,2-2-45,16 2-168,3-16-455,-6-11 1,3-3-1882,-5-5 1,0-2 2570,3-3 0,-3-2 0,1-3 0,-18-1 0</inkml:trace>
  <inkml:trace contextRef="#ctx0" brushRef="#br0" timeOffset="112734">10989 14166 21271,'8'-51'1329,"0"-1"0,-2 10 1,0 5-647,-1-2-139,-2 17-85,-1 0-437,0 11 1,0 11 5,0 13-23,2 4 29,3 26-29,-3-2 3,-2-11 1,-1 3-431,-6 30 433,0-30 1,0-1-4,-3 0 0,0-2-13,-9 19 55,3-16 45,3-16-11,3-16-22,3-15-28,2-5 66,2-39-49,8 0-245,-2 12 1,2-1 221,3 2 0,2 0-23,1-1 1,1 1-278,1 2 0,2 2 294,-2 5 1,0 2-1,13-17 6,-5 19-34,2 16 12,-8 12 5,12 15-22,-5 12 2,-3 4 1,0 6 0,1 7-1,-1 3 13,0 2 0,-1 2-97,-1 1 1,-3 0-169,-5-10 1,-1-2-231,0-1 1,-1-2-2781,7 25 492,-3-17 2779,0-8 0,-10-26 0,-1-2 0</inkml:trace>
  <inkml:trace contextRef="#ctx0" brushRef="#br0" timeOffset="112923">11158 14211 24071,'-9'-46'-60,"0"0"1,16-2-1,11 9-251,10 25 1,6 7-1077,16-7 1,2 0-2244,-2 4 1,-1 2 3629,-4 2 0,-3 0 0,12-1 0,-25 4 0</inkml:trace>
  <inkml:trace contextRef="#ctx0" brushRef="#br0" timeOffset="113108">12042 14040 20856,'-4'0'3971,"1"0"-3612,3 0-466,-18 55-257,18-23-266,-6 8 0,3 1-6942,19 4 6509,0-5 0,-5-14 0,-4-13 0</inkml:trace>
  <inkml:trace contextRef="#ctx0" brushRef="#br0" timeOffset="113790">12472 13850 25668,'24'-31'325,"-2"23"-196,-15 47-79,-1 13-5,-2 5-28,-8-2-17,-2-4 22,-7-5 34,-2-10 67,0-13 40,1-11-40,3-14-39,3-12-28,3-16-17,3-16-17,3-16-16,1 26 0,2-2 44,3-8 0,1 0-28,-2 14 1,1 2 27,3-7 1,2 4 50,3 1-28,6 0-1,2 8-44,5 8-33,2 7 10,3 6-33,3 11 23,1 8 22,1 12-23,0 10 17,-7 8-22,-12 7-11,-13 4-1,-18-2 12,-9-7 22,-8-11-16,-2-13 44,2-12-3353,-2-15 3337,13-5 27,-4-14-5,15 1-23,1-5 1,8 4-23,5 2 11,6 6 3381,4 4-3398,6 4 23,5 4-23,6 9-10,5 6-1,1 9-17,-1 6 1,-8 3 10,-11 4-5,-11 2-22,-17 1-113,-12 0-273,-15-2-998,-7-5-6475,-2-7 7061,8-9 0,14-8 0,12-5 0</inkml:trace>
  <inkml:trace contextRef="#ctx0" brushRef="#br0" timeOffset="113998">13434 14126 17958,'-28'34'-220,"1"-1"1,-1 1 0,-10 11 0,5-7-1,8-17 1,9-9 0</inkml:trace>
  <inkml:trace contextRef="#ctx0" brushRef="#br0" timeOffset="114457">14045 13810 16062,'3'-5'7209,"-1"0"-5619,4-55-1248,-7 39 165,-1-19 0,-3 2-345,-4 26 40,-11-7-90,4 16-28,-10 8-56,3 2 22,-11 17-27,5 6-15,11-2 0,1 2-8,-3 13-14,11-1 0,5 1-70,14 8-96,-4-19 1,2-1-292,26 22-2237,-9-27 0,1-1 1571,18 17-3369,-3-12 0,1-4 3951,1-6 1,4 3 0,-29-19 0</inkml:trace>
  <inkml:trace contextRef="#ctx0" brushRef="#br0" timeOffset="114641">14460 14076 13642,'2'-4'8116,"0"1"-3523,-2 3-4430,18-41-135,-13 31 28,15-26-28,-16 51-90,0 17-72,-1-3-583,0 16-236,-3-22-8878,1 28 7760,-1-29 1,0 8-1,0-25 1</inkml:trace>
  <inkml:trace contextRef="#ctx0" brushRef="#br0" timeOffset="114874">14999 13873 26026,'11'-49'396,"0"1"0,-2 5 0,-1 11-161,-4 23-190,-2 11-6,-1 10-11,-1 13-11,1 1-45,-1 32-146,1-12-204,-1-11 0,0 1-3472,1 23 3850,2-10 0,-2-18 0,2-15 0</inkml:trace>
  <inkml:trace contextRef="#ctx0" brushRef="#br0" timeOffset="115175">15105 13832 22072,'-12'-48'719,"0"1"1,0-1 0,-4-15 0,4 8-429,10 11 338,9 12-528,11 11 125,14 8-215,12 7 17,11 13 6,4 11-338,-29-2 1,0 4 297,-3 4 1,-1 2-9,-3 4 0,-2 3 5,-4 3 1,-2 1 3,2 23-43,-16-13 1,-5-1 7,-9 0-24,-11 1 0,-7-2 13,6-23 1,-2-4-23,-10 9 0,-3-4-1741,3-8 1,2-3 1141,-9 0-2952,3-8 3624,31-11 0,3 3 0,6-2 0</inkml:trace>
  <inkml:trace contextRef="#ctx0" brushRef="#br0" timeOffset="115373">15829 13901 26491,'-13'35'-179,"0"1"0,0-1 0,-1-4-3003,-12 4 1767,3-4 0,9-12 0,7-9 0</inkml:trace>
  <inkml:trace contextRef="#ctx0" brushRef="#br0" timeOffset="115808">16600 13431 20991,'0'-3'3932,"0"0"-2711,0 3-1143,-61-55-1055,21 39 1013,-4-13 1,-2 3 19,-5 28 304,4 8-320,7 7 147,6 5-181,7 4 22,8 1 0,8 4 552,6 3-524,3 4-17,4 5 6,-1 4-11,1 2-12,-1 0-5,-2 2-11,0-3-1,0-4 1,0-4-1,6-7-16,4-7-101,15-3 6,-4-10-314,21-4-494,0-10-1068,18-6-1421,-25 0 1,0-1 2554,24-9 0,-20 4 0,-19 6 0</inkml:trace>
  <inkml:trace contextRef="#ctx0" brushRef="#br0" timeOffset="115991">16102 13833 24906,'37'-45'-71,"0"-1"0,1 4 0,4 8-495,-4 19 1,4 6-4351,14-4 1,-1 1 3276,-19 5 1,-3 1-1,4 0 1,-7 1 0,-18 3-1</inkml:trace>
  <inkml:trace contextRef="#ctx0" brushRef="#br0" timeOffset="116790">17013 13309 21999,'-1'-4'3434,"-1"1"-2029,2 3-1130,2-39-186,-2 29-27,1-29-17,-1 39 11,0 2 22,0-1 527,0 2-566,-2-3-28,0 1 12,-1 0 10,3-1-21,-2 1-7,1 0-5,-1 0 6,0 0-12,1-1 29,-2 0-1,-1 0 23,-2 0-40,2 0 1,-2 0-34,2 0 11,0 0 12,1 1 5,2 0 0,-1 0 5,0 1 29,0 0-23,0 1 23,1-1-34,-1 1-28,1-2 39,11-1-17,12-2 6,1 1 34,15-2-34,-9 1-34,8 0 29,0-1-1,2 0 0,-9 2 12,-5-1 0,-9 1 10,-7 1-4,-3 0 21,-2 1-55,-3 11 16,-1-4 6,-1 10 6,-3 4 11,-3 6-17,-7 32 11,8-29 0,0 1-241,0 0 0,0 2 235,3 4 1,2 1-12,1-5 1,3 2-1,2 10 1,4 1-4,4 1 1,4-1-356,6 0 1,4 0 299,-2-12 1,2 1-1,-2-4-9,2 2 1,-1-2-158,6 7 0,-11-2-788,-28 1-276,-13-15 0,-9-2 1294,-24 1 0,-4-5 0,22-6 0,1-2 0,-5 0 0,0-1 0</inkml:trace>
  <inkml:trace contextRef="#ctx0" brushRef="#br0" timeOffset="118515">7224 15973 21394,'0'-6'4117,"0"0"-3932,0 6-84,0 0 28,11-18-51,2 38-36,7 10 0,0 6-39,-8-4 0,-2 4-308,7 17 1,-1 1 307,-8-15 0,-2-1-15,1 0 1,-1 1 22,2 5 1,0 0-1,0-8 0,0-4 6,7 12 89,0-22 102,0-21 21,0-22 29,2-21-127,-7 12 1,-1-3-411,0-6 1,0-1 322,-1-4 1,1 0-17,-1 0 0,0 0-20,-1 6 1,2 1 25,7-22 449,3 20-959,5 14-885,12 9-2594,15 4 3955,1 4 0,-16 3 0,-14 3 0</inkml:trace>
  <inkml:trace contextRef="#ctx0" brushRef="#br0" timeOffset="118725">8238 16081 22498,'-4'-3'2946,"0"1"-2072,4 2-813,-10-61-66,21 39-149,2-16 0,4 4-171,23 22-406,-2 5 0,2 2-2020,-8 3 1,0 1 2750,4 0 0,-2 0 0,10 1 0,-20 0 0</inkml:trace>
  <inkml:trace contextRef="#ctx0" brushRef="#br0" timeOffset="118889">8297 16364 22397,'-4'0'3041,"1"0"-3344,3 0-1080,62-63-7052,-14 31 7584,-1-8 1,-1 2 0,-8 19-1,-15 8 1</inkml:trace>
  <inkml:trace contextRef="#ctx0" brushRef="#br0" timeOffset="119474">10046 15555 25814,'-34'-41'153,"1"-1"0,3 5 0,1 9-125,-11 20-11,10 5 5,-10 0-11,0 2 28,-12 6-39,-8 6 6,21 0-12,-2 15 6,32-12 17,-4 15 0,10 5 11,-1 6-6,2 13 40,0-2 0,2-9 10,-1 1 1,1-1-28,1 1-28,1 3 0,0 1 5,6 8 0,-2-20 1,1 0-18,3-1 1,1-2-17,7 17-6,15 1-392,15-13-2917,-12-20 0,3-3 307,-7-3 0,1-3 2565,7-7 0,-5-3 1,-11-1-1,0-3 1</inkml:trace>
  <inkml:trace contextRef="#ctx0" brushRef="#br0" timeOffset="120074">10756 15944 21181,'-3'-45'1077,"0"0"0,0 0 0,-1-14 0,-2 7-215,-6 0-688,4 26-57,-1 9 7,6 21-40,-1 23-62,1-2 12,-2 32 5,3-3-31,0-18 1,0 2-12,-1 1 0,1 0-181,-1 0 1,1-1 177,-1-4 0,0-1-5,-1 20 45,2-19 44,1-16 202,1-16-201,2-40-29,2-8-45,-1 5 1,1-2-162,1 0 1,1-1 166,0-3 0,2-1-222,0-1 0,2 0 225,0 5 0,2 2-6,0 7 1,2 4-3,15-12 5,1 20 0,5 14-11,5 15-11,5 11-17,6 14 37,-25-11 0,0 1-34,0 4 0,-1 0 739,14 18-1171,-15-7 1,-2 2-1824,1 21-2154,-9-16 1,-2 0 4433,-5 18 0,-6-23 0,-2-18 0</inkml:trace>
  <inkml:trace contextRef="#ctx0" brushRef="#br0" timeOffset="120265">10861 16101 22593,'-28'-48'763,"0"0"1,4 0-1,7 5-723,15 10-12,17-7-140,18 17-247,25-2-492,-19 14 0,2 2-566,8 0 0,2 3 1213,10 1 1,-4 1-1,-22 2 1,-3 1-1,27 0 1</inkml:trace>
  <inkml:trace contextRef="#ctx0" brushRef="#br0" timeOffset="120440">11771 15762 21500,'-4'2'3697,"1"0"-2968,3-2-752,-4 62-223,3-25-795,-2 8 0,1 1-8790,1 3 8361,1-14 1,-1-13 0,1-16-1</inkml:trace>
  <inkml:trace contextRef="#ctx0" brushRef="#br0" timeOffset="121133">12240 15667 24049,'-2'-4'2101,"1"1"-1883,1 3-207,16 11-16,-6 8 21,11 15 1,-13 7 0,-5 3-6,-5-9 17,-14 13-5,-2-21-1,-10 4 28,7-19 1,5-17-23,6-13 17,4-17 5,3-14-19,3 17 0,1-1-272,1-4 0,1-2 294,1-3 0,2-1 11,2 1 1,1 2 16,1 3 1,1 2 74,11-19-72,0 17-56,3 15-16,4 11-1,8 7 0,8 10 0,-5 2-3,-5 5 1,0 4-3,16 14 101,-16-7 0,-1 3-115,-11-3 0,-5 2-20,4 26 0,-22-3 28,-17-6 11,-13-10 6,-4-8 16,4-12 1,4-8-1,5-12 12,5-6 323,6-9-340,4-1 5,5 0 23,6 3-11,4 3 6,6 4-7,6 5-4,5 2-35,6 6-10,5 8 10,10 8-27,9 10 8,-26-11 0,-1 2-9,22 20-38,-17 8 44,-21-13-33,-24 10-79,-18-16-185,-16 6-492,-9-6-1194,-3-8 1442,0-9 1,26-6-1,5-3 1</inkml:trace>
  <inkml:trace contextRef="#ctx0" brushRef="#br0" timeOffset="121341">13528 15768 26060,'-46'39'-2745,"0"0"1,3-1-1,4-3 2745,7-2 0,11-11 0,9-9 0</inkml:trace>
  <inkml:trace contextRef="#ctx0" brushRef="#br0" timeOffset="121799">14316 15460 21629,'-2'-46'1206,"1"0"0,-2 6 0,-4 7-841,-16 11-124,-11 12-56,-9 14-79,-3 13-16,3 14-18,8 14-27,10 12-14,16-16 0,4 1-42,2 16 2,6-17 1,4 0-76,18 7-227,-6-18 0,3-1-1270,6-1 1,3-3 1580,9 1 0,-1-3 0,6 3 0,0-6 0</inkml:trace>
  <inkml:trace contextRef="#ctx0" brushRef="#br0" timeOffset="121999">14984 15710 24402,'0'-3'2907,"0"0"-2258,0 3-604,-45 43-50,32-22-71,-12 12 0,1 3-954,20 5-5669,0 12 6699,2-8 0,2-17 0,0-14 0</inkml:trace>
  <inkml:trace contextRef="#ctx0" brushRef="#br0" timeOffset="122215">15428 15640 23971,'-1'-4'3024,"-1"0"-2856,2 4-185,15 25-134,-9 3-969,11 25-656,-14-14 1776,0 0 0,-3-23 0,0-2 0</inkml:trace>
  <inkml:trace contextRef="#ctx0" brushRef="#br0" timeOffset="122698">15607 15551 23383,'7'-41'1929,"-1"-1"1,0-2-1771,0 3 1,0 5-48,-2 22-67,2 35-29,0 0 1,3 19 6,-1 9-23,-2 9 0,-2-11 0,0 2-419,-2-8 0,-1 0 385,-2 6 0,-1-2-5,-2 7 184,-10-1-128,-6-22-6,-3-7 6,0-13 5,2-33 0,9-11-10,1-10 16,6-16 5,4-1-13,4 21 1,1-5 0,0 3-389,-1 2 0,1 0 390,2-2 0,1-3 1,0 8 16,3-5 584,8-15-550,5 24-62,-4 8 0,12 10 6,-10 23-6,2 2 0,6 22-11,-11-4 0,0 3-11,2 4 0,-1 3-12,4 10 1,-1 3-54,-4 3 1,-3 0-11,-4-7 0,-5-2-12,-4 4 0,-7-3-42,-7-13 0,-6-4-378,-16 2 0,-5-5-392,3-6 0,-3-4 910,-13-1 0,3-2 0,1-5 0,6-6 0</inkml:trace>
  <inkml:trace contextRef="#ctx0" brushRef="#br0" timeOffset="123099">16276 15777 27673,'24'-54'-51,"-3"10"-581,-30 79-2130,3-2 1347,0 5 0,3-13 0,2-10 0</inkml:trace>
  <inkml:trace contextRef="#ctx0" brushRef="#br0" timeOffset="123606">16888 15438 25007,'33'-38'519,"0"-1"0,1 2 0,-15 12-351,-20 23-84,-5 2 17,-12 7-68,2-2 35,-16 6-40,-2-3-23,-2 0 12,2-3 0,-3-2-6,-17 1-3,15-2 1,1 0 19,-15-1 0,14-1 5,15 0 40,12 0-6,8 0-39,3 0 28,6 9 17,0 3 22,3 14 1,-2 8-24,-2 11-27,-2 7-22,-4 6 10,1 1-341,0 0 303,-1-1 10,2-3-5,4-6-11,4-8-11,7-9 22,7-11 11,8-11-22,10-11-79,11-11-92,-21 3 0,1-2-263,2-2 0,1-2-703,0 1 1,-1-1-1309,-2 0 1,-2 0 2455,15-9 0,-19 9 0,-14 7 0</inkml:trace>
  <inkml:trace contextRef="#ctx0" brushRef="#br0" timeOffset="123784">16609 15699 18852,'-4'0'5494,"0"0"-4649,4 0-1057,44-36-780,0 19 384,-6 1 1,7-4 0,-6 6 0,12 3-1,-16 5 1,0-1 0</inkml:trace>
  <inkml:trace contextRef="#ctx0" brushRef="#br0" timeOffset="124441">17353 15295 20923,'-4'-2'3787,"1"0"-2504,3 2-1154,-19-27-12,14 21-16,-14-21-28,19 27 330,0 0-319,4 0 50,-3-1 6,4 0-44,-5 0 262,0 0-336,1-1-10,1 0-1,5 1 0,7 0 6,8 1 16,7-2-38,6 0 10,1-1 1,0-1 0,-4 1 10,-5-1-32,-8 3 27,-5 0 6,-5 1 16,-4 5 6,-1 4-5,-1 15-12,-2-3-5,-1 16 11,-3-1 23,1 16-474,-1 9 445,2-27 1,2 1-9,1 1 0,2 0-3,2 0 1,2 0 13,4 1 0,2-1-39,4-1 0,0 0-39,3-2 0,-2 0-51,-1-4 0,-3 0-304,-3 18-354,-40-8 78,-3-21 1,-8-5-583,-15 1 1,-6-3 1011,10-4 1,-2-1 0,4-1 0,2 0 0,5-1 0,1-2 0,0 0 0</inkml:trace>
  <inkml:trace contextRef="#ctx0" brushRef="#br1" timeOffset="184251">7397 12384 18039,'-37'0'277,"0"0"0,-21 0-154,65 0-44,7 0-17,13-1-17,24-4-45,-10 1 11,-6 1 0,2 0-5,23-1-358,-19 2 1,3-1 353,3 0 1,1 0-6,5-1 1,1 1-762,5-1 0,0 1 764,3-1 0,1 0 4,-19 1 0,-1 1 0,1-1-3,1 1 1,1-1 0,-1 1 1,1 0 1,1-1 0,-1 1 3,2-1 1,-1 1 0,3-1 3,9 0 0,2 0 0,-4 0-8,4 0 0,0 0 2,-6 0 1,2 0 0,-3 0-4,1 0 1,-2 1 2,-7-1 1,1 1 0,0 0-1,0 0 1,0 0 0,0 0-4,0 0 0,0 0 0,1 0-1,0 0 1,0 0 0,-1 0-4,1 0 0,-1 1 1,0-1 2,0-1 1,0 1 0,0-1 0,-1 0 0,1 1 0,-1-1 3,1 0 1,0-1 0,0 0-1,0 0 1,1 0-1,0 0-5,0 0 0,0 1 0,0-1 5,1 0 1,-1 0 0,1-1-3,-1 1 1,0 0 0,0 0-6,-1-1 0,0 0 1,1 0 6,-1 0 1,0 0 0,-1-1-5,1 1 1,-1-1 0,0 0 1,1 1 1,-1-1 0,0 0-2,-1 0 0,0 1 0,0-1-6,-1 0 0,0 0 1,0-1-316,-2 2 1,0-1-1,0-1 319,19-2 0,0 0 5,-3 0 1,0 0-6,-2 0 0,0 1-8,-3 0 0,0 1 10,-2 0 1,0 0-227,-2 1 0,-1 0 218,-2 0 1,1 0-1,-1 0 1,0 0 2,-1 0 0,0 0-3,1 0 1,0 0-6,0 1 0,0 0 2,1 1 1,0 0-4,-1 2 1,0 0-3,-1 1 0,-1 1 6,-2-1 0,0 2-1,-2 0 1,-1 0 2,-2 0 1,-1 0 2,-1 1 0,-1 0 0,0-1 0,-1 0 0,0-1 1,1 0 2,2-1 0,0-1-9,3-1 1,1 0 8,4-2 0,1-1-6,3 0 1,1 0-109,2 0 1,1-1 121,1 0 0,0 1-8,0-1 0,0 0 0,0 0 0,0 0 0,-2 0 0,1-1 3,0 1 0,0 0 19,0-1 1,1 0-12,0 0 0,1-1-6,2 0 1,-1-1-6,3 0 0,-1-1-6,1 0 1,0 0 135,1-1 0,1 0-130,-1 1 0,1 0 0,0 1 0,0-1 2,0 2 1,0 0-3,-1 1 0,1 0 3,-3 0 0,1 1-6,-3 0 0,0 1 141,-3-1 0,0 0-124,-3 0 0,0 1-3,-2-1 1,0 0 4,0-1 1,1 1-9,0 0 1,1 1 13,1-1 1,2 1-4,0-1 1,2 2-15,0-1 1,2 0-186,-1 1 0,1 0 188,0-1 1,-1 1 13,-3 0 1,-1 0 2,-2 0 0,-1 0 171,-4 0 1,-2 0-144,-3 0 0,-3 0 873,26-5-859,-12 0 697,-11 2-725,-8 0 1060,-6 2-1099,-9 3 560,-6 2-555,-6 1 209,-2 3-180,-2 0-40,1 1-22,-1-1-11,2 0-302,4-1-5843,7-1 6184,3 0 0,-3-1 0,-4 0 0</inkml:trace>
  <inkml:trace contextRef="#ctx0" brushRef="#br1" timeOffset="185919">17127 9011 22867,'-54'1'242,"1"0"1,1 5 0,12 9-153,24 33-729,7-13 0,1 2 630,0 6 1,1 3-588,0 5 0,0 3 512,-1 6 0,0 1-79,3-17 1,1 1 0,-1-1-109,0 2 0,1 1 1,-1-1-9,1 0 1,0-1 0,0 0 23,-3 15 0,-2-3 365,0-9 1,-2-6 125,-18 14-63,-8-33-83,5-20 851,-16-40-638,24-8-163,8 9 1,4-2 384,11 2 0,5 1-503,2 0 1,4 0-26,4 1 1,4 1-26,3 1 0,3 2-14,2 1 0,4 2-99,1 1 1,3 3 92,1 1 1,0 2 5,2 1 0,0 0 10,1 2 1,-1-1-3,2 2 1,-1 0 16,0-1 1,0 0 21,-1 1 1,0-1 24,-4 1 1,-2-1 93,20-15 106,-16 4 72,-18 6-22,-14 8 319,-14 6-408,-9 4 620,-9 6-721,-4 7-45,0 9-12,3 8-38,7 6-6,6 2-1,7-1-10,6-4 16,6-5 18,1-9 60,11-3 29,-2-8 0,10-7 5,1-10 62,2-7 51,0-5 16,-1-1 23,-6 1 61,-3 5 23,-7 6-129,-4 7-146,-4 4-45,-5 16-10,-1 2-12,-5 16 5,3 1-10,3 3-1,3 0 17,7-4 0,5-6 12,7-9 10,6-8-16,-3-7 34,20-19-7,-7-7 9,-8 4 1,-1-3-116,-4-1 0,-1-1 118,-1-3 0,-1 0 0,-2-2 0,0 0 11,-3-1 0,0 0 11,-2 2 1,-1-1 78,5-27-12,-5 6-16,-4 7-11,-2 9 39,-3 11-12,1 10-94,-1 9-40,0 4 0,0 1 231,-1 5-248,-2 5 23,-2 8-17,-1 6-3426,0 17 3437,2-9 6,1 19-11,4-10-12,1 14-11,0 3 17,2-1-160,0-3 154,-1-8 6,-1-7 0,-1-7 3324,-1-6-3318,-1-4 5,0-4 11,0-3 207,0-4-246,0 0 6,0-3-6,2-2 12,-1-1 10,1-3-856,0 0-549,3-1-4140,9-6 5540,4-2 0,-2 0 0,-5 2 0</inkml:trace>
  <inkml:trace contextRef="#ctx0" brushRef="#br1" timeOffset="186310">18060 9260 18044,'0'-5'5999,"0"1"-4430,0 4-1244,-7-61-140,1 45-96,-7-45-22,2 63-22,0 3-34,0 6 12,3 6-1,2 11 1,4-7-1,13 20-22,-2-22 11,17 18-22,-3-10 33,16 13-27,-13-13-62,7 17 27,-25-27-161,0 16-286,-20-14-651,-10 6-1203,-13-3-2773,-9-5 5114,-2-7 0,18-5 0,7-5 0</inkml:trace>
  <inkml:trace contextRef="#ctx0" brushRef="#br1" timeOffset="186501">17989 9287 25152,'-10'-25'253,"1"15"-242,2 36-62,-2 11-946,6 6-308,-1-7 242,7 19 0,-2-40 1,3 8-1</inkml:trace>
  <inkml:trace contextRef="#ctx0" brushRef="#br1" timeOffset="186868">18233 9368 16964,'0'-3'6475,"1"0"-5596,-1 3-728,19-9-50,-6 7 22,18-7-56,-14 7 79,5-5 39,-2-7 213,9-16-101,-7-3 50,2-7-140,-13 13 219,-4 1-62,-5 13-68,-11 0-184,-4 8-5,-11 8-85,4 3 34,-6 13-28,4 5 6,-5 13-6,1 8-37,15-14 1,1 1-9,-1 23-22,14 5-23,7-27-962,35 5-6039,0-23 6215,15 3 0,-25-14 0,-16-4 0</inkml:trace>
  <inkml:trace contextRef="#ctx0" brushRef="#br1" timeOffset="235105">3830 8827 13698,'-51'-33'359,"0"15"-281,18 38-11,-17 8-34,19-11 1,-1 0-579,-6 1 1,0 0 586,-2-1 0,1-1 19,1-2 1,1 0 247,5-4 0,2-1 139,-13 2 289,18-6-328,14-3-224,8-2-73,3 0 580,10 4-652,-1 4 49,9 7-38,-4 9 21,2 11 1,-1 11-6,0 13-462,-9-23 0,0 2 414,1 3 1,-2 3 13,0 5 1,-1 1-6,0 4 0,0 0 11,-2-10 0,0 1 97,-1 2 1,0 4-1,0-2-766,0 7 1,-1 0 681,0-2 0,0 5 1,0-3-467,0-5 1,0-2-1,0 0 473,1 2 1,0 1 0,0-1-25,0 2 1,0-1 0,1 1-3,0 0 1,2 0 0,-1 0 5,1 0 0,0 1 0,1 0 6,1 0 0,0 0 0,0 0 42,2 2 1,-1-1 0,1 0 24,0 1 0,0-1 0,1 2-56,-1-7 0,0 3 0,1-1 0,-1-4-51,0-1 1,-1-3 0,1 3 6,-1-1 1,1 4 0,0 0 0,-1-5 5,0-1 1,-1-3 0,0 1 9,1 10 0,0 3 0,0-1-152,-1-3 1,0 1 0,1 0 188,-1 8 0,1 2 1,0-4-203,0 3 1,0-2 164,0-5 0,-1 3 0,1-4 33,0 1 1,1-1-12,-2-9 1,0 2-1,0 0-7,1-1 0,-1 0 0,1 0 9,0 0 0,0-1 1,0 1-1,-1-1 0,1 0 1,-1 1-20,1 0 1,-1 0-1,0 1-7,0-1 0,0 0 1,-1 0-9,0 1 1,0-1 0,0 1 3,-1-1 0,0 1 1,0-1 10,-1 1 1,0 0 0,0-1-6,0 0 0,-1 0 0,1-1 13,-1 1 0,0 1 0,0-1 18,1 0 1,-1-1 0,1 1-27,0-1 1,0 0 0,1-1-14,-1 0 1,1-1 0,0 0 15,2 20 0,1-1 147,0 0 1,0-1-165,-1 0 1,1 1-12,-1 1 1,0 1 84,-2-20 1,0 0-1,0 1-80,1 0 0,-1 0 0,0 0 11,0 1 1,1 0-1,-1 1 0,1-2 0,0 1 1,0-1-18,1 0 1,0 0-1,1-1-11,0 1 1,0-1-1,1 1 15,0 0 0,1 0 1,0 0-3,1 1 0,0 1 1,0 0-3,0 1 1,1-1-1,0 2 11,0 0 1,0 1 0,1 0 12,-1 0 1,2 1 0,-1 0-4,1 1 0,0-1 0,1 0-30,1 1 0,1 0 1,2-1-20,0 0 1,2-1-1,2-2-22,1 0 0,3-2 0,2-1-96,3-3 1,2-2 0,3-3-303,4-2 1,2-3 0,3-4-985,6-4 1,3-4-1,0-3 1175,-2-4 1,-1-2-1,-3-3 1,5-1-1,-6-2 1,13-4-1</inkml:trace>
  <inkml:trace contextRef="#ctx0" brushRef="#br1" timeOffset="239360">5103 3535 8256,'-22'14'1363,"8"5"-747,21-6-255,9 5 241,9-4 49,10-2-3479,10-4 3086,-5-3-94,21-3 117,-21-5 1,3-1 74,3 0 1,2 1-531,13-4 0,-1-1 548,-18 3 1,-1 1-8,12-3 0,3 2 1,6 0 0,0 0-77,-11 1 0,2 0-86,7 1 0,6 0 1,-5 0-38,-2 1 1,-1 0-160,-2 1 0,4-1 0,-2 1-23,-7 0 0,-2 0 1,-3 1-18,11-1 1,0 1-6,0 0 0,3 0 0,-3 0 34,6 0 1,-1 0 9,-3 0 0,4 0 0,-1 0-11,-12 0 0,0 0 0,-1 0 5,1 0 1,0 0 0,-1 0-342,0 0 1,0 0-1,-1 0 247,1 0 0,-1 0 1,0 0-8,-1-1 0,0 1 0,-1 0 5,0 0 1,-1-1 0,0 1 480,-2 0 0,1 0 0,-1-1-459,-1 1 1,1 1 0,0-2-7,-1 1 0,1 0 0,0-1 15,1 1 0,1-1 1,1 0 61,1 0 1,0-1 0,0 0 53,3 0 0,1-1 1,-1 1-27,2-2 0,0 1 0,2-1 4,-4 0 0,2 0 0,0 0 0,-4 0-295,0 1 1,-3-1 0,2 0 242,2 0 0,3-1 1,0 1-1,-4 0-5,-2 0 0,-3 0 0,2 1-4,10-1 1,2-1 0,-1 1 5,-1 0 0,0 0 0,-1 0 20,-2 1 0,0 0 0,0 0-6,-1 0 0,-1 1 0,0-1-30,-1 2 1,0 0 0,-1-1-2,0 2 0,-1-1 0,0 0 55,-1 1 0,0-1 0,-1 1 46,0-1 1,0 1 0,-1-1-86,0 1 1,0-1 0,1 1 0,-1 0 0,0 0 1,0-1-16,0 1 1,0 0 0,0-1 4,0 0 1,0 0-1,1 0 4,-1-1 0,0 0 0,-1 0-3,1 0 1,-1 0-1,1 0-15,20-3 1,-2 1 62,-14 1 1,1 1-13,-4-2 0,3 1 0,-3-1 7,2 0 1,1 0-351,4-1 0,5 0 1,-5 0 335,-5 1 0,-2-1 0,-3 0 1,2 0 0,-3-1 182,2 0 1,0 0-191,13-1 0,-1-1-12,-11 2 1,0 0 29,-1 1 1,3-1 0,-3 1 241,4 0 1,-1 0-241,-3 1 1,2 0-1,-1 0-4,7 0 1,-2 0-6,-4 1 0,0 0 14,-5 1 0,0-1 302,-4 1 1,-2 1-265,26-1-67,-9 1 2887,-10 4-2791,-7-1 410,-8 3-497,-4-1 833,-5-1-805,-3-1 534,-5 0 75,-5-2-306,-6 0-413,-7-1-24,-12-3-89,-15-2-79,-13-3 176,12 5 1,-1-1 91,-17-1-232,14 3 0,0 0 233,-17 1 47,18 1 1,-2 1-471,-3 0 0,-2-1 627,-6 1 0,-2 0-14,-6 0 0,-2 0-64,18 1 1,-1 0-1,-1 0-19,-3 1 1,-1-1 0,-1 1 1,-4 1 0,0 0 0,-2 0-666,-3 0 0,-1 1 0,-1-1 658,15 0 0,-2 0 1,1 0-1,-1 0-63,0 1 0,0-1 0,0 0 0,0 1-85,0-1 1,1 1 0,0-1 0,-1 1-23,2 0 0,0 0 0,0 1 0,0-1-518,-14 1 1,-1 1-1,1 0 497,1-1 1,-1 1 0,0 0 30,0-1 0,-1 0 0,3 0-231,12-1 0,1 0 0,-3-1 334,-4 0 0,-5 0 0,0 0 0,3-1-23,1-1 0,2 0 0,-4 0-110,-1 0 1,-5 1-1,0-1 1,3-1 150,8 0 1,2 0 0,0-1 0,0 0-23,-2 1 1,1-1-1,-1 0 1,0-1-15,0 1 0,-1 0 1,1-1-1,-1 0-14,0 1 1,1-1 0,-1 0 0,0 0 3,1 0 1,-1 1 0,1-1-1,1 1 0,0 0 1,1 0 0,0 0 0,0 0-4,-13 0 0,-1 0 0,2 1-2,2 0 0,0 0 0,1 1 178,2 0 0,1 1 0,0 0-176,1 1 0,0-1 0,0 2 0,1-1 0,0 1 0,-1 0-39,1 0 1,0 1 0,0-1 38,0 0 0,0 1 0,1-1 5,0 1 1,1 1-1,0-1 0,1-1 1,1 1 0,1 0-1,1-1 1,1 1-1,0-1 258,3 0 0,0 0 1,0 0-228,-16 1 1,2 0 564,5 0 0,2-1-542,7 1 0,1-1 357,7 0 1,2-1-290,-21 3 1560,15-1-1644,10-2 1176,9 0-1219,4 1 665,0 0-878,9-1 163,0-1 141,13 0 39,8-1 116,14 1-3416,34 0 3311,-11-2-60,-5 0 0,5 0-324,-9-1 1,2 0 325,16 0 1,4 0-38,-18-1 0,2 1 0,0-1 2,5 0 0,0 1 0,1-1-46,3 0 0,1 0 0,0 0-488,4 0 0,0 0 1,0 0 489,-13 0 0,0 1 0,0 0 0,1 0-7,1 0 1,0 0 0,1 0-1,-1 1 2,2-1 1,0 1-1,1 0 1,-1-1 8,3 1 1,0 0-1,0 0 1,0 0-6,2 0 1,0 0 0,0 0 0,1 0-8,1 0 0,0 0 1,1 1-1,0 0 5,0-1 1,1 1 0,0 0 0,2 0 5,-2 0 1,3-1 0,0 1-1,-1-1 1,-4 1-351,-4 0 1,-4 0 0,1 0 0,3-1 349,3 0 1,5 0-1,0 0 1,0 0 0,-5-1 10,-4 0 0,-4 0 0,0-1 0,3 1-31,-2-1 1,3 1 0,0-1 0,1 0 0,-1 0 2,1 0 0,-1-1 1,1 0-1,0 0 0,0 0 18,1 0 1,-1 0-1,0-1 1,1 1 0,-1-1-27,1 1 0,-1-1 0,1-1 0,-1 1 0,1 0-5,-2 0 1,1-1-1,-1 1 1,0-1-1,0 0-1,-2 0 1,0 1 0,0-1 0,0 0 0,-1 0-83,11-1 1,-2-1-1,0 1 1,2 0-699,-9 0 0,1 0 0,1 1 0,-2-1 0,-3 0 745,13-1 1,-3 1 0,-3-1 0,-5 1 0,-3 1 0,-7 0 0,5-1 0</inkml:trace>
  <inkml:trace contextRef="#ctx0" brushRef="#br1" timeOffset="240760">9900 894 32626,'-46'-32'-1015,"1"1"0,3 5 0,6 13 4201,11 39-3186,3 24 0,12-14 0,3 4 0,-1 9 0,2 3-218,1 8 1,1 3-132,2-16 0,1 0 1,-1 3-380,2-3 1,-1 4-1,0-1 1,1-3-123,0-1 0,0-2 0,0 3-243,-1 15 0,0 4 1,-2-7-1064,-1-9 0,-3-3 1905,-2 3 1,-3-4 1645,-18 7 1191,-14-43-1172,14-18-406,-9-31-800,22-7-215,9 13 0,2-3 286,4-1 1,3-1-297,5-1 1,4 1 26,4 2 1,3 1-53,6 1 1,4 3 475,4 0 0,4 2-240,4 1 1,3 1 197,3 2 0,3 0-221,-9 6 0,3 1 0,-1 0 43,14-5 1,-2 2-114,-1 0 1,-2 2-399,-2 1 1,-3 1-67,-12 4 1,-1-1 67,4 0 1,-1 0 59,11-10 399,-22 9-205,-22 7-191,-17 5-256,-13 9 1165,-12 5-1239,-4 10-236,-1 5-55,7 6 67,8 3-230,10 0 480,11-4 249,7-9 202,7-8 426,11-13-224,0-6 85,14-17 39,-5-6 73,6-12-6,-4 0 331,-5 0-3539,-10 13 3074,-5 9-12,-7 12-139,-3 7-18,-1 7 1,-1 17-40,0-1 34,3 22 12,5-7-12,4 13 11,6 2-2252,13 1 2241,-7-22 2297,11-3-2230,-9-24 17,9-11-22,5-13 2,-10-5 0,0-4-14,-3 0 1,0-3-20,4-10 0,-2-1 1573,-8 12 1,-2-2-1574,5-19 0,-2-1 5,-5 15 1,-2 1-624,4-16 0,-2 2 655,0-9 120,-8 4 58,-4 22-10,-5-1-68,0 13 61,-3 9-268,3 11 1350,0 6-1311,-2 17 25,-3 11-11,1 6 0,1 3-25,-3 12 11,5-1 0,1-2 11,4-11 0,2 18-5,6-14-85,5 4-823,-1-6 1,0 2-2135,-1-4 1,0 0 3035,1 4 0,-1-3 0,0 3 0,-4-20 0</inkml:trace>
  <inkml:trace contextRef="#ctx0" brushRef="#br1" timeOffset="241177">11242 1096 30653,'-9'-40'-513,"-1"0"0,1 1 0,1 12-752,3 24 787,-1 1 279,1 11 276,-4 29-366,3-10 79,0 31-652,13-22 736,2-1 107,9-5 0,4-2-125,1-2-72,20 20-104,-6-13 174,-12-4-47,4 6-465,-25 1-369,-23-8-439,-4-9 1,-5-1-1126,0-4 1,-2-2-1995,-6-1 1,1-3 3736,-6-2 0,17-5 0,18-2 0</inkml:trace>
  <inkml:trace contextRef="#ctx0" brushRef="#br1" timeOffset="241376">11203 1182 11122,'0'-6'9001,"0"1"-7209,0 5-1243,2-61 185,-5 42-712,1-42-55,-7 68 49,-2 14-10,-1 14 0,1-2-12,2 18-271,4-19 0,1 1-659,-2 24-3980,2-6 1,1-3 2604,2-11 0,0 13 0,1-42 0</inkml:trace>
  <inkml:trace contextRef="#ctx0" brushRef="#br1" timeOffset="241731">11566 1270 23321,'34'-22'106,"-3"5"-72,-19 25 145,11-3 12,-4-7-35,10-9 1,-2-10 17,1-10 78,-3-6 95,-8-3 45,-8 2-33,-12 3-101,-8 6-1,-16 6-206,5 12 10,-14 6-5,11 14-39,-5 9-17,4 13-11,3 23 16,10-3-5,4 3-72,16-1-679,12-9-6317,19 6 7068,5-11 0,-13-18 0,-11-11 0</inkml:trace>
  <inkml:trace contextRef="#ctx0" brushRef="#br2" timeOffset="503998">7213 15094 24575,'47'0'0,"0"0"0,-10 0 0,-1 0 0,11 0 0,0 0-1286,-12 0 0,0 0 1286,9 0 0,3 0 409,3 0 1,0 0-410,0 0 0,0 0 212,-4 1 0,-1-2-212,-7-1 0,-1 0 0,2-1 0,4 0 0,2 0 0,4 1 0,2-1-431,1 0 1,2 0 0,1 1 430,-8 0 0,0 2 0,2 0 0,1-1-949,4 0 1,2 0 0,-1 0 0,-2 1 948,7-1 0,-3 1 0,4 1 0,-3-1 0,5 0 0,-2 0 0,-5 0-692,-8 0 1,-4 0 0,1 0 691,6 0 0,1 0 0,-3 0-383,9 0 0,-5 0 383,-11 0 0,-1 0 0,15 0 0,0 0 0,-1 0 0,-3 0 0,-15 0 0,-1 0 0,16 0 0,0 0 0,-16 0 0,0 0 0,26 0 0,3 0 0,-19 0 0,2 0 0,6-1 0,6-1 0,-7 0 406,-12-1 0,-2 0-406,16 0 0,-1 1 0,-19-1 0,-1 1 2153,10 2 0,1 0-2153,-5 0 0,1 0 0,7-1 0,2 0 1064,4-1 0,2 0-1064,-5-1 0,3 0 0,1 0-569,2 0 0,0 0 1,-1 1 568,-3 0 0,-2-1 0,-2 2 0,16-1 0,-7 1 0,-23 1 0,-1 0 0,13-1 0,0 0 0,-3-2 0,-1 0 0,3-1 0,3 0 0,-5-2 0,2-2 0,-1 1-656,6 0 1,1 1 655,-7-1 0,2 1 0,-3 0 0,3 2 0,0 0 0,13 1 0,-1 2 0,-18 0 0,0 0 0,18 1 0,-1-1 0,4-1-140,-25 0 0,-1-1 140,19-4 0,-23 3 0,2-2 0,14-2 0,0-1 0,-9 4 0,0 0 0,15-3 0,-2 0 0,-15 4 0,-2 1 0,3 0 0,0 0 0,3-2 0,2 0 1342,10-1 1,1 0-1343,-8-1 0,1 0 0,14-3 0,1 1-1174,-5 0 1,-1-1 1173,-12 3 0,0-1 0,0 1 0,14-2 0,-1 0 154,-8 2 1,-3 0-155,15-1 0,-3 2 0,-25 2 0,2 0 0,21-4 0,2 0 0,-12 0 0,1 0 0,14-2 0,0 0 0,-17 1 0,1 0 0,0 0 0,3-1 0,-1 2 0,9-2 0,3 2 0,-13 1 0,6 1 0,0 1 0,-3 0 0,1 2 0,-2 1 0,0 0 0,-2 1 0,0 0 0,-1 0 0,1 1 0,0 0 0,-3 0 0,3 0 0,-2 0-2320,3 0 1,-1 0 2319,-5 0 0,-2 1 0,11 3 0,-15-1 0,-2 0 1692,9 4-1692,13-1 820,-30-2-820,7-2 0,12-1 0,4-1 0,3 0 0,-11 0 6784,11-4-6784,-12-1 0,17-6 0,-14 1 0,-2 0 0,10 0 0,-19 2 0,7 1 0,-23 2 0,1 2 0,-7 1 0,0 0 0,-4 2 0,1 0 0,-1-1 0,2-4 0,-4 0 0,1-5 0,-4 6 0,0 0 0</inkml:trace>
  <inkml:trace contextRef="#ctx0" brushRef="#br2" timeOffset="526818">16338 13090 18812,'22'-56'862,"0"-1"1,-2 6 0,-8 6-370,-21 2 755,-8 4-918,-23-6-252,10 17-19,3 8 0,-2 3 19,-16-5-47,14 10 0,-2 1-200,-3 3 1,-2 1 179,-3 3 1,-2 3-1,-3 4 0,-2 4 8,-3 3 1,0 3 8,-1 5 0,0 3-338,3 3 0,2 2 315,5 0 1,2 2-1,8-1 1,4 1 426,-12 20-432,21-1 5,12-18 6,10 0-16,3-17 508,1 0-469,-2-5 1160,-3-4-1144,-1-2-11,-1-6-16,-1-8-18,1-13 1,1-14 28,6-21-29,-3 17 34,3-14 29,-8 23-17,-6-2-12,-7 5-17,-16 9-16,6 11 11,-14 6-17,13 14 11,-6 5-17,4 9 12,0 19 5,10-11 0,-1 22-11,13-13 11,4 9 6,11-1 39,12-9-11,15-9-28,14-11-57,-20-13 1,2-1-897,5-2 1,1-1-1401,5-3 1,0 0 2335,-2 0 0,-5 0 0,2-1 0,-24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51:51.45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4678 2815 21657,'3'7'1143,"-1"16"-998,-4 7 1,-3 5-62,1 2 0,-3 1-444,-2 3 0,0-1 408,-2 1 0,0-1-1,1-3 1,-1-1 41,-6 24 311,4-17-153,7-17 482,3-14-124,3-12-291,0-12-135,3-13-72,3-20-68,0 14 0,-1-3-3,2-7 1,0-3-9,1-5 0,1-2-470,0-3 0,2 0 456,0 1 0,2 3 0,1 4 0,1 4-150,0 8 1,2 3 147,16-11-12,-7 20 0,13 13 11,-6 16 6,19 12 2,-27-2 1,0 4-143,10 14 1,-2 2 122,-10-9 0,0 0-6,7 17 1,-2 1-15,-13-14 1,-3 0-34,2 8 0,-1 1-73,-3-3 0,-3 0-118,-2-1 0,-1-2 5,-1-3 0,0-1-2679,0 21 2992,-2-12 1,0-21 0,-1-8 0</inkml:trace>
  <inkml:trace contextRef="#ctx0" brushRef="#br0" timeOffset="201">4696 3125 24094,'39'-21'-79,"0"1"1,0-1-1,4-4 1,0 4-393,7 8 1,1 3-2189,-11 1 0,-1 0 2659,5-1 0,-2 0 0,12-4 0,-24 7 0</inkml:trace>
  <inkml:trace contextRef="#ctx0" brushRef="#br0" timeOffset="1008">5633 2975 21580,'51'-7'37,"0"0"0,-1 1 1,1-1-1,11-1 1,-1 0-1,0 1-807,-12 1 0,0 1 0,0-1 1,-1 1 769,9-2 0,-1 0 0,0 0-2,-1-1 0,1 0 0,-4 1-4,10-2 1,-3-1-95,-15 3 1,0-1 0,-3 0 90,3 0 1,-1-1 376,10-3 0,-4 0-216,9-8 165,-22-1-256,-37 7-935,-35-11 974,9 11 495,-13-3 0,-4 0-186,-11-1-174,16 5 0,1 1 179,-6-1-56,10 1-88,18 6-125,5 1 3153,7 2-3303,13 2 351,10 3-335,15 5-11,0 2 6,22 9-23,-22-4 0,2 1-267,1 2 1,2 1 224,5 6 0,-1 0 3,-16-7 0,-2 2-281,3 10 1,-6 2-487,-7 11 134,-4 9-7953,-43 3 7835,5-25 0,-6 2 1,19-19-1</inkml:trace>
  <inkml:trace contextRef="#ctx0" brushRef="#br0" timeOffset="1883">8030 2741 23937,'-31'-22'36,"1"0"1,-15-2-26,54 68 6,3 4-6,2 1-11,-3-3 56,-4-2 269,-8-12-146,0-10 174,-7-11-73,3-15-78,0-8-68,2-11-78,1-3 6,1-22-40,4 13 1,2-2-1,1 0 1,0-1-286,3-8 1,2 2 273,0 10 0,0 4-5,6-14-196,11-1 190,-11 26-11,28-9 6,-12 20-23,19 1 16,-4 14 12,2 7-28,-2 13-5,-8 7 5,-15 7 11,-16 5 575,-19 4-547,-12 0 0,-10-4-22,0-8 45,4-13 268,7-11-202,5-10 7,5-11-68,5-2 56,2-18-67,9 7-33,3-10 10,8 11 23,6 4-28,4 5 11,7 3-27,15 12-12,-11 1 25,-7 4 0,1 3-25,18 14-161,-19-9 1,-1 2 137,16 21-5,-19-2 23,-25-5-40,-23-3-78,-21-3-56,0-7-914,2-7 1,-1-2-1233,-4 0 2353,-3-1 0,4-3 0,17-4 0,-10 0 0</inkml:trace>
  <inkml:trace contextRef="#ctx0" brushRef="#br0" timeOffset="4426">8026 3312 18672,'23'-25'1540,"-18"24"-1030,-29 31-326,3-5 1,-3 2-48,-3 0 1,-2 2-38,-7 5 1,-1 1-34,-6 4 1,-2 1-868,11-10 0,-1-1 1,-1 1 819,-4 3 1,-1-1-1,-1 1 6,-4 3 0,-1 0 1,-1 0-391,10-7 1,-1 0 0,1 0 0,-1 0 375,-2 1 1,0 1 0,0 0-1,0 0 3,0 1 1,-1 0 0,0 0 0,0 1 5,0 0 0,-1 0 0,1 0 0,-1 1 8,0-1 0,0 1 1,0-1-1,0 1 10,0-1 0,0-1 1,0 1-1,0-1 1,1 0 1,-1-1 0,1 0-1,0-1-5,1-1 0,1 0 0,0-1 0,0 0 13,-11 8 1,0-1 0,1-1-413,3-1 0,0-2 0,1 0 362,3-3 0,1 0 0,0-1-248,4-3 0,0-1 1,1-1-306,-11 6 0,1-2 724,8-6 0,4-3 0,-4 2 0,16-10 0</inkml:trace>
  <inkml:trace contextRef="#ctx0" brushRef="#br0" timeOffset="5443">4803 5460 21030,'-30'-17'263,"1"8"-218,6 23-6,-5 5 17,-7 3 6,-5 1 33,-1-2 95,-1-5 62,5-8 1,6-6 5,6-5 10,6-2-55,8 0-112,5 2-135,3 1-16,3 3 56,0 5 22,3 9-6,2 14 6,1 13-6,1 13 6,0 8-255,-4-30 0,1 1 229,1-1 1,-1 0 37,7 27-7,3-8 23,3-12 56,3-13 45,6-11 5,4-9-61,7-14-78,5-9-91,7-12-206,0-7-392,0-1-903,-8 2-2951,-12 4 4520,-13 10 0,-9 8 0,-6 8 0</inkml:trace>
  <inkml:trace contextRef="#ctx0" brushRef="#br0" timeOffset="5650">4453 5994 22145,'-10'-29'515,"39"-14"-548,10 21-2526,1 1 0,1 1 1730,15-5-263,0 0 802,-18 9 1,-4 2 0,-9 3 0,10-5-1</inkml:trace>
  <inkml:trace contextRef="#ctx0" brushRef="#br0" timeOffset="6033">5290 5171 15760,'0'-3'5068,"0"0"-3376,0 3-1580,-12-17-39,8 18 207,-13 4-179,11 15 106,-6 26-33,1-5-43,2-9 1,1 1-20,-3 19-28,1 1-51,9-27 46,8-3 33,12-8-67,-2-2 89,27-4-106,-20-7-22,33-6-158,-6-7-512,-16 3 0,2-1-373,3-2 1,1-1 1036,7-1 0,-3 0 0,6-2 0,-4 2 0</inkml:trace>
  <inkml:trace contextRef="#ctx0" brushRef="#br0" timeOffset="7225">8453 3487 15793,'-10'-56'2334,"0"-1"0,1 7 0,0 5-1752,-2 10-179,2 6-84,1 7-111,2 7-175,3 6-162,2 6 57,0 7 66,6 10 6,4 13 22,7 18-33,2 15 11,-9-24 0,0 2 11,-2 4 1,0 1-431,-1 4 0,0 0 424,-2 1 1,0 0 8,-1 0 0,-1 0 11,0-1 0,0-1 8,-1 0 1,0 0-6,0-2 0,0 0-17,0-1 1,0 0-1,1-2 0,0-1 6,0 0 0,0 0-223,1-1 1,0 0 219,0 1 0,-1-1-6,0-1 1,0-1 10,-1-2 1,1-1 14,-1 29-233,-1-6 249,0-7 728,0-5-829,0-8-189,2-8-780,2-7-5953,3-8 6973,1-6 0,-4-4 0,-1-3 0</inkml:trace>
  <inkml:trace contextRef="#ctx0" brushRef="#br0" timeOffset="7949">8550 5569 5443,'3'-10'9394,"-2"3"-6168,-1 7-101,0 0-2249,-20-60-574,5 45-96,-1-18 0,-3 6-32,-11 32 654,-7 8-699,-6 12-45,-2 9-466,2 9 393,8 6-17,11 4-5,11 2-147,12-1 158,13-6-6,10-6-27,16-9-40,10-12-300,-5-16 1,2-6-681,-9-3 0,0-4 1053,17-6 0,-3-2 0,-9-3 0,-5 0 0</inkml:trace>
  <inkml:trace contextRef="#ctx0" brushRef="#br0" timeOffset="9226">8485 4823 15326,'-4'-63'354,"0"14"2151,4 50-2393,3 12 6,0 3 39,2 15 1208,1 7-1231,1 8-72,0-6 27,-2-9 1,0 1 72,1 12 79,2 17 0,-5-20 521,-2-12-459,-2-2 2319,-1-16-2370,1 2 5,-1-10-22,2-2-223,-1-1-376,-1 0-432,-1 0-951,1-1-1821,-2 0 3568,-2 2 0,3-1 0,-2 1 0</inkml:trace>
  <inkml:trace contextRef="#ctx0" brushRef="#br0" timeOffset="9974">8286 5213 18425,'-14'-40'1432,"0"0"0,1 1 1,3 9-873,7 19-258,0 0-324,2 6-29,0 3 63,4 8 16,3 5-6,5 10 6,4 7 0,3 4 11,5 1-11,3-1 6,4-5 39,1-5 61,2-5 96,-1-7 50,2-7 140,22-22-3577,-3-7 3218,-1-5 85,-10-4-28,-22 13-6,1-1 73,-7 7-129,-6 7 17,-5 5-73,-2 4 3347,-1 0-3375,-1 4 45,-3 4-12,-3 8-33,-5 6 23,-4 3 16,-6 1 0,-7 0-16,-8-1-7,8-9 1,0-2 22,-13 6-8,12-8 0,0-1 36,-3-2-11,-5-2-39,7-9 33,4-9 12,2-10-17,3-6 5,3-5 1,4 2 10,3 4-5,2 6-28,4 6 0,1 7-84,3 3-5,1 5 105,1 5-27,4 7 6,2 8-1,7 6-11,8 10 17,-6-12-17,12 8 34,-7-17-6,7 2 17,-1-8 56,3-4-44,3-11-40,7-7 5,8-11-315,6-5 260,-2-1-297,-5 3-1301,-14 6 1648,-12 8 0,-11 5 0,-7 5 0</inkml:trace>
  <inkml:trace contextRef="#ctx0" brushRef="#br0" timeOffset="11970">7971 3326 8270,'-4'0'3255,"0"-1"1976,4 1-4704,-3 0-365,2-1 129,-2 3-184,3-1 117,-1 3-56,-2 2 0,0 6-123,1-4 50,1 6 11,1-8 181,2 3-19,1-6 1278,0-2-253,1-4-1023,0-1 200,0-6 29,-3-3-107,0-1-241,-4 1-95,-2 7-50,-2 4-6,-2 6-6,-2 4-5,1 5 5,-1 6-16,4 1-1,3 0 18,2-5 5,6-1 39,4-5 0,2-3 96,4-2 89,-1-8 67,-1-3 45,-1-8-39,-3-5-34,-2-2-27,-6 2-91,-5 3-50,-3 4-78,0 5-45,-4 1-229,4 5-584,-2 4-4323,3 8 5164,1 4 0,2-3 0,2-4 0</inkml:trace>
  <inkml:trace contextRef="#ctx0" brushRef="#br0" timeOffset="13431">4987 2616 14276,'-29'-44'725,"-1"-1"1,0 1 0,1 4 0,0 1 0,-2 10-376,-5 12 0,-1 7-137,-4 3 0,-1 6-73,-2 7 0,-1 6-34,-1 6 1,0 6-456,-1 8 0,2 8 380,8 3 1,1 5 0,3-2-350,-3 6 1,2 2 324,13-11 0,-1 4 0,1 2 0,4-4-161,4 2 1,3-2 0,1 2 147,-1 9 1,1 4 0,4-2 8,3-3 1,3 0 0,5 0 3,6 3 1,5 1-1,1-5-7,1 1 0,6-4 3,0-9 1,6 0 0,1-7 13,8-7 0,4-6-19,-6-4 0,4-2 0,2-3 2,3-3 0,2-3 0,2-4 33,-4-5 1,3-3 0,-1-3 0,-3 1 1,-1-1 1,-3 0-1,2-3 58,12-10 1,1-5 0,-6-2 68,-7-7 1,-4-5-44,-9 6 1,1-2-1,-4-3-53,0-12 1,-4-3-1,-3-1 10,-6 4 1,-3 0 0,-1 0-206,0 0 0,-2 1 0,-4-1 170,-4-2 0,-5 0 0,-1 2-13,-1 8 0,-2 1 0,-2-2 7,-2-7 1,-3-1-1,-2 2-4,-1 4 1,-2 2 0,-5 3-27,-6 1 1,-5 3 0,-1 5-82,-14-4 1,-2 8 31,0 3 0,-2 7 108,-2 10 1,0 7-416,8 6 0,1 3-418,-11 1 1,-1 6-2509,19 1 0,1 3 0,3 0 2482,0-2 1,4 1 0,3 2-1,7-3 1,16-9 0</inkml:trace>
  <inkml:trace contextRef="#ctx0" brushRef="#br0" timeOffset="14163">8038 2361 14141,'-13'-59'2039,"0"0"0,1 9 0,-4 9-1702,-21 17 299,-6 15 169,8 10-205,0 3-30,-9 16-17,9 15-184,7 2 0,3 6-2132,3 2 0,3 2 1929,0 2 0,3 2-42,6 8 0,4 0 169,5-9 1,4 2-392,3-3 1,3 3-1,3-2-481,5 10 0,6-2 383,-1-16 1,3-1 0,0-5-120,3-3 1,3-5 195,13 3 1,6-7 67,9-8 1,4-7 73,-20-2 0,1-3 0,3-3 52,1-5 1,3-4 0,-1-3-1,-4 0-401,12-5 1,-3-5 500,-2-5 0,1-4 0,-7 0 114,-13 6 1,-2-4-42,-1-5 1,3-7 0,-1-3-1,-5 4 42,1-13 1,-4-4-163,-6 9 1,2-7 0,-2 0 0,-7 4-72,-7 5 1,-6 3-1,-1 1-45,0-19 1,-6 3-13,-11 9 1,-6 5 739,-2 13 1,-4 3-849,-9-7 0,-6 4 84,4 12 0,-4 2 0,1 3-437,-16-1 1,1 3 633,-1 2 1,1 4 46,4 6 1,1 5-379,1 6 0,0 4-40,-1 3 1,-1 4-844,16-3 0,-1 4 0,3-1 1261,-2 8 1,5-1 0,-10 11-1,23-16 1</inkml:trace>
  <inkml:trace contextRef="#ctx0" brushRef="#br0" timeOffset="15321">8649 5386 14253,'-38'-42'1624,"1"1"0,3 3 1,1 10-863,-17 25-1421,-10 8 942,18 2 0,-2 3-73,-2 5 0,-1 3-532,-3 6 1,1 2 424,-2 4 1,1 3-56,0 5 0,2 2-33,17-10 0,0 2 0,2 0 3,1 3 1,2 2 0,1 1-256,1 2 0,3 1 0,1 2 244,3-1 1,2 2 0,2 0-10,3-1 0,1 1 0,4-1-246,4 18 0,8-1 248,6-4 0,7-4 34,8-5 0,10-6 29,4-13 0,7-4 1,-1-4-404,5 2 0,4-6 337,-11-6 0,6-3 0,1-1 0,-2-3 7,4-4 0,-2-3 0,2-2 11,-3 1 0,2-1 1,1 0-1,-1-3-203,-1-1 1,0-1 0,0-2 0,-2-1 210,-2-1 1,0-1 0,-2-1 0,-1-2 24,9-6 1,-3-2 0,-3-2 99,-7 0 0,-4-2 0,-3-2 9,5-16 0,-7-3-783,-10 0 1,-7-2 745,-6 1 1,-6-1 22,-6 3 0,-5 0 163,-3 3 0,-7 3-214,-6 4 1,-7 5-43,-6 3 1,-6 4-43,-8 4 1,-5 4-21,14 9 1,-2 2 0,-1 1 86,-3 1 1,-2 1 0,1 1-188,-3 1 0,1 2 0,-1 0-109,1 0 1,0 1 0,0 1-206,3-1 1,1 2 0,0-1-1320,-17 0 0,2 1 1729,1 2 1,6 0 0,-5 0 0,12 3 0</inkml:trace>
  <inkml:trace contextRef="#ctx0" brushRef="#br0" timeOffset="16088">4737 5301 15520,'-48'-40'845,"-1"1"1,0 0 0,16 8 0,2 1 0,-3 8-611,-26 7 0,3 12-443,4 10 337,9 3 0,-2 5-456,8 4 0,2 3 388,-10 10 1,0 4-34,1 8 0,4 4-24,13-11 0,2 2 0,0 2-384,1 4 1,0 4 0,2 0 373,1 5 0,0 1 1,2 2 5,2 1 0,2 2 0,1 0 5,2-1 1,2-1 0,5 1 1,7 3 1,6 1 0,3-4-711,1-12 0,3-3 1,6-1 711,7 1 0,5-2 1,1-7 1,6-3 0,5-8-132,-2-8 1,4-4 0,1-4 129,-2-3 1,1-4-1,2-1-5,-2-1 0,2-2 1,2-2-1,-1-1-132,1-1 0,1-3 0,0-1 1,0-4 164,6-5 1,3-6 0,-3 0 0,-3 0-16,-3 1 1,-3 1-1,-1-5 18,-4-3 1,1-3 0,-3-2-1,-7 1 93,-6 0 0,-7-1 0,-1-2-70,3-10 1,-2-2-1,-4-2-2,-4 1 1,-4-1 0,-6-1-2,-7 7 0,-6-3 0,-2 2 1,-1 4-45,2 0 1,-2 4 0,-4 0 1,-15-12 1,-7 0 0,-3 8-14,-9 8 1,-5 6-45,9 6 0,-2 1 0,-2 3-120,2 4 0,-1 2 1,-1 3-1379,-6 3 0,-1 3 1,3 2 1536,-6 1 0,4 2 0,7 2 0,7 0 0,11 5 0</inkml:trace>
  <inkml:trace contextRef="#ctx0" brushRef="#br0" timeOffset="54774">4433 5897 22442,'-20'-45'737,"-1"1"0,2 4 1,6 9-447,12 22-201,1 5-23,2 7 17,5 8-6,6 12-33,5 11-23,1 12-33,-2 8-522,-2 6 298,-8-28 0,-1-1-969,8 28-1390,-1-5-3388,0-12 5165,-3-12 0,-5-14 1,-3-9-1</inkml:trace>
  <inkml:trace contextRef="#ctx0" brushRef="#br0" timeOffset="55066">4456 6027 18663,'-21'-42'1048,"1"-1"1,-1 1 0,-5-17 0,4 5-540,10-2-5,19-4-386,2 19 50,22-2-67,1 22 355,17 1-442,-9 13 0,0 3-438,21-1 424,-12 8 0,1 3-310,-13 2 0,-2 3 273,10 5 1,0 3-31,-5 3 0,-3 3 11,-7 3 0,-6 3-94,-7 1 1,-8 2 129,-11 2 1,-7 1-6,-8 2 0,-7-1-1,-8 1 1,-5-2-573,-3-1 1,-3-1 473,-1-2 1,0-3-294,2-5 0,1-2-1069,5-6 1,2-4 1485,-15-1 0,24-10 0,15-5 0</inkml:trace>
  <inkml:trace contextRef="#ctx0" brushRef="#br0" timeOffset="55501">4377 5894 15255,'-4'0'6620,"0"0"-4278,4 0-2012,-33-48-72,36 22-157,-12-8 0,5 0 55,40 0-66,-7 14 0,1 1-51,14-7-8,-10 10 0,1 3 3,19 1-26,-6 10 0,3 4-19,-15 2 0,0 3-2107,11 12 1,-4 5 2117,-11 9 8,-17-4 1,-6 2 615,-20 16-619,1-16 1,-3-1-12,-7 2 1,-4-1-77,-10 4 1,-1-1-1,10-11 1,0-1-333,-11 6 0,1-4-3081,-3-4 3495,-1-1 0,19-12 0,10-5 0</inkml:trace>
  <inkml:trace contextRef="#ctx0" brushRef="#br0" timeOffset="55867">4315 5766 13530,'-4'0'7153,"1"0"-3597,3 0-3141,88-64-2277,-59 53 0,3 0 1880,4-11 1,4-4 0,1 7 25,12 13 1,-1 9-1034,-17 0 1,1 4 996,14 1 0,-3 7 420,-12 7 0,-8 6-344,4 25-50,-32-9 0,-8 0-74,-15 11-478,-13-7 0,-8-1-3238,13-19 1,-1-1 3415,-10 8 0,2-2 0,-3-1 1,19-16-1</inkml:trace>
  <inkml:trace contextRef="#ctx0" brushRef="#br0" timeOffset="109990">5216 6161 6176,'-9'2'6503,"2"-1"-3518,7-1-1579,0 0 504,-44 6-1478,33-4 184,-33 5-544,43-7 124,4 3 135,7-1-23,11 2 44,30 0-167,6-2-501,-16-2 1,1-1 365,19-2-5,-20 1 0,2-1-9,6-2 1,-1-1-29,-8 2 0,2-1-3,4 0 1,5-1 0,-4 0 5,-2 0 1,-1 1-10,9-2 1,1 1-3,-2 1 0,-2 0 5,-9 1 1,2 0 5,-2 1 0,3-1 1,0 1-1576,20-1 1,-2-1 1565,-9 2 1,-2 0 5,-8 1 1,-3-1 19,16-1-11,-22 2 0,2-2-6,-1 2 0,2-1-134,2-1 1,0-1 133,24-2 491,-13 0-494,-11 2 1,0 0-9,18-2 3,-23 3 0,1 0-1,1 1 1,-2 0 9,7 0-6,13 1 3260,-27 0-3233,-1 2-44,-16 0 22,5 0 45,-7 0-5,-1 0 381,1 0-410,-2 0-11,-2-1 6,0 0 50,-2 1 471,-1 0-555,-6-2-123,-1 1-106,0-1 50,4-1 151,6 1-28,11-5-11,9-1-947,21-7 1031,-1 1 0,-10 3 0,-14 5 0</inkml:trace>
  <inkml:trace contextRef="#ctx0" brushRef="#br0" timeOffset="110878">5481 5986 14118,'1'-3'6626,"0"1"-4441,-1 2-1871,4-24-141,-4 18-16,-1-15 28,-12 29 5,-11 5-111,-1 2 161,-27 14-72,11-4-295,11-6 0,-1 1 239,-18 18-28,2 2-184,7 0 156,9-4-33,12-7 5,9-7-6,10-7 17,8-1 404,10-2-409,8 1 168,10 1-230,7 2-386,10-1-1050,-22-7 1,1-1 1463,29 4 0,-21-5 0,-16-4 0</inkml:trace>
  <inkml:trace contextRef="#ctx0" brushRef="#br0" timeOffset="138630">9863 401 7733,'0'-10'5797,"0"2"-3882,0 8 1872,0 0-2807,-2-34-213,0 23-173,-1-25-129,1 33-196,2 1-218,-1 1-12,0 7 0,1 0-22,0 9-23,2 1 6,3 5 51,1 3-12,3 5-22,0 3 33,1 4-22,0 3-28,-1 3-17,-3 3 23,-2 2 28,-1 2-18,0 2 24,0 2-24,3 3-527,0 4 525,-3-28 0,0 1 0,0 2 0,0 0 5,-1 1 1,1 0-3,-2 0 0,1 1-3,-1 0 0,0 0 19,0 2 1,-1-1-1,0 2 1,-1 1-6,0 0 0,0 0-11,0 0 0,-1 1-3,1 0 0,0 0 2,1 0 1,-1 1-3,2 1 0,-1-1 0,1 1 0,1 0 3,0 0 0,1 0 0,-1 0 0,1-1-3,0 1 0,0-1-9,-2 1 1,1 1 10,-1-1 1,0 1 3,0 0 0,0 0 2,-1 0 0,1 0-8,0 0 0,1 0-1609,0 10 1,0-2 1600,0-16 0,0-1 2,1 13 0,0 0-263,-1-17 1,0 0 265,1 8 1,-1 2-7,-1 0 1,1 1 13,-1-1 1,-1 1-1,1 1 1,-1 0 5,-1 0 1,1 0-4,-1 2 1,-1 0-7,1-1 1,0 1-3,0-1 0,0 0 3,0-1 0,0 0-1,1 0 1,0 0 14,0 0 0,0 0 0,-1 1 0,0 1-9,0 11 0,-1-1-14,0-17 1,1 0 13,-2 16 1,0 1 2,1-19 0,-1 1-1,1 4 1,-1 4-1,0 0 7,0 16 0,0-1-17,0-3 0,1-1 16,0-4 1,1-2-14,0-15 0,0-1-9,0 9 1,0 2 5,0-1 0,-2 3 2,1-5 1,0 3 0,-1-2 5,0 7 1,0-1-14,0-7 0,0 2 1,1-3-7,0 2 0,0-1-1,1 0 1,0 1-3,0 11 0,1-1 3,0-16 0,0-1 2,1 16 1,0 2-985,-1-6 1,0-2 984,0-8 0,0 1 5,-1 15 0,-1-1 38,0-19 1,-1-1-53,-1 17 0,-1 0-6,1-16 1,0-2-42,-1 12 0,-2-1-1110,-1 8 1160,-2 8 0,4-27 0,3-11 0</inkml:trace>
  <inkml:trace contextRef="#ctx0" brushRef="#br0" timeOffset="140495">952 7324 10898,'-49'4'1725,"0"0"0,7 0 0,7-2-526,12-1-7,11-2-692,2-1 435,2-3-722,5 1 414,-4-3-448,5 4 246,-4-2-223,3 3-62,-1 0-112,3 0-179,0 2 168,7 0 11,5 2-6,11 2-16,11 2-6,-4-1 5,28 3-5,-13-2-164,-10-2 1,2 1 171,-3-2 1,0 0-4,7 0 1,-1 0-1,-7-1 1,3 0 2,23 1 1,2 1-4,-15-1 1,-1 1-6,9 0 0,2 0 0,-5 1 0,2 1 0,-6-1-329,-11-1 0,1 0 323,9 1 1,6 0-1,-7 0 6,12 2-20,0-1 1,3 1 8,-18-2 0,1-1-724,20 3 0,0-1 732,-22-2 0,0-1 1,2 0 0,3-1 1,-4 0-208,-7 0 0,0-1 205,15 1 0,7-1 0,-5 0 4,-4 0 0,-1-1-190,-3 0 0,4 1 0,-3-1 187,10-1 0,-2-1 3,2 1 0,-2-1-49,-12 0 0,1 0 49,2-1 0,2 1 0,-3 0 0,-8 1 0,1-1-2,16 0 0,8-1 0,-4 1 5,-3 0 0,-1 1 1,0 0 1,2-1 0,-3 1-5,1 0 0,-1 0 14,10 0 0,2 0 2,-19 0 1,-1 0 0,1 0-17,2 0 0,0-1 0,1 1 3,5-1 1,1 1 0,-1-1 4,13-1 1,-4 1-142,-13-1 0,2 1 146,-2-1 0,3 0 0,-2-1-7,5 1 0,1-1-126,-4 1 1,4-1 0,-1 1 122,-9 0 1,0-1 0,0 1-2,0 0 0,1 0 0,0 0-91,0 0 1,-1-1-1,1 1 81,0 0 1,0-1 0,-1 1 3,0 0 0,0-1 1,0 1-3,-1-1 0,0 1 1,0-1-4,20-2 1,0 1-1,0-1 1,-2 0-3,-13 1 0,-1 0-1,9-1 1,0-1 22,0 0 1,1 0-10,2 0 1,1-1-5,-15 2 0,2 1 1,-2-1 3,13-1 1,-1 1 3,2-1 0,1 1-4,1-1 1,0 1 0,1-1 0,0 0-3,1 0 0,-3 0 8,-12 1 1,-1 1 4,-3 0 0,2 0 0,-1 0-617,12-2 1,0 2 603,0-1 0,0 0 5,3 0 1,-2 0 27,-20 3 0,-1-1-28,9 0 1,1-1 0,-2 1 0,-1 0 256,0 0 0,-1-1-262,-2 1 0,1 0 0,-1-1 0,0-1 5,-1 1 1,-1 0 2,0-1 1,-1 1-4,-1 0 1,-1-1 269,-2 1 0,-1 0-258,29-5-6,-7 1-16,-5 2 16,-6 0 2823,-4 2-2845,-1-1 6,-1 0 791,-1 0-797,-1 0 651,0 2-651,-5 1 278,-6 1-250,-4 1-6,-6 0 0,-3-1 1,0 0-18,2 0-16,7-3 5,5 0 11,6-1 1,5 1-1,3 1 12,-1-1 5,-1 1-6,-7 0 7,-5-1 21,-6 0-10,-4 0-29,-2-1 12,1-1 10,1-1-4,1 0-7,-1 2 6,0 1 23,-4 1 5,-2 1 29,-2 2-1,-2-3-33,2 1 5,2-2 6,4-2-11,2 0-12,2-1 6,-1 1 11,-1 0-16,-6 3 33,2 0-12,-4 1-21,2 0-23,-1 0-79,0 0-700,3-1-5578,2-2 5509,-1 0 0,-4 2 0,-3 1 0</inkml:trace>
  <inkml:trace contextRef="#ctx0" brushRef="#br0" timeOffset="141678">10616 557 31764,'-21'-33'-1131,"0"1"0,2 2 0,-1 9 105,-5 19 1669,3 7-369,1 3-461,6 9-96,4 4-1,6 5-861,7 3 1060,9 2-145,11 0-586,12 3 84,10-1 284,5 1 58,0-1 104,-6-3 255,-10-4 22,-12-4 44,-10-5 10,-15-3 6,-11-1-29,-13 0-11,-11-1-61,-9-2-163,-6-3-297,0-1-874,9-4-4384,12-3 4920,14-2 0,10 1 0,7 0 0</inkml:trace>
  <inkml:trace contextRef="#ctx0" brushRef="#br0" timeOffset="141930">11067 545 17412,'0'-4'6027,"0"1"-3932,0 3-2146,-7-39 46,5 41 21,-2-20-27,8 59-67,1 15-99,-2-23 0,-1 2-626,0 2 0,-1 1-368,-1 0 0,0 0-680,-1-3 0,1-1-7980,-2 21 9182,2-21 1,0-15-1,0-15 1</inkml:trace>
  <inkml:trace contextRef="#ctx0" brushRef="#br0" timeOffset="142887">11052 889 12763,'-2'-6'7825,"1"2"-7070,-7-24 1,-1-5 63,2 9-632,-3-12 1,1 3-93,6 20-173,7 7-6,7 3 45,11 5 11,12 3-28,9 4 5,7 3-1682,-19-6 1,0 0 1710,12-1 22,9 0 90,-30-7 50,0-5 11,-10-5 62,-8-7 55,-6-1 130,-4-2 3464,-5 5-3509,-3 4-146,0 5-139,2 5-57,1 4-6,4 6-33,3 6 23,3 7-6,4 4 16,5 1 1,8-2-12,4-3 17,4-7 23,0-6 73,-3-7 67,0-14-107,-9 2 67,-1-17-11,-8 6-11,-3-9 90,-6 2 33,-7 3-168,2 12 17,-8 4-22,3 11-90,-6 7-39,1 8 67,1 12-11,5 8-45,6 7-112,3 5-185,12 2-84,9 1-336,19-3 129,-11-24 0,3-2 44,4-3 1,2-1-43,1-4 1,0-3-311,25 0 1047,-8-21 113,-22 0 491,-3-17 344,-17 6-2738,-1-9 2193,-4 11 606,-6-1-931,2 17-72,-2 0-62,0 16-27,1-2 16,-2 23-6,2 14-22,-1-5 5,2-9 1,1 2-11,0 15 1513,-1-18 1,1 0-1514,2 26 21,-1-9 304,1-22 21,-2-13-229,-4-22-101,-3-12 0,0-11 1,-1-3-18,-1-14-55,3 11 0,1-3 58,4 5 0,1 0 0,0-3 1,1-1-4,0-8 1,2-2 5,0 6 0,3 1 16,4-1 1,1 3 0,6-10-268,14-4 172,-3 33 12,10 3-67,12 15 78,-15 8-28,14 22 28,-22 7 45,-1 17 16,-13 5 28,-19-23 1,-5-1-34,-6 11-34,-5-16 1,-2-3-247,-11 0-611,-7 0-2324,9-10 2426,13-11 0,10-3 0,7-2 1</inkml:trace>
  <inkml:trace contextRef="#ctx0" brushRef="#br0" timeOffset="143121">12424 765 26071,'-21'-14'-3808,"35"-8"-6023,28 8 8175,8-2 0,-21 8 0,-20 6 0</inkml:trace>
  <inkml:trace contextRef="#ctx0" brushRef="#br0" timeOffset="143314">12807 502 27365,'-22'-12'0,"5"15"-28,17 26-93,2 1 1,0 4-507,0 2 0,-1 1-23,1-1 0,0 0-4266,-3 10 1,-3-4 4451,1-7 0,-4 1 1,5-27-1</inkml:trace>
  <inkml:trace contextRef="#ctx0" brushRef="#br0" timeOffset="143663">10083 1578 20144,'-41'10'1816,"0"1"0,-13 4-765,80-15-723,5-2 1,5-2-124,19-1 0,4-1-1052,-6 1 0,6-2 908,-6 2 0,7-1 0,2 0 1,-3 0-586,-10 2 0,-2 0 1,0 1-1,3-1 534,6 0 1,3-1 0,3 1 0,-1 0 0,-2 0-16,-6 1 0,0 1 1,-2-1-1,1 1 0,0 0-1,0 1 0,1-1 0,-1 1 0,1 0 1,-1 0-511,11 0 0,1 0 0,-2 0 0,0 0 517,-3 0 0,-1 1 0,-1 0 0,-1 0 2,-5-1 1,0 1-1,-2 0 1,-1 0-78,9 0 1,-2 0 0,-3 0 30,-7 0 1,-1 1 0,-3 0 283,7 0 0,-5 1-683,19 2-3304,-29 0 4024,-19-2 0,-10-1 0,-4-1 1</inkml:trace>
  <inkml:trace contextRef="#ctx0" brushRef="#br0" timeOffset="144604">12384 701 29136,'-9'5'3631,"1"-2"-3631,8-3 0,0 0 0,7 1-950,1 0-59,6 1 250,-3 1-1200,-2 0-168,-3-1 457,-1 0 1046,0 0 11,-2-1 451,-1 0 1500,-1-1-1438,-11 3 230,-4 0 10,-11 3-23,0-1 12,3 0-17,7-3 11,8 0-39,5-2-39,3 0 28,5 0-34,8-1-11,7-1 23,5-1-18,1-1-5,-1-1 11,-2 1-11,-5 0 46,-5 3-1,-7 0 16,-3 1 214,-4 0-2908,1-1 2605,3-2 0,-4 1 0,4 0 0</inkml:trace>
  <inkml:trace contextRef="#ctx0" brushRef="#br0" timeOffset="145120">12734 559 25696,'-2'-44'-56,"0"15"90,1 44 22,0 12-118,0 8 23,1 6 61,1 6-11,0 0 17,2 0 0,-2-5 0,1-9 0,0-9 56,0-9 303,-1-8 486,0-4-766,0-19-40,3-3 0,2-19-16,2-5 21,2-5 46,1 0-12,-3 7 12,-3 11-73,-3 13-45,-2 9-6,-2 9-44,-3 11-12,-4 20 57,2-2 10,-4 25 18,7-14-29,1 11 0,3-7-94,4-1-85,0-19-935,3 1 1120,0-18 0,-3-1 0,1-6 0</inkml:trace>
  <inkml:trace contextRef="#ctx0" brushRef="#br0" timeOffset="147964">14219 909 22772,'-24'-41'470,"-1"1"1,3 3-1,1 11-330,-1 23-106,5 5 33,-10 17-67,6 8 0,-9 19 6,6 5-51,5 6-89,7 3-124,10-2-151,15-10-224,12-10-381,16-17 359,-3-10-376,1-17 1,1-5 419,6-4-118,0-5 1,2-7 630,-10-3 0,-2-3 204,1 1 1,-1-6 270,-8 1 1,-1-4-1,-4 2 149,-4 0 1,-3 0 61,1-11 0,-4 2 488,-5-9-199,-4 9-182,-1 13-438,-1 15 90,1 8-263,-1 9-78,2 7 587,2 11-537,1 16 34,1 16-12,-3 14-378,-6-7 333,-2-18 1,-2 2 10,-2 2 1,-2 0-34,0 0 1,1-1-7,-1 2 1,1-2 16,1 6-10,4-20 245,3-12 57,2-13-151,5-9-96,6-15 11,4-12-5,4-10-28,2-3-11,2 2-18,1 8 333,-1 10-372,-1 12 1,-3 9 5,-1 8 11,2 11 6,-1 7 34,0 9-12,-3 5-27,-2 2-23,-3-6-224,10 11-219,-2-17-229,14 6 117,-1-17 371,2-12 217,-4-11 135,-6-6 112,-9-4 51,-8 2 44,-5 1 17,-5 3-28,-2 1-33,0 5-135,0 5-112,1 2-146,1 2 101,4 4 1,3 3 10,6 2-5,7 0-34,9-3 6,9-8 22,10-9 0,7-11-197,-26 8 0,-1-1 194,1-2 1,-2-1 13,18-20 18,-13 0 32,-14 3 7,-11 4-1,-12 8-22,-8 8-28,-12 8 439,-8 11-405,-5 10-40,-1 10-5,3 9-6,5 6 1,6 6-18,6 2-28,8 2-50,7-4-201,7 0-522,11-6-1237,15-5-4185,17-6 5381,2-9 0,-14-9 0,-12-5 0</inkml:trace>
  <inkml:trace contextRef="#ctx0" brushRef="#br0" timeOffset="148203">15989 813 16454,'0'-4'6548,"0"1"-4711,0 3-1546,-62-13-34,24 27-162,-8-11 1,-1 4-333,20 13 0,3 5 256,-2 0 1,2 2-12,2 0 1,4 2 2,-7 26-61,14-4-113,22-8-450,15-7-1537,18-10-1480,10-10 3630,-21-13 0,-1-1 0,3-2 0,-3-1 0</inkml:trace>
  <inkml:trace contextRef="#ctx0" brushRef="#br0" timeOffset="148425">16272 760 17070,'13'-53'2753,"1"0"1,-2 1 0,-3 7-2400,-3 7 195,-3 3-202,0 26-213,0 1-72,-2 10 11,0 12-23,-1 14 45,-6 33-67,0-21 0,-1 3-373,-1 2 0,-1 1 241,-2 3 1,1 1-253,3-8 1,1-1-514,2-2 1,3 0-888,6-6 0,1-3-3055,7 10 4811,10-19 0,-14-16 0,-1-2 0</inkml:trace>
  <inkml:trace contextRef="#ctx0" brushRef="#br0" timeOffset="148680">16598 760 23584,'-49'-3'440,"-1"1"1,2 1 0,6 8-167,-6 34-148,24-18 1,0 1-18,2 0 0,1 0 93,-16 24-90,10-5-56,12-6 22,14-9-22,17-6-28,33-6-67,-8-7-59,-3-6 0,2-2-592,-9-3 1,1-1-1199,12-1 1,0-1 1233,-4 0 1,-3 0-1,13-3 1,-22 4 0</inkml:trace>
  <inkml:trace contextRef="#ctx0" brushRef="#br0" timeOffset="149664">17109 668 17925,'10'-41'933,"1"-1"1,-2 2 0,-7 8 1292,-20 16-1941,-8 6-218,5 6 593,-5 17-615,12 2-2730,-18 32 2714,14-15-783,-9 17 0,0 4 765,5-6-33,2-5 1,3 1-13,5 18 18,9-23-27,6-5 1,5-2-143,21-1-134,0-14 0,5-2 50,-2-6 0,1-4 98,8-4 1,-1-5 102,12-7 62,-23-2 1,-2-3 173,19-24 107,-4-1 2167,-9 3-1988,-17 10 3348,-11 13-3415,-1-1 119,-5 7-411,0 5-61,-2 5-17,0 8-6,-1 2 0,-1 14 34,1 15-56,2 5-23,5 11 6,2-20-67,26 9 45,-9-25-29,26 7 96,-9-25 61,6-18-22,-11-2 96,-2-25-68,-17 18 156,10-21 248,-7 6-130,-1 5-61,-5 9-275,-9 19-22,-2 6 39,-11 32-5,-1 1-9,0-1 0,-1 2-19,-12 26-216,4-11 140,4-6 0,-1 3-1167,5-8 0,1 0 696,-4 8 1,1 1 540,1 10 0,3-6 0,1-12 0,0 15 0</inkml:trace>
  <inkml:trace contextRef="#ctx0" brushRef="#br0" timeOffset="150697">18094 893 26514,'-41'-21'82,"-1"0"0,2 4 0,6 13-54,3 45-516,4 11 483,7 7 5,10 3-45,12-4-151,13-6-252,15-9-191,12-11 68,6-11 443,0-13 72,-5-15 145,-4-9 40,-5-10 179,-4 0 174,-8 3 291,-9 8-364,-7 8-174,-6 5-106,-5 5-62,-2 0-22,-1 4-29,2-1 7,3-1 44,7-1 28,7-2-16,12-2-35,13-7-16,12-7 6,8-10-17,-27 8 0,1-4-322,0-3 0,-1-3 319,-1-4 0,-1-3 14,-2-4 0,-2-2 22,-3-2 1,-2-1 13,-4 0 1,-3 0-9,-2 3 0,-4 0 8,-1 5 1,-2 1 86,-6-23-34,-2 13 40,-4 13-67,3 13-45,0 8-45,2 9 687,-3 10-664,-3 15-62,-5 19 8,6-15 0,1 3 25,-2 5 1,1 1-478,1 5 1,0 1 406,2 3 1,1 1-104,1 0 0,2 0-104,2-4 0,3-1-160,2-8 1,4-3-858,16 11-1197,15-23-998,10-17 302,13-16 1737,-28 2 1,-1-3 1292,0-1 1,-1-2 2408,21-16 980,-18 5-11,-16 8-217,-10 7-1777,-8 6-487,-6 4-208,-2 2 89,-3 0-419,1 2-112,1 2-62,2 2 12,3 1-6,1 2 6,2 0 27,5 0 68,5-2-17,9-4-34,9-9 18,6-6-7,1-10 12,-4-7 17,-8-2-1,-10-2 18,-10 3-29,-9 5-44,-5 7-1,-2 8-50,0 6-5,1 12 0,-4 10 5,-4 18 11,-5 11-39,2 8-187,4 2 193,7-3-129,10-4-4185,22 1 3256,-2-18-6034,31 3 7076,-14-22 0,-4-3 0,-12-6 0</inkml:trace>
  <inkml:trace contextRef="#ctx0" brushRef="#br0" timeOffset="151178">19610 585 15191,'17'-46'1036,"0"1"0,-2 4 0,-4 10 1871,-9 18-2801,-1 10 1337,-2 13-1163,-4 33 480,-1-5-713,-1 3 1,-1 4 1249,-1-7 0,0 2-1253,-4 11 1,0 3-21,4-10 1,-1 2-1,1-2-27,-1 12 0,2-2-5,1-2 0,4-2-76,9-7 0,7-5-230,5-9 0,5-4-1451,10 6 0,6-4 1765,12-7 0,-1-4 0,10 2 0,-3-13 0</inkml:trace>
  <inkml:trace contextRef="#ctx0" brushRef="#br0" timeOffset="151848">20207 663 26194,'-16'-55'-414,"4"18"229,14 55-773,5 12-8873,14 12 8996,-6-13 1,3 2 0,-15-25 0</inkml:trace>
  <inkml:trace contextRef="#ctx0" brushRef="#br0" timeOffset="152329">20660 759 26486,'-29'29'123,"6"6"-101,21 18 1,-2 5 5,-2 3-17,-4-5 17,-1-9 5,0-11 23,2-13 23,4-11 279,2-6 62,3-19-397,1 4-7,2-24 7,2 12-6,4-27-15,-1 16 1,1-3 5,1-2 1,2-2-378,2-9 0,2 0 388,-1 8 1,0 2-1,1 1 1,1 3 8,10-16-22,-4 24 0,0 4-1,0 5-5,13-4 17,-5 24-3151,-3 10 3134,14 12-28,-15 3 28,-7 3 0,-1 2-6,4 20 3,-9-21 0,0 1-28,-2 7 1,-2-2 190,0 16-222,-5-23 1,0 1-664,-3 2 0,-3-4 142,-1-5-1786,-2 13-230,-1-34 2599,-5-5 0,6 0 0,-3-4 0</inkml:trace>
  <inkml:trace contextRef="#ctx0" brushRef="#br0" timeOffset="152512">20692 940 25590,'14'-44'-32,"-1"-1"0,5 4 0,6 8-218,11 22 1,4 7-1198,2-3 1,1 0-2394,1 2 1,-1-1 3132,-5 1 0,-3 1 0,8-2 0,-20 3 1</inkml:trace>
  <inkml:trace contextRef="#ctx0" brushRef="#br0" timeOffset="152723">21284 445 26844,'-1'-7'-174,"0"15"-638,1 25-4285,2 14 5097,1-3 0,0-15 0,-1-13 0</inkml:trace>
  <inkml:trace contextRef="#ctx0" brushRef="#br0" timeOffset="153238">21677 376 27214,'-5'-35'67,"-1"1"0,-2-15-67,12 68 39,4 20 23,5 21-710,-4-21 1,0 2 630,2 4 1,-1 2 7,1 4 1,-1 1-26,-2 1 1,-2 1-186,-2 1 1,-6 0-586,-8-1 0,-9 0 804,-3-15 0,-4 0 0,1-5 0,3-2 0,0-4 0,-7-2 0,0-1 0</inkml:trace>
  <inkml:trace contextRef="#ctx0" brushRef="#br0" timeOffset="178684">22137 1161 32767,'-26'4'0,"1"9"0,13 18 0,-5 10-546,-5 9 1,8-23 0,1-1-1</inkml:trace>
  <inkml:trace contextRef="#ctx0" brushRef="#br0" timeOffset="180108">22946 1043 32767,'-9'-46'0,"1"1"0,-1-1 0,-3-16 0,2 12 0,5 30-1343,1 5 383,2 2 181,1 8 359,1 6 157,6 13-2137,5 12 2138,9 17 85,4 15-44,-9-25 0,0 0 165,1 2 0,0-2-18,0 0 0,1-2-144,14 20-8,-4-14 282,-8-14 54,-9-12 257,-5-13-270,-2-14-31,1-15-16,3-17-30,-2 17 0,1-2-186,2-3 0,2 0 177,2-1 0,1 0 9,0 5 0,1 2 8,10-16-6,-7 18-44,-9 13-135,-5 9-381,1 9 123,-1 2-1130,11 13-2454,5 3 4163,11 13 0,-12-16 0,-1 1 0</inkml:trace>
  <inkml:trace contextRef="#ctx0" brushRef="#br0" timeOffset="180358">23722 870 14849,'37'-22'-577,"1"-1"0,14-12 534,-11 32 0,1 7-5676,14 4 5502,3 2 1,-24-1-1,-18-3 1</inkml:trace>
  <inkml:trace contextRef="#ctx0" brushRef="#br0" timeOffset="180518">23792 1121 21903,'43'-11'-221,"-1"-1"1,0 1 0,-4 1 0,-5 2 0,23-8 0</inkml:trace>
  <inkml:trace contextRef="#ctx0" brushRef="#br0" timeOffset="180983">24890 611 17776,'-1'-4'3243,"1"1"-577,0 3-2655,-25-46 34,1 32-12,0-12 1,-6 3 13,-2 19 1,-3 5-31,3-2 0,0 1-367,-6 1 0,2 2 333,-6 0-3846,1 8 3863,26-6 875,-6 10-864,15-6 6,-1 6 0,4-6 206,0 4-200,3-1 3413,-1 11-3408,3 1 23,1 10-6,2 2-17,-1-6 50,-1 12 34,-2-4 84,-4 23-134,-5-7-12,-2 7-39,0-24 0,4 0-11,9-7-190,17-1-56,0-8-1076,31-10-185,-16-9-2467,-1-5 0,2-1 3974,15-3 0,-7 0 0,-19 1 0</inkml:trace>
  <inkml:trace contextRef="#ctx0" brushRef="#br0" timeOffset="181392">25416 715 16499,'-2'-4'5663,"1"1"-3922,1 3-1612,23-62-67,-10 46-62,0-17 0,3 4 33,14 28-10,1 1-46,19 1 51,-2 0 28,-2-1 6,-10 2-17,-15-2 95,-9 1 235,-9 0-302,-2 1-73,-2 3 22,-2 7 6,-2 10-17,1 1 23,1 34 5,8-5-262,0-12 0,2 2 234,3-2 1,1-1-7,-1-8 1,1 1 11,3 12 0,-2-1 27,-4 7-106,-7-16 0,-6-1 101,-25 5-151,-23-8-134,2-11-3868,5-11 0,-2-3 4114,-7-2 0,-7 0 0,39-4 0</inkml:trace>
  <inkml:trace contextRef="#ctx0" brushRef="#br0" timeOffset="181816">26361 1251 32767,'-1'-5'0,"0"1"-542,1 4 208,1-37-695,-1 46 187,-2-15-634,-4 62-1241,0-22 1,0 2 1634,-2-3 0,0-2 1,-2 11-1,3-18 1</inkml:trace>
  <inkml:trace contextRef="#ctx0" brushRef="#br0" timeOffset="182753">26976 850 13517,'-4'-10'7052,"1"2"-5880,3 8 1480,0 0-2542,5-58-212,-3 43 15,3-35 114,-5 74-551,0 0 543,0 15 54,-4 17-40,-3-15 1,-1 0-20,0-1 0,0 0 31,-6 6 0,0-6 22,-1-8 219,-1-5 285,9-21-128,0-5-270,3-13-94,-1-12-51,3-19-11,5-15-20,1 22 0,1-2-343,3-4 1,2-1 345,2-1 0,1 1 5,1 1 1,1 1-100,-1 5 0,1 3 94,14-22-45,-3 18 6,-1 14-68,6 14 124,-12 9 640,4 7-657,-10 11 223,-1 8-223,-4 15 22,-8 10-28,-15 8-105,3-28 1,-4 0 115,-2-2 1,-3 0-1,0-3 1,0-2 11,-16 16-6,9-11-5,11-12-12,9-7-10,6-5 10,2-1 0,5 1 233,4 3-227,12 1-95,12-1-247,13-2-515,11-4-394,-23-2 1,1-1-1943,2-3 1,1-1 3192,-3-1 0,-3 1 0,10-6 0,-18 4 0</inkml:trace>
  <inkml:trace contextRef="#ctx0" brushRef="#br0" timeOffset="183091">27758 529 17518,'0'-5'5198,"0"0"-4867,0 5 145,-69-38-213,34 29-205,-9-12 1,2 5-19,15 21-1,6 16-22,13-6-12,2 12-27,10-1-12,16 18 40,-3-7 2,8 0 1,2-1-456,-1-2 452,0-1 1,0 0 5,3 8 1,0 8 38,-16 1 0,-18-14-33,-8-5 6,-21-8-51,-5-10-101,-15 0-224,-2-6-2492,1-14-600,22-2 2634,8-12 1,21 12-1,3 0 1</inkml:trace>
  <inkml:trace contextRef="#ctx0" brushRef="#br0" timeOffset="183524">28307 711 10114,'-10'2'4915,"-23"5"0,-2 0-2641,18-3-1854,-44 8 45,60-10-314,7-2-151,1-1-241,29-4-908,4 0-1189,-9 1 0,2 0 2338,21-1 0,-19 2 0,-15 1 0</inkml:trace>
  <inkml:trace contextRef="#ctx0" brushRef="#br0" timeOffset="188821">28169 1073 26906,'-5'-1'3440,"2"0"-1019,3 1-2421,-46-8 0,42 6 0,-27-6 0,51 7 0,32-3 0,-19 2 0,12-2 0,3 0-1040,-13 0 1,2 0 816,22-2 1,-1 0-1,0-1 1,-4 0-1</inkml:trace>
  <inkml:trace contextRef="#ctx0" brushRef="#br0" timeOffset="189358">29388 812 24420,'10'-53'-1698,"-6"10"1030,-15 43 350,-6 0 124,-8 1 82,-6 1 56,-8 2 26,-6 1-167,13-3 1,0 0 308,-10 1-11,-4-2-45,33-1-106,9 0 44,3 2 45,1 4 12,0 7 50,-1 6 27,-3 8 18,-6 8-12,-7 9-33,-4 6-62,4-8-5,6-12 0,2 1 10,1 8-4,3 14-1,13-18-34,10-3-178,11-6-807,13-4-5097,15-11 6077,0-4 0,-18-7 0,-16 0 0</inkml:trace>
  <inkml:trace contextRef="#ctx0" brushRef="#br0" timeOffset="189806">30145 866 21327,'16'-33'299,"-1"-1"1,15-20-166,-3 54-32,0 3-13,-1 0-16,1 3-6,1-1-22,2 1-6,-1-1-16,0 1-12,-3 2 0,-4 1 6,-6 5 39,-7 4 11,-4 8-16,-6 7 21,-3 11 12,0 7-16,1 6-468,3 1 423,2-11-4,3-12 1,0 1-168,3 11 139,-2-13 1,-4-1-48,-10 14-90,-20-8-150,-25-7-637,18-19 0,-2-2 933,-8-2 0,2-2 0,-7 1 0,6-4 0</inkml:trace>
  <inkml:trace contextRef="#ctx0" brushRef="#br0" timeOffset="210942">10629 2522 17898,'-23'-50'1387,"0"0"1,2 5 0,3 8-901,7 17 8,4 6-573,5 8 123,1 5-34,7 10 60,5 8-55,10 14-4,2 13-12,3 13-259,-14-24 0,-1 2 264,0 1 1,-1 2-6,-1-1 0,1-1-6,-1-2 1,0-1 38,9 18-5,-1-16 51,-5-16 195,-5-11 286,-3-6 690,-3-1-954,0-4-165,-1-2-64,1-4-22,-1 0-11,0 2-57,0 4-251,0 2-185,0 0-723,-2-2-3960,-1-1 5142,-2-2 0,1 2 0,2 2 0</inkml:trace>
  <inkml:trace contextRef="#ctx0" brushRef="#br0" timeOffset="212225">10657 2434 21024,'-14'-35'622,"0"-1"0,-9-19-409,22 52-207,0 3-23,1 6 95,3 8-22,3 13-33,1 0 33,9 17 19,-4-9 1,0 1-26,6 15-122,-5-9 0,0 0 184,-2 4-28,0-1 107,-4 6 21,-5-17 236,0 7 12,-4-17 189,1-8-49,-2-12-165,0-4-121,-5-12-202,-2-8-45,-5-17-28,-1-9 6,-2-8-34,5 7 6,5 11 0,1 1-12,0-4-5,2-2 0,3 0-5,3 7-23,4 0 0,3 3 17,3 8-40,20-18 29,-15 29-40,22-9 29,-13 17-7,12 0-21,-4 9 38,-8 2-10,1 10-1,-8 9 17,-5-4 6,-12 24 39,-15-15-11,-4 6 11,-16-4 28,1-10 90,-18 2-29,12-12-38,4-6-29,20-9-50,8 1-73,5-1-201,2 1 279,10 7-10,-2 0-6,17 11-1,9 11-10,7 5-219,-14-12 0,1 0 109,-2-1 1,2-1-293,3 1 1,1-1-507,3 0 1,0-3-1427,3-1 1,-1-3 2355,-4-3 0,-2-2 0,9 0 0,-19-4 0</inkml:trace>
  <inkml:trace contextRef="#ctx0" brushRef="#br0" timeOffset="212609">11619 2357 22129,'-47'-26'522,"-1"0"1,4 2 0,6 8-428,8 16 160,6 5-283,6 5 93,7 6-76,5 4 16,3 5-22,14 11 12,-3-11-12,19 15 22,-1-10 7,11 8-15,-13-15 0,1 0-8,14 13 139,-4-2-95,-14-9 23,-15-6 28,-5 3 28,-14-1-17,-12-2 12,-11-3-23,-5-5-45,1-5-179,6-8-717,9-10-1714,12-8 2571,14-10 0,1 13 0,5 1 0</inkml:trace>
  <inkml:trace contextRef="#ctx0" brushRef="#br0" timeOffset="212875">12003 2394 25485,'19'-33'-1505,"12"6"18,30 21-609,-27 5 0,-1 2 1904,2 3 0,-2 1 1,6-1-1,-10 6 0</inkml:trace>
  <inkml:trace contextRef="#ctx0" brushRef="#br0" timeOffset="213043">12160 2542 16596,'-8'4'9035,"1"0"-7841,7-4-512,0 0-694,-54 18 18,53-20-242,-27 10-131,77-26-2,-17 7 0,3 1-477,3 0 1,1 0-1886,3 0 1,1 0 2696,6 0 1,-3 0 0,5 0 0,-4 0 0</inkml:trace>
  <inkml:trace contextRef="#ctx0" brushRef="#br0" timeOffset="213626">13264 2123 23948,'-43'-22'48,"0"-1"1,2 3 0,3 8 356,-3 20-6,-4 7-107,-2 2-89,4 2-40,5 1-16,7 0 167,7-1-46,7 0-185,6 2-117,6 2-66,2 3-33,3 7-4,2 2 13,-1 2 23,0 5 42,-1 4-114,-5 8 26,-2 8-49,1-27 1,1 0 135,0 2 1,2-1 14,2-3 1,2 0-18,11 24 33,10-15 39,11-14 130,18-13-134,-13-11-522,23-13-3309,-12-8 3000,5-4 0,-20 7 1,-15 5-1</inkml:trace>
  <inkml:trace contextRef="#ctx0" brushRef="#br0" timeOffset="215518">13657 2413 22470,'-1'-57'173,"1"21"-94,4 68-6,-3 14-17,3 13-34,-6-26 0,-1 1-307,-1 1 1,-1 0 315,-2-1 0,-1-1 30,-7 27 202,2-13-89,2-13 291,5-16 240,2-10-279,3-14-269,0-11 435,1-17-514,-1-14-33,1-12-29,1 25 1,0 0-241,2-4 1,0-1 239,1-3 1,2 1-12,1 0 1,1 1 11,1 4 0,3 3-28,12-19-12,2 20-5,1 17 0,-1 9 17,0 13 6,0 9 515,2 11-527,0 12 6,1 10-143,-15-20 1,0 2 133,1 2 1,0 0-49,0 4 1,0-1-79,1 1 1,0-1-144,1-1 1,-1-1-295,0-3 1,0-1-1888,12 20-5685,-10-10 8155,-8-13 0,-7-12 0,-3-8 0</inkml:trace>
  <inkml:trace contextRef="#ctx0" brushRef="#br0" timeOffset="215726">13694 2607 16588,'-1'-3'5097,"0"0"-4497,1 3-583,29-63-4403,12 32 4282,-16-6 0,3 2-731,8 20 1,3 6-3237,-5 1 1,0 2 4070,4-1 0,-1 0 0,13-2 0,-23 4 0</inkml:trace>
  <inkml:trace contextRef="#ctx0" brushRef="#br0" timeOffset="216183">14503 2118 15508,'-5'-3'4649,"0"1"-1384,5 2-3265,-29-33 240,34 23-223,-11-25 114,45 31-125,11 0 10,3 2 203,-3 1-29,1 10-28,-19-3 367,3 11-427,-19 0-46,-1 5-15,-6 7-3359,-7 13 3199,-3-11 24,-1 19 46,2-11-3,6 13 25,6 2 35,11 0-42,2-3-23,-6-5 2,-11-7 22,-21-3-8,-21-5-18,-19-3 1701,22-15 0,-1-2-1817,1-2 0,-1-1-1977,-24 1 2152,10-5 0,22-4 0,9-1 0</inkml:trace>
  <inkml:trace contextRef="#ctx0" brushRef="#br0" timeOffset="220072">15449 2595 23741,'-7'35'-34,"0"0"1,-5 16-1315,2-16 1,-1-2 279,-6 7 1,3-7 0,5-14 0</inkml:trace>
  <inkml:trace contextRef="#ctx0" brushRef="#br0" timeOffset="221531">16001 2498 23831,'-6'-38'383,"0"0"1,-4-22-356,10 58-17,-1 8 17,5 11-17,6 30-3425,3 6 3408,2 5 1,3 3-389,-1-12 405,5 7-37,-1-11 48,-4-14 381,-4-15-235,-6-11 3168,-1-18-3218,1-14-6,3-19-6,5-16-215,-2 18 0,0 0 114,-4 13 1,1 1 22,5-13 0,1 2 83,3-2-94,4-3-370,-2 13-544,-3 17 102,-3 6-2302,7 14 3097,5 6 0,-9-3 0,2 2 0</inkml:trace>
  <inkml:trace contextRef="#ctx0" brushRef="#br0" timeOffset="221746">16775 2388 18846,'-3'-3'3853,"1"0"-2878,2 3-1574,68-43 33,-36 32-1105,18-12 0,3 3-6922,-1 25 7823,3 1 0,-22 0 0,-16-3 0</inkml:trace>
  <inkml:trace contextRef="#ctx0" brushRef="#br0" timeOffset="221912">16924 2584 23567,'48'-20'-1930,"-1"-1"0,1 1 0,6-2 0,1 1 0,-6 4 986,-8 4 1,-4 3-1,0 0 1,-5 1 0,-4 2-1</inkml:trace>
  <inkml:trace contextRef="#ctx0" brushRef="#br0" timeOffset="222354">18057 2149 25175,'-39'-30'42,"0"1"1,2 1 0,3 10-20,-1 21-6,-3 3-17,-2 3 5,4-1 12,7 1-11,8-3-18,10-2 12,6-2 12,3 0 11,2 1-12,-4 5 6,-3 12-6,0-3 6,-8 17-23,4-5 6,-4 12 22,3 4 29,3 2-29,4-1-5,2 0 0,3 0-28,2 1 16,1-3 12,3-3 0,2-6-17,1-6-107,4-7-845,4-9-6027,14-8 6979,3-7 0,-10-1 0,-6-1 0</inkml:trace>
  <inkml:trace contextRef="#ctx0" brushRef="#br0" timeOffset="223187">17800 2678 9839,'-6'-1'5433,"2"0"1232,4 1-6339,-33-6-80,25 4-72,-25-3-85,33 5 141,0 0-57,7 1-5,6-1-112,14 1-72,12-7-141,14-2-373,-19 1 1,1-1-3549,5 0 0,0 0 4078,-2 0 0,-2 1 0,10-2 0,-20 4 0</inkml:trace>
  <inkml:trace contextRef="#ctx0" brushRef="#br0" timeOffset="223711">18573 2369 24872,'6'24'230,"0"9"-129,-2 19-51,-4 4-5,-5 0 16,-5-6 30,-2-6 21,-1-10 39,3-10 202,2-10 22,4-11-207,2-13-73,2-12-22,2-14-17,2-14-17,6-11-297,-4 25 1,2-2 279,0-2 1,2 0-4,0-1 1,1 1-31,0 4 0,2 1-91,12-23 97,2 17-6,1 14-12,3 12 12,1 8-17,5 9 545,0 9-523,2 11 12,-4 15 10,-5 16-13,-18-22 0,-2 2-45,-2 3 0,-2 2-84,-2 0 0,-2-1-129,0 0 0,-1-2-140,-1-2 0,1-1-642,2 22-777,-1-13-2304,0-14 4118,-1-13 0,-1-9 0,0-5 0</inkml:trace>
  <inkml:trace contextRef="#ctx0" brushRef="#br0" timeOffset="223913">18573 2582 23742,'26'-45'134,"1"0"1,-1 4 0,3 9-107,24 14-48,-23 11 0,3 1-3388,24 1 0,1 2 3408,-18 0 0,-1 1 0,7 0 0,-6 1 0,-13 1 0</inkml:trace>
  <inkml:trace contextRef="#ctx0" brushRef="#br0" timeOffset="224358">19434 2175 17534,'-4'-1'3719,"1"0"-1095,3 1-2545,15-21 0,8 14-56,19-17 16,5 19 0,7-1-22,-15 3 25,-4 0 26,-16 2 65,-8 1-71,-2-1 22,-3 2 5,0 7-66,-3-2 61,3 13 17,-2 2 55,2 13 35,0 10-59,-4-10 0,0 0-554,0 15 483,-3-12 1,-3 1-1611,-3-5 1,-1-2 1587,-7 22-239,-3-12 1,-2-1 244,-7 0-71,-7 7 31,0-13-111,7-15-574,-6 1-7576,0-7 8256,7-6 0,10-4 0,7-2 0</inkml:trace>
  <inkml:trace contextRef="#ctx0" brushRef="#br0" timeOffset="232587">5598 3014 6971,'-2'-2'2163,"0"0"-207,2 2-1022,-17-1-180,6 0-87,-14-1-66,11 3-83,-1 0-47,0 0-55,-1 0-9,-1 1-59,-3 0-246,7-1 233,-3 1-37,9 0 8,-2 0-24,1 2 89,-1 1 33,-1 2 111,-1 3 15,-1 1-239,1 0 36,1-1-22,1-2 318,3-2-59,-1-1-82,2-2-119,3 0-49,0-2-31,2 0-315,5 3-306,-1-2-177,7 2 131,0-3 218,6 0 69,5-3-12,6-2 53,4-4 450,5-3 262,2-2-99,0-2 192,-1 0-132,6-2-109,-14 6-67,10 0-107,-14 6-286,8 1-64,0 0-28,1 0-284,3-1 14,1-3 55,2 0 22,0-2 49,8-1 220,-18 4 249,6-1-1,-17 4-47,4 1-38,-1 0-6,0 0-15,2-1 265,10-4 5,-9 3 99,13-3 6,-11 2 25,6 0-202,5 0-51,-8 2-37,-4 3-304,-7 0-70,-6 1-323,3 0 13,-1 0 32,7 0 200,-7 0 52,13-2 85,-7 0 88,17-2 26,-12 1 43,10 1-202,-8 0-29,-7 0-3298,11 0 3338,-19-1 79,11-1-23,2-4 22,3 0-21,0 0 210,3-2 32,-6 3 3309,14-1-3425,-4 3-171,-5 2-3,-9 3-179,-11 3-141,-6-1-77,4 1-63,-5-1 68,3 0 144,-4-1 112,-2-1 1584,0 0-1252,-9-5-373,3 0-163,-9-3 212,4-2-147,0 2-80,1 0-39,-2-1-112,-1 1 42,-4-2 526,-11-3 331,0 1-127,-2 2 165,-1-1 5,1 1-27,6 2-6,-10-3-24,20 8-47,-11-4-57,8 3-41,-12-2-45,3 0 1,-6-1-5,11 2 55,-15-3-13,10 2-58,-6 0-42,10 1-5,9 3 7,1 0-112,3 1-22,0 1 35,1 0 45,3 0-20,-3 3 322,4-2 107,-1 4-267,2 0-122,0 0-86,5 6-275,1-3-234,2 2-40,4 1-206,4 0-45,19 9 303,-11-8 314,16 5 73,-13-11 409,11 2 163,2 0 44,-1 1-122,-4 1-88,-5 3-183,-11-2-85,3 6-170,-10-6-167,5 3 40,-4-4 22,1-1 94,3 5-53,-5-4 60,0 2-18,-2 6 211,-2-2 133,2 9 19,-4-7 29,-2 10 85,-3-12 138,-2 20 101,-2-13 176,-1 4-89,0 1-61,2-8-65,-1 8-41,0-7-88,-2 0 47,-2-1 30,-1-3 10,-1-3-190,4-5-254,2-5 167,2-2-249,2-4-999,2-6-3740,6-7 4741,4-5 0,-2 6 0,-2 4 0</inkml:trace>
  <inkml:trace contextRef="#ctx0" brushRef="#br0" timeOffset="246382">1052 8011 11402,'-1'-10'2184,"1"2"-554,0 8-129,0 0-1310,-49-17-96,30 15-11,-38-11 123,25 33-129,4 1-27,-15 13-12,12 0-22,5-2-51,11-3-5,6-7-17,10-7 34,5-3 55,6-4 1,6-1 22,7-4-11,5-1-12,6-1 29,0-1-51,-8 0 0,2 1 0,-8 3 17,-5 0 79,-3 4 66,-11 1 46,-4 3-29,-5 4-72,-7 2-17,-6 3-40,-3 1-61,1-2-11,3-2-67,7-4-34,5-5 44,5-3 35,6-2 33,3-2 0,4 1-11,-1-1-1,10 3 12,-10-2 0,11 6 12,-10-2 10,2 6 28,-4 6 23,-7 7-11,-10 11-6,-10 6 11,-10 6 67,-3-2 24,2-3-46,6-8-22,9-8-40,6-10 23,6-2-40,5-6-10,7 2-79,7-3-410,11-2-2737,10-4 3203,19-9 0,-26 4 0,3-6 0</inkml:trace>
  <inkml:trace contextRef="#ctx0" brushRef="#br0" timeOffset="247509">1920 9373 15445,'-13'-54'2061,"0"1"1,3 7-1,1 10-1663,1 19-308,5 14-214,2 0 68,0 9 101,4 22-34,1-2 17,6 36-569,-2-3 541,-3-19 0,-1 2 11,1 0 0,-1 0 8,0-2 1,-1-1-8,0-6 0,-1-2 55,1 15 291,-2-20 180,-1-14-225,-4-14-134,-8-22 424,1 1-530,-9-30 6,7 0-461,5 17 1,0-2 406,0-4 1,3-1-4,0-11 1,2 1-23,1 16 0,2 0-6,3-10 0,3 1 15,9-1-3,8-5-18,5 13 7,8 10 10,9 11 1,7 10-28,6 17-6,0 14-118,-29-5 0,-2 6-285,4 11 0,-3 2 41,-8-11 1,-2 1-1205,6 15 1,-2 2-1589,-8-14 1,-3 0 3181,4 12 0,-2-1 0,3 4 0,-7-6 0</inkml:trace>
  <inkml:trace contextRef="#ctx0" brushRef="#br0" timeOffset="247716">1949 9601 21445,'-17'-49'106,"1"-1"0,8-2 1,12 7-186,41 6-851,-11 15 1,2 2 240,19-5-1837,-17 12 0,0 3 1679,14-1 0,-9 2 0,-19 7 0</inkml:trace>
  <inkml:trace contextRef="#ctx0" brushRef="#br0" timeOffset="248641">2276 11249 18891,'-25'-50'1170,"0"0"1,5 7 0,3 9-880,7 18-403,8 10 56,-1 4 61,15 27-5,-4-7-5,15 34 10,-9-7-1693,-3-1 1,-3 2 1704,2 11 0,-5-13 0,-2-4-1,-4-14 29,-4 10 140,-5-13-11,-4-5 10,-6-7-44,0-18-2318,-3-11 2234,5-4 2234,-3-22-2290,12 11 0,2-3 6,-1-2 0,2-2-131,0-9 1,2 0 143,2 7 1,2 2 2,2 4 1,1 0-2192,5-25 2185,6 13 12,4 11-11,5 10-28,3 7-6,-4 8 156,18 4-156,-18 7-28,34 12 6,-21 9 0,12 19-12,-18 10 2297,-12-5-2246,-13-6 0,-4 1 11,-9 12 6,2-16 0,-3-1 45,-16 8 3425,-3-15-3336,1-13-67,7-9 62,-3-19-118,13-2-17,-2-12 0,11 7-22,4 5-28,8 2 39,-3 10-51,17-3 29,-10 6 5,32 2 11,-8 5-27,18 6 10,-7 8 29,-9 8-28,-14 7 5,-18 7 22,-13-7-21,-31 17-35,-2-18-147,9-10 0,-2-1-519,-22 8-1742,0-8 2459,5-9 0,21-7 0,8-6 0</inkml:trace>
  <inkml:trace contextRef="#ctx0" brushRef="#br0" timeOffset="249125">2487 12658 14992,'0'-3'4554,"0"1"-617,0 2-3679,-31-56-101,13 42-157,-1-15 0,0 5 5,1 30 18,-10 21-12,0 6-3,7-6 1,-1 2-173,3 0 0,2 1 152,1 2 1,1 1-9,3-1 1,2 1-37,-1 27-67,18-7-241,13-8-459,19-10-1272,15-11-297,-21-16 1,1-3 2391,3-3 0,-1-1 0,6 0 0,-8-4 0</inkml:trace>
  <inkml:trace contextRef="#ctx0" brushRef="#br0" timeOffset="249609">2503 14258 18828,'-19'-47'1453,"0"1"0,2 4 0,1 8-1017,-1 13-240,5 10-212,5 6-68,5 12 89,4 2-10,5 21-7,5 10-60,4 21-166,-7-24 0,1 3-964,2 16 0,0 0 88,-4-17 0,1 0-948,3 17 1,0-3-3109,3 2 4537,-7-21 0,0-4 1,1 1-1,-4-8 1</inkml:trace>
  <inkml:trace contextRef="#ctx0" brushRef="#br0" timeOffset="249883">2472 14551 12326,'-18'-56'2632,"-1"-1"1,1 5 0,3 4-1430,-3-8-654,5 9-307,6 7-119,6 6-61,11 3-12,12 4-11,13 2-16,14 5-37,-1 13 0,2 5 11,-17 1 0,-2 2-341,17 2 1,-2 5 326,-16 4 0,-2 4-3,-1 3 1,-2 2-180,2 8 1,-5 4 170,-6 3 0,-8 3 22,-10 1 1,-7 1 2,-5 1 0,-5-2-11,-6-2 0,-3-2-62,-1-3 0,-1-3-252,0-5 1,-1-3-849,3-5 0,-2-4 1176,-28-4 0,27-6 0,5-9 0</inkml:trace>
  <inkml:trace contextRef="#ctx0" brushRef="#br0" timeOffset="250860">2815 8827 8601,'-7'3'9830,"2"-26"-9023,6 16-622,-1-17-146,1 24 84,0 0 90,0 6 190,2 4-324,-1 1 49,3 8-66,0-9-34,0 2 330,7-6 292,-1-5-415,2-2 527,4-17-269,-10-5-218,3-11 5,-15 2-40,-5 6-27,-5 7-34,-1 7-145,5 6 28,0 3-51,2 8 11,1 2-33,0 7-34,4 3 6,2-2-566,3 13-1294,7-7-5248,8 11 7147,2-11 0,-4-8 0,-5-6 0</inkml:trace>
  <inkml:trace contextRef="#ctx0" brushRef="#br0" timeOffset="251218">3020 9289 21405,'14'31'123,"0"-1"0,9 17 393,-11-44-331,-5-5-11,-1-2 330,-5-14-146,0 0 23,-6-10-28,-4 4-73,-9 6-101,-3 6-67,-5 6-17,0 4-33,3 4-101,6 0-107,8 3-492,6 2-3753,10 2 3543,2 0 0,0-2 0,-2-4 0</inkml:trace>
  <inkml:trace contextRef="#ctx0" brushRef="#br0" timeOffset="251827">3891 8537 14365,'-3'-2'5131,"1"1"-2768,2 1-2251,-69-17-40,38 20-47,-14-8 1,1 4 36,8 23-34,-1 3 0,2 1 17,4-3-34,7-3-28,7-4 6,8-4 11,4-3 11,3-1 6,3 1 11,3 1 6,4 5 5,3 8 23,3 7 50,0 7 33,1 9 1,-3 6-23,-2 7-225,-5-28 0,-2 1 127,1 0 1,0 0-21,7 26 18,6-7-18,5-10-24,9-8 42,3-7 10,2-8-16,0-7-342,2-6-3260,6-14 3585,-4-5 0,-12 0 0,-11 4 0</inkml:trace>
  <inkml:trace contextRef="#ctx0" brushRef="#br0" timeOffset="252760">4882 8648 23287,'-26'-18'23,"4"13"22,22 31 5,-1 15 12,-1 11-18,-4 7-38,0 2 5,-1-5 12,3-8 21,-1-6-4,3-19-3816,0-5 3972,0-15 899,-2-4-983,-2-6-23,-3-9-33,-6-21-33,4 8 5,-6-27-6,2 8-252,5 16 1,1-3 240,-1 0 1,2-2 7,0-5 1,2 2-20,-1-14-45,8-9 51,8 33-2121,14-8 2104,-4 16-1205,24-4 1210,-21 19 1487,25-2-1486,-7 10 27,12 8-22,2 9-741,-27 1 0,-2 2 746,8 12 1501,-8 23-1517,-24-13 0,-10 12-29,-10-2 2286,-9-4-2206,-12-4-18,13-20 28,-6-6 6,18-20 3364,1-7-3414,9-20-17,5 9 16,6-9-16,5 13 28,2 0-11,8-1-1,4 4 40,19 4-45,-10 4-6,22 5-22,-5 14-16,0 17 27,-12 18 0,-31 2 17,-18-8-34,-24-2-55,-3-10-90,-11 2-589,-6-9-777,14-14-242,7-11 1787,16-24 0,13 13 0,0-9 0</inkml:trace>
  <inkml:trace contextRef="#ctx0" brushRef="#br0" timeOffset="253214">5418 8282 16258,'-4'0'5690,"1"0"-3975,3 0-1659,-25-20-34,24 13 12,-10-18-6,36 17 0,17-2-17,-4 4 11,4 3-5,-16 2 0,3 1-12,-3 1 18,13 5-12,-6 2-5,-4 3 10,-8 6 7,-8 3 27,-1 11 12,-4 10-43,-4-10 1,-1 2-3,6 30-272,-3-24 1,2-1 260,7 12-6,8 6-208,1-4 208,-2-2-22,-4-4-6,-16-2-67,-31-4-124,3-12 1,-6-1-575,-5-3 1,-3-2-542,-5-1 1,-2-2 1333,5-4 0,3-3 0,-6 3 0,9-5 0</inkml:trace>
  <inkml:trace contextRef="#ctx0" brushRef="#br0" timeOffset="254095">3150 10936 13575,'-3'-3'5203,"1"1"-1674,2 2-3282,-47-48-152,30 38-76,-11-12 1,1 6 36,11 33-5,-2 11-46,0 4 1,3 3-6,7-4 5,5-6 51,11-9 84,6-8 23,7-15-29,6-10-22,1-11 6,-1-3 44,-6-1 57,-8 6-12,-7 4-67,-11 7-51,-5 7-49,-6 3-18,-4 5-5,1 5-34,2 1-5,4 6-40,4 1-11,2 2-72,4 2-292,1 3-823,4 5-2365,3 5 3625,6 4 0,-4-14 0,1-3 0</inkml:trace>
  <inkml:trace contextRef="#ctx0" brushRef="#br0" timeOffset="254470">3256 11351 22335,'-4'26'90,"3"0"-51,12-1 17,-1-4 79,-2-5 251,-2-7 185,-2-5-184,-1-8-208,1-8-28,0-9 17,-1-4 62,0 1 16,-7 4-72,-5 8-68,-8 6-44,-7 9-29,-3 5-22,0 5-33,7 2-34,6-1-50,8-2-236,9-2-834,12-3-3058,17-4 3386,3-6 0,-15 2 0,-12-2 0</inkml:trace>
  <inkml:trace contextRef="#ctx0" brushRef="#br0" timeOffset="255020">4494 10507 20783,'-50'-17'487,"0"-1"1,2 2 0,7 5-242,19 14-89,-3 0-23,4 3-22,3 1-22,1 2-34,0 0 6,0 2 10,-1-2 12,0 1-3324,-3 0 3301,7-3 62,-4 0-44,11-4-46,0-1-55,4 0-12,2 2 29,1 8 3391,0-2-3386,0 24-5,0-14 21,0 26 1,-4-5-6,-3 15 17,-4 3-11,-1 0-349,3 0 354,4-3-22,5-5 6,7-7-1,7-6-10,7-6 33,5-2 5,4-6 23,1-6 316,0-7-512,3-7-588,5-12-2442,8-6 3170,-17 1 0,-1-2 0,4-1 0,-1-1 0</inkml:trace>
  <inkml:trace contextRef="#ctx0" brushRef="#br0" timeOffset="255945">4965 10520 9509,'0'-6'9774,"0"2"-7305,0 4-2031,-39-34-192,26 26-145,-31-23-34,33 42-22,0 3 50,-6 15 17,-4 15-95,1 4-6,1 12-11,11-12-17,12-3 6,4-12-34,28 5-16,2-20-26,-7-6 0,2-4-293,1-4 0,0-4-105,1-2 1,2-2-2849,-1-2 1,0-2-1584,-2-1 1,-3 0 4352,13-6 1,-19 5-1,-18 7 1</inkml:trace>
  <inkml:trace contextRef="#ctx0" brushRef="#br0" timeOffset="256169">5524 10608 23041,'2'51'-291,"2"0"-1144,5-10-3213,1 5 4648,3 7 0,-6-24 0,0-3 0</inkml:trace>
  <inkml:trace contextRef="#ctx0" brushRef="#br0" timeOffset="256424">5852 10385 15255,'-2'-6'5635,"0"1"-3350,2 5-2229,-11-25-33,12 33-12,-7-10 17,16 44-67,2 9-465,2 5-2318,4-1-5340,3 1 8162,-1-13 0,-7-16 0,-5-12 0</inkml:trace>
  <inkml:trace contextRef="#ctx0" brushRef="#br0" timeOffset="256754">5921 10629 14180,'-4'-8'3682,"-9"-31"1,-2-7-2389,0 1-1138,-3-8 0,1-1 354,1 5-140,4 7-23,6 9-263,6 6-10,10 6-74,9 4 11,12 5-28,9 6-5,7 7 5,6 13 12,4 12-253,-27-8 1,-2 2 257,19 16 3,-16-6 0,-3 3-53,1 17 24,-11-13 1,-5 1-102,-16 24 122,-16-6-12,-13-6-28,-7-8-196,-5-9-604,-2-10-2348,-3-10-6638,4-11 7880,14-4 0,12-1 0,14 1 1</inkml:trace>
  <inkml:trace contextRef="#ctx0" brushRef="#br0" timeOffset="257338">6379 10095 16084,'-3'0'3748,"0"0"-1800,3 0-1696,2-52-49,8 33-52,6-41-17,9 47-55,6 1-12,4 1 11,2 2-16,0 3-23,-6 3 6,-7 1 33,-9 4 17,-8 1 17,-3 5 40,-2 5-113,0-2 22,-1 7-10,4-3-6,2 7 16,6 3 29,8 12-79,-5-10 23,10 18 22,-5-7 11,5 12 11,-1 3-5,-2-1-28,-4-1-6,-5 0-11,-7-2-73,-13-1-229,-14-3-544,-14-3-1831,-14-6 2649,17-18 0,0-3 0,-3 2 0,-1-5 0</inkml:trace>
  <inkml:trace contextRef="#ctx0" brushRef="#br0" timeOffset="258287">3050 12576 10937,'-1'-6'8004,"0"2"-6346,1 4-1569,-9-24 90,7 33-61,-7-12 44,15 47-78,2-8-22,5-2-12,-4-18-3128,5-6 3235,-7-7 404,9-6-276,-7-6-72,4-8-129,-7 1 196,-2-11-106,-7 8-1,-8-11-128,1 15-6,-8-1-39,9 11 3359,0 1-3723,4 3-51,3 3-318,3 4-853,5 5-2010,6 5 415,0-3 3181,9 7 0,-13-13 0,4 3 0</inkml:trace>
  <inkml:trace contextRef="#ctx0" brushRef="#br0" timeOffset="258614">3263 12831 13133,'-2'3'4676,"1"-1"-3023,1-2-1513,3 62-28,7-39-34,-4 14 1,2-4 83,8-22-44,-5-5 486,-5-3 656,-3-5-923,-3-5-40,0-6 67,-3-5-174,0 2 365,-9-2-426,4 10 83,-14 0-172,5 8-46,-5 4-28,8 1-335,4 8-992,7-1-6503,8 5 7864,2-3 0,1-6 0,-2-4 0</inkml:trace>
  <inkml:trace contextRef="#ctx0" brushRef="#br0" timeOffset="259338">4275 12132 21136,'-38'-10'22,"-1"0"1,-21-6-17,29 30-12,5 1 12,-9 7 16,5 0-11,6-3-33,8-6-6,9-7 5,5-3 7,2-2 55,1 2 17,2 2 28,2 6 56,2 7 61,-1 8 57,-1 8 6,-3 8-62,-4 7-57,1 4-50,1 1 1,6-1-35,6-3-27,9 0-292,5-1 286,5-3-5,5-6-23,5-9-140,7-13-1549,-12-19 0,0-4 1572,21-10 1,-7-4-1,-28 7 1</inkml:trace>
  <inkml:trace contextRef="#ctx0" brushRef="#br0" timeOffset="260237">4974 12334 13452,'-1'-4'6520,"1"1"-5798,-11-24 0,-3-9 298,3 1-614,-4-7 0,2 1 261,5 7-191,4 12-258,2 9-341,0 9 78,2 6 39,5 12 18,10 20-24,-1-4-30,4 8 0,0 2-75,-2-6 21,-3-4 1,0 1-549,0 9-423,-5-10 0,0 2 535,3 11 62,0 7-17,-9-38 453,-2-8 174,-2-25 202,-5-5 77,-6-26-43,-5 3 72,-2-5 106,-1-3-153,10 22 0,0 1-492,-5-22 237,3 3 22,8 13-106,4 13-29,9-6-33,8 4 0,11 3-73,30-1 45,-19 13 511,18 2-528,-16 17 17,4 9 28,10 12 8,-24 0 1,-2 3-330,8 14 335,-17-7 0,-5 2 3,-11-1 0,-6 1-26,-1-1 1,-2 0 2,-2-1 1,-3-1-4,-10 0 1,-2-3-9,-2-1-31,0-4 1,-1-2-356,-9-3-785,-6-2-8165,2-15 8549,15-12 1,7 0 0,13-1 0</inkml:trace>
  <inkml:trace contextRef="#ctx0" brushRef="#br0" timeOffset="260704">5703 11796 22004,'15'-59'270,"10"8"-242,2 42 0,3 0 0,2 2-6,-3 2 6,16 2 0,-10 1-5,-4 5 133,-9 9-77,-14-2 111,3 20-95,-8-6 1,0 12-40,1 0-17,3 2-6,2-5-16,9 11-17,4-1 5,0-8 1,0 0-6,10 15 31,-8-8 0,-2-1 14,-9-5 11,-12 3 0,-7 1-90,-14-6-1333,-8-6 1,-10 3-1,2-5 1367,6-8 0,-1-2 0,-13 10 0,4-4 0,13-12 0</inkml:trace>
  <inkml:trace contextRef="#ctx0" brushRef="#br0" timeOffset="261556">3555 14011 21119,'-29'-33'50,"1"1"1,1 2 0,7 15-40,20 42-11,1-2-11,9 16 27,2-16-10,9 8 28,-3-17 139,-3-7 18,-5-5 403,-4-8-370,-4-8-6,0-9 1,-5-8-18,-3-2 7,-5 2-40,-4 7-90,2 7-89,1 7-135,3 5-72,4 10-191,3 6-409,1 11-1075,6 6-2330,4 6 262,2-6 3113,5 2 0,-9-20 0,0 0 0</inkml:trace>
  <inkml:trace contextRef="#ctx0" brushRef="#br0" timeOffset="261897">3729 14304 18246,'-12'49'841,"6"-8"-550,20-34-50,-3-2 0,-3-2 195,-5-3 987,-2 0-1143,-3-4-67,-4-2 67,-3-4-134,-1 3 195,-11 2-206,5 7-68,-9 2-56,9 1-162,-1 4-213,13-4-869,1 3-4805,13-3 6038,3-1 0,-2-3 0,-3-1 0</inkml:trace>
  <inkml:trace contextRef="#ctx0" brushRef="#br0" timeOffset="262515">4615 13577 22043,'-33'-8'45,"0"0"0,0 3 1,1 7-24,-13 26-5,-7 7-6,2 1 0,6-4-11,13-10 0,14-9 11,10-9 1,6-3 178,1-1-151,0 3 45,0 0 23,0 6-29,1 3 17,1 6 17,4 5 28,3 7-5,3 6-18,1 6 40,0 7-17,-2 7-73,-1 5-44,1 0-18,3-7-5,5-9-5,6-11 27,9-16 6,10-11-39,14-22-308,-23 1 0,0-2-115,6-6 0,-1-3-1647,2-1 0,-2 0 2081,-4 3 0,-4 1 0,8-5 0,-20 13 0</inkml:trace>
  <inkml:trace contextRef="#ctx0" brushRef="#br0" timeOffset="263031">5233 13492 14477,'-4'-1'5769,"0"0"-3517,4 1-2207,-28-16-1,30 7 18,-16-14 22,39 9 17,2 0 16,-1-1-21,-2 1-18,-2 1-5,-2 2-28,-2 3 16,-4 2-10,-1 3-1,0 2-28,-4 2 29,5 4 10,-3 3-10,5 5 16,1 6-17,0 4 1,-1 6 10,0 6-33,1 6-11,0 8 6,3 5-18,1 4-368,0-1 408,-6-1-6,-9-1-234,-16-5 83,-12-1-202,-15-5-850,-8-8-5771,-7-8 6935,7-12 0,16-8 0,14-6 0</inkml:trace>
  <inkml:trace contextRef="#ctx0" brushRef="#br0" timeOffset="264315">1657 15880 20985,'-6'-46'58,"1"0"0,8-3 0,9 7-53,22 18 1,9-5-12,-2 10-11,-15 12 107,0 14-6,-17 13-56,-10 8 22,-21 16-33,-7-2 0,6-9 0,-1 0-124,5-5 0,0-1 118,-1 2 0,3-1 1,0 2-12,8 3 0,6-19-6,6 7 0,10-10 23,6-3-6,10-2 270,4-9-264,-5-2 45,22-9-23,-13 2-39,14-2 0,-16 8 6,-8 7-6,-12 4 39,-8 20-34,-7-7-16,-11 26 6,3-24 16,-7 21-11,10-26 22,0 14-11,5-18 6,0 13-6,-1-5-11,0-2-33,1 0 38,-1-11-27,3 1-6,9-4 45,8-1-6,14-4-22,7-1-6,-4-2-5,10 2-18,-12 3 18,1 8 39,-19 21 5,-24 13-11,-10 7 0,-5-18 1,-4 0-512,-7 3 0,-1-1 486,1-1 0,-1-1-65,-2 2 1,3-3-1546,-4 0 1624,20-15 0,11-10 0,7-5 0</inkml:trace>
  <inkml:trace contextRef="#ctx0" brushRef="#br0" timeOffset="266957">2060 10074 10388,'32'-31'87,"0"1"1,3-2 0,4 1-49,-3 7 0,4 1 1,-3 1-322,2-2 0,-2 2 422,9-5 0,-5 3 807,-12 8 287,-8 3-954,-30 21-184,-27 15-26,-3 4 0,-4 2-436,11-8 1,-1 2 426,0 1 1,-4 2 0,0 1 162,-2 1 0,-1 1 0,1-1-42,-10 9 0,-1 0-52,7-4 1,-3 2 0,8-6-112,11-8 1,4-3-70,-20 19 382,39-30-130,17-8-45,27-17-129,3-5 0,5-4-1564,-1 0 0,0-1 1536,3-1 0,-1-1 8,-1 1 1,-4 1 221,-13 8 0,-1 1-12,2-2 0,-3 2-1323,5-6 1194,-24 13-38,-29 15 38,-20 12-25,10-1 1,-4 2 680,-5 3 1,-2 3-651,-4 2 0,-1 1-8,-1 1 0,-1 0-93,2 0 0,1-1 171,4-2 0,2-1 59,7-4 1,3-1 2723,-11 4-3032,20-10 135,27-16-1,6-3 6,35-22-39,-22 12 0,3-1 391,10-7 1,3-2-407,11-5 1,-1-1 17,-12 7 0,-1 1 89,-1 0 0,-4 4 98,-6 1 825,-17 12-908,-20 10-3270,-22 15 3179,1-3-172,-6 6 1,-2 2 166,1 0 45,1-1 1,1 0-52,-4 5-56,-5 3-33,20-12-101,16-7 107,16-11-662,28-12-2366,-7 0 0,2-1 3089,6-3 0,-1 0 0,18-8 0,-20 10 0</inkml:trace>
  <inkml:trace contextRef="#ctx0" brushRef="#br0" timeOffset="268215">4458 9669 8916,'-44'15'1394,"-1"0"1,1 0-1,-9 6 1,11-8-1277,19-17 63,41-14-13,23-17-112,-7 11 0,4 0-23,11-6 1,2 1-688,-7 4 1,3-1 674,-7 6 0,4-2 0,1 1 0,-2 0-568,3-1 1,-2 2 0,4-1 547,1-1 1,5-2-1,0 0 1,-1 2 2,-6 2 0,0 1 1,-1 1-1,-2 1-3,5-2 1,-2 2 0,3-1-8,-2 1 1,4 0-1,0 0 1,-5 2-1,14-3 1,-2 1-201,-6 3 0,1-1 1,-4 2 121,-5 3 0,-6 2 117,7 2 62,-27 7 760,-50 22-888,-18 4 13,6-3 0,-5 2 363,-5 0 1,-2 1-329,13-7 0,-1 1 0,-1 0-255,-4 2 1,-2 0-1,3-1 251,7-3 0,1-1 1,-1 1 8,-8 3 1,-1 1-1,-1 0-729,2 0 0,0-1 1,0 1 790,1 0 0,0-1 0,0 1 17,-4 1 0,1 1 0,3-3 58,-3 2 0,5-3-34,6-3 0,4-2 779,-15 6-1019,23-11 1331,20-6-1040,23-8 3363,19-9-3487,-5 0 1,4-3-26,10-5 0,3-4-459,-10 5 1,3-1 0,0 0 442,5-3 1,1-1-1,0 1-556,3-1 1,1 0 0,0 1 549,-2 0 1,1 1 0,-2 0-4,-4 3 0,0 1 0,-3 1 0,3-2 0,-3 3-22,19-6 106,-55 24-40,-27 14-30,-9 1 0,-6 2 89,-12 6 0,-4 2-70,12-6 1,-2 2 0,-1-1-18,-3 3 0,-2 0 1,0 1 35,-2 0 0,0 1 0,0 0 6,-1-1 0,0 0 0,0-1 14,2-2 1,1 0 0,0-1-169,4-2 1,1-1-1,0-2 334,-13 5 1,3-3 119,11-4 1,4-4 156,-11 0-426,34-21-66,42-21-9,6 4 0,6-4-259,-1 5 1,4-2-1,2-1 168,-4 4 0,3 0 0,1-1 0,1-1-628,5-1 1,1-2 0,2 1 0,2-1 704,-5 4 0,3-1 0,1 1 0,-3 0 0,-4 3 0,3-3 0,-5 3 0,1 0 0,-2 3 0,0 0 0,1-1 0</inkml:trace>
  <inkml:trace contextRef="#ctx0" brushRef="#br0" timeOffset="294871">10450 3305 20029,'-5'-59'1311,"-1"10"-1267,-4 45 397,-3 1 407,-4 7 246,-6 6-52,-6 10-115,-2 11 92,1 10-30,6 9-172,11 11-846,10-27 0,2 2-74,4 3 1,3 1-259,1 3 0,2 0-170,2 1 1,2 0-191,0-1 0,1-1 29,0 0 0,-1 0 21,0-3 1,-2 1 3,-2-1 0,-2 0-8,-3-2 1,-2 0 15,-6 0 0,-3-1 21,-4 0 1,-2-1 31,-5-2 0,-2-1 320,-2-3 1,-1-3 364,-23 13 484,3-17 168,5-23 29,5-18 335,5-29-1458,12 8 437,9 7 0,4-1-186,11-18 91,-2 19 0,2-1-81,3 0 1,2 1-40,2 0 1,1 0 17,1 1 1,3 1 74,8-6 0,2 0-1373,-3 5 0,3 1 1398,13-11 1,2 1-3,-11 12 0,-1 1-153,4-3 1,-1 2 709,12-9 60,-14 11 101,-16 9 39,-13 5-363,-7 6-6,-10 1-201,-4 6 3149,-4 5-3254,1 6 867,3 5-760,7 7-139,5 6 30,8 4 102,7 2-139,8-3-275,5-5-246,4-4 14,1-6 168,-1-7 421,-3-5 204,-5-10 261,-7-4 187,-6-8-168,-6-6-203,-8-5-107,-5-4-92,-9 0-163,-3 3 24,-4 4-167,3 5-177,2 5 142,5 4-142,7 5 310,6 2-110,4 3-931,15 9 607,-4-3-5025,25 15-2450,-10-8 7978,2 1 1,-12-7 0,-12-5-1</inkml:trace>
  <inkml:trace contextRef="#ctx0" brushRef="#br0" timeOffset="295228">10884 3500 26547,'-23'-30'-3285,"6"7"2294,35 34 1109,8 8-176,4 5-81,9 13 40,-16-12 0,-2 2-120,8 18-558,-4-1 803,-16-10 292,-11-13-7,-8 2 467,-15-8 318,-2-10-330,-1-7-86,9-6 15,4-8-143,4-11-425,3-2-270,10-8-44,9 5-218,11 2 357,8 3-37,10 6-1691,11 5 1936,10 6 1,-25 5 0,-3 4-1</inkml:trace>
  <inkml:trace contextRef="#ctx0" brushRef="#br0" timeOffset="295888">11480 3520 15793,'-1'-48'1572,"1"0"0,0 7 0,-1 8-670,-2 19-813,1 10-150,-1 0 16,1 17 90,-1 10 22,-2 26-28,1-16 0,1 1-323,-4 28 292,2-17 1,1 0-9,2-9 0,1 0 11,0 8 0,4 2-1654,10 9 1,5-3 1631,-8-20 0,3-3-68,14 14 1,4-5-650,16-10-941,-14-13 0,2-1-3299,21 3 4968,3-8 0,-36-6 0,-2-2 0</inkml:trace>
  <inkml:trace contextRef="#ctx0" brushRef="#br0" timeOffset="296806">12206 3795 8562,'0'-7'4859,"1"-24"0,-2-7-3515,-1 10-935,1-10 0,-1 1 67,-1 18-325,-1 8-263,4 5 28,0 10 129,9 17-45,-2-2 5,11 21 12,-4-5 28,3 11 22,-5 3-22,-5 0-6,-4-3 28,-7-5 253,-2-9-46,0-14 276,1-8-287,3-18-90,1-19-77,2-11-52,3-6 46,6-9 11,3 9 16,3-9-72,-4 15 84,6-6-84,-5 19-40,7-5-10,0 15-18,4 7 12,-2 4-17,17 12-5,-5 5-102,19 14-2032,-22-6 1,-1 1 1286,11 11-1335,-13-7 0,-1 0 1874,-2 4 1,-5-5 0,-10-11 0</inkml:trace>
  <inkml:trace contextRef="#ctx0" brushRef="#br0" timeOffset="297440">13527 3603 10948,'0'-6'6133,"0"2"-2397,0 4-3590,-4-59-214,2 45 40,-2-38 51,2 70 10,1 13-5,1 13 6,2 9-28,5 3-18,5-4 35,7-8 16,5-11 6,5-10 117,0-10 174,-2-9 51,-6-10-73,-5-8-73,-5-11-45,-5-11-28,-6-8-6,-9-6-5,-5 0-11,-8 4-23,-3 9-50,-3 9-29,1 8-49,2 7-68,4 6-45,2 8-72,2 9-224,3 9-483,5 9-1287,9 4-3199,15 2 5383,4-5 0,-2-11 0,-5-10 0</inkml:trace>
  <inkml:trace contextRef="#ctx0" brushRef="#br0" timeOffset="297797">14082 3377 21567,'-39'16'13,"-1"0"0,3 2 1,11 7-14,25 8 0,8 5-1169,-1 6 0,2 2 1135,3 9 0,1 2-89,-2-14 0,-1 1 0,1 2-219,1 2 1,-1 2-1,0 0-896,0 3 1,-1 1-1,-1 0 147,-1 0 1,-1-1 0,-2 0 459,-3-3 0,-3-1 1,-1-2 1285,-6 13 0,-5-6 465,-3-13 0,-5-8 1081,-24-1-828,1-34-550,7-27-157,9-25-392,19 19 1,3-3 187,1-3 0,3 0-292,2-1 1,3 1-53,2 1 0,2 2-73,2 2 0,3 0-40,3 1 1,2 0-31,2 1 0,3 0-1135,10-6 0,1 2 398,-9 11 1,1 1 761,16-11 0,-3 4 0,-14 14 0,12-7 0</inkml:trace>
  <inkml:trace contextRef="#ctx0" brushRef="#br0" timeOffset="298506">15031 3415 7744,'4'-5'8340,"-1"1"-5971,-3 4-1959,-13-5-265,4 6 107,-19 2-33,2 10 55,-19 8-55,-7 1-124,8-6 129,-4-1 112,16-10-219,8-1 146,1-1-16,17-3-208,1 0-73,3 0 6,2 0 34,3 3 11,1 2-6,2 2 17,0 3 17,0 3-12,-1 8 7,-1 8 4,-2 17-44,-2-11 17,2 18 6,6-8-12,-2-8 11,8-7 1,2-2-1,0-7 6,16 13-28,-6-19-140,3-4-2245,23-3-7446,-3-12 8138,-4-1 1,-19-3 0,-19 6 0</inkml:trace>
  <inkml:trace contextRef="#ctx0" brushRef="#br0" timeOffset="299288">15497 3502 23153,'-14'-45'50,"3"11"-55,11 38 22,1 4-12,2 4 18,0 2-1,1-5 68,-2 0-29,-1-6 354,0 0 525,-1-2-889,-3-7-23,1 3-28,-2-4 11,2 5-11,0 1-22,1 1 50,0-1-12,1 0-10,0-2 0,0 2-1,0-1 1,0 1 5,-1 0-50,1-1 72,-1 0-21,0 0 27,1-2-17,-3-2-22,3 1 0,-3-4 17,3 5 17,-1-2-29,1 3 6,-1 1-151,1 2 129,-1 9-11,1 4-1,2 12 29,2 4 0,2 6-12,4 7 0,2 4-111,2 2-62,-2-11-1149,3 15-408,-8-21-1401,0 10-3696,-6-19 6833,-1-9 0,0-7 0,0-4 0</inkml:trace>
  <inkml:trace contextRef="#ctx0" brushRef="#br0" timeOffset="299597">15496 3677 18787,'-19'-55'1062,"1"0"0,1 4 1,6 7-727,17 9-102,4 6-94,7 5-21,7 7-57,11 8-42,5 7-9,12 12-11,1 10-283,-23-6 1,-1 2 277,17 12-137,-14-5 0,-4 3 114,1 13 28,-10-11 0,-5 2 6,-17 19 22,-19 0-39,-21-3-48,16-25 0,-1-1-34,-2-1 1,0-2-124,0-2 0,0-1-1290,-21 7 724,12-10 1,19-6-1,10-5 1</inkml:trace>
  <inkml:trace contextRef="#ctx0" brushRef="#br0" timeOffset="300414">15611 3916 10052,'-3'-3'7012,"1"1"-3181,2 2-3343,-8-17-24,12 5-93,-3-16-69,16 9-55,4 0-85,3-1-50,1 4-3420,6-1 3319,-10 9 0,10 0-11,-11 11 12,8 5-18,5 15 6,-11-3-17,5 17 3381,-18-2-3353,-2 12 23,-18 4 5,-12-4 12,-19-7-258,-11-6 227,23-21 0,-1-1 8,-1-4 0,-1-1-28,-29 0-101,6-15-431,9-10-1457,10-20-5762,11-15 7751,12 1 0,9 24 0,4 18 0</inkml:trace>
  <inkml:trace contextRef="#ctx0" brushRef="#br0" timeOffset="301348">16110 3334 21982,'-15'-45'236,"17"6"-203,22 33 68,22-4-90,-24 6 1,19-3 10,-16 5 51,9-1-56,-13 3-34,4 4 17,-18 0 11,5 7 11,-7 1 12,3 14-3415,2 11 3392,-1-4-5,2 3 11,10 12-6,0-1-359,-3-10 1,0-1 347,8 15 17,-7-12 0,0-1 5,-2 2 45,-3 3 1,-5-1 3047,-9-7-3012,-12 2 1,-7 0 36,-26 0-465,10-10 0,-4-3 308,2-7 0,-1-4-322,0-3 1,1-2-3334,2-3 0,2-2 3672,-17-4 0,22-2 0,17-1 0</inkml:trace>
  <inkml:trace contextRef="#ctx0" brushRef="#br0" timeOffset="302188">16761 3263 23242,'-33'-41'343,"0"0"1,2 5-1,9 7 131,20 15-301,2 6-67,0-3-117,0 7-57,0 1 12,3 7 89,4 9-17,8 11-4,10 13 16,10 10-175,-12-19 0,3 1 147,3 3 0,2 0-413,4 2 1,2 1 406,0 1 1,0 0-7,-2 0 1,-2 2 8,-6-1 1,-5 0-186,-8-2 0,-8 2 143,-12-1 0,-8-1-246,-9 2 0,-7-2-849,-8 1 0,-4 0 983,-6 1 0,2-2 1,18-14-1,3-3 1,-18 14-1</inkml:trace>
  <inkml:trace contextRef="#ctx0" brushRef="#br0" timeOffset="303787">11318 5014 13917,'0'-5'6626,"0"1"-6279,0 4-336,-26-26 6,18 40-51,-19 4-151,29 39-134,1-19 0,2-2-549,7 14-3538,2-13 1,3 0 3557,3 3 0,3 6 0,-13-31 0</inkml:trace>
  <inkml:trace contextRef="#ctx0" brushRef="#br0" timeOffset="304162">11481 4901 10382,'-3'-5'5175,"1"1"-1572,2 4-3525,-46-14-28,34 14 146,-32 0-16,50 14 329,7 5-229,-3-12 498,5-6-464,-9-10-45,3-8 135,-7-12-119,-5 3 51,-13-5-263,2 15-22,-7 3 44,-1 9-84,9 2-123,-8 2 34,16 6-74,1 5-571,15 8-1713,10 4-5086,16 3 7522,2-4 0,-12-9 0,-10-7 0</inkml:trace>
  <inkml:trace contextRef="#ctx0" brushRef="#br0" timeOffset="304572">11864 4742 21814,'-27'39'80,"0"1"0,5 5 1,9 4-81,21 8 0,9 4-1139,-8-14 0,1 1 0,-1 1 1113,2 5 0,0 1 0,1 0-467,0 4 0,1 1 0,0 0 207,1 0 0,-1 1 1,1 0-432,-1 0 0,-1 0 0,-2 0-295,0-3 1,-2-1 0,-3 0 350,-5-1 0,-3-1 1,-3-5 1161,-4 3 0,-4-6-191,-2-9 1,-5-10 838,-28-23 128,5-32-149,11-6 1,2-5-843,9 8 0,3-3 558,-7-22 1,5-2-526,12 17 0,3-1-109,-1-7 0,2-2-131,4 5 0,5 0-51,2 4 0,3 0-14,4 2 0,3 1-9,3 0 1,3 1-6,3 1 0,1-1-23,3 1 1,0 1-68,1 0 0,0 1-221,-1 3 1,0 0-2415,1 0 0,-1 2 2725,9-9 0,-8 11 0,-22 19 0</inkml:trace>
  <inkml:trace contextRef="#ctx0" brushRef="#br0" timeOffset="305162">12650 5034 17115,'3'-48'1614,"0"-1"1,-2 6 0,-2 8-1015,-5 13-303,-4 11-134,-5 12-119,4 6 68,-9 19 12,2 11-52,3 1 1,0 3-318,-4 19 273,6-9 0,3 1-416,6-15 0,2 0 396,0 9 0,4-1-11,4-3 1,5-3-210,3-5 0,5-4 164,5-4 1,4-5-110,3-4 0,3-3-454,4-4 1,2-4-1412,1-3 0,1-3 2022,5-6 0,-3-2 0,6 0 0,-7-5 0</inkml:trace>
  <inkml:trace contextRef="#ctx0" brushRef="#br0" timeOffset="306540">13539 5123 13205,'0'-3'6554,"0"1"-3367,0 2-3114,-21-44-40,6 43-16,-28-12-11,22 43-4,4-3 1,0 3-8,-2 17-4,10-16 1,0 1-15,3 0 1,2 0-85,6 4 1,2-2-39,5 11-225,21 3-3824,15-30 3707,-6-5-666,23-11-94,-20-17 518,11-13 460,-7-13 376,-10-10 7,-21 23 1,-4-2 58,-2-3 1,-3-1 75,-2-2 1,-1 0 83,-2 1 1,0-1 234,-1-5 1,0 3-211,-3-13 163,0 16 0,-2 3-207,0 8 195,-5-13-178,6 23-242,0 3-111,2 6 3254,2 10-3216,5 8 367,4 13-388,6 16 10,2 12 3,-10-20 1,0 1-302,-3 4 0,0 1 296,-2 3 0,0 1 2,-2 0 1,-1-1-1,0-3 1,0-2 11,-2 21 22,2-20 219,1-20 122,0-11-161,0-16-62,5-20-85,2-11-44,4-4 17,6-7-17,-2 15 586,7-7-597,-1 11-23,7 5-16,5 13 16,1 6-10,3 13 4,-4 7-38,11 13-17,-3-2-12,0 0-122,0-2 38,-5-7-66,8 2-68,-2-6 280,-15-6 6,-2-14 11,-18 2 56,5-12 56,-9 5 118,0-3-152,-4 6 146,-3 0-168,1 8-11,-2 1-40,3 1-10,1 1 27,6 0-5,-1 0-6,11 0 12,9-7 5,2-2 0,2-3 56,4-12-56,-18 8 16,9-18 24,-16 9 66,-5-12-50,-11 10 11,-9 2 23,-7 13 5,-2 5-84,6 4 18,-8 5-46,12 7-22,-6 6 5,11 11 17,5 7-22,4-2-57,5 24-262,6-12-264,-1-10 1,2-1-3922,19 24 1457,0-12 3058,0-16 0,-1-5 0,-6-5 0,13 5 0</inkml:trace>
  <inkml:trace contextRef="#ctx0" brushRef="#br0" timeOffset="307038">15092 5118 23523,'-43'-13'169,"0"1"1,6-1 0,5 8-69,-3 35-84,17-10-9,-4 9 1,2 2-9,2 1 0,2 7 0,2 2-40,5-4-50,4-3 1,3-1-308,14 1-919,23 5-231,8-18-335,18-10 1048,-18-14-673,-8-10 0,-1-2 516,2-8 271,5-9 1,0-5 330,-18 10 1,-3-1 967,10-15 1,-2-2 392,-9 6 0,-4-1 338,-2-1 0,-2 1-224,-2 3 1,-2 1-343,-3 2 0,-1 2 483,-5-24-292,-4 7-241,-3 9-150,-1 7 746,3 11-1066,2 8-117,1 8-102,3 3 202,-1 10-196,-1 9-11,1 5 34,-2 38-57,3-12 1,0 4-48,0 1 0,0 1-160,1-9 1,0 1-1,1-3-255,0-4 1,1-2-1222,5 14 1,3-4-2243,12 5 1183,-9-21 1,3-3 2764,15-3 0,-19-18 0,0-2 0</inkml:trace>
  <inkml:trace contextRef="#ctx0" brushRef="#br0" timeOffset="307306">15603 5027 24312,'-49'-18'101,"0"1"0,4 2 0,6 13-40,12 50-27,2 8-20,14-26 0,1 1-3,-5 30 0,7-3 0,12-8 23,11-12 5,14-14-5,13-12-40,14-14-78,-22-4 0,2-1-792,6-4 0,2-2-99,5-1 1,1-1 974,9-3 0,-4 1 0,-21 7 0,-4 1 0,27-8 0</inkml:trace>
  <inkml:trace contextRef="#ctx0" brushRef="#br0" timeOffset="308447">16253 4849 11413,'0'-5'7786,"0"1"-5989,0 4-340,-44-66-1188,28 46-99,-10-17 1,-2 6 3,11 28-84,-5 9-34,-2 10-3387,-9 26 3342,10-8-11,5-3 0,3 2-171,-3 18 168,9-19 0,2 2 0,2-3 1,3 2-1099,9 2 1,2-2 1100,7 12-9,3-18 1,4-3-203,18-1 104,15 0 23,3-12 23,-1-12 50,-7-12 11,-9-10 2158,-9-11-2057,-10-5 187,-7-4-75,-8 2 44,-4 6 3295,-4 8-3278,-2 11 211,0 6-435,-1 7-2,2 2-43,1 6 12,3 5-11,3 8 22,5 4-28,7 3-17,6-3 11,8-2 1,4-8 10,4-5 1,-2-11 50,4-16-11,-14 2 145,6-23-89,-22 23 140,5-17 101,-12 17 27,-1-2 29,-4 6-320,0 7-27,-3 4-51,0 6 22,-5 10-11,0 12-11,-2 15-5,2 12-9,4-15 0,2 2-319,0 17 112,4-11 0,3-1-438,1-10 1,3-1-776,3 8 0,4 1-2923,1-4 0,3-3 4357,-1-6 0,0-4 0,6 3 0,-10-15 0</inkml:trace>
  <inkml:trace contextRef="#ctx0" brushRef="#br0" timeOffset="309473">17259 4807 22974,'-22'-43'677,"-1"1"1,7 3 0,-1 12-634,-3 23 24,4 12-35,-4 7-4273,-10 26 4234,10-8 0,3 5 1,2 2 460,3-1-455,2 0 0,2 1-135,4 11 96,9 11-146,8-7-342,2-26 1,4-3-722,17 10 631,3-7-352,3-17 443,-7-16 436,6-9 3750,0-11-2944,-17 2 663,-7 0-993,-13 12 502,-7 5-367,-1 3-12,-6 2-335,4 1-140,0 1 33,4 0 73,5-1 73,14-2-135,9-6-44,9-2 2,-4-5 0,0-2 4,4-5 5,-3 0 0,0-3 50,3-16-36,-11 3 0,-2-4-406,-4 2 1,-3-1 371,2-10 0,-4 0-8,-6 16 0,-1 1-210,-2-4 1,-1 2 321,-6-14-66,-1 17 1,-3 1 126,-6-13-22,-4 3-28,4 21 647,3 9-759,4 5 488,0 8-516,2 3 129,-5 26-134,3 9-1700,1-7 1,2 2 1704,-1 20 3,2-16 0,2 2-345,4 4 0,1 1 233,0 0 0,2 2-149,3 6 0,2-3 96,-3-19 0,2-3-243,3 2 0,3-3-289,15 4-364,21-4 727,-7-26 337,5-19 16,-19-10 62,5-16 331,-3-4 94,-4 3 57,-4 1 3032,-18 20-3015,-9 7 527,-3 7-1065,-1 4 69,0 4-119,4 1-1,-1 4 17,7 1-11,1 2 6,18 0-1,-1-4-5,12-3 45,-7-6 6,-6-8-29,-10 1 34,-5-11 22,-7-6 23,-8-8-67,0 8 67,-7 3-62,8 19 45,-9-1-51,3 6-33,-7 9 6,0 7 0,-2 11 5,0 10-22,3 6 5,5-4-16,5 25-62,12-16-247,1-13 1,3 1-723,17 14-840,12-8-549,12-14-5562,12-14 7175,-3-14 1,-18-1-1,-18-3 1</inkml:trace>
  <inkml:trace contextRef="#ctx0" brushRef="#br0" timeOffset="309723">18574 4577 19563,'2'-62'1728,"-1"-1"1,0 8 0,-5 7-984,-12 9-252,-3 13-241,-2 13-151,0 8-56,4 9 100,-12 25-61,4 14-48,6-7 1,0 5-585,1 2 1,2 3 558,0 6 0,0-1-11,4-9 0,2 1-6,3-1 1,2 4-1,2-4 0,4 2 1,4 0-20,2 18 0,6-1-54,6-16 1,6-5-446,3-3 0,4-4-289,3-3 1,3-5-3128,4-6 0,0-4 3362,-4-3 1,-2-4 0,11-1 0,-21-6 0</inkml:trace>
  <inkml:trace contextRef="#ctx0" brushRef="#br0" timeOffset="312546">19139 4740 21416,'-12'16'84,"3"25"-61,9 2-12,0-11 0,1 1 11,-2 17 46,-3-5 38,-4-7 101,-2-8 276,-2-10 183,2-10-364,3-6 174,-3-13-319,4-5-95,-2-6 100,1-20-55,4 5-1,0-21-16,3 3 5,0-3-62,0 11 46,4-17-46,4 23-16,8-13 0,7 20-39,6 7 27,4 6 1,1 7-17,0 7 22,-5 8-28,-3 7 0,-7 11 12,-4 8 5,-7 7 5,-4 6-44,-5 2 33,-6 0 29,-5-5-23,0-12 78,-5-2 40,7-17 5,-5-2-22,3-15-6,2-7-33,1-7-46,5-4 1,7 2-11,6 3 6,8 5-1,5 5-29,3 6 2,4 6-1,5 9 0,5 8 6,2 9-28,3 12 22,-16-10 17,-1 11-6,-22-12 1,-9 6-12,-14-1 17,-17-2 0,-11-4-62,-7-4-296,1-5-1272,7-6-6525,14-4 8155,13-6 0,11-1 0,6 0 0</inkml:trace>
  <inkml:trace contextRef="#ctx0" brushRef="#br0" timeOffset="312781">19867 4975 22599,'-5'56'-1860,"0"0"0,-1-3 1,-3-7 1859,-8-3 0,4-17 0,4-11 0</inkml:trace>
  <inkml:trace contextRef="#ctx0" brushRef="#br0" timeOffset="314143">20350 4763 21579,'16'-30'291,"-4"15"-218,-4 71-17,-5-1-40,1-10 1,4 5-28,3-14 39,12 9 107,-3-17 319,2-7 106,-6-20-331,-4-7 135,3-14 101,2-19-263,1-8-130,-8 15 1,-1 0-365,4-27 325,-3 13 18,0-3-12,-4 19-22,2-3-23,-5 15-246,0 7 6,-2 9-6452,13 8 6698,-2 1 0,-1-1 0,-7-3 0</inkml:trace>
  <inkml:trace contextRef="#ctx0" brushRef="#br0" timeOffset="314375">21108 4884 20112,'-3'3'2733,"1"-1"-2386,2-2-319,-5 58-291,3-23-1056,-1 5 0,0 1 1319,3 5 0,0-22 0,0-4 0</inkml:trace>
  <inkml:trace contextRef="#ctx0" brushRef="#br0" timeOffset="315301">21729 4654 13525,'-1'-9'5853,"0"2"-4011,1 7-122,0 0-1714,-10-30 16,7 36 1,-7-14-23,9 48 16,-1 7 18,-2 1 0,-4 0 27,-2-6 23,-3-8 62,-1-11 145,-1-8 73,3-9-45,0-6-128,3-9-68,1-7-50,2-10-23,3-10 34,7-8-17,4-10-11,7-7-34,-6 29 1,0 2 5,7-19 39,5-9-44,-9 29-23,6-7 16,-5 23-16,2 7 0,3 8-11,3 8-6,0 7 6,-2 11-11,-3 5-1,-6 7 12,-5 6 11,-13 2 0,-11 2 6,-13-3 11,-6-7 11,1-9-12,10-13 124,-1-8-28,16-7-55,-1-2-46,11-3-16,6-1 5,5 0-17,9 2 17,6 0 0,8 2-28,7 0-96,11 1-2110,-14-1 1,1 0 1202,16 0-2335,-10 0 0,1-2 2799,6-2 0,-6 2 0,-19-2 0</inkml:trace>
  <inkml:trace contextRef="#ctx0" brushRef="#br0" timeOffset="315659">22447 4451 23909,'-43'-22'84,"0"0"0,5 2 0,7 10-90,15 22 6,6 10 0,5 6 12,5 6 4,8 3-16,14 9 0,6-8 0,2-2 12,4-3-1,-5-7-22,7 5 22,-9-4 22,-10-4 23,-17-4 23,-16-2-18,-14-3-49,-10-2-96,-5-4-320,0-4-1074,5-3-4672,8-5 5302,12-2 0,10 1 0,8 0 0</inkml:trace>
  <inkml:trace contextRef="#ctx0" brushRef="#br0" timeOffset="316017">22785 4292 20823,'-3'-7'2907,"1"2"-1938,2 5-409,-12-60-313,9 43-203,-10-44-32,13 60-35,4 10 29,6 12 11,8 19-12,11 15 26,-5-12 0,1 3-29,-1-4 1,-1 0-352,2 0 0,-1 0 315,-1-3 1,-2-1-29,-5-9 0,-5 2-249,-5 22 0,-7 1 62,-1-22 0,-3-1-96,-9 10 1,-8-3-1068,-4-18 1,-3-4 1319,-7 2 1,1-1 0,-14 7-1,2-5 1</inkml:trace>
  <inkml:trace contextRef="#ctx0" brushRef="#br0" timeOffset="317002">23467 4231 14113,'-1'-8'6777,"1"2"-5624,0 6-345,0 0-764,22-37 7,-7 37-18,15-27 7,-8 59 16,7 23-45,-5-7-3,-4 3 1,-2 0-406,-4 1 405,-3 7 1,-4 4-6,-8-25 0,-3-1-15,-4 18 1,-4-2-3,0-18 0,-5-2-277,-21 15 0,-7-3-1011,9-15 1,-3 0 113,2-3 1,-2 2 0,1-4-1151,0-2 0,1-2 1768,-1-1 0,6-4 1,7-4-1,3-2 1</inkml:trace>
  <inkml:trace contextRef="#ctx0" brushRef="#br0" timeOffset="318739">24356 4316 10707,'0'-6'7836,"0"2"-5500,0 4-2241,-66-19-28,42 18-34,-14-8 1,2 5 28,20 16-6,5 0 45,3-1 268,11 0-212,3-5 118,15 1-118,6-5-51,19 0-78,-8 1-3397,-1 0 3380,-22 1 34,-9 4 39,-8 2 28,-9 6-34,-11 6-39,-16 6 17,-8 3-28,-5 2-22,3-2 0,8-1 5,11-3 3370,10-2-3387,11-5 23,8-2 5,10-5 17,9-3 6,8-5 22,13-3-39,-14-2 12,6 0-24,-22 0-4,-1-1-1,-7 2 50,-16 7-38,-4 4-12,-9 3 11,-7 7-16,3 0 11,-11 14-12,15-11-16,1 14 11,20-24 34,0 11-6,10-12 33,6 2 7,9-4-18,10-3-44,7-4-214,6-4-900,4-6-4914,4-2 6022,-7-2 0,-16 3 0,-12 2 0</inkml:trace>
  <inkml:trace contextRef="#ctx0" brushRef="#br0" timeOffset="319390">24831 4474 22996,'-8'-43'347,"-1"-1"0,-1 5 1,7 11-320,8 24-23,1 7-5,9 7 0,6 22 0,3 9 0,0 3-17,-9-11 1,-2-1-12,1 2-34,-3 4 1,-1 0 10,-6 2 46,-4 12 49,-8-23 52,-7-14-46,3-7 73,-7-19-84,11 2 79,-5-29-45,15-2-56,6-6-51,15 1-11,-4 24-179,13 3-1053,6 15-1120,1 2-4285,8 5 6682,-16 2 0,-12-1 0,-9-2 0</inkml:trace>
  <inkml:trace contextRef="#ctx0" brushRef="#br0" timeOffset="320029">24956 4532 13525,'-1'-5'7029,"1"1"-6332,-1-30 0,1-8 323,-1 0-882,0-9 0,1 1 164,-1 14 533,1-8-684,0 28 210,0-10-255,0 20-58,0 3-54,1 19 0,2 9 1,1 24 24,0-10 1,-1 2-9,0 19-204,-1-12 1,-1-1 197,-3 16-8,0-25 1,0 2-10,-1-4 1,0-1-126,0-1 0,0-1-211,0 29-900,4-7 122,2-15-7478,11-1 8604,-2-24 0,0 1 0,-6-13 0</inkml:trace>
  <inkml:trace contextRef="#ctx0" brushRef="#br0" timeOffset="320938">24833 4748 23220,'-15'-43'82,"0"0"0,-2 6 1,10 7-72,55 16-22,0 7 11,-14 3 0,2-1-450,3 1 0,0 0 433,1 0 1,0 0-29,-2 1 0,-2-1-73,25-3 306,-17 2-232,-18 2 186,-15 1-142,-11 2 22,-8 0 51,-5 0 507,-3-1-412,2-1 56,3-1 90,2 0 44,4 0-139,2 1-146,2 2-90,5 3 11,3 5 17,8 8-11,8 9-11,7 7 11,5 6-22,1 1-17,-3 1 11,-8-4 0,-12-3 22,-14-7 40,-13-7 5,-12-8 45,-5-7 61,3-10 12,6-9-28,9-8-28,7-5-28,12-3-29,5 2-21,13 3-18,5 2 1,8 3-12,4 2-16,5 2-40,1 2-83,-1 2-40,-4 2 45,-9 1 90,-9 2 50,-10 1 16,-8 1 12,-3 1 45,-2 0 22,0 2 1,-1 1-18,1 1-67,-2 6-11,-1 5-17,-1 10 12,0 7 5,1 6 0,3 2-11,5-1-1,7-2 12,9-6 0,9-6 12,6-9 27,3-9 22,-2-11 23,-4-11 17,-8-10 29,-6-7 26,-8-3-4,-6-1-1,-4 3-45,-5 4-67,-1 7-22,-1 8-90,3 8-100,1 5-113,2 9-426,5 5-833,4 9-1889,6 5-4996,3 2 7582,-1-3 0,-7-8 0,-5-6 0</inkml:trace>
  <inkml:trace contextRef="#ctx0" brushRef="#br0" timeOffset="321267">26232 4598 23937,'-24'2'840,"11"-2"-717,45 0-28,2-6-4189,24-12 4161,-27 1 889,5-15-832,-19 6 184,-2-16-84,-13 8-62,-12 0-89,-4 18 45,-13 6 3378,1 7-3423,-8 5 33,-6 13-106,14 0 46,-3 17-30,16-4-10,2 13-28,6 1-46,12 3-312,12 0-1071,16-2-3299,11-3 3902,-3-9 0,-15-14 0,-12-8 0</inkml:trace>
  <inkml:trace contextRef="#ctx0" brushRef="#br0" timeOffset="324177">26985 4318 10321,'1'-8'2610,"-1"2"-1412,0 6 2813,0 0-3944,73-59-717,-33 41 655,9-14 1,1 3 103,0 25-131,-18 3 55,-8 3 203,-19 7 116,-20 3 47,-15 10 15,-20 3-1578,12-7 0,0-1 1315,-17 7-14,19-8 0,3 0 69,0 5-106,-1 3-21,13-2-18,10-3 74,8-1 5,9-4-68,2-3 57,12-2 3336,2-3-3381,15 2-22,-6-3-18,0 0-10,-16-3-17,-3 0-34,-9-1 34,0 1-17,-3-1 61,-3 5-27,0 0 11,-8 5-6,-2 1-33,-3 2-23,-3 6 28,8-3-22,3 0 11,6-3 11,8 1 6,3 0-12,11 4-5,5-1 0,-1-4-39,9 8 0,-7 0 0,4 7-40,-12 8 96,-14-7-3347,-20 3 3347,-5-15 27,-22 1 1,0-8-14,8-5 0,-2-2-3,-23 2-115,27-5 0,3-1-602,-4-2 689,5-7 0,20 6 0,0-5 0</inkml:trace>
  <inkml:trace contextRef="#ctx0" brushRef="#br0" timeOffset="327614">12994 6036 9373,'5'0'3651,"0"0"-2889,-5 0 487,92-18-545,-49 8 0,3-2 1,1 1-1967,4 0 0,1 0 0,0-1 1391,1 0 0,-1-2 0,-1 2 149,7 0 1,-1 1-170,-14 3 0,1 0 0,0 1-61,-2-1 0,1 0 0,3 1 16,4-1 0,4 1 0,1 0 0,-4 0-654,3 1 0,-3 0 0,2 1 594,9-2 0,1 0 1,1 1-42,-17 1 1,1 1 0,-1 1 0,2-1-252,1 0 1,1 1 0,1-1 0,-1 0 249,4 0 1,-1 1 0,1-1-1,-1 0-4,-2 1 1,-1 0 0,0 0 0,1 0-53,8 0 1,3 1-1,-2-1 1,-3 2-40,-1-1 1,-3 1-1,4 0 33,0 0 0,3 0 1,2 0-1,0 1 34,-8 0 0,1 0 0,1 0 1,-2 0-1,-5 0 6,7 0 1,-6 0 0,6 1 39,-3-1 1,7 0 0,0 1 0,-1-1 0,-8 0-82,-4-1 1,-5 0 0,3 0 62,1 0 1,3 0-1,1-1 1,-4 0 59,4 0 1,-2-1-1,-1-1 2,-2 0 1,0-1-1,0 0 402,-2 0 0,-1 0 1,0 0-413,19-3 0,-2 0 393,-3 1 1,-1 0-394,-4 0 0,0-1 3,-3 2 0,-2 0 1177,-2 0 1,1 0-1181,9-1 0,1 1-9,-8 1 1,1 1 132,-4 0 0,3 0 1,-3 0-134,6 0 1,-2 1-15,7-1 1,-2-1 143,-15 2 0,-2 0-144,-4 0 1,-2 0 25,23-2 884,-17 0-879,3 0 1,4-3-7,7 0 18,2-1-29,-12 5 1,3 0-348,-8 2 0,0 0 345,19 0 0,1 1-12,-7 0 1,0 1-6,-1 0 0,-1 1 17,-11-1 0,-1 0 8,3 1 0,0-1 463,-4 0 1,-2 1-452,28-1-3003,3 0 2980,-34-1 0,-5 0 17,-2-2-12,-7 1 531,11-1-530,30-2-23,-5 3-100,-7 0 0,2 0 100,-8 1 0,0 1-11,1 1 0,1 0 17,-2 0 0,-1 0 1475,-3 0 0,0 0-1475,27 1 11,-4-2-34,0 0 1,-1-1 10,2-1-33,4-1 17,-27 2 0,0 0 16,4 1 1,1-1 11,2 1 0,2 1-17,0 1 0,0 0-462,0 0 0,-1 0 479,-10 1 0,0-1 30,7 0 1,-2 0 81,7-1-17,12-1-40,-20-3 569,-5 0-596,2-2 204,2 1-233,4 1 995,6 0-988,5 2 5,2 0 5,-11 1 1,18 1 11,-17 0 28,20-1 16,-11 1 1,-4-4-1,-4-2-21,-4-4-35,1 0-16,-1 0 11,2 3-6,-4 2-10,-4 2 4,-4 2 35,-12 1 50,2 0-12,-12 0 253,12 0-68,-3-1-44,11-1-40,1-1-44,2-1-12,-1 0 96,5-1-157,-11 2-5,2-1 21,-9 1 23,2 0 0,6-1 0,6 0 0,3-2 11,4-1-5,-3 1 50,-4-1 118,-7 1 128,-9 2-84,-8 1-347,-4 1-822,-3 1-1273,3 0 2140,1 0 0,0 0 0,-1 0 0</inkml:trace>
  <inkml:trace contextRef="#ctx0" brushRef="#br1" timeOffset="371755">12808 6825 7918,'0'-4'6906,"-1"1"-3098,1 3-3712,-1-26 375,2 34-74,0-11-206,2 35 145,0 20-107,-1 1-420,-2-20 0,0 2 236,0-1 0,-1 1-12,1 0 0,0-1 73,-1 16-33,1-10 162,0-15 252,0-14 875,0-1-1021,0-7 543,-9-16-738,-2-8-42,-6-7-20,-4-15-3,10 13 1,0-2-40,0-3 0,0-1-273,1-9 1,1-1 244,5 6 0,1 1-14,2-20-6,3 26 0,2 0 6,6-10-11,11-9 6,-5 22-46,13 5 40,-16 20-6,11 1-39,-4 18 34,0 7 11,2 17-1,-10 11 501,-4-7-503,-7-11 0,-3 2 9,-9 25 7,-2-15 1,-3 2-211,1-9 1,-2-2 223,-3 1 1,0-3 34,-10 2-7,11-16 91,4-9 55,9-7-139,1-1-130,4-1 74,8 0 432,6 0-416,23 2-22,3 1-57,15 3-144,-2 1 21,-10 0-660,14-1-1810,-6-3 2661,-15-3 0,-1-1 0,4 1 0,-4-3 0</inkml:trace>
  <inkml:trace contextRef="#ctx0" brushRef="#br1" timeOffset="372141">13435 6676 22380,'-47'-24'334,"0"0"0,2 0 1,9 11-263,22 19-5704,0 5 5638,6-1 1414,3 13-1409,9-3 837,14 19-853,20 6-1,-3-7 0,-3-10 1,2-1 5,9 6-135,-13-9 0,1 2 129,9 13 12,-10 0 11,-16-9 3239,-15 9-3245,-9-20 34,-35 21-17,0-19-28,4-6 0,-1-2-34,-7 0-235,-10-4-1019,37-18-3792,3-6 4336,11-8 0,6 7 1,2 6-1</inkml:trace>
  <inkml:trace contextRef="#ctx0" brushRef="#br1" timeOffset="372398">13927 6650 21836,'-10'-17'-599,"20"-2"-286,51 5 137,-26 6 1,2 1-1234,-1 0 1,1 1-1921,-2 1 0,-2 2 3901,18 0 0,-22 2 0,-16 2 0</inkml:trace>
  <inkml:trace contextRef="#ctx0" brushRef="#br1" timeOffset="372589">14141 6772 19400,'-42'31'1120,"1"0"0,3-3 1,11-7-466,24-18 364,2-1-806,5-3-123,5-2-101,8-3-185,10-3-572,8-2-1484,10-3-974,-8 2 3226,7-2 0,-28 8 0,1 0 0</inkml:trace>
  <inkml:trace contextRef="#ctx0" brushRef="#br1" timeOffset="373062">15036 6440 15199,'0'-7'4151,"0"1"-2477,0 6 242,0 0-1826,-27-32-51,9 24-5,-26-22-29,13 36 6,-4 3 6,-4 3 6,3 0 27,5 0-11,7-1 23,9-4 5,5-1-17,6-3-10,2-1-35,2 0 46,0 1 77,-1 10-83,0-3 17,0 9-12,0-7 118,-2 20-84,1-1-22,-2 19-6,0-2-17,1 2-11,2 3 6,2-2-12,6-3-11,5-5 6,7-5-28,4-8-17,4-8-118,6-9-386,6-9-1272,8-15 1804,-16-1 0,-1-1 0,4-3 0,0-3 0</inkml:trace>
  <inkml:trace contextRef="#ctx0" brushRef="#br1" timeOffset="373596">15562 6445 25331,'-16'-18'0,"5"14"0,16 41 0,1 10 28,0 6 7,-2 2-13,-2 0 23,-2-3-28,-4-4-12,-2-6 29,-4-11 128,2-9 174,0-13-224,0-11-33,1-14-29,-1-15 0,0-13-36,5 7 0,1-1-8,0-17 36,3 13 0,1 0-156,5-10 260,4-8-17,0 12-28,1 12-17,2 10-73,-4 11 11,6 4-22,-1 5 0,28 2-5,-6 4-1,10 4 209,-19 5-225,0 5-1,-1 8 18,5 10-40,-2 20-39,-10-2 0,-6 1-308,-9 0-633,-4-10-1955,-5 12-4106,2-3 6238,-2-10 0,3-16 0,1-12 0</inkml:trace>
  <inkml:trace contextRef="#ctx0" brushRef="#br1" timeOffset="373789">15610 6728 23058,'35'-51'-265,"0"-1"0,-1 5 0,3 8-2648,-2 26 0,1 5 2913,21-9 0,-30 10 0,-19 3 0</inkml:trace>
  <inkml:trace contextRef="#ctx0" brushRef="#br1" timeOffset="374239">16434 6670 20296,'-4'-5'4055,"1"2"-3859,3 3-184,-23-25-12,19 31-23,-17-9-324,23 56-616,0 0-332,-2 2 1295,-3 2 0,1-37 0,-2 8 0</inkml:trace>
  <inkml:trace contextRef="#ctx0" brushRef="#br1" timeOffset="374991">16763 6529 15956,'0'-6'6738,"0"1"-5372,0 5-1315,2-27-29,1 26 28,9-2-38,-4 23 21,9 36-22,-12-28 34,4 34 11,-9-28-17,-1 7 118,-8-7 39,-1-18 79,-5 3 10,2-14-60,1-8-136,3-2 74,-3-20-113,6-2-27,0-8 55,5-25-11,6 12-50,0-12 50,6 5 17,2 6-45,5 2-27,5 2-1,4 18 6,3 5-6,-3 8-22,16 2 5,-11 8-5,19 2-12,-9 9-10,0 10 16,-13 0-17,-4 26 18,-18-7 10,-7 19 17,-14-9-11,-11-4 6,3-12 22,-13 1-6,18-19 107,-11 1-51,20-17-33,0-6-28,6-3 17,9-12-18,2 9-4,7-8 10,2 9-16,0 3 5,-3 4-11,16 2-17,-2 7 17,19 8-11,-10 4-6,-4 3 0,-1 3-300,12 12 305,-18-12 1,-2 1-18,5 28 46,-31-15-11,-17 13-6,-25-11-3,13-20 0,-1-1-182,-3-2 1,-1-1-91,0-4 1,1-2-1272,1-2 0,2-4 1053,-17-6 0,21 0 1,14 0-1</inkml:trace>
  <inkml:trace contextRef="#ctx0" brushRef="#br1" timeOffset="376109">17510 6229 10690,'-9'-3'6817,"2"1"-5069,7 2 704,0 0-1947,21-23-79,-7 15-51,19-19-67,-11 19-67,3-1-51,3-1-39,5-1-44,5 0-62,-1 0-6,-5 3-11,-8 4 5,-9 4 7,-6 5 4,-5 5-4,0 6-12,1 7-6,2 4 0,3 6-10,3 2-12,3 5 5,3 7-10,3 7-1,-10-21 0,0 0-222,1 3 1,0 1 244,0 2 0,-1-1 0,0 0 0,-3 0-6,-1-3 0,-3-1 23,-6 27-144,-11-9 166,-14-8 6,-10-11-34,-8-7-73,-3-10-173,-1-8-650,5-8-3658,8-8 4526,9-2 0,13 2 0,7 3 0</inkml:trace>
  <inkml:trace contextRef="#ctx0" brushRef="#br1" timeOffset="376359">18392 6659 21136,'5'3'1821,"-1"-1"-1474,-4-2-974,15 67-9204,-29-23 8926,18-3 0,-2-3 0,-20-8 0,13-25 0</inkml:trace>
  <inkml:trace contextRef="#ctx0" brushRef="#br1" timeOffset="377588">18836 6352 18975,'-13'-52'1501,"0"-1"0,2 12 0,3 5-863,4 4-268,3 20-247,0 2-56,1 4-112,0 5 45,3 17 23,4 14-1,6 25-28,-6-23 1,2 2-580,0 4 1,0-1 573,6 22 5,-1-17 1,0 0-119,10 7 124,-9-15 0,2-3 6,8 2 218,-6-13-67,-8-12 100,-3-14-82,-2-14-35,0-17-34,4-17-70,-5 21 1,1-1 288,2-3 1,0-1-306,1 1 0,1 0 8,0 4 0,-1 2 120,8-19-137,-6 15-22,-6 16-157,-2 8-656,-3 13-1276,0 7 2235,7 10 1,-5-5 0,5-1 0</inkml:trace>
  <inkml:trace contextRef="#ctx0" brushRef="#br1" timeOffset="377900">19616 6340 17305,'-5'0'4178,"2"0"-2889,3 0-1328,14-27-241,24 13 34,-3-17-130,16 22-2323,10 3-4824,-8 3 6844,-18 1 1,-3 1-1,1 0 1,-17 1 0</inkml:trace>
  <inkml:trace contextRef="#ctx0" brushRef="#br1" timeOffset="378093">19598 6629 21531,'47'-33'-263,"0"1"1,-1 0 0,-2 1 0,0 2 0,-4 6-1875,0 6 0,-3 4 1484,-4 1 1,-2 1 0,9-4 0,-18 8 0</inkml:trace>
  <inkml:trace contextRef="#ctx0" brushRef="#br1" timeOffset="378563">20714 5986 24155,'-30'-21'56,"-1"0"0,1 1 0,2 7-39,-3 11 17,-8 3-6,-2 2-28,2 2 22,9 1-22,11-2 6,10 0 11,6-4-51,2 1-117,1 5 156,0 4-10,0 11 27,-1 6-5,-1 9 17,-3 6-1,-1 8-10,1 3 16,-1 3 6,0 2-259,-2 2 225,0 1-17,0 1 12,3-4 22,9-10-23,8-11 12,11-12-6,14-12-134,12-8-101,-17-8 0,0-4-884,6-1 0,0-3-2774,3-5 1,0-1 3881,-4 0 0,-4 1 0,11-6 0,-21 8 0</inkml:trace>
  <inkml:trace contextRef="#ctx0" brushRef="#br1" timeOffset="379086">21246 6096 21556,'-4'-2'3316,"1"0"-2699,3 2-584,-19 20 7,14 9-12,-16 22 0,16 7-12,-1-21 1,0 0-478,-4 14 478,2-16 0,0 0 0,-2 3 127,-2 4-49,4-15 162,4-12-33,1-14-156,-1-14-29,1-12-22,-1-18 16,2-14-22,3 22 1,1-2-97,2-5 0,1-1 110,6-11 0,2 2-17,-4 16 1,0 2-1,6-10 1,1 5 30,5 2-17,3-2 1,-1 11-7,3 10-16,-9 8 23,8 6 514,-6 7-526,8 10-16,3 11-12,6 26 11,-13-12-8,-4 1 0,-3-1-433,-4-2 411,0-2 0,0 1-110,4 6-560,7 12 247,-6-20-1143,-1 1-1462,-11-21 3064,-1-2 0,-3-5 0,-1-5 0</inkml:trace>
  <inkml:trace contextRef="#ctx0" brushRef="#br1" timeOffset="379260">21181 6364 11178,'-6'0'8071,"1"0"-4229,5 0-3287,19-63-471,-3 40-54,5-18 1,4 2-87,21 15-92,-17 9 0,3 1-1872,10-1 1,0 2 1168,-10 3 1,-2 2 0,22-5 0,-32 9 0</inkml:trace>
  <inkml:trace contextRef="#ctx0" brushRef="#br1" timeOffset="379493">22093 6311 25236,'-19'35'-153,"0"-1"0,2 0 0,4-3-418,9 3-3781,1 8 4352,2-16 0,0-3 0,0-12 0</inkml:trace>
  <inkml:trace contextRef="#ctx0" brushRef="#br1" timeOffset="380259">22398 6043 24822,'20'32'218,"5"22"-167,-17-15 21,3 18-32,-11-22 66,-11 7-28,-1-16 7,-8 5-29,8-15 202,-6-5-74,7-9-66,-3-8-56,6-8-6,3-15-28,4-12 28,5-13-28,2 4 19,1 8 1,2-1-1112,4-15 1100,-7 24 1,2 0 142,9-20-117,1 23-57,8-4-3005,-3 16 3000,-2 9 5,11 0-5,-12 7 740,27-2-757,-20 14 0,12 8 12,-12 12 3374,-8 8-3380,-9-4-6,-12 24 28,-10-18-16,-3 8 16,-17 1-5,8-22 22,-10 9 33,9-20 57,7-8-29,7-9-44,6-6-11,5-6-6,6-5-28,5 0 11,6 1 6,9 2-17,-7 7 0,11 1-6,-14 7-5,25 11 0,-7 6 11,16 14 0,-11 5-34,-9 4 17,-12 2-5,-12 1-34,-18-1-6,-15-2 1,-16-6-62,-12-7-169,-5-11-596,-2-11-659,3-15-4855,4-14 5573,14-7 1,16 8 0,14 10 0</inkml:trace>
  <inkml:trace contextRef="#ctx0" brushRef="#br1" timeOffset="380801">23063 5817 17456,'-1'-3'4907,"1"1"-2448,0 2-2258,15-45-105,-3 30-60,8-12 0,3 2-19,7 18 0,15 1-6,-13 6 0,-1 5 6,-7 4 28,-5 10-11,-10-4 39,-4 16-67,-5-16 16,0 17-16,-1-9-1,0 7 6,-1 2-22,4 3 11,3 3 34,5 6-29,5 4 29,1 7-249,-3 0 254,-4 0-17,-5-15 23,-8 14 0,-7-19-17,-9 12-28,-8-15-56,-7-7-342,-5-5-1557,-1-6-3134,9-7 5089,2-4 0,19-3 0,1 0 0</inkml:trace>
  <inkml:trace contextRef="#ctx0" brushRef="#br1" timeOffset="396881">13503 8126 15087,'-37'-46'1757,"-1"0"0,4 4 0,6 12-1740,18 25 106,3 18-6,7 20-81,1 5 1,1 5-29,0 2 1,0 2-766,1-4 0,-1 3 0,1-3 726,-1 6 1,0 1-152,1 3 1,0 5 0,0-6 41,-1-8 0,0-1-75,1 8 1,1 6-1,-1-3-351,-2 11 1,0-5 422,0-9 0,-2 0 28,-4 13 0,-4-3 321,-3-29 1,-1-2-143,-5 4 1,-3-2 187,-22 8 67,-2-23-11,6-29 12,8-25-164,20 8 1,4-3-287,4-7 1,4-1 207,4-5 1,4 0-51,3-1 0,3-2-6,9-11 1,1 2-15,-7 17 1,1 0-15,9-15 1,1 1 396,-9 20 1,1 1-415,5-8 1,2 0 5,-1 5 0,0 1-184,3-2 1,-1 2 175,-5 7 0,-2 2 14,17-20 0,-10 14 33,-11 11 628,0 1-465,-8 9 586,-7 6-783,-5 7 601,-9 12-460,-13 21-123,1 6-18,0 5-10,13 10 16,11-27-5,12 20 45,31-18 5,13-8-11,-22-13 0,0-3 28,16-8 146,-7-11 145,-21-5 45,-3-10-28,-16-5 16,-17-3 103,-12 0 26,-14 3-72,-5 5-112,-3 6-101,4 4-28,5 1-162,15 7-46,8 2-195,11 3-157,5 3-358,5 0-1396,9 3-5656,12 0 7774,1 1 0,-8-1 0,-8-1 0</inkml:trace>
  <inkml:trace contextRef="#ctx0" brushRef="#br1" timeOffset="397243">14020 8144 20116,'13'-17'62,"17"16"1131,13 31-1219,-9-4 1,0 3-14,11 12-3,-16-1 0,-5 0 474,-11-2-429,-4-4 0,-5 1 14,-15 3 106,-16 7 45,-3-21 311,-6-14-367,15-17 798,5-21-714,11-9-6,7 5 1,4-2-26,4-2 0,3 1-1774,6-5 0,2 2 1631,13-14-16,8 8-163,0 20-22,-8 5-1747,25 4-7905,-28 12 9392,5 3 1,-20 0 0,-12 1 0</inkml:trace>
  <inkml:trace contextRef="#ctx0" brushRef="#br1" timeOffset="400732">14893 8048 13071,'0'-45'2636,"0"0"0,2 7 0,-3 8-2227,-4 21-314,3 7-5,-1 10 5,0 1 163,-6 36-741,-2 7 525,2-10 1,-2 4-421,0 0 1,0 2 394,0 3 0,0 0-3,3 0 0,1 0-31,2-4 0,4-2-182,5-5 0,5-2-37,4-6 1,4-3-572,7-4 1,5-5-1874,5-4 0,2-4 2680,-2-3 0,-1-3 0,12-1 0,-19-4 0</inkml:trace>
  <inkml:trace contextRef="#ctx0" brushRef="#br1" timeOffset="404240">15602 8190 21920,'-7'4'84,"2"12"-45,17 40-5,-6 1 6,-2-2 33,-6-7 39,-1-9 190,-3-13 393,2-12 16,1-9-291,0-14-101,-1-10-61,1-15-68,0-12-39,2-10-38,3-7-24,6 1 1,5 7-68,7 12-33,6 14 11,3 12-17,5 9 12,2 10 5,4 8-28,5 9-34,4 9-78,-24-10 0,1 2-933,4 9 1,-1 1-1610,10 12 2682,-12-7 0,-3-3 0,-11-13 0,6 8 0</inkml:trace>
  <inkml:trace contextRef="#ctx0" brushRef="#br1" timeOffset="404682">16982 7987 23825,'-31'4'90,"1"11"-85,18 16 1,4 4-6,-4 9-34,6 17 34,17-26-39,7 3 11,12-9 39,6-12 45,9-16-28,-15-6 84,6-17 62,-19-6 223,0-24-251,-10 15 184,-13-18-50,-10 23-100,-15-6-45,-9 7-40,-5 6 22,-5 5-111,16 8-40,7 4-78,18 6-117,7 7-416,7 6-7166,15 17 1924,0-7 5320,11 9 0,-24-25 0,-1 0 0</inkml:trace>
  <inkml:trace contextRef="#ctx0" brushRef="#br1" timeOffset="404922">17778 7761 20016,'0'-6'2952,"0"0"-1496,0 6-935,0 0-370,-68-5-84,34 33-581,-11-11 0,2 6 522,23 14 0,7 7-8,-1 5 0,2 2-17,3 5 1,2 4-104,4-6 1,2 4-1,2-1-162,1-5 0,2-1 1,0 0-373,0 0 0,1 0 0,1-1-497,1-3 1,1 0 0,0-3-2995,-1 6 0,0-3 3611,0 4 1,-2-4 0,1 9 0,-6-30 0</inkml:trace>
  <inkml:trace contextRef="#ctx0" brushRef="#br1" timeOffset="405068">17312 8939 12836,'-6'-54'1880,"0"0"0,3-4 0,3 4-524,14-7-1220,-2 23 0,4-1 194,8-5 1,5 0-233,3 1 0,2 3-361,-5 6 0,1 1 255,5 0 0,-2 4-99,-1 4-520,-7 5 0,2 1 627,14-11 0,-11 10 0,-6 3 0</inkml:trace>
  <inkml:trace contextRef="#ctx0" brushRef="#br1" timeOffset="405879">18739 7737 21192,'-31'-20'795,"2"7"-677,6 22-50,-8 3-23,-9 2-6,-9-1 17,-4-1 50,2-4 51,9-3 62,12-4 33,14-1-157,9 0 11,6-1-83,1 1-12,3 2 17,2 7 5,1 2 91,4 27-1,-6 1-251,0 24 234,-7-1-42,1-29 1,0 0-1,-2 0 1,1 1-20,1 0 0,-1-1-1,2 0 1,-1 0 28,1 30-56,2-4-12,4-6-16,4-8 17,6-9 5,7-12-134,10-11-1272,15-15 1395,-12-7 0,-2-3 0,6-2 0,4-6 0</inkml:trace>
  <inkml:trace contextRef="#ctx0" brushRef="#br1" timeOffset="407955">4409 11516 7618,'-9'4'1416,"1"-1"-871,8-3 5049,0 0-5298,12-1-70,-2-3 432,42-13-241,-17 4-456,3-3 0,4-1 343,-8 4 0,1-1-149,8-4 1,4-3 0,2 0-13,-3 1 1,1 0 0,1 0-540,7-4 0,2 0 0,-3 1 454,-12 5 1,-2 1-1,0 1-84,3-1 0,1 1 0,-2-1-15,13-3 1,0 0-9,-9 3 0,2 0 0,2 0 5,9-2 0,1 0 0,-1 1 54,-6 3 1,-1 0-1,-1 1-10,-2 1 0,0 0 0,1 0 10,6 0 1,2 0 0,-7 2-83,-10 2 1,0 0 60,13-3 0,6-1 1,-6 1-373,-12 2 1,-2 0 353,14-3 1,-1-1-85,4-2 23,-5 0 385,-18 3 822,3-2-479,-6 1 975,-13 4-1685,-5 4 636,-10 5-1015,-1 1-1621,5 0 2033,6 0 0,-4 0 0,1 0 0</inkml:trace>
  <inkml:trace contextRef="#ctx0" brushRef="#br1" timeOffset="409268">19204 7934 19781,'0'-39'543,"0"1"0,-6-22-419,-20 67 21,-20 17-89,12 0-11,4-2 0,1 2 11,-10 16-48,16-14 1,1 3-12,3 0 0,3 1-3,3 0 1,3 1-40,-1 31-17,17-3-44,15-7-84,18-7-141,15-13-383,-21-19 1,2-4-251,3-2 1,1-4-1911,3-4 1,0-3 2873,-3-1 0,-5-1 0,2-2 0,-23 5 0</inkml:trace>
  <inkml:trace contextRef="#ctx0" brushRef="#br1" timeOffset="409501">19807 8152 15894,'1'2'3837,"-1"1"-2101,0-3-1703,-12 32-55,5-6-197,-9 30-5496,10-8 3423,3-14-7539,5 9 9562,0-28 1,1 1 0,-2-13-1</inkml:trace>
  <inkml:trace contextRef="#ctx0" brushRef="#br1" timeOffset="409751">20220 8008 13553,'0'-5'5926,"0"1"-3282,0 4-2510,-14-15-72,14 29-40,-12-14-5,20 41-62,-1-4-611,7 21-27,-4-19-7769,10 20 8452,-10-34 0,1 2 0,-6-19 0</inkml:trace>
  <inkml:trace contextRef="#ctx0" brushRef="#br1" timeOffset="410060">20277 8036 19137,'-7'-49'1045,"0"-1"1,5-5 0,5 9-923,7 20 84,19-17-44,-5 25-1,15 0-145,-11 11 16,20 15-27,-14 13-6,7 8-9,-18-6 1,-1 4-45,1 6 0,-1 1 5,-1 2 1,-2 1-127,1 6 0,-6 1 166,-11-10 0,-5-1-4,-8 18 9,-7-23 1,-5-2 2,-28 14-1717,10-13 0,-4-2 1524,8-6 0,0-2-407,-4 0 1,2-4-4694,-6-4 5293,15-9 0,16-3 0,9-2 0</inkml:trace>
  <inkml:trace contextRef="#ctx0" brushRef="#br1" timeOffset="410785">21053 7663 14426,'-3'-1'4605,"1"1"-2141,2 0-2369,8-31 6,10 17-1,13-24-60,-1 27 49,20-4-61,-23 7 45,30-3-28,-30 9 17,7-1-39,-19 3 61,-6 7 28,-6 3 0,-1 7-17,-1 5-11,-1 3-45,0-2 90,3 19-68,4-8-22,0-1 1,1 0-18,4 9-17,-3-11 1,0 1 11,4 12 6,1 12 5,-2-1 11,-5-3 6,-5-4 16,-10-5-10,-9-7-3421,-11-5 3364,2-11-100,-17-1-219,12-10-1087,-12 0 1412,10-13 0,16 3 0,4-5 0</inkml:trace>
  <inkml:trace contextRef="#ctx0" brushRef="#br1" timeOffset="412018">21699 7454 20772,'-29'-39'885,"0"0"0,1 4 0,11 9-761,20 21-24,6 4-10,9 6 0,10 9-18,10 15-4,8 15-40,-19-16 0,1 4-17,11 15 0,0 1-520,-11-13 1,-2 2 504,-1 0 1,1 3-1,-5-1-16,-4 4 1,-5 1-34,3 10 0,-7 4-41,-13-13 1,-5 2 0,-2-3-5,0 3 0,-6-2-132,-6-3 0,-7 2 1,0-4-441,-7-1 1,-2-3-713,7-7 1,-1 0-1,0-1 1382,-17 10 0,4-5 0,19-13 0,3-3 0,-14 8 0</inkml:trace>
  <inkml:trace contextRef="#ctx0" brushRef="#br1" timeOffset="412967">22662 7514 21579,'-62'-9'347,"6"6"-280,10 31-61,18-10-1,9 2 34,17-8 57,11 1 50,24-5-79,8-3-28,15-3-33,-15-2 5,5 0-5,-13 2-1,0 1 12,-12 5 28,-15 2-17,-8 1 28,-22 12-39,8-9-1,-13 6 1,-1 0 0,5-2 6,-25 17-29,35-23-5,-3 7 16,12-8 29,4 3 11,9-7 16,8-1-27,1-4 16,8-2-10,-4 0-18,7 0-16,-10 2 22,-5 3 28,-9 5 28,-10 6-28,-5 6-28,-11 4 0,-5 4-12,-4 4 1,0 3 11,5 1-22,9-8 22,5 10 33,16-10-33,1-1 56,13-5-67,-4-16 62,14 2-46,10-7-106,-5-1-991,-1-5 0,1-2 1064,11-5 0,-3 1 0,-15 2 0</inkml:trace>
  <inkml:trace contextRef="#ctx0" brushRef="#br1" timeOffset="414935">15018 9677 14723,'0'-3'4896,"0"1"-3547,0 2-1310,-24-1-33,18 16-45,-18 6-185,26 19-622,3 5-2139,5 2 2985,3 3 0,-5-23 0,-2-4 0</inkml:trace>
  <inkml:trace contextRef="#ctx0" brushRef="#br1" timeOffset="415342">15181 9478 21394,'-53'-25'84,"11"23"-67,48 28-6,3 12 6,6-10-1,4-4 18,1-8 84,1-6 117,-2-10-78,-6-5 409,-1-17-107,-9-3 17,-4-11-50,-9 5-101,-8 5-96,-4 6-94,0 10-91,3 5-66,4 5-23,5 5-39,6 5-123,1 7-426,7 6-56,1-1-8659,22 16 9348,-6-14 0,3 2 0,-12-16 0</inkml:trace>
  <inkml:trace contextRef="#ctx0" brushRef="#br1" timeOffset="415561">15610 9350 23220,'-42'40'61,"-1"0"1,16 1 0,4 6 0,7-1-118,11 10 0,6 1-1880,-1-12 1,1 2 0,-1-3 1803,2 8 0,0 0-487,3 6 0,2 2-541,-3-18 0,1 1 0,0 3-1286,1 9 0,1 2 0,-1-1 2337,-1-7 0,0-2 0,-1-4 0,0 3 0,0-7 0,-2 6 1</inkml:trace>
  <inkml:trace contextRef="#ctx0" brushRef="#br1" timeOffset="415718">15428 10842 16611,'-23'-53'1047,"-1"1"0,1 0 1,3 0-1,2 0 0,7 1-739,10-13 1,8 2-973,1 3 0,4 4 751,2 13 0,2 3-45,0 3 0,4 0 202,7-5 0,3 2-284,-2 7 1,1 2-577,15-9 0,0 3-138,-18 16 0,1 2 754,12-6 0,-4 3 0,-15 10 0,7-4 0</inkml:trace>
  <inkml:trace contextRef="#ctx0" brushRef="#br1" timeOffset="416304">16216 9438 19210,'-7'-42'1553,"1"-1"0,-1 3 1,0 8-949,1 21-353,-4 4-202,-1 26-22,3-1 22,-4 22 29,-1 15-57,7-20 1,0 3-239,-2 10 0,2 6 203,3-3 0,2 4 0,1-4-534,0-1 0,2-2 527,1 14 1,6-1-1597,8-22 0,4-5 1386,6 8-820,9-7 0,5-5-6872,12-15 7922,-18-7 0,-3-3 0,2-6 0,-17-3 0</inkml:trace>
  <inkml:trace contextRef="#ctx0" brushRef="#br1" timeOffset="417838">16957 9644 16213,'0'-44'2324,"-1"1"1,1 4 0,-4 8-1659,-11 17-582,4 7-11,-10 8-34,3 10-17,-7 13-10,-3 16 4,1 12-10,15-22 0,2 1-192,2 0 1,2 1 73,0 28-67,14-5-45,10-8 89,2-16-827,23-2-455,-9-20-880,17-9-609,-7-17 240,1-14 241,-20 5 0,-2 0 2414,8-13 162,-13 9 0,-4-1 464,-3-15 741,-2-14 509,-5-2 140,-3 2-201,-2 4-427,-2 8-111,-1 8-481,0 11-296,2 11-360,1 10 3213,0 5-3281,4 14 152,4 7-180,5 18 1,3 12 0,-1 13-1708,-9-27 0,0 1 1671,-1 2 1,-2 1-4,0-2 1,-1 0 10,0-4 1,-1 0-6,0 26 145,0-27 186,0-7-102,0-29-173,3-10 3387,2-14-3387,5-7 17,5-3 27,2 2 7,3 5-29,-1 7-50,0 7-5,0 6-12,2 5 0,2 6-5,2 8-18,0 5 12,3 8-33,-1 3-113,1 2-229,1-2-336,1-2-258,1-4 297,1-6 341,-2-4 17,-4-5 247,-7-9 196,-8-4 84,-7-8 106,-3-2 113,-1 1 61,0 5-45,-1 5-135,1 5-162,-1 3-106,1 2-17,3 0 23,5 0-23,5-4 0,8-3 11,3-6-6,5-7 29,-1-5 50,-2-6 6,-7-3 50,-8 0 106,-6 4 34,-10 6-83,-6 8-52,-9 6-33,-1 6-50,1 3-62,3 7-6,4 6-11,2 8-16,2 9-1,0 18 1,4-12-46,2 18-122,7-19-394,5 7-900,9-5-1821,9-6-4850,11-11 8138,-2-9 0,-11-7 0,-11-3 0</inkml:trace>
  <inkml:trace contextRef="#ctx0" brushRef="#br1" timeOffset="418052">18245 9617 24413,'-36'-6'201,"1"-1"1,-18-6-174,33 48-11,11-6-34,-1 11-212,5 3-751,3 2-1933,10-1-991,14-4 3904,22-6 0,-18-16 0,5-6 0</inkml:trace>
  <inkml:trace contextRef="#ctx0" brushRef="#br1" timeOffset="418292">18639 9461 18824,'4'-63'1726,"0"1"1,0 6 0,-2 9-780,-6 13-599,1 15 31,-1 8-312,1 9 56,2 9-84,-1 7 20,1 17-3,-2 31-45,0-19 0,0 2-31,-1 4 1,0 1-472,-1 3 0,0-1-50,1-9 0,1-1-1207,3 0 1,3-1-5579,8 15 7326,6-13 0,-4-28 0,-6-10 0</inkml:trace>
  <inkml:trace contextRef="#ctx0" brushRef="#br1" timeOffset="418577">18845 9510 24155,'-44'-44'924,"-2"21"-716,23 50-141,-1 3 85,-5 12-57,10-6-4291,-1 16 4224,10-19 804,12 10-838,5-28 6,16 7 17,8-14 0,16-2 0,9-6-127,-16-5 1,0-2-408,17-3-231,-13 0 1,2-3-4169,-7 2 1,-1-1 3867,20-6 1,-5 2 0,-44 13 0</inkml:trace>
  <inkml:trace contextRef="#ctx0" brushRef="#br1" timeOffset="419486">19541 9305 20711,'0'-41'1245,"-1"-1"0,1 3 1,-4 11-933,-9 25-128,-5 1-123,2 4 44,-15 12-61,8 6-17,-12 16-254,9 8 215,3 10-3,14-23 0,1 0 19,-1 22-25,7-15 1,6 0-1735,5-7 0,4-2 1631,7 31-98,0-32 0,4-5-378,13-3 16,12-2 23,2-13 219,0-15 273,-2-10 135,-3-13 95,-6-9-55,-14 7 380,1-19-45,-14 20 118,0-8 39,-8 21 3138,-8 10-3630,1 7 10,-6 6 13,1 9 153,1 3-250,1 8-10,10-1-34,4-1-6,11-2 17,10-5 0,7-6 5,6-7 7,-3-7 4,-5-9 12,-8-7 6,-8 2 224,-2-11 27,-11 13-5,1-7 28,-7 12-196,-1 5 168,-4 3-218,3 5-17,-6 4-17,1 12 5,-6 13-10,-3 18-29,-3 14-11,9-25 0,1 1-330,0 2 0,1 1 14,1 3 0,2 1-1405,1 2 0,2 2 1738,6 5 0,2-4 0,-2 10 0,8-11 0</inkml:trace>
  <inkml:trace contextRef="#ctx0" brushRef="#br1" timeOffset="420552">20503 9311 22722,'-7'-45'1008,"-1"0"0,1 4 0,-1 8-621,-5 14-107,-1 6-129,1 7-95,0 6-45,-3 10-22,-4 13 22,-6 17-6,11-13 1,0 3-211,-1 6 1,1 1 192,0 5 1,2 1-20,2 0 1,2 1-18,3-2 0,4-2-19,5-5 0,4-3-163,17 20-175,15-15 142,5-15 185,3-9 83,-1-16 18,-4-9-3175,5-15 3208,-17 7 101,4-9 67,-19 15 294,-1-1-272,-6 6 18,-5 4-124,-2 4 3398,-1 0-3522,4 3 7,4-2-18,9 1-21,11-2-1,9-3 28,7-5 23,2-8-6,-2-8 16,-6-11-21,-3-12-197,-19 17 1,-2-2 184,-1-6 1,-2-2-416,-2-4 0,-1-1 418,-3-2 0,-1 1 8,-1 2 1,-1 1 33,-4 7 0,-2 2 50,-7-20 0,-6 20 29,0 14-74,3 11 278,4 8-333,2 10 849,2 10-878,0 14 18,-1 17 5,3-18 0,0 3-242,-1 4 1,0 2 224,1 3 0,1 0-11,1 2 0,2-2-48,5-2 1,3-1-110,2-3 0,3-3-187,4-5 0,2-2-933,20 17-45,4-16 269,2-12 168,5-17 347,6-14 572,3-9 364,-7-6 465,-14 0 268,-18 2-6,-13 5-178,-12 3-252,-2 6 246,-6 3-582,0 2 38,0 2-229,5 2-67,3 3-56,3 0-28,3 1-17,4 1 16,8-3 24,9 0-1,13-7-6,-10 1 29,6-8-12,-17-1-22,-2-5 17,-7-3 34,-5 3-23,-2 7 50,-11 0-33,-1 11-6,-9 0-11,1 10-6,0 6-5,2 11-22,0 10-1,4 8-5,4 6-28,7 4-68,11 2-318,9 0-908,12-2-4117,11-6 5450,-4-12 0,-10-14 0,-11-10 0</inkml:trace>
  <inkml:trace contextRef="#ctx0" brushRef="#br1" timeOffset="421635">21909 9041 16790,'1'-38'3730,"1"-1"1,-3-7-3334,0 4 1,-1 4 140,-6 10-280,-1 18-163,2 6-39,0 12 28,0 12 22,-5 20-22,-2 19-469,5-21 1,0 2 429,1 6 0,1 0-37,1-7 1,2 0-7,-1 10 1,5 2 11,5-1 0,4 0-9,1 0 1,4 0-59,8 5 0,7-4-708,4-11 1,5-6-38,9-2 0,2-4-23,-7-6 1,1-4 820,-1-6 0,2-1 0,-7-3 0,7 1 0,18-1 0</inkml:trace>
  <inkml:trace contextRef="#ctx0" brushRef="#br1" timeOffset="422692">22481 9110 23567,'-38'-42'499,"-5"28"-398,24 46-34,-12 20-22,5-1-34,2 3 6,7-1-6,9-4-5700,19 2 5667,0-17 1324,21 3-1649,-1-15-801,13 0-2128,7-4-5614,6-7 8538,-7-5 0,-18-5 0,-15-1 0</inkml:trace>
  <inkml:trace contextRef="#ctx0" brushRef="#br1" timeOffset="422905">22914 9398 14337,'1'-3'7219,"0"1"-3051,-1 2-3748,17-60-258,-13 45-162,13-43 17,-17 67 34,0 9-29,0 16-5,-3 12-51,-6 11-342,2-24 1,-1 0-244,-3 3 0,-1-1-3221,-1 1 1,-1-2 3032,-9 22 1,7-23 0,9-16 0</inkml:trace>
  <inkml:trace contextRef="#ctx0" brushRef="#br1" timeOffset="427690">23308 9154 15328,'-6'-10'6301,"2"3"-5371,4 7-336,0 0-196,-1-51-202,1 38-157,-1-38-11,4 60-11,-2 0 27,4 18 7,2 3 10,4 13-38,5 6-29,3 1 6,5-2 0,4-7 17,2-9 45,-1-13 156,-5-9 96,-7-14-79,-5-11-22,-3-13-29,1-13-32,0-9-40,2-9-79,-5 28 1,1-1 5,1 1 1,0 1-7,6-16 96,2-4-6,-10 28-78,1-4-3672,-7 17 3414,0 7-661,1 4-980,4 8-2929,6 8 4783,6 12 0,-7-12 0,0 0 0</inkml:trace>
  <inkml:trace contextRef="#ctx0" brushRef="#br1" timeOffset="428249">24089 9323 21355,'0'-3'3058,"0"0"-2044,0 3-986,-7-10-5,2 25-388,-12 13-929,2 27-865,-2 2 2159,5-22 0,1-4 0,2-8 0,-5 11 0</inkml:trace>
  <inkml:trace contextRef="#ctx0" brushRef="#br1" timeOffset="428939">24414 8991 17820,'-1'-8'3910,"0"2"-2857,1 6-151,0 0-667,8 25-72,-6 15-138,2-7 0,0 3-8,-3-2 0,-2-1-1,1 21 24,-1-6 72,-5-8 39,-2-4-39,-2-9 280,-3-17-213,6-12-112,-4-3 12,4-15-18,2-19-21,1-8-1719,3 15 0,1-2 1698,2 0 1,1 1-15,3-22-158,2 12 1,2 0 185,8-11-27,-8 22 0,2 0 38,19-15-27,-9 26-17,6-2-11,-1 14 5,-4 6 3191,6 6-3174,3 13 497,-8 7-503,-3 6-10,-11 12 5,-15 0 5,-7-6 1,-3 1-23,-2-5 0,-3-1 8,-6 5 1,-3-3 8,3-8 0,1-4 0,-15 10 73,-3-6-22,25-14-18,-1-1-27,15-8 5,8-1 11,7 0-22,10 0-11,3 0-11,26 0-6,-9 0-59,-9 0 0,0 0-193,12 0-1350,14 0-4128,-5-4 4910,6-1 0,-21-1 0,-16 2 0</inkml:trace>
  <inkml:trace contextRef="#ctx0" brushRef="#br1" timeOffset="429274">25215 8814 18778,'-5'-4'5013,"1"0"-4161,4 4-124,0 0-442,-60-44-236,44 33-67,-17-14 1,5 10 38,27 25-22,1 9 6,10 17-6,5 0 0,18 9 5,10-6-1698,-16-18 0,2-1 1687,19 12 0,-11-8 1,-2 0 5,1 6-11,1 17 22,-33-25 11,-27 5-66,-15-12-24,-3 1-243,4-6 0,-1-2-1251,-15-1-2611,16-2 0,1-2 3605,-10-6 1,19 0 0,13-2 0</inkml:trace>
  <inkml:trace contextRef="#ctx0" brushRef="#br1" timeOffset="429864">25559 8567 24738,'-21'-31'92,"0"0"1,-4-12-49,49 62-4,15 15-32,-13-11 0,1 2-11,4 5 1,1 3-18,2 4 1,0 3-527,0 3 1,-3 2 531,-1 2 0,-5 3-51,-4-1 1,-7 1-157,-5 0 0,-8 0-350,-10-1 0,-7-3-1250,-7 0 1,-7-4 1820,-12 1 0,-1-5 0,18-16 0,0-2 0,-23 13 0</inkml:trace>
  <inkml:trace contextRef="#ctx0" brushRef="#br1" timeOffset="431413">25905 8267 9083,'-4'-3'9830,"1"1"-7036,3 2-2065,-62-27-219,46 21-264,-20-9 1,10 2-158,27 12 29,7-1-45,9 1-34,13 5-3381,27 16 3353,-15-1 0,-8 1 1,-1 4-160,-9-2 1,-2 4 158,7 8 1,0 5 7,-2 5 1,-1 5-535,-3 4 0,-3 4 512,-4 1 0,-5 4-1,-8-11 0,-4 1 1,-3 1-65,-5-1 1,-4 0 0,-1-1-114,-1-1 0,-3-2 0,-2-1-161,-2-4 1,-2-2-1,-1-3-1366,-7 2 0,-1-4 1708,-2-4 0,3-4 0,-5 3 0,7-11 0</inkml:trace>
  <inkml:trace contextRef="#ctx0" brushRef="#br1" timeOffset="432872">26812 8414 8741,'1'-3'9830,"-1"0"-7399,0 3-2274,-19-31-1,-2 33-4,-19-17 10,5 41-16,6 3-57,11-1-5,9-3 45,14-3 23,9-3-29,12-4-44,10-3-46,-3-5 12,20 1-11,-18-4 5,12 1-28,-24-2 51,-7 3 22,-14 1 0,-9 8-23,-12 5-16,-14 6-6,-9 4-11,-5 1-11,1-1 11,6 3-34,17-13 1,9 5 22,18-13 5,8 2 0,11-2-10,9-4-12,-5-1 22,8-1-22,-18-2 34,3 3-29,-13-2-5,-5 3 23,-3 2-1,-3 5 6,-5 3-28,-6 4 17,-6 6 33,-6 4 29,-2 5-3320,-5 8 3280,14-16 23,1 7-29,15-16-5,3 0 23,8-3-7,9-8-100,11-4 3023,13-9-4861,8-7-6686,6-9 8580,-7 1 0,-18 5 0,-13 7 0</inkml:trace>
  <inkml:trace contextRef="#ctx0" brushRef="#br1" timeOffset="434464">27836 8639 19652,'2'-55'1583,"-1"0"0,0 6 1,0 10-1422,0 24-61,-1 7-73,0 6-28,0 10 22,-2 14-22,-1 13 0,0 7-11,0-6 0,-1 2-387,0 17 1,1 1 293,2-14 1,0-3-116,3 23-578,3-21 0,2 0-71,4 14 248,-3-18 1,0-1-1363,2 9-947,-4-14-1838,-8-15-728,-7-11 6198,-8-13-703,-6-9 438,-4-10 878,-2-4 2695,0-1-393,3 3-767,4 1-829,8 3-812,6 2-639,10-1-375,10 1-112,14-1-39,15 2-20,-7 7 0,1 1-8,15-6-153,-12 6 1,0 1 163,9-5-6,7-6 29,-11 3 33,-12 0 101,-10 5 151,-11 3 112,-6 3 51,-2 2-51,-4 2 128,0 1-114,1 3-233,-2 0-173,3 2-44,9 14 4,3 3-16,6 8 17,7 9 0,-2-4-90,5 12-95,-9-10 0,-3 1 56,4 7-5,1 14-35,-18-24 91,-5-3 50,-5 0 139,-12-11 46,1-12-73,0-8 78,5-16-33,9-6 16,4-13-33,17-11-96,7 9-5,5 3-39,5 11 11,-1 8-11,11-2-152,-10 11 1,-1 0-39,6 0-74,10-1-940,-24 9 694,-11 0-353,6 0 527,-15 1 363,0-2 348,-3-3-173,-2 2 297,0-4 111,0 4 331,0-2-410,0 3-346,0 1-17,0 2-185,-3 10 39,0 5 6,-1 11-28,2 11 5,2-11-50,7 8 45,2-15 16,5 1-16,0-6 62,7-8-23,-2-10-17,3-2 39,6-14 12,6-12 11,-1-3 72,-2-7 74,-16 9-96,-7 11 23,-9 1-73,-6 10-45,-8 1-79,1 5-184,0 6-23,7 3-744,3 8-1424,7 2-4362,7 4 6788,3-2 0,-1-7 0,-6-4 0</inkml:trace>
  <inkml:trace contextRef="#ctx0" brushRef="#br1" timeOffset="434848">29142 8736 17210,'4'-3'5456,"-1"0"-4269,-3 3-985,7 0-74,4 0-44,12-1-22,7-2-23,-4-1 112,17-12-5,-19-1 28,9-8 55,-20 0 12,-7-2-128,-6 5 94,-7-5-22,-5 6 55,-11-7-122,2 10-12,-5 3-38,4 12-52,3 7 35,-14 16-3438,10 5 3393,-4 7-167,3 23 150,15-10-3,4-11 0,3 0-182,12 23-515,12-5-29,2-12-3145,0-13 1,3-2 3884,5 3 0,4 1 0,-21-18 0</inkml:trace>
  <inkml:trace contextRef="#ctx0" brushRef="#br1" timeOffset="436909">29900 8116 10058,'-10'-2'4475,"2"1"-628,8 1-2143,0 0-1368,51-15-191,-21 12-89,5-5 0,1 1 34,-5 7 117,-11 3 56,-13 3-145,-9 2 44,-13 3-61,-7 0-34,-9 4-33,-4 0-6,1 2 28,-4 7-45,14-7 22,-5 9 1,16-8 22,1 2 124,11 1-18,12-6-89,4-3 45,14-5-57,3-5-5,10-1-22,2-1-6,1 1-28,-17 0 11,-3 1 45,-20 1 28,-13 8-33,-13 6-51,0-1 0,-4 2 22,8 0-11,3 1-11,-3 12-11,8-9 11,4 12 17,4-15-23,1 5-5,3-1 5,2-2-16,6 8 5,14 13-28,6-4 23,2 1-51,5-5 0,-16-9 62,-4 3 6,-34-2-12,-17-10 17,-14-3-45,-14-9-278,27-5 1,0-3-2589,0-1 0,1-1 2911,-1-2 0,4 0 0,2-3 0,15 4 0</inkml:trace>
  <inkml:trace contextRef="#ctx0" brushRef="#br1" timeOffset="439014">17130 10466 17664,'8'-10'1322,"9"2"-980,21 7-74,7 0-77,8 1-79,7 1-70,-28 0 0,0 0-292,3 1 1,-1-1 277,3 0 0,0 1-20,2-2 1,0 1-4,2-1 1,0 1-1,1-2 1,0 0 5,1-1 1,0 0-7,0 0 1,1-1-282,0-1 0,1 0 278,1 0 1,-1-1 8,0 1 1,-1 0 2,0-1 0,-2 0 42,0 0 0,0 1 2,2-1 1,0 0-48,2 0 1,0-1 7,4 0 1,1 0-409,2 0 1,0 0 407,4-1 1,0 1-9,2 0 0,1 0-508,1-1 0,0 0 516,1 1 1,-1 0-15,0 1 1,-1-1 2,1 0 1,-3 1-6,-12 1 0,0 0 10,-2 1 0,3-1 0,-2 0 6,3 1 1,2-1-11,-4 1 0,3 0 1,-1 0-2,12-1 1,-2 2-9,2-1 0,0 1 16,0 0 1,1 1 8,-1 0 1,0 0-4,-1-1 1,1 1 2,-3 1 0,1-1 0,-3-1 0,0 1 3,-2-1 0,0 1-3,-2-2 1,-1 1-180,-1-1 1,0 1 172,0-1 1,-1-1 11,1 1 0,0 0-3,0 0 0,1 0 0,2 0 0,0 0-6,1 0 1,0 0 2,0 1 0,1 0-11,-1-1 0,1 0-3,-1 1 0,0 0 3,-1 0 0,1 0 3,0 0 0,0 0-9,0 0 1,0 0-7,0-1 1,1 1 8,-1 0 1,1-1 2,-2 2 0,1-1-3,-2 0 0,1 1 0,-2 0 1,-1 0-12,-2 0 0,0 1 0,-2-1 0,-1 0 152,-2 0 1,-1 0-142,-3 0 1,-1 0-7,-2 0 1,-1 0-6,26-3 17,-5 0 5,-5 0 703,-3-1-725,-1 1 0,-2 0 1115,-1 1-1104,-2 0 813,-1 0-829,3 1 5,4-2-23,8 1-61,-23 1 0,0 0 73,3 0 0,-1 1 13,1-1 1,-2 0-242,29-1 239,-9 0 40,-7 0-35,-6-1-10,-2-2-1,0 0 0,1-2 6,5 0-16,3 1-12,3 0-12,3 3 12,-3 1 40,-7 1 461,-11 1-456,-12-1 250,-8 2-262,-3-1 12,4-2-17,8 0 11,11-1 0,10 0-22,5-2 11,2 1 0,-7 1 28,-8 1 146,-12-1-118,-11 2 29,-8-1-29,-3 0 22,0 1-11,-1-1-16,0 0-51,1 2-12,0 0-156,0-1 5,0 1-2049,3-3-2717,-1 0 4081,3-1 0,-3 3 0,-1 0 0</inkml:trace>
  <inkml:trace contextRef="#ctx0" brushRef="#br2" timeOffset="474238">17129 11390 16863,'0'-6'3766,"3"-27"1,-1-5-3246,-1 13-370,1-12 0,0 3-22,-2 25-83,0 6-18,4 20-17,0 6 6,2 21-6,-3 2-6,-1 6-1695,-4-20 0,0-1 1690,0 12 0,-5 10 28,2-29 100,-1-1 225,3-14-269,1-9 17,0-15 3375,1-12-3420,0-16 6,3-15-40,1 23 0,1-1-306,2-5 1,1 0 305,2-1 1,1-1-12,1 3 1,2 2-181,-1 4 0,2 3 169,15-17 0,-5 18 5,16 7-21,-10 16 4,14 2 590,-9 14-589,-4 9 388,-6 11-405,-11 10 28,-14 8-22,-19 8-437,0-23 0,-4-2 462,-4 2 0,-4-1-3,-1-1 0,-2-1-60,4-5 0,1-3 83,-19 9 33,16-13 0,14-10-40,10-5 7,8-1 849,5-1-872,2 2 160,19 2-166,2 0 6,22 4-22,5 1-26,-23-3 0,0 1-358,3 1 0,-1 0-331,2 1 1,-1-1-2084,1 1 0,-1-1 2820,23 4 0,-23-5 0,-16-4 0</inkml:trace>
  <inkml:trace contextRef="#ctx0" brushRef="#br2" timeOffset="474631">18152 11100 21019,'-4'-4'3769,"1"0"-3226,3 4-206,-60-55-147,33 37-120,-9-13 0,1 4-30,18 23-18,5 4-16,6 7-23,3 7 17,2 10 0,4 17 11,2-9-11,11 16-17,6-14 17,7 8-17,6 2 6,0-4-6,0-4-16,-6-5 44,-9-7 23,-26 1-18,-5-12 1,-19 2-6,-5-10 6,-6-2-17,-10-1-17,7-3-78,12-2-448,13-3-1362,10-3-6709,10-3 7766,5 0 0,-1 4 0,0 3 0</inkml:trace>
  <inkml:trace contextRef="#ctx0" brushRef="#br2" timeOffset="474864">18501 11081 24687,'42'-24'-1236,"1"0"0,-2 2 0,0 7 1236,21 17 0,-27-1 0,-3 1 0</inkml:trace>
  <inkml:trace contextRef="#ctx0" brushRef="#br2" timeOffset="475040">18553 11305 20162,'-4'2'4688,"1"0"-4133,3-2-673,63-31-3036,-29 18 1,3 0-1763,21-9 1,1 0 4486,-18 10 0,-5 2 0,7 1 0,-31 7 0</inkml:trace>
  <inkml:trace contextRef="#ctx0" brushRef="#br2" timeOffset="475671">19468 10868 15659,'2'-4'6727,"0"1"-4554,-2 3-2117,-1-45-23,-12 38 6,-6-33-11,-13 51-16,-13 5 10,7-2-5,-4 0-6,19-7 51,3-2 83,9-3 107,1 0 6,5-2-190,4 0-91,1 0 1,0 6 55,1 4-16,-1 12 45,1 19-40,-4-9 51,-4 25 0,-5-14-17,-3 15-37,8-22 1,1 0-14,-2 13-9,6-16 0,2-2 14,8 4 0,13 9-16,-3-19-29,27 2-190,-7-21-1014,22 0-979,-15-9 2217,-11-3 0,-3 0 0,-8 1 0,11-5 0</inkml:trace>
  <inkml:trace contextRef="#ctx0" brushRef="#br2" timeOffset="476558">19994 11192 15300,'0'-8'3772,"-2"-25"1,-1-7-2619,0-2-987,-1-4 0,1 1 387,1 3 15,2 15-536,0 13 84,0 9-78,8 48-16,-4-7-21,1 2 1,-1 3-1663,-3-9 1,-2 0 1664,-1 3 1,-2 1-4,-1-1 1,-2-1 76,0-2 0,-2-2-73,-9 18 22,2-16 95,4-15 6,5-12-51,3-22-50,3-10-11,1-8-2252,5-22 2263,4-2-767,-2 19 0,0-3 756,2 0 0,0 0-61,1 2 1,0 2 76,1 5 1,1 2 1441,5-10-1414,10 5 2132,-7 22-2176,9-1 3241,-1 15-3258,4 12 434,5 10-445,-5 2-15,-7 3 1,0 3-70,8 19-45,-10-13 0,-3 5-1134,-5 12 0,-5 1-1443,-2-13 0,-1-1 2038,-2 9 1,-1-5 0,-1-9-1,-1-18 1</inkml:trace>
  <inkml:trace contextRef="#ctx0" brushRef="#br2" timeOffset="476760">20017 11191 14421,'-5'-3'7735,"0"0"-6027,5 3-1557,51-59-1437,-6 36 1182,1-13 1,3 3-631,-9 22 1,1 6-3905,1-2 0,0 1 4638,-4 1 0,-3 1 0,9-1 0,-20 3 0</inkml:trace>
  <inkml:trace contextRef="#ctx0" brushRef="#br2" timeOffset="476949">20769 11089 19260,'9'5'3871,"-2"-1"-3211,-7-4-27,0 0-638,-7 69-455,1-31-391,-2 16 1,-1-3 0,3-22 0,-2 2 0</inkml:trace>
  <inkml:trace contextRef="#ctx0" brushRef="#br2" timeOffset="477707">21182 10912 21472,'1'-4'3787,"-1"1"-3496,0 3-218,16 8 11,-11 15-39,12 14-34,-15 15 12,-2 4 21,-4-4 40,-2-6-28,-2-8 6,-3-12 67,0-10-12,1-9-21,2-12-40,1-11-3409,3-24 3358,2 7-107,3-29 119,3 10 2,-1 18 1,0-2-1,1 2 1,1-1 2,0 3 1,0 0-23,5-24-17,5 10 6,5 10 0,6 9 28,5 11-28,2 9 27,-1 7 3312,0 11-3362,-2 9 29,-3 11-29,-5 7 184,-7 8-184,-12-15 1,-2 1 10,-4 12 18,-12 16-1,-4-30 12,-8 1 22,-3-11 22,-1-10 29,2-9-23,6-10-23,8-7 18,8-6-23,9-2 0,7 3-6,5 2-5,5 4 22,1 5-22,2 4 0,2 3-6,5 6-6,20 14-212,-13-2 190,-6 1 0,0 2-5,7 11 5,0 10-6,-17 0 35,-23-1 4,-9-10 1,-33 5-11,8-14-29,-20 4-100,11-13-1378,-1-10-302,18-2-4135,4-5 5938,17 0 0,3 3 0,2 1 0</inkml:trace>
  <inkml:trace contextRef="#ctx0" brushRef="#br2" timeOffset="477940">22164 11126 26245,'-38'36'-667,"5"2"-2172,17 2 2839,-3 2 0,9-18 0,1-5 0</inkml:trace>
  <inkml:trace contextRef="#ctx0" brushRef="#br2" timeOffset="478764">22512 10812 18158,'22'-43'646,"0"0"0,-2 4 0,-6 9 2009,-11 20-2431,-6 4 774,-6 4-970,-1 3 528,-25 12-545,2 7 6,-18 18-12,9 6 6,9 7-17,21-17 1,3 0 5,-2 12-34,15-8 1,4-1-29,5-8 825,4-1 0,5-2-1345,20 0-18,-15-12 1,3 0-772,1-4 1,2-3-2722,-1-3 1,1-1 4091,22-6 0,-22 0 0,-14-1 0</inkml:trace>
  <inkml:trace contextRef="#ctx0" brushRef="#br2" timeOffset="479314">22998 10587 24312,'47'-41'353,"-1"7"-269,-8 29-28,-1 2-11,-3 2-12,-3 3-10,-3 2-6,-4 3 11,-6 1 44,-6 2 35,-6 1 16,-3 1-56,-3-1 107,-1 10-90,-2-4-5,0 13 5,-2-1-28,1 5-39,1 4-1,2 5 7,2 14-18,1-16 1,7 21-17,1-16 28,1 9-6,-7-22 0,-1-2 0,-3 10-11,-12 13-50,-10-22-79,-14 4-471,-8-7-3001,-7-7 3601,8-10 0,15-6 0,13-5 0</inkml:trace>
  <inkml:trace contextRef="#ctx0" brushRef="#br2" timeOffset="481409">23725 11219 20201,'9'3'3568,"-1"-1"-2549,-8-2-761,0 0-191,9 12-61,-7 6-802,-1 23-3001,-15-3 2949,-6 1 0,6-20 0,6-9 0</inkml:trace>
  <inkml:trace contextRef="#ctx0" brushRef="#br2" timeOffset="482086">24013 10802 16247,'0'-7'6464,"0"2"-5300,0 5 208,0 0-1310,12-50-17,-9 47 17,9-28 0,-12 78-23,0 5-28,0 2 0,6 3-271,6-12 271,12 7 1,8-8-1,-4-16 78,16-9 57,-21-16-6,8-14-22,-14-15 5,-2-16 6,5-11-17,4-5-66,-11 29 0,0 0 10,14-25-23,-1 10-16,-7 13-11,-6 12-57,-5 6-290,-4 8-1066,5-1-4597,6 4 6004,3 1 0,-5 1 0,-3 0 0</inkml:trace>
  <inkml:trace contextRef="#ctx0" brushRef="#br2" timeOffset="482302">24698 10739 24246,'41'-21'-2458,"-1"-1"0,0 0 1,18-8-1,-4 9 2227,1 24 0,-18-2 1,-17 1-1</inkml:trace>
  <inkml:trace contextRef="#ctx0" brushRef="#br2" timeOffset="482486">24762 11009 18072,'-3'1'6011,"0"1"-5211,3-2-878,52-30-885,-25 17-2504,8-5 0,0 0 2404,-8 8 0,-12 4 0,-6 2 0</inkml:trace>
  <inkml:trace contextRef="#ctx0" brushRef="#br2" timeOffset="483136">25698 10488 16824,'2'-6'5478,"0"2"-4621,-2 4-342,16-65-174,-14 46-240,6-17 0,-5 4 0,-14 28 5,-7 1-5,-7 2-6,-6 4 12,-6 1-63,-4 4-4,-2 3-12,1 1 16,4 0 7,10-2-23,10-1 22,11-2 17,4 1 51,6 2 28,1 4 5,4 7 29,1 5 4,-2 8-4,-2 10 4,-6 9-106,-3-21 1,-1 1-358,-1 3 1,-2 1 334,0 2 0,0 1-20,0 0 0,1-1-70,3-1 1,0-1 47,2-3 0,2-2-8,9 25-1,9-13-22,10-13-223,9-14-999,8-13-3863,8-16 5102,-5-3 0,-23 5 0,-16 5 0</inkml:trace>
  <inkml:trace contextRef="#ctx0" brushRef="#br2" timeOffset="483911">26143 10608 18414,'0'-5'5439,"1"1"-4106,-1 4-1210,2-29 79,3 42-51,0-17-50,0 54-67,-3-11 16,-9 15 17,-3-10-50,-4-1 53,-2-13 0,-1-3 42,-1-3 140,-12 9-157,21-34-16,4-23-79,12-11 28,5-23-12,-4 27 1,1-1-400,2-13 1,1-2 410,-2 5 0,0 1-14,0 0 0,0 2 19,-1 4 1,1 2-6,7-9-17,13-7 12,1 21-23,8 9 5,-12 14 18,6 10-35,-6 8-4,6 15 32,-5 13-5,-16-8 1,-3 1-40,1 17-37,-7-13 1,-2 0-485,-4 14-115,1-20 0,1 1-1783,-1 26-3832,7-9 6279,0-15 0,0-19 0,-3-11 0</inkml:trace>
  <inkml:trace contextRef="#ctx0" brushRef="#br2" timeOffset="484110">26257 10731 13205,'-2'-3'8351,"0"0"-6575,2 3-1653,34-63-123,-19 45-92,9-17 0,5 3-2524,18 26-6481,10 1 8249,6 2 0,-28 3 0,-15 0 0</inkml:trace>
  <inkml:trace contextRef="#ctx0" brushRef="#br2" timeOffset="484302">26950 10644 25830,'-23'39'-5,"-2"9"-264,13-16-1708,-3 15-1026,10-25 3003,0 8 0,3-19 0,2-1 0</inkml:trace>
  <inkml:trace contextRef="#ctx0" brushRef="#br2" timeOffset="485018">27309 10446 25858,'26'-49'247,"-5"20"-202,-19 69 11,-6 6-28,-4 6-17,-5 1 34,-3-2-6,1-5-6,1-10 7,3-11 111,4-11-22,4-10-96,3-13-16,0-2 11,4-28-17,3 2 6,7-23-423,2-2 422,-6 28 1,1 0-11,6-20 16,-2 16 1,1 1-18,7-5-1637,-6 14 1,0 1 1643,13-2-7,2 10-16,0 7 305,1 6-283,1 6-5,-1 8-23,-2 9 3398,-5 10-3392,-6 9-17,-10 8 22,-11 6 12,-12 0-6,-10-5 16,-7-12 7,-2-10 5,3-13 5,5-8 18,6-10-6,6-7-12,6-5-5,3-2-28,3 6 0,6-2 0,3 11 34,14-1-34,-4 7-6,18 7 1,-3 5-7,13 10-16,1 4 6,-6 3 0,-13 3 5,-14 1 6,-18-1-6,-14 1-22,-15-3-96,-10-2-330,-7-3-739,0-3-1888,6-7 3092,13-6 0,14-5 0,11-3 0</inkml:trace>
  <inkml:trace contextRef="#ctx0" brushRef="#br2" timeOffset="485209">28111 10615 25489,'-20'37'-460,"0"0"1,1-2 0,0-4 459,-6-3 0,11-13 0,4-3 0</inkml:trace>
  <inkml:trace contextRef="#ctx0" brushRef="#br2" timeOffset="485542">28642 10316 20201,'0'-5'4402,"0"0"-2967,0 5-1256,-29-60-39,5 44-82,-2-14 1,-3 4 53,-17 37-50,-4 10-56,4 11 5,10 9 0,13 8-11,10 4 6,11 0-18,14-3-66,12-4-174,17-6-437,10-8-846,6-9-3381,-22-15 1,-1-3 2838,8-1 0,-11-3 0,-33 0 0</inkml:trace>
  <inkml:trace contextRef="#ctx0" brushRef="#br2" timeOffset="486035">28901 10087 24301,'58'-22'86,"0"0"0,-4 1 0,-6 7-25,0 14 96,2 0-101,-20 0 73,-1 0 0,-20 2 16,-3 3 13,-3 5-35,-6 6 39,-1 13-95,0-7 40,-1 16-18,4-7-5,1 12-33,3 5-6,3 2-17,2 4-6,0 0 12,-3-1-1,-2 0 29,-11-4 11,-13 8-68,-1-20-1721,-2-9 1,-2-3 1642,-2-4-213,1-4 1,-3-1-2768,-14-2 3053,-4-1 0,18-7 0,14-5 0</inkml:trace>
  <inkml:trace contextRef="#ctx0" brushRef="#br2" timeOffset="505928">19036 8713 13452,'-52'12'827,"-1"1"0,7-3 0,6 1-323,11 1-420,14-5-50,8-4 223,12-3-27,6-4-107,13-2-44,8-5-29,7-3-33,-7 2 11,9-3-3387,1 1 3348,-10 4 45,4-1 565,-25 9 39,-3 0-374,-9 2-252,-4 1 83,-20 5-6,-26 11-38,-7 3-15,20-5 1,1 0 35,-10 3 68,16-5 0,2-2 68,-1 0-63,-4 2-78,25-10 45,8-3 23,11-3-62,8-4 3358,15-5-3392,12-5-5,9-4-29,-24 10 1,2-1-9,1 0 0,1 0 6,11-2 0,0 0 8,14-4 11,-26 9 1,-5 1 173,-12 4 5,-11 4-134,-15 4-33,-12 4 16,-16 7 23,-11 3 34,-8 4-51,12-4 36,15-5 0,1 1 60,-3 1-29,-9 5-62,21-10-49,9-6-7,7-1 1,3-3 67,6-1 39,7-4-45,12-5-39,15-8-17,12-5 0,-12 8 1,1-1-225,15-5 207,-17 7 1,-1 2 16,-2 0 40,-4 3-1,-17 5-22,-23 10-17,-5 0 34,-39 17-45,-1-1-129,13-5 0,-1 0 137,3-1 1,1-1-15,2 0 1,0-1 10,3-2 1,2 0 11,-16 5-12,16-7-16,18-6 17,9-3 16,13-5-22,10-6 488,14-6-494,12-6 12,5-3-4,-17 10 1,0 1-3,-2 1 0,0 2 17,20-8-3297,-19 10 3314,-26 7-6,-17 7 11,-14 4 6,-12 5-12,-10 2 1,9-2 263,-16 4 268,19-9-374,0 0 55,18-7-156,17-7-68,8-6-5,10-7 3364,12-4-3790,25-3-196,-12 8-2316,-8 6 0,2 2 2921,7-1 0,-6 2 0,-17 4 0</inkml:trace>
  <inkml:trace contextRef="#ctx0" brushRef="#br2" timeOffset="539939">17919 12485 8119,'0'-4'6974,"0"0"-5092,-18-24 0,-6-7-986,9 13-622,-9-14 1,2 5-146,15 25-107,3 16 17,0 5 14,0 17 1,0 6-46,0-1 0,0 2-641,-2 21 1,1 5 621,2-23 0,1 0 0,0 1-494,0 1 0,0 2 0,2-1 297,1 3 1,2-1 0,-1-2-62,1 9 1,2 0-470,1-4 0,3 1 1,-1-3 96,-2-2 0,0-1-16,3 17 0,-3-1 663,-6-21 0,-5-4 369,-14 20 331,-15-18 196,-9-19 845,-1-22-1327,4-23-208,11-23 206,20 16 0,3-3-300,3-26 28,12 8 0,6-1-90,-1 16 0,4 1-31,7-19 0,4 1-3,-2 13 1,1 2-4,3 1 1,-1 2-17,-6 9 0,0 0 5,13-9 0,0-1 0,-12 13 1,0-2 8,15-17 0,-2 1-12,-18 18 1,-1 1 19,3-8 0,-3 2 945,-4 1-707,-3 2-83,-9 14-136,-10 16 18,-9 15 5,-8 15 759,-1 15-809,2 9-6,9 2-11,7-2 0,13-8 0,8-10 0,10-9 0,-3-12 28,19-8 28,-12-14 28,14-9 39,-13-13 56,-6-10-78,-9 5 190,-7-24-84,-10 17 40,-5-16 72,-7 18-21,-3 9-74,-1 8-79,-2 8-83,3 6-34,2 3-84,6 3-62,4 3-229,4 3-723,7 6-1664,5 3-4071,10 2 5957,1-4 0,-5-4 0,-7-5 0</inkml:trace>
  <inkml:trace contextRef="#ctx0" brushRef="#br2" timeOffset="540298">18408 12601 12250,'39'-22'179,"14"19"2165,-20 25-2341,-6-3 0,0 3-54,9 16-44,-14-12 0,-2 3-65,-3 2 1,-2 2 49,-4-1 1,-3 1 160,-1 26 1611,-16-13-1326,-10-14 1047,-8-15-739,-4-12 3301,3-15-3447,8-15 69,8-15-377,13-9-111,11-5-29,9-3-408,8 3 330,5 3-1730,-11 25 1,1 2 1455,9-6-959,12 2-2077,-20 21 3338,6 7 0,-15 1 0,-3 3 0</inkml:trace>
  <inkml:trace contextRef="#ctx0" brushRef="#br2" timeOffset="540588">19136 12240 21192,'2'-44'1146,"0"-1"1,0 5-1,-4 11-709,-7 24-364,-1 16 22,-5 22-33,0 20-37,6-18 0,1 2-627,-2 7 0,2 2 613,-1 6 1,2 1-1,1 3 0,2 1-381,1 1 1,2 0 354,5-3 1,4-2-9,3-3 1,5-3-51,7-5 0,5-4-204,7-7 0,4-4-482,7-6 0,4-6-2518,-8-8 0,3-4 0,-4-1 2902,2 0 1,-3-2 0,2-2 0,-9 0 0,-20-1 0</inkml:trace>
  <inkml:trace contextRef="#ctx0" brushRef="#br2" timeOffset="541265">20046 12459 20498,'-14'-40'1019,"0"1"1,0 2-1,4 9-599,8 21-241,1 2-111,0 1 4,8 11-38,-2 1 44,11 17-10,-4 6-12,2 17-6,-5 11-243,-6-26 0,-1 1 199,-2-1 0,-1 1 16,-3 25 12,-1-13 117,0-17 330,1-17-385,2-13 33,0-16 6,2-13-18,3-19-22,5-12-174,-1 27 1,1-2 114,2 1 1,3 0 30,3-3 0,2 3-187,15-16 159,-1 10 11,-1 19-16,-6 12-12,8 3-22,11 14 0,-14 2-11,13 18-11,-16 2-127,-8-1 1,-1 1-261,5 13-356,-10-9 0,0 1-7619,8 23 8543,-1-7 0,-3-10 0,-8-26 0</inkml:trace>
  <inkml:trace contextRef="#ctx0" brushRef="#br2" timeOffset="541844">21457 12310 21691,'-14'-46'750,"1"1"1,1 4 0,0 9-488,1 21-162,-1 10-79,-2 13 23,-2 14-17,0 15-17,1 12 0,9-22 0,2 2-11,0 0 0,2 1-117,3 0 1,1 0 105,12 26-6,11-12 23,10-16-1,-6-15 74,11-14 22,-20-16 11,7-14 84,-16-13 28,-4-12-112,-5 9 129,-8-15 123,-8 3-140,-5 4-90,-7 5-55,2 27-62,-1 11 210,3 11-244,5 9-67,7 10-240,8 7-814,15 5-2480,15 3-2174,4-8 4944,11 0 0,-25-17 0,0-2 0</inkml:trace>
  <inkml:trace contextRef="#ctx0" brushRef="#br2" timeOffset="542065">22100 12127 24587,'-51'-16'201,"1"0"1,4 4-1,9 12-184,15 42-11,11 20 2,10-23 1,3 3-1205,4 8 1,4 4 1131,-2-13 1,2 2 0,1 1-761,3 6 1,2 1 0,0 1 156,2 4 1,1 2 0,1-1-705,2 3 0,0 1 1,-1-3 42,-4-11 1,0-2 0,-1 2 1327,1 12 0,-1 2 0,-3-14 0,1-6 0,-3 17 0</inkml:trace>
  <inkml:trace contextRef="#ctx0" brushRef="#br2" timeOffset="542206">21952 13747 18571,'-37'-50'1024,"-1"0"0,0 0 0,5 0 0,2 0 0,9 0-933,13 7 0,7 0 1,2 0-1219,3-21 1,5 2 1156,4 3 1,2 2-25,4 4 0,2 1-65,1 4 0,3 2-274,2 1 0,1 1-872,3 2 1,1 0-3171,2 1 1,1 2 4374,-5 5 0,-2 3 0,9-9 0,-18 20 0</inkml:trace>
  <inkml:trace contextRef="#ctx0" brushRef="#br2" timeOffset="542890">23071 12011 16258,'0'-5'4895,"0"1"-3102,0 4-1726,-24-30-22,4 34 0,-24-18 11,4 45-34,-6 5-229,20-16 1,-1-1 228,1 0 1,0-1 38,-23 13 40,9-12 45,10-10 44,8-5 12,9-5-62,7 1 351,4-1-474,2 0 5,3 5-10,-1 0 27,7 11-22,-2 6 16,4 11 6,-1 9-11,0 9 6,0 5-269,0 5 257,2 1-10,1 0-18,6-6-28,10-6-139,9-10-415,14-13-2616,-13-20 0,0-5 750,19-4-2462,-14-8 1,-3-2 3742,-6-4 1,0-1-1,-26 13 1</inkml:trace>
  <inkml:trace contextRef="#ctx0" brushRef="#br2" timeOffset="543096">23548 12149 24301,'12'5'140,"-1"9"-112,-1 28-140,0 5-694,1 2-2376,1 1 3182,2 2 0,-6-24 0,0-4 0</inkml:trace>
  <inkml:trace contextRef="#ctx0" brushRef="#br2" timeOffset="543388">23641 12420 10259,'-3'-7'4794,"-7"-25"1,-1-6-3087,3-4-1151,-3-6 1,2-1 210,6-7-270,6 3-207,5 7-78,9 8-73,6 7-50,7 9-29,4 7-27,11 11-34,-12 8 0,15 17 0,-24 0 0,-2 3 0,15 14-199,-11-4 0,-3 4 199,-3 20-23,-10-20 1,-4 1-9,-4 1 0,-5-2-3,-4-1 1,-4-2-4,-5-2 1,-4-3-62,-3-3 0,-4-4-188,-1-3 1,-2-4-508,0-3 1,0-3-3560,-24-3 4352,7-22 0,21 7 0,9-10 0</inkml:trace>
  <inkml:trace contextRef="#ctx0" brushRef="#br2" timeOffset="544124">24164 11902 14348,'-3'1'5937,"0"0"-3472,3-1-2364,22-35 72,4 17-98,-3-4 1,3 0 70,20 6 61,7 1-140,-20 7 85,10 1-46,-26 7-39,2 3 73,-10 5 6,-7 7 50,0 18-73,-2 3-56,0 2 20,0-4 0,1-1-65,1 0 0,0 3 1,3 2 11,8 8-20,-2-15 0,0-1-3,10 18 39,6 8-5,-8-13-6,-1 17-11,-14-12-17,-16 2 12,-7-22-18,-33 7-505,9-16 355,-9 3-2818,-7-13-6868,26-14 8215,-5 1 0,25-4 0,9 5 0</inkml:trace>
  <inkml:trace contextRef="#ctx0" brushRef="#br2" timeOffset="544531">24815 11698 26021,'-21'-57'123,"17"26"-123,24 46 0,8 14 3,4 2 0,1 2-1223,6 8 1,0 3 1220,-11-12 1,0 2 0,-2 3-27,1 11 1,-1 4 0,-3-2-21,1 3 1,-5 1-119,-8-4 1,-3 5 0,-6-5-592,-10 0 0,-7-2-1517,-6 11 0,-5-1 2271,1-18 0,-2-2 0,1-4 0,2-3 0,2-3 0,-1-5 0,0 1 0</inkml:trace>
  <inkml:trace contextRef="#ctx0" brushRef="#br2" timeOffset="545385">25711 11819 22912,'-28'-22'339,"0"0"0,-21-9-294,21 46-17,6 3-12,8 4-10,6 0 5,7 0-16,9-2 16,6-1 17,9-2-17,7-3 6,4-4 5,2-3 1,0-4 10,-3-2-22,-1-1 1,-3 0 16,-6 1-23,-8 3 29,-9 10-12,-9-3 12,-11 12 16,-9-2-5,-10 10 22,-3 3-11,0 3-22,7-1-1,8-3-16,10-4 0,9-6 0,9-5 16,8-4 12,6-5-11,2-5 11,1-1-17,-4-3-23,-5 2 18,-6 0-7,-6 5 1,-3 4 6,-8 7 5,-5 7 22,-9 10-11,-2 5 17,-1 5 11,7 0-22,7-6-11,13-7 61,16-4-67,0-12 11,22 1-5,3-13-40,-12-2 1,1-2-535,4-3 0,1-1-3017,0-2 1,-2-1 3556,23-9 0,-25 6 0,-17 3 0</inkml:trace>
  <inkml:trace contextRef="#ctx0" brushRef="#br2" timeOffset="547409">19521 13983 23556,'-18'-38'34,"4"21"-51,19 67-151,2 6-700,4 4-2196,5-1-6027,3-5 9091,0-14 0,-6-18 0,-6-13 0</inkml:trace>
  <inkml:trace contextRef="#ctx0" brushRef="#br2" timeOffset="547756">19685 13683 19143,'-21'29'81,"0"1"0,-5 22 87,48-20 84,2-9 163,-1-9-163,-6-7 352,4-18-329,-8-6-1,1-15 51,-8-2 51,-12-3-7,-7 5-100,-12 5-112,-6 10-90,-4 8-50,1 11-62,6 7-106,10 9-409,10 8-1949,13 8 2509,12 10 0,-6-20 0,3 1 0</inkml:trace>
  <inkml:trace contextRef="#ctx0" brushRef="#br2" timeOffset="547989">20166 13654 22598,'-19'50'22,"1"0"0,0 1 1,1-1-1,3 0 1,6-1-77,17 12 1,6 1-1620,-7-16 1,1 1-1,-1 1 982,1 3 0,0 2 0,0 0-1550,-1 1 1,1 1 0,-1-2 2011,-2-5 0,1-2 0,-1-5 0,-1-5 1,-1-7-1,-2-8 0</inkml:trace>
  <inkml:trace contextRef="#ctx0" brushRef="#br2" timeOffset="548132">20134 14938 17299,'-18'-43'805,"1"-1"1,-1 1-1,3 2 1,1-1-1,3 4-618,6 4 1,3 0-549,4-15 0,3 1 453,0 16 0,2 1-50,4-15 0,3 0-34,1 10 0,3 3-76,1-1 1,3 2-471,2 1 0,2 2-2646,2 1 0,0 3 3184,-2 3 0,-2 3 0,8-4 0,-15 11 0</inkml:trace>
  <inkml:trace contextRef="#ctx0" brushRef="#br2" timeOffset="548581">20805 13833 23069,'-18'-40'582,"0"1"1,1 2-1,1 12-475,4 25-12,-1 14 28,1 34-92,7-18 0,1 4-685,-2 12 1,2 4 667,1 1 0,1 1-6,3 3 1,3 0-32,2-1 1,4-1-62,5-4 0,6-3-488,5-6 1,5-6-662,6-5 1,5-7 1232,9-6 0,-1-4 0,7 0 0,-3-10 0</inkml:trace>
  <inkml:trace contextRef="#ctx0" brushRef="#br2" timeOffset="551255">21483 13986 8926,'3'-7'7623,"0"2"-4094,-3 5-1760,0 0-1303,2-47-203,-6 35-145,-1-32-45,-9 55-17,-5 10-12,-6 12-10,-4 11-23,-1 7-8,15-22 0,2 0 14,-7 29-34,8-2-174,22-2 51,2-20-274,25-2-270,-1-20-385,14-3-455,3-8-644,-2-12-453,-4-9 739,-5-11 1327,-10-8 768,-8-8 493,-11-6-174,-8 9 1649,-6 1 0,-4-10 0,1 7-1034,-3-14-837,2 17 0,-1-6 0,0 12 368,-3 11-185,2 11-274,2 8-175,2 8-21,3 9 16,0 14 6,2 18-6,2 14-340,0-23 0,0 1 309,1 0 1,0 1-1,0 0 1,0-1-47,0-1 0,0-1 44,4 27 10,-3-9 1,-3-11 11,-1-13 123,-2-12 68,3-12 523,3-14-675,7-13 93,4-12-88,6-9 24,2-3 55,2 5 39,-3 6-44,-2 9-68,-4 8-27,-1 7-7,6 6-32,-1 10-18,12 15-16,-7 6-85,3 12-234,-6 1-533,1 0-1210,12 2 1530,-10-14-404,18-3 236,-12-19 515,10-10 352,-6-10 219,-7-9 291,-7-3 180,-8 2 66,-8 3-38,-4 5-146,-3 7-50,-3 6-443,0 3-157,0 3 0,1 1-61,2 1-1,3 1 18,3 0-29,2 0 23,10-5 0,2-5-17,7-8 5,0-9 18,-4-6 44,-7-6 39,-8-1 29,-9 1-7,-8 8 24,-15 5-85,4 11 62,-10 4-39,12 8-23,-3 7-50,3 6 0,5 10 5,3 9-22,5 16-6,5-11-106,8 13-375,10-17-3065,23 15 293,-9-16 3259,15 4 0,-32-25 0,-1-2 0</inkml:trace>
  <inkml:trace contextRef="#ctx0" brushRef="#br2" timeOffset="551506">22959 13945 25152,'-43'-21'99,"0"0"0,3 3 1,7 12-84,17 33-5670,-1 25 5631,11-22 1399,-1 29-1943,18-10-586,6-3 1083,8-5-4524,24-16-2189,-9-18 1832,10-4 4951,-9-13 0,-25 5 0,-1-3 0</inkml:trace>
  <inkml:trace contextRef="#ctx0" brushRef="#br2" timeOffset="551732">23268 13688 18561,'-3'-60'1631,"0"-1"1,1 11 0,-1 7-1088,-6 14 553,5 18-1019,0 6 281,3 4-325,0 14 149,1 9-166,-1 21-6,0 14 170,-1-5-209,2-5 0,0 2-532,-1-12 0,1 0-275,2 15 1,1 0-1163,1-13 0,2-2-1506,4-6 1,2-2 3502,11 11 0,-6-19 0,-6-11 0</inkml:trace>
  <inkml:trace contextRef="#ctx0" brushRef="#br2" timeOffset="552008">23527 13683 17277,'-3'-3'5490,"0"1"-5009,3 2 460,-65-19-527,34 22-260,-11-9 0,1 5 9,14 21-113,8-1 23,6 9 0,9 13-40,4 6-5,5 11-11,3-10 6,4-7 0,6-10 5,7-13-28,12-9-79,11-15-543,12-11-534,-26 4 0,-1-1-3011,1-2 0,-1-1 3343,21-14 1,-23 12 0,-16 7 0</inkml:trace>
  <inkml:trace contextRef="#ctx0" brushRef="#br2" timeOffset="553184">24098 13476 12858,'0'-7'7394,"0"2"-6644,-6-27 0,-3-7 550,-4 8-1006,2-10 0,-2 3 87,-3 21-196,2 11-79,-1 9-39,-4 11-33,-5 15 0,-4 14-32,13-16 1,0 3-161,1 2 0,1 1 163,2 2 1,3 0-12,2-1 1,3 1-4,4-3 1,4 0-48,16 23-101,15-11-173,11-12-174,7-13 11,3-11 141,-1-15 167,-4-10 162,-6-13 79,-10-6 84,-10-3 236,-7-4-192,-9 17 248,-3-2-41,-6 21-183,0 2-102,-1 4 238,1 10-321,4 1-7,6 10-10,9-3-17,9-1 11,7-3-11,4-6 5,-1-3 23,-5-7 11,-8-6 17,-7-9 72,-5-9 124,-1-6 162,-5-1 113,-1 2-46,-4 5-100,-2 8-90,0 7-123,-1 7-101,0 4-34,-1 12 6,-6 26-28,2-3 3,0-1 0,-1 3-667,0 26 560,3-20 1,0 2-505,2 1 1,1 1-841,2 1 0,2 1 1448,3 3 0,1-4 0,2 6 0,2-6 0</inkml:trace>
  <inkml:trace contextRef="#ctx0" brushRef="#br2" timeOffset="554230">25088 13529 21007,'-2'-47'1202,"1"0"1,-1 4 0,-1 9-834,-3 17-274,0 8 45,-7 14-11,-2 9-33,-11 15-46,-3 13-19,10-7 0,1 2-419,-5 17 388,8-12 0,3 1-11,6 10-34,6 10-281,16-11-145,14-13-425,13-11-224,7-9 201,2-10 510,-3-9 443,-3-10 285,-6-11 718,-2-14-589,-14 9 487,-1-9-106,-15 18 203,-1-1-596,-5 8-3,-7 6-276,-1 3-84,-3 5-34,0 2-16,4 5-12,2 2-6,5-3 1,6-2 5,9-6-5,10-5-12,10-8 12,5-10 5,0-11-407,-2-12 407,-21 17 0,-2-3 6,-1-2 0,-2-1 2,-1-2 1,-2-2 5,-2-6 0,-3 0 6,-2 9 0,-1 1 14,-3-28 39,-8 17 28,-3 16 33,-3-3 46,-1 7-85,6 11-78,1 4-22,6 8 412,-2 7-406,0 6-1,-2 11-11,0 40-11,2-20-142,3-10 1,0 2 96,4 19-174,4 4-151,-1-22 1,1 1-245,2-2 1,3-1-471,6 2 0,2-3 439,10 8 62,-5-21 1,3-5-197,11-10 706,9-13 594,2-19 190,-13-6-274,-6-1 487,-11 3 338,-10 9-70,-2-3-894,-7 11 329,-9 1-476,0 10 67,-9 0-101,5 5-78,-1 3-17,6-1-22,11 4 17,2-6 5,15 0-22,13-15 28,2-3-12,2-7 12,-1-20-6,-16 6 6,2-8 56,-13-8-40,-6 27 96,-7-14 78,-14 23-55,-7 4-12,-9 8-96,9 8 91,-11 19-90,11 7-57,-6 20 12,13-8 0,8-5 0,4 0 0,0 2 0,5-3 0,5 2-212,23 14-455,-10-25 0,3-1-1103,7 1 0,2-4 1770,1-6 0,-1-4 0,5 2 0,-5-7 0</inkml:trace>
  <inkml:trace contextRef="#ctx0" brushRef="#br2" timeOffset="554831">26511 13184 18331,'6'-46'838,"1"1"0,-1 8 1,-1 7 1376,-6 12-1956,-1 16 473,-1 2-620,-4 14 39,-6 15 12,-9 23-99,6-16 0,0 3-135,-3 6 1,0 2 87,1 3 0,1 1 22,3 0 1,3 0-49,3-3 1,6-1-6,6-4 0,6-3-349,6-3 0,6-4 144,9-6 1,6-5-365,8-5 0,4-6-753,6-5 1,2-6-3563,3-7 0,-2-4 4898,-8-1 0,-4-2 0,12-8 0,-30 7 0</inkml:trace>
  <inkml:trace contextRef="#ctx0" brushRef="#br2" timeOffset="555575">27022 13318 16790,'0'-9'3167,"-5"-32"1,-1-8-2003,0 7-1068,-2-11 1,0 1 390,2 16 73,1 9-533,2 14-28,2 6 113,3 11-90,5 9-23,4 12-6,5 17-89,0 12-101,-8-23 0,-1 2-526,-1 1 0,0 2-261,0-1 0,0 0-334,-1-2 1,0-1-1311,5 21 1423,-2-14 1187,-2-15 404,-4-14 492,-1-17 241,-6-12 676,-2-14-1192,-2 2 236,0 1 0,0-3 119,-3-16-553,2 13 0,1-1 238,-4-18-146,4 9-151,3 8-190,6 7-84,9 5-34,12 4-22,15 6-17,-3 9 0,0 1 0,17 1 14,-9 4 0,0 2-283,16 12 263,-22-2 1,1 2 5,-3 5 0,-3 2-6,-2 3 1,-4 3-4,-6 1 1,-3 2 2,-6 3 1,-6 0-1,-7 1 1,-6 0 2,-4 0 0,-5-2-11,-4 0 0,-4-3-9,-1-1 1,-2-4-15,-1-1 1,0-4-76,0-2 0,1-4-537,-28 4-1020,12-16-3361,15-13 5030,16-7 0,10 4 0,5 5 0</inkml:trace>
  <inkml:trace contextRef="#ctx0" brushRef="#br2" timeOffset="555797">27852 13281 19468,'0'6'3332,"0"0"-2665,0-6-320,0 0-302,-8 65-393,0-20-189,2-4 0,-1 1-7709,-12 13 7426,3-24 0,2-5 0,5-11 0</inkml:trace>
  <inkml:trace contextRef="#ctx0" brushRef="#br2" timeOffset="556681">28303 13071 15894,'-7'-34'3898,"0"0"1,1 7-3507,0-12 0,0 3 459,6 18-783,0 5 10,0 5-61,2 25 5,3 9 1,4 24-23,0-16 0,3 2 2,-1-5 1,2-1-116,4 5 0,3-3 102,20 13 11,-5-15 22,6-4-5,-15-16 28,0-3 50,-7-21-34,-8-11-27,-3-7 243,-4-13-232,-3-2-17,-1 9 0,0-3-158,0 8 0,0 0 146,0-3 1,0 3-11,0-1-6,1 11-62,3 15-162,4 4-689,8 12-1445,8 9-22,0 1 2380,13 14 0,-23-20 0,6 6 0</inkml:trace>
  <inkml:trace contextRef="#ctx0" brushRef="#br2" timeOffset="556882">28991 13099 25612,'-11'25'-269,"1"20"-1260,9-10-5204,0 20 6733,1-18 0,1-12 0,0-14 0</inkml:trace>
  <inkml:trace contextRef="#ctx0" brushRef="#br2" timeOffset="557746">29485 12836 13144,'0'-4'9830,"0"1"-7506,0 3-2228,-10-35-74,6 32 0,-8-15 1,7 50-12,-2 18 11,-2 10-16,5-28 0,0 0-4,0 1 1,1-1 3,0 27-29,2-8 23,1-10 6,1-13 0,0-13 5,-1-11-17,0-15 23,0-9 0,0-15-12,0-11 1,-1 5 5,2 2 0,0-3-244,2 9 1,0-2 249,1-15 0,2-1-6,1 8 0,2 1 3,0 5 0,2 1 8,1 5 1,2 3 50,17-10-45,2 16-39,0 13-17,1 9-12,0 12 29,-5 11 493,-7 14-499,-12 11 23,-20 7-301,-3-25 0,-4 0 303,-6 2 1,-3-1-7,-4 0 1,0-2-149,0-2 0,0-3 169,-21 13 38,15-16 23,15-12-22,12-6-40,6-3 578,5 0-600,3 0 23,14 3-23,-2-1 282,21 6-411,0-3-381,18 5-199,-25-6 1,1 0-1043,2-1 1,0 0 1750,5-1 0,-2 0 0,5-1 0,-5-1 0</inkml:trace>
  <inkml:trace contextRef="#ctx0" brushRef="#br2" timeOffset="558123">30200 12776 13317,'-2'-5'8217,"0"1"-5400,2 4-2335,-54-60-168,35 43-191,-12-17 1,2 7-80,19 27-21,-2 7-6,-4 8-17,4-2-12,-6 8 29,9-5-17,1 3 6,6 2 11,9-1-12,10 4 12,11 1-23,9 6 6,7 4-5,-2 6-23,-3 0 28,-10 1 22,-13-5-16,-16-4 16,-16-5-11,-15-6 1,-13-4-52,-7-7-397,-4-8-1831,2-12 1420,3-12 0,24 8 0,6-4 0</inkml:trace>
  <inkml:trace contextRef="#ctx0" brushRef="#br2" timeOffset="559251">30322 12511 19966,'-15'-17'1338,"2"3"-571,13 14 1037,0 0-1619,-4-6-123,1 3 50,-5-7 11,-1 4-61,2 0 61,-5-1 78,3 2-5,1 0-22,2 2-56,4 1-23,2 1-90,7 1 23,13 4-28,1 1 23,35 20-34,-10 3-275,-17-11 0,1 2 266,3 4 1,2 3 5,4 5 0,0 2 0,1 2 0,-2 2-489,5 7 0,-6 3 430,-14-5 0,-6 0-22,-5-9 0,-5 2-328,-8 8 0,-11 1-2106,-14 0 1,-7-2 2528,5-2 0,-1-3 0,-2-5 0,2-5 0,3-5 0</inkml:trace>
  <inkml:trace contextRef="#ctx0" brushRef="#br2" timeOffset="560010">31102 12467 22363,'-37'1'172,"1"1"0,0 1 0,2 5-49,-16 23-95,9 0 33,15-4-27,15-7 128,35 4-83,14-12-54,-4-3 0,3-2-431,3-3 0,0-1 411,-7-2 1,-1 0-140,12 2 1,-2-1 144,-1 1-11,8 2 62,-34-1 61,-15 1-50,-4 1 896,-11 4-840,-9 5 227,4-2-283,-13 13-73,18-10 6,-4 8-6,11-4 11,4 0 17,2 2-22,5 1 5,2-2 0,4-4-11,0-6 45,11 0-17,-1-8-6,8 0-22,-4-3 6,-7 0-6,-7 0 45,-10 10-23,-18 8-11,3 3 6,-12 3 56,-12 6-40,6-6-5,-11 13 17,19-10 6,13-3-1,7 0-11,12-2 12,6-2 16,10-3 0,7-4-17,10-6-167,7-6-1110,10-5-6832,5-6 8059,-8-2 0,-19 5 0,-17 1 0</inkml:trace>
  <inkml:trace contextRef="#ctx0" brushRef="#br2" timeOffset="560857">31983 12580 12225,'-1'-6'8788,"0"1"-6654,1 5-1372,-4-63-432,3 47-268,-4-45-45,3 72 0,0 13-23,1 20 17,0 17-317,2-25 1,-1 2 293,1 3 1,1 1-56,0 1 0,2 0-168,1-2 0,2 0-199,1-4 0,1-1-156,2-4 1,-1-1-1606,10 19-1967,-6-13 247,-6-16 3133,-6-8 1,-2-11-1,0 0 1</inkml:trace>
  <inkml:trace contextRef="#ctx0" brushRef="#br2" timeOffset="561663">31904 13002 8590,'-3'-5'9830,"1"2"-6839,2 3-2661,-15-60-240,25 37-79,-8-13 0,6 2 0,35 17-22,-9 8 0,1 0-6,14-4-6,-13 5 1,-2 0-11,3-1 49,1-2 1,-14 2-6,-13 1-11,-8 2 28,-6-3 40,-3 0 55,-3-4 146,-1 0 263,1-2 146,3 1-101,2 2-202,2 2-190,2 3-96,1 2-89,1 3-28,10 4 28,-3 2 6,15 11 11,-3 6-23,10 10-33,1 8-34,-12-14 0,-1 1 23,6 10-68,0 12 51,-20-22 45,-6 3 39,-13-9 67,-3-10-51,-1-6 34,5-11-11,7-6-11,0-11-22,13-14-29,7 5 0,5 0 1,12 8-3415,8 5 3409,-6 4-1829,24-3 1543,-23 11 123,6-1-134,-6 0 151,-13 2 135,3-4 2664,-7-1-2608,-8 4 2612,-3 0-2602,-7 6 7,-3 0 5,-6 6-45,1 0-5,-11 14 5,10 1-11,-4 5 0,7 5 11,5-3 6,4 6-12,8-2-10,17-3 10,-5-10 7,13-3 27,-14-12 45,9-13 11,-8-3 56,0-14-67,-10 6 79,-3-8-12,-5 4 45,-2-11-135,-1 8-38,-1 2-23,0 14-39,0 6-241,0 3-1249,4 4-1289,5 3-4032,6 3 6850,1 3 0,-5-2 0,-5-4 0</inkml:trace>
  <inkml:trace contextRef="#ctx0" brushRef="#br2" timeOffset="562031">33067 12690 15429,'7'0'5590,"-1"0"-4739,-6 0 236,0 0-891,-15 9 84,15-7-151,-11 7 89,32-10-179,-8-2 6,18-7-6,-11-2 57,12-15 4,-9-2 57,-2-8-50,-13 12 184,-6-1 190,-13 8-307,-2 4-67,-6 4-57,1 10-38,5 4 16,-4 11-12,4 9-10,1 0-6,4 13-11,9-9-12,14 19-123,7-8-451,1-13 1,5-2-2048,2-4 1,1-2-3618,22 10 6261,3-7 0,-39-16 0,-2-2 0</inkml:trace>
  <inkml:trace contextRef="#ctx0" brushRef="#br2" timeOffset="562864">33117 12327 15294,'-1'-3'5226,"0"1"-4067,1 2-1063,65-41-35,-25 27-261,6-8 1,2 1 233,2 18-29,-8 5 92,-8 4-91,-11 5-1,-10 2 79,-8 2 85,-10 2 77,-8 1 331,-8 0-381,-3-1-123,6-5 45,-1 4-62,12-5-12,0 4-10,6-4 50,5-2 6,3 1-18,8-3-10,7 0-28,10 0-1,7 0-10,4-1 10,3 0-33,-18-2 11,-4-1 23,-20-1 11,-6 1 22,-11 5 0,-12 3-16,-13 5-23,5-1 28,-17 12-40,24-4-4,-4 9-1,21-7 11,12-5 6,8-2 0,11-1-11,11 0-17,7 2 6,5 1-1,0 3-10,-5 1-7,-9 2 12,-11-2 6,-9 0 11,-15-1-6,-10-1 0,-14-3-5,-9-2-146,-9-4-947,-5-4-6188,-3-4 6427,7-2 0,19-2 0,14-1 0</inkml:trace>
  <inkml:trace contextRef="#ctx0" brushRef="#br2" timeOffset="564452">21891 14882 18425,'-38'-5'739,"0"1"1,-20-6-644,68 1-18,11-4 12,27-7-79,-9 7-261,-3 3 0,2 0 244,-6 4 1,1 1-308,12-2 0,4 0 324,-5 2 0,1 1 0,1 0-640,17-2 1,-1 1 622,0 0 0,-1 1 12,0-1 0,-2-1-1,-10 1 1,0-1-9,13-2 0,2-1-6,-4 0 1,2-1-2,-14 2 1,0-1 0,-2 1 12,2 0 0,-1 0-17,15-2 0,-2-1-486,-21 5 0,-2-1 494,12-1 1,2 0-15,1-2 0,3 1 12,-4 1 1,3 0 0,-3 0 12,5 0 1,2-1 2,-7 2 0,7-1 1,0 0-1,-8 2 66,0 0 1,1 0-75,3-1 0,8 0 0,1 0 0,-9 1 62,-2 0 1,-1 0-65,0 0 1,9-1-1,0-1 1,-6 1-183,-9 1 0,-4-1 1,1 1 186,8-2 1,2 0 0,-2-1-8,-3 1 0,-1-1 1,-3 0-168,10-2 0,1-1 191,0 1 1,4-1-1,-2 0-620,-8 2 0,-1 1 1,0-1 597,8 0 0,0-1 0,-3 2 2,-2 0 0,-2 1 82,7-1 0,-3 2-82,-17 3 0,-1 0 541,3-1 0,0-1-533,-4 1 1,-2 0-15,18-4-1490,5-4 1485,-13 4 0,0 0 0,2 1 5,8 0 102,-9 3 1,8 0 0,-4 1-95,0 1 1,-1 0-213,10 0 1,0 0 206,-7 2 0,-4 0 11,-8-1 1,-3 1-9,22-1 2054,3-8-2031,-31 2 141,14-7-164,-12 5-6,1 0 0,2 0 6,5 1 0,14-2 0,3 1 411,-2 3-425,10 1 0,1 0-8,-10 3 10,-7 1 1,-2 1 23,-1-1 10,10-3-5,-12-2-12,6-5 3284,-14 3-3289,18-6-40,-3 5 15,-10 2 0,3 1-295,-4 2 0,0 1 280,9 0 1,-2 1 0,18 2-14,-24 2 0,-2 1-9,17 2 73,7 0 73,-22 0 244,-11-7-339,-12-2-3155,2-4 3155,-3 1 420,11-5-398,-6 4-22,10-4 11,-10 5-39,2 0-594,-2 1-2510,-1 0 3143,-1 1 0,-9 3 0,-5 2 0</inkml:trace>
  <inkml:trace contextRef="#ctx0" brushRef="#br2" timeOffset="568381">23887 14902 23198,'-2'-48'358,"1"1"0,-2 1 1,3 17-303,4 32 28,-2 13-28,1 2 17,0 39-45,0-3-547,-1-12 1,-1 1 495,2 17-2,1-15 0,1-2 31,0 0 2,1-2 0,0 0 9,-2-6 11,-2 9 6,-9-21-17,-8-7-29,-1-8 1089,-11-3-1021,-9-4 5,-1-4-22,-6-4-16,11-7 16,2-6-11,9 3-6,2-1 40,-11-11-3409,7 10 3420,-12-10 11,16 18-28,6 5-40,7 3 7,4 2 5,12 5-6,3 2-16,14 5 3403,3 4-3398,17 6-28,-14-5-17,17 8 23,-16-8 17,1 0 11,8 0 11,5-6-12,1-2 1,6-12 12,-16-9 10,-5-10 0,-4-5 28,-6 1-22,-7 6 140,-5-3 11,-9 11-157,0 0 6,-4 8-34,-1 4-67,1 0-980,0 5-639,3-1 1675,3 5 0,-2-5 0,0 1 0</inkml:trace>
  <inkml:trace contextRef="#ctx0" brushRef="#br3" timeOffset="589392">21098 16429 19848,'10'-49'1150,"-1"1"0,0-1 1,-1 11-625,-5 25-291,0-1-145,-2 13-17,-1 11-45,0 1 50,1 30-44,1 2-196,-1-10 1,0 3 172,0-2 0,0-1 0,0 2 0,-1-1 6,0 18-1640,-2-18 0,0-3 1640,-1-3 185,-8 17 16,4-34-22,-3-4-106,5-18 193,1-13-238,2-15 11,6-14-31,-1 19 1,0-1 1335,2-7 0,1 0-1319,1-4 0,-1 0-11,1-1 0,0 2-26,-2 11 1,1 0 16,3-7 1,1 3 33,6-4-28,10-10-17,-2 28 11,2 12-11,0 8-39,2 13-11,-1 10 28,-1 13-11,-7 13 10,-9 11 1,-11-23 0,-5 0 68,-2 3 0,-5 0-57,-3 0 0,-3 0 3,-2-3 0,-1-2-44,1-4 0,0-3 80,-16 9 45,10-16 11,11-10-78,9-11 0,7-2 570,9-2-593,6 1 130,3 3-113,12 1-17,21 0-11,8-1-622,-19 2 1,1 1 139,-2 0 0,-1 0-694,24 0 1193,-7 0 0,-4-1 0,-15 2 0,-4-1 0,0 0 0</inkml:trace>
  <inkml:trace contextRef="#ctx0" brushRef="#br3" timeOffset="589757">22152 16090 17557,'-3'-6'6178,"2"2"-4800,1 4-980,-55-63-179,30 47-163,-12-16 0,1 7-45,17 30-11,-2 11-23,13 3 1,3 9 44,5 6-33,11 3-11,9 2 5,13 0 6,11 0 11,6-1 0,-24-19 0,0-1-17,20 17 34,-14-3-17,-15-2 11,-23 0 11,-18-1-33,-18-2 6,-11-5 44,-3-9-106,2-10-432,10-12-1383,15-8-6201,16-11 7235,15 1 0,2 9 0,2 7 0</inkml:trace>
  <inkml:trace contextRef="#ctx0" brushRef="#br3" timeOffset="589991">22506 16103 24038,'49'-28'-2553,"-1"-1"1,0 2 0,-4 7 2552,4 15 0,-16 1 0,-14 3 0</inkml:trace>
  <inkml:trace contextRef="#ctx0" brushRef="#br3" timeOffset="590173">22622 16336 20744,'-7'2'4307,"2"0"-3987,5-2-174,0 0-4498,46-24 4071,-19 14-2653,21-10 1,3 1 2933,-2 5 0,6-2 0,-33 10 0</inkml:trace>
  <inkml:trace contextRef="#ctx0" brushRef="#br3" timeOffset="590740">23374 15890 24799,'5'-62'174,"-4"13"-146,-17 57-17,-4 2-5,-4 2 27,-17 7-44,19-11 39,-19 8-5,21-11-23,-2 3 16,9-4-10,7 0 33,4 2 28,2 1 1,0 6-3258,3 11 3263,0-5 61,3 18 23,-2 0-6,-1 16-76,-2-21 1,-1 0-29,0 2 1,0 0-14,0 8 0,1-1-12,3 14-8,0-19 0,4-3 8,13 1-33,15 1-264,-7-22 1,3-3-1602,28-1 2571,2-7-695,-28-8 0,-5-2 0,-7 1 0,10-5 0</inkml:trace>
  <inkml:trace contextRef="#ctx0" brushRef="#br3" timeOffset="591477">23761 16113 23241,'5'-40'742,"1"1"0,3-24-473,-8 62-118,-1 10-55,0 2 10,0 18-49,0 6-32,-1-4 1,-1 2-12,0 2 0,0 0 8,-1 5 1,-1-2 39,-4 18-3348,0-18 3359,3-23 173,0-10-184,3-12-57,-1-10 12,2-13-6,0 0 40,1-33 2140,4 5-2177,-3 24 0,1-2 28,6-11 0,1 1-329,8-10 312,-7 22 0,2 1 59,13-9-11,4 16-40,3 5-10,8 7 1168,-2 18-1180,3 12-5,-7 5 13,-8 4 1,-1 4-14,8 20-261,-11-10 0,-1 2 45,-7-4 0,-3 1-339,-2 0 0,-2-1-386,3 19-6318,-2 6 7253,-5-36 0,-1 2 0,-2-21 0</inkml:trace>
  <inkml:trace contextRef="#ctx0" brushRef="#br3" timeOffset="591671">23844 16214 15249,'-6'-1'6632,"0"0"-6010,6 1-123,0 0-426,58-70-1298,-5 38 1124,-19 5 0,4-5 0,1 6-2596,18 9 0,0 7 2697,-13 1 0,-4 1 0,-2 1 0,-5 2 0,-8 1 0</inkml:trace>
  <inkml:trace contextRef="#ctx0" brushRef="#br3" timeOffset="591864">24657 16110 24799,'-9'50'-693,"0"1"1,0-4 0,3-6-7257,5-3 6534,1-8 0,0-12 0,0-9 0</inkml:trace>
  <inkml:trace contextRef="#ctx0" brushRef="#br3" timeOffset="592582">24849 15879 20425,'0'-4'3753,"0"1"-2779,0 3-856,19-2-17,-12 19-39,13 7-34,-17 20-11,-7 5-1,-5 0-10,-1-13 11,-6 8 0,6-22 78,-2 3 45,7-18-56,2-14-45,2-10 11,0-16 6,2-16-31,1 18 1,1-2-280,0-5 1,2-1 278,2-2 1,0 0 13,1 1 0,0 1 11,0 6 1,0 1 55,8-17-5,0 15-45,1 12-28,2 9-6,2 6 1,3 6 534,3 7-574,2 7 23,1 7 5,-1 6 6,-6 7-6,-10 4-6,-11 5 7,-15 1-29,-7-1 17,-7-8 11,1-8 11,5-12 29,4-8-29,6-12 17,5-6-5,3-6-6,9-7-11,-1 9-12,7-5-5,-1 11 0,5-3 0,2 3 12,4 4-12,3 2 0,4 9 11,5 7-17,2 11 12,-3 9-51,-5 8 23,-12 4 16,-12 2-16,-16 0 10,-12-3-66,-12-3-124,-7-7-363,1-9-769,3-10-2049,8-15 3383,10-14 0,10 5 0,7-4 0</inkml:trace>
  <inkml:trace contextRef="#ctx0" brushRef="#br3" timeOffset="592799">25565 15922 25141,'-12'38'-97,"0"1"0,0-1 0,0-5-3376,0-14 3473,-5 7 0,8-12 0,0-2 0</inkml:trace>
  <inkml:trace contextRef="#ctx0" brushRef="#br3" timeOffset="593373">25949 15707 22487,'17'-44'903,"0"1"0,-1 5 1,-6 9-770,-12 18 24,-5 9-46,-3 4-34,-5 7 23,-13 13-62,0 5-28,-2 5 17,-1 7-11,9-1-14,9-8 0,1 1 8,-2 21-33,16 6 10,8-25-38,22-1-325,5-11-1121,18-1-4744,4-8 6240,-7-6 0,-20-5 0,-15-1 0</inkml:trace>
  <inkml:trace contextRef="#ctx0" brushRef="#br3" timeOffset="593599">26428 15870 26430,'-3'21'-174,"-6"14"-6646,-4 6 1824,-2 12 4996,5-14 0,4-14 0,4-11 0</inkml:trace>
  <inkml:trace contextRef="#ctx0" brushRef="#br3" timeOffset="593848">26677 15647 26239,'-16'11'56,"4"9"-112,12 26-537,0 5-293,-1-9-8945,-1 16 8506,-1-33 1,1 7 0,2-26 0</inkml:trace>
  <inkml:trace contextRef="#ctx0" brushRef="#br3" timeOffset="594148">26682 15728 22599,'4'-54'1017,"0"1"1,-1 5-1,1 6-821,1 10 107,7 1-208,3 16-62,2-3 7,13 9-18,11 17 6,5 8-222,-17 1 0,-2 4 205,-3 3 0,-3 1-8,2 4 0,-2 1-45,11 18 28,-18-13 0,-5 1 14,-13 12-6,-4-14 1,-4-1-134,-9-8 1,-3-3 124,-5 0 0,-1-4-36,-21 9-382,13-15 1,0-3-34,1-3-4451,1-8 1,2-3 3576,12-3 1,-3-6 0,21 10-1</inkml:trace>
  <inkml:trace contextRef="#ctx0" brushRef="#br3" timeOffset="594781">27178 15332 24643,'36'-34'169,"1"-1"1,-3 3 0,-1 7-86,7 13-50,-2 4-17,-7 3-6,-6 5-11,-8 6 28,-7 6-11,-4 7 11,-3 5-12,-1 7-9,-1 5 32,0 6 17,-1 6-14,-1-6 0,-1 2-9,2-9 1,1 1-95,1 15 1,3 1 110,2-15 1,2 0-26,2-1 0,1 0-19,0-2 0,-2-1 5,4 25 50,-11-9 12,-15-7-6,-12-7-27,-14-4-489,2-15 1,-4-3 448,7-4 0,0-1 0,-27 6 0,29-12 0</inkml:trace>
  <inkml:trace contextRef="#ctx0" brushRef="#br3" timeOffset="595972">27988 15930 25472,'4'36'286,"-4"4"-348,-7 1-4854,-6-6 1,-3 0 3031,-1 6 1,-9 6 0,21-40 0</inkml:trace>
  <inkml:trace contextRef="#ctx0" brushRef="#br3" timeOffset="596647">28219 15555 26144,'6'-62'129,"-1"14"-84,11 100-23,-4 10-19,-5-28 0,0 2-6,-2 11 0,-1-2 3,-1 14 0,-1 0 6,0-13 22,0-34 0,0-3-6,2-20 34,6-15-28,-1-3 17,10-22 16,1 0-8,-3 10 1,1-3 2,0-1 0,0 1-54,-4 10 1,-1 3-8,6-21-46,-16 43-374,0 3-6022,16 8 5599,-3 2 0,0 0 0,-11-2 0</inkml:trace>
  <inkml:trace contextRef="#ctx0" brushRef="#br3" timeOffset="596832">28684 15530 23769,'44'-30'-804,"-1"0"0,0 0 1,-9 10-1,-22 20 0,1-2 1</inkml:trace>
  <inkml:trace contextRef="#ctx0" brushRef="#br3" timeOffset="597022">28808 15683 20829,'46'-25'-2653,"0"1"0,-2 0 0,-4 4 2075,0 4 1,-16 6 0,-11 4 0</inkml:trace>
  <inkml:trace contextRef="#ctx0" brushRef="#br3" timeOffset="597456">29428 15130 24749,'-14'-12'594,"-5"2"-566,-1 11-40,-10 2 35,-6 2 17,2 0-7,6 1 6,11-1 29,8 0 32,6 2 7,2 2 5,1 4 39,0 6-17,1 5-5,0 7-67,0-3 67,-1 24-57,-2-10-150,0-8 0,0 0 156,-3 28-1722,3-26 0,0-1 1650,1 12 5,8 8-22,11-26 0,12 3-62,9-10-101,-6-10-2212,18-16-7141,-13-8 9527,11-6 0,-23 5 0,-12 6 0</inkml:trace>
  <inkml:trace contextRef="#ctx0" brushRef="#br3" timeOffset="598310">29816 15266 25662,'6'-34'171,"0"1"0,5-19-149,-11 61 12,1 9-45,0 13 11,0 10 22,0 9-16,-3 4 16,-1 4-22,-2-2 11,-3-8 1,1-11-18,0-12 56,4-13 1,0-8-18,1-13-5,-2-10-39,1-4 73,0-30-40,3 6-205,0 10 0,1-2 205,1 4 1,2-1 8,0 1 0,2-1-1,1 3 1,1 2-3,9-22 11,2 13 23,1 13-34,3 8 0,3 9 0,4 5-6,3 8-27,10 19-23,-12-2 2,-8 1 1,-1 3-143,7 19-157,-12-15 1,-2 2-749,-4 2 1,-2 0-3289,-4 0 1,-2 0 3539,-6 20 1,-1-20-1,-1-16 1</inkml:trace>
  <inkml:trace contextRef="#ctx0" brushRef="#br3" timeOffset="598502">29930 15433 15047,'-3'-4'7304,"1"0"-6133,2 4-846,2-61-208,12 35-18,-5-11 0,5 3-105,36 15-61,-10 8-194,-7 6 1,1 2-1881,16 1-1785,-17 1 0,0 1 3926,22 0 0,-23 1 0,-14-1 0</inkml:trace>
  <inkml:trace contextRef="#ctx0" brushRef="#br3" timeOffset="598691">30617 15272 24592,'-13'55'-1302,"0"0"1,2-9 0,2-6 1301,4-9 0,3-20 0,1 4 0</inkml:trace>
  <inkml:trace contextRef="#ctx0" brushRef="#br3" timeOffset="599413">30798 15081 16812,'0'-4'5490,"0"0"-2023,0 4-3316,12-36-106,-11 31 44,7-18-21,-14 45-57,0 12 0,2 7 17,3 11-39,3-17 33,1 8 6,0-22 39,-2 3 34,-4-11-56,0-5 39,-3-11-39,1-6-34,0-11 28,2-22 17,5-6-33,1-5-12,2 14 0,2 1 6,0-5-1,0 4 1,1 0 6,3-6 10,10-9-33,-2 18 23,2 9-23,4 15-6,-3 7 17,10 1-22,-1 8 17,9 22-29,-14 2 29,-2 18-12,-24 4 6,-4-15-5,-18 20-12,10-35 34,-15 12 5,10-20-11,-3-3 23,3-9 5,6-13-33,4 1 22,8-10-28,2 11 17,8-6-6,2 6 17,10-2-17,-6 6-11,12 5 6,-15 6-1,15 11-22,4 18-22,3 7 11,-16-14 0,-2 1 17,4 19 17,-10-11-23,-20 4-50,-11-11-320,-24 6-554,1-13-1232,-7-7 89,17-14 2084,-4-13 0,24 7 0,-6-5 0</inkml:trace>
  <inkml:trace contextRef="#ctx0" brushRef="#br3" timeOffset="599647">31465 15041 25180,'2'37'-51,"0"-1"1,2 27-1450,-4-38-7194,0-4 8694,-2-4 0,1-9 0,0-4 0</inkml:trace>
  <inkml:trace contextRef="#ctx0" brushRef="#br3" timeOffset="599922">31879 14806 19316,'1'-4'5192,"-1"0"-3534,0 4-1523,-30-42-12,8 37-45,-25-28-22,19 51-5,3 6-40,6 4-17,4 5-3408,6 15 3392,5-13-122,11 16 38,2-27-701,25 19-666,-1-19-2873,19 5 4346,-10-17 0,-16-7 0,-11-4 0</inkml:trace>
  <inkml:trace contextRef="#ctx0" brushRef="#br3" timeOffset="600114">32165 15007 19871,'4'-4'4906,"-2"1"-3881,-2 3-985,25 43-63,-26-15-294,8 4 1,-3 1-4400,-28 4 4716,1-6 0,6-13 0,8-8 0</inkml:trace>
  <inkml:trace contextRef="#ctx0" brushRef="#br3" timeOffset="600366">32460 14840 21411,'0'-3'3983,"0"0"-3121,0 3-840,3-9 6,-4 21-5,1 1-107,-3 28-454,1 6-1439,1 1-6386,6-1 7515,0-11 0,0-15 0,-2-11 0</inkml:trace>
  <inkml:trace contextRef="#ctx0" brushRef="#br3" timeOffset="600699">32440 14806 17417,'-1'-5'5865,"0"1"-5462,10-24 0,5-5 196,6 2-392,0-9 1,1 2 95,12 12-57,1 8-167,-9 8 49,12 10-72,-13 10-39,11 11-34,-9 11-1676,-8-5 0,-2 1 1699,8 11-6,-6-8 0,-1 0-29,2 11 34,-1 8 1,-14-2 0,-19-7 5,-17-6-67,-15-5-219,-9-6-1002,0-6-5965,6-6 7242,14-7 0,17-4 0,10-1 0</inkml:trace>
  <inkml:trace contextRef="#ctx0" brushRef="#br3" timeOffset="601405">32943 14505 9374,'-4'-10'6912,"0"1"-4122,4 9 2026,0 0-4513,-19-35-191,20 24-28,-7-28-12,32 33-21,11 1-29,9 2-16,3 1 11,-1 1-6,-8 2 0,-11 2 11,-11 0 6,-9 3 34,-6 2 16,-1 5 6,-1 4-5,0 6-29,2 4 12,3 6-6,4 6-28,3 5 0,4 3-6,-2 2 12,-4 1 22,-8 1-23,-11 0 12,-8 2-366,-10-1 304,-2 2-33,-2 0-347,2 0-1782,1-2 2179,-5-4 0,15-22 0,-1-6 0</inkml:trace>
  <inkml:trace contextRef="#ctx0" brushRef="#br3" timeOffset="603780">33081 15262 9010,'-6'0'7791,"1"0"-6744,5 0 2924,0 0-3326,-3-10-202,2 8-287,-3-8 29,-4 15-17,-7 1 51,-20 9-74,0-1 1,-3 0-90,18-7 145,10-3 63,15-5-63,14-6-3453,14-4 3291,-2-1-11,-2 1 40,-9 4-7,-3 1-50,0 0 51,-6 2-28,-5 2 3369,-2 1-3358,2-1-29,6 1-60,2-2-757,2 1-6923,-6 1 7724,-6 0 0,-2 1 0,-2 0 0</inkml:trace>
  <inkml:trace contextRef="#ctx0" brushRef="#br3" timeOffset="608531">22076 17324 22201,'-44'10'198,"-1"0"0,7-5 0,6 7-117,16 28 0,9 9-1147,0-8 1,1 2 1066,0 2 1,1 3 0,0 0-558,2 1 0,1 0 0,0 1 464,1 5 1,0 2-1,0 0-168,1 4 1,1 1-1,0-1-287,1-1 0,1-2 0,1 0-379,-1-5 0,1 0 0,1-3-230,0-5 1,1-1 0,0-2 328,2 13 1,-1-3 1255,-1-6 0,-2-2-46,-1-10 1,-5-5 70,-11 1 251,-18-53-246,6-9 1,1-9 56,-3-11 0,1-5-194,9 15 1,1 0 0,1-1 91,-1-18 1,3 1-143,3 6 0,5-1-71,8-7 1,3 2-163,-2 20 1,3 1-1,9-14 0,5 4 681,-2 18 1,4 3-716,6-8 1,4 0-6,3 1 0,3 2-115,3 0 1,1 1 136,2 0 1,1 1 5,1 1 0,0 2-300,-2 3 0,-2 1 288,-4 4 1,-3 2 1028,16-6-726,-25 13 422,-25 17-377,-22 14-124,-16 18-164,13-13 0,0 1 343,0 4 1,2 0-426,3 1 1,3 0-12,-2 27 633,18-9-610,14-10-23,15-12 28,11-12 34,6-11-6,1-15 118,-4-10 174,-10-11 268,-12-8-257,-11 6 565,-17-17-431,-9 18-157,-12-11 207,-5 20-380,-1 8 18,0 7-113,5 5-34,8 3-197,8 0-133,7 3-1384,5 5-3042,7 5 4739,10 8 0,-7-8 0,4-1 0</inkml:trace>
  <inkml:trace contextRef="#ctx0" brushRef="#br3" timeOffset="608872">22841 17459 24144,'36'20'-106,"6"7"80,-17-6 1,0 2-721,1 4 1,-1 2 445,-2 3 1,-2 1 77,-6 0 1,-3 0 584,-3 26-106,-23-20 382,-14-20-130,-12-22 23,1-17-89,8-20-130,13-12 145,16-7-357,14-1-17,12 3-62,10 7-61,6 8-493,4 8-1591,4 9 2123,10 4 0,-27 12 0,0 3 0</inkml:trace>
  <inkml:trace contextRef="#ctx0" brushRef="#br3" timeOffset="609431">23759 17191 19932,'16'-55'1389,"0"1"0,-4 11 0,-1 7-633,-3 7-403,-6 23-224,-2 7-5,-7 15 27,-8 17 6,-9 24-103,10-16 0,-2 7 0,1-1-701,-2 12 1,2 2 646,2-5 0,0 5 0,5-3-2,4-6 0,5-2 0,2-2-855,6 11 0,5-3 767,-1-4 1,6-5-474,11-13 0,5-7-1134,0-10 1,4-5 1696,18 1 0,0-2 0,-24-5 0,-2-2 0,32-2 0</inkml:trace>
  <inkml:trace contextRef="#ctx0" brushRef="#br3" timeOffset="610972">24629 17314 21248,'2'-45'765,"0"1"1,0 2 0,0 10-324,-3 20-173,1 2-62,0 2-50,1 0-39,2 1 33,0 1-5,0 1-18,-2 1 18,0 2 6,-1 1-102,0-1-16,-1 0 22,0-2-51,0-1-10,-1 0 55,2-1-27,0 1 5,0 2 16,0 2-94,-1 0 39,0 7 22,0 1-33,0 5 27,1 1 1,0 0-6,0-1 45,0-2-62,0-3 11,-1 3 17,1-7-11,-1 2 62,1-5-56,0-7 38,0 1-32,0-8 10,1 4 68,-1-1-1,1 3 6,-1 1-27,0 3-12,0 2-28,0 0-51,0 18 6,0 7 17,1 21-44,1 8 49,0 7-362,2 2 357,0-4 28,1-6-39,-2-7-6,-2-11 17,-1-10 84,0-12 39,1-9-84,0-12 380,2-11-363,3-13-33,4-12 49,4-11-247,-7 26 1,1-1 193,0 0 1,1 0 20,10-25-1,-1 12 0,1 14-17,-1 9 1,3 11-23,5 5-6,6 5 411,8 7-449,6 7-96,3 13-936,-2 11 6,-12-3 1070,-11-1 0,-2-1 0,-7-10 0,9 18 0</inkml:trace>
  <inkml:trace contextRef="#ctx0" brushRef="#br3" timeOffset="611422">26208 16945 25102,'-15'-43'303,"-8"21"-225,-21 65-64,21-17 0,1 2-11,1 2 0,1 0 11,5-1 0,2 1-20,-2 21 1,18-11 10,15-13-10,16-10 10,12-10-22,6-9 12,-1-9 38,-8-8-16,-13-10 90,-14-4 38,-10-5-10,-13 1 66,-7 4-61,-10 6-84,-6 7-22,-1 6-40,2 6-50,7 4-851,10 4 72,7 1-2184,15 3 3019,14-1 0,-8 1 0,4-3 0</inkml:trace>
  <inkml:trace contextRef="#ctx0" brushRef="#br3" timeOffset="611777">26764 16672 25679,'-47'25'50,"0"0"1,17 7-1,3 6 1,8-2-57,12-1 1,6 1-1004,-2 20 1,1 2 996,2-9 1,1 0-53,2 7 0,1 3-196,0-10 0,1 3 0,2 2-607,1-7 0,2 2 1,0 0-1,0-3-256,-1-3 1,0-1-1,0 0-1259,4 13 0,0 1 0,-4-5-327,-7-10 1,-4-4 4690,-4 5 1,-6-5 3309,-24 6-2749,-11-32-1030,0-32-510,7-24-634,23 12 1,3-3 14,3-6 1,4-1-85,1-4 0,4-1-121,4-1 0,3 0-53,5-10 0,2 1-104,1 11 1,2 2-43,-1 1 1,2 3-203,2 7 1,1 4-536,17-14 757,-10 17 0,1 2 0,1-2 0,1 7 0</inkml:trace>
  <inkml:trace contextRef="#ctx0" brushRef="#br3" timeOffset="612241">28242 16817 20727,'-12'-46'1458,"1"0"0,3 9 1,1 7-1246,-1 13-152,6 21-15,4 3 10,3 17-28,5 7-62,-2 0 0,0 3-115,-1-2 1,0 1-844,0 9 1,-1 0-561,0 15-1876,-4-20 0,-1-2 2633,0 13 1,-1-8-1,0-18 1</inkml:trace>
  <inkml:trace contextRef="#ctx0" brushRef="#br3" timeOffset="612502">28231 16878 11508,'-3'-11'5248,"1"3"-4240,2 8-1288,0 0-588,8-19-767,-2 20 436,4-16-6844,-4 29 7195,-4-7 0,1 2 0,-2-7 0</inkml:trace>
  <inkml:trace contextRef="#ctx0" brushRef="#br3" timeOffset="613457">28174 16773 20537,'-4'-36'2056,"8"3"-1871,4 25-112,3 0 16,-1 5-61,-4 2 0,2 2-22,-4 1 33,-1 1 6,1-1 28,3-1-1,8-5-60,1 1 44,28-13-40,-4 1 1,18-6-6,-16 7-11,-13 5 79,-13 5-23,-10 2 0,-10 4-6,-5 2-39,-7 3-5,-2 4-23,0 0 6,6-1-185,-5 4-610,5-2-1922,-3 4 2728,4-2 0,5-6 0,3-2 0</inkml:trace>
  <inkml:trace contextRef="#ctx0" brushRef="#br3" timeOffset="613823">28389 17215 23159,'-16'13'235,"13"-7"-174,44-22-16,4-2-6,3-2-16,-1-2 27,-4 3 73,-9 1 79,-10 5 67,-11 4-84,-8 4-96,-4 1-33,-1 1-269,0 1-761,0-2-2896,5 0 3870,1-2 0,0 3 0,-2 0 0</inkml:trace>
  <inkml:trace contextRef="#ctx0" brushRef="#br3" timeOffset="614408">29117 16608 22946,'-29'-11'980,"7"0"-896,27 9-23,8-3-10,10-2-6,13-1-12,9-4-16,11-1 19,-16 2 1,0 1-4,16-4 29,4-2 72,-39 10 1,-12 4-40,-6 2 17,-3 4 17,-4 4-17,-2 6-39,-1 3 22,0 3-50,3 2-29,2 4 29,5 4-5,4 6-1,7 6-16,7 5-29,3 3-5,-1 0 44,-6 10-5,-9-21-33,-15 11-107,-15-21-354,-15 4-1292,-11-7-5031,-9-10 5941,6-7 0,18-7 0,15-2 0</inkml:trace>
  <inkml:trace contextRef="#ctx0" brushRef="#br3" timeOffset="615281">29918 16308 11508,'-3'-2'9763,"1"1"-6016,2 1-3332,-35-26-146,26 17-57,-26-19-122,36 23 39,6 1-79,2 2-16,7 4-17,6 8-12,6 10-5,-1 1 6,14 19-467,-12-12 0,0 3 458,3 3 0,0 2 11,6 10 1,-1 2-21,-7-6 1,-5 3-146,-6 12 1,-4-1-642,-7-17 0,-3-2 562,-5 6 1,-7-1-1535,-19-3 0,-6-3-3146,2-6 1,-1 0 4170,-5 4 1,2-3-1,-8-2 1,31-21-1</inkml:trace>
  <inkml:trace contextRef="#ctx0" brushRef="#br3" timeOffset="642232">4621 7030 11046,'-3'9'5005,"0"-1"-4149,3-8-273,0 0-407,-11 0 251,6 1-185,-7-1-114,10 0 265,0 0-21,9 0-89,2 0 217,8 0-16,1-2-149,5 0-219,-7 0 72,7 2-74,-7 0-13,4 0-159,-1 2-24,1 1 51,10 0-191,-8-2 215,16-6 125,-5-5 324,13-6 96,6-5 131,3 0-21,0-1-50,-4 3-97,-4 2-56,-5 3-192,-4 1-145,-3 2-95,1 2-42,2 1-3,4 1-40,3-1-127,5-2-4,4-2 9,4 0-268,1-2 294,0 0 16,-4 0 30,-5-1 145,-4 1 216,-2-3-23,1-1-7,4-2-247,1-1 219,3 2-68,2-1-260,1 3-14,1 2-238,-4 2-12,-3 3-17,-3 1-1,-2 1 10,1-1-6,0 0 252,5-2 3,1 1 45,2 1 7,1 3 17,-2 2-10,-4 2 104,-6 1-77,-7 0 320,-7 1-243,-4-3 130,0-1 34,11-6 80,-10 3-164,17-5-119,-12 3 91,7-1-6,-1 3 11,-1 1 18,-3 2 16,-2-1 28,-2-1-11,-5-2-45,-3 1 11,-3 0 6,-4 1-6,-4 2 6,-4 1 6,-3 2 77,-2 0 477,0 1-465,-2-3-179,0 0 50,-2-4 12,0-1-18,-2-1 23,0-2-11,-2 1 5,-3-2 1,-4 2-1,-15-2-44,8 4 5,-24-1 11,25 6 34,-16-1-11,16 4 17,-4-1-12,5 1-16,3 0-17,3 0-6,4 0 0,3 0-22,3 0 22,2 0-56,1 2 51,3 1 16,2 3-27,13 5 16,12 3-6,7 2 1,8 3-17,-3 0-6,-1 5 11,-2 12 18,-16-9 38,-6 16-28,-18-10-10,-9 10-40,-5 0-79,-4-3-3332,3 5 3439,7-15 0,5-6 0,4-16 0</inkml:trace>
  <inkml:trace contextRef="#ctx0" brushRef="#br3" timeOffset="681777">27144 14997 16364,'26'-41'1174,"-1"0"1,-1 4 0,-8 9-638,-14 24-419,-4 3 167,-1 1-111,-2 0-101,0 1 55,-1 2-16,1 4 79,-5 8-51,1 5 11,-6 10-89,4-6 61,-2 4 0,-2 4-16,-5 11-51,1-1 0,-1 2-303,7-14 0,0-1 269,-2 7 1,2 0-1,-6 11-5,9-16 0,-1 0 33,-8 23 9,2-9 0,-1 0-34,6-14 0,-1 1 90,-13 20 0,0-3-54,2-6 3,0-5 1,-1 2 27,4-11 1,0 0-324,1 0 1,0 0 253,-17 22-203,9-3 242,15-25 548,-9 20-509,10-15 50,-10 19-39,0-4-448,-7 8 375,7-19 542,0 2-542,8-10 305,-1 5-305,8-8-5,1-4 16,5-6 468,0-2-451,-1 5 62,-1 1-95,-1-2 55,-3 4-55,2-10-23,0 1 56,3-5 51,2-3-1126,10-6-8823,3-2 9363,4-2 1,-5 3 0,-9 5 0</inkml:trace>
  <inkml:trace contextRef="#ctx0" brushRef="#br3" timeOffset="690064">21658 17968 7324,'-12'3'2372,"-26"11"0,-4 3-1671,15-5-528,-14 6 1,3-1 27,26-8 29,7-1 72,5-1 124,5-1-12,3 1-89,5-1-101,5 1-61,2 0-12,4-1-33,2-1 11,4-2 0,4-1-34,7-3-6,9-4-10,7-2-330,-25 1 1,1 0 278,3-2 0,1 0 14,3-1 0,2-1 30,4-2 1,2-1 17,3-1 0,4-2 12,-6 0 1,3-1 0,-2 1-735,3-2 1,1 0 670,-2 0 0,4-1 0,-3 2 0,3-1 1,0 0-20,-10 4 1,3-2-1,0 1-5,-2 0 0,1 0 0,1 0 20,9-2 1,1-1 0,-3 1-11,3 0 0,-2-1 10,-4 3 1,1-1-1,-3 2 18,1-2 1,-2 1-2,-7 3 0,1-1 0,2 0-884,9-2 1,3-1 0,-4 2 876,4-2 0,1 1 29,-4 1 1,4-1 0,-4 1-353,5-1 1,-1-1 335,-9 3 0,3-2 1,0 1-5,1-1 0,0 0 0,0 1-280,1-1 0,1 0 1,0 0 275,0 1 1,1-1-1,1 0-3,-6 2 1,2 0 0,0 0-1,-4 1-27,-1 1 1,-3 0 0,2-1 9,0 0 1,3 0 0,0 0 0,-5 1 2,-3 1 1,-3 0 0,2 1-219,4-2 1,3 1-1,0-1 1,-4 1 193,-2 0 0,-4 2 1,5-2-15,4 1 1,5-1 0,0 0 0,-8 2 502,-2 0 0,-1 1-470,9-2 0,5 0 0,-3 1 8,0 0 0,-2 2-21,-9 0 0,2 0 0,1 0 15,6 0 0,1-1 0,-3 1-8,2-1 1,-1 0-20,-5 0 1,2 0 0,-3-1-10,1 1 1,-2-1 24,13-3 1,2-1-9,-2 1 0,1 1 111,-2-1 0,2 0-104,-13 4 1,1 0 0,-3 0-11,2 0 1,-1 0 19,14-1 0,-2 0 377,-21 3 1,-2 1-403,7-1 0,2-1-3,4 1 0,-1-1-9,-7 2 1,0 0 13,8-1 1,-3 1-12,15-1 17,-19 2 1,-1-1 260,-4 1 1,0-1-268,8 0 1,3 0-706,15-4 0,-1-1 711,-22 5 0,-2-1-6,11-2 1,-3 0 317,5-3-362,3-1 39,-17 3 0,1 1 810,9-2 0,0 0-810,17-2 11,-18 4 0,-1 0 198,10-1-186,9-3-29,-5 0 17,1-5-11,-11 1-14,-14 3 0,0 0 37,18-5-23,-18 8 0,1 1 5,24-4-5,-1 3 17,4 0 3074,-23 4-3069,0-1 17,-21 3-28,6-4 928,-6 2-894,9-5-6,-4 2 6,9-5 39,18-9-51,-18 9-16,17-9-6,-26 13-5,-1 0-12,-3 1-296,-11 5-471,-1 0-75,-14 2 0,6 1 0,-6 0 0</inkml:trace>
  <inkml:trace contextRef="#ctx0" brushRef="#br3" timeOffset="713678">27908 12062 9688,'-8'-51'2809,"-1"1"1,1 5 0,-2 7-1767,-7 9-439,-1 11-402,2 10-146,1 13-6,-1 14-16,-5 19-23,8-9 0,1 3-356,-2 7 1,0 3 333,0 9 0,0 0-12,4-9 1,1 3-161,2 1 0,1 5 0,2-2-880,0 5 1,3 0 750,1-5 0,1 3 0,2-2-32,2 6 0,1-4 123,1-8 0,0-4 165,2 18 11,-15-22-50,-11-16 630,-12-11-502,-16-23 23,14 0 124,-8-24-46,25 6-95,2-14-33,17 1-29,13-2 1202,17 1-1188,-12 23 1,4 0-1579,12-6 0,2 0 1556,-11 8 1,1 1-7,6-3 1,2-2-1345,14-8 1,-3 1 1282,-21 13 0,0 0-155,8-6 0,5-4 0,-5 2 163,-10 4 1,-2 0 127,4-4 0,-2 0 152,10-21 124,-18 11 2017,-16 10-2051,-13 11 3053,-9 6-3109,-3 7 826,-1 6-1022,4 5 135,1 10-112,2 7-1,2 11 1,0 6 10,2 3 34,2-1 12,4-8-6,3-6 44,2-10 141,4-7 83,4-8-121,8-11-108,6-10-6,7-13 45,1-7 96,-1-4 105,-5 2 152,-7 5 11,-8 9-229,-4 9-213,-6 8-73,-3 7-6,-5 10-16,0 7 5,-3 15 11,2 6-22,1 7-11,4 1 11,3-1-5,6-7 10,6-9 18,6-10 33,5-10 22,4-14-33,5-12-3364,17-27 3347,-13 9 0,-8 3 0,-1-2 0,-8 6 0,-2-1 22,6-15 0,0-2-153,-8 15 1,-1 0 169,3-10 1,-4 1 88,-3-4 24,-1-12-24,-5 5 19,-1 3-7,0 5 3189,0 6-3239,0 10-34,0 10-67,0 8 402,-1 12-397,-2 12 0,-2 12-27,-3 13 16,2 9-5,1 5-18,4 2 1,7 0 6,5 1-279,8 0 287,-8-29 0,1 3-12,6 12 1,-1 3 2,-6-5 1,-1 0-118,3-1 1,-4-2 68,-9-4 1,-4-4-552,-6 3-1563,-7 0-5340,5-12 7508,4-10 0,7-9 0,1-2 0</inkml:trace>
  <inkml:trace contextRef="#ctx0" brushRef="#br3" timeOffset="714119">29073 11905 21909,'-19'-34'280,"-1"0"1,-11-21-270,25 55 11,0 6-16,1 3 0,-1 8-1,3 10 6,5 1 1,3 0-7,9 2 6,3-3-5,9 7 0,7 8-12,-7-5 6,-3-2 0,-13-4-11,-11-6-286,-19 12-740,-4-9-1937,-18 2 11,12-15 2963,-10-4 0,26-8 0,-5-1 0</inkml:trace>
  <inkml:trace contextRef="#ctx0" brushRef="#br3" timeOffset="714335">29027 11875 21030,'-25'38'35,"0"1"1,3-2-1,6-1-460,13 11-124,2-9-2017,6 7-4782,4-13 7348,4-1 0,-4-14 0,-2-10 0</inkml:trace>
  <inkml:trace contextRef="#ctx0" brushRef="#br3" timeOffset="714703">29344 12003 21875,'39'-30'606,"-7"4"-410,1 16-129,-15 2 56,17-14 45,-14 0-44,4-13-12,-4-6 229,-3-9 85,-9 11-17,-4 4-253,-8 21 91,-6 6-79,-3 6 33,-14 6-133,8 2 100,-18 17-123,20-9 45,-14 27-79,20-20 50,0 29-44,19-18-22,11 13-7,4-16-380,2-10 0,3-2-3120,17 3 2833,-15-8 1,-1-1 0,2-2-1,-14-5 1</inkml:trace>
  <inkml:trace contextRef="#ctx0" brushRef="#br3" timeOffset="729968">23294 12882 13390,'-38'4'95,"7"-1"57,35-3-80,31-2-55,-10-1-20,16-3 1,2-2-21,0-2-1729,14-4 0,2-1 1713,-3 0 11,-2 0 0,3-1-372,-7 3 1,-2 0 388,-9 3 0,-2 0 53,5 0 0,-6 2 260,-14 3 17,-23 8 6,-26 11-118,-12 3-101,9-3 1,0 0-6,-16 6-12,16-7 1,-3 1 25,-3 1 0,-1-1-51,-2 2 1,-2 0 1129,-8 2 1,0 1-1139,6-2 0,2 0-39,7-4 0,0 0 25,-7 3 0,1 1 313,9-5 0,2-1-291,-5 2 0,1 0 127,-15 5-79,25-9-17,18-7 135,30-10-40,19-9-101,0-1 1,3 0-183,-1 0 0,0 0 109,12-4 1,1 0-3,-7 4 0,-2 2-20,-11 3 1,1 0-9,9-2 0,0 0-63,-10 4 1,1 1 70,17-5 1,0 0 5,-14 5 0,-2 0-20,0 1 0,-4 2-13,-2 1 10,-17 4 163,-26 10-100,-19 7-21,0-2 1,-5 1 395,-11 4 1,-4 0-379,2-1 0,-5 2 1,1-1-91,5-2 0,1-1 0,-2 2 105,-10 3 0,-1 1 1,5-3-28,8-3 0,5-1 39,-4 1 1,8-4-31,18-6 173,4-1-118,44-18-21,6-4-46,-3 2 0,3-2-132,1 0 0,2 0 99,5-1 0,1 0-3,-8 5 0,3-1-153,-1 2 1,4-1 0,-2 1-834,1 1 1,1 0 1000,-1 1 1,3 0 0,-6 1-1,15-2 1,-11 3 0</inkml:trace>
  <inkml:trace contextRef="#ctx0" brushRef="#br3" timeOffset="807423">16551 13386 6747,'-6'-3'3327,"2"0"-666,4 3-2185,42-10-112,-12 1-227,3-1 0,4 0 93,19-9-598,-22 7 0,2-1 491,6-2 1,1-1-7,8-3 1,3-1-57,-15 5 1,3 0 0,-1 0-565,5-2 0,1 0 1,0 0 537,4-1 0,0 0 1,1-1-1,1 0 1,1 0-1,0 1-13,0-1 1,0 1 0,3-1-8,-8 4 0,2 0 1,1 0-1,-2 1-725,8-2 1,-1 0 0,-1 1 712,-2 1 1,0 1 0,-1 0 7,-4 2 0,-1 0 0,-1 1-434,10-3 1,1 1 431,-10 3 1,2-1 0,0 0-3,-1 0 1,1 0-1,2 1 10,3-2 0,4 1 0,0-1 0,-5 1-204,-5 1 1,-3 1-1,1-1 189,0 1 1,1-1 0,1 0 0,-5 1 14,15-3 0,-2 1 85,3-1 1,3 0-92,-11 2 0,1-1 0,0 1-6,-2 1 1,0-1 0,1 1 5,7-1 0,2 0 1,-5 0-4,3 1 1,-2-1 5,-7 2 1,1-1 0,-3 0 27,-1 0 0,-1 0 535,13-3 0,3-2-508,-10 2 0,1-2 0,0 0-23,-3 1 1,-1 0 0,0 0-178,0 0 1,-1-1-1,2 1 146,3-1 0,2-1 0,-2 2-2,-4 1 0,-2 0 0,3 0 6,-4 2 1,1-1 0,2 0 0,0 1 15,7-2 0,2 1 0,-1 1 0,-1 0-162,7-1 0,-1 1 0,-2 1 143,-3 0 1,-2 1 0,-1 0 18,-6 2 1,-3 1 0,-1 0 52,9 0 1,-1-1-28,-9 1 1,2-1 0,-1 1 4,-1-1 0,0 0 0,2 0 44,9-3 0,2 0 0,-1 0-39,-4 0 0,-1 0 0,-1 0 95,0 0 0,1 0 1,-1 0-119,3 0 1,1-1-1,-1 2 188,-7 0 0,0 1 0,2 0-212,10-2 1,4 1-1,1-1 4,-9 1 0,1 1 0,2-1 0,-1 1 12,-1-1 1,1 1 0,0-1 0,-1 0-9,0 1 0,-1 0 1,-1-1-1,0 1 35,11-2 0,0 0 1,-4 1-3,-11 1 0,-3 0 1,0 1 41,-1-1 0,-2 0 0,2 0-77,9-1 0,0-1 0,-2 0-25,2 0 1,0 0 9,-4 0 0,4 0 0,-4 0 4,1-1 1,1 1-7,-1 0 0,2 0 0,0 0-4,-9 1 1,-1 1-1,1 0 0,4 0 1,1 0-1,-4 0-1,-1 2 1,-4 0 7,4 0 1,-2 1-1342,18-2 1387,-14 1 212,-10 1 1181,-29 2-1158,-1 0 987,-4 0-1166,3-1 727,5-3-795,10-2-39,-2 0 3415,8 1-3409,-13 4 16,4 0 18,-7 1 72,-2 0 140,-4 0-890,-2 1-9204,-9 1 9447,4 0 1,-5 0 0,7 0 0</inkml:trace>
  <inkml:trace contextRef="#ctx0" brushRef="#br3" timeOffset="846041">22573 9836 6087,'-9'0'744,"2"0"499,7 0-778,-71 14-45,38-6-249,-11 1 1,2 0 24,15-1-308,10-2-287,7-2 399,7-4 399,6 1-142,4-1-150,8-1-57,5-1-16,6-1-12,14-4-22,-10 2 34,17-3-6,-18 3-23,3-1 163,-10 3 280,-10 1-145,-10 2-242,-11 5 34,-11 4 29,-10 6 4,-9 4 7,-5 2 83,3-1 141,4-2 112,10-5-12,11-5-230,8-5-66,6-2-68,11-6-73,3-3-22,13-7 0,6-3 0,8-1-33,5-2 10,2 0 46,2 0 10,-5 3 40,-9 4 241,-13 5 128,-11 5-319,-9 3-139,-11 4 72,-9 4 0,-14 8-28,-9 5-6,-8 6-403,-5 3 404,2 0-12,6 0-67,13-4-67,12-6 50,11-5 168,10-8 45,9-3-39,7-4 369,10-6-442,9-4-22,8-7 5,6-2 17,4-2-6,0 0-5,-6 1 45,-7 4 190,-13 5 129,-11 6-246,-11 3-191,-12 3 72,-11 6 29,-12 5-22,-11 6-12,-7 5 6,-6 3 16,0 1 29,6-4-1,11-5 18,12-6-90,13-5-85,7-4 130,8-2 33,5-4-72,8-3-51,8-5 0,9-4 28,5-2 11,6-2 6,1 1 33,-2 1 6,-2 2 22,-18 7 118,-5 3-56,-16 5-106,-24 14 5,-7 2 17,-25 14-5,0 0 13,22-12 0,1-1-19,-10 5-22,-2 1 33,34-16 364,6-4-101,17-10-39,14-10 61,22-15-223,-13 8-20,-8 7 0,0 0-48,5-1-145,7-3-661,-6 7-2873,-7 8 3657,-9 7 0,-10 0 0,-6 1 0</inkml:trace>
  <inkml:trace contextRef="#ctx0" brushRef="#br3" timeOffset="859029">18890 8732 15320,'-36'0'-34,"15"0"-27,47-3 48,12-3 62,9-6 21,10-4-469,3-4 476,-1 1 73,-10 2 54,-14 5 396,-15 6 80,-12 3-559,-15 7 326,-10 6-24,-16 8 18,-11 7-5,-9 4-618,24-13 1,0 0 298,0 0 1,0-1 198,-25 13 398,8-4-780,11-8-258,14-7-64,11-5 232,12-3 97,9-5 619,12-4-613,12-7 4,10-7 10,9-4-130,-25 13 1,0 0 193,28-15 33,-5 4 208,-12 5 275,-14 5-59,-13 7-155,-21 7-334,-3 4 249,-26 10 0,-5 5-99,12-5 1,-2 2-205,-2 0 0,0 1 94,-1 0 1,1-1-127,4-1 1,0-1 214,-15 7-198,18-10-186,18-6 202,19-10-104,14-6-56,18-10 256,12-7 17,-22 12 0,1 0-33,0-1 1,1 0 137,-1 0 1,0 2 1,-4 0 0,-1 2 194,17-10 339,-15 8 201,-15 6-309,-12 6-141,-13 3-466,-9 3-128,-10 4-748,-1 4-1218,2 5 2071,7 1 0,11-8 1,5-1-1</inkml:trace>
  <inkml:trace contextRef="#ctx0" brushRef="#br3" timeOffset="861007">20332 8657 9778,'-11'-3'1008,"13"-3"-756,37-10-40,4-2-49,2-2-46,0-2 18,-4 3 16,-8 3 157,-9 5 796,-12 5-914,-8 3-190,-26 13 34,-3 2 11,-24 11-1,2 0 40,16-8 0,0 0 0,-12 6 107,-13 7 10,27-16-55,1 1-129,13-7 22,11-4 95,13-8-83,11-5-85,14-11-22,13-5 25,-20 11 1,3 0 24,9-5 0,-1 1-201,15-8 210,-18 11 0,-2 1-65,-2 3-3265,-4 2 3400,-13 6 39,-20 11-90,-14 7-11,-18 11 6,11-7 0,-1 0-188,-5 3 0,-2 0 215,-3 1 1,0 1 17,0 0 0,0 0 22,2-2 0,2 0 2,5-2 1,2-2 70,-10 5-135,19-9 3320,20-12-3185,17-11-62,19-10-72,16-9-229,-22 13 0,1-2 222,3 1 1,-1 0 8,1 1 1,-1 0-7,-3 1 1,0 1 2,20-8 653,-14 7-299,-17 7 72,-14 6-381,-36 16 28,-9 4-31,3-2 1,-3 2-227,0 1 1,0 0 301,-2 1 0,0 0 22,2-1 0,2 0 152,-20 10 453,24-12-402,26-13-40,25-15-101,24-12-154,-12 7 0,3-2-269,6-1 0,1-1 199,2 1 0,1 0-107,-2 1 1,-1 2-496,-4 3 0,-2 3 602,23-4 0,-29 9 0,-10 6 0</inkml:trace>
  <inkml:trace contextRef="#ctx0" brushRef="#br3" timeOffset="898615">11846 8787 8151,'27'22'978,"3"-2"-939,7-8 90,9 0 29,6-5-8,10-2-377,-28-7 0,2-1 283,2-1 1,1-2-62,2-3 1,-1-2 51,-1 0 1,0-1-9,-4-1 1,-2 0 131,21-8 193,-18 6 419,-19 8-294,-21 12-315,-18 8 61,-18 12 51,-14 3-248,23-12 1,0-1 179,-2-1 1,0-1 47,-1 0 0,0-1-51,2-2 1,-1 0-114,2-2 0,0 0 318,-28 6 6,7-3-39,6-1-118,9-1-325,16-3 28,8-3 61,17-3 18,7 0 695,13-1-774,28-9-3268,7-3 3284,-27 5 1,1-1-3,7-2 0,0 0-190,-6 3 0,1-1 192,7-1 1,2 1 0,-6 2 0,-1 2-63,23-1 74,-21 13 78,-20 9-5,-27 13-40,-21 12-5,-9-6 0,-7 0 1257,9-6 1,-2-1-1279,4-3 1,-2 0-1,2-1 1,-4 2 1,2-2 5,1 0 0,2 0 17,2-2 0,1 0 27,1 0 1,2-2 31,-8 5 498,11-8-532,19-16 52,15-12-75,12-11-22,19-14-14,-2 7 1,2 0-507,-10 8 0,1 0 484,19-11 0,2 0 2,-15 11 1,0 0 5,9-4 1,2-1-1,-4 3 0,-1 1 79,-6 3 1,-2 2 82,16-9 23,-24 11-101,-26 6-2890,-37 4 2851,4 2 247,-8 0 0,-2-2-157,-10-6-82,20 5 1,0-2 131,-20-16 303,14 1-208,-6-8 90,4-1 353,0-1-95,10 8 2813,6 6-3464,12 11 354,9 7-286,13 5-22,-3 0 153,19 7-148,3 2 12,14 7-21,-13-4 1,0 1-3,13 7 11,-14-3 1,-3 2 27,-2 17-1696,-13-3 0,-5 3 1668,-3 17-42,-13-2 1,-7 1-529,4-22 1,-2 0-1932,-5 16 0,2 1 2490,5-17 0,3-4 0,-1 10 0,7-20 0</inkml:trace>
  <inkml:trace contextRef="#ctx0" brushRef="#br3" timeOffset="922365">30952 16563 16167,'52'-31'102,"1"-1"0,-1 1 0,-9 3 0,-1 2 0,-3 6-111,5 7 1,-3 5-596,16-1 601,-24 3 1,0 1-138,20 1 101,-32 4 493,-3 10-381,-24 0 145,-43 27-123,12-16 59,-12 4 0,-4 2 0,13-6 0,2-1-224,-1-1 1,0 1 147,4 0 1,5-1 27,9 1-4,3-2 100,16-2-118,7-9 501,25 0-495,2-10-34,24-6-44,2-8-12,-9 0-339,-10 1 1,-2-2 360,-1-3-1368,-2-3 0,-4-3 1547,-13-7 119,-3-14 144,-28 11 998,-31-5-739,9 14-169,-11 0-145,28 15-274,10 6 564,7-2-637,8 5-56,1-2 3346,13 4-3374,1 9 16,3 0-44,6 17-96,3 20-66,-4 7-208,-14-17 1,-4 1-122,-4-3 0,-5 0-677,-3 1 0,-4-1-2611,0 0 1,-3-1 3828,-10 20 0,6-21 0,5-15 0</inkml:trace>
  <inkml:trace contextRef="#ctx0" brushRef="#br3" timeOffset="922811">32120 16206 23187,'8'22'-353,"-2"1"-3,6 19 1,1 7-855,-5-12 0,-1 0-529,-1-2 0,0 1 1739,-2 1 0,0-4 0,0 4 0,-3-7 0</inkml:trace>
  <inkml:trace contextRef="#ctx0" brushRef="#br3" timeOffset="923120">32089 16394 17020,'-15'-52'1586,"-1"0"1,2 3 0,5 4-931,9-3-230,9 6-197,8 8-133,10 12-24,4 9-49,7 12-29,15 18-463,-13 0 463,-7 1 0,3 5-14,1 6 1,2 4-9,-7-4 0,0 1 0,-1 2-261,0 0 1,-1 0 0,-3 2 263,7 13 0,-9 0 25,-15-12 0,-8-2-116,-28 22 110,2-30 1,-6-4-18,-8 0 1,-3-2-54,-2-3 1,-4-1-3174,-14 0 1,1-2 3248,21-5 0,3-2 0,-3 1 0,6-3 0,17-4 0</inkml:trace>
  <inkml:trace contextRef="#ctx0" brushRef="#br3" timeOffset="934171">16124 13472 14113,'-50'4'649,"14"15"-509,46 32-33,4 10 16,4-2-2769,-6-29 1,2-2 2875,6 6 2047,9-5-283,-3-30-795,12-28-922,-16 6 0,-1-4 74,6-14 1,0-5-170,1-3 0,2-2-65,-4 7 1,2-2 0,0 1-415,-4 7 0,0 0 1,0 2 318,11-17 1,-1 2-7,-5 11 1,-1 4 2194,13-12-2298,-17 23 1,1 0-469,20-8-1601,5 16 1360,-18 11 796,13 17 0,-34-5 0,6 5 0</inkml:trace>
  <inkml:trace contextRef="#ctx0" brushRef="#br3" timeOffset="938452">26218 11835 14549,'-4'0'331,"0"0"448,4 0-706,61-66-73,-14 38-324,-16 3 1,5-5-1,-1 7 279,2 10 0,-1 5-56,0 1 0,0 0-8,-3 2 1,-1 1-558,24 0-96,-14 5 152,-16 7 134,-23 9 100,-27 9 342,-21 6 158,-4-4 202,15-11 1,-3 2 135,-1-1 0,0 1-109,1 0 0,2 0-26,-2 0 1,5 0 170,-1 3 68,18-8 493,17-8-852,5-5-28,19-9-128,6-7-63,19-9-13,-22 8 0,1 0-3,2-1 0,1-1 90,-2 0 1,0-1-43,-3 2 0,-2 0 192,15-13 107,-17 8-16,-20 5 100,-18 5 359,-14 2 269,-10 2-29,-3 0 159,4 0-506,8-1-168,10 1-173,10 0-163,5 2-106,7 0-34,5 2 11,9 2-44,21 11-12,3 8 6,3 6-89,3 14-107,-14-1-475,3 14 44,-12 1-639,-12 2-2185,-7-3 3479,-6-4 0,0-21 0,-1-7 0</inkml:trace>
  <inkml:trace contextRef="#ctx0" brushRef="#br3" timeOffset="940571">27573 11257 10069,'0'-3'6340,"0"1"-2962,0 2-3065,-50-16-16,22 23-146,-8-9 0,-1 5 101,-3 30-2229,14-8 0,1 0 2083,-10 13-59,12-11 1,2 0 813,0 10-822,1 9-22,9-1 0,10-2-6,9-1 23,10-3-18,10-6-4,12-9 16,11-6-23,9-8 6,-27-6 1,0-3 4,0-2 1,0-2 3418,28-7-3345,-10-9-23,-11-2 102,-13 2-1,-9 2 6,-9 7-73,-5 5-180,-3 3 57,-5 7-17,0 2 0,-5 5-6,2 0 34,1 0 27,0-1-21,-2 1 16,-4-1-11,-6 1 0,-7 0 0,-7 3-3398,-14 2 3404,13-5 0,-23 5 22,32-12-17,-8 3 34,9-10-40,7-3 40,-16-7-23,12 1 3393,-15-7-3387,11 3 0,-5-4 11,4-4 6,5-1 0,7-9-34,7 11 11,3-13-22,9 11 11,6-10 6,6-2-6,6-1-3386,6-6 3392,-10 13 33,6-6-5,-12 15 11,3-7-39,-4 6-17,-3 3 11,-2 5-5,-1 2 3386,-1 4-3392,1-2-6,-4 7-5,0 0-6,1 2 0,-2 0 6,2 1-17,-2 1 17,0 0 0,0 4 11,-1-1 17,0 5 5,-8 8-11,-3 3-5,-5 1 5,-10 8-11,10-14-17,-11 12 23,12-10-12,-6 9 1,7-9 21,-8 13-4,12-17 4,-10 15-10,5-6 5,-3 7-22,-2 17 17,9-17-18,0 17-4,10-30 10,7 8 12,5-8-34,18 2 33,3-7 6,15-5-11,-14-6 28,12-5-11,1-8-11,-7 2 5,-8 0 0,-2-2 6,3-1-11,5-2 10,-12 3 1,-9 4 0,5-5-11,-9 5 10,5-3-16,-11 8 0,4-1-11,-6 4-6,-1 0 17,-2 1 28,0 0 34,-6 6-12,-7 2-27,-1 3-12,-21 9-11,4-5-11,-14 8 11,13-9 11,-2 3-11,9-7 28,-9 3-11,11-7 33,-12-2-33,18-5 73,-26-12-62,24 3 11,-19-15-11,24 10 28,-11-21-39,13 14 27,-6-21 24,11 13 21,1-15-5,5 9-11,4-3-45,2 19 73,12-10-51,3 11-22,9-6-5,2 8-23,3 4 0,-7 4 11,11 0-11,0 3-6,-8 1 17,7 2 73,-28 3 96,0 0 4,-10-1-55,-1 0-67,-1-2-17,-3 0-17,-1 0-17,-1 1-28,-4 2 23,-3 6 5,-12 7-11,-1 5 5,-6 5 1,3-2-12,6-3 6,-12 9 6,9-5-17,-11 11 16,6-1 1,1 1 0,7-5 22,-7 16-34,12-10-16,-4 14-1,11-11 6,5-5 17,10-4-11,6-7-39,13-5-17,-1-8-4849,36-14 1,3-5 2948,-20 5 1,16-5 0,-10 0 0,-41 9 0</inkml:trace>
  <inkml:trace contextRef="#ctx0" brushRef="#br3" timeOffset="948778">27433 11413 7246,'-1'-5'2464,"0"2"499,1 3-2369,-29-15-213,18 12-118,-23-11-5,27 15-29,-1 1-44,0 4 33,-1 1 40,-1 1 39,-3 1 45,-4 2 16,-2 0-10,-4 1-52,-1 0-3346,-3 2 3134,8-4 22,-4 4-27,12-5-18,-2 3-16,5 1 28,2 0-6,4 2 3398,0 0-3370,2 3 6,0 1-11,0 3-1,0 0 23,2-1-17,1 1 12,4-2-3348,5 3 3297,-1-8 67,6 7-16,-4-9-11,5 5-18,1 0-28,-1-1 18,-1-1 3408,1 0-3314,1-4 84,2-2 1,5-5-46,5-2 46,19-6-186,-14 0 46,18-5-23,-19 1 17,7-1-29,-8 1-10,-7 1 22,-8 1 28,-4 1 33,-3 0-16,-1-1-3347,5-3 3268,-5 2 57,7-4-1,-8 2 12,2 0 55,-4 1 6,-4 2-71,-2 2 3261,-1 1-3538,-4 1-301,-2 1-644,-3-1-3177,0 1 4291,0 0 0,3 0 0,2 0 0</inkml:trace>
  <inkml:trace contextRef="#ctx0" brushRef="#br3" timeOffset="949536">27434 11345 7330,'-4'-2'4833,"1"0"-436,3 2-4010,-55-8-225,36 8-11,-15-2 1,0 3 122,17 12-44,-6 5 128,-2 4-168,6-1-100,1-3 112,5 0-34,3-3 12,-2 5-1,3 0 73,2 8-95,4-5-85,1 1 80,2-1 21,0-2 6,2 12-100,3-5-18,3 4-16,-1-13 45,4 3 16,0-6 17,5 4 6,2-2 61,8-1-134,-9-7 107,12 3-74,-12-7-21,8 2-1,-4-2-6,1-1-38,-4-1 22,5 0 16,-3-2 51,15 0-39,-3-2 0,9-4-12,-8-3-3373,-1-2 3368,-9 1-648,-1-3 816,-13 4-51,0-3-28,-6 3-78,-3 1 12,0 0 2906,0 2-3008,0 0 1075,0 2-2251,0 1-6840,-3 1 8039,1 2 0,-1-1 0,1 1 0</inkml:trace>
  <inkml:trace contextRef="#ctx0" brushRef="#br3" timeOffset="956708">22808 10632 8550,'1'-8'5115,"-1"1"-4455,0 7 2443,0 0-2767,-1-6-11,1 3 11,-1-4 39,1 6 382,0 0-538,0-1 290,0 2-419,-2-2 16,0 4 12,-1 0-6,0 1-45,1-1-28,2-1-22,-1 0-6,-1 1 23,-1 2-23,-4 5 17,-3 4 22,-3 4 6,-3 2-11,-1 4 5,-2-2 12,2 1 5,2-4 6,4-4 5,2-3-33,3-3-11,2-2 27,0-1-16,1-1-17,-2 2 0,-1 0 17,-3 2 11,-3 4-28,-4 3 6,-3 4-12,0 1-16,1 1 27,0-1 12,1 0 17,-1 2 27,-2 2 24,-2 5-1,-6 6-11,-6 4-12,-6 5-311,0 0 267,1-1-6,5-3-52,7-4 41,3-4 17,4-3 5,1-5 0,2-1 23,-1-2 283,0 1-322,-2 0 25,1 0-37,1-3-11,3-1 12,2-4-1,4-2 56,2-4-44,4-4 39,0-1 61,3-3-83,-1 0-51,-1 2 11,1-2 179,-1 1-139,5-9-51,0 2 0,7-14 0,6 2-12,10-9 12,6-3 8,-7 9 1,2 0-9,20-19-1688,-17 13 1,0 1 1687,9-10 3,-13 11 0,0-1-193,-4 4 0,1-1 195,6-7 1,1-1 0,-1 0 0,-2-1-1,0 1 1,-2 1 5,-4 1 0,-1 1 17,12-20 6,-6 1-23,-13 19-5,0-4 3187,-7 17-3199,2-3 584,0 5-589,2 2-11,-1 4-6,-2 2-11,-1 3 16,-4 3 40,-1 3 11,-2 5-11,-4 6 0,-6 10-17,1-6-12,-11 21 12,11-21 12,-12 21-3371,-3 3 3382,3-7 2,4-8 0,-3 2-176,-3-1 0,-1-1 191,-16 19-4,8-12 0,0 0 32,-10 11-29,13-14 0,1 0-22,6-8 0,2 0 11,-19 20-12,22-21-4,3-5-7,9-8-22,0-1-83,5-3 1808,4-4-4687,0 0 3129,4-2 0,-4-1 1,1 1-1</inkml:trace>
  <inkml:trace contextRef="#ctx0" brushRef="#br3" timeOffset="960524">24659 8009 10528,'-3'-1'3663,"0"0"-734,3 1-2833,12-52-46,14 25-39,-4-8 0,5 0-518,6 15 1,3 5 500,4-3 1,2 0-7,0 1 1,1 0-20,-1 2 0,-2 2-34,-5 2 1,-3 2-294,14-3 117,-23 10 280,-24 13 6,-21 12 11,-22 13-12,15-14 1,-1-1 95,-2 2 0,0 0-115,2-2 1,1-1 24,-15 13 241,17-9-190,14-11 84,14-7-73,14-5-79,14-10-16,15-7 17,9-11 69,-25 10 0,-1 0-19,23-20-83,-10-2 167,-15 3 0,-13-1-11,-14 2 33,-12 1 112,-10 2 529,-6 2-338,0 2 129,6 4-281,7 4-162,8 8-140,5 4-39,4 4-5,11 2-6,4 6 0,14 6-45,4 10-56,4 9-56,1 10-73,-1 8-133,-20-20 0,-1 1 52,-2 2 0,-3 2-250,-3-1 1,-2 2-1132,1 29-1142,-10-5-3042,0-10 5887,-2-13 0,3-16 0,1-10 0</inkml:trace>
  <inkml:trace contextRef="#ctx0" brushRef="#br3" timeOffset="961349">25597 7554 19216,'21'19'50,"5"6"-39,9 13 12,-5 4 44,-10 1 84,-10-1 84,-12-3-5,-7-4-29,-4-9 158,1-8 229,6-9-146,4-12-207,5-20-184,0 2 27,6-26-33,3 6 5,7-13-5,2-1-11,4 7 22,-3 10-33,-3 15-29,-6 10-11,-4 9-22,0 11 34,1 8 10,4 12-16,4 8-1,1 4 1,5 1 11,2-3 0,6-5-6,0-8 29,1-8-17,-2-11 16,-1-11 29,-2-11-18,0-13 7,4-17-35,-11 13 34,6-14 1,-12 22 32,-1 0 57,-5 9-134,-5 9-51,-3 5 67,-1 17-17,0 1-16,3 14 11,5-3-6,17 4 17,-4-13 11,23 1 11,-8-14 23,7-6 17,-6-8-6,-8-10 33,-10-7 29,-8-7 33,-7-3-5,-13 1 16,-19-1-83,-8 11-3376,-15 2 3330,14 13 18,-9 5-82,7 6 37,-10 7-46,2 6-44,6 7-100,10 4-203,13 2-251,12 3-561,18 0-241,27 3 1440,16-10 0,-12-6 0,-8-9 0</inkml:trace>
  <inkml:trace contextRef="#ctx0" brushRef="#br3" timeOffset="962146">27045 7444 19417,'-56'-9'463,"0"1"0,0 3 0,12 8-413,29 8 45,-7 15-16,17-6 10,2 13-49,9-4 21,7 3 46,6-11-35,0-8 119,7-5 55,-1-10-3295,26-28 3116,-20 8 8,-6-6 1,-3-1-34,-7-1 104,3-27-15,-16 16 1,-4-2-46,-1 7 1,-1-1 17,-4-10 0,-3 2 159,-14-6 17,1 10-51,3 11-83,5 11-169,7 10-10,6 9 3410,2 5-3361,5 12-32,8 15 4,-1-5-27,2 2 0,0 1-101,6 10 11,-6-10 0,1 0-26,5 9-405,6 6-242,-3-12-323,6 3-1172,9-11 528,-6-14 1007,0-10-67,-2-13 801,-9-5 980,1-11 185,-11 6-3219,-7-1 2722,-6 12 496,-6 1 158,-5 5-992,2 1 231,-3 0-393,11 3-84,-1-1 3420,14 0-3448,6-3 0,25-9-17,-2-3 34,10-7-23,-20 5 34,-2-6 101,-14-2-22,-4 1-57,-8 0 140,-19 6-72,-5 9-68,-7 0 124,-12 8-124,15 5-50,-8 4-28,18 7 0,7-1 6,6 11-40,6 10 12,6 8-79,9 11-156,11-4-12,-1-11-933,1-9 1,3-2-1762,3-1 2963,-2-4 0,-3-2 0,-9-10 0,-1-1 0</inkml:trace>
  <inkml:trace contextRef="#ctx0" brushRef="#br3" timeOffset="963059">28163 7136 5979,'0'-5'4915,"-3"-29"0,-3-7-1358,1 5-3132,-1-9 1,1 1 56,2 15 235,1 10-689,2 10 160,0 6-199,6 12 777,6 10-760,7 15-12,5 12 1,1 6-3350,-2 3 3339,-6-4 32,-5-6 24,-7-9 21,-3-9 180,-4-10 61,-1-9-134,-3-10-89,-2-11 3352,-2-10-3369,-2-25-34,3 11-9,4 5 1,0-2 58,3-16-39,1 18 1,0 0 21,3-26 6,0 9-11,3 8-22,2 9-34,1 7-17,2 5 0,6 7-27,6 3-12,10 5-34,10 5-28,8 9 12,2 8 16,-3 10 23,-10 6 28,-14 3 39,-14 2 50,-19 0 12,-13-2 22,-13-4-11,-6-7 22,-1-9-39,10-8 106,-4-10-100,20-7-34,-2-6-22,16-3-18,12 0 12,12 2 0,14 5 0,9 3-22,8 4 0,1 7-6,2 5-6,-3 8-28,-5 7 1,-10 6 5,-14 3 5,-14 0-21,-21 1-96,-19-2-118,-20-3 31,18-14 0,-1-3-436,-2 0 1,-1-1-273,2-2 0,-1-1-3953,1-1 1,2-2 3096,-6 1 1,10-3-1,24-1 1</inkml:trace>
  <inkml:trace contextRef="#ctx0" brushRef="#br3" timeOffset="963594">28165 7600 19837,'35'-9'398,"10"-3"-370,-11 2 0,2 0-14,2 0 0,0 0-20,2-1 1,-1 1-379,-1 1 1,-1 0 469,-4 2 0,-1 1-83,17-4 223,-16 6-220,-20 7-4,-21 7-76,-18 12 41,-24 9-458,18-12 0,-2 1 513,-5 2 0,-1-1 49,0 0 1,1 0 133,3-2 1,1-1 33,-19 14 143,17-10 42,19-6 224,11-10 98,14-5 609,11-8-1071,16-7-99,16-9 88,-17 8 0,2 0-192,5-2 0,2-1 383,3-1 0,2 0 42,-1 0 0,0 0-58,-4 2 1,0-1 51,-7 3 1,-1 0 442,16-9-67,-18 7-480,-15 8-849,-10 3-269,-5 5-2592,-6 0 3296,-1 3 1,0-1 0,2 1 0</inkml:trace>
  <inkml:trace contextRef="#ctx0" brushRef="#br3" timeOffset="969866">9220 3045 8693,'2'4'3650,"0"-1"3528,-2-3-6069,9 4-660,-5-11 1015,9-4-946,-10-1-238,0-2 352,-2 12 626,-1 1-348,-1-3-685,-4-3-51,-2-6-361,-5-5-130,0-2 140,0 0-112,3 1 108,2 4-436,4 7 469,1 3 205,2 4-75,1 6 194,4 5-128,5 10-85,5 5-115,5 4 67,2 1 16,0 0-85,-1-5 88,-2-6-68,-2-8 439,-4-6 257,-2-9 500,-1-11 49,0-15-223,2-16-481,-6 15 0,0-2-458,2-7 1,-1 0 410,2-6 0,0 1-65,1-2 1,0 1-72,1 3 0,0 2-433,-1 5 1,0 3-95,6-16 5,-5 18-315,-1 16 829,-3 13-780,3 14-1148,-2 15-3269,0 20 4178,-1 3 1,-5-15 0,0-13 0</inkml:trace>
  <inkml:trace contextRef="#ctx0" brushRef="#br3" timeOffset="971327">9403 4928 19955,'17'46'1971,"-4"-20"-1539,-15-51 89,-2-29-376,-1 12 3,-1-3 1,-2-3-519,1 14 0,0-1 417,-4-17 1,-2-4 58,-1-3 1,-2 1 36,1 2 0,1 1-73,-1 3 0,0 2-17,2 11 0,1 4 245,-10-14-253,6 19-34,2 7-434,5 14 398,7 16 165,3 13-53,6 17-21,5 12 7,1 5-2736,-1 1 2749,-2-12-37,-2 6 37,-5-2-110,0-1-52,-5 1 22,-3-18-14,0-10 53,-4-1 3491,-2-9-3443,-1-2 1,-4-11-100,1-9 83,2-5 11,-4-17 38,0-20 8,1-6-250,7 24 1,1 0 267,-1-20-6,3 18 13,3 2-15,2 7-5,4 1-35,4-1 2,8 7 56,5 1 453,-1 4-457,16-10 8,-17 14-42,17-9-56,-21 16 215,3 4-73,-11 8-315,1 19 33,-1 6 8,-1 1 9,4 0 10,-1-18-37,-1 0-199,2-4 105,-5-5 381,1-1 15,-3-1-111,-3-6-10,-1-1-26,-8-12-16,-1 4-19,-5-6 38,5 8-48,1 6-41,2 2 82,-2 8 59,-1 5 72,-1 8-9,-3 7 19,0 5 17,-2 4-2,0 4-40,0 3-3429,-3 15 3277,7-18-32,-1 13 16,10-26 13,0 4 20,3-14 42,0-6 220,1-10-61,0-10-17,-2-8 3338,0-17-3416,-1-14 17,1-12-213,1 28 1,0 0 173,3 0 1,2 2-73,4-24 43,5 13 66,3 13-3243,9 4 3407,-6 10-51,16 1-116,-5 11 105,10 0-326,6 6-585,3 7-1895,1 10 2515,0 17 1,-23-15 0,-6 3 0</inkml:trace>
  <inkml:trace contextRef="#ctx0" brushRef="#br3" timeOffset="992195">19104 8722 9402,'40'-20'1813,"1"0"0,-2 0 0,-16 9-1281,-32 15-207,-12 4-23,-15 7-61,-14 4-1741,13-3 0,-2 0 1674,-14 5 5,13-4 0,2 1 185,-9 2 56,-5 3 56,11-6-140,15-7-302,12-5-29,10-3 131,10-3 3312,2-1-3392,24-8-56,-9 1-12,7-4 1,3-1-17,12-6 8,-11 5 1,0-1 2,22-9-5,-4 1 5,-8 2 67,-11 5 107,-13 5-50,-12 6-96,-15 5 11,-13 7 17,-15 4-3386,-14 9 3383,20-7 1,-1 1 16,-2 2 0,0-1 3,2 1 0,0 0 34,-20 10-68,15-8-22,17-8 73,15-6 62,22-8 3279,0 0-3369,24-11-12,-2-2 1,16-9-356,-27 12 0,1 1 336,-1 0 0,0 0 2,24-12 1,-12 8 6,-14 6-18,-12 6-38,-10 4-197,-9 7-885,-6 5-4648,-7 9 5763,-2 2 0,9-11 0,5-6 0</inkml:trace>
  <inkml:trace contextRef="#ctx0" brushRef="#br3" timeOffset="994066">20398 8595 13999,'14'-18'1176,"-10"10"-836,-23 28-21,-9 7 23,-8 4-163,5-4 432,-16 9-163,19-14 21,-6 4-206,20-15-137,10-6-47,6-5 130,12-5-86,10-5-11,31-12-90,-26 11 1,2-2-320,10-3 1,-1 0 313,18-6 11,-15 4 0,-1 0-6,11-5-147,-17 7 1,-3 1 164,-1 1 217,-13 6 74,-24 10-292,-15 9-6,-24 11-19,13-7 0,-2 2-83,-5 2 0,-1 1 99,-2 1 1,-1 1 14,0-1 0,3 0-23,9-5 1,1-1 205,-2 2 0,4-3-105,5-3 40,1-1-90,24-13 55,17-13-27,13-9-50,18-9 69,-20 15 0,1-1-118,3 1 1,1 1-90,1 0 1,1 1-1085,1 0 0,1 2 1171,-5 2 0,-2 2 0,10-4 0,-18 8 0</inkml:trace>
  <inkml:trace contextRef="#ctx0" brushRef="#br3" timeOffset="1.00534E6">21005 7926 7285,'-3'3'3865,"0"-1"-3423,35-26 0,21-15-1205,-21 18 1,2-1 1017,11-9 1,7-4 0,1 2-6,-2 4 0,1 2 1,-3 2-799,7-3 1,1 0 587,-16 8 1,3-1-1,1 0 1,-1 0 7,12-3 1,0 0 0,-2 2-40,-8 2 0,-1 1 1,2-1 1,2 1 0,4-2 0,-1 1 0,-3 2-6,-1 2 1,-4 2 0,2-2-6,11-2 0,3-2 0,-2 1-4,-1 1 1,-1 0-1,0 0 7,-2 1 1,-2-1 0,0 1-1,-2 0 1,-2 0 0,0 1-2,-3 1 0,-1 0 0,0 0-17,15-4 0,-2 0 134,-6 4 1,-1 0-293,-6 2 1,-2 0 188,-3 1 1,-2-1 18,-3 1 1,-1 0 14,-2-1 1,-2 0 898,25-12-893,-8 0 33,-3 0-187,-4 2 1812,-6 1-1265,-9 5 1296,-9 2-1117,-9 5 239,-8 2-743,-9 5-29,-9 0 34,-7 3 45,-3 0-12,2 0 0,7 0 69,5 0 49,4 0-51,-1 0-44,-5 0 56,-5 0 33,-6 2-16,-2 0 5,3 2 90,6 0-292,10-2 12,10-2-22,11-3-23,10-1-12,12-3 7,10-1 5,8 3-34,-17 3 1,1 1-23,20 6 11,-2 0-11,-11 11-17,-14 2-17,1 9-335,-9 13-6,-9-11-2364,-4 17 2767,-5-20 0,0-4 0,0-9 0</inkml:trace>
  <inkml:trace contextRef="#ctx0" brushRef="#br3" timeOffset="1.00673E6">25606 5991 19983,'-49'-30'80,"-1"-1"0,5 3 1,4 15-79,16 36 1,4 10-8,-7 4-21,3 8 1,4 5-48,13-14 1,2-2-608,-3 2 1,2-1 562,7 25-36,21-19-261,6-10-68,20 6 213,-11-20-321,-3-11 1,3-6-2265,7-11 0,2-6 563,-1 2 1,0-2 1806,0-5 0,-3-4 484,-10-8 0,-6-4 14,-10 10 0,-4-2-14,5-13 0,-3-1 459,-8 8 0,-2 0 995,-2 2 1,-1 1 175,-2-18 1327,-2-5 101,2 5-1652,0 3-364,1 4-152,1 22-643,0 11 376,0 9-567,1 12 266,0 3-283,6 30-27,2 1-4,-2-10 0,0 2-8,4 15 6,-2-11 0,0-1-203,3 12 208,-4-17 1,1 0 4,2 9 40,-4-13 236,-3-10 368,-2-12-133,-2-8-353,-2-12-62,-2-10 174,-1-12-258,1 3 17,7-21-39,9 20-18,4-10 1,7 20-11,2 9-12,9 3-5,9 4-56,7 2-107,4 6-95,-2 5-95,-7 4 16,-8 5 214,-12-2-611,14 2 325,-11-9 252,16-1-28,-9-13 146,-10-2 235,1-11 257,-15 8 152,1 0-174,-10 8-112,-3 4-241,2 4 84,7-1 0,3 2 12,8-3-12,1-7-39,2-4-5,2-8 16,-2-7 34,-4-3 45,-7-1-79,-6 6 112,-17-5-106,-4 13 5,-14-4 6,2 9-22,1 6-62,8 1-17,0 6-17,10 4-16,-2 9-23,7 6-5,1 6-68,7 5-179,4 3-201,10-2-578,5-13 1,4-4-3558,22 3 4633,-16-10 0,-2-3 0,2-7 0,-15-1 0</inkml:trace>
  <inkml:trace contextRef="#ctx0" brushRef="#br3" timeOffset="1.0072E6">27212 5714 20487,'-45'2'304,"0"0"0,-1 10 0,8 6-253,13 20-23,2 19-6,17-15-11,10-1-55,7-2-57,12-4-168,9-6-84,10-6-156,9-9-438,6-12-448,3-16 443,-30 3 0,-2-4 335,-1-4 1,-2-3 384,-3-2 0,-2-2 215,-3-4 0,-3-2 151,-2-2 1,-3-2 265,-1-1 1,-2-1 234,-1-1 1,-2 2 134,-1 2 0,0 2 894,-3-29-157,-5 11-403,-3 8-332,-2 7-189,2 9-231,1 7-240,4 9-201,1 6-23,2 8 381,1 11-269,5 14-22,4 15-79,7 13-45,-8-25 1,2 2-2027,2 8 0,0 0 1668,5 15-306,-5-19 1,0-1-2944,4 1 3753,7 5 0,-11-22 0,-1-7 0</inkml:trace>
  <inkml:trace contextRef="#ctx0" brushRef="#br3" timeOffset="1.0075E6">27920 5568 11463,'0'-4'8352,"0"1"-5507,0 3-2794,-51-28-18,26 30-5,-8-11 0,0 6 0,8 33 0,2 8 39,3 13-39,8-16 17,4 10 11,8-21-5,6 3 5,6-6 33,8-5 29,7-8-34,10-3-124,-5-10 1,0-3-95,16-1-285,-10-4 0,3-4-1435,-3-1 0,-1-1 1302,-2 2 1,0 0-1,-5 1 1,-3 1-1,-4 3 1</inkml:trace>
  <inkml:trace contextRef="#ctx0" brushRef="#br3" timeOffset="1.00849E6">28236 5112 20173,'-10'-40'758,"0"0"0,1 1 0,-1 13-567,0 23-152,0 2-39,-5 9 11,-5 18-22,2 12 0,1 3-23,5 12-22,8-6-14,3-11 0,5 2-93,7 3 1,4-1 117,-5-9 0,2-2-25,9 2 0,4-6-53,9-7 22,19-3 101,-7-12-3347,3-11 3375,-21-5 67,2-14 51,-11-2 62,1-10 497,-7-16-492,-7 23 5,-3-3 320,-8 25-420,3 5 3341,-5 0-3582,6 4 39,0 4 67,1 2-34,12 19 35,3-5-7,16 13 1,3-14 16,5-7 1,-9-5 33,6-7-6,-18-3 51,10-11 33,-11-6 107,4-19-6,-10 3 84,-2-4-100,-8 17 409,0 2-432,-2 14 123,0-3-263,1 9-135,-1 1 91,2 14 16,5 7-12,5 30-66,3 2-299,-5-16 0,0-1 147,3 14-425,5 10-532,-2-16 80,0-11 1,1-2-1599,8 8 1895,23 2 0,-37-31 0,6-3 1</inkml:trace>
  <inkml:trace contextRef="#ctx0" brushRef="#br3" timeOffset="1.00968E6">29354 4945 10444,'0'-4'8884,"1"0"-5087,-1 4-3489,-37-58-291,20 43-17,-7-15 0,0 8-6,1 36 17,-3 14-16,-3 12-40,0 12 11,7-7-92,10-8 0,2 0-120,3 12 106,4-15 0,4 0-129,13 10 28,12-12-17,10-10-28,9-12 1,4-14 128,3-9 157,-2-12 28,-13 3 129,-2-8 448,-12 4-291,-7 6 621,-6 2-644,-11 15-190,-3 2-39,-2 5-40,-1 3-16,2 3 5,3 0 17,4-1 45,8-2-28,1-4 95,25-5-96,-13-3 9,8-6 1,1-2 13,7-15-42,-11 6 0,-1-3 9,4-14-6,-13 1 0,-3-4-6,-6 9 1,-3-2-327,4-16 0,-3-1 343,-4 8 1,-4 2 24,-1 1 1,-3 3 24,-3-18-141,-2 21 1,-1 2 263,-4-5-16,-5-12-55,8 25-130,3 11-72,5 8 680,0 11-624,4 15 5,-2 18-17,2 19-6,2-24 0,0 2-33,2 2 0,2 0-568,4 0 0,2-1 468,10 19-394,3-20 0,3-3-55,14 2 316,-11-12 1,1-3-513,18-5-67,-3-15 397,-6-12 331,-6-13 224,-12-6 163,-10-2 1565,-11 7-1156,-10 7 50,-5 8 380,-4 5-689,-1 4-173,4 2-162,4 1-57,6 0-10,5 5 50,11 1-1,7-1-4,15 0 10,3-12 28,7-12-3442,-15 0 3392,-2-9 68,-14-9 21,-6 4 18,-2-14-63,-10 20 186,-10-7-84,-1 15 3386,-8-5-3442,5 13-85,3 6-33,6 3-33,-1 12 33,5 6 11,-1 17-17,4 8-27,6 9-18,2-7-173,6-8 0,4 0-594,12 14-190,-6-14 0,2-1 1008,20 12 0,-19-22 0,-4-8 0</inkml:trace>
  <inkml:trace contextRef="#ctx0" brushRef="#br3" timeOffset="1.01048E6">30455 4221 12771,'-13'-41'685,"0"-1"0,3 4 1,0 12 1890,0 25-2565,5 6 1426,-4 21-1420,1 13-12,2-9 1,1 3 348,1 5 1,1 2-367,1 3 1,1 2 1328,5 0 0,3-1-1393,2-1 1,3-2-32,5-4 1,4-3-26,3-4 1,2-3-57,2-3 0,1-4-257,1-4 0,0-2-378,30 2-1182,-3-16-2644,-2-16-2621,-5-14 7270,-24 7 0,-4 0 0,4-3 0,-7-1 0</inkml:trace>
  <inkml:trace contextRef="#ctx0" brushRef="#br3" timeOffset="1.0107E6">30924 4302 17044,'-14'-46'1202,"0"0"1,1 4-1,3 6-989,4 18-67,2 4 1021,4 11-1217,0 1 441,2 7-386,6 11 198,8 15-198,9 15-19,-9-18 0,0 1-45,2 2 1,0 1-40,1 0 0,-1 0-42,0-1 0,-2-1 287,13 22-1038,-7-11-699,-6-14-1872,-5-11 3462,-3-9 0,-5-6 0,-1-1 0</inkml:trace>
  <inkml:trace contextRef="#ctx0" brushRef="#br3" timeOffset="1.01098E6">31034 4277 16756,'-34'-45'1787,"-1"-1"0,2 1 0,8 4-1205,19 10-302,3-7-95,13 4-90,9 4-39,11 9-28,8 8-16,21 13-307,-17 9 284,-9 4 0,2 4-15,-1 10 1,-1 2 19,-5-6 1,0 1-26,12 15 1,-3 2-15,-17-14 0,-3 1 0,1 5 0,-5 0-44,-7 27-57,-29-9 14,1-28 1,-4-4-94,-7-1 1,-2-3-263,-3-4 0,-1-2-712,0-3 0,0-2 628,0-5 0,3-1 1,-5 0-1,10-3 1</inkml:trace>
  <inkml:trace contextRef="#ctx0" brushRef="#br3" timeOffset="1.01125E6">31793 4296 19848,'-1'-8'3932,"0"2"-3909,1 6 5,0 0-4526,26 44 4089,-16-18-4507,5 18 1,-1 1 3977,-10-12 1,-2 11 0,-2-37 0</inkml:trace>
  <inkml:trace contextRef="#ctx0" brushRef="#br3" timeOffset="1.01302E6">31823 3977 21472,'-6'-33'381,"1"0"1,-5-16-354,11 56 28,5 13-17,3 11 0,17 25-22,-7-14-12,4-8 1,4-3-381,10-1 392,8 5 16,-4-17 359,-15-11-196,-5-5 163,-6-21-208,-14-9-84,1-8 51,-4-15-37,-2 11 0,-1-1-47,-1-16 38,0 13 0,1 2-16,1 8-50,1 4-40,2 7-403,2 15 68,1 0-1099,7 10 1468,11 17 0,-9-10 0,5 9 0</inkml:trace>
  <inkml:trace contextRef="#ctx0" brushRef="#br3" timeOffset="1.01325E6">32456 3900 19042,'0'6'2111,"0"-1"-1803,0-5-459,17 34-476,-7-11-1204,9 30-5804,-14-18 7635,-6-6 0,0-11 0,0-9 0</inkml:trace>
  <inkml:trace contextRef="#ctx0" brushRef="#br3" timeOffset="1.01441E6">32582 3445 12701,'-4'-4'7472,"1"1"-6447,3 3-824,4 5-27,3 11-40,7 12-38,6 12-12,10 11-68,-9-16-4,10 7 4,-15-22-4,0 0 16,-7-7 292,-5-5 1259,-2-6-1557,-7-9 23,-5-6-17,-6-13-17,-5-7 6,0-8 11,1-7-17,4-2-5,5 0-1,4 4 1,5 5-12,5 7-10,2 6-12,4 8-6,2 7-16,3 5-6,3 5-17,3 7 6,1 7 5,-1 12-44,-5 10 10,-6 10 12,-9 7 17,-13 3 62,-11-2 16,-9-5 22,-2-10 68,6-13 50,9-11 1,11-7-91,8-5-55,8-3-17,7-2-3381,18-3 3380,-6 2-27,20 0-78,-9 2-231,13 0-469,2 0-1144,0-2-5214,-1-5 7175,-10 0 0,-16 2 0,-12 3 0</inkml:trace>
  <inkml:trace contextRef="#ctx0" brushRef="#br3" timeOffset="1.01474E6">33117 3151 21500,'-47'-23'211,"0"0"0,4 1 1,11 8-201,22 17 6,5 5 11,3 6 0,7 5 11,6 4-22,11 3-28,10 2 27,-5-8 1,0-1-11,14 9-1,-10-8 1,-1 1-23,7 5-5,1 7 22,-13-3 17,-16-3 16,-20-1-94,-14-3-159,-12-1-250,-5-6-879,3-4-4460,5-7 4961,11-6 0,10 0 0,9-3 0</inkml:trace>
  <inkml:trace contextRef="#ctx0" brushRef="#br3" timeOffset="1.01505E6">33007 2813 17468,'-2'-3'4396,"0"0"-3790,2 3-573,60-55-5,-17 49-395,5-15 0,3 5 367,-15 27 0,-1 10-4,2 5 1,2 4-1,-3-2-363,0 0 1,-3 1 346,15 14 1,-5 2-62,-21-12 0,-4 1-116,-4 1 1,-2 2-359,-1 9 1,-5 2-124,-9-2 0,-6-1-1406,-7-1 1,-4-3 1532,-2-5 0,0-3 0,-10 7 0,13-18 0</inkml:trace>
  <inkml:trace contextRef="#ctx0" brushRef="#br3" timeOffset="1.0396E6">25866 6537 6047,'-3'1'1076,"1"-1"-797,2 0-83,73-32-44,-22 8-705,-13 7 1,6-3-1,-3 1 629,7-3 0,0 1-2,-11 3 1,2 1 0,2-2 33,5-2 0,2-1 0,1 0-652,6-4 0,1-1 0,2 0 587,-10 4 1,1 0-1,1-1 1,0 0-513,4-2 1,1 0 0,1 0 0,0 0 478,-9 4 0,0-1 0,1 1 0,0 0 0,1 0-4,0-1 1,1 0 0,0 0-1,0 1 1,0-1 1,0 1 1,0 0 0,0-1 0,0 1 0,0 0 2,0 1 0,0 0 0,-1 0 1,1 0-1,-1 0-3,-1 0 1,0 1 0,0 0 0,0 0 0,-1-1-6,11-3 0,0 0 0,0-1 0,-1 1-1,-1 0 1,0 0 0,-1 1 0,1-1-2,-2 0 0,0 1 1,0-1-1,-1 0-4,0 0 0,0 1 1,1-1-1,-1 0-11,0 0 0,0-1 0,0 1 1,1 0 14,0-1 0,0 0 0,0-1 0,0 1-367,1 0 0,0 0 1,0 0-1,0 0 378,0 0 0,1 0 0,-1 1 1,0-1 0,-1 1 1,-1-1-1,1 1 1,-1 1-80,-3 0 1,0 1 0,0 0-1,-1 0 70,-4 1 1,0 1-1,-1 0 1,-1 0 177,9-3 1,-1-1 0,-2 1-8,-5 3 1,-2 0 0,-1 0 470,13-7 1,-4 0-389,-6 3 0,-2 0 758,-5 2 0,-2 1-868,-2 1 0,-1 0 729,-2 2 0,0 1-474,22-14-58,-10 5-182,-15 6 1459,-13 8-1892,-14 5-470,-12 6 783,-12 8 0,9-4 0,-1 5 0</inkml:trace>
  <inkml:trace contextRef="#ctx0" brushRef="#br3" timeOffset="1.04109E6">30076 5766 12847,'-52'-4'807,"0"0"1,9-4-1,7 9-44,2 50-359,21-20-351,1 3 1,2 2-104,3 22-25,4-20 1,2 1-85,8 9 1,4-2 102,1-7 0,2-2-247,1-2 0,2-1 25,4-7 1,0-2-360,12 9-163,6 11 170,-18-11 140,-19 2 271,-14-15 39,-22 3 247,-3-9 300,-10-1 138,1-12 490,5-24-577,18-7-305,9-8-28,34-19-91,-3 25-381,12-6 1,6-2 467,-9 15 0,1 0 160,14-11 0,1 0-4,-13 12 0,0 1-56,18-9 0,0 0-55,-15 9 1,0 1-46,14-10 1,0 0 48,-13 7 0,-1 0-93,-4 1 0,-1 2 342,9-11-221,-9 3-26,-19 13-313,-13-3-140,-7 9 43,-9 2-53,4 7 831,-4 5-718,5 4 449,-6 8-310,1 12 175,5-2 120,3 8-48,9-12 28,2 8-120,2-12-27,1 6 181,2-12 136,3-6-288,2-4 257,7-10 58,2-6 44,9-11 59,-1-4 468,0-3-454,-11 13 705,-5 2-810,-8 15-352,-4 2-99,-2 8 7,-3 7 0,0 0-170,-1 17-6,4-8-11,1 12 26,3-8 30,6-4-8,4-4 29,6-8 40,4-5 146,-2-6 59,16-16-52,-4-6 40,14-18-44,-14 8 44,-10 2 0,-2-1 16,2-16-44,-6 13 0,-3-2 51,-2-20 44,-5 3 112,-9-4-28,-5 8-55,-5 4-17,-2 12-12,5 14-37,2 6-32,4 5-81,2 3 60,3 4 304,0 13-129,0-3-116,1 18-12,0-10-29,4 27-45,2-6-54,5 21-71,5-3-255,5 3 169,-9-29 1,1 0-276,2 0 1,0-1-3,8 17-509,-3-15 0,0-1-2608,6 6 3529,12 11 0,-21-30 0,-4-8 1</inkml:trace>
  <inkml:trace contextRef="#ctx0" brushRef="#br3" timeOffset="1.04155E6">31115 5629 20066,'-43'-26'162,"0"-1"0,5 2 0,6 9-84,17 20 166,6 0 22,3 8-229,5-4-35,0 3-23,2-4-32,1 1 8,2 2-40,0-2-99,1 8-60,-1-5 172,9 21-4,2-5 1,10 15 109,4-7 0,5-2 16,2-3 0,-2-4-10,-7-5 77,-11-4 135,-11-4-28,-11-2-84,-11 2-34,-12 0-72,-7 1-56,-2-3-85,2-3-229,9-4-785,10-5-5057,10-6 5330,8-3 0,0 2 0,2 3 0</inkml:trace>
  <inkml:trace contextRef="#ctx0" brushRef="#br3" timeOffset="1.04205E6">31390 5678 6781,'3'-3'8104,"0"1"-3191,-3 2-4487,21-8-158,-18 15-122,16-2-85,-23 17-16,2 0-45,0-3 17,2-4 28,0-6 285,0-4 174,2-4-246,4-9-174,5-8-28,8-12-23,4-10 13,4-5 44,-5 1 89,-5 6 73,-9 8-6,-4 8-33,-9 5-101,-3 7-62,-7 3-16,-3 4-17,-3 8-6,0 6-22,0 9 11,3 6 0,6 4-6,6 3-27,6 0-18,11-1-55,13-3-152,16-4-139,14-4-34,-21-13 0,0-1 75,2-1 1,2 0-2104,7-1 0,-1 0 1344,15 3-2546,-22-4 1,-2 0 3111,-7 1 0,-7-2 0,-15-3 1</inkml:trace>
  <inkml:trace contextRef="#ctx0" brushRef="#br3" timeOffset="1.0424E6">30447 6708 9426,'-40'17'1610,"1"1"0,-1-1 1,-10 4-1,21-11-668,38-18-186,36-18-314,-13 8 1,3-1-527,7-2 0,2 0 498,5-3 1,2 1-527,5-2 0,1-1 233,-16 8 0,0 0 1,1 0-25,2 0 0,1-1 0,-1 1-17,2-1 0,0 0 1,1 0-436,-1 1 0,0 0 0,0 0 403,-1 1 1,0 0 0,-1 0 12,-2 1 1,0 0 0,0 1-159,15-6 0,-1-1 200,2-1 1,-5 1-73,-19 8 0,-2 0 30,2-2 1,-5 0 658,-11 4-821,-3 0 150,-9 5-9880,-12 3 8572,2 2 0,-2 1 1,4 1-1</inkml:trace>
  <inkml:trace contextRef="#ctx0" brushRef="#br3" timeOffset="1.06178E6">28776 6255 8573,'-7'-4'5120,"2"1"-4510,5 3 370,0 0-380,-65-29-113,22 21-297,5 0 1,-8 0-1,4 4-109,4 8 1,2 4-171,-4 0 0,0 1 136,4 3 1,2 0 19,-23 10-39,16-2 0,0 0-11,-12 8 5,15-2 1,1 2-18,-6 17 3,15-12 1,1 1 5,6-3 0,2-1 3,-9 18 47,11-16 1,0-2-15,0 2-8,1-1 0,0 1 31,0 8 0,-2 11 2,11-18 1,4-1 86,2 24-61,5-2 123,16-4-1676,1-24 1,3 0 1605,2 1 0,4 0 28,18 12 0,3-1-389,-19-15 1,1-1 281,18 10 1,-2-1 25,-1-2-1003,-2-5 0,3 0 1022,-18-11 0,1-1-698,11 3 0,1-2 664,-11-6 1,-1-3 638,3-3 1,0-1-614,23-5-62,-6-2 57,-5-5-1018,1-6 933,-9 1 17,13-12 1480,-28 11-1402,24-24-55,-15 8 950,-9 9 1,0-2-962,14-16-7,-4 0-21,-9 12 38,-2-4 339,-8 3-288,-4-1 11,-5-5 3251,-12 5-3329,-1 5 61,-17-22-61,3 12-127,4 10 1,0-1 126,-11-15 5,-2 3 1,0 7-29,6 9 73,-18-6-28,7 10-61,-8-5 2,13 11 1,-1 1 13,-16-6-16,-9-3-4,23 11 1,2 2 9,-1 0-4,-2 1 0,-1 0-2,-3 3 329,-16-2-319,11 5-4,2 1 4,-1 2-4,0-1-7,-5 1-10,0 2 10,0 4 6,11 1-27,-11 14 21,15-2-5,-13 13-39,9-2 0,2 3 231,10-6-282,-2 23 46,13-4-378,5-10 1,1 3 244,3-2 1,1 2-376,2 3 1,2 2-2530,5 1 0,1 0 3081,1-4 0,1-4 0,7 11 0,-5-23 0</inkml:trace>
  <inkml:trace contextRef="#ctx0" brushRef="#br3" timeOffset="1.07383E6">17303 6084 17540,'-31'28'3350,"-2"13"-2973,18-13 0,1 3-1071,-4 7 0,-1-1 827,4-6 0,-2 2 77,-4 9 0,-4 6 0,4-5-212,4-10 1,1 1 166,-6 10 1,-2 7-1,1-5 197,5-7 0,1-1-316,-5 10 1,0 0-28,6-12 1,-1-1 97,-1 5 0,0 0-226,1-4 1,0-1 170,1 0 0,-1 0 15,-1 4 1,0-3-283,1 0 458,3-5-171,10-21 635,3-5-718,10-28 215,7-10-88,0 0 0,1-2 548,13-19-539,-7 14 1,3-2 9,4-7 1,0 0-264,-5 9 0,0-2 158,3-4 0,3-4 1,-3 5-546,-3 2 0,-2 2 554,5-8 1,1-1-29,-3-2 1,-3 4-307,2-10 264,-9 19 1,-2 1-54,-3-4-65,-6 15-17,-5 7 230,-6 11-742,-3 3 845,-16 28 311,2 10-309,4-1 1,0 4-34,1 2 1,1 2 67,-4 6 1,1 3-46,-2 5 0,1 1 62,-2 2 0,0 1 165,0 1 1,0-2-28,5-12 1,0-1-508,-8 15 0,-1-3 254,10-20 0,-1-1-214,-9 17 1,0-2-96,-1-1 41,-1 0 10,19-32 74,3-3 88,4-9-42,3-11-418,9-21 301,0 4 935,15-27-2740,4 12 1960,5-4 1,-9 16 0,-10 13 0</inkml:trace>
  <inkml:trace contextRef="#ctx0" brushRef="#br3" timeOffset="1.08672E6">18595 3482 23295,'-43'7'874,"-1"0"1,5-1-1,8 0-1029,21-4 1012,16 0-1645,14-5 1129,33-11 52,5-5-339,-27 8 0,2-1-1490,13-5 0,-1 1 2053,4 0-349,-4 1 0,0 3-101,6 5 572,2 5-673,-20 15-845,-30 27-206,-12-6 814,-10-2 0,-5 1 260,1-7 1,-2 0 138,-5 5 1,-3 2 95,-3 1 1,2-1 77,9-9 0,2-1 566,-13 14 984,27-21-339,22-15-1708,19-12 279,6-8 0,3-2-148,-10 4 0,2-2 91,10-8 1,6-5 0,-5 4-38,-12 7 0,0-1 32,6-4 0,4-3 1,-4 1 122,-5 2 1,-3 0 33,5-5 0,-3 0-279,-7 4 0,-6 0 0,-4-20 0,-16 20 0,-28 3-2183,-10 18 846,-14 0 730,20 5 1,1 1-488,-10-1 165,-8 1 225,37 0 347,-2 0 691,14 0 933,11 1-1215,5 2-331,15 2-91,-4 2-279,12 6-442,-8 6-905,5 12-755,-17-3 1,-3 3-3911,6 26 6420,-3-2 1,-12-25-1,-5-22 1</inkml:trace>
  <inkml:trace contextRef="#ctx0" brushRef="#br3" timeOffset="1.08801E6">20680 3491 17884,'-7'-51'1204,"0"0"1,0 0 0,1 1 0,0 1 0,2 10-32,2 2-185,-1-2-449,0 15-535,0 11-254,1 8-129,1 11 682,4 10-234,3 15-184,6 15-60,-2-5 1,0 1 24,-2-9 1,0 0 65,2 9 0,-1-1 97,0 4 307,-4-15-583,-2-4 1092,-2-17 360,0-1-772,-6-31-286,3 6 1,-1-13 1,2-5 232,9-12-152,-1 11 1,4 1 604,19-19 289,8 7-3335,4 10 4138,2 10 108,0 12-1993,-1 9-25,-4 16 0,-5 11 0,-5 15-860,-4 9-1480,-4 4-133,0-1 3848,1-6-3511,0-10 182,0-9 897,1-12 1262,-5-9 1508,17-23 681,-3-8-1320,-8 5 0,1-3-134,-2 1 0,-1-1-388,0 0 1,0 0-553,16-20 0,-10 13 0,-13 15 0,-8 11 0,-9 11 0,-5 8 0,-2 8 0,0 10 0,5-9 0,9 6 0,10-13 0,13-1 0,12-6 0,10-9-442,3-9 349,2-11 628,-6-8-3136,-8-6 4821,-13-1-1839,-13-1-381,-18 6 0,-16 4 0,-6 10 0,-5 10 0,-4 3-808,-25 2 233,17 4 1,-2 0 116,8 2 1,2 2-7,-20 7 614,20-1 1043,19 3 800,21 3-2940,15 1-1967,17 4-3271,14 0 6041,-18-10 1,-1 0 0,4 1 0,-1-2 0</inkml:trace>
  <inkml:trace contextRef="#ctx0" brushRef="#br3" timeOffset="1.0888E6">22528 2955 28228,'-56'1'603,"0"0"0,4 1 0,8 6 272,7 18 980,7 6-1855,11 6 0,8-1 0,11-3-933,9-5-205,9-5-419,6-7 574,3-9-283,0-13 1245,1-12 1131,-2-13-4,-1-12 156,-5-7-530,-12 13 1,-2-1 222,1-15-955,-5 20 0,-1-1 0,-4-3 0,0 1 0,-3-22-882,1 17 0,0 1-592,-3-8 267,2 12 365,2 12 125,3 9 150,0 8 334,2 11 127,5 10-441,4 16 200,5 17 177,-5-16 1,-1 2-39,1 3 0,0 1-39,2 0 1,0 0-167,1-3 0,1-1-122,0-4 0,2-3-611,18 14 530,1-13 353,2-14 772,-2-13 763,-1-15 850,-1-9 619,0-13-339,-12 10 377,0-3-1631,-15 18-1148,-2 2 0,-5 5 0,-1 3 0,-1 3 0,-1 3 0,1 3 0,1 2 0,5-1-939,3-2-559,8-3 2214,6-6 130,6-9-909,3-10 732,-2-11-400,-4-11-269,-10-8 0,-7 10 0,-13-14 0,-5 26 0,-8-7-1124,-2 20-992,3 6 836,2 7 812,3 6 1346,1 8 520,3 10-228,2 12-44,3 23-710,6-15-416,3-8 0,4-2-34,16 9-1191,-5-15 1,3-2-1290,5 0 1,4-2 2190,10 0 0,-2-3 0,7 3 0,0-5 0</inkml:trace>
  <inkml:trace contextRef="#ctx0" brushRef="#br3" timeOffset="1.08955E6">24117 2769 25041,'2'-56'1383,"0"-1"1,0 8-1,0 4-682,-1-2-739,-1 21 36,0 8-168,0 16 112,3 10-539,11 25-139,3 13 468,-4-10 1,0 2 47,-2 1 1,-1-1 51,-3-7 1,1 2 49,0 15 0,-1 0-29,-2 6 126,-1-19 1,0-3 965,-3-6 11,-1-19-300,0-9-94,-1-11-210,-1-11-221,1-12 1,-1-4-847,0-11 830,0 9 1,1 0 153,3-20-252,1 1 30,-1 19 0,1 0 55,3-19 253,3 2-2717,4 24 3231,0 13 388,11 3 621,4 10-1398,26 4-480,-1 12 0,-18 2 0,-1 1 0,10 14 0,4 16 0,-27-14 0,-2 1-2042,14 18 208,-9-7 0,-1 1-1480,3 3 1396,-8-12 0,0-1-1458,3 4 3061,2 3 0,-15-24 1,2 4-1</inkml:trace>
  <inkml:trace contextRef="#ctx0" brushRef="#br3" timeOffset="1.08975E6">24366 2868 28866,'-41'-12'49,"0"-1"0,5 2 0,12-4-1946,32-16 2627,23-2 1156,3 5-1007,-5 10 0,4 0-419,7 1 0,3 1-342,2 1 0,1 0-413,10-1 1,-1 3-2561,-9 6 0,-3 1 3096,-5 3 1,-4 0 0,10 1 0,-22 2 0</inkml:trace>
  <inkml:trace contextRef="#ctx0" brushRef="#br3" timeOffset="1.0903E6">24261 3512 26554,'-50'18'2071,"-1"-1"0,7 1 0,10-9-2071,22-15-880,22-9 988,21-12 130,-4 8 0,4-1-696,7-3 1,4-1 538,6-2 0,1 1 53,-9 5 0,2-1-297,1 2 0,4-1 0,-3 1-117,4 1 0,1 1 407,-4 1 0,3-1 0,-4 3-277,-2 2 0,-2 2-662,6 1 0,-5 4-576,-9 4-6,-2 11-41,-51 11 1305,-25 13 314,13-14 1,-2 0-148,-4 2 0,-1-1 401,-1 1 1,0 0-16,0 0 1,1 0 133,0-1 1,0-1 157,2 1 0,1-2 33,8-5 0,0 0 8,-6 3 0,2-3-756,-2 0 0,-3 1 0,26-11 0,12-4 0,14-9 0,17-5 0,17-11 0,-16 11 0,2-2 0,13-5 0,0 0 0,-13 6 0,-1 0 0,15-6 0,-2 0 0,12-6 0,-23 12 0,-1-1 0,-3 2 0,-1 1 0,22-10 0,-8 3 0,-8 6 0,-7 4 0,-7 4 0,-6 3 0,-6 2-6331,-4 5 6033,-5 2 0,-1-1 1,-1-2-1</inkml:trace>
  <inkml:trace contextRef="#ctx0" brushRef="#br3" timeOffset="1.10863E6">14327 1919 16610,'0'-3'995,"0"1"1003,0 2-103,-1 6-840,-6 9 214,-7 14-322,-12 14-455,8-16 0,-2 2 58,-4 4 1,-1 2 194,-3 4 0,-2 1-10,-2 4 0,0 0-179,-3 3 1,1 0 64,-2 2 0,1 1-322,0 1 0,0 0-299,2-1 0,0 1 0,3-1 0,1 0 0,1-4 0,2-2 0,1-1 0,1-2 0,2-2 0,0-2 0,0 0 0,0-2 0,0-1 0,1-1 0,0-2 0,0-1 0,1-4 0,1-1 0,-13 16 0,7-11 0,7-9 0,7-6 0,5-9 0,4-1 0,1-5 0,1 1 0,5-1-100,6 2 1,-4-2-1,3 2 1</inkml:trace>
  <inkml:trace contextRef="#ctx0" brushRef="#br3" timeOffset="1.10996E6">4001 2301 16286,'-30'-50'520,"-1"-1"1,1 3 0,6 9-233,10 22-1095,5 4 150,2 11 1067,9 16 418,6 14-437,0-1-782,7 13 806,0-10-26,9 6 32,-2-13-145,2-6-365,-5-17 399,-4-6 1174,13-30 652,7-15-118,0-1-908,-10 17 0,0 1 1341,0-1-1038,1-1 0,-1 0-1413,0-2 0,-1 0 0,0 0 0,-5 2 0,6-12 0,-6 28-9057,0 10 8720,-3 12 0,-5 2 1,-8-1-1</inkml:trace>
  <inkml:trace contextRef="#ctx0" brushRef="#br3" timeOffset="1.11792E6">13483 1745 19029,'58'9'95,"0"1"0,0-2 0,-1-2 170,-11-5 1,1-3 222,10-1 1,2-3-213,-12 1 0,0 0 0,3-2-35,6-2 1,2 0-1,2-1-44,-10 1 0,1 0 0,1 0 0,1-1 11,5 0 0,1-1 0,1 1 0,1-1-23,-9 2 1,0 0-1,2 0 1,0 0 0,0 1 54,2-2 0,2 1 0,-1 0 1,1 1-1,1-1-65,0 0 1,1 1-1,0 0 1,1-1-1,-1 2-81,2-1 1,-1 1 0,1 0 0,-1 0-1,1 1-52,-1 0 0,1 0 0,-1 1 1,1 0-1,-1 1-38,-1 0 0,0 0 1,0 1-1,0 1 1,-1-1-29,0 1 1,-1 0 0,0 1-1,0 0 1,-1 0-18,0 0 0,-1 1 0,0 0 0,-1 0 0,1 0-10,-3 1 0,0-1 1,-1 1-1,2 0 1,2-1 21,-1 1 0,4-1 1,0 1-1,1-1 0,-2 0 1,-4 1-6,10-1 1,-3 0 0,-1 0 0,2-1 18,-5 0 1,2 1-1,0-1 1,-1-1 0,-3 0 58,-1-1 1,-2-1 0,-2 0 0,-4 0 6,-1 0 1,-3 0 0,0-1 38,4 1 0,0-1 0,-7 0 727,13-2 34,-27 4 672,-11 0-799,-20 0-2035,-9 0 570,-19-2 194,-27 3 336,18 2 0,-6 2 108,-4 0 0,-5 2 1,2 0 21,-6 1 1,-2 0 45,15-1 0,-6 2 0,0-1 0,4 0-35,-1 1 0,2 0 0,-1 1 381,2-1 0,-2 0 1,-1 1-1,0 0-134,1 0 1,-1 0-1,1 0 1,-3 1-69,5-1 1,-2 1-1,-1-1 1,1 1 0,1-1-23,-5 2 0,0-1 0,2 0 0,-1 0-42,2 0 0,1 0 1,1-1-1,-1 1-17,0 0 0,1 0 0,0 0 0,0 0 2,-9 2 1,0 0-1,-2 0-12,4-1 0,-1 0 0,-3 1 0,-2 0-8,3-1 0,-3 0 0,-1 1 0,2-1 1,3-1-7,4 0 1,4-1 0,0 0 0,-4 1-8,-1-1 0,-3 1 1,-2 1-1,2-2 0,5 0-3,-6 0 1,4 0-1,-1-1 5,6 0 0,-1 0 0,0 0 0,1 0-7,-10 0 0,2-1 0,0 0-28,-3 0 0,1-1 1,4 0-53,0 0 0,3-1 38,9-1 1,0 1-1,4-1-18,5 0 0,2 1 25,-8 0 1,1 1 28,6-1 1,2 0-29,-18 3-439,20-3 426,25-1 580,12 0-1090,47-2 327,-14-1 158,18-2 1,12-2 94,-18 0 0,2-2 0,0 0 6,-1 1 0,0 0 0,1-1-6,6-1 1,2 0 0,-1-1 16,-2 1 1,-1-1 0,2 0-84,-11 1 0,0 1 1,4-2-1,5 0 194,-3 0 0,7-2 0,4 0 1,1-1-1,1 1 0,-4-1 1,-4 2-58,-1 0 1,-3 0-1,-2 1 1,1 0-1,3-1-41,-3 0 0,2 0 0,2-1 0,1 0 0,-1 1 0,-2 0 1,-3 1-13,4-1 1,-3 1 0,-1 1 0,-1 0 0,2 0-28,3-1 0,1 1 1,0 0-1,1 0 1,2-1-23,-2 2 1,2-1 0,0 0-1,2 1 1,0 0 0,0 0-22,-5 1 1,1 0 0,0 1 0,1 0 0,-1 0 0,-1 0 0,-2 1-3,0 0 1,-2 0-1,-1 1 1,0 0-1,-1 1 1,1-1-15,3 0 0,0 1 1,0-1-1,0 1 0,-3 0 1,-2 1-128,8 0 0,-3 0 0,-2 1 1,-2 0-176,1-1 0,-2 1 0,-1 0-1751,4 1 1,-1 1-1,-4 1 2026,-3 0 0,-4 1 1,-4 0-1,-4 0 0,2 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5:13:03.377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C00000"/>
    </inkml:brush>
    <inkml:brush xml:id="br4">
      <inkml:brushProperty name="width" value="0.05292" units="cm"/>
      <inkml:brushProperty name="height" value="0.05292" units="cm"/>
      <inkml:brushProperty name="color" value="#FFFF00"/>
    </inkml:brush>
    <inkml:brush xml:id="br5">
      <inkml:brushProperty name="width" value="0.05292" units="cm"/>
      <inkml:brushProperty name="height" value="0.05292" units="cm"/>
    </inkml:brush>
  </inkml:definitions>
  <inkml:trace contextRef="#ctx0" brushRef="#br0">1516 1721 11598,'-5'-8'9398,"2"2"-8232,3 6-326,0 0-224,-31-55-202,16 38-297,-6-13 1,-1 4-11,-4 23-46,-5 8-21,-5 8-18,1 11-16,7 8-23,12 6 11,12 1 1,16 0 16,14-4 17,15-3-28,10-2-11,4-4 11,-4-1 5,-11-5 12,-16-4 11,-12-2 22,-18-1-16,-13 1-28,-20 2-6,-16 0-264,22-7 1,-1-2 218,-2 0 0,0-2 16,-1 0 1,1-1-246,-25 0-359,13-4-1174,17-3-6677,16-4 8486,7-3 1,7 3-1,1 2 1</inkml:trace>
  <inkml:trace contextRef="#ctx0" brushRef="#br0" timeOffset="241">1779 1633 22423,'4'-9'3837,"0"1"-3417,-4 8-546,0 0-20,-9 15 41,8 15-27,-8 22 11,9-18 1,2 1-640,-3 3 0,1 1-173,0 0 1,0-1-811,0-3 1,1-1-7490,5 21 9221,1-20 0,-2-19 0,-4-13 0</inkml:trace>
  <inkml:trace contextRef="#ctx0" brushRef="#br0" timeOffset="766">1738 2004 22202,'-18'-38'190,"0"0"1,2 3 0,9 10-91,23 24 488,18 4-325,20 1-195,-19-2 1,1 1-562,4-1 1,1 0 524,1 0 1,-1-2 83,-2 0 0,-2-2-1369,-3-1 0,-4-1 1618,7-3-133,-12-7 255,-21 2-92,-3-4 70,-8-1 551,-9-1-883,-4 5 3261,-1 3-3319,-1 7-11,7 4-15,-2 6 333,6 7-85,8 11-78,4-5-125,12 9-237,6-11 17,10 2-29,7-7 30,-6-9-72,-4-7 311,-9-13 344,-8-4-145,-2-9 47,-5-3-101,-13-4-300,2 13-147,-14-2-68,4 19 90,-7-1-87,-1 10 646,-3 13 745,5 16-617,8 9-278,10 12-291,16-1-694,2-17 1,5-2-574,2-3 0,2-2 431,0 0 0,3-3-1446,3-2 0,2-5-6197,21 3 7787,-17-12 0,0-2 0,3 0 0,-7-7 0</inkml:trace>
  <inkml:trace contextRef="#ctx0" brushRef="#br0" timeOffset="1208">2519 2097 25772,'3'-47'848,"0"-1"1,0 4 0,-2 11-689,-3 25-454,0 4-100,0 7 545,2 11-238,1 13 8,1 12-381,1 10-3174,-1 11 3535,-2-24 1,-2 0 66,-1 3 1,0 1-45,-2-2 1,-1-1-241,-7 24 164,3-23 64,0-17 100,4-17-11,1-15-13,1-15 6,3-7 1,0-3-16,1-18 1121,0 5 1,0-2-1082,1 13 1,0 0-3,0-9 0,0-2-198,2-1 0,0 2 198,0 12 0,0 2-17,3-23 11,6 20-28,4 13 6,10-2 22,19 6-28,1 10-5,12 11 16,-17 6-22,8 17-5,-17 4 10,-5 22 30,-27-2 39,-23 7 1083,-11-20-1117,1-12 1,-1-4-9,-5 0-392,-2-3 0,1-3-1087,4-6-2427,-4-3 3915,27-8 0,10-1 0,3 1 1</inkml:trace>
  <inkml:trace contextRef="#ctx0" brushRef="#br0" timeOffset="1449">2994 1960 21877,'-3'2'4327,"1"-1"-3926,2-1-461,22-26-178,2 11-812,25-22-108,-12 22-8673,22-7 8674,-33 12 0,9-2 1,-29 9-1</inkml:trace>
  <inkml:trace contextRef="#ctx0" brushRef="#br0" timeOffset="1624">3505 1672 23166,'3'-7'4941,"0"1"-4709,-3 6 309,0 0-510,-19-7-160,7 29 122,-12-12-30,13 41-1236,5-3-2570,3-13 1,1 2 3816,0-3 0,1-1 0,0 12 0,1-19 0</inkml:trace>
  <inkml:trace contextRef="#ctx0" brushRef="#br0" timeOffset="1976">1172 2839 11139,'-46'9'1019,"1"0"0,0 0 1,-10 1-1,6-1 854,11-3 1,6-1-1281,7-3 747,37-8-903,32-6-239,-7 2 1,6 0-442,13-2 0,4-1 304,-12 2 1,2 0 0,3-1-90,7-1 0,2 0 1,-1 0 38,-8 2 0,-2 0 0,5-1 3,-2 2 1,5-1 0,2-1-1,0 1 1,-3 1-573,2 0 1,-4 1 0,1 0 0,5 0 560,-7 0 1,3 0 0,3-1 0,0 1 0,-1 0-1,-2 0-306,3 0 1,-1 1-1,-1 0 1,0 0-1,0 0 308,-2 1 1,0-1 0,1 1-1,-2-1 1,0 1-30,-4 1 0,0-1 0,-1 1 1,-1 0-1,-1-1 25,7 0 1,-1 1-1,-2-1 1,-1 1-47,7-1 0,-2 0 0,-3 1-448,10-2 1,-6 1-1990,-17 2 0,-6 0 2482,4-2 0,-25 2 0,-12 2 0</inkml:trace>
  <inkml:trace contextRef="#ctx0" brushRef="#br0" timeOffset="2974">4957 1786 27658,'-20'-39'-304,"-1"0"0,2 2 0,0 14 23,2 33 961,-7 12-369,-3 14-271,11-6 1,2 1-36,-7 26-63,6 0-117,15-10-4212,21-12 4050,-3-7-418,26-6-1596,-5-20-1389,14-9-1589,0-12 0,-2-14 3019,-7-10 2574,-24 18 0,-2-2 907,-2-3 1,0 0 689,-2-3 0,0-1 59,1-2 1,-1-1-444,1-1 0,-1 0-588,-1 1 0,1 1-340,-2 3 0,0 2 129,6-16-244,-5 16 2969,-7 17-3387,-3 11-3009,-6 25 3020,-1-3 296,-7 37-228,-4 1-62,5-18 1,-1 2-222,-1 4 1,0 1 204,0-1 0,2 0-12,1-2 1,1-2 5,2-7 0,2-2 6,1 15 17,5-21 3311,2-15-3138,5-13-15,6-14-119,5-13 5,8-14 41,5-6 43,3-1 17,2 6 614,-2 9-687,-5 12-66,-7 8-29,-6 8-11,-2 6 0,1 8-6,2 7 1,4 8-63,5 6-397,4 6-999,8 2-1488,5 0-3355,2-6 5459,-9-9 0,-15-10 0,-11-6 0</inkml:trace>
  <inkml:trace contextRef="#ctx0" brushRef="#br0" timeOffset="3323">5899 1810 23696,'-14'-36'168,"4"10"-67,10 34-45,11 6 151,8-4-123,0 0 0,2-10 51,-7-8-7,-1-5 57,4-13-11,-6 0-40,-4 1 460,-8-10-286,-4 17-72,-5-8-91,-4 17-38,-11 7-91,6 7 35,-12 9-23,9 7-17,-5 12 25,3 16-44,10-12-11,7 18-216,17-18-819,10 9-1685,3-19 1,2-2 2738,17 13 0,-4-8 0,-20-19 0</inkml:trace>
  <inkml:trace contextRef="#ctx0" brushRef="#br0" timeOffset="3773">6555 1648 18694,'0'-5'5713,"0"1"-5411,-25-15 1,-10-2-124,11 11-47,-14-11 0,-1 5 25,11 25-67,-11 16-68,13-2-11,8 5 0,3 1-11,2 2-3,4-1 1,3 4-183,8 24-420,10 0-765,6-26 1,2-4-289,12-2-2843,0-15 1,2-7-1314,9-15 5814,-6-5 0,2-6-385,-10 0 1,-2-4 384,6-10 0,-1-2 0,-12 12 0,-1-1 2478,2-9 0,-3 0 3208,6-18-2581,-12 11 1,-3 1-2288,-2-7 336,-11-14-347,-7 40-505,0 1 185,0 6-106,5 10-370,1 1 749,1 6-749,4 11-3169,-2 12 3192,2 3-147,-2 4 0,1 4 12,-3 25-244,1-15 1,0 3-1880,1 3 0,3-1 2224,5-7 0,0-3 0,0 22 0,8-31 0</inkml:trace>
  <inkml:trace contextRef="#ctx0" brushRef="#br0" timeOffset="4023">7029 1630 24665,'-45'-33'263,"-1"1"1,8 2-1,4 11-56,0 38-139,17-4 49,-15 23 1,5 11-51,-1 5-258,13-21 1,2 0 229,-3 20-3200,11-5 3178,10-15 39,17-3-40,30-14-139,-20-9 0,2-3-968,15-3 0,-1-3 189,-11-1 0,0-1 902,19-6 0,-4-1 0,-14 3 0,19-4 0</inkml:trace>
  <inkml:trace contextRef="#ctx0" brushRef="#br0" timeOffset="5090">7543 1357 24917,'-8'-39'559,"0"0"0,1 2 1,0 9-868,1 21 76,-1 3 58,-4 9 77,-6 13 15,-11 18 58,11-10 0,-1 2-539,-1 6 1,0 3 573,0 3 0,3 1-11,1 1 0,3 0-23,3-3 1,4 1 2,4-5 1,4-1-194,16 25 113,17-15 27,12-16 17,5-16 39,2-18 17,-4-13 28,-5-14 45,-8-7-6,-13 8 135,-4-10 61,-15 21-22,1-5-78,-7 18 544,-1 5-713,-1 3 191,1 7-179,0 5-1,4 7-16,4 4 11,9 0 28,10-3-33,8-6-1,6-6 23,2-6-6,-5-10 88,-4-9 33,-5-9 8,-4-8 90,-4-2 84,-6-1 38,-6 5-49,-3 5-46,-3 7-148,-2 9-119,0 5 44,-1 8-23,-2 11-5,-2 13 5,-5 30-17,3-11 3,1-10 1,2 4-175,3 2 1,1-1-404,0-8 0,0 3-431,3 17 0,2-1-2255,1-17 1,2-3 2633,0 4 0,0-3 0,3 6 0,-3-20 0</inkml:trace>
  <inkml:trace contextRef="#ctx0" brushRef="#br0" timeOffset="6299">8534 1541 23539,'-11'-44'593,"1"0"1,-2 4 0,-1 11-532,-1 23 0,-7 10-34,4 10 6,-7 15-23,-3 14-6,1 11-5,14-25 0,2 2-8,2 0 0,2 0-88,2 30-123,16-8-189,11-8-214,13-12 0,5-12 281,0-11 307,0-17 124,-2-10 139,0-14 371,2-13-40,-11 6-247,-7 3 293,-14 13-170,-7 13-228,-4 2-130,-3 5-33,-2 7-23,-2 3 6,3 6 0,2 2-17,9-1 1,8-1 32,22-4-21,-7-5 5,26-10-6,-13-10 51,11-13 28,-4-13-57,-23 5 1,-3-3-235,-6 10 1,-2 0 219,3-21 1,-3-1 3,-6 14 0,-2 0-1,0-8 1,-1-1 13,-2 7 1,-2 0 55,-5 0 1,-1 2-9,-3-6 90,-8-2-62,8 31-61,0 2-45,4 10-28,-1 14 16,0 14-10,-1 21 5,3-15 0,0 3 62,1 5 0,0 2-104,2 4 0,1 3-638,6 11 1,2-1 497,0-10 0,3-3 56,0-1 0,2-5-469,18 13-352,-4-28-66,7-5 525,1-22-2639,11-28 3121,-15 2 346,-10 2 0,-2-3-77,2-12-1659,0-15 1743,-10 19 622,-9-5-510,-9 28 2065,-6-1-2429,0 11 149,-4 11-216,5 4 3392,-1 12-3397,6-4-12,3 8-28,8-5 6,12 6-28,5-10 56,10-5 22,-8-14-17,6-11-5,-6-10 106,10-23-67,-13 11-14,-7 2 0,-3 1-14,-5 3 56,2-20 28,-7 26 34,-3 0-101,-5 11-17,-10 11 11,-8 14-22,-1 4 33,-10 19-28,0 14-16,9-7-187,12-6 0,4 1 130,9 5 46,3 8-158,27-4-419,2-22-1014,20 3 1596,6-19 0,-26-7 0,1-3 0</inkml:trace>
  <inkml:trace contextRef="#ctx0" brushRef="#br0" timeOffset="6808">10069 1102 22869,'1'-11'1788,"-3"-31"0,-3-6-1474,-6 9-185,4-10 0,-3 2 23,-6 20-164,4 14-96,5 7 6,-1 22-445,-1 13 481,-5 31 69,6-21 0,0 3-384,1 6 1,1 1 388,0 5 1,2 0-20,2 1 0,3 1-48,4-3 0,4-1-90,4-3 1,6-3-272,4-6 0,6-3-530,5-7 1,5-5-1891,5-6 1,2-6 2839,-4-5 0,-1-3 0,14-2 0,-25-5 0</inkml:trace>
  <inkml:trace contextRef="#ctx0" brushRef="#br0" timeOffset="7024">10639 1137 15333,'-4'-5'7411,"1"1"-5848,3 4-611,-25-61-269,16 37-641,-5-9 0,2 2 3,10 22-106,2 7 21,0 2-27,9 12-174,8 7-633,13 15-39,-1-4 234,-2-2 1,-2-2 0,-7-7 0,14 15-1</inkml:trace>
  <inkml:trace contextRef="#ctx0" brushRef="#br0" timeOffset="7490">10982 1226 22977,'18'-15'123,"2"31"-100,-9 24 13,-5-4 1,-1 3 1260,-2 22-1269,-2-20 0,0 1-52,-2 0 1,1-1 28,0-3 1,0-2 11,-1 23 372,1-20 109,-1-18-358,0-16 628,-4-18-717,1-14-6,0-20-34,2 16 0,2-2-14,2-6 0,2-1-109,1-4 0,2-1 129,1-1 0,2 1-12,0 2 1,1 1 36,-1 3 0,1 2 9,6-17-108,-4 21 0,1 2 118,8-7-27,11-11-12,-5 22-10,2 11-18,3 9 12,4 16-18,6 13 1,2 21 0,-22-15 0,-1 4-88,-1 3 0,-1 3 68,-3 0 0,-2 1-92,-2 0 0,-3 0-273,-2-2 0,-2-1-450,-2-4 0,-1 0-3925,-1 24 4771,-2-15 0,0-18 0,-2-12 0</inkml:trace>
  <inkml:trace contextRef="#ctx0" brushRef="#br0" timeOffset="7690">11084 1398 25595,'53'-28'-343,"1"-1"0,0 0 0,-4 2 1,-1 1-1,-5 9-2480,-8 12 0,-2 5 2823,21-5 0,-24 2 0,-16 1 0</inkml:trace>
  <inkml:trace contextRef="#ctx0" brushRef="#br0" timeOffset="7890">11747 885 21847,'-2'-3'2868,"0"0"-2784,2 3-352,6 20-1183,-2 9 1451,3 28 0,-4-25 0,-3-1 0</inkml:trace>
  <inkml:trace contextRef="#ctx0" brushRef="#br0" timeOffset="8508">12095 869 12253,'-4'-5'9169,"1"0"-7915,-12-27 1,-2-8-353,7 9-737,-7-11 0,2 3 334,13 17-241,2 13-191,1 1-72,3 12 21,8 14 24,12 20-21,-7-9 1,2 3-209,4 7 0,2 6 207,-1 3 1,1 6 0,-3-3-730,0-2 1,-3 1 579,-2 5 1,-2 6-1,-7-9-197,-9-15 0,-7-2-1035,-5 5 0,-5 4 1,-3-5 1362,-10 4 0,-2-4 0,5-3 0,1-3 0,-12 4 0</inkml:trace>
  <inkml:trace contextRef="#ctx0" brushRef="#br0" timeOffset="14467">12755 1432 20929,'0'-4'3338,"0"1"-3192,0 3-101,-6 3-23,1 17-39,-7 12-470,0 22-1277,3-23 0,0-1 916,-10 26 0,6-21 0,5-16 0</inkml:trace>
  <inkml:trace contextRef="#ctx0" brushRef="#br0" timeOffset="15546">13223 1267 19546,'-12'-47'1454,"1"1"1,0-1 0,-2 0 0,2 4-1337,4 4 0,2 8-62,3 18-51,3 13 7,7 16 10,9 17-1713,1 1 1,2 2 1690,10 19 0,-7-10 0,0 1-99,-7-14 1,0-1 114,9 15 1,2 1 19,2-7 1,-1-3 16,-5-7 0,-2-4 20,12 2 17,-28-39-29,-4-16-27,-2-22-15,1 17 1,0-3-9,1-14 1,-1-1 1477,2 15 0,-1 1-1470,2-14 1,1 3 308,3-4-300,0-2-39,-2 15-180,3 15 1,-2 11-763,11 9-1321,4 13-4632,9 12 6906,-2 4 0,-10-8 0,-8-8 0</inkml:trace>
  <inkml:trace contextRef="#ctx0" brushRef="#br0" timeOffset="15769">13952 1153 24323,'4'-41'15,"1"0"0,4 3 0,7 9-138,27 22-448,19 3-1303,-21 4 1,0 3 1733,-3 3 1,-3 1 0,20 0-1,-25 5 1</inkml:trace>
  <inkml:trace contextRef="#ctx0" brushRef="#br0" timeOffset="15960">14174 1286 17372,'-5'2'5932,"1"0"-4039,4-2-1927,-14 7-150,35-14-52,-14 7-324,19-8 0,10-4-2773,1 3 1,1 0 2653,-3 0 1,-2 1 0,25-5-1,-36 9 1</inkml:trace>
  <inkml:trace contextRef="#ctx0" brushRef="#br0" timeOffset="16728">15044 907 16824,'2'-4'5495,"0"0"-3390,-2 4-2088,10-43-17,-19 35 6,1-30 16,-26 50-5,-6 5 0,-5 1 22,-4 1 28,4-5 73,7-6 73,12-6-107,13-4 107,7-5-89,5 2-29,1-3-61,0 5-57,0 1 46,3 14-7,-2-1 18,3 33-28,-3-3-4,0-10 1,-1 2 8,-2 26-16,0 2 16,0-4-5,6-3-12,6-4 0,12-4-106,13-8-734,12-8-2979,12-12 2977,-3-10 0,-19-7 0,-16-2 0</inkml:trace>
  <inkml:trace contextRef="#ctx0" brushRef="#br0" timeOffset="17178">15574 871 18067,'-1'-4'3528,"0"0"-2082,1 4-1278,71-49-106,-41 36 2,23-15 0,2 4-8,-16 21 28,13 0 6,-20 3-12,-8 0 29,-7 0-29,-5 2 17,-4-1 29,-3 2 16,-1 3 44,-3 4-60,0 4 60,0 11-139,-1-6 34,3 14 10,2-4-33,4 12-11,4 5 0,3 5-23,-1 1 12,-2 1-17,-5 0-1,-12-3-4,-14-1-18,-4-14-73,-7-11 1,-4-3-347,-19 3-214,15-8 0,-1-2-1563,-16-4 2180,16-13 0,19 1 0,11-5 0</inkml:trace>
  <inkml:trace contextRef="#ctx0" brushRef="#br0" timeOffset="17394">16583 1268 20358,'-3'1'2325,"0"0"-2695,3-1-4610,-11 49 3917,7-27 0,-6 26 0,10-44 1</inkml:trace>
  <inkml:trace contextRef="#ctx0" brushRef="#br0" timeOffset="18219">17113 1012 29105,'5'-49'164,"0"1"0,-1 4 0,-1 9-908,-2 13 165,0 11 153,0 7 144,4 12 110,5 10 40,4 17-736,2 17 825,-9-13 1,-2 1-375,0 17 417,-6-17 0,-3-1 22,-9 5 1,-9 4 72,-9-11-45,11-17 96,-5-11-51,15-19-78,1-12 5,5-18-11,10-17 11,2 9 1,1-1-235,-1 13 0,1 0 223,5-21 1,1 1-4,-4 20 1,0 2 2,1-5 0,0 0 6,10-20-6,-4 19-22,9 14 11,-6 14 0,18 6 0,-6 16-17,16 22 760,-18-3-752,-13 5 1,-5 3 3,-10-1-1,-5 0 1,-5 0 5,-16 8-3,4-17 0,-2-1 6,-2-3 0,-2-3 30,-26 15-16,7-11 0,11-8-28,16-9-1,9-3 12,12 1 0,7 0-5,12 3-1,1-2-50,19-1-238,-8-3 0,0 0-243,25 1-651,-20-2 0,6-1 1,-3 1-3107,3 0 1,0-1 4293,15-1 0,-3 1 0,4-1 0,-28-1 0</inkml:trace>
  <inkml:trace contextRef="#ctx0" brushRef="#br0" timeOffset="18553">18085 837 17652,'-3'-5'5815,"1"2"-3765,2 3-1955,-51-60-95,37 48 0,-14-22 0,5 12-39,21 41 28,5 4 11,1 6 0,9 9 28,7 5-23,-3-6 6,7 14-11,-10-19 23,1 10-46,-6-14 29,-3-4 5,-5-14 23,-5-2-12,-7-2 1,-13 0-7,-22 0-228,-9-3-579,3-1-9040,14-6 8955,25-2 0,8 3 1,4 1-1</inkml:trace>
  <inkml:trace contextRef="#ctx0" brushRef="#br0" timeOffset="18797">18575 843 21075,'-3'-2'3596,"1"1"-2845,2 1-886,27-54-459,3 40-325,-2-14 1,4 3-4151,29 31 5069,-8 2 0,-19 0 0,-16-2 0</inkml:trace>
  <inkml:trace contextRef="#ctx0" brushRef="#br0" timeOffset="18978">18601 1024 25416,'46'-13'-652,"0"1"0,0-1 0,2 0 0,-1 0 1,-6 4-1,8 1 0,-3 0 0</inkml:trace>
  <inkml:trace contextRef="#ctx0" brushRef="#br0" timeOffset="19396">19434 666 25763,'-8'-37'143,"0"0"0,-9-24-160,2 57 11,-6 0-16,-7 5 16,0 3 23,0 2-28,5 2 0,7-1-34,4 1-33,4 0 78,2-1-12,-2 11 12,3 1 0,-1 4 17,3 22-6,1-19 9,2 8 0,-1 2-15,0 9-2,-1-10 0,-1 0-14,-3 24 16,-4-2-3386,-1-3 3370,5-6 6,6-6-7,15-4-16,14-6-72,22-7-85,-17-16 0,3-2-706,4-2 0,1-2-994,2-2 1,-1-3 1884,0-4 0,-3-1 0,4 0 0,-12-5 0</inkml:trace>
  <inkml:trace contextRef="#ctx0" brushRef="#br0" timeOffset="19830">20172 647 25152,'30'-19'-17,"2"3"23,1 16 16,0 0 6,-4 0-11,-7 0 95,-7 0 141,-6 0-186,-6-1-5,0 1-46,-2 0-44,-1 2 40,4 5-7,0 2 1,14 24 5,0 2-3,-5-7 1,1 3-4,-1 0 1,-2 0 2,-1 3 1,-1 0-4,-3 1 1,-2 0 8,-2 0 0,-3-1-17,-3-2 0,-3-1-41,-19 25-552,4-30 0,-4-2-1443,-12 0 1,-2-3 1398,-2-1 0,2-4 0,-19 6 0,23-11 0</inkml:trace>
  <inkml:trace contextRef="#ctx0" brushRef="#br0" timeOffset="40495">1350 3413 13973,'-3'-5'3943,"0"2"-1434,3 3-1714,-18-62-308,13 40-372,-6-12 0,3 3-70,8 25-45,0 4 11,3 7 39,3 8 1,8 26-6,1 10-294,-7-14 0,0 2 266,2 18-1609,-3-11 0,0-1 1603,5 13 6,-3-18 0,2-2-28,10 6 44,2-13 57,-5-15 285,-1-7 587,-4-16-749,1-10 3353,1-17-3404,-2-12-50,-1-9 0,0-5-416,-2 0 332,0 5 5,-1 8-21,-1 8-7,0 13-10,-1 11-247,4 8-661,2 7-2857,12 8 3867,8 7 0,-13-4 0,0 1 1</inkml:trace>
  <inkml:trace contextRef="#ctx0" brushRef="#br0" timeOffset="42096">1298 3457 19826,'-5'-32'344,"0"0"1,-2-18-272,13 49-12,3 6 23,1 4 0,3 9 28,-1 8 22,-3 9 1,-1 9 10,-3 9 1,-1 6-34,-1 3-45,1 0-48,-1-27 1,0-2 3,1 11 10,2 8 7,-3-27 10,0 1-5,-1-8 208,0-8 402,-2-5-45,1-5-375,0-6-145,-1-5 0,-2-11-40,1 1 68,-7-31-85,5 23 23,-5-34 0,5 24-17,0-15 1,3-1-32,3 20 0,3 2 4,1-13-10,3 14 1,1 2 25,11-6-5,9-6-12,6 9-6,9 7-5,-13 12-11,8 4-17,-18 13 17,3 9-11,-4 10 27,-2 33-10,-10-19-1,-2 20 12,-11-16-1,-8 6 0,-1-10 1,-5 1 5,-8 1 1,-4-1-7,9-8 1,-2-3-1,-8 1 1,-1-7 22,-2-10 11,-8-2 107,0-14-112,19 0-12,1-7 0,19 2-22,2-1 12,6-1-7,7 3-5,18 2 0,-6 3 17,22 3-23,-8 6-5,15 5 6,1 7-18,-21-2 1,-1 0-23,13 6-109,-14-4 0,-1-1-972,13 3-3095,-9-7 1,0 0 4220,17 3 0,-7-5 0,-28-7 0</inkml:trace>
  <inkml:trace contextRef="#ctx0" brushRef="#br0" timeOffset="42516">2237 3296 15720,'-4'-2'4688,"0"0"-3405,4 2-964,-64-22-145,37 20-118,-12-9 0,0 5 28,14 21-28,9 1-33,3 2 10,8 1 6,3-1 23,8 14-17,8-1-17,3-1 28,15 1 0,15-2-45,-7-5 0,-9-9 0,0 0-11,17 8 6,-6 1 0,-10-2 27,-22-2 18,-19-4 16,-18 9-45,-9-5-16,-13 2-17,14-10-79,-5-3-773,7-6-257,6 0-8711,4-10 7646,18 3 0,2-4 0,3 6 0</inkml:trace>
  <inkml:trace contextRef="#ctx0" brushRef="#br0" timeOffset="42778">2507 3377 21825,'42'-45'-168,"-6"9"-605,25 19-2594,-3 5 90,-19 5 0,-1 1 3277,-3 2 0,-4 1 0,2-1 0,-22 4 0</inkml:trace>
  <inkml:trace contextRef="#ctx0" brushRef="#br0" timeOffset="42960">2637 3523 22347,'4'19'464,"-10"-1"-1702,38-28 1,11-9-2365,-10 6 3602,24-9 0,-40 16 0,0 0 0</inkml:trace>
  <inkml:trace contextRef="#ctx0" brushRef="#br0" timeOffset="43613">3535 3097 21976,'-40'-25'15,"1"0"0,7 1 0,2 9-21,-21 36 1,10-3 27,-8 5-11,2-2-4195,13-5 4213,8-4 892,7-2-837,16-9-11,1 0-28,2 0-29,1 1 85,5 6 3398,1 4-3399,4 10-27,-5-4 118,-1 22-74,-4-5-66,0 8 49,-1 17-66,0-18-17,0 11 39,5 1-45,3-19 17,10 12 17,8-17 5,9-8-33,-3-10-107,27-5-761,-13-8-1569,-12-1 0,1-2 2420,12-6 0,-18 1 0,-13 3 0</inkml:trace>
  <inkml:trace contextRef="#ctx0" brushRef="#br0" timeOffset="44344">4047 3219 22498,'-14'-37'156,"0"-1"1,-8-16-73,24 67-22,1 14-28,0 13-12,0 11 6,-3 9-559,-5 2 531,-2-4 159,-3-9-148,1-14 157,4-14 314,2-11-118,2-11-263,-1-11 394,1-11-456,-1-14 17,1-9-28,-1-11-377,-1-6 382,2 30 1,0 1 11,-1-31-3178,5 3 3150,1 22 6,9 4-12,2 20-11,11 4 5,8 4 264,7 12-269,4 10 11,1 15 3019,-3 12-3039,-23-18 1,-2 3-34,-2 0 0,-1 2-45,-3 1 0,-1-1-299,4 29-488,-6-4-1025,-4-8-3797,-3-10 4877,-4-11 1,3-16 0,-2-7 0</inkml:trace>
  <inkml:trace contextRef="#ctx0" brushRef="#br0" timeOffset="44553">4064 3462 12163,'-5'0'7277,"2"0"-5122,3 0-1998,-15-66-95,25 40-62,-9-14 0,6 2-118,34 16-436,14 2-191,-8 5-4171,-4 5 1,-1 0 2983,-2 1 1,14-2-1,-44 8 1</inkml:trace>
  <inkml:trace contextRef="#ctx0" brushRef="#br0" timeOffset="45053">4587 2953 22963,'-27'-38'78,"5"8"-67,65 27 12,-9 0-23,10-1-6,-4 1 34,-4-1-22,-14 3 5,-3 0 6,-13 1 11,1 0-12,-3 3 7,1 1 5,1 6-11,3 3 16,1 3-5,2 4-11,2 4 11,1 4-17,1 3-5,1 5-6,0 4 0,-3 3 17,-3 3-1,-5 3-4,-7 1 4,-8-1-27,-9-4 0,-10-7-28,-6-7-40,-5-7-117,1-7-722,5-6-6392,8-6 7310,11-5 0,8 0 0,5-3 0</inkml:trace>
  <inkml:trace contextRef="#ctx0" brushRef="#br0" timeOffset="45296">5553 3269 21327,'-9'40'-1226,"0"-1"0,0-4 1,1-6-1,1-6 0,3-11 1</inkml:trace>
  <inkml:trace contextRef="#ctx0" brushRef="#br0" timeOffset="45953">6074 3020 22251,'-11'-40'564,"-1"1"0,1-1 0,4 17-604,8 30 68,5 12-16,1 6 4,13 35-16,-8-25 0,1 7 0,-1 1 0,2 4 6,-5-14 0,-1-1-1,2 1-5,-2-5 73,-3-16 353,2-4-298,-2-10 63,13-27-135,-6 6 11,7-11 0,1-2-39,1-1 11,2-5 1,1 0-1,-1-3-45,-7 16 1,-1 1-96,1-3-95,-8 15-639,-5 7-1321,1 9-6050,4 5 8206,3 1 0,-2 0 0,-2-2 0</inkml:trace>
  <inkml:trace contextRef="#ctx0" brushRef="#br0" timeOffset="46196">6779 2981 19400,'-5'0'3697,"1"0"-3137,4 0-622,-6-42-167,38 27-230,-3-29-1728,2 38 1,3 7 1127,12-2 766,15 10 1,-41-7 0,12 8 0</inkml:trace>
  <inkml:trace contextRef="#ctx0" brushRef="#br0" timeOffset="46388">6710 3167 21204,'45'-26'-440,"-1"1"1,1-1 0,-4 2 0,0 2 0,-3 4-1995,-3 8 0,-2 4 2434,24-5 0,-22 4 0,-16 4 0</inkml:trace>
  <inkml:trace contextRef="#ctx0" brushRef="#br0" timeOffset="46877">7676 2685 14667,'-1'-3'5775,"1"1"-3120,0 2-2593,-23-33-57,7 26-16,-24-19 5,6 38 18,-12 7 4,-8 4 7,-2 2-1,5-5 12,11-4 33,14-8 79,12-4 55,8-3-5,4-1 129,2 0-319,5 1 5,0 6 0,4 5 6,-4 10 0,0 7-12,-3 6 23,-1 7 0,-2 5-11,-4 7-6,-2 3 6,0-11 17,0 17-51,6-27 17,6 11 0,7-21 5,11-9-145,12-8-1288,11-10 1428,15-13 0,-26 6 0,-2-4 0</inkml:trace>
  <inkml:trace contextRef="#ctx0" brushRef="#br0" timeOffset="53732">8018 2906 13995,'0'-3'3825,"0"0"-2839,0 3-806,-8 46-57,6-4-397,-2-1 1,0 2 290,4-10 0,0 0 22,-1 4 0,2-2 17,-1 10 314,2 5 151,-1-30 582,0-3 286,-1-10-593,-1-10-567,-3-12 424,-2-13-479,-1-15-45,-1-13-87,6 23 0,0-1-389,0-11 1,2-1 424,0-16 0,3 20 1,2 1-191,6-5 168,6-6-33,0 12-12,1 12-50,5 11 28,-7 10 858,13 12-853,-3 12 1,11 15-18,5 16-33,-16-13 0,-1 2 3,-8-11 0,0 1-420,5 14 1,-2 0-1236,4 15-743,-11-21 0,0 1 2451,-3 1 0,-1-4 0,1 4 0,-5-7 0</inkml:trace>
  <inkml:trace contextRef="#ctx0" brushRef="#br0" timeOffset="53940">7929 3237 17904,'-2'-2'3787,"1"-1"-3692,18-24 0,13-8-1328,11 6 1238,-8-8 1,4 1-23,-3 20 0,0 4-129,-4 2 1,1 0-3500,15-2 1,0 0-1492,16-2 5136,-26 8 0,-4 1 0,-14 3 0,-2 1 0</inkml:trace>
  <inkml:trace contextRef="#ctx0" brushRef="#br0" timeOffset="54399">8601 2769 16325,'-3'-3'3865,"0"0"-3081,3 3-678,46-51-67,-25 35-3,18-15 1,1 4-9,-13 21 123,31-1-111,-36 6 10,15 0 23,-16 4 0,-1 3 5,-2 5 12,-3 4-57,-3-2 68,16 22-6,3 1-64,-9-12 0,2 2-115,-1 0 0,-1 0 151,14 23-33,-11-6 61,-8 15 0,-13-8-50,-7-13 0,-4 1 11,-11 21-37,2-28 1,-2-3-31,-11 4-163,-18-3-2417,16-18 1,-1-2-1135,-21 6 3725,16-8 0,5-2 0,11-3 0,1-1 0</inkml:trace>
  <inkml:trace contextRef="#ctx0" brushRef="#br0" timeOffset="56061">25223 777 32767,'0'-5'0,"0"1"-3274,0 4 3080,0-24-1128,0 36 446,0-5 275,-3 51 384,0-22 1,-1 1-1080,-5 13 1,-2-1 822,4-15 1,-1 0 403,-6 12 1,-2-2-802,-8 6 875,-6 4 299,-1-14 122,10-20-293,5-11 136,8-20-118,6-13-2642,0-32 2597,7-7-89,-3 30 0,1-2-228,7-17 0,1 2 250,3-4 8,0 3 1,3-1-84,-3 19 0,2 2 55,0 1 1,2 1-9,2 2 1,2 4-1,19-3-11,-8 13 0,14 6 39,-7 13-22,14 10-23,-16 12 1,-2 4-6,8 11 5,-16-8 0,-3 2 299,-4 20-372,-12-26 1,-1 2-202,0 7 0,0 2-1050,-1 6 0,-2-1-1174,-1-10 1,-1-1-248,-1-3 1,0-2 2750,0 9 0,-1-27 0,-1-2 0</inkml:trace>
  <inkml:trace contextRef="#ctx0" brushRef="#br0" timeOffset="56261">25152 1162 21435,'48'-25'67,"1"0"0,0 0 1,-6 4-1,-2 0 0,0 5-308,9 8 0,-2 6-2104,-8-1 1,-3 2 2344,24-1 0,-25 1 0,-18 1 0</inkml:trace>
  <inkml:trace contextRef="#ctx0" brushRef="#br0" timeOffset="57554">25393 431 29292,'-48'-13'211,"-1"1"0,0 0 0,1 3 1,1 2-1,3 6 372,-4 13 1,2 7-1530,-4 5 1,1 5 468,-1 6 0,3 5 80,15-11 1,2 3 0,2 1 104,0 1 0,2 2 0,2 1 56,3 1 0,1 1 0,3 0-587,-4 20 0,4 0 149,6-1 0,5-1-318,7-2 1,5-1 204,6-3 1,5-3 263,10-3 1,7-3 255,8-3 0,8-6 116,-11-12 1,4-3-1,1-2-479,6-1 0,2-3 0,2-2 544,4-2 0,2-1 0,0-4 76,1-1 1,0-3-1,0-2 64,0-1 1,-1-3-1,-1-2-21,-4-1 1,0-3 0,-3-2 71,-4-1 1,-1-2-1,-4-2-15,-4-1 0,-3-2 0,-3-3-555,-3-6 1,-3-3 0,-4 1 537,1-2 0,-6-2 84,-2-16 0,-8-2 223,-10 17 0,-5 1-216,-12-19 1,-3 0 304,4 18 1,-3 2-372,-15-12 0,-6 5-45,10 18 0,-3 3-6,-8-6 1,-4 3-28,-1 3 0,-1 4-48,0 4 0,-1 3-45,2 3 0,-1 3-104,5 3 1,1 3 41,6 3 1,3 5-1765,-14 18-3035,24 16 4934,22 1 0,4-14 0,5-12 0</inkml:trace>
  <inkml:trace contextRef="#ctx0" brushRef="#br0" timeOffset="58105">26407 1068 20996,'51'-5'112,"0"1"0,-1 0 0,-2 2-51,-9 2 1,-2 2-648,2 0 1,0 0 610,1-1 1,1 0-1,-2 0 0,0 0-3,-2-1 1,1 0-12,3 1 0,-1-1-5,10 0 426,4 0-359,-35 0 239,-1 0-245,-8 0-39,2-2-22,-4 1 639,8-1-651,-2 0 12,6 0 5,-6 0 124,-1 0-39,-10 2 72,-1-2-90,-4-1-22,-2-2 11,-3-3 90,-5-1-90,5 3-5,0 0-34,5 5-308,1-1-707,6 2 19,0 1-4774,9 4 5742,-4 1 0,-1-1 0,-3-2 0</inkml:trace>
  <inkml:trace contextRef="#ctx0" brushRef="#br0" timeOffset="58536">27411 935 15950,'-47'-30'2132,"0"0"0,4 1 1,6 4-1517,15 7-432,6 4 1,14 11-230,1 2 68,8 8-6,7 4-12,5 4-16,16 10 22,3 3-20,-13-9 1,2 2 5,10 12 1,-2 1 7,8 8-22,-17-9 1,-6-3 5,-13-6-6,-17 12 0,-38-1-17,19-18 1,-4 0-289,-10 1 0,-1-1 260,7-4 1,2-2-107,-14 7-832,10 0-2725,28-6 3725,15 0 0,-2-6 0,12-3 0</inkml:trace>
  <inkml:trace contextRef="#ctx0" brushRef="#br0" timeOffset="59270">28204 1137 21098,'0'-4'2414,"0"1"-1910,0 3-639,-2-17 72,6 23 14,-2-5 20,6 31 2,-3-3-107,-3 18 167,-5-15-16,-2 11 22,-4-17 0,1-7 29,2-10 486,3-5-296,3-8-180,3-6-28,3-12 1,4-8-34,2-7-1,2-7-4,-1 7 10,-2 6 0,0 0-5,7-14-6,-4 14 1,1 0-12,11-11-6,-4 15 0,16 5 6,-9 15-11,17 3 17,-4 13 16,1 9-16,-2 12-1,-10-4-55,0 23 28,-20-11 16,-10 18-5,-12-19 28,-20 4-1,-12-12 7,-3-4-6,2-9 55,-2-15-4,22-8 10,-6-6-56,21-1 23,8-12-28,10 9 5,5-7-16,8 12-12,5 5 1,-5 3 5,18 6-11,11 21-17,2 1 16,-22-4 1,-3 1-11,1 7 39,-3 16-34,-20-12 6,-10 11 16,-20-17-22,-17-9-16,-12-8-130,-8-7-831,-1-6-562,6-6-3127,12-7 4683,17-1 0,14 5 0,9 6 0</inkml:trace>
  <inkml:trace contextRef="#ctx0" brushRef="#br0" timeOffset="59712">28785 910 18406,'-55'-24'589,"1"1"0,-1-1 0,14 5 1,2 1-1,0 4-413,-24 1 1,3 5-774,17 5 1,1 2 714,-11 1 0,1 2-51,4 3 0,3 4-36,4 3 0,2 3-2,6 2 1,2 4 3,4 2 1,4 3-9,2 2 0,4 2 0,3 2 1,3 2-7,2 0 1,4 1 5,3 1 0,4 0 0,5 2 1,4-1-10,7 2 1,4-2-17,-3-7 0,3-1-137,12 6 1,7-2 80,9-1 0,5-2 35,-9-8 1,3-1 0,-2-1-263,-6-3 1,-1 0 0,1-4 293,2-2 0,1-2 0,-4-5 20,-4-6 0,-3-4 121,8-1 0,-1-4-80,-4-6 1,-2-4 3,-2-4 0,-3-3-32,-2-5 1,-3-3-9,-2-2 1,-4-3 50,-2 0 0,-3-1 16,-4 4 1,-3 0-4,-6 3 1,-4 2 187,-20-24-291,5 32 1,-4 1-130,-3 2 0,-3 2-677,1 3 0,-2 2-9022,-24-7 9142,18 9 0,14 8 1,17 4-1</inkml:trace>
  <inkml:trace contextRef="#ctx0" brushRef="#br0" timeOffset="60586">28319 1991 20796,'11'-51'998,"0"1"1,-1 5-1,-2 9-934,-8 21-200,0 9 84,0 11 74,0 13-5,0 15-12,0 13-41,0 9 67,-3 4-3,-2 4-123,1-31 0,-1 1 122,-2 0 1,0 1-40,-2-2 1,0 0 7,-13 27-18,-4-10 25,-2-10 3,-4-14 9,8-12 38,-10-8-23,14-12-12,-7-8 2,12-12 306,5-7-239,5-5 1,2 1 22,1 2-15,-1 7-8,-1 6 52,-1 9-83,-1 7-6,-1 5 37,-2 11-32,2 6-64,0 11-14,10 3-14,9 5 44,13 0 10,13 0-12,10-5-2,6-6 20,-1-7 55,-4-8 1,-5-5-29,-3-7-27,-1-3-85,-3-3-358,-6 1-2958,-8 2-716,-12 4 4094,-5 3 0,-6 0 0,0 0 0</inkml:trace>
  <inkml:trace contextRef="#ctx0" brushRef="#br0" timeOffset="61287">28347 2904 7570,'1'-9'6906,"0"2"-4052,-1 7-1448,0 0-379,-55-45-925,17 42-44,-7-14 1,0 4 165,-2 33-154,17-5 0,-2 3 769,-1 7 1,1 2-835,6-2 1,1 0-1,-2 3 1,6 0 28,8 18-17,12-19 16,11 18-103,10-20 0,7-1-95,3 0 0,3-2-296,7 2 1,2-3 202,-10-9 1,0-4-1871,30-2-4858,-13-6 6986,3-3 0,-21 1 0,-14-1 0</inkml:trace>
  <inkml:trace contextRef="#ctx0" brushRef="#br0" timeOffset="61788">28502 2789 15008,'-46'-29'629,"0"0"1,-1 0-1,6 5 1,0 1 0,1 5-362,-13 8 1,2 8-322,5 3 0,2 3 120,9-1 0,1 3 34,-6 5 0,1 4 258,2 3 0,1 5-258,-13 13 0,1 3-71,8-3 1,4 1-17,0 8 0,8 1-25,15-10 0,6 0 53,4 1 0,5 1-31,7 2 1,5-1-209,5 1 0,6-1 188,8 1 1,4-3-15,8 1 1,2-4-183,-7-6 0,3-3 181,3-3 0,4-1 0,-1-3-477,4-3 1,0-3 518,-3-1 1,2 0 0,-2-5 26,10-7 0,-3-6 44,-3-4 1,-3-4-67,-13 1 0,0-3 179,11-18 0,-3-5-68,-17 9 1,-3-2-32,12-15 1,-2-5 41,-13 1 1,-5 1-73,-6 16 0,-3 0 39,-4-10 0,-8 2-17,-20-7-67,-6 2-28,-6 15 0,-6 4-140,10 11 0,-1 1-384,-16-6 0,-1 2-196,17 9 1,1 3 719,-10 2 0,4 3 0,10 0 0,-10 3 0</inkml:trace>
  <inkml:trace contextRef="#ctx0" brushRef="#br0" timeOffset="62928">28028 1543 9699,'1'-6'7678,"0"2"-3667,-1 4-1482,1-29-2981,-14 29 1875,-15-15-822,-27 43-288,17-9 1,-3 1-1028,-1 1 1,-4 1 0,3 0 1219,-5 2 0,-1 0-184,-1 2 1,-3 1 0,2 0-967,-2 2 0,0-1 974,10-4 0,-2 0 0,0 0-503,4-2 0,1-1 1,1 0 434,-15 7 1,3-1-226,6-4 1,2-2 33,6-3 0,1 0-14,6-4 0,1-2 35,-14 8 2456,14-7-2964,16-5-2266,10-3 2406,7-3 1,-3 0 0,1-1 0</inkml:trace>
  <inkml:trace contextRef="#ctx0" brushRef="#br0" timeOffset="63554">25892 2451 22520,'-2'-45'28,"-6"40"-22,-6 63-29,5-17 1,1 0-996,-2 18 841,4-22 0,0 0-388,0 20-334,0-12 0,1-1-479,-1 7-3841,-3 12-1855,3-45 6304,1-1 1,1-11 0,3-4 0</inkml:trace>
  <inkml:trace contextRef="#ctx0" brushRef="#br0" timeOffset="63887">25728 2790 17351,'-7'-42'1032,"0"0"0,0 0 0,-1-21 0,4 6-701,15 5-101,9-2-152,0 27 307,11 1-284,7 13-51,7 3-33,10 13 0,-2 12-361,-24 0 0,-1 2 338,18 14 3,-9 1 1,0 4-21,-11-10 1,-2 3-20,11 12 0,-4 2-3,-11-9 0,-7 1 188,-4 27-188,-19-17-50,-35-4-87,16-27 1,-4-3 156,-20 4 0,-3-1 22,17-6 0,0-1-28,-20 1 1,4-3-71,15-2-4240,-24-8 2958,48 1 1408,-2-10 0,16 9 0,1-3 0</inkml:trace>
  <inkml:trace contextRef="#ctx0" brushRef="#br0" timeOffset="64411">25955 2247 13065,'-2'-5'5478,"0"2"-4593,2 3-381,-62-37-4430,22 38 4004,1-17 0,-4 5 104,5 28 0,2 9-830,6-4 0,1 3 673,-15 12 0,0 4-290,8 1 1,2 3 275,1 4 0,3 2-17,6-11 1,3 3-6,4-1 0,3 3 0,2-2-15,4 0 1,3 0-14,2 19 0,6 0-182,11-17 0,6-4 167,12 0 1,3-5 33,-4-8 1,4-4 7,9-4 1,6-3 0,-4-3 28,-8-3 0,3-4 48,16 0 1,9-3-1,-9-3-18,-20-3 1,0-4 69,11-6 1,6-5 0,-7-3 19,-10-4 0,-4-4 20,15-12 0,-4-5 17,-13 2 0,-6-1-6,-4-2 0,-4-2-20,-4-1 1,-5 0 898,-4 2 1,-4 0-948,-6 2 1,-5 2-51,-5 3 1,-6 3-1,-18-4 1,-3 4-40,13 12 0,-3 2-24,-4 2 0,-5 1 0,6 3 551,-10-2-768,8 6 1,0 4-277,6 11-2737,-1 17-6588,15 13 9083,9-2 1,7-6 0,2-18 0</inkml:trace>
  <inkml:trace contextRef="#ctx0" brushRef="#br0" timeOffset="65361">26277 3016 18817,'29'-10'1451,"-7"2"-1148,-18 8-141,-3 0 129,0 1-207,-1 1-11,1 0-28,0-1 5,0 1-11,-1-2 219,2 3 78,1 0 79,5 2-40,5 1-106,10 1-90,8 1-61,12 2-62,-8-2 0,0 0-28,19 4-6,-7-2 1,1 1-612,5 0 589,-14-2 0,6 1 0,-2 0-407,3 1 1,1 1 406,-4-1 0,3 1 0,-2-1 11,6 2 1,-3 0 2,-5-1 0,-3-2 5,-7-1 1,-2-2 41,14 1 34,-17-3 23,-11-5 506,-7 1-563,-3-1 824,-1 0-880,4 0 29,4 1-23,3 2 6,4 1-6,0 1-16,-1 0 5,-6-2 44,-5-1 46,-5-1 44,-2-1-106,0 0 0,3 0-11,5 0-11,2 0 16,0 0 62,-2 0-33,-4 0-421,-7-2-1321,-8-1 1691,-11-4 0,7 3 0,-1 0 0</inkml:trace>
  <inkml:trace contextRef="#ctx0" brushRef="#br0" timeOffset="66026">26538 2819 11222,'1'-3'7511,"0"1"-4369,-1 2-3007,4-30-135,-4 23 28,0-15 22,-7 33-27,-1 4 33,-4 7 34,-1-2 39,-7 7 50,-8-2 51,-17 4-180,12-11 34,-19 7-39,18-9 0,-4 2-1,7 1-32,14-8 38,5 1 28,8-7 135,2-1 224,0-2 840,2-2-1154,2-3-56,-2 1-56,2-2-27,-2 3-1,2 5 11,2 6 23,5 10-23,10 8-10,7 8 21,7 4-10,3 3-7,-13-17 1,1 0-149,0 0 1,2-1-480,-1-2 1,0-1-6335,26 10 6125,-15-17 0,-13-9 0,-10-3 0</inkml:trace>
  <inkml:trace contextRef="#ctx0" brushRef="#br0" timeOffset="66857">25274 1649 23575,'12'-41'265,"0"0"0,-2 2 0,-2 14-268,-6 25 19,-2 9 13,0 13-15,-1 3 1,1 5 1,0 4 5,-1 24-424,1-13 0,1 1 402,-1-13 1,2 1 16,2 18 0,1 2-10,1-17 0,1 0 2,3 15 0,2 1-6,-1-13 1,1-2-26,-1-2 0,1-3-7,6 15-772,-2 4-1630,-8-29-7399,0 3 9287,-6-19 1,-1-7 0,-1 0 0</inkml:trace>
  <inkml:trace contextRef="#ctx0" brushRef="#br0" timeOffset="67378">25307 1709 16667,'-1'-3'4161,"1"0"-3164,0 3-941,-27-3-11,5 18-12,-26 5-21,10 20-7,-2 4 6,1-2 23,4-5 28,6-9 140,8-11 303,8-8-29,7-7-132,4-9-199,1-8 17,4-12-5,4-9-47,8-6 105,8-2-71,7 4 5,6 5 19,3 7 142,4 9 10,4 6-62,-9 8-180,-7 3 1,2 4-33,17 4-208,-13-1 0,0 3 134,-5 1 0,-2 1-75,28 15 158,-8 5 22,-8 4-806,-12 2-3566,-12-1 4270,-10-7 1,-7-10-1,-1-10 1</inkml:trace>
  <inkml:trace contextRef="#ctx0" brushRef="#br0" timeOffset="69996">26901 2206 7834,'4'-4'4901,"-1"1"-667,-3 3-3663,32-22-447,-24 16-35,25-16 6,-33 22 124,0 1 55,0 2 180,0-1 303,0 0 1309,0-1-1809,3-3 7,-1-1-45,2-2-29,-3 0 12,0 3-34,-1-1 5,1 1 12,-1-1-62,1-1 26,-1-3-46,0 0-47,0 0 62,-1-1-42,-2 3-51,-1 1-64,-3 1 108,2 4 57,-6 4-23,0 2 3,-12 10-4,6-6 59,-22 12-66,18-12 22,-24 11 264,7-3-2075,7-5 0,-3 2 1716,3-1 1,0-1 3,-7 5 1,2-1-9,-13 7-8,17-6 1,0 1 41,-19 15-50,5-2-277,-1 3 226,27-22-28,-2 2 40,3-5 3387,4-4-3406,-2 1-21,-2 1-2,3-1-52,2 0 143,1 2-7,3-3 6,-1 1 40,2-1 5,4-4-34,2-1-1198,2-1-7315,14-11 8491,0 3 0,2-5 0,-5 8 0</inkml:trace>
  <inkml:trace contextRef="#ctx0" brushRef="#br0" timeOffset="70429">26508 2145 20521,'12'-44'78,"-5"14"1168,-16 40-1185,-6 8-16,-8 6 420,-5 5-414,-3 4 256,-2 2-228,1 3-51,-1 0-2678,-6 9 2662,14-15 10,-5 12 0,19-18-5,2 0-2117,15 6 2178,2-16 230,29 13-123,-3-17-51,20 3 2180,-14-9-2242,10-1-16,6-1-67,4 0-262,-24-1 1,1-1-1593,24 2 1865,-26-3 0,-2 0 0,3 1 0,-3-2 0</inkml:trace>
  <inkml:trace contextRef="#ctx0" brushRef="#br0" timeOffset="92417">1273 4675 13228,'-3'-3'1971,"0"0"2331,3 3-3882,-42-30-381,28 23-22,-34-16 6,38 32 5,-6 20-9,4 2 1,-1 4-9,-1 5 0,-1 3-593,-3 16 1,1 4 547,3-3 1,1 0-54,2 3 0,2-1 20,3-13 0,1 0-139,3-5 1,1 2 0,2-4-53,1-1 0,1 0-1517,0 21 0,1-2 1713,1-1 29,-11 3 105,-14-36 57,-16 0 84,-11-12 45,-2-15 22,3-15-151,15-7 817,7-21-829,15 0-50,7-14-56,9 23 1,4-1-26,7-2 0,4 2 2,4-2 1,2 1 1304,-1 7 1,1 2-1303,-4 6 1,2 1-26,14-4 1,2 0-4,-4 4 1,2-1-361,-2 2 0,3-1 0,-1 0 363,12-5 1,-3 2 19,-10 5 0,-1-1-223,11-7 1,-3 1 264,1-4 61,-16 11 1,-4 0 195,-7 1 548,-12 7-721,-13 5 1170,-6 3-1232,-4 6 620,-19 13-637,9 5-5,-11 13-39,13 1 17,9-6-12,6 17-22,9-17 11,6 12 12,7-16 5,1-9 33,8-4 57,-3-8 156,11-10-22,-7-10 79,1-12 279,-14-17-364,-4 13 237,-11-13-24,-4 19-78,-8-2-146,-1 6-89,1 7-46,2 5-212,5 5 17,4 3-409,4 4-1042,4 6-4755,5 4 6329,3 3 0,-2-5 0,-2-4 0</inkml:trace>
  <inkml:trace contextRef="#ctx0" brushRef="#br0" timeOffset="92767">1913 4812 22604,'-7'0'45,"13"12"-59,14 8 0,6 4-14,-1 2 0,-2 1-14,0 1 0,-2 1 17,-3-1 0,-3 0 13,4 22 63,-15-7 27,-18-12 34,-13-10 39,-10-10 57,-1-15 16,6-11-28,12-16-23,11-11-66,16-6-51,11-2-12,12 6-55,8 4-330,7 6-2644,8 4 2985,-19 16 0,-2 2 0,4-1 0,0 3 0</inkml:trace>
  <inkml:trace contextRef="#ctx0" brushRef="#br0" timeOffset="94190">9753 3310 16790,'0'-2'4055,"0"-1"-3792,0 3-330,-13 0-247,1 19-453,-13 8-1126,7 22-3377,2 3 5270,4-8 0,6-18 0,4-13 0</inkml:trace>
  <inkml:trace contextRef="#ctx0" brushRef="#br0" timeOffset="94972">10073 2987 15137,'1'-5'3787,"-1"2"-2459,0 3-1261,31 7-11,-16 17-39,21 2 5,-24 28 28,-8 3 51,-3 0 123,-7-2 207,-3-23-95,-1-15 488,3-7-152,1-9-73,-6-22-492,6 5 61,-7-29-95,10 20 67,-1-19 100,14-6-200,-3 13-24,10-6-4,10 23-12,-1 5-34,7 1-11,8 8 34,-11 9-17,15 6 22,-8 9-22,-1 8 0,-6 6 12,-3 4-24,-5 1 35,-8-9-6,4 1 16,-11-16 6,4 1 34,-4-10 11,5-10-39,4-2-6,4-6-28,5 0 6,-2 3-11,0 3-1,-3 5 23,-4 4 0,1 3 0,1 2-5,-3 0-29,11 1 45,-3-5 12,13 2 5,-2-7 11,1-5-11,-8 0 123,4-15-67,-20 10 174,4-23-101,-13 11 5,-5-12-84,0 13 136,-13-6-97,2 14-55,-9-4-51,8 11 0,-8 5-50,7 3 6,-4 5-29,5 3-196,3 8-459,3 2-1114,6 5-4739,13-1 6570,6-3 0,-1-7 0,-4-5 0</inkml:trace>
  <inkml:trace contextRef="#ctx0" brushRef="#br0" timeOffset="95880">11528 3065 19160,'0'-5'3590,"0"2"-1462,0 3-1966,-31-61-117,19 45-45,-6-17 0,-3 6 11,-1 34-5,-9 7-1,-9 11 1,-2 5-6,4 4 6,8 2-46,8 6 29,12-15 6,5 8 10,15-17-5,9 4 17,12-5 0,9-5 44,3-5 40,0-12 6,-4-10-23,-5-15 6,-2-13-40,-11 4 17,-8 0 1,-3-2-428,-3 9 0,-1-1 410,1-14 1,0-2 24,-4 10 1,0 3-13,-2 3 0,0 2 133,-1-17-39,-2 15-67,0 13-191,-1 11 17,1 12 838,1 14-754,0 19-5,-1 16-9,2-19 0,0 0-420,0 3 1,0 1 248,2 0 0,1 1-140,1-3 0,2 0-205,1-4 1,2-1-2075,20 24 1461,-8-24-1165,13-9 606,-9-22 1013,8-11 874,0-9 1467,-4-8-207,-7-3 230,-8 3-17,-7 6-297,-4 5-437,-4 7-425,-2 4-270,-2 4-156,-2 3-73,1 1-5,2 2-18,2 3 34,5 3-5,6 1 22,6-2 78,7-2 29,3-5 38,1-7-21,-1-8-29,-3-11-11,-3-6-5,-4-2 83,-6 2 17,-5 3 23,-5 7 5,-3 4-95,-2 6-67,-3 6-45,0 1-56,-3 8 22,-2 6-10,-4 12-29,0 9 34,3 10-3454,10 15 3364,8-17-516,11-4 1,5-3-141,5-5-624,4-3 1,3-1-6854,20-4 8234,4-2 0,-19-10 0,-16-5 0</inkml:trace>
  <inkml:trace contextRef="#ctx0" brushRef="#br0" timeOffset="96537">12675 2933 22895,'43'-42'-2957,"9"9"795,0 33 2162,-13 2 0,-3 2 0,-9-2 0,11 4 0</inkml:trace>
  <inkml:trace contextRef="#ctx0" brushRef="#br0" timeOffset="96715">12736 3091 21791,'46'-5'-1151,"-16"0"1,4-2-3270,9-4 1,1-2 4258,-5 2 0,0 1 0,-3 0 0,-4 0 0,-7 3 0</inkml:trace>
  <inkml:trace contextRef="#ctx0" brushRef="#br0" timeOffset="97161">13393 2836 23696,'7'52'95,"1"-1"-78,-1-4-6,0 1 1,-2-12 16,-3 1 50,-2-12 96,-1-5 565,-1-7-549,1-12-89,-1-6 50,0-18-72,1-6-6,0-21-28,2-5-29,2 23 1,1-1 11,2-1 0,1 0 20,1 1 0,2 1 13,5-16 130,9-6-158,-13 31-27,14-14-6,-15 28-62,18-1 40,-4 16 5,15 6-5,1 15-18,2 9-21,-2 10 50,-11-7-107,-4 13-280,-13 3-381,-8-19 1,-1 0-1407,-4 23-6488,-7-8 8673,0-30 0,3-9 0,3-7 0</inkml:trace>
  <inkml:trace contextRef="#ctx0" brushRef="#br0" timeOffset="97354">13366 3018 16376,'-4'-3'4844,"0"1"-3762,4 2-1194,74-52-2145,-24 36 896,-13-2 0,4-4 0,-3 7 527,22 9 0,-22 3 1,-18 1-1</inkml:trace>
  <inkml:trace contextRef="#ctx0" brushRef="#br0" timeOffset="97611">13049 2568 23030,'-20'-14'-3366,"13"13"3366,43 45 0,-15-19 0,0-2 0</inkml:trace>
  <inkml:trace contextRef="#ctx0" brushRef="#br0" timeOffset="97820">14090 2526 22032,'-2'45'-244,"0"0"0,0 1 1,-1 2-1,1-7 1,1-6-1</inkml:trace>
  <inkml:trace contextRef="#ctx0" brushRef="#br0" timeOffset="98916">2634 4633 18760,'-1'-51'767,"0"13"20,-8 70 1,-1 20-701,2-17 0,-1 0-56,-3 18 0,-1 3 19,1 7 0,2-4-47,5-27 0,2 0-1744,0 32 1,6-1 1673,18-5 36,-10-24 1,5-2 442,32 9-1247,3-19-344,-15-12 0,2-3 1179,6-5 0,-2-3 0,7 0 0,-5-6 0</inkml:trace>
  <inkml:trace contextRef="#ctx0" brushRef="#br0" timeOffset="99683">3354 4876 11211,'0'-7'7203,"0"1"-5203,0 6-718,0 0-413,-2-64-247,0 43-418,1-14 0,-1 5-204,1 24-5,0 7 27,1 11-11,2 0 6,5 34-17,-2-15 14,1 9 0,0 4-328,0 13 316,-2-15 1,-1 0-3,0 19-20,-1-12 25,-2-19 387,0-11-280,0-18-28,1-11-50,0-7-1621,5-16 1,2-3 1603,2-4-6,3-4 0,2-3 285,11-8-257,-5 17 0,2 1 6,10-10-23,-7 20 0,0 3-22,-3 10 0,9-4 3409,2 15-3409,-2 8-5,22 17-18,-21-2-156,11 22-566,-17-6-1619,8 10 460,-9-9 1408,10 8 0,-23-30 0,7 6 0</inkml:trace>
  <inkml:trace contextRef="#ctx0" brushRef="#br0" timeOffset="100224">4603 4786 14135,'6'-10'5825,"-1"2"-4783,-5 8 2156,0 0-3159,-20-41-39,12 35-11,-24-12 22,23 38-11,-11 38 12,14-17-18,3 19 6,15-15-34,11-9 12,3-11-17,24-5 33,-15-14 45,13-8 34,-19-13-6,-9-15 23,-11-8 11,-10-7-12,-11-5-38,-2 9 16,-2 13 0,-3 2 28,-11-4-22,-15-9-28,8 21-34,8 9-56,9 5-22,12 10-174,11 7-711,11 8-2498,16 5-6381,12 0 8702,-9-9 1,-9-6 0,-17-8 0</inkml:trace>
  <inkml:trace contextRef="#ctx0" brushRef="#br0" timeOffset="100440">5196 4520 24452,'-44'-8'39,"0"0"0,2 10 1,11 10-29,28 32-2844,4 2 0,2 3 2824,0-17 1,0 2-37,6 24 1,1 4-230,0-10 0,1 2-796,-1-7 0,0 3 1,2 0-2208,-1 1 0,2 1 0,-2-4 2696,4 8 1,-2-5-1,-3-13 1,-2-7-1,-3-14 1</inkml:trace>
  <inkml:trace contextRef="#ctx0" brushRef="#br0" timeOffset="100606">4977 5564 17294,'-11'-59'1725,"1"0"0,1 4 1,3 2-1399,9 8 1,2 4-216,5-15-48,1 20 1,8 1-96,17-5 0,4 4-560,-12 11 1,2 1 468,20-14 1,-3 6 0,-18 18 0,-4 4-1</inkml:trace>
  <inkml:trace contextRef="#ctx0" brushRef="#br0" timeOffset="104116">6338 4625 17832,'-46'-13'1120,"3"4"-784,7 16-263,7-1 34,-23 6-23,8-3 67,-15 2 106,5-2 119,12-4 43,14-4-38,15-2-56,7 0-95,5-1-62,1 0-101,0 11 0,0 7 0,-3 13 57,-4 20-17,0 0-51,-1 2 28,2 1-34,5-11-11,0 9-5,7-4-6,10-1-23,-1-17 1,11 4-96,-3-18-454,8 1-9252,18-8 9796,-12-8 0,-2-1 0,-21-2 0</inkml:trace>
  <inkml:trace contextRef="#ctx0" brushRef="#br0" timeOffset="104849">6571 4742 17703,'-3'-2'4638,"0"0"-4212,3 2-314,-7 3 67,11 21-101,-7 4-50,12 18-11,-5-13 11,0 7-6,-3-7 12,0 14-12,-1-11 6,-2-3-5,0-18 374,1-7-189,0-5 128,1-10-303,-1 0 40,1-28-28,2 0-28,0-9 16,7-12-5,3 5-6,-2 12 1,0 0-105,-1 6 0,1 2 99,2-4 0,1 4-23,3-5 23,9 1-6,-3 13 0,8-1 1,7 5-18,3 14 0,-2 10 6,-4 14-22,-10 21 2,-15-10 1,-3 1 24,3 18 96,-9-16 1,-5-1-102,-13 11 12,-5-2 16,-7-3 5,6-21 6,2-8-27,7-8 49,0-14-33,10 3 34,0-19-45,12 10 5,5-8-5,9 9-6,-4 6-5,9 0-6,-3 8 5,20 2-27,8 13 11,3 6-1,-25-2 1,-2 4 17,4 12-23,-9 8-22,-27-6 33,-6-8-16,-19 3-17,-2-10-241,-24 4-493,6-10-1569,-8-5 2342,17-18 0,18 7 0,9-8 0</inkml:trace>
  <inkml:trace contextRef="#ctx0" brushRef="#br0" timeOffset="105345">7481 4519 23590,'-35'-33'168,"8"8"-107,40 21-10,9 0-1,12-4 6,10 1-33,5-2-18,1 4 23,-6 1-11,-9 3-11,-11 1 10,-10 3-4,-9 0 10,-2 8-11,-3 4 6,-1 7-6,1 8-11,-1 3 11,1 5-11,7 3 12,5 2-12,5 2-17,1 0 11,-5-1 6,-6-1 11,-10-4 6,-10-4 28,-10-4 0,-11-4-40,-8-4-77,-6-4-343,-4-6-3567,-11-6 3982,19-4 0,9-2 0,22-1 0</inkml:trace>
  <inkml:trace contextRef="#ctx0" brushRef="#br0" timeOffset="105827">8129 4260 15020,'-3'-3'6497,"0"1"-4088,3 2-2370,-16-23-11,29 27 0,-1-8-11,39 41-447,-21-12 1,0 3 434,1 5 1,-1 3-17,-1 4 0,-4 2-26,-4 1 1,-6 2-60,-4 1 1,-6-1-219,-9 1 1,-7-2-880,-6 2 0,-6-3 1193,-12 5 0,-1-4 0,15-18 0,0-2 0,-23 17 0</inkml:trace>
  <inkml:trace contextRef="#ctx0" brushRef="#br0" timeOffset="106729">9207 4415 21489,'-27'-28'187,"-1"-1"1,-20-12-182,24 51-23,2 4-11,3 5-17,6 4 23,6-4 22,6 0 0,9-3 11,4-4 11,9 1 12,9-2-23,-8-5-5,11-2-1,-14-1-5,4 0 12,-7 2 27,-6 3 22,-8 6-27,-6-3 16,-12 11 1,-5-5 0,-18 11-1,0 0-33,3-1-22,12-5 5,15-7 28,6-3 22,9-3 23,8-2 16,18-3-61,9-1-22,-1 0-12,-7 3 18,-18 2 21,-8 5 12,-11 5 5,-8 6-10,-11 6-29,-4 3 6,-3 0-12,4 3-22,10-13 1,6 4 10,14-15 6,7 0-73,11-7-319,13-3-5075,27-12 4772,-10 2 1,-4-3 0,-28 5 0</inkml:trace>
  <inkml:trace contextRef="#ctx0" brushRef="#br1" timeOffset="115042">3765 6516 19871,'1'-61'1484,"0"1"0,-1 9 0,-2 8-1030,-7 9-180,2 21-234,1 6-74,1 11 51,0 8-12,-2 12-5,1 10-95,1 8-297,2 3-795,5 2-2297,9-4 2636,9-6 0,-7-17 0,1-6 0</inkml:trace>
  <inkml:trace contextRef="#ctx0" brushRef="#br1" timeOffset="115390">3951 6099 16633,'-21'-45'2005,"1"1"0,2 3 1,2 12-1855,4 22-100,5 9-29,1 12-11,2 9-5,1 16-1,5-11-10,7 12 10,7-19 35,7 1 60,3-9 158,-3-8 117,-5-13-28,-8-8-27,-5-12-24,-8-3-66,-5-1-73,-7 6-84,-5 8-45,-3 7-45,0 8-45,2 10-117,4 8-381,5 13-1047,8 11-5305,12 7 6064,5-1 0,0-17 0,-4-11 0</inkml:trace>
  <inkml:trace contextRef="#ctx0" brushRef="#br1" timeOffset="115609">4360 5994 24200,'-43'39'22,"-1"-1"1,4 5-1,10 5-42,20 4 1,8 4-843,-1-13 1,1 1-1,1 1 625,1 4 0,1 1 0,1 1-933,1 3 1,0 1-1,1 1-602,0 2 1,0 0-1,0 1 1772,-2 4 0,0 0 0,0-6 0,0-4 0,-1-5 0,-3-6 0,0 1 0</inkml:trace>
  <inkml:trace contextRef="#ctx0" brushRef="#br1" timeOffset="115742">4049 7431 17557,'-20'-55'689,"0"1"0,0 0 0,2 1 0,2 1 0,7 2-561,12-9 1,8 3-737,2 0 0,4 2 641,5 4 1,4 2-23,3 4 1,3 3-130,1 3 0,2 2-509,3 3 0,1 2-2905,0 2 1,1 1 3531,-5 5 0,-2 1 0,9-4 0,-20 12 0</inkml:trace>
  <inkml:trace contextRef="#ctx0" brushRef="#br1" timeOffset="116166">4905 6060 17596,'0'-7'6873,"0"1"-6686,-8-23 1,-2-5 260,2 15-392,-2-15 1,-1 4 32,4 27-66,-1 7-3393,-7 23 3376,3-3-229,-3 24 1,2 7 216,4-18 1,2 2-22,-1 3 1,0 3 0,2-1-246,3 14 0,4-4 59,-1-17 1,5-2-852,12 12 0,9-7-1580,25-10 983,-21-13 1,3-3 1235,0-8 1,-3-3 0,-5-2 0,-1-1 0</inkml:trace>
  <inkml:trace contextRef="#ctx0" brushRef="#br1" timeOffset="117416">5479 6133 18274,'0'-6'5758,"0"2"-4879,0 4-783,-72-34-52,47 33-8,-22-4 1,-1 10-34,28 20 0,5 8-3,-2-5 0,1 1-9,-1 7 1,3 0-37,6 6-16,3-2-197,19-3-879,24-16 443,-4-5-925,4-13 0,3-6-1450,12-14 1831,-13 2 0,0-4 905,-7-2 0,-3-2 303,0-4 0,-1-3 823,-2-2 0,-2-1-1338,-3-2 1,-1-1 1600,-2 0 0,-2 1-65,6-18 140,-12 19 1,-2 1-141,-2-11-269,-1-15-189,-5 19-102,-1 9-128,0 12 287,0 9-534,0 6 3341,0 7-3341,0 8-11,1 27-51,-1 12-5,0 7-608,-5-6 0,-2-1 602,-1 9-2,1-19 0,-1 6 1,2-6 23,-1 18-5,2-21 0,2-4 0,2-8 56,6-14-11,2-17-17,9-11 34,9-24-40,-4 7 29,11-20-40,-14 26 1227,17-19-1215,-13 24-18,7-4 1,-11 18 5,-3 6 0,3 14-11,-6-3-11,6 15-6,-6-2-67,3 8-330,2 0 67,-1-7-2431,17 5-544,-2-13 185,12 1 1552,-10-16 1971,-8-8 1049,-7-10 329,-3-6-924,-4 3 1434,4-11-1030,-7 15-270,1-4-296,-5 13-348,-3 6-128,-1 3-141,-2 6-21,2 0-18,-2 5-5,6-3 16,3-2-10,9-3 16,4-3-17,6-8-10,2-6 55,-1-6 85,-8-3 66,-8 0 17,-11 1 28,-8 3-16,-5 3-57,-5 4-16,-3 4-152,7 5-22,-3 6 11,6 5 1,-3 9-12,2 5-23,1 8-22,3 5-139,4 5-584,7 3-1511,9-1-1978,12-3-5574,10-7 9394,-8-11 0,-5-9 1,-15-9-1</inkml:trace>
  <inkml:trace contextRef="#ctx0" brushRef="#br1" timeOffset="117633">6791 6104 16252,'0'-4'7640,"0"1"-5343,0 3-2180,-36-21-44,14 26-56,-31-8-6,26 37 17,2 7-56,5 4-162,6 2-471,6-4-1216,10-5-3315,11-7-924,2-13 6116,10-7 0,-15-9 0,2-2 0</inkml:trace>
  <inkml:trace contextRef="#ctx0" brushRef="#br1" timeOffset="117853">7048 5954 23758,'0'-53'913,"0"0"0,0 5 0,0 9-482,-4 18-213,3 10-150,0 6-29,1 6-6,-1 9-5,1 11-28,1 16-28,0 15 8,0-20 1,-1 1-88,1 5 1,-1 1-557,-1 3 0,-1 1-480,1 0 0,0-1-2411,0-2 0,1-3 3554,4 18 0,-1-30 0,-1-18 0</inkml:trace>
  <inkml:trace contextRef="#ctx0" brushRef="#br1" timeOffset="118125">7333 6043 25640,'-48'-27'156,"0"1"1,3 2 0,7 13-50,9 40-18,3 6-16,5 6-39,2 4-17,3 0-17,6-4 5,5-7-10,8-12-1,24-3-50,10-13-104,-6-4 1,3-2-551,3-4 0,1-2-1206,7-2 1,0-1 1269,-1 0 1,-3 0-1,15-2 1,-22 5-1</inkml:trace>
  <inkml:trace contextRef="#ctx0" brushRef="#br1" timeOffset="118966">7856 5751 24967,'1'-39'445,"0"-1"1,-4-23-373,-9 68-39,-7 8-6,-6 13 5,-4 15-16,13-14 0,0 1-298,-1 5 1,0 1 271,1 4 1,1 0-12,2 1 1,2 1-116,5 5 1,4 0-90,6-10 0,4-2 81,12 26-417,25-27 168,-1-22 297,0-4 417,10-32 0,0-11 120,-6-4-441,-16 13 0,3-4 0,-7 3 375,0-16-1,-7 8-22,-9 9 297,-5 11-566,-6 9-56,-1 6 28,0 9 370,-1 16-432,-1 5-16,0 14 22,1-13-23,3 7-49,5-12-24,6 3 35,15-9 111,-2-12-33,2-8 17,-1-14 55,1-14 46,2-1-35,-3-1 147,-6 4 72,-11 10-22,1 0-79,-6 8-111,-3 6-23,-3 11-96,-2 9 18,-5 16-12,-1 0-22,-5 20-255,2-2-154,4-8 0,0 4-1535,3-4 1,1 2 1971,4 11 0,1-3 0,0 0 0,7-9 0</inkml:trace>
  <inkml:trace contextRef="#ctx0" brushRef="#br1" timeOffset="119624">8880 5837 21915,'-1'-4'4022,"1"0"-3076,0 4-789,-70-35-84,38 36-59,-12-13 0,0 6 14,0 51-350,15-9 327,-4 12-3301,15 6 3285,10-19-20,3-3 0,5 2-542,22 16-418,9-4 324,8-4-210,-9-29 1,0-3 562,1-3 85,30-6 346,-12-19 141,0-4 149,-6-4 596,-10-4 3215,-20 15-3489,1-2-111,-14 12-304,-5 3-56,-4 5-186,2 1 24,-1 3-52,5-1 18,0 4 16,7-4 1,7-1-1,11-8-22,12-9-25,-6-1 0,1-3-6,-2-3 0,-1 0-138,1-1 1,-1-3 140,-3-5 0,-2-2 39,7-27-31,-13 23 1,-2-3-1626,-3-3 1,-4 3 1632,0-14 52,-10-7 32,-4 26 91,-4-9-158,4 18-10,2 4-29,3 15 140,0 7-151,-3 11 3381,-2 16-3392,1 2 17,1 3 0,1 4-34,-2 24-459,3-15 1,1 2 393,2-6 1,0-1-221,3 1 0,2 0-625,4 6 0,3-2 383,-3-16 1,3-2-1395,7 5 0,5-7-7893,17-13 9825,6-5 1,-16-10 0,-13-3 0</inkml:trace>
  <inkml:trace contextRef="#ctx0" brushRef="#br1" timeOffset="119965">9610 6082 11194,'3'-6'9830,"-1"1"-4329,-2 5-4667,-13-60-520,8 44-157,-9-44-124,12 59-16,1 1-17,15 6 11,3-3-11,17 4 0,2-7 23,3-7-7,-4-6 12,-8-6 6,-9-4 33,-9 0-16,-5-1-40,-4 7 56,-6-1 39,-10 5-33,-5 4 11,-9 5-17,-2 12-27,0 9-24,2 12 12,4 10-39,6 8-28,7 5-264,15 2 57,20 0-242,-2-28 1,5-2-1275,6 0 1,3-4 1099,-2-2 1,0-4 0,10 3 0,-18-10 0</inkml:trace>
  <inkml:trace contextRef="#ctx0" brushRef="#br1" timeOffset="120550">10358 5586 24665,'13'-41'648,"-1"0"0,0 1 0,-7 16-581,-9 26-11,-5 12 134,-12 35-122,4-5-672,0 0 0,-1 5 632,3-6 0,0 2-14,-4 14 0,-1 3-10,8-20 0,0 0 0,1 1-4,-2 18 0,4 0-42,3-8 0,5-1-173,8-9 0,5-4-393,6-7 1,6-5-1676,7-7 1,5-5 2282,-1-5 0,-1-3 0,14-1 0,-19-6 0</inkml:trace>
  <inkml:trace contextRef="#ctx0" brushRef="#br1" timeOffset="122483">10850 5877 23455,'0'-38'781,"1"0"1,-2-23-760,0 61-11,-1 9 23,0 13-23,1 2 0,-2 19 1,1-1-4,1-11 0,0 1 9,-1 20-17,1 1 17,0-26 208,-1-6 155,2-15-105,-1-5-191,1-14-34,1-11-27,0-1 16,3-16-6,6-14-22,-5 24 1,1-2-324,1-7 0,1-1 334,0 6 1,-1 1-15,1 1 1,1 2-129,9-22 120,-2 19-17,6 6-39,12 10 50,-6 4-5,32 5 6,-21 16-7,8 1 635,-5 24-646,-24-1 1,3 17 5,-18-12-28,-21 22 45,-5-18-1635,0-9 0,-1-2 1646,-7-1 62,-8-4-23,24-20 129,-8-10-134,14-1 89,-5-23-61,12 2-62,1 0 3421,5 2-3421,4 17 0,4 1-17,4 4 6,6 5-5,6 7-18,7 6 12,3 9 11,-7-1-22,10 18 11,-21-9-6,3 15 6,-23-10 11,-15-2-28,-12-5-3527,-9-2 3331,4-9-2324,-16 2 2542,17-14 0,1 3 1,17-9-1</inkml:trace>
  <inkml:trace contextRef="#ctx0" brushRef="#br1" timeOffset="122684">11670 5959 18193,'0'5'4756,"0"-2"-3299,0-3-1384,-25 63-112,12-30-384,-4 9 0,-2 0 423,-3-5 0,9-17 0,1-4 0</inkml:trace>
  <inkml:trace contextRef="#ctx0" brushRef="#br1" timeOffset="123491">12109 5862 20565,'0'-8'2176,"-2"-27"0,1-7-1470,1 10-485,-1-11 1,1 3 7,0 21-167,2 11-79,1 14 34,2 12 22,5 17-17,2 15-5,2 12-17,-6-29 0,0 0 0,1 0 0,-1-1 0,11 24 0,-1-14 11,-3-15 29,-3-14 38,0-19-5,4-16 5,4-20 23,3-15-250,-10 23 0,-1-1 191,0-1 0,-1-1-6,1 2 1,-2 1 13,8-24 6,-6 15-50,-5 18-57,-3 12-94,-1 9-376,2 11-728,5 9-1809,8 12 3058,8 12 0,-11-18 0,-1 1 0</inkml:trace>
  <inkml:trace contextRef="#ctx0" brushRef="#br1" timeOffset="123683">12786 5880 24178,'0'-3'2347,"0"0"-2162,0 3-197,9 3-16,-7 6-207,8 13-1037,-11 12 424,-6 14 0,4-21 0,-3-2 0</inkml:trace>
  <inkml:trace contextRef="#ctx0" brushRef="#br1" timeOffset="124483">13297 5773 20212,'0'-5'4251,"0"1"-1870,0 4-2364,20-47 0,-18 46-12,12-27 1,-24 66 11,-3 11-6,-3 8-28,0 4-5,1-5 16,3-10 0,3-12 107,4-15-45,3-13-39,0-9 5,5-13-3363,5-15 3352,-1 5-2263,5-21 2275,-6 26 5,3-19-17,-7 24 28,1-13 17,-3 9-22,-1-19-17,1 10 2290,-1-31-2296,2 32 3393,2-22-3393,3 25 0,2 0-5,1 6 5,1 2 11,2 3-22,2 0 23,3-1-7,2-2 7,8-3-23,-9 6 0,7 1 17,-11 8-17,2 2 22,0 10-28,-6 0 6,3 27-5,-9-16-6,1 17 5,-5-7 17,-8 3-33,-5 11 11,-16 7 22,0-11-3342,-5 1 3337,12-21 22,2-3 67,7-11-56,3 1 51,2-8-68,6 1-16,0-5 11,5 1 0,0 1 3380,7 0-3369,9 4-33,-4 1-18,15 7 12,-3 6-76,5 3 0,2 1-114,9 4-205,-5-2 0,1-1-1769,6 2 120,-1-2 1228,4-1 1,-33-12-1,5 1 1</inkml:trace>
  <inkml:trace contextRef="#ctx0" brushRef="#br1" timeOffset="124949">14100 5517 18582,'-1'-3'5372,"0"0"-3372,1 3-1928,-35-45 63,4 32-107,2-10 0,0 3-23,-11 25 1,11 5-6,10 2 28,4 10-22,9-3-1,1 5 12,9 7 0,8-8 0,3 3-6,29 8 22,-7-10-33,-8-6 0,1 0-16,17 11 10,-8 0-11,-13-1 28,-12-3-5,-12-2 22,-13-6 0,-10-4 17,-11-4 0,-6-5-40,5-3 18,-20-4-40,20 0-140,-9-4-364,20 3-1518,12 0-1618,6 1 2809,3-2 0,1 4 0,0-2 0</inkml:trace>
  <inkml:trace contextRef="#ctx0" brushRef="#br1" timeOffset="125683">14333 5334 24984,'-22'-42'493,"-1"1"0,2 2 0,6 11-386,14 22-79,2 4 5,5 7-16,6 9 0,12 13-12,10 13-2,-13-15 0,0 2-304,4 2 0,0 1 301,2 2 0,-1 0 0,1 1 0,-1 0-23,-2 0 1,-3 0-43,-5-1 1,-4 0-274,-5 28-570,-29-5-652,1-28 1,-5-2 922,-2-4 1,1-2-1,-12 6 1,16-13-1</inkml:trace>
  <inkml:trace contextRef="#ctx0" brushRef="#br1" timeOffset="131086">14640 5212 23567,'-13'-38'200,"0"-1"0,-2 4 0,10 10-144,33 23-40,1 11 1,10 3 6,14 21-4,-26-13 1,0 3-4,16 16 1,1 5-937,-6-3 1,-1 1 919,-2 0 0,-2 1-25,-5-1 0,-6 2-1465,-9 9 1,-6 1 1436,1-15 0,-5 0-121,-10 20 0,-11-2-435,-6-25 0,-5-3 110,-9 9 0,-3-1 118,7-9 1,-1-1-1455,-7 1 1,0-3 1498,13-8 0,2-2 0,-16 8 0,16-9 0</inkml:trace>
  <inkml:trace contextRef="#ctx0" brushRef="#br1" timeOffset="134441">15712 5236 20470,'-6'-61'1445,"-5"14"-1283,-13 43-32,-4 6-80,6 2 56,-8 12-83,14 0-12,-4 9 0,13-3 17,8 0 6,9 0 5,11-1 6,12-3-12,11-2-10,5-3-6,1-2-6,-10-2 0,-11-1 17,-14-1 22,-8 1-5,-8-2 67,-12 9-50,-3-3-17,-12 8-34,0-2 17,-8 6-28,12-8 11,-7 8-11,15-7-11,2 2 11,6 0-6,8-5 6,3-4 17,13-2 0,2-5-17,10-1-6,-2-1 6,-4 2 6,-6 2 22,-8 4-6,-9 5-5,-9 3-6,-9 5-16,-9 4 5,-2 2 0,-1 2-6,5 0 17,6-2-5,9-3-1,7-6-5,10-6-11,9-7-50,14-2-455,13-10-2307,15-5 2144,-21 0 1,-2 0 0,6-2 0,-3-1-1</inkml:trace>
  <inkml:trace contextRef="#ctx0" brushRef="#br1" timeOffset="135626">16424 5370 9044,'1'-8'9247,"0"1"-6693,-1 7-879,0 0-465,-3-63-297,0 35-561,1-11 1,0 2 185,-3 16-157,0 6-168,1 6-151,2 5-74,0 5 18,-1 11-6,0 12 0,-3 32 0,2-13-11,0-7 0,1 2-267,0 17 140,2-19 1,-1 0-334,1 0 1,1 1-348,0-3 1,0 0-976,1 27-303,1-11-593,-3-15 941,-1-15 1563,-1-14 645,-2-15 565,-1-8 680,-5-10-2,-6-2-65,-5-1-372,-1 3-302,4 0-298,6 3-291,6 1-207,10 4-117,8 1-40,13 2-22,13 1-51,18 2-19,-21 8 0,2 0-389,2 1 1,1 0 323,-1 1 0,-1 0-50,25-3 185,-18 1 157,-18-7-85,-15 4 152,-11-8 56,-5 4 0,-5-1 44,1 0 711,1 3-722,4 1-111,2 2-96,1 3-50,1 2-45,3 1 5,4 4-5,7 7-22,10 8 0,6 9-18,1 7-21,-1 4-40,-11 11 79,-8-17 10,-14 9 24,-6-22 32,-7 0 12,0-9 6,2-9-40,6-6-5,3-12-6,10-6 6,8-9-11,10-3-1,8 4-16,3 3 17,2 6-6,0 1 0,2 4-11,0 0-29,0 3 46,2 1 5,-16 5 12,-3 0-12,-17 7-17,-2 0 12,-7 5-6,-10 9 5,-1 2-10,-2 4-6,6-1 11,8-3 11,1 3-17,8 2 1,7-2-1,8 0 12,8-3-1,12-4 29,-5-5-6,-1-7 101,-1-16-79,-17 3 90,13-18 34,-12 6 178,3-14-234,-7 14 44,-2-5-50,-7 17-56,-1-1-33,-2 6-68,0 4-201,1 3-454,4 7-1289,7 5-44,1 2-7562,12 9 9595,-7-4 0,-2-3 0,-7-5 0</inkml:trace>
  <inkml:trace contextRef="#ctx0" brushRef="#br1" timeOffset="135991">17708 5515 25387,'-10'4'539,"7"-1"-265,34-12-224,-10 2 57,21-15-51,-25 8 61,14-13 96,-7-5-28,-4 0 5,-5-1-22,-14 14-117,-3 8 27,-11 2-50,3 6-11,-10 2-6,4 8-5,-9 11-12,7-2 6,-5 13-33,9 1 5,3 3 5,4-1-61,11-1-185,8-7-1551,22 10 168,-5-13 1652,30 3 0,-40-18 0,10 0 0</inkml:trace>
  <inkml:trace contextRef="#ctx0" brushRef="#br1" timeOffset="136952">18308 5092 17115,'-1'-3'6184,"0"1"-4835,1 2-1130,18-61-152,2 42-48,0-15 1,2 4 19,18 25-33,-7 4-34,8 12 22,-22 3 1,3 9 33,-18-1 16,-12 0-27,-1-4 45,-21 5-40,6-7 1,-10 6-18,10-5 1,6 0 5,4-1-11,7-4 6,2 2-6,4-5 11,5 2 11,4-4 6,7-2-5,4-1-18,1-2 1,-2 2-1,-4 0-21,-5 3 21,-5 5 1,-2-2-6,-6 10 5,-6-1 7,-7 8 10,-5 3-16,-2 2-18,6-1 7,7-2-1,11-2 23,9-5-11,5-2-1,3-4-5,0 0 0,-1-1 11,0 4-11,-1 4-16,-2 4 16,-3 6 0,-5 1 0,-5 0 16,-10-4-16,-6-7-50,-10-5-672,-6-6 722,-8-6 0,17-4 0,2-2 0</inkml:trace>
  <inkml:trace contextRef="#ctx0" brushRef="#br1" timeOffset="140177">6401 7023 12573,'0'-8'4393,"-3"-32"1,-1-8-3060,2 11-909,-2-14 1,1 2 190,2 17-174,1 9-212,0 10-219,0 6-39,0 10 56,1 11 11,2 16-11,0 19-28,-2-16 0,1-1-300,-2 27 297,0-21 1,-1 2-7,0 1 1,-1-1 5,1 0 0,0-1 6,-1 0 0,1-2 2,0 5 85,-1-17 296,1-12 52,1-13-242,-2-21-163,1 1-21,-1-29 7,2 17 1,0-1-207,1-21 209,1 9 0,-1 1 46,3-18-38,-3 26 1,1 1 76,-1-24 49,-2 16-116,0 20-40,-1 9-157,0 12 146,1 24 11,2 6 5,2 27-10,1 3-127,-2-26 0,1 0 132,0 30 11,0-7-5,-2-13 467,-1-13-372,0-13 235,0-10-274,-2-29-6,2-7-11,-2-29-12,2-1-158,4-3 142,1 6-28,1 14 11,-2 17-68,-2 15 7,-2 12 44,0 11 11,0 12-44,-2 16-236,-2 10-705,-4 10-259,3-28 0,0 0 1250,-1 4 0,1-3 0,-1 5 0,1-7 0</inkml:trace>
  <inkml:trace contextRef="#ctx0" brushRef="#br1" timeOffset="140829">6085 7214 24743,'-43'-15'45,"15"10"-28,49 28 11,3 6 0,3-1 39,3-3 79,4-7 61,6-7-5,8-8-73,10-11-90,-25 0 0,1-1-276,2-3 1,0 0 264,1-1 0,-2 0 3,-2 3 0,-2 0 14,16-5 22,-19 8 28,-16 4-28,-9 2-5,-5 2-6,-2 3 518,-5 4-529,-5 3-23,-5 6-16,-6 2 5,-8 5 17,-8 2-6,-12 2-230,21-13 0,0 0 222,-4-1 0,-1-1 8,2-2 1,1-2 100,-24 2 34,16-11-39,15-13-3244,8-24 3149,8 4-77,4-25 82,8 18 0,3-9-17,-1 21 302,1 8-318,-3 15-34,0 3-6,0 3 3380,3 4-3335,2 7 120,5 6-125,4 8-1,3 2 0,3 1 40,10 1-23,-7-12 12,13-1-1,-8-13-11,11-2-11,7-11-33,9-5-429,-24 3 0,2-1-210,1 0 0,1 0 672,1 1 0,-2 1 0,5-3 0,-10 6 0</inkml:trace>
  <inkml:trace contextRef="#ctx0" brushRef="#br1" timeOffset="143037">5857 2361 12141,'0'-5'8934,"-1"1"-13334,1 4 4641,-1-61 1375,1 45-1566,-1-41 124,2 80-118,0-3-17,-3 29-5,-2-5 16,-3 15-28,-2 0 1,0-2 27,-1-7 34,-4-5 927,-3-9-798,-4-9 168,-8-11-152,5-11 3258,1-8-3352,3-13-57,4-6 1,-1-11 16,6-5 62,5-7-107,3 16 34,6-3-22,-2 21-51,2 1-34,-1 7 23,0 10 12,5 13-12,-1-2 5,6 16 12,1-9-6,12 11 6,1-8-6,11-2 0,-11-14 6,10-3 17,-10-7 50,11-7-39,-14 0 151,7-11-145,-20 8 61,5-7-17,-12 10-11,0 0-73,-3 4-11,-4 6 11,-2 2-11,-3 5 11,0 0 1,0-1-12,-5 4 16,-3-2-10,-2 0 5,-12 0 6,-1-1 45,-20 2-34,9-6 22,-2-8-22,20-7 28,0-12-22,6-6-12,-4-12 17,3-16-11,6 7-22,4 2 11,7 13-6,0 14-62,1 5 23,1 8 17,1 13 6,0 1 10,3 13-16,3 2 0,7 10-51,17 12-33,-4-15-538,7-4 0,5-2-2640,-7-9 0,-1-2 361,8 4 0,0-1 2912,-2-3 0,-4-3 0,-7-2 0,0-1 0</inkml:trace>
  <inkml:trace contextRef="#ctx0" brushRef="#br1" timeOffset="158316">5685 7923 8685,'-1'-9'5764,"0"2"-3177,1 7 1037,0 0-3064,10-47-313,-7 35-253,7-35-16,-10 52 33,-2 6 22,-1 15-16,-2 14-17,1 12-3,2-16 1,0 2-1,1-6 0,1 0 3,-1 30 11,3-8-28,0-17 34,1 6 6,-1-12 61,-1-12 358,0-9 147,-1-6-315,-2-8-173,-3-6 106,-5-27-134,3-2-45,3 9 0,0-3-1696,4-4 0,0 2 1696,2-17 5,0 16 1,2-1-682,9-21 670,-3 12-5,8-8-6,-8 33-28,3 1-16,0 9-62,12 9 83,-9 5 3036,9 5-3035,-6 9-2353,3 13 2353,-4-2-2275,-2 23 2275,-12-26-17,-12 21 11,-10-14 23,-18 7 28,-5-4 66,-2-10 130,3-11-163,17-8 2319,6-8-2302,13 1 3331,1-1-3533,2 1 112,5 7-10,4 3-1,8 7 22,6 2-5,21 3 17,2-4-20,-13-9 1,0-1-60,16-1-240,13-3-954,-6-7-3660,-12-2 1,1-1 3182,9-3 1,-1-2 0,-43 9-1</inkml:trace>
  <inkml:trace contextRef="#ctx0" brushRef="#br1" timeOffset="158704">6483 7919 13765,'-3'-3'7282,"1"1"-6375,2 2-464,-66-33-197,34 25-165,-11-8 1,1 3-32,15 18 6,-1 7-50,14 3-6,0 9 5,9-1-5,9 4-5,3-8-6,15 4 22,17 2-260,5 1 249,-15-10 0,0 0 6,20 10-6,-13-4 5,3 6 6,-24-9 6,0 2 45,-32 3-17,-8-6-23,-10 1 12,-12-4-6,5-8-56,-17-2-269,16-8-922,6-4-4651,24-7 5870,9 1 0,5 5 0,0 3 0</inkml:trace>
  <inkml:trace contextRef="#ctx0" brushRef="#br1" timeOffset="159003">6870 7947 15451,'-7'0'3983,"2"0"-1984,5 0-1982,-1-18-112,23 7-163,9-15-313,27 12 50,-8 4-1283,-11 4 1,0 1-3641,11 2 5444,-15 4 0,-2 1 0,-6-1 0,-10 6 0</inkml:trace>
  <inkml:trace contextRef="#ctx0" brushRef="#br1" timeOffset="159177">6918 8104 9582,'-8'5'7992,"2"-1"-6468,6-4-214,0 0-1332,30-3-308,4-5-375,-1 1 1,2 1-895,1-3 0,0 0 947,6-1 1,-1 0-1,6 0 1,-6 0 0</inkml:trace>
  <inkml:trace contextRef="#ctx0" brushRef="#br1" timeOffset="159640">7926 7717 22823,'-44'-22'93,"0"-1"0,3 2 1,4 6-83,6 14 0,-6 5 11,-3 0-5,2 5 6,5-1-1,11-2 6,9-1-28,6-2-17,5-1 17,0 3-11,2 3 11,-1 5-6,0 4 6,0 6 17,-2 7-17,-2 16 0,2-13 0,-1 16-28,3-19 17,5 7 5,7 6-3391,2-5 3397,2-3 0,-2-2 17,0-5-6,4 4-11,5-2 11,3-7-73,6-7 3152,5-6-4569,6-7-3052,9-7 4531,9-6 0,-26 3 0,-3-1 0</inkml:trace>
  <inkml:trace contextRef="#ctx0" brushRef="#br1" timeOffset="160620">8383 7964 15294,'0'-5'2957,"-1"-23"1,0-8-1249,4-5-1525,-3 4 1,1 1 409,5 0-146,-3 23-224,-1 1-207,-1 8-6,2 18 34,0 10-28,2 20-1,1 8-10,-3 3-6,0 1 0,-2-4-22,0-7 27,0-7 51,-2-12 90,-1-9 106,-2-10-67,-2-6-90,-4-10-22,-1-9-28,0-10-6,3-9 0,3-7-5,2-4-23,3-3 28,3 0 45,1-3-50,6 1 5,2-2 17,5 5-28,3 5-22,1 9 11,3 10-12,-1 10-33,2 8 11,7 15 23,-9 2-17,13 18 0,-10 6-6,10 15-1741,-14-13 1,-2 1 1661,9 16-86,-10-16 0,0 1-666,5 9-149,5 8-381,-4-7-2750,-6-4 403,-9-17 3174,-4-3 0,-6-18 0,0-1 0</inkml:trace>
  <inkml:trace contextRef="#ctx0" brushRef="#br1" timeOffset="160821">8445 8033 21971,'29'-44'265,"-1"-1"0,-3 5 1,1 7-210,10 13-118,5 2-748,-6 6 1,2 1-4107,-5 4 1,-1 1 3480,26-4 0,-27 7 0,-22 3 0</inkml:trace>
  <inkml:trace contextRef="#ctx0" brushRef="#br1" timeOffset="161038">9211 7894 18263,'2'4'4207,"0"-1"-2656,-2-3-1540,3 30-313,1 6-213,0 8-2768,2 1 3283,-2-19 0,-1-7 0,0-4 0</inkml:trace>
  <inkml:trace contextRef="#ctx0" brushRef="#br1" timeOffset="161795">9572 7700 18240,'-2'-4'5249,"1"0"-4627,1 4-594,-3-26-17,5 27-6,4 1 1,5 33 11,1 20-6,-6-17-3,-6-5 1,-2-2 2,-1-3 6,-5 17 61,-1-27-11,3-9 146,-2 1 45,2-15-202,1 0 56,-1-22-51,1-2-16,1-20-11,2 9 22,2-17 50,2-4-39,1-1-50,0 29 1,1 1-18,5-9-6,3 8 6,0 12 22,18 2-22,-1 10-5,18 0-6,1 7 33,1 8-16,-3 5-46,-7 8-11,-10 6 40,-13 5 6,-11 5-12,-13 3 11,-8-1 23,-13 0-6,8-14 51,-6-4 28,9-14-73,5-1 33,-1-6 85,5-8-51,5-2-12,-2-6-27,7 3-6,4 1-22,4 1-11,8 4 5,3 3-50,22 8 33,-5 7-11,18 9 12,-12 7-12,-2 3-5,-8 3-6,-13 7 61,-13-13-10,-18 8-23,-13-13 0,-16 2 5,-12-5 12,-6-6-255,-3-6 143,4-3-505,10-4-8120,14-2 8720,17 0 0,10 1 0,8 2 0</inkml:trace>
  <inkml:trace contextRef="#ctx0" brushRef="#br1" timeOffset="162587">10211 7489 9218,'-10'-7'7146,"1"2"-4721,9 5 1564,0 0-3653,-16-27-135,18 15-89,-7-22-39,25 23 0,8 0-45,6 3-6,4 1 1,-2 5-40,-4 0 11,-8 5 18,-8 3-12,-7 5 16,-3 5-4,-2 8-1,-3-5 0,3 10-17,0-5 6,5 10-16,4 4 10,4 4-5,5 2 0,5 4-268,2 2 268,-2 2 0,-5 0 22,-9-4-3302,-16 2 3291,-4-19-5,-19 8-1,-1-17 12,-11 4-45,-1-4 143,-2-6-328,-3-4-403,0-5 2114,1-3-1487,4-5 0,18 0 0,7-1 0</inkml:trace>
  <inkml:trace contextRef="#ctx0" brushRef="#br1" timeOffset="162832">10908 7906 21125,'1'7'2151,"0"-2"-1832,-1-5-83,0 0-214,2 42-151,-1-15-610,1 4 0,-3 3 739,-9 7 0,6-17 0,-7-3 0</inkml:trace>
  <inkml:trace contextRef="#ctx0" brushRef="#br1" timeOffset="164542">11279 7542 19059,'-20'-40'1594,"0"0"0,1 1 1,4 10-1410,12 20-1,0 0-139,2 7-45,7 5 28,5 11-33,8 13 5,5 13 0,-3-3-6,4 17 0,-3-5-8,-7-12 0,2 0 8,1 0 1,0-3 16,8 16 73,1-14 118,-18-32 184,4-17-195,-3-7-90,0-20-57,-4 6 91,-1-26-67,-1 15-52,-2 13 1,0-1 17,4-15-1,3 8-33,-2 12-11,5 4-67,-1 12-556,8 2-1090,-2 9-4998,6 10 5874,-5 4 0,-7-3 0,-4-3 0</inkml:trace>
  <inkml:trace contextRef="#ctx0" brushRef="#br1" timeOffset="164776">11834 7538 19647,'-3'-2'3316,"0"0"-3081,3 2-689,41-54-963,-4 39-832,-1-14 0,4 2 1398,-6 23 1,-2 5 0,5-2 0,-6 1 0</inkml:trace>
  <inkml:trace contextRef="#ctx0" brushRef="#br1" timeOffset="164966">11906 7707 14779,'-3'0'6951,"1"0"-5752,2 0-1294,46-29-292,-4 13-495,-1-4 1,4 0-970,-10 9 0,1 3 1851,3-2 0,-3 1 0,5-1 0,-6 2 0</inkml:trace>
  <inkml:trace contextRef="#ctx0" brushRef="#br1" timeOffset="165440">12887 7250 18212,'0'-9'4179,"0"2"-3355,0 7-130,0 0-655,-32-35-16,14 26 10,-31-27 6,19 36 12,-5 0-29,-2 2 6,3 0-3386,5 2 3363,13-2 18,4 1-12,10-2 23,0 1 5,1 1 45,1 5-56,0-1 33,-1 10 35,0 1 3368,0 11-3402,-2 7 22,-3 8-11,-3 5-17,-3 7-39,2-10-1677,0-2 0,0 1 1660,3-4 6,-1 1 0,2-1-1,8-6 1,5 5 22,9-9 17,10-9-29,11-10-111,13-9-149,-19-7 1,1-2 840,4-2 1,2-2-3099,2-2 0,-1-1 2501,-4 1 0,-3 0 0,9-3 0,-20 7 0</inkml:trace>
  <inkml:trace contextRef="#ctx0" brushRef="#br1" timeOffset="166066">13272 7452 17120,'1'-5'5731,"-1"2"-3889,0 3-1338,0-61-246,0 45-219,-1-45-33,0 61-12,1 10 18,0 6-18,1 17 12,0 8-1,1 6 1,0 4-6,-2-11 28,-3 12-11,0-24 16,-4 6 118,3-22 12,1-6-102,1-13-33,2-6 0,0-12 6,0-9-17,3-8 5,3-10-3375,4-8 3381,-5 27 0,1-1 0,0 0 0,0 0 12,7-27-24,3 10-4,5 15-1,5 13-11,5 11 33,26 12-16,-11 11-26,-13 1 1,0 2-20,17 23 0,-24-15 0,-1 3 1434,0 0 1,-2 1-1586,-3 1 0,-2 1-488,9 24-375,-13-3-739,-11-10-2975,-9-9 4756,-4-11 0,1-9 0,4-6 0</inkml:trace>
  <inkml:trace contextRef="#ctx0" brushRef="#br1" timeOffset="166275">13322 7513 17664,'-2'-2'5147,"0"0"-4312,2 2-841,68-63-1959,-16 42 1655,-16-1 0,4-5 0,-2 7-1855,5 13 0,-2 6 2165,-4-1 0,-3 0 0,11 1 0,-22 1 0</inkml:trace>
  <inkml:trace contextRef="#ctx0" brushRef="#br1" timeOffset="166475">14106 7438 23069,'-12'36'-10,"1"-1"1,-1-1 0,4-4-512,5 3-5467,-2 6 5988,0-12 0,1-5 0,2-15 0</inkml:trace>
  <inkml:trace contextRef="#ctx0" brushRef="#br1" timeOffset="167207">14506 7318 19294,'0'-5'4469,"0"2"-4166,0 3-253,-1-12 12,1 48-12,-4-16-33,2 11 0,1 3 28,-6 12-1,-2-5 80,-4-4 4,0-13 96,-2-7-112,6-13 73,-2-8-78,2-7 10,-4-17-71,4-6-18,1-15 0,5 10 0,4-16 0,5 7 2,-2 11 1,2 1 8,3-12 14,0 13 1,1 3-26,1 8 28,12-15-28,0 21-11,17 0-12,-10 9-5,27 9-28,-21 11 17,7 3-6,-7 12-16,-11 10 38,-7 6-22,-10 10 1,-18-5 16,-3-11 0,-11 2 11,-2-10-11,3-7 17,1-5 55,7-15-44,8-6 45,-4-5 11,7-3 6,0-7-57,6 3-10,2-1-12,3 8 0,3 3-22,1 4 0,11 2 5,-1 7 17,9 8-22,-9 2 6,11 12-12,-4-1 22,7 15 1,-13-5-17,-8-4-6,-23-6 0,-9-8-112,-27 4-106,-1-10-432,-15-3-974,9-13-4856,7-7 6497,11-4 0,16 4 0,10 3 0</inkml:trace>
  <inkml:trace contextRef="#ctx0" brushRef="#br1" timeOffset="167724">15119 7073 23915,'23'-22'131,"0"0"1,15-13-71,4 32-44,-9 5 0,14 3-11,-10 4-6,-6 1-6,-10 2 12,-9 0 5,-7 2 17,-4 0-23,-1 4 7,0 1 4,0-2-10,1 13 11,2-6-6,3 14-11,1-3 0,3 5 11,-3-9 6,0 10 0,-5 1-6,-6 1-11,-1 4-39,-4-13 39,0-3 5,-2-3-5,-2-4-50,-3-4-236,-4-6-1058,-4-5-6509,-3-5 7853,3-2 0,8-2 0,6 0 0</inkml:trace>
  <inkml:trace contextRef="#ctx0" brushRef="#br1" timeOffset="205555">16330 7542 15283,'3'-9'1759,"-1"2"90,-2 7-1440,0 0-432,-15-9 23,5 19-190,-15-2-399,8 24-867,-1 6-2487,-1 4 3943,-3 4 0,10-20 0,2-5 0</inkml:trace>
  <inkml:trace contextRef="#ctx0" brushRef="#br1" timeOffset="206407">16606 7286 18515,'23'-24'56,"1"21"-23,-12 39 57,0 14 44,-4 2 192,-11 9-192,-1-21 152,-6 3 61,3-25 426,1-3 257,2-8-486,3-9-393,1-8-39,0-10 0,2-10 79,9-18-40,3 4 0,9-7-16,-2 15-96,-3 11 17,-1 7-28,-5 9-45,2 2 17,-5 5-6,6 11 1,-9-1 27,7 15-27,-4 1-1,2 8-5,0 3-84,5 7 44,-5-14-78,5 6-22,-4-17-101,5-2 168,-1-7 45,9-17 33,-3-6 12,6-15 5,0-1 45,6-7 11,-5 8-5,1 1-40,-15 15 29,-3 5-46,-8 7-10,-2 4 22,-1 3 5,-1 19-11,0-9 0,2 19-39,2-9 28,12 14-11,5-9 17,13 2 5,-7-16 23,10-6 50,-6-8 89,10-10-44,-13-7-6,-4-14-11,-15-4-56,-5 6 101,-13-17-95,0 21 100,-28-21-89,3 25-17,-18-5-39,16 15 11,-10 4-45,22 4-34,-3 4-27,17 5-168,10 6-23,4 1-2039,17 14-2240,3-7-5283,14 11 9568,-14-15 0,-6-6 0,-14-9 0</inkml:trace>
  <inkml:trace contextRef="#ctx0" brushRef="#br1" timeOffset="207196">17740 7403 22565,'-41'-21'114,"0"1"0,-4 6 0,6 12-75,13 28-6,-8 14-10,18-12-12,3 14-5,13-17 27,6 9 40,9-15 61,9-10 23,7-8-34,6-14-11,4-11-28,0-12-462,-3-11 425,-21 19 1,-1-2-15,-2-3 1,-2-1 6,5-21 46,-8 15 1,-3 1 210,0-17-62,0-3-128,-5 24 55,-1 20-72,0 10-96,0 1 424,-1 4-446,1 8 16,-2 9 12,2 13-5,-1 10-1,5 7-72,4 6-129,8-1-79,9-3-44,6-9 156,-4-15-240,10-8 346,-16-12 91,4-6 16,-12-8 45,-6-5 39,-4-1 23,-2 4-57,-4 4-61,0 3 23,-8 6-51,4 4 11,-4 3-5,7 4 27,7 0 40,8 0-11,8-2 10,8-5 1,5-5-11,3-11-12,2-7 3,-13-3 1,-2-4-15,6-15 39,1-15 1,-24 18-18,-9 7-16,-6 6-23,-8 9-5,-5 6-11,-1 5-12,1 8 6,2 3 0,4 10 6,5 4-1,4 7-10,3 7-51,5 4-174,8 5-414,6 1-957,12-1-2214,8-4 3815,12-6 0,-20-16 0,-1-6 0</inkml:trace>
  <inkml:trace contextRef="#ctx0" brushRef="#br1" timeOffset="207420">18648 7283 10920,'-3'-2'7505,"1"0"-5012,2 2-2504,38-41-286,-3 30-353,0-11 1,3 2-4337,23 18 4986,-7 4 0,-20-2 0,-17 3 0</inkml:trace>
  <inkml:trace contextRef="#ctx0" brushRef="#br1" timeOffset="207622">18747 7389 23013,'13'3'-263,"-7"0"-147,26-9 1,9-5-2256,14-3 1729,-17 5 1,-1 0 0,3-1 0,-5 1 0</inkml:trace>
  <inkml:trace contextRef="#ctx0" brushRef="#br1" timeOffset="208364">19663 7113 23719,'-39'18'44,"6"5"-38,23 26 0,4-14-1,1 14 6,2-6-11,1-9 129,-2 7 134,1-28 208,-1-3-191,3-12-207,-3-8-6,0-9-11,-1-11-23,1-11-27,2-6 11,4-5 11,5 0-11,6 3 16,5 3-27,4 6-29,2 5 23,5 6 0,2 7-33,12 6-23,-7 9-6,12 9 12,-16 10 11,2 12-12,-7 15 40,-12-11-6,-3 17-5,-13-13 22,-9 6-6,-6-4 40,-17-4-1,1-10-10,0-5 50,0-11-1,8-5-4,-2-4 60,6-5-111,10 2 17,4-2-22,8 4-19,3-1 25,11 2-41,10 3 12,13 10-12,-7 2-5,11 13 6,-15-1 5,4 9-11,-10 1 50,-15 7 12,-10-13 22,-22 5-5,-13-16-40,-19 1-65,15-10 1,-1-2-906,4-1 0,2-1-145,-1 0 1,1-2 1103,-17 0 0,34 0 0,1-1 0</inkml:trace>
  <inkml:trace contextRef="#ctx0" brushRef="#br1" timeOffset="216645">5764 9214 9302,'0'-5'8199,"0"2"-7706,0 3-314,-36-25 101,17 36 39,-31-3-229,36 19 0,4 8-355,-3 5 0,2 2 276,-1 5 1,2 4-80,2-2 1,1 5 0,0-2-172,1 9 1,0 1-453,1-9 0,1 1 0,-1-2-292,1 1 0,0-3 123,-3-3 1,-1-1 398,-2-7 1,-3-3 830,-19 15 672,-6-23 325,0-29 128,0-34-1198,14 1-110,12 4 1,2-3 86,5-13-61,7-15-110,4 29 1,3 1-76,4-2 0,3 2-26,4-1 1,3 2 5,3 0 1,2 1-1,1 2 1,2 1-6,1 0 0,1 1 8,1 0 0,1 1-3,1-1 1,-1 1-7,1 1 1,-1 0-3,-3 3 0,-1 1 771,21-12-811,-15 14 555,-14 10-369,-12 15-11,-11 12-62,-7 15 471,-3 9-522,3 3-16,3-2-6,11-7 149,6-7-98,8-9 49,4-9 158,1-8 179,-1-12 61,-2-8 23,-6-14 263,-5-22-509,-7 13 279,-9-22-66,-7 23-124,-9-3-140,-5 7-56,-3 9-51,1 8-78,-2 8-100,13 4-1,3 8-162,14 6-717,7 8-2615,8 9 3556,8 9 0,-10-15 0,1-1 0</inkml:trace>
  <inkml:trace contextRef="#ctx0" brushRef="#br1" timeOffset="216988">6324 9356 23640,'17'20'45,"-11"-11"-45,12 18 0,2 6-84,2 22-9,-13-23 1,-1 1-281,1 6 0,-3 1 333,-3-3 1,-2-2 56,-11 20 275,-7-22-107,-7-17 116,-2-21-122,4-13 1,8-18-52,16 1 1,3-1-67,4-11 95,1 14 1,3 0-96,18-9-51,-11 19-44,18-13-85,-12 23-716,8 2-5417,3 7 5403,-6 7 0,-10-1 0,-11 2 0</inkml:trace>
  <inkml:trace contextRef="#ctx0" brushRef="#br1" timeOffset="217487">7054 9303 17081,'-1'-44'1473,"0"1"0,0-1 0,0-11 1,-1 9-741,-3 20-408,0 16-241,0 7 101,-10 33-23,-3 16-92,1 5 0,-1 6-829,3-4 1,0 2 763,4-10 1,-1 3-1,2 0-1,1 0 0,2 1 0,2 0-333,2-3 0,2-1 0,1-1 303,2 18 1,6-3-325,9-8 1,8-7-2141,6-20 1,4-6 2489,-3-1 0,0-5 0,18-7 0,-27-6 0</inkml:trace>
  <inkml:trace contextRef="#ctx0" brushRef="#br1" timeOffset="219232">7578 9461 21119,'4'-48'709,"1"1"1,-1 4 0,0 10-491,-3 18-180,0 8-28,1 10 34,1 12-17,1 15-17,1 16 11,-1 12-22,-3-26 0,-1 1 8,-1-1 1,-1-1-3,-4 26 16,-1-14 85,-1-14 273,4-14 24,1-11-220,2-13-44,2-13-28,4-13-39,4-10-11,7-5-17,7 0-17,2 9 16,3 9-27,-1 10 6,1 9-35,1 7-16,3 9 28,4 8-22,5 9-208,3 8-716,3 5-2079,1 6-6806,-1-2 8125,-15-10 0,-11-11 0,-15-11 0</inkml:trace>
  <inkml:trace contextRef="#ctx0" brushRef="#br1" timeOffset="219645">8853 9301 17132,'0'-5'6178,"0"1"-5243,0 4-868,-32-44-16,10 49-7,-27-24-38,22 65 5,6 5-22,10 2-17,11-4 39,16 0-5,-1-20-12,17-1 23,-5-20-6,7-5 96,6-21-7,-11-8-27,-5-7 112,-11-10-6,-9 3 28,-8-10-27,-9 2-23,-13 7-56,-5 9-45,-2 10-17,2 8-50,12 8-28,5 7-281,11 13-811,9 7-275,1 4 1406,19 10 0,-16-23 0,9 6 0</inkml:trace>
  <inkml:trace contextRef="#ctx0" brushRef="#br1" timeOffset="220037">9415 9129 25634,'-49'11'17,"1"1"0,6-9 0,10 7-17,23 21 0,9 8-1083,1 13 0,3 3 934,1 0 0,1 1-247,-1-13 1,-1 3 0,2 0-106,2 3 1,1 2 0,-1-2-1321,4 13 1,-1 0-564,-2-13 0,-1 2 0,-6 1-49,-9 6 0,-6 1 1,-1-5 3513,3-4 0,-5-5 114,-15 9 1,-7-12 3101,-17-21 256,-6-27-2956,7-21-1065,13-15 33,33-5 1,9-3 149,6-5-505,4-1 0,6 0 31,2 18 1,2 1-158,7-8 0,4 0-51,-5 12 1,2 1 0,0 1-26,9-6 1,1 2-6,-2 3 0,0 2 1303,-3 6 1,-2 1-1638,17-10-456,-21 14 1,-1-1 786,24-18 0,-27 19 0,-4 2 0</inkml:trace>
  <inkml:trace contextRef="#ctx0" brushRef="#br1" timeOffset="224200">10505 9167 19854,'-16'-28'1036,"-2"6"-812,-1 22-62,-6 2-50,-10 2-17,-6 4 51,-15 2-90,13-2-34,5 0 29,18-4-40,14-1 0,0 1 6,5 0 22,0 3 45,1 3 34,0 3 84,0 6 22,0 6 6,0 7 100,-4 22-240,-1-13-23,-2-7 0,-2 2-431,-9 21 380,7-20 1,-1 0-6,1-2 1,1 0 21,-3 25-10,11-12 22,15-12 5,13-10 34,23-7-73,-11-9-59,-4-7 1,1-4-776,9-6-768,8-2 1591,3-12 0,-36 14 0,9-5 0</inkml:trace>
  <inkml:trace contextRef="#ctx0" brushRef="#br1" timeOffset="224762">11094 9289 8875,'0'-8'9007,"0"0"-6738,0 8-169,0 0-1876,-20-50-89,6 38-6,-22-31 33,-5 71-89,-3 13-295,21-18 0,-1 2 247,-1 5 1,1 2-1604,3 2 0,2 2 1586,2-1 1,1 1 2,2 2 0,6 0-117,12 11 123,7-17 16,24-6-21,9-12-68,-5-7 0,4-1-202,-4-2 1,1-1-477,8-3 0,-1 0-1220,13-3 1954,-22-1 0,-4-1 0,-10 2 0,9-2 0</inkml:trace>
  <inkml:trace contextRef="#ctx0" brushRef="#br1" timeOffset="224970">11558 9563 22895,'-7'40'-572,"0"0"1,1-4 0,-1-3-2762,-5 0 1918,-1-5 0,10-21 0,1-2 0</inkml:trace>
  <inkml:trace contextRef="#ctx0" brushRef="#br1" timeOffset="225272">11876 9352 25399,'1'-54'90,"-2"23"-85,-5 67-44,1 12 6,2-5-242,3-8 0,0 2-1007,5 13-122,-3-15 1,1 1-5491,4 12 6894,-3-14 0,-2-16 0,-2-9 0</inkml:trace>
  <inkml:trace contextRef="#ctx0" brushRef="#br1" timeOffset="225598">11941 9420 20515,'-20'-52'782,"0"1"0,2 4 1,8 8-414,17 15-77,8 4-52,8 4-27,8 5-84,6 3-56,5 5-23,5 7-22,2 9-17,1 13-16,-12 0 19,-11 1 0,-3 3-298,0 16 273,-7-11 0,-6 1-11,-14 21-1,-9-12-42,-10-15 1,-6-3-104,-19 9 0,11-13 0,-2-1-143,5-7 1,1-2-399,1-3 0,1-2-7356,-24 2 8065,15-6 0,18-4 0,12-2 0</inkml:trace>
  <inkml:trace contextRef="#ctx0" brushRef="#br1" timeOffset="226319">12431 9113 21282,'52'-19'216,"0"1"1,-2 1-1,-3 3-59,15 5-33,-5 3-23,-10 2-17,-13 3-11,-14 3 39,-11 2 56,-6 4 22,-6 6-44,-4 6-45,-2 5-40,-1 5-10,3 7 16,3 4 0,5 4-22,6 3 5,6 1-27,6 1-1,-1 0 6,-3-1-6,-10-2 29,-15-5-18,-11-6-21,-13-5-18,-7-6-151,-1-6-649,0-7-2896,3-6 3702,8-4 0,12-2 0,9 0 0</inkml:trace>
  <inkml:trace contextRef="#ctx0" brushRef="#br1" timeOffset="227130">13140 8932 20283,'-17'-28'87,"0"-1"0,-9-14 1502,40 49-1516,18 12-3138,9 6 3076,-11-5 1,0 0-1,15 11 265,-14-7 0,-1 2-274,-6-3 1,-1 4-11,7 16 0,-2 2 8,-10-13 0,-4 1-3,-6 29 0,-9-2-53,-15-2-93,-7-4 1,-6-1-241,1-19 0,-3-4-1609,-1-1 0,-2 1 0,2-3 1998,-6 3 0,3-4 0,3-2 0,4-5 0,7-4 0</inkml:trace>
  <inkml:trace contextRef="#ctx0" brushRef="#br1" timeOffset="227930">13911 8995 21411,'-47'-20'547,"0"1"0,8 1 0,5 6-306,5 16-163,17 1-5,-3 6-17,9 1-28,4-3 123,3 5-83,4-7 139,22 7-140,7-7-39,3-2 0,2 0-6,14-2-5,-12-1 0,0 0 5,5-1-10,-4 0-7,-11 3 29,-23 2 11,-7 5-3404,-15 5 3376,-4-2-11,-30 15 17,21-13 10,-6 3 1,1 0-17,0 6-17,-6 3 22,17 1-11,15-13 0,3 7-27,12-10 3403,6-3-3371,2-3 50,9-3-21,5-3-28,-2 0-11,-2 0 5,-16 1 17,-7 4-11,-6 3-29,-7 5 40,-8 5-16,-9 2-7,-4 5 12,0 3 28,-2 15-34,15-12 6,1 8 22,20-19-33,4-4 33,8-5 56,4-3-45,4-4-100,7-3-689,7-2-4706,7-2 5445,-4 1 0,-14-1 0,-12 0 0</inkml:trace>
  <inkml:trace contextRef="#ctx0" brushRef="#br2" timeOffset="238179">7187 10968 14773,'0'-8'6929,"0"1"-6333,-9-25 1,-4-6 193,1 11-513,-2-14 0,0 4 31,2 24-246,6 8-84,2 13 16,3 11-67,0 17-196,1 15-2592,3-12 0,1-1 11,2 18 2850,4-13 0,2-3 0,-5-17 0,7 10 0</inkml:trace>
  <inkml:trace contextRef="#ctx0" brushRef="#br2" timeOffset="238563">7442 10609 12017,'-3'-5'7813,"1"1"-5308,2 4-2466,-44-28 59,30 33-98,-31-12 53,43 29-42,5 7 141,5-12-124,5 0 28,7-7 151,7-11 68,-5-9-96,-2-4 263,-8-11 40,-8 4-140,-6-8-79,-7 4 22,-13 1-229,4 11-5,-9 0-57,11 11-33,-1 1-140,3 14-213,7 5-17,2 6-1545,6 10-6359,10-2 7465,2 2 0,-5-17 0,-4-11 0</inkml:trace>
  <inkml:trace contextRef="#ctx0" brushRef="#br2" timeOffset="238778">7859 10528 19171,'0'-3'4956,"0"0"-3740,0 3-1188,-54 6-51,40 51-8,-12-21 1,1 5-1195,22 2 1,10 7 0,-1-2 1064,0 9 1,2 0-349,0-4 0,2 3 0,0 2-1865,-3-12 0,1 2 0,-1 0 0,-1-2 429,2 7 1,-1-1 0,-1 1 1943,-1-3 0,-1 4 0,-1-5 0,-1-12 0,0-3 0,-2-7 0</inkml:trace>
  <inkml:trace contextRef="#ctx0" brushRef="#br2" timeOffset="238930">7502 12054 17536,'-10'-59'830,"0"1"0,0 0 0,4 2 1,0 1-1,7 2-694,6 3 0,6 1 1,0 4-107,1-3 1,3 2-7,0 7 1,3-1-1,0 5-535,3 2 0,0 3 469,8-7 0,1 1-124,2 2 1,0 3-40,-8 8 1,1 1-1070,5-3 0,1 0 1262,-4 4 0,-2 1 1,11-9-1,-5 5 0</inkml:trace>
  <inkml:trace contextRef="#ctx0" brushRef="#br2" timeOffset="239405">8499 10561 19988,'5'-52'1456,"1"0"0,-2 8 1,-2 5-824,-8 5-409,0 16 40,-5 10-197,-3 18 0,-3 11-5,-8 25-37,12-14 0,-1 2-1699,-1 7 1,-1 4 1681,0 5 1,1 2-9,0 5 0,2 1-143,2 1 0,3 1 91,7-15 0,2 1 0,1-4-254,1 2 0,3-2 196,3 1 1,7-3-589,10-12 1,5-5-407,-3-7 1,4-2-2717,14 3 1,2-5 3819,-11-11 0,-3-3 0,13-4 0,-22-2 0</inkml:trace>
  <inkml:trace contextRef="#ctx0" brushRef="#br2" timeOffset="240554">8965 10871 23931,'15'-45'497,"1"-1"0,-1 5 0,-8 9-262,-15 22-101,-5 4-72,-5 10-51,-18 24-17,8 5 12,7-6 0,3 2-34,-4 23-110,12-16 1,2 0-82,-1 15-170,7-16 0,7-1-2222,25 7 1116,-2-9-577,0-18 0,3-6-6334,17-11 6790,-17-2 0,1-5 1440,0-3 0,-1-3 762,-1-4 0,-1-3 946,-3-2 0,-2-2 224,-2-3 0,-2 0-309,-2-3 1,-2 0-395,0-1 0,0 0-399,-2 0 1,0 1-98,-1 1 0,-1 2 267,7-24-1983,-3 3 1400,-8 22 2184,-4 3-2235,-2 20 293,-2 5-455,1 5 229,0 14-246,1 7 6,0 15-17,0 11 1476,-2-20 1,-1 2-1503,-2 4 1,0 1-14,0 2 0,-2 1 25,1-2 0,-1-1 14,1-5 0,1-2 11,0 12 34,2-21-23,2-17 12,4-18 27,6-12 441,7-14-424,7-6-33,5-3-12,-4 12 29,17-9-28,-14 21-6,12-4-40,-12 19 1,-4 7 11,-2 12 0,1 7 11,-3 11-134,-2 14 28,-9-12-213,-2 14-230,-6-17 51,3 5 67,3-5 5,5-8 264,4-9 190,2-14 107,3-10 83,0-9 51,1-4 23,-4 1 5,-5 3-22,-6 7-101,-3 7-79,-4 5-55,-1 4-35,-2 4 7,-1 2-29,0 4 1,1 1 27,5 0-28,2 0-5,8-5 6,5-3 16,7-7 0,3-7-28,3-8 45,-1-7 39,-5-5 96,-5-11-85,-8 12 96,-5-9 22,-6 19 5,-4-3-21,-2 9-40,-6 5-68,-3 6-38,-2 7-28,-1 7-6,0 9 33,1 8-55,3 5-1,6 6-122,3 2-499,9 2-1205,5 1-2094,12-2 3095,14-2 0,-15-19 0,3-5 0</inkml:trace>
  <inkml:trace contextRef="#ctx0" brushRef="#br2" timeOffset="241079">10607 10872 26256,'-21'-37'222,"0"1"0,2 4 0,-3 12-5820,-21 43 5598,14-2-514,7 6 1,2 2 518,3 2 517,2 1 0,2 3-684,2 12-902,10-14 0,2-1 712,5 8 871,24-2-1757,3-28-206,16-4-243,5-14-217,4-13 2048,-27 6 0,-2-4-609,0-3 0,-1-3 398,0-3 0,-2-3 349,0-2 1,-3-2 431,0-1 0,-1-1 333,-2 2 1,-2 0 55,-2 3 1,-3 1 644,6-21-572,-10 7-375,-6 7-241,-5 4 67,-1 1-358,-1 9-151,1 5 3360,1 8-3327,2 7-33,-1 0-74,1 3 383,-2 9-410,2 7-3398,-5 31 3387,2-9 2,-1-1 1,-1 2-229,-5 24 211,2-12 1,0 0-12,3-14 1,-1-1-110,-1 12 0,1-1-700,-1 9 84,4-23 1,1 1-7966,-1 23 8162,2-15 1,1-18-1,0-13 1</inkml:trace>
  <inkml:trace contextRef="#ctx0" brushRef="#br2" timeOffset="241362">11238 10700 20470,'-2'-5'4229,"0"2"-2370,2 3-1763,-64-15 16,27 28-96,-3-15 1,-2 4 5,15 17 1,3 5 50,-20 17 33,14-8 1,2 1-79,-2 6 56,9 11-23,30-35 34,17 9-61,14-7-23,-4-5 0,4 0-47,-2-4 0,-1 0-173,2-1 0,-1-1-80,2-2 1,-2-1-1353,25-2 991,-20-2 1,-2 1 0,3-2 0,-5-1 0</inkml:trace>
  <inkml:trace contextRef="#ctx0" brushRef="#br2" timeOffset="242313">11563 10697 16728,'27'-36'1291,"-1"0"0,1 0 0,5-8 0,-3 4 328,2-11-818,-19 22-129,1-9-150,-15 16 256,-32 18-711,7 16-36,-3 9 0,1 5-20,2 13-20,3 2 1,3 1 3,4-1 10,4-10 1,2 3-43,4-1 1,4 0-473,3 22 268,2-16 0,4-2-28,10 6-549,19 1-509,3-21-57,21-2 1244,-19-15 232,-7-17 1,-1-7 350,-2-12 327,2-10 0,-1-2-120,-4-6-194,-9 14 0,-2 2 82,-4 3-112,-6 7 235,-2 8-493,-3 7-135,-1 7 6,-1 11-27,0 8-35,0 10 18,4 5-23,5 1-73,8-4-34,10-8 79,8-9 62,5-8 0,2-14 38,-1-9 52,-4-10 27,-6-5 39,-5 0 29,-7 3 49,-5 6 18,-5 6-68,-5 9 29,-4 11-163,-7 10 0,-6 16-79,-7 11 12,-4 10-451,0 7 400,14-23 1,0 0-158,-4 22-1114,9-3 0,2 1-3583,2-17 1,1 0 3630,-1 7 1,2-2-1,1-3 1,-1-28-1</inkml:trace>
  <inkml:trace contextRef="#ctx0" brushRef="#br2" timeOffset="243337">12738 10709 22856,'7'-47'1004,"1"0"1,-2 5 0,-4 7-529,-11 12-152,-7 10-116,-6 6-85,-4 8-22,-3 11-34,-1 9-34,1 10-10,3 12-12,5 6-28,4 9-242,10-27 0,3 0 116,0 1 0,2 0-585,7 32-368,10-10 356,13-11 208,9-16 191,5-14 302,-9-11 296,13-18 146,-15-3 101,11-11 51,-14 4 441,-9 4-458,-8 7-26,-6 6-64,-13 9-314,2 4-72,-5 5-17,6 3-6,6-2-17,8-1 1,9-4-12,12-6 23,9-9-12,7-8-11,3-12-646,0-8 646,-25 14 0,-3-2 11,1-4 1,-3-2-9,-2-3 0,-1-2-129,-3-1 0,-2-1 143,-3 0 0,-2 1-6,-1 1 0,-3 2 57,-4-28 66,-3 10 35,-3 13 4,0 12-60,3 12-74,0 9-39,2 8 618,-1 9-617,-3 14 263,-2 17-275,-1 17-14,4-24 0,0 2-244,1 4 0,1 0 140,1 1 1,1 1-351,6 7 1,1-1-9,4 13-31,4-23 0,1-5 98,3-10-336,17 4 571,-8-21 202,12-10 140,-6-15 129,-1-10 67,-1-5 34,-3-3 477,-4 2-393,-3 6 27,-5 7-94,-7 9-191,-5 6-118,-2 5-78,-1 3-22,2 6 16,6 5-16,5 4 5,8 1-11,7-4-11,5-5 16,2-8-10,-2-10 38,-3-11 6,-4-9-39,-6-9 28,-6-4 17,-7 2 11,-6 6-5,-8 10-12,-6 9 22,-8 9-5,-6 7 28,-6 12-11,-3 11-54,13-1 1,2 3-8,-9 11 7,12-6 1,3 1-3,5 12-51,4 12-95,15-3-347,10-5-896,14-7-2638,8-10 4010,-2-10 0,-13-10 0,-12-7 0</inkml:trace>
  <inkml:trace contextRef="#ctx0" brushRef="#br2" timeOffset="243637">14258 10337 20974,'0'-8'4890,"0"1"-4465,6-24 1,3-5 162,-5 13-373,5-14 1,-2 4 42,-8 27-112,-5 11 44,-8 13-61,-8 20-82,7-11 1,0 3-189,-1 5 0,2 4 158,-2 14 1,3 0-329,4-15 0,2 0 311,0 16 0,4 1 0,5-19 0,5 0-1740,7 18 0,3 0 1496,-3-17 1,2-2-858,12 11 1,4-3 690,-8-20 0,0-4 0,10 13 0,-6-12 0</inkml:trace>
  <inkml:trace contextRef="#ctx0" brushRef="#br2" timeOffset="245712">11125 9871 17238,'-62'-2'2016,"-1"0"1,6 1-1,6 1-1596,3 4-252,13 2-145,15 0 16,17 2-5,18-1 10,16-1-21,18-3 27,10-2-44,-9-3-6,-11 0 0,-2-1 0,0-2-12,1 0 1,-2 0 11,-5-1 40,4-3-18,-22 5 12,-9 0-29,-11 2 23,-10 0-11,-14 2-11,-14 4 22,-14 3-254,25-2 0,-2 1 229,-2 1 0,-1 1 8,1 0 0,0 0-3,4 0 1,2 1-15,-17 5 12,21-4 33,18-3 6,24-3-34,-1-2-5,25-5-12,3-3-11,17-5 8,-24 5 1,0-1 2,3-1 1,0 0 49,-1 0 0,-1 0-39,-2 0 1,-3 1 22,15-3-6,-21 5-22,-23 3 0,-22 5-5,-21 2 10,-19 5-308,24-4 1,-2 1 319,-3 0 0,0 1 8,-1 0 0,2-1-8,9-2 0,1 1 207,-3 0 0,3 0-191,5-2-16,-1 1 5,26-4 12,15-1-28,3-2 16,37-6 0,0-3-27,-13 3 0,2 0 11,-4-1 0,0 1-6,-2 0 0,-1 1 0,17-5 16,-5 2 35,-33 6-23,-5 0-17,-24 5 17,-11 2-6,-6 2-106,-1 2-28,13-3 241,5 2-1983,19-4 1854,12 0 0,-7-1 0,5-1 0</inkml:trace>
  <inkml:trace contextRef="#ctx0" brushRef="#br2" timeOffset="248050">14879 10385 23769,'1'-33'431,"-1"-1"0,-9-12-285,-21 62 0,-13 15-79,18-10 0,-1 3-339,-2 3 1,1 2 327,1 0 0,2 2-3,3-1 0,3 1 43,-4 25 25,20-6-81,19-6-12,17-7-17,15-7-45,-20-17 1,3-4-272,3-1 0,1-2-129,4-3 0,0-2-1100,2-4 1,0-3-2766,2-3 1,-1-2 4298,-5-1 0,-2-1 0,9-5 0,-20 7 0</inkml:trace>
  <inkml:trace contextRef="#ctx0" brushRef="#br2" timeOffset="249152">15673 10653 25175,'17'-4'-84,"-4"12"-135,-13 25-1360,-7 16 1579,-9-1 0,6-16 0,-3-1 0</inkml:trace>
  <inkml:trace contextRef="#ctx0" brushRef="#br2" timeOffset="249775">15949 10475 18386,'1'-9'2904,"0"-26"1,0-4-1976,-1 11-643,1-12 0,0 4 5,-1 23-218,-1 7 5,-1 11-50,2 10 0,-2 15-22,3 15 0,5 10 5,6 5-11,2-12-17,3-15 0,3-3 6,10 7 22,14 6 6,-12-25 56,-2-19-28,-13-7 33,4-20 12,-8-4-6,2-15-42,-6 14 0,-1 0-42,3-15 5,2-6-10,0 18-107,-5 14-219,3-1-391,-4 18-696,1 13-2273,4 5 3691,6 15 0,-7-13 0,0 2 0</inkml:trace>
  <inkml:trace contextRef="#ctx0" brushRef="#br2" timeOffset="249954">16606 10535 19580,'7'-7'4480,"-2"2"-4105,-5 5 62,0 0-1294,-7 82-302,5-53-580,-2 19 0,-1-2 1739,2-24 0,1-10 0,0-1 0</inkml:trace>
  <inkml:trace contextRef="#ctx0" brushRef="#br2" timeOffset="250557">17110 10379 25998,'4'41'32,"1"0"0,-2-2 0,0-2-32,-3 18 0,-5-4 0,-5-9 16,-5-10 29,-2-11-28,3-12 11,6-15-6,5-13 1,9-16 10,5-13-8,-2 17 1,1-1-113,2-6 0,0-1 123,2-6 1,-1 0 19,2-2 0,-1 1-282,0 1 0,0 2 284,-1 5 1,0 2 31,11-19-51,1 17 0,2 16-16,4 11-18,2 11 261,0 13-272,-4 13 579,-7 14-567,-18-8 0,-4 2-421,-4 16 403,-9-11 1,-5 0-11,-1-11 0,-3-2 22,-5 5 0,-2-1 11,1-4 0,0-3-59,-21 12 81,11-14 12,12-10-11,12-7-6,9-3-34,6-1 435,6 0-429,9 1 57,11 0-74,13 0-123,11 0-230,11 0-189,-27-1 0,0 1-239,1-1 0,1 1-2798,2 0 0,-1-1 3596,-4 0 0,-3 0 0,11 0 0,-19 0 0</inkml:trace>
  <inkml:trace contextRef="#ctx0" brushRef="#br2" timeOffset="250918">18085 10207 17624,'-1'-5'6291,"-1"1"-4353,2 4-1837,-57-52-51,34 45-28,-12-17 1,2 7 10,16 35-16,3 3-6,7 2 6,4 2 6,9 2-12,6 3 0,10 4-5,8 3-1,4 4-10,0-1-1,-5-2 6,-9-3-11,-11-6 16,-15-3 7,-11-3-24,-15-4-44,-5-2-156,-4-5-618,1-5-2984,5-6 3814,9-6 0,11 2 0,9-1 0</inkml:trace>
  <inkml:trace contextRef="#ctx0" brushRef="#br2" timeOffset="251399">18280 9993 25791,'-6'-38'613,"0"-1"1,-4-21-452,18 58-44,8 9-6,14 9-17,13 16-79,-17-10 1,1 4-467,3 5 0,-1 2 458,1 5 1,-2 4-24,-8-5 0,-1 3 0,-3 1-61,1 15 1,-4 1-7,-3-1 1,-7 1-339,-11-2 0,-11-2-1398,-13-5 1,-6-3-1124,9-6 1,-3-2 2940,-13 4 0,4-8 0,13-15 0,3-4 0</inkml:trace>
  <inkml:trace contextRef="#ctx0" brushRef="#br2" timeOffset="253188">18732 9821 24441,'-4'-42'476,"-2"18"-431,3 44 22,-2 19-5,6 3-1,9 19-2165,3-16 1,3 1 2103,1-3 0,2-1 3,0 1 0,0-1 241,1 0 1,-2-1-248,-6-8 1,-1 0-7,1 7 1,-4 1-20,-6-3 0,-7 0-1433,-20 13 0,-8-3 1206,13-19 0,-2-1-160,-15 9 1,-2-4-5176,-9-1 5590,11-10 0,6-3 0,16-11 0</inkml:trace>
  <inkml:trace contextRef="#ctx0" brushRef="#br2" timeOffset="253863">19406 9948 14594,'0'-4'8363,"0"1"-7758,0 3-152,-72-20-234,40 28-177,-11-11 0,4 5-20,23 31-5,13-8 22,17-2 40,26-8-68,-5-3-17,4-5 1,2 0-283,8 1 294,9 0 22,-22 1 50,-23 1-39,-5-1 85,-28 12-57,-9-5 0,-17 11-45,11-9 57,-10 13-46,16-7-10,0 6-29,14-10 327,14-5-310,4-7 23,6 3 5,6-5 12,11 2-23,-2-3-12,3 1-16,-10-3 12,-4 5 16,-9 1 11,-4 8-17,-8 3 12,-9 5-34,0-4 40,-18 15-1,15-16 47,-5 2 1,-1 2 48,-3 3-79,-8 7 33,12-3-49,16-13-7,5 4 18,17-11-12,14-5-39,14-4-107,11-5-117,-6 0-1277,13-5 1501,-8 2 0,-16 1 0,-6 2 0</inkml:trace>
  <inkml:trace contextRef="#ctx0" brushRef="#br2" timeOffset="256622">20006 10024 24979,'9'-60'218,"2"26"-168,1 76-27,2 17-686,-7-23 0,0 2 598,-1 4 1,-1 2-300,-1 2 0,-1 2-680,-1 0 0,-1 0-1428,0-2 1,-1-1-1862,-2-6 1,-3-1 1191,-7 21 3141,-9-21 0,-4-19 543,1-22 4252,2-16-964,5-15-96,5-6-1533,0 1-696,4 4-425,0 4-381,4 4-308,5 0-212,8 1-102,10 0-56,13 1-61,9-1-106,11 0-151,-23 12 1,0 2 77,1 0 0,0 0-192,24-7 203,-16 5 162,-17 4 101,-15 4 134,-12 0 153,-3 0 133,-3-2 338,4 0-316,3-2-38,3 0-85,6-1-123,4 1-107,6 2-83,6 3-28,3 8-40,-4 4 6,14 23 17,-12 0-62,8 20-56,-14-2-5,-11 2 95,-17 3 27,1-20 52,-11-3 38,10-24 12,1-8-1,6-13 18,8-13-23,11-11-28,10-5-17,13 0-50,6 6 28,4 8-39,-1 8-6,-2 6-6,-3 6-39,-2 2-5,-3 2-90,-6 2 0,-8 2 100,-9 1 74,-7 1-11,-4-1 72,-1 1-28,-3 0 0,-2 0 34,-2 0-67,0 1-12,2 2 23,1 5-3398,2 9 3370,1-3-17,6 11-6,5-6 17,7 4 17,14-1-16,8-9-18,2-6 45,-3-14 28,-13-11 3449,-7-9-3388,-4-6 1,-6-2 39,-2 1-17,-3 5-11,-2 7-78,-2 8-73,0 6 0,0 5-90,0 3-297,2 5-913,3 4-2744,3 8 4055,6 4 0,-6-9 0,0-1 0</inkml:trace>
  <inkml:trace contextRef="#ctx0" brushRef="#br2" timeOffset="256962">21141 10186 26138,'34'-7'129,"3"-2"-106,0-2 27,0-5 40,4-8-68,-16 5 68,1-10 44,-18 11 79,-2-4-12,-6 7-77,-8 4-24,-3 5-44,-5 3 6,-3 7 11,0 2-40,0 7-27,1 5 5,4 4 28,3 5-33,6 3-40,5 3-50,8 0-380,8 2-2673,18 3-6694,-2-11 8893,1-5 0,-17-15 0,-11-6 0</inkml:trace>
  <inkml:trace contextRef="#ctx0" brushRef="#br2" timeOffset="257730">21626 9814 14874,'-3'-2'7501,"0"0"-5435,3 2-1668,46-41-314,-23 29-20,11-11 0,2 3-30,-10 17 28,15 0-23,-15 7-17,-5 0 96,-12 11 0,-16 0 16,-8 8-78,0-6 101,-14 9-123,14-11-23,-5 4 11,13-1-10,4-9-1,1 7 22,2-4-21,0 1 27,2 6-17,2-5 29,6 0-29,0-8 6,11-2-6,5-2-27,21 1-6,-12 1-17,19 11 28,-37-5 44,6 13 12,-33-3-50,-22 15 8,8-15 0,-2 1-11,-1 0 0,1 0-15,-15 12 35,17-6-12,13-7 17,3 4-11,6 1 28,7 3-34,3 4-6,2-4 1,9 19-51,-1-11 68,11 17 10,2-9-44,1 0 0,-9-12-12,-8 0-38,-20-12-886,-26 2-7259,-15-10 8206,-13-5 0,25-7 0,14-2 0</inkml:trace>
  <inkml:trace contextRef="#ctx0" brushRef="#br2" timeOffset="262103">14939 11042 18543,'10'-13'505,"10"2"-405,8 11 12,17 0-84,-9 0 0,-1 1 34,-21-1 168,-9 4 22,-16 0-68,-12 4-4,-17 1-15,7-2 0,-1-1-31,-15 3 56,12-3 1,1 0 229,-6 1-84,2-1-95,15-2-67,16-3-28,9 0-51,11-3-67,12-3-6,18-2 6,15-5-25,-16 5 0,2 0-195,-7 1 0,-1 0 197,-1 1 1,-2 0 50,7 0 17,-25 4-23,-11-1-11,-31 5-22,1-1 50,-33 5 51,9-1-32,19-1 1,-1-1 165,-28 4-28,15-1-67,21-4 267,22-1-419,31-6-403,9 1 1,5-1-514,-9 0 1,3 0 344,8 1 1,5-1 0,-8 0 0,2 1 0,19-1-1</inkml:trace>
  <inkml:trace contextRef="#ctx0" brushRef="#br2" timeOffset="273871">10344 11762 17568,'2'-56'1803,"0"0"1,1 10 0,-1 7-1479,0 9 213,-1 18-437,0 10-34,-1 12 11,0 14-44,0 4-6,-1 5 0,-1 2-11,-1 5-1,-1 10 1,0 2-468,1 10 456,1-19 1,0 0-6,4 5 28,2 1 84,-1-29 185,1 1-28,-3-23-168,-1-13 5,0-13 452,0-13-502,-2 1 0,1-1-28,-1-10-11,1 14 0,-1 1 56,2-4 11,0 3-51,0 3 40,0-1-51,0 20-16,1-1 5,0 14-5,3 8-6,0 3 5,6 30-5,-3-1-11,4 24-247,-4-5 253,0-3-1,-3-8 23,0-16 33,-1-7 281,-2-21-281,-5-8 12,-2-19-23,-4-11-17,-2-12 23,1-8-28,2-1 0,5 5 11,2 14 218,2 14-246,0 15 0,2 11-5,3 11-1,3 10-11,3 11-5,1 7-28,-1 6-90,1 3-236,-5 4-408,-3 2-213,-10-1 129,-7-4 409,-11-7 380,-6-13-3156,-11-16 3325,12-13-1362,-12-18 1574,13-5-1522,-13-17 1416,13 12 185,-5-10-23,15 15 1714,0 0-1865,4 7 1334,6 6-1485,0 7 3347,5 9-3391,-2 8 4,2 11-32,5 6 21,7 4 18,7 0-12,10-5 11,9-6-5,7-9 17,7-8 5,4-10 17,0-9 17,-1-9-57,-3-6 18,-1-1 11,-2 2-17,-5 5-6,-8 7-22,-13 6 0,-10 4 11,-6 2 6,-4 3 28,-1 2-23,-4 5 12,-7 4 0,-12 6 10,-21 14-38,7-9-3,7-5 0,-1-1 8,-15 5 11,-11 1 29,5-10 21,9-9-21,9-14-12,9-11 28,8-20-39,5-11-5,6-8-12,4 12 17,6-4 22,-2 27-27,3-2-18,-4 18 6,1 9-5,-1 8 11,2 11-28,6 29-6,3-7-6,7 16 40,4-22-11,4-6 11,4-10 16,2-10 1,3-11 27,-1-13-21,3-8-7,1-9-22,-1 0-11,-3 4 0,-7 7-268,-7 7-1105,-8 6-5696,-6 9 7069,-8 4 0,2-1 0,-3-1 0</inkml:trace>
  <inkml:trace contextRef="#ctx0" brushRef="#br2" timeOffset="277211">8995 13062 13407,'0'-6'7522,"0"1"-6419,3-29 1,1-6-488,-2 14-406,2-16 0,-1 5-53,-2 30-28,0 4-84,2 19-6,-2 4 22,3 34-49,-2-15 21,-4 23-22,-2-20 17,-4 7-22,0-9 5,0-8 62,3-11 117,2-9 141,1-14-292,2-4 18,3-18 10,1-7-1710,0-1 0,1-2 1688,2-17-17,-2 7 0,1 0-117,0-2 142,0 2 0,2 0-3,5-12-36,-4 20 0,2 2-3,9-9 23,2 14-12,3 10-44,3 8 22,2 6 3323,1 10-3351,-3 9 215,-5 14-215,-10 14 11,-15 11 17,-6-23 0,-4 1-169,-4 2 1,-3-2 170,-3 0 1,-2-2 0,2-2 0,-1-2 25,-18 10 50,12-15 1,12-12-18,8-10-27,7-2-34,5 0 343,6 2-343,8 1 5,9 5 1,9 1-17,10 4-51,9 0-70,-23-4 1,1-2-480,2 1 0,1-2-293,0 1 0,1-2-1183,-1-1 1,0-2 2086,3-4 0,-3 0 0,3-1 0,-5-4 0</inkml:trace>
  <inkml:trace contextRef="#ctx0" brushRef="#br2" timeOffset="277563">9870 12732 17888,'0'-3'5562,"0"0"-4918,0 3-202,-60-38-128,29 28-216,-7-10 0,-1 4-9,12 22-49,7 4-1,9 6-17,5 6-5,5 5 0,6 3-12,7 2-5,10-1 6,10-1 0,6-1-6,5-3 5,-2-3 23,-4-3-22,-9-1-1,-12-2 18,-9 0-6,-13 0-12,-10 0 1,-11 0-1,-7 0-16,-6-2-95,1-2-432,3-4-1584,9-3 2122,12-4 0,9-1 0,6-1 0</inkml:trace>
  <inkml:trace contextRef="#ctx0" brushRef="#br2" timeOffset="277813">10246 12773 24962,'38'-22'-848,"1"0"1,6 1-1,-3 7-1392,0 10 2240,-8 6 0,-4 0 0,-11-1 0,5 4 0</inkml:trace>
  <inkml:trace contextRef="#ctx0" brushRef="#br2" timeOffset="277988">10360 12939 20783,'-6'3'4313,"1"0"-2985,5-3-1194,-23 23-122,25-18-180,-4 12-903,39-27-2446,16-7 3517,-21 7 0,-2-1 0,5 0 0,-4 0 0</inkml:trace>
  <inkml:trace contextRef="#ctx0" brushRef="#br2" timeOffset="278912">11222 12573 15261,'4'-4'6234,"-1"1"-3366,-3 3-2560,24-43-4274,-37 34 4050,25-33 971,-58 49-1016,23-2 6,-23 7 0,14-3 17,-7 3-28,3-2 22,2-2-23,14-3 51,2-2 3437,11-2-3403,2-1-40,3 0-22,1 0-28,2 3-22,2 5-3398,2 16 3386,-2-4-2245,1 31 2267,-4-23-49,-3 31 55,-4-14-11,1-7 1,0 1 2,1-6 0,0 0-14,0 4 0,2-1 0,4 12 0,5-16 5,4-10 2230,17-7-2240,4-8-46,0-6 1,2-2-124,9-7-440,-8-1 1,0-4-5682,16-10 6295,6-4 0,-21 10 0,-16 7 0</inkml:trace>
  <inkml:trace contextRef="#ctx0" brushRef="#br2" timeOffset="280078">11567 12937 16376,'1'-9'3136,"2"-27"1,1-6-2532,-3 12-367,2-12 0,1 0 731,-4 9-577,0 14-252,0 0-107,0 18-10,1 14 10,1 12-5,1 16-247,2 12 235,-2 8-16,-2-29 0,0 1 0,0 30 12,0-8-6,-1-18 84,0-7 117,0-21-6,-2-2-100,1-20-22,-1-14-18,1-19-16,4-18-293,-1 26 1,1-2 264,2-5 0,1 0 8,1-2 0,1 2-17,-2 9 1,1 1-75,3-6 0,1 3 83,5 2 5,5-8-16,-3 29-1,2 8-10,-2 8 740,17 14-741,-9 7 140,14 17-154,-21-11 1,-2 4-68,-1 5 0,-2 2-466,1 1 1,-2 0 92,-3 1 1,-1-1-362,-3-8 1,-1-1-2854,2 25 3674,-4-7 0,-1-23 0,-2-8 0</inkml:trace>
  <inkml:trace contextRef="#ctx0" brushRef="#br2" timeOffset="280284">11700 12930 12225,'-3'-4'9482,"1"2"-6994,2 2-2388,15-61-55,7 41-51,-2-14 1,3 2-135,30 21-3028,-13 5 1,0 2 999,18-3 2168,-11 4 0,-5 1 0,-16 1 0,10 1 0</inkml:trace>
  <inkml:trace contextRef="#ctx0" brushRef="#br2" timeOffset="280466">12331 12829 16824,'0'5'5679,"0"-2"-4077,0-3-1484,4 50-90,-3-20-126,0 5 0,-1 1-1028,-1 1-3535,-4-4 3813,2-7 0,1-15 0,2-7 0</inkml:trace>
  <inkml:trace contextRef="#ctx0" brushRef="#br2" timeOffset="281158">12673 12623 24659,'17'18'314,"-1"7"-252,-10 17-1,-3 2 1,-5 0 83,-12 7-100,0-18 68,-6 1 21,8-25 1,4-9-40,4-13-45,2-11-11,4-13 1,4-14 32,6-12-36,-6 28 1,2 0 10,-1-1 1,2 0-73,-1 2 0,1 2 182,8-26-56,2 9-1,10 5-83,-10 17 17,16 0-17,-7 16 5,9 2-22,4 8-28,0 11 17,-2 10 224,-9 13-225,-11 8 12,-11-6 12,-23 25-18,-4-21 6,-7 9 17,-9-6-12,17-25 7,-19 9 32,19-21 18,-6-7-17,12-9-6,4-7-5,6 0-18,5 1-4,3 4 4,7 3 1,6 2-50,6 3 21,10 2 29,7 1-28,11 3 5,4 4 1,1 6-18,-11 8-10,-15 6 5,-18 7 0,-21 3-51,-15 4-44,-18-1-95,-8-2-241,-4-7-4004,2-8 2027,6-9 2436,8-12 0,17-1 0,7-3 0</inkml:trace>
  <inkml:trace contextRef="#ctx0" brushRef="#br2" timeOffset="281401">13434 12673 16829,'0'8'5893,"0"-2"-5260,0-6-23,0 0-644,-15 58-901,10-36 260,-4 11 0,1-3-2361,6-18 3036,0-3 0,1-4 0,0-1 0</inkml:trace>
  <inkml:trace contextRef="#ctx0" brushRef="#br2" timeOffset="281749">13999 12447 26015,'-30'-19'185,"0"0"0,-10 9 0,2 12-85,-4 32-80,16-13 0,0 0 13,-14 27-672,21-8 662,3 11 213,20 7-236,4-18-31,9-12 0,6-3-288,14 1-379,0-9 1,2-2-143,10-2-740,-15-8 1,0-3 1579,9-13 0,-15 7 0,-4-7 0</inkml:trace>
  <inkml:trace contextRef="#ctx0" brushRef="#br2" timeOffset="282475">14286 12347 15283,'0'-3'7153,"0"1"-4862,0 2-2034,37-45-178,-24 32-9,10-12 0,2 2 25,-4 19-67,1 0 68,28-3-63,-12 3-10,17 0-7,-15 8 1,-18 0 17,-8 7 83,-16 9-21,-6 1-40,-6 14 0,-4-1-45,5 5-17,5 5 34,6 3 0,8 4-218,8 6 201,8 2-5,-9-30 0,1 1 16,9 23-16,-8-15 94,-9 11-10,-16-20-17,-10 11-12,-14-17-27,-5-8-23,-1-6 123,3-6-761,7-2-1552,6-1 2179,8-1 0,8 1 0,4 0 0</inkml:trace>
  <inkml:trace contextRef="#ctx0" brushRef="#br2" timeOffset="282701">15028 12783 24531,'-14'50'-2926,"-1"1"1,0-2-1,-1-8 2926,-7-10 0,7-10 0,8-11 0</inkml:trace>
  <inkml:trace contextRef="#ctx0" brushRef="#br2" timeOffset="283391">15301 12549 22795,'3'-43'798,"1"-1"1,-1 6 0,1 8-631,-2 22-94,1 8-1,0 12-1,2 13-27,1 17-6,4 11-27,-2-8 16,0-11 0,3-2-34,6 8 23,9 13 39,-1-24 17,-9-12 145,-2-9-16,-8-16-51,1-11-11,3-14 33,3-24-128,-2 15-26,-4 10 1,1 1-3,5-9-28,3-5-6,1 10-95,3 13-325,3 11-930,6 6-2352,6 9 3719,6 5 0,-18-2 0,-2 0 0</inkml:trace>
  <inkml:trace contextRef="#ctx0" brushRef="#br2" timeOffset="283617">16029 12420 25102,'32'-27'-120,"1"-1"1,-1 3-1,0 6-893,19 14-1346,-3 5-4239,-8 8 5535,-13 2 0,-13-1 1,-9-3-1</inkml:trace>
  <inkml:trace contextRef="#ctx0" brushRef="#br2" timeOffset="283776">16070 12634 20128,'-4'2'4811,"1"0"-4374,3-2-454,38-19-251,-1 4-399,0 0 1,3-2-2099,-6 6 0,0 0 2765,-2 1 0,-3 0 0,10-2 0,-17 5 0</inkml:trace>
  <inkml:trace contextRef="#ctx0" brushRef="#br2" timeOffset="284228">17224 12135 25018,'-30'-24'28,"-1"0"0,-1 2 0,1 9 11,-5 22-11,-19 6-23,23-5 1,-3 2-1488,-8 3 1,2 0 1481,-14 5 889,-4 4-884,44-16 499,2 1-487,10-2 33,10 2 6,2 2 1588,4 0-1582,1 4 0,-3 1-1,0 8 29,-5 12-23,-3 0-28,-5 1 34,-1 5 33,-2 12-61,0-9 14,1-3 0,1 1-1074,-1 9 1037,-1 10-98,4-12 110,0-17-6,5-1 45,12-10-51,10-14-33,6-8 720,21-14-3048,-14 1 0,0-2 2267,-3 2 1,-1 0 0,-2 1 0,-3 1 0,-5 1 0</inkml:trace>
  <inkml:trace contextRef="#ctx0" brushRef="#br2" timeOffset="284704">17588 12305 21125,'-2'-2'3624,"0"0"-2179,2 2-1277,10 3-56,-7 14 0,8 9-3397,-21 27 3307,3-14-168,-5-5 0,-2-2 163,1-4 0,-11 19-1,11-24 52,-1 1-18,7-13 3340,4-12-3367,6-14 517,3-14-512,3-13 6,2-16-406,-4 23 1,0-1 382,2-4 1,0-1 4,0 0 1,2 1-1571,0 4 0,0 3 1565,6-15-139,4 8 139,-10 26 6,16-3-1,-3 16 494,5 2-522,7 13 1,8 20 6,3 7 1465,-19-14 0,-2 1-1483,-5-2 1,-3 0-146,11 25-436,-14 1-836,-17-3-1730,-13-1 3224,-15-5 0,13-19 0,0-6 0</inkml:trace>
  <inkml:trace contextRef="#ctx0" brushRef="#br2" timeOffset="284893">17624 12459 19708,'-3'-4'4011,"1"1"-3261,2 3-772,55-61-163,-14 43 53,-5-15 1,3 3-1037,-1 24 0,0 6-3694,17-1-54,-17-1 1,-1 2 3544,4 0 1,-17 0-1,-18 1 1</inkml:trace>
  <inkml:trace contextRef="#ctx0" brushRef="#br2" timeOffset="285058">18154 12313 14096,'3'12'6995,"-1"-3"-5594,-2-9 867,0 0-2072,-4 70-145,1-35-57,0 6 0,-1 1-1220,-4 4 1226,1-12 0,0-4 0,2-11 0</inkml:trace>
  <inkml:trace contextRef="#ctx0" brushRef="#br2" timeOffset="286209">18517 12253 25987,'0'-42'328,"0"0"1,2 3 0,-3 11-268,-1 25-5,2 2-50,1 6-6,2 0 0,-1 4-6,0-3 18,-1-1-1,-1 0-6,0 0 12,0 2-17,0-1 6,0 0-1,0-2 1,2-2 22,0-1 6,4-1 16,0-3 23,-1 0-28,-1-3 5,-1 0-16,-3 1-23,1 0 0,-1 3-17,0 0 34,0 9-28,1 3 17,-1 11-22,0 6-18,-1 7 18,-2 5-12,-3 4 11,0 0 1,0-4 10,4-6 6,1-8-11,1-7 28,1-9 17,0-6-17,0-6-5,0-8-12,0-8 6,-1-10-17,2-10 16,0-10 24,4-9-35,-1 25 1,0 0-151,1 0 1,2 1 149,9-29-27,3 9 11,2 14 11,1 11 0,3 11 0,0 9 0,4 7 22,2 10-44,2 10-6,-2 12 16,-7 9-32,-9 9 32,-15 2 1,-15-1 6,-11-5 10,-8-6-3074,-7-9 3097,15-14-28,-3-7-6,17-17 23,-1-3-39,6-10 22,3-1 28,6 0 3381,3 4-3381,7 3-28,6 5 5,5 4-38,24 8 27,-16 3 0,17 7-27,-9 6 22,3 5-1,-16-5 1,-1 3 17,5 13 5,-14 0-22,-33-7 28,-14-5-51,-17 2-61,-9-4-132,16-14 0,1-1-103,-16 0-138,19-6 1,1-2-1477,2-4-6940,3-3 8036,16 0 0,10 4 0,4 2 0</inkml:trace>
  <inkml:trace contextRef="#ctx0" brushRef="#br2" timeOffset="286425">19403 12301 19616,'4'6'2688,"0"-2"-778,-4-4-1742,0 0-146,-28 67-55,6-33-313,0 9 1,1 0-3687,-5-8 3355,10-9 1,7-11 0,5-8 0</inkml:trace>
  <inkml:trace contextRef="#ctx0" brushRef="#br2" timeOffset="286742">19893 12095 19305,'0'-3'5489,"0"1"-3713,0 2-1496,-52-16-185,20 25-59,-7-9 1,-1 4 24,-6 30-38,10-5-12,-3 12 6,16-7-1,3 20-21,14-18-1,25 20-11,-2-34-111,22 12-4222,3-20 3532,-7-3-4098,-1-9 1,-1-4 3750,-6-1 1,9-3 0,-29 5 0</inkml:trace>
  <inkml:trace contextRef="#ctx0" brushRef="#br2" timeOffset="287391">20243 11875 16594,'-4'-5'6313,"1"2"-4096,3 3-2082,-2-21-63,5 15-27,3-15 1,10 21-13,8-1 6,7 0-5,12 1-28,-14 0 5,10 7-6,-20 4 1,-1 8 22,-8 6 11,-7 5 12,-9 3-29,-1 5 6,-1 4-28,2-8 56,4 25-39,4-25 86,4 8 1,3 1-9,3-1-42,3 5 1,0 0-26,-3-8 2,-4 0 1,-4 0 3,-12-2-12,-11 18-5,-11-14-269,-11-2-1815,-6-4 1219,-10-9 0,25-13 0,4-6 0</inkml:trace>
  <inkml:trace contextRef="#ctx0" brushRef="#br2" timeOffset="293104">20915 12546 18828,'0'-3'4454,"0"0"-3032,0 3-1276,5-27-45,-4 37-73,4-11-40,-7 35-531,-3 28-1529,-1-16-790,1 9 2862,3-15 0,2-30 0,0-3 0</inkml:trace>
  <inkml:trace contextRef="#ctx0" brushRef="#br2" timeOffset="293906">21247 12058 16801,'0'-5'6033,"0"2"-4129,0 3-1652,17 16-157,-9 9-17,12 19-38,-16 5-24,-3-11 52,-10 13-40,-1-22 39,-7 8 101,3-19 6,4-10-28,4-14-29,3-10-16,6-15 33,5-10-38,9-8 27,7-6-6,5 1-61,1 7 6,1 13-34,-3 14-17,-2 10 0,-2 8-11,-1 9 0,2 5-39,2 9-39,1 7-118,0 3-157,0 2-387,4 0 287,-7-10 290,-2-5 74,-10-11 33,-1-7 117,-4-6 62,3-5 225,-4-10-225,-2 7 146,2-5 28,-3 10-39,0-1-40,-1 5-95,-2 2-89,0 5-6,-3 6-17,-2 8-5,0 8-1,0 7-33,2 1 17,7 1-6,6-4-22,9-5 5,6-6 6,4-8 28,1-6 12,-1-12-1,-3-9 62,-3-10 11,-7-4 28,-6-5 28,-7 1 0,-10 0 5,-7 5-38,-8 5-23,-7 7-62,-4 9-16,2 4 5,5 10-22,8 1-157,4 16-280,9-2-773,4 10-1972,13-4 3193,15-2 0,-12-9 0,4-5 0</inkml:trace>
  <inkml:trace contextRef="#ctx0" brushRef="#br2" timeOffset="294714">22411 12104 26777,'-51'-4'54,"0"0"0,-2 5 0,9 9-59,15 19 5,-4 15 0,23-18-6,1 5-33,15-5-12,8-6-5,11-8 28,7-9 17,3-12 34,1-11 5,-3-13 16,-6-11-257,-5-11 252,-13 22 0,-2-1-3,0-2 1,-1-1 75,0-5 0,-2 1 0,2-12 95,-3 0-27,-3 37-63,0 2-55,0 8-51,0 7 11,0 8 304,-1 10-326,0 13-28,1 11-84,2 8-191,4 7-369,6-1-509,10-4-438,5-11-190,4-12 324,-1-15 847,-3-11 644,-1-13 313,-3-8 285,1-9 214,-2-3 196,-1 2 140,-2 5-101,-5 6-302,-7 7-342,-4 5-113,-7 3-94,-2 4-129,-3 3-28,1 4-29,4 0-16,2 1-5,4-2 22,3-3 5,5-4 17,9-11-28,-4 1 1,5-13-1,-11 2 50,-1-7 68,-5-1 45,-7 1 5,-2 4-33,-4 3-29,-3 6-55,2 5-23,-2 5-28,1 6-22,0 6 17,-1 8-12,2 6 6,3 7 0,2 4-62,6 4-430,14 8 72,0-16-1311,20 8-4520,0-19 5403,5-1 0,-14-8 0,-10-6 0</inkml:trace>
  <inkml:trace contextRef="#ctx0" brushRef="#br2" timeOffset="295090">23062 11930 26183,'-17'-24'-313,"16"5"-287,29 21-543,10 3-2811,6 9-2006,-12 1 1704,-7 0 38,-17 2 4218,-14-4 801,-11 5 8223,-24 3-5384,1 0-2368,-1-3 722,9 2-600,13-5-470,2 0-184,8-3 27,11-6-537,10-4-185,3-3-17,15-8-191,3-2-766,11-5 250,-13 4 1,-1 1-1,0 0 1,6-3 0</inkml:trace>
  <inkml:trace contextRef="#ctx0" brushRef="#br2" timeOffset="297148">23844 11841 12012,'5'-7'9830,"-2"1"-8155,-3 6-1003,0 0-235,3-60-129,-13 45-73,-4-41-73,-17 71 13,-7 12-30,-6 17-324,19-17 1,1 2 214,-1 3 1,1 1-20,2 1 0,4-1-9,3-2 0,5 0-8,9 22-11,28-13-11,31-13-40,-19-18 1,3-4-498,5-3 0,2-4-256,-1-4 1,1-3-3413,-4-3 1,-2-3 4226,-8 0 0,-4-1 0,6-5 0,-19 8 0</inkml:trace>
  <inkml:trace contextRef="#ctx0" brushRef="#br2" timeOffset="306414">9325 13984 15524,'-3'-59'2037,"0"-1"0,2 14 0,-2 6-704,-12 3-902,4 29-319,-3-1 23,0 18-51,1 6-11,-3 32-45,7 8-459,5-15 0,1 0 431,5 22-31,0-19 1,1 1-164,1-3 1,1 0-364,0 15 0,1 2-499,-1 3 0,-3 3-1289,-6-4 0,-3 4 0,-1-6 1284,2-3 1,-2-3 972,-1-6 0,-3 2 1,-2-11 1017,-17 2 515,-1-19 286,-12-27-667,15-28-597,16 2 1,4-4-276,2-25 68,10 19 1,3 0 36,2 7 0,3 0-202,11-15 0,2 0-81,-7 18 0,2 1-17,17-14 0,0 5-19,-1 9-87,4 2 0,3 0-1063,-10 11 1,-1 2 1126,-1-1 1,1 0-12,1 1 0,-3 1 61,0-3 141,0 1 339,-12 7-216,-10 6-185,-6 6 667,-10 13-482,-1 4 3252,-4 12-3487,6-8 5,4 5 50,13-6 1,4-3 44,13-6 57,1-11-51,-5-3 666,5-13-44,-15-1-62,1-10-207,-18-2-90,-6-2-201,-4 5 112,-7-4-62,3 9 5,-6-8-150,8 10-79,4 4-68,10 9 18,2 5-308,5 9-880,3 3-2229,6 11 3439,5 3 0,-8-11 0,0 0 0</inkml:trace>
  <inkml:trace contextRef="#ctx0" brushRef="#br2" timeOffset="306751">9927 13923 24615,'9'22'11,"9"16"-34,4-5-33,3 11-240,0 8 172,-11-10 113,3 15 202,-31-24-107,3-17 145,-18-25-50,21-17 45,-1-23-44,15-6-24,7-2-26,9 5-85,6 12-34,2 14-67,2 12-354,2 7-1589,2 7 1999,3 6 0,-18-2 0,-3 2 0</inkml:trace>
  <inkml:trace contextRef="#ctx0" brushRef="#br2" timeOffset="307219">10525 13898 20819,'8'-53'1006,"0"1"1,0-1 0,1-7 0,0 8-710,2 7 159,-8 39-322,-2 21 1,-5 19-40,-4 26-51,0-4 1,-2 1-417,4-16 0,-1 1 375,1 2 1,0 3 0,1-4 4,1 1 1,3-2-23,1 11 0,5-1-56,4-5 0,4-2-112,5-6 0,5-3-351,5-5 1,3-6-924,3-4 0,3-6 1456,7-6 0,-3-4 0,6 0 0,-4-8 0</inkml:trace>
  <inkml:trace contextRef="#ctx0" brushRef="#br2" timeOffset="307997">11275 13913 16891,'1'-5'6122,"-1"0"-5599,4-24 1,1-5 187,-1 11-518,0-12 1,1 4-54,-3 24-62,2 12 24,1 8-18,4 13-23,-1 11-27,0 8 5,-4 6 0,-1 2-11,-6-3 6,-3-4 11,-2-12 95,-1-13 72,2-12-44,3-16-39,1-11 6,3-14 10,7-12-10,5-6-7,9-2-220,6 0 182,6 8-3342,12 5 3269,-13 17-6,13 5-11,-11 15-2225,23 16 2208,-18-1-14,-10 4 1,-3 4-333,4 17-1379,2 15-5433,-11 4 7175,-8-7 0,-8-20 0,-3-14 0</inkml:trace>
  <inkml:trace contextRef="#ctx0" brushRef="#br2" timeOffset="308478">12403 13833 25601,'3'-48'431,"-10"21"-353,-12 53-44,-2 13-17,3 5 5,8 8 1,11-11-12,5-6-22,15-12 11,5-10 0,14-2 22,10-9-3392,-9-11 3393,-5-2 33,-17-13 33,-12-1 29,-3-11 134,-19-23-2448,4 23 2264,-12-10 2306,4 29-2312,-2 5-28,-3 3-34,1 11-12,10 4-83,0 14 2972,10 4-4759,1 12-7949,12 13 7373,-5-17 0,6-4 1,-9-23-1</inkml:trace>
  <inkml:trace contextRef="#ctx0" brushRef="#br2" timeOffset="308862">13061 13645 26788,'-46'34'16,"1"-1"1,6-6 0,7 3-17,16 15 0,8 4-621,-1-3 0,0 1 593,-1-1 0,1 5-1144,2-4 0,0 7 0,0 1 0,1-5-193,0-4 0,2-2 1,-2 3-1094,-2 10 0,-1 7 1,0-1-1,0-9-791,0 1 0,-1-5 3249,0 1 0,-5-11 5712,-13-29-788,7-30-1541,-5-32-2328,19 11 1,4-2-744,2 5 0,2 0 276,1-11 0,4-2-17,3 5 0,1 0-358,1 0 0,1 0-112,3-1 0,2 2-56,0 11 0,0 5-11,13-14 1469,10 0-1542,4 12-169,5 2-823,8 5-2632,-9 10 3663,-9 5 0,-14 3 0,-13 4 0</inkml:trace>
  <inkml:trace contextRef="#ctx0" brushRef="#br2" timeOffset="313866">14101 13719 12573,'1'-6'7091,"0"1"-4908,-1 5-1622,12-54-219,-10 40-185,4-40 39,-31 66-146,-5 0-16,-20 12-6,-1-2-304,-4-1 326,-1-2 12,7-6-3208,8-7 3202,17-4 56,6-4 6,13-1-29,1 0-50,3 1 181,1 2-203,0 7 3392,-1 6-3398,-1 12 17,-1 8 0,0 8 6,2 5 16,3 3-11,2 0 6,3 1-6,4 7-22,3-11-6,0-6-27,4-10-63,3-12-335,11-3-801,12-7-1233,15-16-2468,-14-3 1,-1-2 4208,14-6 1,0-4 0,-47 19-1</inkml:trace>
  <inkml:trace contextRef="#ctx0" brushRef="#br2" timeOffset="314099">14603 13808 15490,'-7'-5'5853,"2"0"-4474,5 5 592,0 0-1825,0-24-79,0 23 28,1-8 6,0 36-51,0 13-22,-4 7-207,-1 12-555,-1-10-16,1-4-2325,2-6-6161,1-15 9236,4 1 0,-2-13 0,2-7 0</inkml:trace>
  <inkml:trace contextRef="#ctx0" brushRef="#br2" timeOffset="314392">14620 13922 14701,'-3'-6'7679,"1"1"-7136,-9-27 1,-2-9-5230,7-3 4798,-6 0 0,1 1 61,14 9 1454,8 13-1470,7 3 860,17-5-944,1 10-39,27 9-29,-8 18-172,-19-1 0,2 4 161,5 12 1,-2 3-4,-12-9 1,0 2-20,14 21 0,-5 2 34,-13 8-12,-8-23 1,-7 1-12,-26 16 2924,-30-9-2933,20-22 1,-2-1-165,-6 1 0,-2-4-1138,-19-1-38,15-7 1366,-3-13 0,29 4 0,-4-7 0</inkml:trace>
  <inkml:trace contextRef="#ctx0" brushRef="#br2" timeOffset="315017">15379 13601 24351,'29'-33'119,"0"1"1,-3 2 0,0 7-64,6 14-23,-1 5-10,-2 1-6,-1 4-6,0 3 17,-2 4 5,-3 5 12,-5 7 6,-5 6-7,-2 7 18,-4 8-6,1 10-28,-1 8-220,-2-27 1,-1 0 199,2 0 1,-1-1 14,3 30-166,-3-8 182,-6-7 7,-10-6-18,-10-4-23,-1-12-101,-31 4-262,6-12-225,11-5 1,-3-1-1857,4-4 0,0-1 1640,-25 1 1,22-3-1,19-3 1</inkml:trace>
  <inkml:trace contextRef="#ctx0" brushRef="#br2" timeOffset="316516">15948 13413 24279,'-40'-32'281,"1"0"1,1 0 0,17 12-114,31 24-89,14 4-12,17 11-42,-12-6 1,1 2-433,5 5 0,0 1 418,3 6 0,-1 2-11,0 5 0,-2 4-11,-3 5 0,-3 3-82,-5 3 1,-5 3-194,-5 1 0,-7 2-381,-10-1 1,-6-1-1137,-7-1 0,-5-1 1803,-9 0 0,0-4 0,11-19 0,1-4 0,-15 18 0</inkml:trace>
  <inkml:trace contextRef="#ctx0" brushRef="#br2" timeOffset="317683">16828 13379 23926,'-24'-26'145,"1"0"1,-31-4-118,21 56-11,-6 10-6,10 0-11,13-6 39,15-3-22,6-13 56,16-2-34,4-9-22,11-2 11,6-2 5,6-1-21,-16 0-18,3 0-11,-21 2 40,-6 25-7,-8-13-21,-25 39-3370,9-33 3375,-14 15 33,10-13-22,-6 7-16,5-6 16,-3 5-11,16-14 6,1 2-1,6-5-10,18-4 16,-5-2 3375,12-2-3391,-5 0 5,0 2-6,2 5 23,-6 14-12,-12-1 7,-11 13-12,-9-7 16,-9 6-21,6-4-1,-1 4-5,11-3 39,5-6 0,18 3-17,-2-16-16,13-1-382,7-11-1910,12-8 2297,-10 1 0,0-1 0,5-2 0,-2-2 0</inkml:trace>
  <inkml:trace contextRef="#ctx0" brushRef="#br2" timeOffset="319467">11221 15213 25522,'0'-48'17,"0"19"-39,-2 61-73,-1 9-393,-2 9-1209,0 4-3540,1 0 5237,2-11 0,1-18 0,1-12 0</inkml:trace>
  <inkml:trace contextRef="#ctx0" brushRef="#br3" timeOffset="325051">11241 15367 19456,'-2'-6'4179,"1"2"-3227,1 4-532,-7-61-107,6 45-211,-4-40-74,7 60 0,0 10 11,0 11-28,-2 11-59,-4-4 1,0 2-326,1-2 0,-1 0-809,-1 5 1,0 0-7702,0 17 8883,5-14 0,1-19 0,0-12 0</inkml:trace>
  <inkml:trace contextRef="#ctx0" brushRef="#br3" timeOffset="325416">11420 15009 23646,'-46'-16'101,"8"18"-101,37 20 5,6 11 12,5-5 33,9-10 107,-1-5 56,-1-16-3163,-6-15 3152,-6 0 190,-1-13-78,-8 10-84,-1-3-62,-5 4-79,-2 5-33,2 6-11,2 4-56,3 3-45,-1 12-168,4 6-757,-1 13-1707,7 7-7143,8 2 9097,1-10 1,-2-10 0,-7-12-1</inkml:trace>
  <inkml:trace contextRef="#ctx0" brushRef="#br3" timeOffset="325642">11825 15031 21719,'0'-5'3938,"0"2"-3025,0 3-880,-45-1-22,30 13-14,-13 11 1,1 8-10,20 2 1,5 5-1436,-2 9 0,0 6 0,0-4 1391,2 0 0,0 1-209,2 1 0,0 4 0,1-2-928,3 3 0,0 1-1556,0-9 1,0 2 0,0-1 2748,2 15 0,0-4 0,-2-19 0,0-6 0,-2 8 0</inkml:trace>
  <inkml:trace contextRef="#ctx0" brushRef="#br3" timeOffset="325784">11512 16129 14755,'-6'-55'1242,"1"1"0,0-1 0,3 5 1,0 1-1,4 3-1038,4-10 1,4 3-118,3 8 0,4 3-54,2 4 1,0 3-34,15-14-258,-7 18 1,3 3-1592,15-6-1823,-11 9 1,-1 2 3671,14-7 0,-17 13 0,-15 7 0</inkml:trace>
  <inkml:trace contextRef="#ctx0" brushRef="#br3" timeOffset="326042">12177 14926 19658,'0'-3'4923,"0"0"-3489,0 3-1277,-22 3 0,6 25-56,-22 16-87,23-8 0,3 4-279,-3 5 1,1 1 264,2 2 0,2 1-450,3 0 0,4 0 438,7-2 1,6-3-31,7-4 0,6-4-168,11-3 0,6-6-496,7-5 0,3-5-1938,6-4 1,0-4 2643,-5-4 0,-4-2 0,13-1 0,-28-4 0</inkml:trace>
  <inkml:trace contextRef="#ctx0" brushRef="#br3" timeOffset="327376">12851 15240 16734,'2'-7'6525,"0"1"-6041,6-25 1,0-5 271,-3 7-355,4-12 0,-2 3-233,-8 22 39,-5 7-129,-4 8-22,-8 9-22,-14 20-40,9-3-3,5 0 1,1 3-8,-4 16-1,9-15 0,1 1-151,-2 28-207,11-7-527,15-9-594,13-11-235,12-12-206,8-11 441,3-15 947,-2-12 695,-4-14 504,-20 6 0,-2-1-12,5-13 73,-10 7 0,-2 0 339,0-18-502,-5 19 1,-1-1-101,0 1 0,-1 0 213,5-27-140,-1 8-95,-3 10-90,-1 12-140,-1 12-118,-3 9-33,1 10-22,1 12 27,2 12-16,2 19-57,-2 16-119,-4-23 0,-1 2 122,-4 14 0,0-1 17,0-15 1,0 0 2,-3 14 0,0-2-17,1 1 6,1 2 22,4-23 11,3-15 1,3-19-1,9-12 6,4-17 11,7-12-39,2-5-1403,-10 19 0,0 2 1431,7-10 56,8-5-34,-13 29-38,4 2 10,-1 7-78,5 13 73,-1 5 3364,-2 6-3404,0 10 6,-6-1-78,5 9-448,-1 9-538,-6-9 756,-5-6 62,-7-15-185,-6-12 156,2-9 203,1-8 38,11-19-3346,2 3 3397,2 1-120,4 5 154,-12 16 162,5-5-84,-11 11 196,-1 1 263,-2 1 3261,-6 11-3530,1-2 207,-5 12-430,3-8-40,2 1 28,6-6-39,6-2-11,3-3 0,20-12 0,-11 2 5,23-16-11,-12 2-3280,9-14 3331,-16 12 84,-5-8 72,-16 15-16,-5-1 83,-17 7-167,-8 11-73,-8 8 3363,9 6-3396,4 7-24,5 1 24,-3 17-52,7 8 18,4-8-12,11-4-279,10-10-1423,23 6-1738,13 0-1442,-14-15 1,0-1 3481,13-1 1,-13-6 0,-24-6 0</inkml:trace>
  <inkml:trace contextRef="#ctx0" brushRef="#br3" timeOffset="327594">14506 15152 26704,'-44'-4'132,"0"0"1,3 1 0,6 9-77,8 33-40,7-5-27,8-1 0,4 3-728,6 16-292,3-17 0,4-1-5253,23 13 5221,6-20 0,-11-13 0,-8-7 0</inkml:trace>
  <inkml:trace contextRef="#ctx0" brushRef="#br3" timeOffset="327841">14739 15118 20558,'10'-41'1226,"1"-1"1,-1 0 0,5-15 0,-5 8-846,-10 13 690,-6 0-707,-1 20-110,-2-2-165,4 14-12,0 9-66,2 2 112,-2 18-84,-4 22-16,0 14-29,4-30 1,0 2-124,1 13 0,0 0-599,2-14 0,-1 0 327,1 6 1,0 1-1540,1-3 0,1-4 231,3-4 932,12 13 1,-8-33 0,6 0 0</inkml:trace>
  <inkml:trace contextRef="#ctx0" brushRef="#br3" timeOffset="328092">14914 15179 21405,'14'-46'1273,"-1"-1"0,0 5 1,-6 8-663,-12 15-213,-4 8-135,-5 6-78,-4 8-29,-6 7-49,-6 11-79,-5 11 5,4-3-1667,6 0 0,2 0 1656,2-2 40,-12 25-34,28-33-17,9 2 0,11-6-11,17-6-22,13-5-90,11-7-87,-22 0 0,1-2-482,4-2 1,3-1-4236,15-4 1,-1-1 3944,-18 4 0,-3 1 0,22-5 0,-60 14 0</inkml:trace>
  <inkml:trace contextRef="#ctx0" brushRef="#br3" timeOffset="329024">15506 14991 19479,'1'-5'4760,"0"1"-4346,4-26 1,1-6 252,-2 8-401,2-11 0,0 1 126,-7 18-145,-5 7-119,-7 5-72,-8 10-11,-9 11 6,-8 13-23,-6 14-20,22-15 0,0 3-25,2 1 1,2 3-32,3 9 1,2 0-43,-1 15-89,14-19 0,6-3-544,18 3 197,5-2-1026,18-11 1,6-6 495,-21-10 0,1-2 282,25 5 1,-1-4 747,-24-12 1,-3-3 641,21-15 622,-14-9 991,-8-13-1585,-13 14 420,-1-13-234,-10 17-186,1-5-135,-3 6 344,-1 8-612,-2 8-118,0 6-56,-1 2-55,1 14-1,-1 2-6,0 14-10,5-1-46,5 0 7,10-5-52,11-6-10,8-8 67,5-10 61,-1-10 17,-5-9-11,-8-7 56,-7-2 73,-8 0 22,-7 5 57,-4 5-1,-3 7-67,-4 6-67,-2 6-45,-3 8-27,-5 11-29,-4 12 0,-2 14 0,-1 9-353,10-21 0,1 1 277,0 6 1,1 2-387,2 6 0,1 1-1179,2 4 0,3 2 1641,4 3 0,2-3 0,0 8 0,5-14 0</inkml:trace>
  <inkml:trace contextRef="#ctx0" brushRef="#br3" timeOffset="330043">16555 14966 20044,'0'-5'4683,"0"2"-3199,-2-59-817,-2 39-600,3-11 0,-4 4 90,-9 23-17,-8 16-39,-12 7-40,-8 15-22,-5 12-42,24-17 1,2 0 13,1 2 0,3 1-22,-7 28-84,12-3-140,19-6-1182,23-1 487,-2-19-1899,27-2-1120,-7-20 1487,-12-8 1,1-2 1896,13-4 800,-18-2 0,-3-2 1949,1-7 1048,0-3-359,-12 5-3761,-9 6 1415,-7 6 369,-8 5 140,-7 9-2845,-1 1 1955,0 3 50,5-1-62,6-6 2252,2-1-2229,14-6-140,-1-4 16,22-10-5,0-5-28,12-9 34,3-9 1057,-20 7 0,-2-1-1086,10-16-2,-15 11 0,-2-2-175,-3-13 268,0-8 60,-9 6 197,-13-6-168,-2 15-112,-5 4 79,2 15-152,3 15 0,0 2 0,1 11 1165,0 20-1165,0 12 245,0 21-245,3-7 0,1 1-1080,0 13 1035,0-17 0,2-2-583,3 10-362,7-3-359,8 4 178,12-11-207,18-15 969,-11-13 157,20-14 331,-17-13 201,9-8 739,-6-7-95,-16 6 12,-10-1-164,-13 8 612,-4 5-919,-4 1-20,-2 5-372,1 0 72,0 1-128,4 2 28,6-3-34,1 0-16,13-6 27,11-8-11,4-4 12,6-8-18,-16 8-10,-2-4 72,-8-2-17,-5 8 169,-2-5-169,-10 19 45,-5 0-22,-7 7-51,-1 1 85,-21 14-89,9 0-18,-14 14 0,16 0 0,9-4 0,7 9 0,16-5-113,13 9-991,6-14 1,6-2 545,5 1 0,1-3 0,-8-5 0,-2-1 0,17 6 0</inkml:trace>
  <inkml:trace contextRef="#ctx0" brushRef="#br3" timeOffset="330917">18084 14639 22285,'13'-56'805,"1"0"1,0 1-1,-2 5 1,0 2-1,-5 12-374,-4 12-252,-4 15-61,-4 21 16,-6 22-72,2-5 0,1 4-652,-3 10 0,1 3 615,-2 8 1,2 3 2,-1 5 0,2 1-21,3-20 1,1 0-1,1 1-7,0 19 0,4-2-31,5-3 1,6-4-133,4-6 1,7-4-429,8-6 0,7-6-1891,5-7 1,2-5 2481,-2-5 0,-1-5 0,13 1 0,-24-9 0</inkml:trace>
  <inkml:trace contextRef="#ctx0" brushRef="#br3" timeOffset="332151">18906 14727 23584,'-3'-51'1083,"1"1"0,0 4 0,0 12-1005,0 28-44,1 12-29,4 13 1,0 38-12,0-11-339,-1-4 1,-1 1-278,-1 18-426,0-21 1,0 0 1047,4 4 0,-1-4 0,-1 6 0,5-7 0</inkml:trace>
  <inkml:trace contextRef="#ctx0" brushRef="#br3" timeOffset="332451">18864 14792 20128,'-15'-47'1654,"0"1"0,1-3 1,4 4-1128,8 2-219,8-8-140,8 10-56,20 8-84,-7 16 5,19 7-5,-8 21-22,16 14-195,-25-5 0,-1 7 183,7 15 1,-3 6-43,-6-3 1,-2 1-387,-2 2 1,-3-1 315,-6-1 1,-6-1 19,-6-12 0,-3-1 42,-3 6 0,-7-1 28,-9-2 0,-4-4-56,-14 7-171,10-20 0,-1-5-1325,-3-7-4783,-2-12 5665,11-6 0,14 4 0,7 3 0</inkml:trace>
  <inkml:trace contextRef="#ctx0" brushRef="#br3" timeOffset="332692">19709 14760 21791,'-8'1'3384,"2"0"-2958,6-1-174,0 0-241,-2 78-117,1-48-1452,-7 27 1,-3 1-3602,-1-27 5159,-17 20 0,18-36 0,0-1 0</inkml:trace>
  <inkml:trace contextRef="#ctx0" brushRef="#br3" timeOffset="333282">20155 14639 19462,'-1'-10'2638,"-1"-28"0,1-6-1742,0 6-585,-1-9 0,1 3-93,1 19 107,1 10-258,2 14-22,4 12-11,6 15-23,5 16-17,-1-2 6,-3-5 0,1 2-544,6 16 535,-5-16 1,1 0-48,10 14 0,0-13 67,0-16 6,-8-23 0,-1-17 11,-8-22 11,-2-17-20,-3 25 1,-1-2-273,0-2 1,1 2 275,4-19 468,6-3-475,-4 31-49,5-1-12,-7 19-773,14 13-1506,-2 6 2474,14 14 1,-17-13 0,-2 3 0</inkml:trace>
  <inkml:trace contextRef="#ctx0" brushRef="#br3" timeOffset="333484">20860 14639 26911,'-9'47'-252,"-1"1"-1339,3-2 1591,-4 2 0,5-22 0,0-3 0</inkml:trace>
  <inkml:trace contextRef="#ctx0" brushRef="#br3" timeOffset="334091">21212 14387 23450,'1'-5'2593,"0"2"-1602,-1 3-867,29 3-46,-22 20-39,20 12-5,-32 22-17,-2 1-40,-1 0 23,-1-6 17,0-12 5,0-11 34,2-12 17,2-10-17,1-15-61,3-11-7,2-29 24,2 9-15,1 4 0,0-3 20,8-24-386,-4 20 1,0-1 373,0 9 1,0 0 5,2-6 1,1 1-119,1 9 0,2 0 124,15-23-6,7 11-22,-3 27 16,3 11-33,1 14 11,1 11 23,-5 16-12,-9 10 12,-15 9-6,-23 3-3,-1-26 0,-3-3 357,-20 17-354,4-16 0,-2-3 0,-11 1 2,16-11 1,2-2 316,-1-5-235,15-8-45,10-5-27,9-1 4,5 0 1,11 2 390,9 3-429,12 0-6,11 2-129,10 1-629,-27-3 1,3 0-8,2-1 0,2 0-1254,3 0 0,1 0 2047,-5-1 0,-3 0 0,12-1 0,-23 1 0</inkml:trace>
  <inkml:trace contextRef="#ctx0" brushRef="#br3" timeOffset="334393">22166 14213 26465,'-41'-36'128,"-1"-1"1,4 4 0,8 14 79,20 29-191,4 11 60,4 9-66,10 9-56,9 9 17,12 6 39,-9-24 1,2-1-225,3 0 1,2 0 212,2 0 0,-1-1 5,-3-2 1,-3-1 55,9 17-55,-25-6 5,-22-8-34,-20-6-145,-13-6-582,-9-6-1936,-2-13 2686,27-3 0,3-2 0,-4-2 0,6-4 0</inkml:trace>
  <inkml:trace contextRef="#ctx0" brushRef="#br3" timeOffset="334877">22508 14034 20193,'-7'-57'1936,"0"1"0,2 10 0,4 7-1706,8 7 445,6 17-429,6 18-61,-2 4-84,15 26-51,-11-1 1,-2 2-290,-2-6 1,0 3 244,8 20 0,-2 4-744,-8-11 1,-3 3 698,-2-6 0,-2 2 0,-3 3-383,-4 12 0,-5 3 0,-5-2-530,-3-6 0,-4-2 0,-2-1-615,-1 1 1,-2-1 0,-3-4 1566,-5-8 0,-3-3 0,4-6 0,-10 7 0,-1-2 0</inkml:trace>
  <inkml:trace contextRef="#ctx0" brushRef="#br3" timeOffset="340634">22917 13830 16051,'-2'-3'6844,"1"1"-4788,1 2-1636,-7-54-308,8 40-33,1-33-57,7 55 17,12 19 0,1 9-22,-6-9 0,1 3-214,3 5 0,0 1 203,4 9 0,0 1-467,-5-8 1,1 4 452,3 9 1,1 8-1,-1-2-602,-6-12 0,-1 0 1,0 2 567,-1 3 0,2 4 0,-2 0 0,-2-1-104,-2 6 0,-4-1 0,-2-2 15,-3-11 1,-2-1-1,-4-1-576,-7 5 1,-4 0 0,-6-3-1572,-7-3 0,-5-3 0,0-2 2278,3-2 0,1-1 0,-1-3 0,-13 11 0,4-8 0,6-10 0</inkml:trace>
  <inkml:trace contextRef="#ctx0" brushRef="#br3" timeOffset="341358">23775 13897 19204,'-1'-8'4319,"1"1"-3502,0 7-374,0 0-359,-58-30-40,30 30-33,-9-12 1,1 5 10,14 24 6,6 1-17,9-3 6,7-1-6,10 0-5,10-2 11,13 1-17,10 0 0,3-1 5,-3 1-5,-11 0 0,-11 1 17,-12 0 28,-9 2-34,-11 2 0,-7 2 17,-7 2 40,-10 2-40,11-8 39,-7 7 1,12-8-1,-2 5-45,5-1-33,6-2 28,7-3 5,9-3 12,7-4-1,10-3-10,4-1-1,0-1-44,-5 1 5,-8 4 34,-8 2-12,-12 5 18,-7 6 22,-12 6-23,-2 3-11,-1 2-5,5 0 5,6-1 11,6-2 1,5-1 5,4-4 0,5-3 5,4-6 1,9-6-73,12-4-527,13-9-2650,14-5 3216,-2-3 0,-26 7 0,-17 4 0</inkml:trace>
  <inkml:trace contextRef="#ctx0" brushRef="#br3" timeOffset="343250">24498 14000 14762,'3'-55'3196,"1"0"1,-1 5-1,-1 6-2283,-6 3-369,0 15-270,-5 13-122,0 12-18,-2 14-67,-1 13-16,1 15-1,2 12-417,2 9 339,5-27 0,1 1-221,-1 3 0,2 1-502,0 1 0,1 1-661,0 0 1,1 0-1093,0-2 1,-1-1-1357,2-5 1,-2-2 656,-7 18 3203,-3-20 0,-5-17 0,2-22 532,5-12 4369,4-16-633,2-3-843,-1-1-1336,-2 6-700,-2 5-431,-2 3-280,2 2-269,2 1-275,4-1-106,8 0-61,9 1-130,13 1-162,13 0-151,10 2-341,7 1 459,0 1 223,-1-3 180,-23 8 151,-4-2 196,-24 7 168,-2-1 62,-4 0 11,-2 1-62,0 1 191,0 1-494,1 3-150,1 1-68,3 4-27,5 8-6,4 9-23,6 11-11,1 11-56,-1 6-95,-7 6-22,-12 1 28,-20 3 134,2-21 28,-15-3 84,12-27-34,4-3 90,7-20-101,12 4 40,11-21-18,6 6-27,11-6-17,7 1-31,-11 15 0,2 3-59,25-10 0,0 4-117,3 9-34,-10 4 33,14-1 101,2-2 107,-24 4 67,-6-3 45,-28 4 17,-2-1 44,-8 2 57,-3 2-113,0 1-84,0 2 46,3 3-18,1 3-44,0 6 5,2 4-6,6 10-16,5-3-22,3-1 5,8-2-12,1-7 7,10-2-1,16-8 6,-18-6 0,8-6 11,-19-6 51,0-8 28,-4 0-29,-4 2 68,-9 4-34,-4 6-39,-2-1-45,-1 3-173,0 4-432,4 4-61,0 3-2106,6 5-3283,5 4-3787,7 3 9554,-3-2 0,-1-5 0,-8-4 0</inkml:trace>
  <inkml:trace contextRef="#ctx0" brushRef="#br3" timeOffset="343559">25716 13978 16560,'0'3'7220,"0"-1"-5214,0-2-1715,-6 9-162,15-12-79,3 5-28,23-17 1,11-4 22,5-4-1,-4-4 7,-14-1 78,-16 4 179,-25 4-191,-3 10 146,-31 5-195,21 7 83,-26 11-95,25 1-23,-7 10-21,16-6 16,2 16-6,7-6-28,0 6-240,17 7-34,-2-20-986,22 18-1349,-1-18 2615,18 5 0,-22-13 0,-1-4 0</inkml:trace>
  <inkml:trace contextRef="#ctx0" brushRef="#br3" timeOffset="344657">26181 13708 24034,'51'-38'59,"-1"0"1,-5 2 0,-6 12-5270,-12 27 5227,-13 3 1452,-7 9-1430,-15 3 868,-4 5-873,-8 3 89,-3 1-78,-1-1 3358,4-6-3380,-10 12 16,9-11 0,-9 11-5,11-9-6,5-3 5,7-2 6,9-3-16,10-3 16,11-2-28,11 0-28,8-2 23,1 2 0,-2-1-6,-8 2 5,-13-2 18,-13 2 22,-19 3 22,-23 7-33,4-6 27,-17 8-27,24-11 11,0 2-23,12-1 1,7-2 10,10 1-5,4 3-22,9 2-57,6 3 35,2 3 27,1 1-22,-3 2 16,-6 0-5,-9 0-11,-14-1 28,-13 0 5,-16-4-347,-12-1-1775,-9-8 2100,-7-4 0,26-5 0,7-3 0</inkml:trace>
  <inkml:trace contextRef="#ctx0" brushRef="#br3" timeOffset="351974">14583 15935 14600,'0'-7'6738,"0"1"-5870,7-31 1,3-7-85,3 9-521,-1-13 0,2 3 17,1 25-106,-4 10 5,-4 9 6,-5 11-113,-1 3 97,-6 33-152,1-20 5,-6 33-5,3-22-23,-1 10-38,3-1-1,2-6 22,1-7 23,0-10 12,-1-8-19,1-8 53,-4-5-1,-4-11-29,1 2 63,-11-17-62,8 6-3387,-8-9 3381,8 9 17,-10-7 17,6 8 28,-7-6-12,8 10-21,3 3-29,6 6 3392,3 3-3414,2 7 16,1 3-16,1 7 11,3 4 6,0-3-23,8 12 0,-5-14-5,18 20 50,1-17-39,20 6 5,-8-13 17,-1-6 0,4-2-444,19-4 450,-17-1 0,-1-2 22,18-7-5,-17-4 78,-15 0 56,-14 5-67,-11 4-118,-11 4 11,-8 7 456,-10 6-456,-4 6 23,0 3-17,9-4-11,-5 7 28,7-10-6,-10 5 23,-4-9-18,-7-4-10,5-3 72,-19-14-55,19-4-1,-11-13 57,15-8-51,13 10 11,-1-8-22,13 15 11,-1 0-12,4 6-27,1 7 17,2 4 5,1 12 6,2 2-28,3 10-17,5-2-6,5 1 40,2-4 16,5-3-39,2-5 40,3-5-29,3-3-341,7-5-1435,9-4 1782,11-6 0,-25 6 0,-2 1 0</inkml:trace>
  <inkml:trace contextRef="#ctx0" brushRef="#br3" timeOffset="359735">12144 16771 14493,'4'-2'5691,"-1"0"-1160,-3 2-4183,-6-54-158,7 40-95,-4-41-21,10 60 10,3 7-40,0 10 7,-1 9-12,-5 8-33,-7 6-23,-6 3-6,-7 0 51,-8 10-33,10-26-1,-3 1 40,13-28 55,3-2-27,-1-9-23,2-7 28,0-14-5,0-9-23,0-12 12,2-6-7,0-4-263,3 0 264,3 2-17,4 2 0,5 5-11,4 6-12,6 6 6,4 9-16,7 8-12,4 10 11,12 19 23,-18 2-22,5 21 5,-28-1 11,-5 12-22,-20 6-12,-16 3 12,7-25 0,-3-1-48,-2 0 0,-2-2 45,-1 0 0,0-2 3,0-3 0,0-1 11,-20 8 33,10-10 12,15-9-28,11-5-6,11-4-11,10-2 0,11 0 0,26-1 6,6 3 48,5-1-104,6 5-236,-8 2-947,-13 0 1,1 0-3067,-7 0 0,-1-1 3789,0 1 1,-3-1-1,-1 0 1,-15-2-1</inkml:trace>
  <inkml:trace contextRef="#ctx0" brushRef="#br3" timeOffset="360125">13010 16475 25107,'-41'-11'177,"1"0"1,0 1 0,7 5-83,16 11 0,-8 11-50,5 9-6,6-2-50,6 1 22,6-6-5,5 3 5,7 4-50,22 4 28,10-4 25,-12-10 0,1-2-14,13 5-6,7 5 17,-22-6 29,-6 11-40,-17-11-56,-37 13 50,6-19-44,-30 11 27,15-15 6,-10-1-145,8-8-1093,11-13 180,15 2-4583,10-14 4810,11 10 0,-1 1 0,0 7 0</inkml:trace>
  <inkml:trace contextRef="#ctx0" brushRef="#br3" timeOffset="360534">13406 16560 25942,'26'-27'-571,"7"5"-678,20 19-1132,-2 5 847,-14 3-2465,-4 9-5832,-20 10 9193,-8-3 638,-31 16 1865,-7-15 4028,-18 10-1861,8-9-1197,6-2-1822,12-7 405,2-1-136,13-6-610,2-2-414,9-2 38,10-5-166,18-6-125,8-2-218,18-5-1206,3 3 75,-11 4 1344,-10 4 0,-4 2 0,-8 0 0,12 0 0</inkml:trace>
  <inkml:trace contextRef="#ctx0" brushRef="#br3" timeOffset="361134">14511 16497 25018,'-49'-31'313,"1"7"-285,25 26 35,-29 5-41,6 4-19,12-4 0,-2 1 5,3 1 0,2-1-8,-9 2 0,5 2 17,29-7-6,0-1 12,7 1 33,2 0 28,2 5 78,2 11-67,-4 5-55,0 0 10,-5 9-33,-1-4 11,-2 12-28,0 4-23,1 0 23,9-1-28,7-5 6,13-5-34,12-8-151,13-8-331,10-10-384,-27-8 1,0-4-771,2-2 1,1-3 1691,6-4 0,-3-1 0,4-2 0,-1-1 0</inkml:trace>
  <inkml:trace contextRef="#ctx0" brushRef="#br3" timeOffset="361592">14984 16550 21551,'-3'-1'3327,"1"0"-2615,2 1-589,-18 51-90,13-28-13,-6 13 0,0 2 8,4-2-23,-7 16 6,4-16-11,-2 4 12,7-23 77,1-3 135,2-9-89,6-23-7,0-4-4,5-22-18,-3-6 34,1-9-216,-3 25 1,0 0 137,2 0 0,0 1 78,8-27-74,4 10 29,2 12-56,3 10 6,3 10 11,3 9-62,3 11 262,1 10-256,2 11 28,-1 12-45,1 7-1798,-16-13 0,-1 0 1546,6 12-369,-10-12 0,-4 1-1989,-3 9 2627,-1 12 0,-5-22 0,-1-6 0</inkml:trace>
  <inkml:trace contextRef="#ctx0" brushRef="#br3" timeOffset="361766">14982 16779 25399,'40'-42'-4,"0"0"0,-1 3 0,1 9-335,-9 23 1,1 4-936,1 0 0,1 1 1274,0 2 0,-3 1 0,5-1 0,-8 3 0</inkml:trace>
  <inkml:trace contextRef="#ctx0" brushRef="#br3" timeOffset="361951">15501 16661 18196,'10'8'4946,"-1"-1"-3938,-9-7-342,0 0-683,-3 60-1063,2-24 357,0-1 1,-1 1 722,2-3 0,0-24 0,0 2 0</inkml:trace>
  <inkml:trace contextRef="#ctx0" brushRef="#br3" timeOffset="362776">15898 16474 26318,'36'24'274,"-6"5"-235,-21 11-5,-4 4-6,-7 0-6,-9 2-11,1-16 23,-6 1 11,7-21 28,0-2-17,5-15-34,3-1 6,1-16 28,1-3 0,2-16-6,3-14-5,-2 24 0,1-1-498,3-11 0,-1 1 509,3-15-6,-3 22 1,0 3 44,3 4-28,3-1-33,2 12 11,2 8-17,1 7-28,3 3 1062,2 8-1062,3 7-33,2 10 7,-7 1 1,-3 2-8,4 6 33,1 15 0,-20-23 39,-7-1-28,-13 7-11,-4-9-3369,-9 0 3369,9-10 0,1-1-23,8-6 1,2 1 11,4-2 16,4-3 118,1-1 3342,3-5-3448,-2 3 0,2-6-17,-2 6 5,0 0 35,0 1 16,6-1-68,2-1-4,10-1 27,-1 3-17,9 0-22,-2 1 17,13 5-6,-9 3 6,1 10 17,-16-1 5,-5 9-22,-6 2 22,-5 7-22,-6 4-51,-10 0 17,-10-1 40,-8-5-7,-15-8 7,17-12-163,-20-17-605,29-14-112,-3-5-4643,16-21 5528,12 11 0,0 3 0,3 13 0</inkml:trace>
  <inkml:trace contextRef="#ctx0" brushRef="#br3" timeOffset="363017">16747 16457 22134,'-3'3'3422,"0"0"-2498,3-3-868,-31 82-1122,15-45-203,-5 16 1,0-2 1268,6-18 0,4-13 0,6-9 0</inkml:trace>
  <inkml:trace contextRef="#ctx0" brushRef="#br3" timeOffset="363342">17202 16224 26530,'-47'-4'78,"0"0"1,-7 7 0,8 7-40,14 20-39,-9 16 11,23-3-11,13-2-22,14 0 5,14-4-28,4-9-274,3-9 0,3-2-1244,18 8 195,-12-8 0,0 0-3548,-8-4 1,-1-2 4254,11 4 1,-16-5-1,-18-8 1</inkml:trace>
  <inkml:trace contextRef="#ctx0" brushRef="#br3" timeOffset="363543">17633 16560 26850,'24'-12'112,"-4"13"-135,-18 25-184,-3 8-773,-6 2-3081,-4 0 4061,0-7 0,4-10 0,2-10 0</inkml:trace>
  <inkml:trace contextRef="#ctx0" brushRef="#br3" timeOffset="363759">17979 16429 19300,'0'-5'5779,"0"2"-4092,0 3-1626,-5-23-55,2 35-12,-3-11-106,4 42-789,4 5-3984,4 1 4885,0-8 0,-1-15 0,-2-13 0</inkml:trace>
  <inkml:trace contextRef="#ctx0" brushRef="#br3" timeOffset="364091">17974 16503 21254,'3'-61'1437,"0"0"1,-1 7 0,0 4-783,2-7-207,-2 15-156,3 10-147,3 11-10,6 7-40,5 8-45,16 10-33,-8 4 11,21 16 0,-11 8-39,-14-9 0,1 2-173,-1 4 1,-2 1 174,-1 2 1,-2 2-18,-4-1 1,-4 0 14,1 28-15,-24-10 10,-20-8 16,8-24 0,-3-3-245,-4 0 0,-2-2 245,0-2 0,-1-2-14,1-1 0,0-2-187,-24 2-79,20-4-2776,12-11 3056,30-8 0,-5 4 0,11-3 0</inkml:trace>
  <inkml:trace contextRef="#ctx0" brushRef="#br3" timeOffset="364683">18625 16159 16947,'-6'-7'6447,"1"1"-5417,5 6 544,0 0-1372,-11-38-51,15 25-67,-3-31-28,23 37 23,7-3-35,6 2 12,3 1 0,-2 4 23,-5 0-1,-10 5-11,-8 3 23,-8 4-12,-5 7 29,-3 10-96,1-6 28,-1 14 6,2-5-28,3 11 5,4 7-16,6 6-12,1 5-5,-3 2 22,-4-4 12,-13-5-29,-8-6-11,-13-2 17,-9 0-28,-7-3-306,-3-4 127,0-7-670,5-10-2254,4-9 2308,9-7 0,12-4 0,7 0 0</inkml:trace>
  <inkml:trace contextRef="#ctx0" brushRef="#br3" timeOffset="365175">19424 16587 26351,'18'19'-263,"-4"-4"-4653,-18 14 1,-6 5 4725,1 5 0,-1 5 1,6-26-1</inkml:trace>
  <inkml:trace contextRef="#ctx0" brushRef="#br3" timeOffset="365810">19897 16227 21215,'-1'-8'4072,"1"1"-3773,-2-24 1,1-4-25,0 16-222,0-19 0,-1 10 9,2 34-12,4 12-39,-1 4 23,10 35-34,-5-23-20,2 9 1,0 2 13,3 8-1696,-4-16 1,0 0 1695,2 3 34,-1-5 17,-6-25 106,-1-3 79,-1-28-124,2-9 1,5-24-63,-1 19 1,3-2-20,2-1 1,1 0-29,0 2 0,2 1-19,14-19-101,-8 26-544,-1 11-1988,1 8-7176,3 6 9438,-6 2 1,-4 1 0,-11 0-1</inkml:trace>
  <inkml:trace contextRef="#ctx0" brushRef="#br3" timeOffset="366010">20527 16133 24934,'47'-18'-2722,"-1"0"0,-2 2 0,-5 6 2722,-4 13 0,-14 1 0,-10-1 0</inkml:trace>
  <inkml:trace contextRef="#ctx0" brushRef="#br3" timeOffset="366184">20523 16406 24878,'53'-26'-2000,"0"0"1,-1 1 0,-3 5 1999,9 7 0,-21 5 0,-16 4 0</inkml:trace>
  <inkml:trace contextRef="#ctx0" brushRef="#br3" timeOffset="366601">21604 15928 19445,'-1'-4'5858,"0"0"-5090,1 4-717,-71-35-29,37 36-11,-12-15 0,-1 6 17,4 32-11,-3 1-11,-2-1-1,7-4 51,8-7 40,11-6 55,11-4 0,7-2-50,3-1 0,1 2-57,3 1-16,-2 2 96,5 12-68,-3 3 5,0 13-16,-2 6-11,-4 7 16,-3 5-3448,-1 3 3410,1 5-12,2 3-222,4-1 177,8-2-61,8-8-124,12-9-346,11-13-674,9-13-1432,8-15 2682,-22-7 0,-1-2 0,3-1 0,-2-4 0</inkml:trace>
  <inkml:trace contextRef="#ctx0" brushRef="#br3" timeOffset="367057">21883 16068 27253,'-20'10'78,"1"12"-61,12 34-17,-1 6-234,4-30 1,0-1 228,-4 31-7,-1-7 7,1-13 143,0-14-104,0-14 44,3-13-72,2-14 44,1-14-44,5-18-1,3-14 6,-1 23 1,2-2-266,1-3 0,2-1 290,1 0 1,1 0 5,-1 3 0,2 1-13,-2 7 1,0 1 54,8-16-11,0 13 5,0 11-61,2 9-51,1 7 781,3 9-759,1 12 94,5 15-96,-11-1 0,-2 2 19,9 16-19,-9-10 0,-4 1-148,-2 14-107,-6-20 0,-2 0-1428,-2 28-2678,-5-3 4375,1-2 0,-1-25 0,3-5 0</inkml:trace>
  <inkml:trace contextRef="#ctx0" brushRef="#br3" timeOffset="367260">21994 16277 26346,'32'-33'-734,"0"-1"0,7 3 0,0 9-4323,18 24 3641,3 1 1,-26 1 0,-18-1 0</inkml:trace>
  <inkml:trace contextRef="#ctx0" brushRef="#br3" timeOffset="367434">22493 16196 25713,'-13'35'-430,"1"0"1,0-2-1,4-2-6157,9 2 5172,2-6 0,0-12 0,-1-7 0</inkml:trace>
  <inkml:trace contextRef="#ctx0" brushRef="#br3" timeOffset="368225">22845 15956 20173,'0'-7'5949,"0"1"-5378,0 6-146,0 0-301,11-24-102,-11 28-11,6-14 23,-15 51-51,-3 20 23,3 2-1711,4-26 1,2-2 1704,2 6 5,3 1 18,-1-17-6,1 0 5,-2-11 34,0-9-50,0-9 3386,0-2-3415,1-8 46,1-2 33,1-9-40,3-8-27,5-18 11,-2 12 11,7-22 34,-4 17-34,-1 11 1,0-1-24,9-20 46,4-1-17,-9 26 11,2 7 11,-4 11 0,5 1-44,-1 6-7,3 5 12,-2 9-5,-4 2-29,7 24 34,-11-14-50,3 37 11,-12-20 78,-10 17-50,-2-21 16,-15 1 1,1-12-1,-7-1-10,2-8-6,11-10-1,6-6-3329,9-13 3346,5 4 63,8-17-46,3 8-44,10-6 22,-5 10 5,6 0 12,-1 9 3353,12 0-3382,-2 9 35,5 10-23,-6 12-6,-7 1 12,-2 13-45,-14 4 16,-12 2 18,-17 4 10,-16-14-16,2-11-3,6-9 0,-2-3-132,-11-2-470,-18 2-1462,20-16-7753,14-5 9141,12-2 0,9 3 0,5 5 0</inkml:trace>
  <inkml:trace contextRef="#ctx0" brushRef="#br3" timeOffset="368425">23545 16058 21266,'-22'49'37,"0"-1"0,2-4 1,2-5 1360,1-3-3940,4-4-7289,5-7 8084,5-9 1,1-8 0,2-6 0</inkml:trace>
  <inkml:trace contextRef="#ctx0" brushRef="#br3" timeOffset="368733">24017 15900 21489,'0'-3'3989,"0"0"-2763,0 3-1080,-43-33-18,19 31-38,-37-18-62,31 44-6,6-1 12,0 10-17,6 7-17,4 6-11,6 10-57,17-7-122,8-3-185,12-3-342,8-7-460,7-8-1247,8-10-1900,-20-13 1,0-2 4323,29-1 0,-20-2 0,-16 0 0</inkml:trace>
  <inkml:trace contextRef="#ctx0" brushRef="#br3" timeOffset="368934">24509 16139 20699,'-1'-8'4084,"0"2"-2930,1 6 95,0 0-1165,-15 27-73,7-6-50,-13 25-314,8-11-1697,0 2 2050,-1 3 0,6-18 0,2-3 0</inkml:trace>
  <inkml:trace contextRef="#ctx0" brushRef="#br3" timeOffset="369154">24722 16024 21584,'0'-5'4431,"0"2"-3344,0 3-1059,12-10 0,-8 25-45,9 2-112,-10 30-733,-1 7-2757,-1-1 3619,-2-9 0,0-17 0,0-14 0</inkml:trace>
  <inkml:trace contextRef="#ctx0" brushRef="#br3" timeOffset="369458">24741 16086 23489,'-5'-56'933,"0"-1"1,1 2 0,5 9-643,8 23-106,8-1-90,7 12-39,4 7-28,3 12-6,3 11-22,2 15-33,1 14-141,-18-19 0,0 1 157,-2 2 0,-1 0 3,-3 1 0,-3 0-8,1 29-23,-23-7 23,-18-10-46,-18-10-38,-10-8-54,27-16 1,0-3-777,-31 3-1472,4-7 2408,10-10 0,22 3 0,10-3 0</inkml:trace>
  <inkml:trace contextRef="#ctx0" brushRef="#br3" timeOffset="370592">25331 15780 23489,'11'-30'874,"15"6"-779,14 17-6,5 4-5,-6 3-44,-14 3 4,-7 2-21,-12 2 55,-5 3 45,-6-1 101,-3 11-100,-1-2-17,-1 9-12,5 2-62,2-4 23,1 10-39,2 1-26,0-5 1,2 2 31,1 15-12,4 6 0,0 3-6,-3-23 1,0-1 8,3 19 0,-3 1-8,-4-20 0,-4-3-18,-14 26-77,-11-21-6,-4-10-886,-16-16-4205,-6-9 5186,-7-3 0,20 0 0,17 0 0</inkml:trace>
  <inkml:trace contextRef="#ctx0" brushRef="#br3" timeOffset="376796">24919 2913 13161,'0'11'4872,"0"-3"-2273,0-8-173,0 0-1956,-29 3 40,14-15-269,-23 0-146,23-11 90,-12-19-3516,1 2 3365,-6-11 5,14 19 0,0-2-397,-1-11 1,2-4 374,-2-4 0,2-4-6,3 9 0,1-2 0,1 2 0,1-3 1,-1-1 1,-2-7 0,-2-6 0,0 6-8,2 7 1,-1 2-4,2 3 0,-1-3 0,1 6-16,-1 6 0,1 5 19,-4-4 18,-1 3-46,7 18-100,6 10 3122,3 15-2993,2 11 1113,3 14-1141,1 14 16,0-6 0,-2-3 1,0 1-800,-3 18 819,1-22 0,-3 1-11,-4 3 0,-4-2 5,-10 13 3,6-17 0,-2-1 28,-13 9 56,4-14 57,3-12 304,7-12-81,3-13 571,4-4-822,-3-28-53,6 2 22,-3-10-16,7 11 0,1-1 83,0-19-521,1 16 0,1 0 293,2-9 448,8-7 132,1 28 150,6-9 67,4 18 179,5 3 121,-4 5 726,20 2-807,-13 6-948,12 0 0,-17 8 0,-9 4 0,-9 1 0,-8 12-32,-4-7-359,-13 24 294,-1-10 221,-8 17 25,9-14 98,-5 13-247,12-18 0,-3 3 0,7-15 0,2-9 0,-5-2 0,-3-8 0,-4-3 0,-5-6 0,5 3 0,-6-5 0,11 8 0,-2-2 0,10 8 0,1 4 0,1 6 0,-3 6 0,-3 7 0,-3 7 0,-4 4 0,-1 3 0,1-2 0,4-2 0,5-8 0,4-5 0,4-8 0,1-4 0,5-5 0,2-7 0,2-6 0,2-9 0,0-9 0,2-10 0,2-12 0,-8 23 0,0-2 0,2-1 0,1-1 0,2 1 0,1 1 0,1 2 0,3 2 0,1 2 0,1 3 0,25-14 0,4 10 0,2 10 0,2 9 0,-3 7 0,-4 10 0,-6 9 0,-5 8 0,-4 5 0,-4 5 0,-3 5-1129,-3 3-1262,-6 4-1356,-2 3 3461,-2 6 0,-6-27 0,0-3 0</inkml:trace>
  <inkml:trace contextRef="#ctx0" brushRef="#br3" timeOffset="386718">26052 16226 24945,'26'-16'471,"-6"8"-415,-21 34-56,-3-5-202,-10 11-1226,-6-1 1428,-12 13 0,14-19 0,-1-2 0</inkml:trace>
  <inkml:trace contextRef="#ctx0" brushRef="#br3" timeOffset="387703">26342 15898 26262,'19'-52'100,"2"29"-60,-15 49-40,1 17-23,-6 0 6,-7 0 17,-5-1-5,-5-9 27,0-10 62,5-12 0,5-15 0,11-12 28,7-14 45,19-23-463,-8 13 350,-3 9 1,1 1 28,10-10-120,7-6 103,0 10-17,-3 13-28,0 10 0,0 8 28,2 11 309,-1 7-337,3 18-28,-14 4 11,-6 2 114,-13 5-142,-11-8 12,-1 5 33,-1-6-11,4-10 28,11-10-6,6-6-27,13-15 5,9-7 28,9-11-6,4-5-16,-2 0 11,-6 4-3387,-12 5 3370,-13 11 17,-13 7-34,-13 12 39,-12 12-27,4-2-29,-6 12 23,14-11 5,2 3 23,8-5 3381,5-5-3426,15-4 33,2-4-61,13-3 17,-4-8 106,-4-5-27,-4-8-24,-9-7 1,-6 3 73,-5-15-29,-6 13-16,-4-9-6,-4 13 34,-5 8-39,-2 6-23,-3 5-11,0 6-78,0 4-286,5 7-818,5 4-1854,7 4 3036,14 5 0,-5-11 0,6-1 0</inkml:trace>
  <inkml:trace contextRef="#ctx0" brushRef="#br3" timeOffset="388475">27650 15884 21377,'0'-3'4571,"0"1"-3669,0 2-835,-58-32-11,30 33-45,-10-13 0,0 6-5,9 31 16,3 6-50,8 0 17,8-3-3431,18-2 3442,2-12-6,20-3-16,-2-14 55,10-9 6,1-11-44,-3-12 66,-4-9-27,-7-11-95,-13 24 1,-2-1 108,0-2 0,0-1-1,0 2 1,-1 1 137,8-22 3329,-6 16-3357,-5 18-96,-5 13-49,-3 9 4,-3 9-21,-4 11 289,-1 12-279,-1 8-50,2 7-89,5 4-241,5 0-208,12-5-178,12-9-7,11-10 281,7-14 308,-2-10 223,-4-13 85,-6-7 106,-7-7 130,-4-3 5,-6 0 55,-3 4-5,-5 4-101,-2 7-89,-5 6-96,-5 2-33,-3 4-45,-4 4-67,1 4 11,5-2 11,3 3-22,10-4 17,4 0-29,10-3 1,5-7 27,5-5 1,-3-7 22,-3-5-17,-6-4 68,-9 1 66,-4 1-5,-8 5 6,-6 3-51,-6 6-22,-5 4-6,-6 12-39,9-2 0,-5 14-28,9 1 22,0 9-10,4 4-147,7 2-4399,22 9 3543,-1-13-3336,30 8 4327,-14-21 0,-4-4 0,-14-7 0</inkml:trace>
  <inkml:trace contextRef="#ctx0" brushRef="#br3" timeOffset="388710">28574 15663 20173,'-5'-2'4755,"1"1"-4917,4 1-437,67-21-857,-22 16-510,2-5 1,2 3 1965,1 13 0,-24-2 0,-9 1 0</inkml:trace>
  <inkml:trace contextRef="#ctx0" brushRef="#br3" timeOffset="388893">28634 15774 16068,'-3'2'8334,"0"0"-7029,3-2-1254,-3 8-57,10-7-443,20 4-1169,13-10-130,9 1 1748,12-4 0,-39 5 0,10-1 0</inkml:trace>
  <inkml:trace contextRef="#ctx0" brushRef="#br3" timeOffset="389100">29247 15590 22369,'-3'-3'3926,"1"2"-2901,2 1-980,-31-9-12,23 20-21,-24-2-3556,32 34 3281,-1-12-2801,0 26-39,0-32 2536,-3 15 0,3-29 0,-1-1 0</inkml:trace>
  <inkml:trace contextRef="#ctx0" brushRef="#br3" timeOffset="389355">29188 15732 18392,'0'-7'6419,"0"2"-6156,0-26 0,0-8 544,0-2-533,0-8 1,1-1 106,6 3-141,6 10-72,12 12-123,-5 12-17,14 10 23,7 31-40,-10-7 0,10 23 0,-18-5 0,-3 1-710,2 8 693,-1-6 1,-3 2-28,-8 7-3180,-23 7 3190,0-12-139,-18-18 0,-6-7-947,-23-6 532,23-6 0,-1-2 577,-4-5 0,4-3 0,10 1 0,-12-3 0</inkml:trace>
  <inkml:trace contextRef="#ctx0" brushRef="#br3" timeOffset="394718">12545 17568 21159,'-21'-53'997,"0"0"0,-2 1 0,2 19-908,10 33 46,-10 11-74,10 15-33,-2 21-36,7-7 0,2 5-690,1 0 0,1 0 630,0 3 1,2 0-409,0 6 0,2 1-1053,1-6 0,1 2-1225,-1-8 0,1 2 0,0-2 2204,2 17 1,-1-6 0,2 1 0,-5-35-1</inkml:trace>
  <inkml:trace contextRef="#ctx0" brushRef="#br3" timeOffset="395151">12422 18450 9688,'-23'-32'3948,"0"0"1,-2-21-3717,1 9 1,1-2-236,14 6 0,5 1 943,1-23-674,4 25 0,3-1-87,6-3 1,3 3-113,8-11-28,8 11 0,2 3-44,3 6-1817,11 0 1,3 1 1833,-2 7-121,5 1 1,0 3 108,1 6-93,-19 4 0,-1 2 76,-3 6 291,-14 7-246,-19 14 2724,-11 13-2768,1-3 32,-9 8-16,16-22 1738,-1 12-1688,12-11 314,18 1-280,7-10-17,6-5 84,4-11 236,-8-4 257,4-8 499,-9-13-477,-13 2-145,-10-8-107,-12 6-245,-2 7 128,-9-2-23,-4 7-151,-1 4-44,-3 4-85,8 8 6,7 2-50,1 13-85,9-4-739,0 15-1926,12-4 2800,10 5 0,-7-11 0,4-3 0</inkml:trace>
  <inkml:trace contextRef="#ctx0" brushRef="#br3" timeOffset="395484">13333 17548 25685,'-3'39'-12,"0"-1"1,-5 17-70,16-21 0,1 1-2971,-5 2 1,-2-2 2939,1 24 56,-5-18 0,-3-3 1436,-2-8-1290,-17 4 988,6-28-843,-5-13-27,12-22 33,11-18-107,6 3 48,15-2 0,4 0-131,5 2-1146,4 0 0,3 2 1123,13 9-188,-20 16 1,1 2-322,29-3-237,-16 11 356,19 11 0,-42-3 0,14 5 0</inkml:trace>
  <inkml:trace contextRef="#ctx0" brushRef="#br3" timeOffset="395960">13933 17630 22823,'15'-54'1002,"0"-1"1,-1 4-1,-4 10-537,-8 29-162,-6 4-253,1 9 73,-11 14-44,-2 12-51,-9 21 2,9-17 1,1 2-393,-2 6 0,2 1 356,1 2 1,2 1-18,2-2 1,5 0-6,5-4 0,8-2-126,13 1 0,5-5-193,19 7-819,0-18 0,4-7-1725,-10-10 1,1-3 2299,5-1 1,-2-1 0,12-2 0,-24 0 0</inkml:trace>
  <inkml:trace contextRef="#ctx0" brushRef="#br3" timeOffset="397734">14681 17706 11743,'-1'-11'6553,"0"2"-4133,1 9 1613,0 0-3932,-3-52 33,3 40 118,4-25-134,1 58-85,3 19 52,-4 3-51,-2-6-12,-2 8-5,-1-2-17,0-9 17,-2 4 89,0-25-11,1-2 90,-1-7-11,3-17 10,-1-4-77,1-14-68,1-2 6,3-4-12,0 6 74,9-11 10,12 0-44,7 1-34,11 4-5,-4 18 16,-9 11-38,5 5 10,1 11-22,2 6-11,-2 3 11,3 20-39,-20-15-379,-1 4 1,-1 3-1745,-5 7-5763,1 16 7925,-10-18 0,-3-14 0,0-10 0</inkml:trace>
  <inkml:trace contextRef="#ctx0" brushRef="#br3" timeOffset="398408">16192 17564 19860,'0'-6'4699,"0"1"-3220,0 5-1283,-23-43-118,4 44-39,-21-24-11,7 75-28,8-1-1699,13-13 1,3-1 1709,2 5-22,13 9-29,10-28 68,11-3-11,6-9 6,-1-17-1,-4-9 3443,-6-16-3308,-4-23-457,-9 13 407,-4-11 117,-12-1-101,0 13 6,-8-13-73,0 27-23,0 13-10,-1 10-18,1 11-5,0 10-145,3 11-34,5-2-1589,13 21 1768,14-10 0,-6-4 0,3-13 0</inkml:trace>
  <inkml:trace contextRef="#ctx0" brushRef="#br3" timeOffset="398609">16774 17342 27068,'-39'45'-9,"1"-1"1,12-5 0,1 3-1,8-1-866,7 2 1,6 1 683,-2 1 1,2 3 0,2-2-894,4 5 0,2 0-1839,1-8 0,0 2 0,1-2 2923,4 14 0,0-5 0,-2-17 0,0-5 0,0 5 0</inkml:trace>
  <inkml:trace contextRef="#ctx0" brushRef="#br3" timeOffset="398759">16505 18306 16471,'-15'-40'1809,"0"-1"0,-1 1 0,-2-17 0,4 2-1392,9 8 1,5 3-739,6 3 1,5 2 415,5 4 1,4 3-57,4 3 0,4 2-11,3 3 0,2 2-143,1 2 0,2 2-672,0 1 1,-1 2-1886,20-8 2672,-3 2 0,-33 14 0,-2 0 0</inkml:trace>
  <inkml:trace contextRef="#ctx0" brushRef="#br3" timeOffset="402285">17773 17391 22935,'4'-37'422,"0"0"1,-1-22-361,-12 62-17,-8 5-17,-9 7-23,-12 5 12,-8 3 22,-6 0-5,1-4 78,5-7 73,12-7 78,8-14-190,13 2 78,4-7-39,7 9-17,1 0-50,1 16-40,1-2 23,-1 22 34,1 1-40,-3 15-33,2 5 22,1 0 1,6-1 10,6-5-33,9-4-96,6-8-251,6-6-1468,15-7 370,-14-9-5736,18-5 7192,-24-9 0,-5 1 0,-11-2 0</inkml:trace>
  <inkml:trace contextRef="#ctx0" brushRef="#br3" timeOffset="402735">18181 17499 25590,'-3'-30'190,"2"15"-196,9 44 57,-1 20-4286,-3 1 4218,-4-1 34,-6-2 848,-3-10-882,-1 5 68,1-8-46,5-16 29,2-10-6,3-13 11,4-12 23,5-8 3403,4-16-3356,-3 8 0,1-2 17,-1 3 0,1 0-79,-1-1 1,0 1 171,13-23 72,1 11-190,1 3-1,5 4-16,-3 17-78,-4 8 39,9 6-51,-2 6-16,11 8 55,2 10-75,-14 1 0,-2 3 9,12 10-1,-11-4 1,-1 1-191,6 13-636,-9-3 0,-1 3-526,-8-11 0,-1 0-1907,0 3 1,-3-1 3292,-3 8 0,-6-28 0,-1 0 0</inkml:trace>
  <inkml:trace contextRef="#ctx0" brushRef="#br3" timeOffset="402959">18632 17726 12455,'-6'-3'7141,"0"1"-6363,-21-10 1,-6-2 689,-4-3-1135,0 1 0,1 0-8,11 1-241,21 7-56,7 3-5,17-2-57,27-2-5,-6 2-171,9-2 0,1 1-547,0 1-209,-11 0 1,6 0 0,-6 0-3140,17-2 4105,-6 0 0,-7 1 0,-27 5 0,-3 1 0</inkml:trace>
  <inkml:trace contextRef="#ctx0" brushRef="#br3" timeOffset="403468">19165 17333 18453,'-3'-2'5635,"1"0"-4431,2 2-934,20-36-203,2 24-34,3-9 1,3 2-28,7 15 16,21 0-11,-8 2-22,-4 3 28,-5 0 84,-20 9-40,-13-4 74,-4 16-68,-6-6-28,-5 22-39,3-8 11,3 12-28,16 5 11,1-19 1,1 1-4,3 1 1,2 0 16,2 2 1,-1 0 19,9 19 11,-13-13-89,-16 2-17,-19-15-45,-14 6-2105,3-15 0,-3-3 505,2-2 1,-1-2 1711,-3-1 0,3-1 0,-4-3 0,15-3 0</inkml:trace>
  <inkml:trace contextRef="#ctx0" brushRef="#br3" timeOffset="404160">19905 17322 23159,'-22'-45'870,"-1"-1"0,2 5 0,7 8-467,13 22-213,0 5-128,1 8 22,0 9-34,6 12-27,6 14-12,12 12-174,-7-20 0,1 1 180,4 4 0,2 2-1674,2 3 0,1 2 1634,2 3 1,0 1 2,-1 0 1,-3 1-191,-5-4 1,-4-1-24,-9-4 1,-6-2-1034,-27 22-916,3-32 1,-3-4 2181,-25 9 0,24-16 0,18-10 0</inkml:trace>
  <inkml:trace contextRef="#ctx0" brushRef="#br3" timeOffset="404801">20609 17208 25175,'-44'-2'106,"0"-1"1,4 2-1,7 4-78,9 16-28,6 2 23,5-1-23,6-2-17,5-4 23,12-2-3415,21-5 3426,-3-4-12,26 0 1,-14-3 27,13 6-44,-23-1 17,-6 4 5,-24 1-28,-10 5 3392,-8 5-3363,-12 4 4,-2 0 1,-2-2 11,3-2-11,4-2 17,5-3 5,8-3-17,6-4-16,7-2 11,8-3-6,6-1-6,8 1 7,1 0 4,-1 3-16,-5 7-16,-7-1 16,-5 12 0,-10-4-6,-6 9-5,-10 1 100,-9 7-38,8-11 27,-5 10 57,16-15-35,2 3-55,8-5 28,31-10-179,7-8-200,-3-4 1,3-2-1384,2-2 1,0-1 1688,-1 0 0,-3 2 0,15-3 0,-22 4 0</inkml:trace>
  <inkml:trace contextRef="#ctx0" brushRef="#br2" timeOffset="417047">14774 18489 22772,'-24'-45'1322,"0"12"-1238,7 29 67,-7 13-45,-2 9-33,-13 15-54,10-4 1,0 4-597,4-4 1,0 1 629,1 0 1,1 0 170,-6 15 84,20-19-655,9 9 44,16-10 113,7-4-913,24-13-1586,8-9-2227,4-11 1,3-4 4160,-13 3 0,-2-1 0,2-1 0,-5-1 0,-5 0 0</inkml:trace>
  <inkml:trace contextRef="#ctx0" brushRef="#br2" timeOffset="417763">15172 18435 21125,'6'-46'948,"1"0"1,-1 1 0,-1 11-305,-5 23-292,1 3-217,-5 15-113,2 2 12,-5 11-17,0 7-17,-6 20-6,-2 6-206,7-19 1,-1 1 177,-5 22-27,4-13-146,2 10 16,5-25 102,2 4 10,9-21 74,3-15 61,11-11-6,-5-4 96,16-23-12,-8 10-39,11-13-5,-11 16 333,-6 10-418,-9 10 7,-4 6 21,-4 11-27,2 2 22,5 15-23,-3-9-33,4 5 17,1-8-45,7 2 39,2-2-39,5-4 34,-7-6 33,3-6-16,-5-6 49,8-11 1,-8-2 11,0-4-45,-9 9 12,1-1 22,-6 11 89,4-3-21,-4 8-1,0 0-23,-1 4 46,0 1-147,0 6-4,2 2 4,1 2-27,4-1 67,0-3-39,16-3 17,-8-6 72,17-6-22,-3-11 56,-2-6 6,-2-10 274,-13-4 173,-6 4-257,-5 3-112,-5 11-28,-9 13-129,1 5-22,-12 10 34,3 8-46,-1 2-50,-10 22-27,16-10-130,0 15-285,26-13-952,22-7-3619,26-9 4920,3-10 0,-18-5 1,-18-3-1</inkml:trace>
  <inkml:trace contextRef="#ctx0" brushRef="#br2" timeOffset="418279">13411 18612 18436,'-1'-4'5210,"0"1"-4129,1 3-1098,-30 25-50,22 0-141,-21 19-990,28-8-3827,5-4 4177,-1-7 0,1-8 0,-2-9 0</inkml:trace>
  <inkml:trace contextRef="#ctx0" brushRef="#br2" timeOffset="418622">13543 18439 17725,'-3'-4'5131,"1"0"-4235,2 4-901,-45 4 16,38 7 22,-31 3-16,55 6 0,-5-8 33,7-3 40,-8-11 106,2-6 134,-3-8 309,-3-16-449,-4 9 136,-3-12-46,-5 17-129,-3-1-78,-3 9-90,0 7-73,0 11-111,3 7-517,2 11-1634,4 6-6190,10 4 7694,3-6 0,-1-10 0,-2-10 0</inkml:trace>
  <inkml:trace contextRef="#ctx0" brushRef="#br2" timeOffset="418971">14021 18346 21293,'-5'-3'4033,"1"1"-3540,4 2-252,-65-3-151,43 18-54,-14-5 0,3 6-41,24 39-43,6-20 1,1 1-236,-1 2 0,1 1 182,0 1 0,0 1-580,0 3 1,1 0-763,0 5 1,0 2-1171,-1 6 1,0 1 4,0 2 1,0-37 2135</inkml:trace>
  <inkml:trace contextRef="#ctx0" brushRef="#br2" timeOffset="418971">13677 19049 19724,'2'-7'15,"12"-32"-55,3 2 1,3-1-387,7-1 1,3 1-780,7-1 0,4 1-896,6 0 1,4 1 2100,-11 12 0,2 0 0,-4 4 0,-5 2 0,-3 3 0,1 1 0,-1 1 0</inkml:trace>
  <inkml:trace contextRef="#ctx0" brushRef="#br2" timeOffset="419535">14287 18374 22168,'0'-42'489,"1"1"1,0 0-1,-3 16 787,-5 34-1220,0 1 22,-17 35-100,9-14 16,-1 4 1,-2 3-102,5-3 0,1 1 118,-4 9 1,1 2 13,2 1 0,1 0-76,2-2 1,4 1-213,4 8 0,4-2-158,0-16 0,4-1-355,8 14 0,8-4-1678,3-21 1,-22-23 2404</inkml:trace>
  <inkml:trace contextRef="#ctx0" brushRef="#br2" timeOffset="420692">16143 18432 17361,'1'-3'5758,"-1"1"-3697,0 2-1943,-27-25-34,10 34-61,-24-11-69,15 47 24,5-6-45,8-7 0,2 0-73,2 11-124,5 15-122,17-25-68,11-11-453,14-12-751,8-15-324,8-12-302,2-12 1069,-5-8 1024,-10-2 628,-10-1 459,-13 3 375,-10 1 225,-4 0-40,-4-2-268,2 0-203,-1-1 195,0 5-547,0 4-117,0 8-135,-1 6-146,0 8-134,0 6-51,0 9-5,-1 10-45,-3 12-45,-1 14-50,-3 11-207,0 8-352,4-27 1,0 0-652,1 0 1,0 0-1562,1-3 1,1-1 2052,0 16 0,1-22 0,0-14 0</inkml:trace>
  <inkml:trace contextRef="#ctx0" brushRef="#br2" timeOffset="421010">16609 18568 20056,'13'-47'1377,"-1"0"1,0 6 0,-5 7-919,-13 15-201,-6 9-129,-8 5 22,-12 15-118,8-2 57,-24 33-79,24-12 0,-13 21-5,17-12-28,4 1 16,4-2-22,5-4 6,4-6 33,6-11 39,23-4-103,9-17 0,6-4-127,1 2 1,3-1-486,-2-2 1,3-2 0,-3 0 182,2 0 1,-2 1-2018,16-5 1,-2 2 2498,-17 3 0,-4 2 0,14-4 0,-32 9 0</inkml:trace>
  <inkml:trace contextRef="#ctx0" brushRef="#br2" timeOffset="421794">17249 18351 19714,'0'-5'4173,"0"0"-2185,0 5-1887,-43-52-6,10 69-118,0-25 1,0 4-6,13 30 0,5 10-25,1-4 0,4-1-70,0 21-101,14-7-107,16-9-95,17-11-44,13-11-6,8-9 117,4-10 71,-30 0 0,-1-3 305,28-13 140,-8-5 437,-11-2-6,-17 7-297,-11 4 253,-10 6-96,-4 5-17,0-1 6,-3 2-370,2 3 442,-1 0-504,2 5-10,-1 4 5,0 6-3454,2 11 3404,3-6-163,8 10-90,6-11 141,12 3 162,9-8 34,6-6 150,6-20 3315,-18 2-3247,3-17 33,-19 8 79,1-4-3224,-6 2 2995,-4 8 83,-4 3-128,-4 10-68,-3 3-5,-7 10-51,-6 13 57,-15 27 3064,11-13-3009,5-7 1,1 1-381,1 11-1737,-1 17-1490,10-27 1,2 0 2704,-2 27 1,5-20 0,1-19 0</inkml:trace>
  <inkml:trace contextRef="#ctx0" brushRef="#br2" timeOffset="422776">18425 18329 26553,'-44'-10'177,"0"0"1,0-1 0,-8-5 0,7 8-139,12 21 0,5 7 12,-4 13-12,-6 16-50,12 5-90,16-18 0,4 0-100,4 14-105,5-18 1,4-2-1235,14 1-1608,12 2-1781,9-10 17,9-6 3248,5-8 3552,2-12 2078,-5-14-102,-8-10-1382,-11-5-192,-8-2-1281,-11 12-578,-5 5 168,-8 10-263,-3 6-89,-1 0-141,-2 4-106,0 3-28,5 4-17,2-2 0,14-2 17,-3-4-151,33-4 134,-17-2 3,1-2 0,2-2 31,15-13-1685,-14-1 0,-1-2 1707,12-11 51,-16-4 0,-4-3-419,-4-15 444,-8 14 0,-2 0 14,-1-11 100,-6-5 1,-9 18 218,-4-10-101,-2 18 2906,-1 6-3225,7 17 667,2 7-667,2 4 9,-2 15-9,0 13 0,-3 26 0,0-5-144,-1 1 0,-2 2-36,2-12 1,0 0-765,-3 20 0,-1 0-319,4-15 0,1-2-633,3-6 0,1-2-199,5 11-2514,13-7 358,6-18 4189,20-6 3154,6-25-1252,-18-3 0,0-4-406,-3-6 0,-2-3-443,0-1 0,-2-1 600,16-23-191,-9 6-555,-11 13 478,-9 5 141,-12 15-1308,-1 1-38,-4 7 100,1 5-150,2 1-57,0 4-50,5 0 22,7 0-6,1-3-49,13-1 72,11-9 28,0-7 0,5-9-3364,-16-2 3397,-11 4 107,-6-6-84,-12 10 67,-6-2-5,-13 11-6,-8 12 34,-5 8-90,8 4 3393,-3 9-3477,16-8 0,-11 31 0,20-15 0,-3 12-242,21-9-324,22-14 1,3-2 0,-9 4-1,7-9 1,-1 0 0</inkml:trace>
  <inkml:trace contextRef="#ctx0" brushRef="#br2" timeOffset="423920">19775 18358 17927,'6'-49'1970,"-1"-1"0,1 1 1,-1 3-1,-1 3-1766,-1 1 1,-4 10 2,-3 25-28,-2 20-16,-2 17-63,-5 20-94,4-18 0,1 3-494,-2 4 1,0 2 459,-1 4 0,1 1-51,0 11 1,1-1 50,3-18 0,1-1-9,1 9 1,5-4-205,10-5-835,15 2-1617,17-12-904,-12-17 1,1-2 2982,1-3 0,-1-1 1,13-1-1,-18-3 0</inkml:trace>
  <inkml:trace contextRef="#ctx0" brushRef="#br2" timeOffset="425689">20530 18397 9951,'0'-4'9830,"0"1"-11838,0 3 2612,-3-64 1326,1 42-1370,0-17 1,-2 3 724,0 24-1100,-1 1-73,2 11-45,1 12 3330,1 2-3391,-3 36 16,0-5-25,1-10 1,0 1-276,-4 26 211,-1-2-21,-1-7 88,0-9-11,1-15-1,-3-6 7,6-16 50,-1-9-23,5-7 349,6-31-276,2 0-75,0 8 0,0-2-202,1 1 1,0 0 211,1-4 1,0 0 16,1-2 1,1 1 2,0 1 1,0 2-23,1 3 0,1 2 107,14-14-23,2 15-40,6 14-27,5 9-50,7 7-18,3 10-299,1 11 317,-11 3-54,-13 1 0,-1 3-198,5 18-9,-11-12 0,-2 0-154,-1 12-843,-11-15 0,-3 0-3594,-1 8 4857,-4 7 0,0-27 0,-1-11 0</inkml:trace>
  <inkml:trace contextRef="#ctx0" brushRef="#br2" timeOffset="425896">20589 18467 24478,'31'-31'2,"0"0"1,-1 0 0,14-12 0,0 11-409,-11 24 0,0 5-1319,1-1 0,-1 2 1725,2 0 0,-3 2 0,5 0 0,-7 0 0</inkml:trace>
  <inkml:trace contextRef="#ctx0" brushRef="#br2" timeOffset="426305">21426 18419 26536,'53'30'-185,"-15"-12"-840,-51 41-7293,-6-12 6903,-4 4 0,9-17 0,6-15 0</inkml:trace>
  <inkml:trace contextRef="#ctx0" brushRef="#br2" timeOffset="427212">22027 18168 12931,'-3'-3'9830,"0"1"-7624,3 2-1903,-37-10-107,27 22 51,-25 11-202,38 9-34,8 19-22,4-15 11,7 10 0,5 0-12,4-1-3402,6 2 3414,-12-19 101,-1-3 72,-17-23-5,-1-11 247,5-22-107,1-12-328,-3 11 0,0 0 110,4-17-54,-4 14 1,0-1 91,9-21-52,-6 19 0,1 1-104,7-14 3314,0 12-3269,-10 26-67,1 8-174,0 10-1115,12 13-1467,-1 10 2806,8 21 0,-17-24 0,-2 3 0</inkml:trace>
  <inkml:trace contextRef="#ctx0" brushRef="#br2" timeOffset="427405">22793 18397 26799,'-2'37'-4916,"-1"0"1,-3 25 3569,3-27 1,0-17 0,2-14-1</inkml:trace>
  <inkml:trace contextRef="#ctx0" brushRef="#br2" timeOffset="428913">23234 18255 14897,'0'-5'6553,"0"2"-2598,0 3-3793,-10-31-44,8 41-68,-8-13 23,10 50-28,2 6-28,-1 0-6,1-2-28,-4-7 39,-4-7-16,-5-8 28,-6-10 55,0-9-16,3-15-11,4-13-12,5-16 51,7-12 11,7-12-1705,1 15 1,2-1 1628,-4 14 1,2-1 5,5-15 0,2 0-30,6-7 35,-8 22 1,0 1-3,13-16-11,-3 12 5,-2 12 28,-1 11-33,0 8-96,0 13 23,-4 10 3336,-6 13-3397,-7 9 38,-15 11-5,-13 4 55,6-29 1,-4 0 14,-1-3 0,-2-1 113,-22 14-94,7-13-16,13-10 16,14-8-16,11-6-34,10-5 33,7-1-10,9-1-34,6 2-118,6 6-218,6 1-432,6 2-1019,8-1-199,-24-3 0,0 0 2025,7-4 0,-3 0 0,6 1 0,-4-5 0</inkml:trace>
  <inkml:trace contextRef="#ctx0" brushRef="#br2" timeOffset="429231">24062 18081 16947,'0'-6'6492,"0"2"-4269,0 4-1982,-67-46-112,41 40-87,-13-15 0,4 6 14,22 32-95,7 15 16,6-11 12,3 10 6,8-5 10,5 5-33,6 9 6,6-1-6,2-4 0,1-3 28,-7-5-28,-7-6-11,-12-4 39,-20-5 5,-16-1 1,-20-2-295,8-3 0,-1-1-1307,-14 0-4823,-5-3 6419,48-6 0,11 1 0,4-1 0</inkml:trace>
  <inkml:trace contextRef="#ctx0" brushRef="#br2" timeOffset="429547">24321 17787 22996,'-5'-6'3652,"1"1"-3159,4 5-28,0 0-393,-17-1-72,23 25-39,-7 10 22,13-3 1,5 2 2,-1 4 0,-1 2-506,3 16 1,-1 0 443,-6-16 1,-2 1-144,1 18 1,-5 1-146,-10-22 0,-5-1-2572,-14 16 0,-7-2-1980,-1-11 1,-3-3 4454,0-3 1,0-5 0,-6-2 0,30-20 0</inkml:trace>
  <inkml:trace contextRef="#ctx0" brushRef="#br2" timeOffset="431039">24546 17806 14667,'-5'-2'6643,"2"1"-3613,3 1-2610,-26-42-140,29 31-95,-14-23-90,40 54 1,5 20-96,-15-12 0,0 3-481,1 5 1,-1 2 446,0 4 1,-2 2-51,-1 1 0,-2 2-93,-3-1 1,-2 1-437,-2-1 1,-3 0-52,-1-2 1,-2-2-665,-4-2 1,-1-2-1928,-3-4 0,-1-2 3255,-11 14 0,8-25 0,7-16 0</inkml:trace>
  <inkml:trace contextRef="#ctx0" brushRef="#br2" timeOffset="431971">25403 17812 11581,'0'-7'7332,"1"1"-5568,-1 6 124,0 0-1154,-79-18-606,52 16-52,-22-6 0,3 6 36,26 15-4325,2 11 4219,12-8 870,26 9-837,12-13-22,9 2 11,15-4-22,-6-4 16,10 2-2245,-6 3 2239,-24-5-27,-9 3 0,-21-4 2268,-8 4-2251,-8 2 61,-8 3 0,-4 2 3342,-2 0-3398,3 0-11,4 0 17,7 0-3471,2 4 3426,7-6-11,2 7 22,7-13 34,3 5-39,7-9-17,9 0 16,-4-2 3443,12 3-3397,-17-2-29,2 7-28,-13 3 57,-11 8-1,-11 6-27,-19 11 27,8-11 79,-12 10-28,18-14-6,-1 8-39,13-10-51,12 1 40,13-13-22,2 0-68,28-5 6,-16-3-432,33-4-3220,5-7-1406,-11 0 5125,-14 2 0,-7 1 0,-19 4 0,-1 1 0</inkml:trace>
  <inkml:trace contextRef="#ctx0" brushRef="#br2" timeOffset="432205">26160 17774 25590,'-14'-38'526,"0"0"0,-10-12-453,21 64 34,-1 26-40,2 5-73,1-5 1,1 3-57,2-5 0,1 1-358,2 16 0,3 0-1096,1-15 1,1-1-530,3 5 1,2 0 2044,0-9 0,0-4 0,2 5 0,-2-8 0</inkml:trace>
  <inkml:trace contextRef="#ctx0" brushRef="#br2" timeOffset="433078">26000 18130 13681,'-3'-6'4935,"0"2"-4671,3 4-400,36-53-356,13 35 343,-14-11 1,1 1-9,21 21-67,-1-1 381,-24 2 722,8-7-430,-25 4 693,-7-4 191,-10 2-212,-2-2-298,-2 0-196,-1 5-151,2 2-162,2 4-146,4 2-129,2 0 112,14 0-101,4 0-61,15 2 17,-9 2-34,10 6 0,-4 14-17,-4 5-5,-6 12 5,-18 0-6,-10 1 35,-2-9-24,-22 10 52,15-26 32,-16 7-16,19-22 17,1-9 28,6-8 5,12-13-16,9-9-12,11-4-15,6 1-47,3 5 12,3 7 12,-9 9-198,25 1-127,-15 10-427,18-1-688,-16 6-504,-6 3 353,-8 0 1209,-11 0 605,-5-3 723,-10 0 520,0-2 46,-4 0 173,-4-1-1322,1 2 197,-3 0-169,2 4-185,-2-1-117,-1 6-73,-1 4-39,2 9-6,2 6-33,3 3-1,8 2 7,5-1-1,10-4 45,6-6-28,3-9 33,4-11 40,-1-10-17,-1-9 6,-4-7 39,-7-3-29,-8 5 158,-2-15-84,-8 16-18,1-6-55,-4 14-17,0 7-89,0 6-186,0 6-262,3 6-450,4 6-676,9 4-1585,8 3-4314,9 0 7534,-2-4 0,-10-7 0,-10-6 0</inkml:trace>
  <inkml:trace contextRef="#ctx0" brushRef="#br2" timeOffset="433410">27441 17946 26110,'-30'0'476,"13"-1"-481,55 0 22,-2-2 19,-1-3 0,-1-1-2,-1-2 22,8-13-6,-34 1 18,-8-1 16,-10-1 5,-9 9-33,1 6 196,-16 7-201,18 3 72,-17 8-22,17 3-85,-4 8-3441,0 15 3397,8-10-56,1 19-118,11-13-5,4 1-527,11 5-2251,20-1-3042,7-3 5460,7-4 0,-21-18 0,-11-8 0</inkml:trace>
  <inkml:trace contextRef="#ctx0" brushRef="#br2" timeOffset="434518">27928 17688 8853,'-7'0'9830,"2"0"-6990,5 0-1580,0 0-1052,-20-18-124,36 5-40,-1-15-24,22 16 0,7 5-346,16-5 334,-16 6 1,-1 3 19,1 5-62,-1 11 12,-26 4 11,-26 9 5,-19-1 1,-4-5-29,-14 5 23,6-7 44,-7 4 63,1 2-91,16-6 343,7 0-314,12-1-12,7-2-33,0 6-34,2 1 17,2 0 6,7-3-18,6-4 18,10-6 33,8-4 6,6-3-39,12-2 5,-17 2-3398,4 0 3393,-28 3 16,-14 4 18,-18 5-7,-31 9 29,3-1-23,1 0 28,18-2-5,20-8-34,3 2 3470,17-3-3425,6-2-23,5 0-10,9 3-24,-3 3 24,11 15-52,-9 1-27,-2 9 50,-14-12-50,-5 5 67,-9-10-50,-12 3-561,-22-3-7214,-19-9 7825,2-5 0,14-7 0,24-2 0</inkml:trace>
  <inkml:trace contextRef="#ctx0" brushRef="#br2" timeOffset="439109">23527 4159 17356,'0'-6'509,"0"1"208,0 5-229,25-1-107,-15 28-23,19 13-182,-23-3 1,-5 6-6,1 19 0,-1 0-563,0-17 0,-1 1 470,-1 1 1,-1 3-1,0-2-663,-2 6 1,-1 0 634,1-8 1,-1 4-1,-1-1-11,1 3 0,0 0 1,-1 1-594,1 2 0,-1 1 0,1 0 619,0 2 1,1 1-1,0 0 8,0 2 0,0 1 0,0 0-3,2-15 0,-1 1 0,1 0 1,0 0-1,-1 1 0,1 1-1,0-1 1,1 1-34,-1 0 1,1 0-1,0 1 1,0-1-14,0 2 1,0-1 0,1 1 0,-1-1-2,2 1 1,0 1-1,0-1 1,0 1-5,0 0 0,1 0 0,0 0 1,1 1 6,-1 0 0,1 1 0,1-1 0,-1 1 4,1 0 1,1 0-1,-1 0 1,0 0-16,1 0 0,-1 1 0,1-1 0,0 0-10,-1 1 0,1-1 1,0 1-1,0 1 9,-1-3 1,0 2-1,0 1 1,0-2-1,-1-3-524,2 12 1,-1-4 0,-1 3 513,0-13 0,-1 4 1,0 0-1,0-1 1,-1-4-4,0 9 0,0-3 0,-1 2 2,1-6 1,-1 2 0,0 1 0,0-1-190,0-3 1,0 0 0,-1 0-1,1-1 134,0 13 1,-1-1 0,2-1-150,0-3 1,2-2-1,0-1-758,2-4 1,0-1-1,2-3 869,4 11 1,1-6 0,-3-18 0,0-5 0,3 0 0</inkml:trace>
  <inkml:trace contextRef="#ctx0" brushRef="#br2" timeOffset="440117">23694 4217 9638,'-9'1'7230,"2"0"-6339,7-1-460,0 0-285,11-18-6,50 7-1362,-9-11 1233,-8 16 1,4 3 13,1-1 0,1 0 3,8-1 0,4 1-563,-9-1 1,3 1-1,4-1 635,-12 1 1,2 0 0,2-1 0,0 1 0,-1-1-632,12-1 1,0 1-1,0-1 1,1 0 547,-13 1 1,1 0 0,0 0 0,0 0 0,1 0 18,6-1 0,1 0 0,1 0 0,0 0 0,-2-1-186,-2 1 0,-3 0 1,1 0-1,2 0 1,2-1 163,-8 1 0,2 1 1,1-1-1,1 0 1,1 0-1,2 0 0,0-1-117,-3 2 0,2-1 0,1-1 0,0 1 0,2 0 0,-1-1 0,1 1 0,-2 0 0,-1 0 104,3 0 0,-1 0 1,0 0-1,-1 1 1,0-1-1,1 0 0,1 0 1,1 0-42,0 0 0,1 0 0,3 0 0,-1 0 0,1 0 0,-1-1 1,-2 2-1,-2-1 0,-3 0 45,8 0 1,-5 1-1,-1-1 1,-2 1 0,2-1-1,2 1 40,-3-1 0,2 1 0,0-1 1,1 1-1,0-1 0,0 0 0,0 0-13,-1 0 0,0 0 0,-1 0 0,1 0 0,0 0 0,0 0 0,0-1-89,0 1 1,1-1 0,0 1-1,0 0 1,0-1 0,0 0-1,2 1 62,-5-1 0,2 1 0,1-1 0,0 1 0,-1-1 0,0 0 0,-2 1 0,-1 0-6,8-1 0,-1 0 0,-2 1 0,-1-1 0,-1 1 0,-2 0-17,1 0 0,-3 0 0,-1 1 0,0 0 0,2-1-62,-3 2 1,2 0 0,0-1 0,1 1-1,-1 0 1,0 1-356,0 0 0,0 0 0,0 1 0,0 0 0,0 0 0,1 0-586,-1 0 1,1 0 0,0 0 0,0 1 0,0-1 0,0 1 1020,-1-1 0,2 1 0,0 0 0,-2 0 0,-3 0 0,-6 1 0,10-1 0,-7 1 0,-6 0 0,-5 0 0,0 0 0</inkml:trace>
  <inkml:trace contextRef="#ctx0" brushRef="#br2" timeOffset="440843">23580 9705 20408,'-6'-55'1266,"0"-1"0,0 2 0,3 11-841,9 21-167,6-1-107,7 8 6,13 12-95,-9 8 38,11 22 13,-14 17-60,-9-10 0,-2 5-426,-2 8 0,-3 4 374,-3 0 1,-2 3 0,-1-2-650,0 5 0,0 1 581,-2 0 0,0 5 0,2-4-861,1 3 0,3-1 405,1-13 1,3 2-1,2-1-2754,6 0 0,3-2 0,0-4 1676,0 0 0,2-6 1,3-4-1,-3-8 1,-11-17-1</inkml:trace>
  <inkml:trace contextRef="#ctx0" brushRef="#br2" timeOffset="441800">26028 4454 24094,'-1'-13'73,"2"19"-107,7 54 12,-1-10-51,-4-12 0,-1 1-39,-1 9 61,-4-14 1,-3-1 5,-15 10 6,-16-10 56,-12-13 84,-3-11 39,1-18-62,16-4 197,1-30-68,20 7 0,-1-14-101,12 19 191,2 5-246,2 17-29,2 5 12,3 17-18,2 13-10,0 2 16,4 12 18,8 2 10,7-1 57,11-1 100,4-20 23,6-11-23,6-15 0,3-13-98,-28 3 1,-1-1-158,-1-2 1,-1-2 260,19-20-45,-12 3-34,-10 7-44,-10 9-68,-6 9-179,-5 7-246,-1 5-812,2 7-365,0 1 1580,7 14 0,-7-12 0,3 5 0</inkml:trace>
  <inkml:trace contextRef="#ctx0" brushRef="#br2" timeOffset="458626">25788 5679 20414,'-2'-51'978,"0"1"0,-1 5 1,3 10-817,6 20-145,0 15 0,2 18 28,1 17-34,1 22-408,-6-21 0,-1 2 335,-1 6 1,0 1-230,-3 4 0,0 0-958,0 3 0,-1 1-342,-1 0 1,0 0-2054,0-2 1,0-1 3062,1-9 1,0-3 0,0 8 0,2-23 0</inkml:trace>
  <inkml:trace contextRef="#ctx0" brushRef="#br2" timeOffset="459926">25675 6233 17601,'-24'-59'1219,"0"1"0,2 5 0,7 7-1079,11 9-72,14 6-130,12 5-44,19 4-96,16 4-419,-22 9 1,2 2 385,4 0 0,0 1-62,2-1 0,-1 1 62,-1 0 0,-1-1 101,-4 0 0,-2-1 111,22-9 249,-18-2 138,-18-2 68,-16 0 38,-12 0 771,-7 1-664,-2 1 306,1 2-418,5 4-218,4 3-225,4 4-72,7 4 22,7 9 22,11 11-11,13 15-48,-5 3 1,-1 3-14,8 11 55,-14-14 1,-2 0-62,-8 7 56,-7-3 23,-6 4 49,-8-11 68,-9-13 101,-3-9 45,1-14-6,2-11-17,6-11-56,4-9-22,9-4-34,7 0-72,6 1-23,6 4-23,5 4-16,14 2 5,-12 11-10,14 1 16,-17 9-6,1 1 34,-11 4 67,-8-1 0,-5 1-16,-3-2 10,-2-3 7,-2 0-7,0-3 1,1 1 16,0 0-22,1 1 0,1 2 0,1 2-117,1 2 44,0 6 50,0-3 35,0 3-35,0-4 281,0-1-330,2-3-12,-2 2 0,3-2-12,-3 2-4,1 1 10,-1 3 12,0-1-12,0 1 12,0-1-6,0 0 11,2-1-22,-2 1 5,3 2 6,-2 0 0,1 6-17,-2 5 12,1 11-1,-1 10 6,0 6 0,3 11 0,8-5 22,4-5 40,18-13 5,0-18 17,10-11-28,-11-8 79,7-13 161,-6-17-144,-2-8-96,-17 15 0,-4 0 0,-1-12 78,-5-3-16,-7 18-40,-4-1-44,-5 8-46,2 10-27,0 4-123,4 10-1,3 1-1808,2 16-5639,11 0 7610,3 7 0,-1-14 0,-4-5 0</inkml:trace>
  <inkml:trace contextRef="#ctx0" brushRef="#br2" timeOffset="460318">27106 5847 25259,'5'-1'398,"-3"-2"-5773,22 6 5453,-13-5 1544,15-10-1493,-11-2 803,3-4-786,-5-10-96,-9 12 79,-2-17 3313,-9 19-3391,-6-4-23,1 12 17,-8 3-29,1 8-21,-8 11-18,5 6 12,0 13 50,10-9-39,3 26-22,6-23 8,5 5 0,5 0-48,12 5-61,-2-11 0,5-1-1233,14-2 1,4-5 1355,-6-4 0,-2-3 0,16 7 0,-35-16 0</inkml:trace>
  <inkml:trace contextRef="#ctx0" brushRef="#br2" timeOffset="472034">14959 18950 6266,'-6'-1'756,"2"1"-68,4 0-279,5 0-291,-2 0 173,6 0 140,0 0-329,1-1-35,6 1 39,2 0 57,5 0-68,-3 0 84,9 0-56,7 3-27,12 3-68,-6 1 39,7 2 6,-16-3-17,-1-1 274,17 0-246,-24-4 190,38 0-89,-23-4-123,10 0 44,0-3 202,6-2-207,-8 1-31,-9 3 0,2 0-264,7-1 250,9 1 11,-24 3 0,-1-1 62,15-2-40,9 1 35,-21-2 0,0 0-12,16-4-56,-14 2 0,1-1 5,10-3 29,11-3-29,0 3-19,-23 5 0,0 1-19,22-1-1,0 3 17,-33 3-5,24 0-6,-24 0 78,34 0-16,-23 0-17,22-2-34,-19 0 90,12-3 33,5-1-72,1 2-211,5-1 171,-18 4 267,-13 0-323,1 1 34,-9 0 252,16 1-123,-2-1 73,11-1-85,2-2-83,6-2-17,2 0-17,2 2-56,-16 2 11,13 4 106,-22 1-27,6 1 250,-11 2 2,-1-1-3403,8-1 3145,-5-1 0,6-3-34,-18-1-2279,26 1 2235,-10 2 44,6 0 103,8 3-13,-17-2 2348,14-1-2258,-10-2-85,-1-5-38,4-1-34,4-5-68,3-2-16,3 2 67,-1 2-39,-1 4 28,-4 3 33,-2 4 3377,-2 2-3247,8 3-119,-6-2 80,-2-1-57,-3-3 39,-5-2 34,8 1-12,0-1-49,-3-1-18,-2 1 40,-3 0-46,-2 0-60,-1 0 66,1 0-78,-5 0 118,18 1 10,-10 0 52,17-1-91,-7-2 1,-4-1 17,-2-1-107,-5 1-39,-6 0 56,-2 2 27,-3 0-38,2 1 72,3 0 74,4 1-52,5-1 18,4 0 0,3-1-90,2-1-45,0-1 56,-1 0 11,-3 0-38,-1 0 32,-11 1 147,12-3-124,-10 1 28,14-2-156,12-1-29,-16 1 62,-8 2 0,-1-1 73,10 0-12,9-2 1,-7 2 0,-10 0 50,15-3-56,-23 4-6,22-5 12,-7 4-6,2 1 22,5 2 68,-1 2-96,-15 0 17,11 0 12,-15 0 44,8 0-34,1-2-27,1-2 5,0-1-17,-3-1-5,-3 2 28,-4 1 28,0 1-51,-10 1-5,5 1 39,-7 0 22,6 0-44,3-1-17,4-1-12,2-3-16,5 0 22,2 0 40,1 1-18,-2 1-5,-4 0 23,-5-1-6,-4 0-29,-3 1-4,0 0 10,4-1 0,17-2 1,-10 2 16,24-2-17,-12 4-10,12-2 4,-4 3-27,-8 0-6,-11 1 6,-9 0 17,-7 0-12,-3 0 12,0 0 22,2 1-34,5-1-5,5 0 17,6-1-6,1 1-17,3 1 17,-2 1 11,-3 1 0,-4 0 12,-5-1 38,-3-1-16,2-4-28,4-1 33,7-3-5,17-2-56,-14 3 11,17-1-6,-21 5 12,9-2 16,-2 4 29,-1-1-18,0 1-22,0 0 29,1-2-18,3-4-28,5-3 23,5-3 39,3 0 11,2 1 1,-3 3-18,-3 1 1,-6 1 11,-3 1 55,-3 0 107,1 2 40,-1-1-29,1 3-56,-3 0-78,-1 1-68,-4 0 7,1 0-1,0 0 6,10-4-23,-12 1 12,12-4-40,-16 1 17,3-2 12,-2-1-85,-5 1-319,-1 1-689,-1 2-3859,2 1 4929,-2 2 0,-6 1 0,-6 0 0</inkml:trace>
  <inkml:trace contextRef="#ctx0" brushRef="#br2" timeOffset="478039">13124 15744 6764,'-6'-3'3271,"0"0"-1462,6 3-1254,0 0 475,-60-1-162,38 0-512,-12 0 0,2 0 260,22 1-179,5 0-202,3 0-173,1 0 151,5 3 83,3-2 12,8 2 0,9-2-28,12-2-44,13-4-29,14-4-384,-26 3 0,1-2 249,5 0 1,1-1-514,5 0 1,1-1 499,3 1 0,0-1-3,1 0 1,1 1-22,-11 2 1,1 0-1,-3 0-21,2 0 0,-1-1 14,15-1 0,-1 1-288,-22 3 1,-2 0 281,9-2 1,1 1 5,-1 0 0,0 1 11,1-1 0,-1 0-22,3 0 0,-1 1-9,3-1 1,0 0 2,0 0 0,1 0-6,0 1 1,0 0 8,-2 0 0,-1 0 0,-1 0 0,-2 1-11,-3 1 0,0 0 11,-4 0 0,-1 0-164,-1 1 1,-1 0 149,29-3 39,0 0 28,0-2 28,1-1-42,-30 4 0,0-1-3,1 1 1,1 0-6,0 0 0,0 0-17,1 2 0,0 0-1153,8-1 1,-1 2 1141,15 0-3,-19 0 0,0 1 662,8 0-648,12 0 11,-2 0 226,-2-1-170,-1-3-11,0-1-17,2-2 0,2 0-27,2 1-24,3 3-5,-30 2 1,0 0-7,0 2 1,1 0 13,6 1 1,-1-1 3,12 3-18,-17-2 1,-1 0 22,8 0-6,9 1 12,-1-1 22,-1-1 0,-1-1 265,1-3-259,1-1-1,3-2-16,5-1-42,-20 5 0,-1 0 14,14-1-9,-14 3 0,0 0 4,8 0 21,10 1 6,-6 0 3281,-6 0-3157,3 0-113,-14-1 73,13 0-27,-14-2 371,10 2-371,6-2-51,-6 1-23,-4 0 71,-5 2-48,-8 0 5,4 1 28,0-1 18,-6 0-46,-2-1 40,0-3-12,1-1 45,19-4-11,-2-1-84,-1 2 45,-5 2-28,-15 3 61,4 0-11,-3 0-33,3-1-28,-4 0-1,8-2 12,-2 1-6,5-1 0,0 0-27,-7 2-7,-5 1 6,-7 2 6,-5 0 0,0 0 22,0-1 68,3 0-35,2-1-38,2 0-23,2-1-22,1 1-314,3-1-4627,3 5 4952,-7 0 0,-2 2 0,-7-2 0</inkml:trace>
  <inkml:trace contextRef="#ctx0" brushRef="#br2" timeOffset="480336">26390 18548 8466,'-43'12'1009,"0"0"1,0 0 0,-19 6 0,9-3-5270,20-4 4523,7-4 1678,10-2-1252,16-4 1179,11-2-1235,17-4-404,12-2-10,17-4-88,-20 4 1,2-1-40,-3 0 1,2 1-391,21-5 0,0 1 329,-23 4 0,2 0-3,6-1 0,5 0 0,-4 1-6,0 1 1,-1 0-8,-2 1 0,3 0 0,-1 1-29,11-1 0,-3 2 14,-11 0 0,1 0 5,15 1 1,-2-2 1217,-21 1 0,0-1-1204,14 0 1,-1-1-153,-14 1 1,-2-1 149,16-2-50,-16 0 1,0 0 32,9-3 1161,14-3-1144,-19 5 569,-12 5-564,-10 1 388,-12 2-410,-15 3 134,-11 1-178,-31 6 49,-5-1 0,29-5 1,-1 0-14,-13 3 0,2-1-708,-5 1 721,-11 3 1,-3 0-636,21-3 0,0 1 613,-1-1 0,-2 1 1,2 0 10,-2 1 0,-1 0-905,-1 0 1,-5 1 0,4 0 912,-2-1 1,1 1-1,4-2 0,-2 1 0,4-1-66,-1 0 1,5-2 57,-17 1 407,23-3-390,16-3 900,9-1-877,2-1 3391,1-2-3352,1 1 131,0-4-204,4 2 0,6-1 11,9-1-17,12-1 1,15-2 44,15-1-33,-5 3 0,-5 1 0,3 1-9,-11 1 0,0 1-473,19-3 0,1 1 478,-9 1 1,-2-1-17,0 1 0,-1 0 16,-3-1 0,0 0 12,3 0 1,-1-2 21,-4 1 0,0-1-168,-3 1 1,0-1 133,-4 1 1,-2 0 3,20-1-75,-2 0 80,-9 4 888,-12 0-854,-14 3 19,-11 1-47,-11 2 22,-9 1-22,-2 0-23,-37 4 6,24-4-11,-6 1 0,-2 1-34,-18 3 28,17-2 0,-3 0-364,-4 1 0,-1-1 381,-5 2 0,0-1-20,-2 1 1,0-1-1466,1 1 1,2-1 1481,3 0 0,1-1-17,5 0 1,3-1-25,5-1 0,2-1 33,-18 3 33,17-4 17,14-1 691,10-2-691,6 1 3318,14-3-3357,4-2 129,18-3-112,7-3 11,15-1-17,-21 5 0,2 0-509,8-1 1,3-1 497,7 0 0,3 0-467,-16 2 1,2 0 0,0 0 473,1 0 0,1 0 1,-1 0 20,0 0 0,0 1 0,-1 0-376,17-2 0,-1 0 364,-6 0 1,-3 1-109,-6 1 0,-4 0 106,-6 1 0,-3 0 790,14-1-714,-18 2 1426,-12 3-1337,-10 0 903,-3 0-1143,-2-2-100,0 0-2466,1-2 2627,3-1 0,-2 3 0,1-2 0</inkml:trace>
  <inkml:trace contextRef="#ctx0" brushRef="#br2" timeOffset="487552">17882 13825 18207,'0'-5'1809,"0"1"-386,0 4-1362,-10 14-38,12 19-12,-6 22-22,12 0-99,-2-9 1,1-2-98,-1 2-476,1 4 0,1 0-2548,1 2 1249,1 9-5213,-1-15 7195,-3-21 0,-3-8 0,-1-12 0</inkml:trace>
  <inkml:trace contextRef="#ctx0" brushRef="#br2" timeOffset="488385">17871 14326 8125,'-9'-4'5730,"2"1"-3198,7 3-1395,0 0-1177,4-73-94,25 38-336,-9-13 0,4 1 293,11 26 1,3 5-82,1-2 1,0 1-68,-2 2 0,0 1-39,-4 3 0,-2 1 44,16-5 437,-20 6 404,-16 3-314,-12 4 528,-10-1 306,-4-1 600,-5 0-526,-1-2-90,4-1-280,4 1-381,6 2-297,5 3-50,6 0-6,2 1-22,18 7-17,1 3-34,13 9-22,-1 3-39,2 3-23,-1 1 34,-3-1 45,-9-1 61,-11-1 62,-12-3 40,-13-3 16,-9-4 67,-6-5 67,-2-7 6,5-9-50,9-7 0,7-8-56,12-4-62,9-4-28,12-1-3409,9-1 3359,6 4-12,4 3-46,-1 7 18,-6 4-5,-8 6 17,-11 5 44,-9 1 29,-7 2-12,-3 1 3349,-7 1-3360,2 0 73,-4 2-68,4 1-10,2 2 5,0 3-6,5 3-22,4 2 0,5 2 0,6-1 0,4 0 0,3-4 17,3-5 11,0-5 11,-2-8 34,-3-8 44,-4-8 35,-5-9 44,-5-4 33,-5-3 40,-2 3 5,-1 5-38,-1 7-85,-1 6-101,0 7-89,-1 5-67,2 4-152,2 7-380,3 7-903,6 8-2346,4 8-84,-1-4 3123,2 3 0,-10-17 0,1 0 0</inkml:trace>
  <inkml:trace contextRef="#ctx0" brushRef="#br2" timeOffset="488760">19152 13905 23937,'-7'-9'50,"5"3"-27,14 12-18,3-2 7,1-2 10,-1-3 17,-1-5-5,-1-6 39,-3-7 22,-3-5 34,-3-2 44,-5 0 57,-4 2 89,-4 3-27,-3 5-96,-2 5-56,-2 6-45,-2 5-22,-3 9-17,1 7-23,1 10-10,4 4-29,6 7-27,9 2-63,12-1-206,12-3-113,14-5-470,13-5-76,-21-12 1,1-2-1901,5-1 0,-1 0 2861,26 6 0,-22-7 0,-18-5 0</inkml:trace>
  <inkml:trace contextRef="#ctx0" brushRef="#br2" timeOffset="489102">18024 14680 18398,'54'-25'182,"1"0"0,-1 0 0,0 0 0,0 0 0,-3 0 0,1 2-149,5-1 1,1 0 0,-3 2-472,-13 5 1,-1 1 0,1 0 453,10-4 1,2-1 0,1 1-3,-9 3 0,2 0 0,-1 0 0,-4 1 3,18-6 0,-3 2-4,-12 3 0,2 1 0,-8 2 1147,15-5-1121,-7 2 571,-26 9-929,-22 6-555,-12 7 874,-11 4 0,9-3 0,1 1 0</inkml:trace>
  <inkml:trace contextRef="#ctx0" brushRef="#br4" timeOffset="498196">24857 14652 5047,'-61'10'1148,"1"0"1,8-2-1,11-1 2515,21-5-2716,25-3 342,3 1-667,29-6-152,11-2-308,6-1-260,-12 2 1,3 0 178,-2 0 1,2-1-29,14-1 0,6-1-16,-11 2 1,4-1-1,-2 1-17,-5 1 1,-1 1 0,0-1-16,-2 1 1,0 0 0,-1 0-6,-3 1 0,0 1 0,-4 1 461,6-1 1,-2 1-507,5-1 0,-2 1-535,15 0 519,-34 2 5,-40 5-11,-34 2-951,0 1 1,-4 0 1019,13-2 1,-2 1 17,-7 1 1,-5 1 0,6-1 78,13-1 1,0 0-37,-15 3 1,-5 2 0,6-1-22,14-3 0,0 1 44,-27 6 1,-1 0 8,18-5 1,1 0 47,-19 3 0,0 0-107,19-4 1,2-1 75,-12 1 0,7-2-45,17-2 205,-3-1-283,40-8 28,19-4 16,28-8-22,-3 3 1,4 0 1199,-15 4 0,0 0-1211,4 0 0,4-1 0,-2 2 19,1 0 1,1 2-13,-3 0 1,2-1-1,-3 2-7,0 0 0,-1 0 3,14 0 0,-8 1-20,-17 2 507,8 0-428,-40 3-51,-32 6-11,-1-2-26,-19 4 1,-7 2-536,13-3 0,0 0 564,-10 2 0,-1 1 5,-2 0 1,1 0 7,13-2 1,1 1-9,-13 2 1,1 1 275,17-4 1,3 0-279,-18 6 38,37-8 113,22-3-56,4-1 112,25-4-87,-3-1 0,3-2-73,7-1 0,1-1-78,2-1 1,2-1 77,10-3 1,0-1-10,-7 2 1,1-1-14,-2 1 1,3-1 0,-2 1-15,10-1 0,-3 0-152,1 0 1,-7 2-610,-4 3 744,-26 5 0,-18 3 0,-6 1 0</inkml:trace>
  <inkml:trace contextRef="#ctx0" brushRef="#br4" timeOffset="507322">9256 11504 12864,'53'5'1058,"-18"-4"0,-2-1-695,6-3 75,3-3 1,4-1-972,-11 2 0,0-1 640,6 0 0,3-1 18,4 0 1,2 0 12,6 1 0,1 0-39,3 0 0,1 1-466,-13 1 1,1 1 0,-3 1 492,1 0 1,-2 0-9,11 1 1,0 1-83,-10 1 0,1-1-14,-1 1 1,4 1 0,-2-1-13,-5 0 1,-2 0 0,2 0-313,7 1 0,1-1 0,-1 0 330,-5 0 0,-1-1 0,-1 0-104,10 0 1,1 0 124,-9-1 1,1 0 0,-1 0 3,11 0 0,1-1 117,-4 0 0,5-1 0,-3 0-8,-10 1 0,-1-1 0,1 0 7,4 0 1,0 0 0,-5 0 51,-2-1 1,-2 1-485,15-2 1,-2 1 735,0 1-832,6-1 1,1 0 436,-24 3 0,-1-1 102,7 0 1,2 0-88,8 0 0,-2 1-188,5-2 153,4 0 1,2 0-55,-27 0 1,-1 0 47,13-2 1,0 0 36,-14 0 1,-1-1 570,26-8-533,-16 2 317,-5 0 0,1-1-291,-4 3 1,1 1 909,9-3 0,2 0-781,-5 4 0,-1 3 163,21 0-91,-8 4-992,-12 2 791,-13 0-94,-14 2 534,-8-2-388,-6-1-95,-5-1 1812,1 0-2057,-7-4 1,8 4 0,-2-3-1</inkml:trace>
  <inkml:trace contextRef="#ctx0" brushRef="#br4" timeOffset="508947">15339 9878 14001,'-2'-33'2578,"0"1"0,2-3 0,2 4-2331,3 9-8,4-4-49,-6 20 82,-1 2-233,-1 4 35,0 11 10,-4 12-18,-1 18-10,-4 11-17,2 6-11,6-24 0,1-2 17,5 10 61,15 1 163,8-31 190,13-5-16,11-21-278,-23 1 0,1-5-329,4-5 1,-2-4 261,3-3 0,-2-1-28,-1-1 0,-2-1-22,-2 1 0,-3-1-3,-4 2 0,-2 1-23,-3 1 1,-1 1 16,9-22-5,-6 10-29,-6 9 6,-2 10-106,0 7-264,5 5-250,6 4-555,0 3 1164,19 11 0,-26-7 0,11 8 0</inkml:trace>
  <inkml:trace contextRef="#ctx0" brushRef="#br4" timeOffset="511568">20322 10737 10175,'-56'12'502,"-1"1"0,11-3 1,1 0 494,-6 2 0,1 0-1252,14-2 0,0-1 616,-15 4 0,0 0-72,14-4 0,4 0 649,-19 6-675,18-5-6,17-4-89,10-3-5,7-1 352,10 1 530,7-1-799,14 0-3431,12-6 3275,-3 1-26,-8-3 1,4-1-425,10-3 1,2-2 384,6-1 1,3-1-19,-9 2 1,3 0-1,-3 0-2,4-1 1,2-1 2,-11 4 1,4-2-1,2 1 1,-2 0-4,11-3 1,0 2 0,-1-1-342,1 0 0,-1 0 0,1 0 332,2 0 0,1 0 1,-7 2-3,-7 2 1,-5 0 10,0 0 1,-1 0 30,-2 1 1,-5 1 2703,-8 2-2477,0-1 865,-31 6-1111,-11 3 11,-17 4 1727,-15 6-1755,2 1-554,-2 0 1,-5 1 533,7-2 1,0 0-559,-10 2 1,-3 1 580,3-1 1,-3 0 0,6-1 1,8-2 1,-2 0-1,0 1 1,-8 2 0,0 0-1,6-2 1,-8 1 0,3 0-3,5-1 1,-3 1 0,4-2-2,-2 1 1,5-2-11,7-2 1,2 0 12,-20 5-5,14-4 11,15-4-44,12-3-1,9-2 68,32-8-23,9-4-11,-1 1 0,6-1 0,18-7 0,2 0-39,-16 5 0,3 0 37,2-2 0,5 0 1,-2 1 1,-10 3 0,-2 1 0,2 0 3,11-3 1,3 0 0,0 0-161,-1 1 0,0 0 0,-1 1 153,-2 1 0,0 0 1,-2 0-1,-5 2 0,-1 0 1,-1 1-175,11-2 0,-3 1 169,-13 3 1,-2 0 31,8 0 33,-28 5 869,-30 6-897,-26 5-22,7-1 0,-4 0 548,-9 3 0,-3 1-551,-9 1 0,0 0-384,9-2 1,-2 0 380,-1 0 0,-6 1 0,4 0-637,-5 2 0,-1 0 642,3-2 1,-3 2-1,1-1-1,12-2 0,2 0 0,0-1-3,1 0 1,2-1 0,0 1-248,-16 4 1,3-1 250,7-2 1,4-2 11,9-2 0,3-1 447,-8 0-470,20-4 1048,26-8-1036,20-7-1,25-8-5,-15 6 0,2 0 234,9-3 1,3 0-235,5-1 0,3-1-323,-17 6 0,2-1 1,-2 1 324,9-3 1,1 0 2,0 0 1,3-1 0,-3 1-568,2 0 1,-1 0 568,-3 2 1,1-2-1,-2 1-237,5-1 1,-4 2 248,-7 1 1,-3 0 25,-6 3 0,-4 1-28,4-2 658,-13 4-1000,-19 6-2589,-15 5 2914,-9 5 0,4-3 0,1 1 0</inkml:trace>
  <inkml:trace contextRef="#ctx0" brushRef="#br4" timeOffset="517777">5568 6557 7524,'-2'-3'2887,"1"1"-1198,1 2-1983,-19-17-13,15 13 280,-12-12-25,22 18 43,7 2-22,5 1 139,6-2 65,4-1-14,9-3 116,8-4-85,9-4-428,6-2 314,-27 5 0,0 1 20,3-1 0,-2 1 3,24-2-49,-13 3 1,1 1-59,-13 1 0,1 1-9,14-1 0,2 1 27,-10 1 0,-1 0-1,0 0 1,-1 0-6,1 0 1,1 0-2,-1 0 0,0 0 9,1 0 1,1 1 0,-1 0 1,1 0-6,-1 0 1,1 0 1,0 0 0,-1 1-6,22 0 19,-16-1 0,0 1 11,-14-1 1,0 0-48,14 0 0,1 0-5,-10 0 1,-1-1-12,1-1 0,0-1-7,0-1 0,0 0 59,0-2 0,1 0-6,0-1 1,0 1 5,0-1 1,-1 1-7,1 0 0,0 1 70,-1 0 1,0 0 0,-1 1 1,1 0-10,0 1 0,-1 0 60,19 0-130,-17 1 1,1 0-28,11 1 44,-14 0 1,0 0 101,22 0-59,2-2-24,2-3-4,-30 1 0,0 0 3,1-1 1,0 0-19,1 1 0,0 1 2,0 0 0,1 0-58,0 1 1,-1 0-29,1 1 1,-1-1 19,-1 2 0,0-1-17,30 0-44,-4 1 109,-5-1-13,-6 1 19,-4 0 146,-4 1-9,-2-1-148,0 1-22,-3-2 34,2-1 192,-1 0-355,2 0 57,0 0-21,2 1-26,1-2 158,5-1 34,5 1-67,7-1-34,-10 2-88,-11 0 1,-1 0 188,14-1-48,-14 0 1,-1 0-37,21-4 7,-2 0 44,-1 0-12,-2 1-324,0 2 306,-3 0 44,-3 3-67,-4 0 235,-4 1-179,-4 0 65,-2 0-42,-1 0 254,2-3-285,1 0-145,4-4 57,3 1 189,5 0-38,5-1-174,8 1 46,-26 4 1,1 0-237,2 0 1,0 2 229,1-1 0,1 1 30,-1 0 1,1 0-1567,6 1 1,-2 1 1605,15-2 2,-19 2 1,-1-1-136,7-3 138,10-1-2099,-6-2 2100,-6 1 226,-7 0-266,-5 3 56,-2 0 56,-1-1 2176,4-1-2227,2-3 47,2-1-69,-2 2 3488,-2 2-3471,-2 2 34,-4 0 33,-3-1-3302,2-2 3258,-9 1 50,8-3-17,-3 0-50,8-1-51,7 0 102,8 2-1,-8 2 0,1 1-89,14 0 10,-11 0 1,0 1 34,11 0-7,8 1 24,-7 0 83,-10 0 118,-8-2 39,-5-2 3325,-1-4-3459,2-2-34,6-2-23,9-1-1808,-9 5 1,1 1 1679,16-3 8,-12 5 1,0 1-13,11 2 9,6 0 6,-12 2 62,-17 0 84,-10 0 16,-7 0-61,0-1 3345,4-2-3395,5-2-3371,13-2 3331,-9 3-11,13 0 0,-11 3 22,7 0-27,-5 3-1,-6-1 6,-7 1 3370,-7 0-3533,-3-1-710,1-1-2751,6 0 3624,1 0 0,-3 0 0,-3 0 0</inkml:trace>
  <inkml:trace contextRef="#ctx0" brushRef="#br4" timeOffset="519333">11454 4948 17626,'26'-39'241,"0"0"0,-1 1 0,12-16 0,1 6-193,-9 24 0,2 4-311,-1-2 0,1 1 249,0 1 0,1 1-62,1-1 1,0 2-90,0-1 0,0 2-79,0 1 0,-1 1-125,26-9-1059,-14 11-242,-19 13-447,-21 14 136,-21 10 586,-17 9 801,-11 2 415,-4-2-2515,-3-1 2856,20-11 552,2-2 860,22-13 112,2-1-207,5-7 375,1-3-112,0-4 2983,2-1-3801,0 0-319,-1 2-308,1 3-207,-2 2 44,3 8 28,1 8-11,5 11 6,5 12 0,4 8 0,4 10-483,0 4 365,-10-28 1,0 1 16,8 27-28,0-4 5,-2-9-10,-2-7 5,-2-8 28,-4-9 45,-4-8 67,-3-6-106,-2-6-1468,-1 0 0,0-1 0</inkml:trace>
  <inkml:trace contextRef="#ctx0" brushRef="#br4" timeOffset="521829">16474 6062 11648,'-4'-2'2700,"1"1"-499,3 1-1534,-8 45-29,13-10-327,-5 1 0,2 2 339,16 9-23,1-6-67,0-10 146,2-11 162,-1-10-134,4-14-3650,4-14 3235,9-17-190,-16 11 0,1-3-129,2-4 0,0-1 112,1-3 0,-1 0-14,0-1 0,0 0-34,-2 2 1,-1 1-15,-2 3 1,-1 1 11,14-18-40,-9 14-39,-6 13-61,-5 12-191,2 10-33,-4 3 2082,6 11-11611,-2 10 9775,-3-1 0,-2-3 1,-8-12-1</inkml:trace>
  <inkml:trace contextRef="#ctx0" brushRef="#br4" timeOffset="525938">5148 2390 6367,'-8'0'3735,"1"0"-2710,7 0 283,0 0-829,13-13-5,4 8-215,16-12-9,7 11-27,-5 1 83,20-1-27,1 1-650,-7 0 1,4 0 470,-4 0 1,2-1-72,-10 1 0,2 0 0,0 0 41,17-4 1,-1 1-43,-15 2 1,1 0-1,-2 0-4,10-2 1,2 0 3,5 0 0,4-1 0,-5 2-27,-9 0 1,1 1 4,2-1 1,9-1 0,2 1 0,-7 0 53,-8 2 1,-3 1 0,3-1-14,1 0 0,4-1 1,0 1-1,-3 0-36,6 1 1,-3 0-1,0 0-445,-1 0 1,-1 0 0,-1 0 447,-2 0 0,0 1 0,-1-1 3,-2 0 1,0 0-1,-2-1 19,6 0 0,1 0 128,-5-2 1,3-1-1,-3 0-1352,3 0 0,-1-1 1264,-4 1 0,4-1 0,-3 0 137,9-1 1,-3 0-295,-2 1 1,0 0 187,-2 0 0,-2 1 328,-11 2 0,0 0-78,13-1 0,0 1-177,-15 2 0,0 0 188,13 0 1,-1 0 23,12-1-100,-17 2 1,0 0 2853,13-4-2681,-16 2 0,0-1 555,10-1 820,-12 0-872,-12 3-250,-9 1 164,-7 2-357,-4 1 1608,0 0-2094,-2 0-1731,5 0 1591,1 2 0,-1-1 0,-1 1 0</inkml:trace>
  <inkml:trace contextRef="#ctx0" brushRef="#br5" timeOffset="537973">6600 695 24872,'21'-50'-137,"1"1"0,0 2 1,5 7 796,2 19 1,3 4 108,2 0 0,1 1-676,0 2 1,1 3-877,-3 2 0,1 1 731,27-2 1,-28 7 0,-9 1 0</inkml:trace>
  <inkml:trace contextRef="#ctx0" brushRef="#br5" timeOffset="538197">6854 468 25652,'11'44'-2307,"2"7"1793,-5-18 0,0 1-366,1 3 1,0 1 310,0 1 0,0 0-490,0-1 1,1-1-796,-1-3 1,0-2 1803,10 27 0,-9-29 0,-2-8 0</inkml:trace>
  <inkml:trace contextRef="#ctx0" brushRef="#br5" timeOffset="538898">7199 687 12563,'-3'-3'3961,"0"1"-1681,3 2-2247,-32-18-155,38 23-25,-16-7-3387,57 38 3446,-12-10-90,-11-5 0,0 0 127,4 7 10,3 7-115,-11-3 131,-10-3 75,-13-6 34,-8-5 3448,-8-8-3375,-4-5-12,1-13-38,3-6-68,7-11-73,6-5-72,13-4-34,10 0-28,13 0-224,19-4 257,-12 12-167,18-5 5,-22 15 168,3-2 202,-12 3 39,-10 1 51,-8 0 89,-6-1 744,-6-9-732,2 11-253,-3-4-207,6 15 67,2 5 151,3 7-10,4 10 10,6 7-44,3 4-1,9 7 34,-8-14 34,10 2 67,-8-17 84,5-3 63,-2-12 26,-3-7-16,-5-12-39,-4-4-18,-7-3-10,-4 0-23,-4 4-39,-4 2-45,-1 7-72,2 6-258,4 5-337,4 5-1136,13 9-2045,5 4-3612,12 9 6517,-6-4 0,-8-5 0,-8-5 0</inkml:trace>
  <inkml:trace contextRef="#ctx0" brushRef="#br5" timeOffset="539289">8112 566 18936,'-11'-25'118,"11"1"263,17 14-314,6-4 113,-1-4-57,-3-5-19,-9 6-31,-4-7 135,-10 8-152,-4-2 0,-6 2-34,-4 4-5,-6 5-11,7 3 61,-7 6 0,9 4-11,-2 5 0,2 14-39,8-8 0,2 9 16,6-6-22,7 4-39,6 6-5,19 7-129,2-8-12,3-3-425,8-7-880,-4-9-1434,-7-5 1,1-1-3720,21 0 5784,-6-4 0,-29-1 0,-17 0 0</inkml:trace>
  <inkml:trace contextRef="#ctx0" brushRef="#br5" timeOffset="539663">6757 1449 17440,'45'-25'170,"0"0"0,0 1 1,0-1-1,3-1 1,1 1-1,-2 0 0,-3 4-92,10-2 1,-3 3-1499,1-2 0,3-1 1453,-8 3 1,2-2 0,2 0 22,5-3 0,2 0 0,0 0-483,-13 5 0,0 0 0,0 0 0,1 0 463,6-2 1,1-1-1,0 0 1,-3 2 17,2-1 0,-3 1 0,-2 0 62,-5 3 0,-2 0 1,-2 2-47,1-2 0,-2 2 417,-4-1 0,-6 3-543,-11 5-9775,-5 1 9493,-24 17 1,3-5 0,1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5:22:50.76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1687 2062 16325,'-4'-49'1482,"0"0"1,0 5-1,1 6-687,0 9-124,1 10-270,-2 10-295,0 4-105,-3 13 89,-2 3 35,-13 27-24,-8 17-173,4-7 1,-1 5 144,3 5 1,2-1-13,2-9 0,3 0-32,7 0 1,6-4-72,17 3-293,10 2-306,16-12-596,10-13-1042,5-12 1223,-8-8 20,-10-10 1,-1-4 625,1-3 423,1-9 1,-1-3 434,-6-9 263,6-15 213,-23 11-437,-11 11 1378,-11-5-862,1 17-46,-6-2-839,8 12-28,0 5-40,3 8 396,-1 8-452,2 11 6,5 5 0,6 2-22,7 0-1,6-3 23,2-6 17,2-7 34,0-8 27,1-16 17,3-11-39,-5-6 269,16-25 45,-14 11 55,8-14 46,-16 18-12,-8 11-202,-7 11-217,-2 8-52,-2 6 35,-10 36-23,4-11-6,-2 7 1,-1 4-359,-1 23 330,4-18 1,1 3-830,1 5 0,2 2 124,1 3 0,3 0-1328,2-1 0,4-1 1954,4-3 0,1-6 0,3 6 0,2-17 0</inkml:trace>
  <inkml:trace contextRef="#ctx0" brushRef="#br0" timeOffset="1793">2674 2011 14206,'0'-9'5606,"0"3"-8542,0 6 4463,-8-61 892,3 39-2265,0-11 0,-1 3 659,0 24-1045,-2 9-386,-16 25 2135,3-4-913,-5 15 1,0 4 445,8-11 0,2 0-513,-4 6 0,1 2-108,5-2 0,5-1 65,4 18-384,6-23 1,5 0-1249,8 0 1,5-4-1525,28 13 782,-14-22 0,0-3-1006,19-3-577,-18-9 1,0-3 3305,23-9 0,-16 5 0,-8-6 1</inkml:trace>
  <inkml:trace contextRef="#ctx0" brushRef="#br0" timeOffset="2551">2933 2365 12806,'-3'0'7752,"0"0"-5355,3 0-2778,-35 67 230,30-47 296,-11 18 1,8-3 649,36-27-406,5-5-655,13-11-83,-2-14 295,-8-3 226,-12 4 0,-2-2 107,14-26-765,-11 5 1,-1-4 490,-6 3 1,-2-1-20,0 1 0,-3-2 184,-5-11 1,-2 5-270,-2-2 400,-4 2 0,-2 1-154,-5 7 2,-8-10-22,6 34-91,-1 10-14,4 17 452,-4 12-131,-2 20-33,-1 20-183,7-20 1,2 1 81,0 6 1,2-1-155,2-7 1,1 0-83,2 8 0,2-1-197,2-9 1,2 0-572,8 13 1,3-1-19,0-12 1,3-4 48,6 0 0,2-5-140,15-7-533,15-13 722,-13-19 983,-15-1 1,-2-2 386,13-20 148,-7-5 1026,-21 10-736,-9 8 86,-4 6-924,-5 8 194,-7 5-710,-2 7 215,-4 2 80,4 6-34,3 2-6,4 1 34,6-1 34,7-2-6,8-4-28,2-3 28,12-10 56,8-13-11,-2-7 11,2-13 22,-19 1 17,-9-2 101,-6 1 206,-7 5-22,-4 7-85,-5 8-209,-4 8 56,-5 6 106,-5 11 126,-5 7 3,-1 14-193,2 9-3397,6 21 3350,11-16-103,10 22-463,19-22-347,4 0-2041,9-14 1,7-3 2677,-5-7 1,0-3 0,-2 2 0,-2-2 0,14 1-1</inkml:trace>
  <inkml:trace contextRef="#ctx0" brushRef="#br0" timeOffset="4102">5177 2429 8371,'11'0'5764,"-3"0"-2588,-8 0-952,0 0-634,23-67-436,-16 28-714,6-6 0,-3 0 316,-17 5-224,-6 10-224,-13 11-124,-10 11-131,0 17 1,0 5-49,-11 3-157,13 1 1,3 4 168,-5 19-34,3 8-1642,15-12 0,2 1 1648,-1 14-6,12 11 6,19-34 34,12-1 5,12-13 50,6-19-5,3-17-28,2-19-230,-24 14 1,-1-3 229,0-5 0,-2-3 3,0-4 0,-3-3 8,-1-3 0,-1-3-6,-3-3 0,-1-2 17,-2 0 1,-1-1-1,-2 4 0,-1 1 14,-3 6 1,0 3 91,-1-21 3041,-6 24-3158,0 19-129,-3 13 45,0 18 51,-3 16-23,0 24-9,4-16 1,1 3-23,1 6 0,1 2-14,0 3 0,2 0-31,2 1 1,1 0-57,2-2 1,2-1-383,2-3 0,3-3 183,1-5 1,3-2-465,20 18 235,4-19 302,0-17 152,-1-18 184,8-29 84,-16-1 74,1-17 111,-20 18 1037,-6 8-958,-3 7 654,-3 9-872,0 3-180,0 4-12,0 7-21,2 0 5,4 7 0,8-4 45,8-3 39,7-8-28,3-7 106,4-18-61,-9-3-56,-4-2 22,-11 6 162,-7-5-55,-4 7 11,-11-8-90,-8 18-95,0 5 6,-3 10-23,1 10 22,-2 9-16,-6 13 11,4 9-28,6 18 17,8-19-17,11 15 0,13-27-3403,24 7 3420,-5-18-234,6-11 0,2-6 245,0-7-148,1-5 1,1-4 158,-14-1 1,-1-4 7,8-7 1,-1-3-6,-3-4 0,-3-4 2,-7 1 1,-2-4 0,-2 2-254,1-3 0,-2-2 255,-2-1 1,-1-4 0,-3 4 3,0-1 0,-3 2 26,1-7 0,-2 2 1414,-2 10 1,-3 3-1256,-8-12 465,-1 24-655,-4 13 448,2 19-453,-2 12-12,-3 21-3,6-11 0,1 4-438,-2 22 0,2 2 427,1-14 0,1 0-1,1 3 0,1 3 0,0-2-41,1 3 0,2 0-290,2 10 0,5 1-10,5 0 1,3-4-52,0-17 1,1-4 148,1-5 1,0-6-852,5-4-925,-13-24-4446,-2-17 6079,-9-8 1,3 9 0,-3 10 0</inkml:trace>
  <inkml:trace contextRef="#ctx0" brushRef="#br0" timeOffset="4619">6154 2178 24172,'-2'-35'-78,"3"6"-116,31 27 1,10 8-339,19-2 179,-16-1 1,-1 0-1,10 0 11,-19-4 0,-4 0 292,-1-3 156,17-7 252,-29 2 209,-3-3 60,-9 1 415,-11 1-712,0 5 180,-7 0-236,2 5-77,-7 6-164,6-1 6,-4 16-39,11-2 0,2 9 6,7-9-17,11 3 28,14-5 22,2-4-11,2-3 61,-6-13 23,-7-6 68,4-15-35,-8-3 12,-4-7 17,-9 4-85,-4 8 180,-9-5-123,-2 13-57,-9-3-50,-3 11-5,-4 7-45,5 4 5,-4 8-22,5 13-5,3 4-57,6 11-145,15-2-376,13 2-845,16 2-986,14-3-1910,-17-21 1,1-3 4351,25 10 0,-19-13 0,-14-7 0</inkml:trace>
  <inkml:trace contextRef="#ctx0" brushRef="#br0" timeOffset="5047">7304 2212 26290,'-50'-15'46,"-1"-1"1,5 3 0,7 10-75,11 38 5,6 8-22,6 6 6,7-10-17,20 14 34,3-30-6,12-1 0,6-4 11,19-7-260,-11-7 1,1-3 273,-6-7 0,0-4 3,0-4 0,0-5-1527,6-14 1,-2-4 1526,-11 10 0,-2-2 0,-3-4 0,1-4 0,-3-1-332,2-8 0,-3-2 341,-3 7 1,0-1-1,-1 0 19,0 0 0,-1 1 0,-1 0 53,3-14 1,-3 1-78,-4 9 0,-2 3 276,-4-21 189,-8 21-268,-2 19 2785,0 14-2958,-1 9 1029,-2 15-1034,-6 18-12,-6 25-300,9-19 0,0 3 275,1 8 0,1 0 8,2-7 1,2 0-51,2 10 0,4 1-490,11 0 0,5 0-1137,2 1 0,5 1 1683,0-12 0,2 0 0,-1-6 0,-4-8 0,0-4 0,17 19 0</inkml:trace>
  <inkml:trace contextRef="#ctx0" brushRef="#br0" timeOffset="5693">7634 2120 12315,'-5'0'7993,"2"0"-6162,3 0-173,-72-2-1395,52 2-143,-22 0 1,12-2-20,34 1-6,13-4-39,22-1-45,-7 1 0,3 0 0,11-1 1,2 0-542,8-1 0,1 1 538,1-1 1,0 0 5,-5 0 0,-2-1 31,-9 0 0,-4-1 139,13-9 24,-27-2-1,-14 0 23,-14 1 94,-3 0 17,-4 2 1097,2 4-1140,1 4-170,4 3-88,2 4-55,2 6 96,0 8-39,0 13 34,5 10-74,2 11-86,5 4-259,4 3-564,1-1-1435,3-4 2320,4-8 1,-11-18 0,-1-8-1</inkml:trace>
  <inkml:trace contextRef="#ctx0" brushRef="#br0" timeOffset="5877">8362 1757 21716,'-4'-4'3325,"1"0"-3272,3 4-59,-21-9-2007,32 29-7818,-11-1 8115,24 15 1,-5-9 0,-15-18 0</inkml:trace>
  <inkml:trace contextRef="#ctx0" brushRef="#br0" timeOffset="6269">8731 1916 32767,'-43'-6'0,"-1"0"0,5 3 0,8 8 0,15 40 0,7 3 0,13 0 0,12-6-980,14-4 330,11-10-308,15-10 293,-16-10-262,13-14 890,-23-10 329,2-15 124,-11-9 111,-10-8-362,-15 14 0,-2 1-258,-3-14 8,-5 15 0,-2 3-117,-7-2-3,-9 1-30,2 13 331,3 10 464,4 12 619,2 11-127,6 16-665,5 9-872,7 10-1481,16 2-3188,15-3 5111,-2-27 1,1-3 0,3 3 0,4-8-1</inkml:trace>
  <inkml:trace contextRef="#ctx0" brushRef="#br0" timeOffset="6595">9058 2027 32767,'10'-51'0,"1"0"0,-2 10 0,-2 7 0,-6 13-579,-1 17-32,0 6 224,-1 14 202,0 16 9,0 30-706,0-14 655,1-11 0,0 0-36,-1 10 96,2 6 108,1-16 41,2-16-226,0-16 17,3-18 182,2-13-28,9-16 91,8-10-2,-5 17 1,2 2-18,10-14 208,-8 17 0,0 4 881,6 1-171,8 2-53,4 17 34,-4 17-759,-5 6-139,0 19 0,-12 3-1790,-6-4 1,-1 3 1568,6 19 0,-5-5 1,-10-31-1</inkml:trace>
  <inkml:trace contextRef="#ctx0" brushRef="#br0" timeOffset="7013">10995 2207 24158,'11'-50'677,"-1"0"1,1-1 0,-2 5 0,0 0 0,-5 11-673,-7 6-216,-3 10-23,-2 39 197,5 9-302,-1 28-30,6-14-1097,4 17-4968,17-2 5575,-3-7 0,2-11 0,-12-28 0</inkml:trace>
  <inkml:trace contextRef="#ctx0" brushRef="#br0" timeOffset="7363">11227 1777 23302,'-11'-44'667,"0"-1"0,1 4 0,-2 14-838,-1 28 334,0 5 481,-6 55-555,12-19-67,3 4-1,5 2-22,17 3 27,10-8 902,13-68-18,-20-7-620,-8-13 1,-5-1-457,-7 0 329,-6 8 0,-4 3-350,-6 14 65,-8-10 195,5 38 1247,7 11-1515,1 17-2941,9 6 1,4 2 3134,2 18 0,-1-24 1,1-5-1,1-9 1</inkml:trace>
  <inkml:trace contextRef="#ctx0" brushRef="#br0" timeOffset="7714">11518 1967 32767,'-19'13'0,"3"-2"0,12 30 0,5 9-414,-3-1-52,2-7 0,0-4-76,3-14 167,2-18 136,4-19-379,5-16-132,7-17 748,-6 17 1,0 0-148,3-3 1,0 1 360,15-19-138,-7 16 1,2 3 104,11-1-90,-4 8 0,3 7 299,-3 18 1,1 7-176,-1 1 0,-1 4-577,0 12 0,-3 5-399,-9 0 1,-5 0-709,9 22 812,-16-14 0,-2-2 0,-4-10 0,1 14 1</inkml:trace>
  <inkml:trace contextRef="#ctx0" brushRef="#br0" timeOffset="8302">13617 1999 22725,'7'-56'1013,"-1"1"1,-2 7 0,-2 6-661,-9 7-220,-3 18-184,1 12 8,2 18-2,1 17 139,3 24-57,1-20 1,1 2-275,2 5 1,0-1 213,2 1 1,2 0 8,3-4 0,2-1 8,2-5 1,4-3 31,19 12 30,3-18-82,-1-20 18,0-21 120,-1-20-45,-18 13 0,-1-3-199,-1-3 0,-2-2 171,-2-1 0,-1 0 9,-3 1 1,-2 1 187,1-24 386,-9 15-574,-1 15-266,-3 14-361,3 9-502,5 15-2058,10 10 2392,10 19 1,-8-17-1,3 1 1</inkml:trace>
  <inkml:trace contextRef="#ctx0" brushRef="#br0" timeOffset="9304">14224 1988 22569,'0'-4'3943,"0"1"-3144,0 3-26,0-7-965,4 26-14,-1 4 88,2 31-41,-5 4-45,-7-4 198,-4-9-11,0-16-210,2-12 422,5-16 116,4-25-297,4 1 163,8-30-25,8 6-87,-5 17 0,1 0 22,1 1 1,1 2 14,3 1 1,-1 2-69,6-5-48,4 6 81,-13 18 376,7 4-98,3 11-255,3 12-308,5 14-535,4 12 70,-18-19 1,1 1-724,3 2 0,3-1-603,3 1 0,4-2-2907,12-1 1,3-5 1545,-10-6 1,1-6 4470,6-6 1,-3-8 5238,0-16-1186,-10-19-2825,-22 5 0,-5-3-1198,4-19-752,-6 17 1,-1 0-1586,-2-17 1186,-5 20 2065,-9-1-2340,-22 22-1981,-10 8 2340,-5 8 57,18 6 0,0 4 150,-19 16-169,17-3 1,1 2 2344,-8 11-2370,20-1 0,6 0 39,15-1-229,11 18-19,16-42 0,8-8 104,23-7-4,-22-1 0,0-6 83,3-13 1,-4-7-27,-10 6 0,-2-5 1,1-5 0,1-6 0,-4 2 1232,-2 1 0,-4-2-1153,-1-7 1,-1-5 0,-3 3 69,-4-3 1,-3 1-164,3-7 1,-3 1-17,-6 10 1,-3 6-289,-3 2-13,-2 13 27,5 18-8,2 10 75,-1 13 44,-4 36 119,4 0 0,2 4 45,-1-13 0,2 0 12,1 0 0,1 3 0,4-2-64,10 8 1,5-3-33,5 1 1,2-2 566,-6-5 0,2-8-435,30-14 5,-32-57-33,1-2 77,-8-1 1,-1-1 16,-3 2-30,1 0 1,-2 1 100,-3 4-56,1-1-72,-7 21-63,-4 15 97,1 4-166,-6 15 16,4 8 30,0 14-418,9 18 10,7-8 58,4-2-637,10-12-4066,10-14 4257,1-11 0,-6-4 0,-14-14 0</inkml:trace>
  <inkml:trace contextRef="#ctx0" brushRef="#br0" timeOffset="9487">15566 1645 22636,'-24'-42'-663,"1"0"1,0 5-1,9 10 1661,15 22-1372,7 18 285,7 14-1322,-1 2 980,8 22 0,-15-33 0,4 11 0</inkml:trace>
  <inkml:trace contextRef="#ctx0" brushRef="#br0" timeOffset="9835">15832 1803 32767,'-31'-29'0,"15"17"-5915,42 53 4893,4 8 698,-10-16 1,-2-1 1264,6 12-1305,-3-6 917,-6-4-1518,-9-18 627,-1 5-114,-14-29 4180,-1-7-3579,-5-14-169,7 4-82,4-14 67,10-4 225,6 2 60,12 0 81,8 21-1142,21 13 932,-14 9-15,13 7-2934,-18 5 0,1 3 2924,1 0 0,1 0 0,-4-2 0,-2 0 0,15 7 1</inkml:trace>
  <inkml:trace contextRef="#ctx0" brushRef="#br0" timeOffset="10358">16585 2037 32767,'-36'-15'0,"1"1"0,-23-10 0,62 26-182,4 3-113,8 3 242,4 0 127,1-1 180,-2-6-178,-7-7 50,-1-15-126,-7-3-106,-1-10-154,-2 5-140,-3 8 1,-1 2-184,-1 12-87,-1 0 6,1 7 1254,0 5 104,1 5-286,1 2-70,2 9-219,5-5-30,6 7 16,7-7 229,4-2-901,6-5 219,3-4 862,3-11 292,-1-7-806,-3-15 0,-5-10 0,-10-6 0,-6 1 0,-13 4 0,-7 10 0,-10 8 0,-1 11 0,-2 6 0,0 12 0,-3 9 0,-4 15 0,-2 12 0,1 7 0,7 4 0,11 1 0,15-1 0,20-3-2167,18-5 2021,-9-25 1,0-4-1,5 4 1,-1-9 0</inkml:trace>
  <inkml:trace contextRef="#ctx0" brushRef="#br0" timeOffset="11085">17398 1806 24045,'1'-6'3078,"0"2"-2585,-1 4 767,-2-62-1544,-2 45 11,-5-45 65,-7 67 608,-12 9-382,-10 16 180,15-9 1,0 4-263,-1 4 0,1 2 34,1 2 1,1 2 186,4-1 1,2 2-3,4-2 1,3 1-76,4-3 1,6-1-627,19 23 46,21-14 425,-11-26 1,4-5-310,4-6 1,1-5 152,3-4 0,1-5 46,-1-5 0,0-4 45,-3-4 1,-1-5 211,-2-3 0,-4-5 169,-1-6 0,-3-3-609,-1-6 1,-2-2 329,-3-3 0,-2-1-20,-3 1 1,-2 0 85,-3 5 1,-2 3 80,-5 6 1,-1 3 165,0-21-361,-6 23 167,-1 18-551,-2 13 1486,2 6-1080,-2 9 737,-1 14-636,-3 21-23,3-11 0,0 3-436,0 8 0,0 2 411,0 6-1,2 1-30,-1 4 1,2 1-99,0 0 0,2-1-140,1-1 0,2-1-317,3-4 1,3-2-698,3-5 0,3-2-2835,1-6 1,3-3 3347,13 11 1,-12-21 0,-10-15 0</inkml:trace>
  <inkml:trace contextRef="#ctx0" brushRef="#br0" timeOffset="12134">17748 1987 25612,'22'-33'-170,"-1"0"0,5 2 0,2 8-49,31 18-268,-18-1 0,5-1 0,-7-1 571,6-5 5,3 2 1,-9-3 246,-33 0 198,-10 1 52,-2-3 28,-4 4-2,1 1-146,3 5-129,2 3-162,1 1 89,3 7-148,-1 8-65,2 10-61,5 12-138,8 6 29,10 0-5,8-6 28,3-10 54,-3-10 313,0-15 113,-12-7 130,8-25-167,-18 11-48,6-24-47,-10 13-10,-1-15-286,-3 19 139,-7-4-483,1 25 118,-10-2 441,-2 9 404,-8 6 75,-12 11-54,6 6-57,2 0-121,9 5-3,9-2-277,2 11-453,17 15-576,13-3 72,6-1 383,-6-24 1,2-2-604,20 14 362,-8-13 1,2-1-454,15 7 561,-15-15 0,3-5-291,-1-6 1,0-4 722,-7 1 0,1-2-605,15-3 0,0-3-1794,8-10 235,-24 7 0,0-1-4189,20-18 6534,-24 6-65,-10 3-113,-17 5 2351,-5 5 1516,1-3 1942,-3-3-2838,2 1-2165,0-1 517,-3-1-291,-2 3 27,-8-10-463,-1 4-53,-6-2-162,5 10 21,-9 3 8,-1 7 417,-30 17-53,22-5-25,-17 21-118,34-8-208,3 1-77,6 8-188,7-4-255,14 13-397,9-9 20,18 0 78,-4-17 161,15-7 227,-8-12 147,-10-4 1,-1-4 81,16-20 22,-21 7 0,-3-2 80,4-18-95,-12 10 1,-1-5-12,-1-11 0,0-1-707,-2 9 0,-1-1 653,-2 3 0,0-3 1,-2 3 46,-2 0 0,-2 2-140,1 6 1,-2 1 47,-5-27-2,-3 43-64,1 2-14,1 11-2,-2 26 12,1 16 72,2-4 0,0 5-3,2 8 1,1 1-260,0-7 0,1 3 80,3 5 0,1 5 0,1-3-795,-1 6 1,1 0 990,0 0 0,0 4 0,-1-8 0,0-13 0,0-4 0,-3 26 0</inkml:trace>
  <inkml:trace contextRef="#ctx0" brushRef="#br0" timeOffset="12869">20769 1547 22947,'6'-52'1077,"0"0"1,-2 7-1,-5 7-1008,-8 8-155,-7 17-30,-1 16 62,-4 18 39,-7 21 2,12-13 0,0 3-176,-6 16 0,0 1-175,8-15 0,0 1 364,-3 18 0,2-2 28,6-3-22,6-1 0,4 1-465,13 9 456,-1-18 1,4-1-32,25 6-158,6-13 254,2-15 22,-2-17 11,-6-14 34,-8-15 11,-7-11-45,-7-5 0,-6-3 34,-2 1 5,-3 6 687,1 6-704,-1 9 422,3 6-517,1 8 227,6 4-261,5 5-10,8 7-12,2 8 86,2 10 201,-3 9-105,-3 8-110,-5 3-167,-2 3-424,-1-1-547,3-1-1830,6-6 2914,8-4 1,-17-16-1,-1-5 1</inkml:trace>
  <inkml:trace contextRef="#ctx0" brushRef="#br0" timeOffset="14128">21511 1869 28251,'-10'-46'12,"-1"1"1,1 5 0,3 7-592,7 19 333,2 7 246,4 4 383,7 9-264,9 9-104,8 15-387,8 11 438,-18-16 1,-1 0 23,18 27-111,-8-2-128,-11-8-267,-10-10 170,-13-11 230,-8-11 279,-8-11 101,-2-9-81,2-8-94,8-4-130,8-2-102,14 1 227,10 1-37,14 2-102,13 2-92,11 0 83,-24 11 0,-1 0-70,2 0 0,0 1 190,-2 0 1,-1-1 260,23-6-195,-12-2-122,-13-1 207,-13 3-30,-9-9-335,-9 7-260,-4-6 264,-6 6-34,-5 3 104,-4 5 160,-3 4-209,-5 10 216,-3 7 183,-1 10 151,4 8-119,7 5-328,11 4-251,12-2-309,11-3-101,8-8 49,6-9 257,2-9 235,2-10 272,-1-11 117,0-10-4,-4-10 52,-2-4-2,-6 0-177,-4 5-105,-5 6-174,-2 9-214,-3 5-116,-1 6 118,-2 3-74,0 7 84,0 8 42,1 4-21,2 28-129,0-8-383,4 20-625,4-10-745,6-4 394,7-6 1148,10-10 676,7-11 325,-3-11 410,-7-16-194,-15-3 1047,-8-29-543,-6 9-345,0-14-362,0 14 78,0 6-489,0 11 91,-1 3-203,0 10 120,-1 3 81,5 18-118,-1-2 18,8 29-12,0-2-35,4 17-19,-8-20 1,1 0 23,-3-8 1,0 0-199,5 29 54,-5-17 177,-2-19 28,-1-2 106,-1-12 5,0-12-82,0-11-17,0-12-25,0-15 10,-3-14-2,-1 22 0,-1-1-11,-3-10 0,-2-1-225,1 8 0,-1 2 238,0 0 1,0 2-11,-4-16 16,5 13-5,1-9-28,4 0 22,10-14 6,-1 17 11,11-18-23,-4 26-5,3-4-2914,-1 7 2903,-6 14-22,1 4-35,-3 12 1,5 10 73,8 11 5,7 16-20,-7-7 1,-1 0 19,7 14-1,-9-13 1,-4 1 12,-4 7-1,-4 8 3347,-16-9-3313,-9-8 41,-21-8 23,11-11 30,-14-3-56,18-7-30,-6-1-262,11 0-667,4-1 15,11 0-5078,2-1 5906,3-2 0,0 2 0,0-1 0</inkml:trace>
  <inkml:trace contextRef="#ctx0" brushRef="#br0" timeOffset="14594">23013 1453 25096,'1'-48'760,"0"0"0,1 3 0,1 8-676,1 15-56,1 8-17,-3 11-56,0 6-4195,0 23 4251,0-1 220,0 15 0,-1 7-223,0-10 1,-1 0-9,1 9 0,-1 0 8,-1 2 0,-1-3 0,0-9 1,0-1-6,-2 6 0,0 0 11,0-6 0,0-3 47,-4 17-1966,2-24 2057,2-11 2195,4-18-2213,4-29-122,0 8-7,9-33 12,-2 29-9,5-2 1,2 0-15,0 6 438,19-18-443,-23 34 16,15-1-22,-6 7 3404,4 3-3404,7 9 0,-3 7-44,19 20 3,-10 2-348,0 11-29,-21-15-1517,-3 5 1108,-8-10 0,-2-8 1,-3-7-1</inkml:trace>
  <inkml:trace contextRef="#ctx0" brushRef="#br0" timeOffset="15002">24129 1406 21685,'0'-6'3658,"0"1"-2924,0 5-544,0 0-151,-50-51-22,25 46-9,-8-16 1,2 5 2,8 41-28,5 5 1,8 2 4,7-1 18,7-4 0,1-8 33,8-4 67,6-9-55,-4-2 105,16-15-27,-13-4-56,4-7 50,-5-6-39,-9 11 129,1-12-129,-9 16-95,-6-1-6,-5 9-39,-20 17-112,6 4-347,-12 14-588,9 6-1149,6 5-6357,8 4 7761,7-7 0,6-14 0,1-11 0</inkml:trace>
  <inkml:trace contextRef="#ctx0" brushRef="#br0" timeOffset="15292">24091 1703 25270,'-31'26'161,"1"1"1,0-3-1,11-2-60,21-7 38,12 6 20,2-9 7,9 2 43,-3-9 53,-3-9 431,-2-8-228,-4-9-130,-4-6-4,-3-1-146,-3 4-149,-5 5-150,-1 6-49,-2 5-2612,-10 6 2808,-4 8 0,4-3 0,1 3 1</inkml:trace>
  <inkml:trace contextRef="#ctx0" brushRef="#br0" timeOffset="16387">1596 3285 9106,'0'-3'5135,"0"0"-4104,0 3-174,64-13-134,-16 10-1013,5-3 0,4 0 497,-13 5 1,0 2-375,8-1 0,1 0 408,9 0 0,3-1-522,-17 0 1,1 0 0,4-1 401,2-1 1,5 0 0,0 0 0,-3-1-770,0 0 1,-3 0-1,5 0 680,-6 0 1,3-1-1,3 0 1,0 0 0,-4-1-1,1 1 0,-3 0 0,1-1 1,3 0-284,-1 0 1,3 0 0,2 0 0,0-1 0,1 1 263,-10 0 0,1 1 0,0-1 0,1 0 0,-1 0 0,1 1 2,2-1 0,0 0 0,0 0 0,1 0 0,-1 0 0,1 0 2,1 1 1,-1-1 0,1 0-1,0 1 1,0-1 0,0 1-150,0 0 1,1 0 0,0 0 0,-1 0-1,1 0 1,0 0 155,0 0 0,0 1 1,0-1-1,0 1 0,0 0 1,0 0-100,0 0 1,0 0 0,1 0 0,-1 1 0,0-1 0,0 1 88,1-1 1,-1 1 0,1 0 0,-1-1 0,1 1 0,0 1-21,0-1 0,1 0 1,-1 1-1,1-1 1,-1 1-1,1 0 20,1-1 0,0 1 0,0 0 0,0 0 0,0 0 0,1 0 0,-9 0 1,0 1-1,1-1 1,0 1-1,-1 0 1,1-1-1,0 1-5,1-1 1,0 1 0,0-1-1,0 1 1,1-1 0,-1 1-1,1-1-7,0 1 1,0-1-1,1 1 1,-1-1-1,1 1 1,0-1-1,0 1 1,0-1 0,1 0 0,-1 1 1,1-1-1,0 0 0,0 0 1,0 1-1,0-1 0,1 0 0,-1 0 0,1 0 1,-1 1-1,1-1 0,-1 0 2,1 0 1,0 1-1,-1-1 1,1 0 0,0 1-1,2-1 1,0 1-5,-6-1 0,2 1 0,1-1 1,1 1-1,0-1 0,0 1 1,-2 0-1,-2-1 0,-2 1 0,9 0 0,-4 0 0,-2 0 0,0 0 0,2 0 0,3 0 4,-3 0 1,4 0-1,1 0 1,1 0 0,1 0-1,-2 0 1,-3 0 0,-3 0 0,1 0 1,-3 1-1,-2-1 1,-1 1-1,1-1 1,3 0 4,2 1 0,1-1 0,1 0 1,1 1-1,0-1 0,0 0 0,-1 1 3,0-1 1,0 0-1,-1 0 1,1 0-1,-1 0 1,0 0-1,1 1-4,-1-1 0,0 0 1,0 0-1,1 1 1,-1-1-1,0 0 1,0 0-6,0 0 1,-1 0-1,1 0 1,0 0 0,-1 1-1,1-1 1,0 0-4,-1 0 0,0 0 1,1 0-1,-1 0 1,0 0-1,0 1 1,1-1-1,-1 0 0,0 0 1,1 0-1,-1 0 1,0 0-1,0 0 1,1 0 17,-1 0 0,-1 0 1,0 0-1,1 0 0,0-1 1,1 1-1,2 0-14,-7-1 0,2 1 0,1 0 1,0-1-1,1 1 0,-1 0 0,-1-1 1,-2 1-1,-2-1-6,9 1 0,-5-1 0,-1 0 0,0 1 0,2-1 0,2 0 0,-1 0 1,2 0 0,2-1 0,1 1-1,0 0 1,-1-1 0,-3 1 0,-2-1 3,0 1 1,-4-1 0,-1 1-1,-1-1 1,2 1 0,2-1-3,1 0 0,2 0 1,1 0-1,1 0 1,0 0-1,0 0 0,0 0 4,-1 0 1,-1 0-1,1 0 1,-1 0-1,1 0 1,0 0-1,-1 0 4,0 0 0,0 0 1,-1 1-1,1-1 1,0 0-1,-1 0 1,1 1-25,-1-1 1,0 0 0,0 1 0,-1-1 0,1 1 0,-1-1 0,1 0 13,-2 1 0,0-1 0,0 0 0,0 1 0,0-1 0,-1 1 0,1-1 0,7 0 0,1-1 0,-1 1 0,0 0 0,0-1 0,0 1-2,-2-1 0,1 1 0,-1-1 0,0 0 1,0 0-1,0 0 2,-1 0 0,-1 0 0,1 0 0,-1 0 0,0-1 0,1 1-3,-2-1 0,1 0 0,0 1 1,-1-1-1,0 0 0,1 0 3,-2 0 0,1-1 0,-1 1 0,1-1 0,-1 1 0,0-1 1,1 0 1,-1 0 0,0 0 0,0 0 0,0 0 0,0 0-3,0-1 0,0 1 0,0-1 0,-1 1 1,1-1-1,0 0 3,-1 0 1,1 0 0,-1 1 0,1-1 0,-1 0 0,0 0-3,0 0 1,0 0 0,0 0 0,-1-1 0,1 1 0,-1 0-8,0 0 1,-1 1-1,0-1 1,0 0-1,1 0 1,0 1 1,-1-1 0,2 0 0,0 1 1,0-1-1,0 0 0,-2 1 0,-4 0-2,4 0 0,-4 0 1,-1 0-1,0 0 1,4 0-12,1 0 0,4 0 0,1 0 1,0 0-1,-3 0 0,-3 1-91,2-1 0,-3 2 0,-2-1 0,4 0-451,-3 1 1,3 0 0,0-1 0,0 1 0,-3 0 559,5-1 0,0 1 0,-3 0 0,-4 0 0,-2 0 0,-3 1 0,-5 0 0,-6 0 0,1 1 0</inkml:trace>
  <inkml:trace contextRef="#ctx0" brushRef="#br0" timeOffset="20294">3843 4901 19260,'-3'-49'998,"1"-1"0,-1 1 0,0 5 0,0 1 1,0 2-596,-1-4 0,0 4 62,-2-21-179,3 20-180,3 19-89,1 15 11,6 21 0,5 17-11,7 25-6,-9-20 0,-2 3-537,0 6 0,-3 2 545,-2 3 1,-4 2 11,-4 0 0,-2 1-287,-2-4 0,-2-2 262,-1-8 0,1-2 156,-7 9 51,7-25-101,6-31-79,3-9-22,1-13 1,2-5 2,1 4 0,0-1 39,1-19 0,1-2-36,0 1 0,1-1 2,-1-3 1,1 0 5,1 1 0,0 0-5,0 7 0,2 2 132,0 10 0,1 3-135,12-13-22,5 21 5,8 15-23,10 15 46,10 18 2,-22-3 0,0 5 138,2 6 0,0 3-171,0 5 0,-2 3-326,-1 4 1,-4 2 268,-5 2 1,-3 1-163,-5 1 0,-4 1-367,-4-3 0,-3 1-797,-5-4 0,-2-2-2687,0-7 0,-2-4 4078,-7 14 0,5-24 0,4-12 0</inkml:trace>
  <inkml:trace contextRef="#ctx0" brushRef="#br0" timeOffset="20498">3754 4885 24151,'34'-31'75,"-1"-1"1,1 1 0,1-8-1,2 6-72,12 15 0,2 7-501,-14 2 1,0 1-4,9-1 0,2 0-1942,-2 1 1,-1 1 2442,-7 1 0,-3 1 0,10 0 0,-22 2 0</inkml:trace>
  <inkml:trace contextRef="#ctx0" brushRef="#br0" timeOffset="21377">4425 4025 14073,'-29'-39'1277,"-1"-1"0,1 1 0,-1 5 0,0 2 1,-1 6-895,-8 9 1,-3 8-904,-5 5 0,-2 6 674,-4 6 0,-2 5-510,15 0 1,0 2-1,0 4 412,-3 3 0,2 3 0,0 3-383,-2 4 1,1 3 0,2 2 357,-1 5 1,2 3 0,2 2-4,0 4 0,3 1 0,1 3-308,10-12 1,1 1 0,1 0 0,2 1 289,2 0 0,1 1 0,2-1 0,2 1-5,-2 13 1,4 0-1,4 0-5,4-4 0,5 0 0,3-2 13,5-3 0,3-2 1,5-2-87,4-4 0,4-2 0,4-4 80,5-4 1,4-3-1,3-5 6,6-4 0,4-4 0,2-5-151,-9-5 0,1-3 0,2-3 0,0-1 145,4-3 0,2-3 0,-1-2 0,1-1 0,2-3 0,0-2 0,0-2 0,0-2 1,-1-2 1,1-1-1,-2-3 1,0-1 5,-2-2 0,-2-1 0,0-1 0,-3-2 8,-3 1 1,-1-2-1,-2-1 1,-3-1 35,-3 1 1,-3-2-1,-2 0 1,-2-1 13,2-10 1,-4-2 0,-4 0 3,-6 0 1,-4-1 0,-5 0 3,-5 1 0,-5 1 0,-6-1 36,-8-5 0,-7 1 0,0 4-83,-4-3 1,-4 4-18,-3 11 1,-6 0 0,0 8 159,-6 6 1,-3 7-179,8 3 0,-3 1 0,1 3-28,-1 2 0,0 2 1,-1 4-572,-4 3 1,0 4 0,3 1 292,-2-1 0,3 5-1456,-8 9 0,7 7-8067,8 16 9065,6-3 0,18-11 0,11-20 0</inkml:trace>
  <inkml:trace contextRef="#ctx0" brushRef="#br0" timeOffset="22335">4764 4593 19344,'-40'0'999,"0"0"1,-24 0-888,69 0 152,12 0-18,26 0-165,-8 0 1,6-2-542,6 0 0,6-1 0,3-1 478,-5 0 0,4 0 1,0-1-1,1 0-628,5-1 1,1 0-1,1 0 1,1 0 614,-10 0 1,1 0 0,1-1-1,0 1 1,1-1-12,-5 1 0,1-1 1,0 1-1,1 0 1,-1-1-1,-2 1-8,6-1 1,-1 0 0,-1 0-1,1 0 1,1 0-1,-2 1 0,1-1 0,1 0 0,-1 0 0,-2 1 0,-3 0 7,4 0 0,-5 0 0,0 0 0,1 0 0,7 0 0,2-1 0,-1 0 0,-3 1-335,2-1 1,-4 1 0,3 0 350,-4 0 1,3 0 0,0 0 0,-4 1-5,-2 0 1,-3 0 0,-2 0 53,15 0 0,-11 0 25,-14 2 101,-39 2 703,-32-5-725,-4-2 2660,-12-3-2644,20 0-100,12 4 1762,2-2-1662,5 2-5,-4-2 128,-3-1-72,6 3-74,1 0-100,9 5-11,2 0 431,2 2-347,0-4-90,0 1 91,0-6-41,0 3 113,0-6-29,0-1-117,-1 3 45,1 0-11,0 6-12,0 1-419,0 2-18,0 7-5175,7 14 4686,-2 0 0,2 1 0,-3-12 0</inkml:trace>
  <inkml:trace contextRef="#ctx0" brushRef="#br0" timeOffset="23211">7644 4313 20683,'-4'-44'1152,"0"0"0,-1 0 1,0-14-1,0 9-698,2 14-168,1 15-213,0 10-118,2 10 73,1 13 17,4 16-45,2 21 0,-2-18 0,0 3-254,-1 4 1,0 0 253,-2-7 0,0 1 2,-1 15 1,-1 1 3,-4 13-9,3-21 0,-2-1 20,-3 4 151,2-18 118,1-14-158,0-10 7,1-21-62,1-8-34,-1-26-25,1 22 0,1-1-31,2-7 0,-1-2 25,1-3 1,1-2 5,1-1 0,1-1 0,0 2 0,0 2-3,1 2 0,0 2-3,1 6 1,0 3-20,8-18 0,3 14-1,7 11 24,-2 9-35,28 4-16,6 13 22,1 1-5,-2 12-23,-6 22-560,-12 4 610,-15-9 1,-3 3-12,-10-2 1,-6 1 2,-7 1 0,-6 1-11,-5-1 0,-4-1 14,-5-2 0,-4-2 11,0-4 1,0-3 10,-23 10 595,9-15-572,11-15-17,10-15 0,7-11-17,7-9 0,9-4 619,8 4-630,9 5-5,1 11 21,22 5-27,-15 7 8,7 6 1,2 3-21,14 10 14,-15-2 1,0 2 3,16 20-29,-15 6-22,-19 6 34,-25 2-1,-22-2-225,6-25 0,-6-3 178,-4-3 0,-4-4-148,-4-1 0,-1-2-228,-1-4 1,-1-2-317,2-2 0,1-4-1599,6-4 1,4-2 1547,-13-12 1,23 4-1,14 5 1</inkml:trace>
  <inkml:trace contextRef="#ctx0" brushRef="#br0" timeOffset="23618">8182 3580 20782,'-57'-18'460,"0"0"0,-1 1 1,2 2-1,0 3 1,3 7-307,-8 14 0,1 8-363,18-3 0,-1 2 0,0 4 308,-10 9 0,-1 6 0,2 2-1246,6-2 0,3 3 1,1 1 1155,-1 0 0,2 1 1,4 2 10,5 5 1,3 2-1,5 0-50,8-5 0,4-1 0,1 3 50,-1 9 1,2 2 0,5 0-16,5-1 1,5-1 0,5-2-8,3-2 0,6-2 0,4-2-9,7-3 0,4-3 0,5-3-10,6-3 0,5-3 1,3-3-349,-9-9 0,2-1 0,1-3 0,2-2 357,2-1 1,1-2 0,1-2 0,0-1-2,1-2 1,-1-1-1,1-3 1,1-3-175,5-3 0,1-5 1,-1-1-1,-3-3 194,5-4 1,-2-2 0,-3-3 1,-4 0 0,-1-2 1,-5-4 27,-10-4 0,-3-3 1,-5-2 390,3-13 1,-5-6-401,-5 8 0,-1-3 0,-2-2-13,-3-2 0,-3-1 0,-3-1 31,-1 0 1,-3 0 0,-3 0 56,-3 4 0,-3 0 0,-4 3-36,-2 4 0,-4 1 1,-3 3 250,-5 4 0,-4 2 0,-3 4-298,-4 1 1,-3 3-1,-3 2-24,-4 2 1,-3 3-1,-1 1 19,-4 2 1,-1 3 0,-1 1-237,-1 2 1,0 3 0,0 2-723,1 1 0,1 3 0,2 2 789,-14 2 1,7 3-1,19-2 1,5 2-1,-1 4 1</inkml:trace>
  <inkml:trace contextRef="#ctx0" brushRef="#br0" timeOffset="24535">7927 5272 19479,'2'-51'1870,"0"1"1,-1 4 0,-1 13-1843,-2 25-56,-1 13 39,3 3 0,-2 21 6,0 11-3,1-1 0,0 5-3,-1-2 0,0 1-6,0 1 1,0 2 5,-1-4 0,-1 3 1,1-5-584,0-5 0,-1 1 577,0 8 1,-1 5-1,1-1-19,-2 13 0,0 0-36,1 0 0,-1 1-294,1-17 1,1 1-1,-1-5-639,1-3 1,1-4 231,-3 25 0,4-41 0,1-2 0</inkml:trace>
  <inkml:trace contextRef="#ctx0" brushRef="#br0" timeOffset="25459">7784 6676 9419,'-3'7'5354,"0"-2"332,3-5-2376,0 0-2711,8-55-168,-10 35-162,1-39-185,-10 52 23,-14 5-35,-20 20-88,-8 9-297,17-3 0,0 4 329,3 2 1,1 3-17,0 3 0,2 3 5,2 2 1,4 2-9,3 0 1,4 0 4,5-3 1,4 0-9,6-5 1,6-1-17,20 21 8,-2-32 0,6-6-1686,19-1 0,3-6 1560,-14-4 0,2-2-484,21-5 0,0-6-1220,-18-2 1,-1-2 1843,13-7 0,-2 0 0,6-3 0,-10 0 0</inkml:trace>
  <inkml:trace contextRef="#ctx0" brushRef="#br0" timeOffset="26051">7877 6621 9111,'-5'-4'3932,"2"1"2005,3 3-5035,-6-48-73,3 29-465,-4-33 548,-2 37-468,-1 6-64,-11-1 102,-17 4-364,8 3 55,-28 2-38,11 1-321,15 2 1,-2 1 243,-2 1 1,0 1 5,0 2 1,-1 2-15,0 2 1,1 2-23,1 1 0,1 2-9,1 3 1,0 2-3,1 2 0,1 4-1,1 3 1,1 4 14,1 3 0,2 4 13,1 5 1,2 3-20,1 2 1,4 5-10,8-3 1,3 6 0,3-3-467,3-13 1,3-1-1,3 1 442,4 11 1,3 2 0,7-7 1,17 1 1,6-8-1,-6-9 0,6-6 8,13-6 0,9-5 0,0-4-771,-10-5 1,-1-5 0,5-1 764,-10 0 1,3-1 0,2-1-1,0-1 1,-1-1 10,7-5 0,0-1 0,-2-2 0,-1-1-2,5 0 1,-3-2 0,2-4 8,-4-3 0,3-3 0,-2-2 0,-7 3-3,0-3 0,-2-2 13,3-5 1,3-5-1,-10-4-229,-20 5 0,-8-3 0,-1-1 234,1-2 1,-2-2 0,-3-2 2,-4-8 0,-4-3 0,-4 4-10,-1-3 0,-9 2 30,-10 6 1,-6-1-1,0 6-21,2 10 0,-5 4 2,-5 2 1,-9-3 0,-3 3 0,3 5-420,1 7 0,0 4 1,-3 1 299,-3 0 1,-5-1 0,1 2-1,3 1-88,2 2 1,3 3 0,-3 1-2285,-3 4 0,-4 2 1,2 1-1,6 0 1607,1 0 1,3 1 0,-20 3 0,10 0 0,32-3 0</inkml:trace>
  <inkml:trace contextRef="#ctx0" brushRef="#br0" timeOffset="27784">7752 6378 9111,'4'-5'9393,"-2"2"-5696,-2 3-3372,-6-5-4218,-16 14 3937,3-7 833,-19 21-1258,7-2-5159,-12 12 5540,5-3 0,13-9 0,11-9 0</inkml:trace>
  <inkml:trace contextRef="#ctx0" brushRef="#br1" timeOffset="131161">3450 6005 15541,'-5'-6'1490,"16"-2"-1126,47-5-168,-12 3 0,3 0-636,-13 3 0,1-1 507,22-4 0,1 0-594,-12 2 1,1 1 544,-7 0 1,2 1 0,1-1-6,2 0 0,1 0 0,2 0-11,-3 1 1,3-1 0,-1 0 0,-2 1-7,-1 1 1,-3-1-1,3 1-3,1-1 0,4-1 0,0 1 0,-4 0-8,-3 0 0,-2 1 0,2 0 4,9-3 0,3 0 0,2 0 9,-9 2 1,1 0 0,1 0-1,-2 0-707,8-2 1,-2 1-1,-1 0 712,-2 0 1,-1 1 0,-1 0 5,-5 0 1,-2 1-1,-2-1-19,5-1 0,1 0 30,-2-1 1,3 0 0,-3 1-148,0-1 1,0 0 140,15-3 0,0 0 8,-21 3 1,-1 2 263,12-3 1,1 0-268,-2 0 1,1 0-3,1 0 0,-1 1 13,-2-1 1,0 0 2,-2 0 1,1-1-265,3-1 1,-3-1 249,-15 5 1,-1 0 44,6-2 1,-2 0 204,0-1 145,6-4-89,-15 4 749,-6 0-928,-11 4-1635,-3-2 1573,-4 4 2375,0-6-2179,-2 0-112,-5-3-95,-1 0 89,-7-2 34,-2 0 3387,-10-3-3370,-7 1 157,-18 0-247,14 9 157,-15-2-39,27 8 33,0 0-100,12 2-85,7 1 152,5 1-6,0 0-179,6 0-11,11 0-34,1 1 6,19 3 6,-1 3-18,18 3 3,-22-4 1,2 0-352,11 3 0,2 0 337,-9 0 0,0 0 3,-2-1 1,-3 2-21,7 11 1,-30 3-112,-17 13-589,-25 8-4193,-1-12 1,-1-1 3055,-12 9 1,-1-2 0,40-32 0</inkml:trace>
  <inkml:trace contextRef="#ctx0" brushRef="#br1" timeOffset="132569">9426 5303 17507,'1'-49'1257,"0"-1"1,0 0-1,0-8 1,1 8-483,0 0-411,0 31 610,3-4-616,-2 10-130,1 0-166,-3 11 174,1 8-130,2 17-84,1-2 46,4 27 10,-2 1-42,-4-14 1,-1 4-1691,-1 17 0,-2 1 1665,0-16 0,-2 0 13,-1 1 1,0 3-1,-1-2-386,-3 4 0,-1-1 381,-2 12 1,1 3-9,0-2 0,0 0-1024,2-1 0,1-2 1018,0-1 1,0-1 10,1-1 1,0 0-164,-2-4 0,0 0 175,0-4 0,-1-2-6,-2-6 1,0-1 1815,-10 20-1804,-3-17 711,-2-14-700,-4-13 3113,-1-17-3124,1-10 765,8-6-720,0-24-68,10 7 17,-2-20-39,5 7 44,0 3 35,-2 6 40,0 9-63,1 13-28,4 10 11,1 5-34,4 7 1,-1 8 16,1 9-22,4 12 22,6 5 17,7 4-3375,13 6 3369,-7-16 28,12 7 18,-9-19 4,9 1-10,6-7-56,6-7-23,9-10-17,8-5-159,-30 2 0,0-1 39,-1 0 0,-1 1-674,24-7 1177,-15 6-349,-17 4 0,-12 3 0,-10 2 0</inkml:trace>
  <inkml:trace contextRef="#ctx0" brushRef="#br1" timeOffset="136452">9220 7271 20526,'-24'42'1630,"12"-2"-1271,39-11 150,19 0-341,-11-12 17,10-4 56,-14-16 0,1-4-124,1-2 1,1-4-165,17-7 0,3-4 108,-1-6 1,0-4-668,-14 7 1,1-1 0,-2 0 630,9-7 0,1-3 11,-12 8 1,3-4-1,0 0 1,-3 2-2,-1-1 1,-2 3-1,1-4-2,1 1 1,2-3 0,0-1 0,-2 2 23,0-3 1,-2 1 0,-2 0 0,-1 0 0,-2 1 0,-2-2 0,-1 1 0,-2 0 0,0-1-378,-2-1 1,-1-1 0,0-1 345,-2 0 0,1-1 0,-2-1 9,1 0 1,0-1 0,-1 0-8,0 0 0,0 0 0,0 0 1,0 2 1,-1-1 0,0 2 12,7-19 0,-1 3-20,-6 14 1,-1 2-370,-2 6 0,-3-1 425,-1-11 1,-2-1-125,-4 16 0,-2 0 79,1-19 1,-3 2 1462,-10-7-1445,-5 10 1144,1 11-1150,3 11 981,3 12-1065,1 8 530,0 10-502,-4 7 16,-3 10-10,-5 7 5,-4 3 28,-5 4-23,-6 5 1,-9 4-1,18-21 1,-2 1-210,-2 1 1,-1 0 211,0-1 1,-1 0-9,3-3 0,2-1 17,-16 12 134,18-15-90,13-11 68,11-15-39,9-12-40,10-14 12,14-10-29,-11 18 1,2 0-222,3-3 0,3 1 230,0 0 0,2 1-17,-1 0 0,1 2-6,-2 1 1,2 3 7,3-1 0,1 4 9,-5 3 1,-1 3-26,27-8 0,0 11 12,-10 8-12,12 8-11,-5 7 352,-8 14-509,-8 13-761,-12 14-3744,-17-20 1,-2 1 4661,-4-2 0,-2-1 0,0 12 0,-3-20 0</inkml:trace>
  <inkml:trace contextRef="#ctx0" brushRef="#br1" timeOffset="153282">14695 4333 23310,'-3'-48'942,"0"1"1,2 5 0,-2 6-595,0 16-186,2 10-179,0 5 0,1 5 17,4 19 12,5 11-7,6 25-2,-4-24 0,1 1-124,1 1 1,-1 0 120,9 18-6,-6-21 1,1-1 16,1-2 22,5 7 208,-11-25-112,-6-6 106,1-14-100,3-13-68,5-18-39,11-14-312,-10 25 0,1 1 281,3-1 1,0 2 4,0 2 1,-1 1 251,15-13-288,-8 12-134,-5 12-409,-2 9-761,2 5-1463,4 7 2104,5 6 1,-12-4-1,-1 2 1</inkml:trace>
  <inkml:trace contextRef="#ctx0" brushRef="#br1" timeOffset="153481">15424 4205 27236,'3'23'-907,"-5"-14"168,26 35-2712,-6-15 3451,0 2 0,-5-9 0,-3-4 0</inkml:trace>
  <inkml:trace contextRef="#ctx0" brushRef="#br1" timeOffset="153656">15570 3960 22582,'12'-34'-1024,"-6"1"1,1 45 0</inkml:trace>
  <inkml:trace contextRef="#ctx0" brushRef="#br1" timeOffset="154116">15855 4053 25746,'-16'39'96,"8"2"-91,21 4 1,12 0-34,12-1-412,-13-23 0,2-2 361,2 0 1,1-1-292,25 12 132,-10-8-193,-17-5 313,-17-5-67,-20-2-89,-15-4-326,-28-4 421,13-4-90,-19-14 29,30-10 94,-1-15 219,14-8 252,9-2 742,10 3-187,4 6 385,6 6-945,-3 14 184,0 5-286,-8 13-139,0 3-23,-2 10 17,-2 11-12,-3 14-50,-6 14-83,-5 9-276,6-25 1,1 2-1490,0 2 0,1 0 1158,1-3 1,1-2 0,-1 10-1,4-17 1</inkml:trace>
  <inkml:trace contextRef="#ctx0" brushRef="#br1" timeOffset="154349">16309 4195 21263,'0'-4'4454,"0"1"-3232,0 3-1228,-13-23 37,10 30-31,-9-8-1,17 50-139,0-11-438,5 17-1282,-2-21-5421,3 1 7281,-3-12 0,-2-11 0,-3-9 0</inkml:trace>
  <inkml:trace contextRef="#ctx0" brushRef="#br1" timeOffset="154507">16458 3982 24631,'-40'-34'-2458,"5"1"0,49 51 1,-10-14-1</inkml:trace>
  <inkml:trace contextRef="#ctx0" brushRef="#br1" timeOffset="154750">16796 3843 26754,'-3'-45'364,"-1"0"0,2 3 0,-2 15-408,1 26 27,2 7 11,2 18 17,4 16-1715,0 6 0,1 3 1684,0-12 0,-1 2-212,3 16 1,0 7 0,0-7-628,-2-12 1,1 0-132,1 10 1,2 6 0,1-5 989,3 1 0,1-5 0,-6-10 0,1-4 0,9 20 0</inkml:trace>
  <inkml:trace contextRef="#ctx0" brushRef="#br1" timeOffset="155265">16800 4317 25550,'28'-35'-152,"0"0"1,-12 3 0,3 8-258,22 20 1,4 8-1032,9-4 633,-1 0-1181,1-2-5566,-14-6 7588,-9 1 2440,-7-11-1164,-26 6 317,-2-1-131,-11 3-2141,-7 4 1009,4 2 2622,-11 1-2790,17 5-151,-2-1-17,8 5 0,11 5-11,9 4 3397,14 3-3386,14-4-28,8-5-11,-8-4 11,6-4 33,-17-9 91,4-14-80,-17 1 119,-8-24-90,-12 25 117,-14-20-67,-10 24-89,0 1 44,-11 9-22,9 14-50,1-1-23,-2 12-28,14 3-78,4 19-275,18 1-974,17 10-271,7-16-1841,-3-16 0,3-3 3484,18 4 0,-7-4 0,-17-10 0</inkml:trace>
  <inkml:trace contextRef="#ctx0" brushRef="#br1" timeOffset="155657">18021 4135 21327,'0'-4'3517,"0"0"-2575,0 4-651,-60-39-106,21 32-268,-5-10 1,-1 6 105,-1 30-23,13 3 67,6 16-107,14 15-38,8 4 2,8-24 1,5-2-166,21 12-39,13-16 140,8-16 168,1-22 22,-2-18-225,-26 5 1,-2-4 280,-1-4 1,-2-4 2,-2-6 0,-1-4-429,-2-4 1,-3-3 523,0-5 1,-2 1-77,-1 10 1,-2 1 305,0-13 0,-2 3-29,-6-4-276,1 23 0,-3 4-129,-6 5 0,1 15 428,5 10-428,1 15 0,2 19 0,1 29 290,-1 2-290,2-11 0,0 5-701,2-8 0,1 3 1,0 1 183,-1 1 0,1 2 0,0 1-1279,1-7 1,1 3 0,-1-1 0,1-3 1795,0 1 0,0-3 0,0-4 0,1 2 0,-1-6 0,1 3 0</inkml:trace>
  <inkml:trace contextRef="#ctx0" brushRef="#br1" timeOffset="156101">18922 4423 23640,'2'-6'2728,"0"2"-2700,-2 4-711,-5 87-2872,-6-48 1,-3 2 2946,5 5 1,0 5 0,-2-6 0,-3-8-1,0-6 1,-4 8 0</inkml:trace>
  <inkml:trace contextRef="#ctx0" brushRef="#br1" timeOffset="156815">19875 4122 23551,'0'-47'1034,"0"-1"0,-2 8 1,-2 6-834,-6 12-162,-2 16-27,3 20-4230,2 33 4218,3-3 2,3-2 1,1 3-722,3 6 1,1 0 715,-1-9 1,0 1-160,1-1 0,-1 3 0,0-3 151,0-2 0,-2-2-92,0 6 1,0-1 86,-5 20 1990,-1-29-1952,-11-22 2921,4-29-2937,-6-24-6,12 7 0,1-5-48,1-11 1,1-3 50,2 11 1,0-3 0,1 0-6,1-5 0,1-2 0,1 1 0,-1-4 0,1 0 1,0 1-300,0 1 1,2 1 0,-1 0 303,-1 5 1,1 1 0,-1 2 4,2-11 1,-1 3-146,0 12 0,0 3 75,7-13-22,4 19-11,12 14 5,13 9-16,14 7 19,-21 6 0,0 2 310,2 5 0,-1 3-321,0 7 0,-1 3 25,-4 5 1,-4 4 46,-5 2 1,-6 1 25,-10 2 0,-8-1 14,-9 0 0,-7-1-3,-10-1 1,-4-3 287,-6 0 1,-3-4-295,0-3 1,0-2-26,5-5 1,2-3-116,-20 5-1103,25-9-1221,20-6-7372,31-3 7625,-7-2 0,11 0 0,-18-1 0</inkml:trace>
  <inkml:trace contextRef="#ctx0" brushRef="#br1" timeOffset="158181">20631 3779 20369,'0'-4'4106,"0"0"-8545,0 4 4450,-61-41 1398,40 41-1395,-17-11 0,2 6-3,23 31 865,-7 19-853,10-13 10,0 12-22,5-18 3409,5 0-3280,5-19 118,5-1 61,19-19-240,-7 2 83,20-21 84,-17 7 29,3-5-74,-11 6 35,-8 6-175,-7 10-66,-1 4-23,-4 7-12,-2 7 29,-4 9 6,0 20 21,4-1-27,5 2-17,10-6 6,8-9-1,11 1-5,5-8 23,7-8 22,-8-13-6,-5-4 28,-8-14-5,-8-5 22,0-9-23,-4-6-10,-1-14-23,-3 21 11,2-5 0,-1 22 0,3-1 17,2 2-28,-2 3-5,2 9 5,0 3-17,5 6-11,5 6-6,12 20 23,-1 6 5,-1 2-5,0 3 0,-8-11 33,8 8-22,-7-15 6,1-6 0,-5-19-1,-3-6-16,6-15 22,-2-7 6,6-27-6,-5 3 14,-11 21 1,-1 1-10,1-7 57,-4 1 34,-7 14-79,-2 5 16,-7 6-32,-1 10-18,-2 3-22,-2 7 6,0 16 27,2 5-61,2 15-78,11 2 16,5-9-263,11 11-195,8-12 203,-1-12 1,2-1-48,21 3 291,8-9 140,-16-28 56,-7-10 29,-5-11 66,-3-4 56,-2-2 46,-1 0 66,-2 5-179,-7 11 118,1 3-73,-6 9-174,1 3-16,0 5-6,2 9 0,0 2-11,5 13 0,-3 14 11,-2 4-6,-3 9-5,-11-11 11,1-13 0,-5-3 45,4-13-12,1-6-16,3-14-6,6-11 0,5-10 17,6-1 17,3 1-6,1 8-27,-3 8-12,-2 8 0,-1 8-6,-4 5-5,7 16 16,-2 0-5,8 8-5,0-8 5,2-5 5,-3-8 29,22-12-34,-18-5 25,4-7 0,0-5 48,0-21-40,-9 9 1,-3-5 19,-5-15 1,-4-2-475,-2 17 0,-2-2 460,1-21 0,-3 1 36,-1 25 1,-2 2-80,-1-5 1,-2 2 171,-4-14-40,-4 17-82,1 17-46,2 8-12,2 13 826,2 12-820,1 16-5,9 20 0,1-2-23,5-2 1,4 3-354,-5-14 1,0 1 187,5 18 1,0 0-161,-6-12 1,-1-3-143,-3-2 0,-1-3-659,-2-3 0,1-3 1160,7 17 0,-7-22 0,5-13 0</inkml:trace>
  <inkml:trace contextRef="#ctx0" brushRef="#br1" timeOffset="158356">22213 3645 21394,'-6'-3'5148,"1"1"-4600,5 2-828,-9-45-6486,60 38 2968,-25-33 3798,18 40 0,-1 9 0,-25-6 0,-4-2 0</inkml:trace>
  <inkml:trace contextRef="#ctx0" brushRef="#br1" timeOffset="158574">23212 3378 26837,'-29'37'26,"0"0"1,0 0 0,0-1 0,0 0 0,1-3-204,-2 5 1,1-2-1911,-5 3 0,-3 0-610,-1 1 1,1-1 2696,4-6 0,3-4 0,-9 9 0,21-20 0</inkml:trace>
  <inkml:trace contextRef="#ctx0" brushRef="#br1" timeOffset="158765">22657 3556 20504,'1'-7'5774,"0"1"-5096,-1 6-303,0 0-358,33-23-6,-5 44-11,4-16 0,3 3-37,-2 22 1,0 6-860,7-1 0,3 1-202,3 2 0,1 0 1098,-12-10 0,-1 0 0,-2-3 0,-3-2 0,-2-1 0,19 16 0</inkml:trace>
  <inkml:trace contextRef="#ctx0" brushRef="#br1" timeOffset="166065">7036 6950 13933,'3'4'3024,"0"-1"1676,-3-3-3984,-1-8-526,0 5 224,-4-10-314,3 9 55,-3-5-46,-1 3 81,-5-3-123,2 3 131,-9-3-133,9 4 24,-10-3-18,5 3-21,-5-2-27,-3 0 27,-15-1-16,0 1-17,-2 0 27,-4-1-4,-9-2 4,-3-2-24,22 5 0,0-1 8,-19-7-17,12 3 11,-9-6-3,18 8 1,0 0-3,-20-6 16,3 2 1,-4 0 0,9 4 0,1 0-1719,-1 0 0,1 0 1699,-1 1 0,2 0 14,8 2 0,-1 0-287,-10-3 0,-2-1 273,0 0 0,1-1-11,3 1 0,1 0 2,5-1 1,1 0-94,-20-8 94,19 6 0,0 0-1,1 0 1,1 0-4,0 0 1,0-1 14,-5-2 0,-1-1-20,0 0 0,-1-1-3,1 0 1,0 0-137,0-1 1,2 1 141,-10-6 3,18 8 0,2 1 8,-15-11 12,-10-7-1,15 8 6,-12-12-11,24 18-791,-2-3 0,-1-1 774,-5-4 30,9 8 1,0-1-20,-5-3 29,-11-14-18,20 20 51,-22-24-62,25 25 45,-19-18-39,23 20 16,-15-15-10,17 17 219,-12-11-236,14 14 2294,-11-13-2238,10 9-6,-10-10-39,9 10 3369,-1 0-3291,3 3 18,2 4-80,-2-1-21,4 4 10,1 0 17,1 0-16,1 0-12,-1 0-6,2 2 7,0 1 178,1 0-134,-1-1-6,-2-4 12,-2-3-12,-1-3 12,-2-1 0,-2 0-1,0 1-16,-1 2 5,2 0 12,2 0-40,2 2 46,0-5-29,2 4-17,-2-3-44,3 6-118,1 3-291,2 9-303,0 3 734,1 26 0,-1-20 0,0 13 0</inkml:trace>
  <inkml:trace contextRef="#ctx0" brushRef="#br1" timeOffset="219849">4795 10676 21489,'-12'-49'965,"0"1"0,1 4 1,4 12-893,6 25-23,1 6 29,2 11 5,1 10 5,1 15-50,-1 15-72,-9 12-143,1-27 1,-3 1 214,-1-1 1,-3 1-7,1-4 1,-2-2 44,-9 19 169,5-18 202,7-15-85,5-14-230,3-14-67,0-15-44,4-20 2,0 16 0,1-3-116,2-8 0,2-1 130,1-6 0,2-1-462,1-1 1,2 1 466,0 3 1,1 1 0,0 8 0,1 1-11,15-18-51,-2 18 28,-1 17-50,0 12 627,2 16-537,3 16-51,4 20 146,-16-14 0,0 2-196,1 5 0,0 2-68,1 4 0,0 2-137,0 0 1,0 1-573,0 0 0,-1-1 130,-3-2 0,-1 0-1059,-2-5 0,-2-1 1175,-5-4 0,-1-2 0,0 2 1,-5-9-1</inkml:trace>
  <inkml:trace contextRef="#ctx0" brushRef="#br1" timeOffset="220033">4792 10855 12519,'-2'-4'7590,"0"1"-5414,2 3-1644,16-68-274,7 36-208,-2-11 0,3 1-48,3 25 1,3 5-213,3-2 0,2 2-1067,5 0 0,2 2 728,10 0 0,-4 1 0,8-1 1,-4 2-1</inkml:trace>
  <inkml:trace contextRef="#ctx0" brushRef="#br1" timeOffset="220950">8585 10377 23159,'-4'-44'709,"-1"-1"0,3 2 1,-1 17-660,1 26-5,10 41-40,0-1 1,-2-10 0,1 2 0,5 29 22,-5-11-17,-1 10 11,-7-10 90,-14-7-28,4-21 12,-7-6 88,8-19-49,0-8 16,-3-22-101,5 3 0,4-9 1,3-2-244,1-5 218,2-2 0,4-2-225,0 15 0,2 0 231,4-6 0,1-1-3,2 5 0,3 3-28,3 2 0,2 2 5,20-10-1566,-4 22 0,2 6 1572,5 4-163,1 13 0,0 6 141,5 16-3,-16-3 0,-2 3-8,5 13 5,-22-9 0,-6 0 12,-5 7-4,-15 4 1,-9 2 2,-6-9 1,-6-2 10,-5 7 1,-2-3 2,4-10 1,-1-5 47,-24 1 178,20-16-43,-6-15-85,20-11-33,7-17-17,21-4-39,3 9 329,14-1-312,1 15 3230,19 1-3259,1 9-2875,14 14 2870,-14 3-14,-13 3 0,2 2-98,-4 0 1,1 2 94,6 4 1,-1 3-43,-1 6 0,-6 1 9,4 21 33,-19-3-34,-35-9-72,-15-12-177,5-10 1,-3-1-326,3-5 1,0-1-1940,-7-2 1,0-2 2563,-16-2 0,21-4 0,16-1 0</inkml:trace>
  <inkml:trace contextRef="#ctx0" brushRef="#br1" timeOffset="221506">9324 12285 24144,'-51'-11'266,"1"0"1,-1 0 0,4 2 0,1 2 0,4 8-223,2 14 1,6 7-331,5-5 1,1 3 296,-13 19 1,4 4-332,13-10 1,3 2 327,-8 15 1,5 2-29,11-8 1,6-1-4,7-1 1,7-1-26,5-1 1,6-3 2,-2-8 0,6-3-409,22 8 0,7-5-910,-12-13 1,2-4 1184,0-2 0,4 1 0,-6-4 0,20 0 0,-11-9 0</inkml:trace>
  <inkml:trace contextRef="#ctx0" brushRef="#br1" timeOffset="222341">5210 13464 21752,'-3'-53'1085,"-1"-1"0,2 12 0,-1 7-878,-1 10-196,4 22-33,-1 8 22,1 15-90,0 18-1841,1-1 0,0 2 1611,0 21-271,0-10 1,0 2-747,-2-14 1,0 1-196,-2 8 0,0 1 165,-2-4 0,0-3 505,-6 20 1769,2-26 785,1-24 245,0-26-211,1-21-371,-3-20 544,4 19 0,1-3-1513,-2-4 1,0-2-282,0-5 0,0 0 180,1 0 1,0 1-73,1 3 0,2 2-89,0 7 1,2 3 66,4-20-102,7 17-44,19 12-34,-4 14-5,27 6-1,-2 17-168,-12 0 0,2 3 151,6 6 1,1 4-82,5 6 0,1 3 61,-18-9 0,0 0 1,-2 2-25,12 14 0,-5 2 22,-9-3 1,-9 1-76,-12-4 1,-9 0 99,-12-3 1,-8-2-71,-8-1 1,-7-4-163,-6-1 0,-3-2-721,-3-3 0,-1-3-2875,-1-4 1,1-3 3425,7-3 0,3-3 1,-9-2-1,23-3 0</inkml:trace>
  <inkml:trace contextRef="#ctx0" brushRef="#br1" timeOffset="223373">5155 10121 10702,'-21'-46'1389,"1"0"0,0 0 0,1 4 0,-1 2 0,-1 9-196,-28 5-1332,-11 9 475,24 11 0,-2 4-51,-6 6 1,-1 3-677,-5 5 1,-1 5 544,-5 8 0,1 6-89,16-6 0,1 2 1,1 2-10,-2 5 0,1 2 0,2 1-382,-1 5 0,2 2 0,1 1 354,1 3 0,2 3 0,3 0-2,1 3 0,3 1 0,3 0-19,3 2 1,3 1 0,3 0-29,4-1 1,3 0-1,4 0 11,5-1 1,4-1 0,4-2 1,4-2 1,5-2 0,4-3-311,6-3 0,5-2 1,3-5 281,7-3 1,3-3-1,4-5 19,-10-8 0,2-2 0,2-3 1,2-1 13,12-3 0,4-2 0,1-3 0,-5-1-321,-1-1 1,-3-1 0,2-3 345,0-3 1,3-2 0,-2-2-1,-5-3 28,-9-4 1,-5-1 0,1-4 1,7-4 0,0-2 0,-3-4 19,-7-2 0,-3-2 0,-3-3 3,-5-1 1,-3-3 0,-4-1-91,-3-2 1,-3-3 0,-3 0 72,-2-3 1,-3 0 0,-3-2 0,-3 0 0,-2-1 0,-4 0 14,-2 2 1,-2 0 0,-3 2 1,-3 3 1,-4 2 0,-2 2 119,-3 4 1,-3 3 0,-3 2-182,-2 5 0,-2 3 0,-3 2-47,-2 4 1,-2 2-1,-2 3-56,0 2 1,-1 3 0,0 2-78,1 2 1,-1 2 0,1 2-330,-17 2 1,3 6-920,8 2 1,3 5 1502,7 9 1,4 2 0,-1 2-1,13 4 1</inkml:trace>
  <inkml:trace contextRef="#ctx0" brushRef="#br1" timeOffset="224100">8932 9854 14169,'-8'-57'1449,"0"0"1,0 0-1,0 10 1,0 1-1,-5 7-1079,-8 2 0,-5 9-338,-1 11 1,-3 5 127,-5 4 0,-2 5-2001,-16 12 1,-2 9 1901,2 2 1,1 5-40,-1 3 1,1 4 108,16-4 1,0 3 0,0 5-135,2 3 0,0 5 0,0 2 1,3-1-514,2-4 1,2 0-1,1 0 1,-1 2 513,-3 5 1,0 3-1,1-1 1,6-3 1,4-5 0,5-2 0,4 2-274,5 15 1,5 2-1,5-3 268,6 3 1,7-2 424,0 2 1,4 4 0,12-10-423,10-19 0,12-8 1,3-4-1,-5-1-292,-6 0 1,-1-4 0,3 0 298,4-3 0,6 0 0,0-2 1,-4-4 11,2-4 1,-4-5 0,1-1 271,2-2 1,-1-3 0,3-2-264,-9 2 0,1-1 0,1-3 0,-1-5 49,4-9 0,0-6 1,-2-3-1,-5 0-18,-1-4 0,-6-1 0,-2-3-23,2-3 1,-1-3 0,-9-3 55,-13-6 1,-8-4 0,-5 1-23,-6 7 0,-4 1 0,0 0-49,3 0 1,1-1 0,-8 0 16,-12-7 1,-7 1 0,-1 9-22,5 18 0,-4 4-7,-8-6 1,-6-1-1,0 6 229,-10 5 1,-2 6-292,9 3 1,-3 0 0,-3 3-176,-10 3 1,-2 3 0,3 2 5,-3 0 0,0 6-867,1 6 1,-5 5-1,11 3-777,20-1 1,2 2 1867,-21 14 0,6 1 0,23-9 0,3 2 0</inkml:trace>
  <inkml:trace contextRef="#ctx0" brushRef="#br1" timeOffset="224759">9359 12202 14253,'-6'-48'1364,"0"0"0,1 0 0,-7-17 0,-2 10-759,-9 6-96,-7 27 1,-6 6-481,4 8 1,-3 6 169,-16 6 1,-8 5 0,2 4-962,13 0 0,3 3 1,-2 1 787,-7 2 0,-1 3 0,2 4 28,0 10 0,1 5 1,4 0-317,13-9 0,2 0 0,-1 3 276,0 1 0,-2 3 0,1 1 0,3-1 4,0 8 1,4 0 0,2 0-10,2 2 0,3 0 1,3-1-5,-3 9 1,8 1-3,9-4 1,6 3 0,6-6-481,10 1 1,8-3 474,0-3 0,6 1 0,4-5-6,6-11 1,4-5 0,2-4-245,-7-5 0,1-2 0,2-3 0,1-1 257,3-1 1,1-2 0,1-2-1,0-1 10,1-2 1,1-1-1,-1-2 1,0-2 14,-3-2 1,1-1 0,-1-2 0,-1-2 19,12-4 1,-2-3-1,-2-3 21,-7-2 0,-2-2 0,-3-4 155,-7 0 1,-2-2 0,-4-3-147,-6-1 0,-3-2 1,-4-2-12,-4-2 0,-3-2 0,-4-1-25,-1-2 1,-4-1 0,-4-1-10,-2 0 1,-4-2 0,-2 2 59,-3 0 1,-2 0 0,-4 2-81,-4 1 0,-3 1 0,-4 3-15,-4 1 0,-4 2 0,0 4-14,-8-6 0,-7 4-417,1 11 0,-9 1 1,0 2-1,6 4 207,-2 0 0,-1 3 60,10 2 0,-5-1 1,-2 1-1,3 4-2032,-6 4 1,1 4 0,3 0 2195,-5 2 0,1 1 0,-10-2 0,7 2 0,14 3 0</inkml:trace>
  <inkml:trace contextRef="#ctx0" brushRef="#br1" timeOffset="225375">5431 12779 16030,'-38'-27'1142,"0"1"1,0 0 0,-16-9-1,0 10-828,15 20 0,1 9-671,-5 4 0,0 5 474,-5 7 1,2 6-873,-4 9 0,2 5 771,14-7 1,0 2 0,2 2-17,-1 4 0,1 3 0,2 2 0,-1 4 0,2 2 0,2 1 2,2 2 0,2 1 0,2 1 16,4-1 1,1 1 0,4 0 5,2-1 0,3-1 0,4 0-22,4-4 0,3 1 0,5-2-19,2-3 0,4-1 1,5-3-144,5-2 1,4-2-1,4-3 156,4-2 0,5-4 1,3-3 6,5-2 1,3-5 0,2-2 9,4-3 0,3-4 0,0-3-282,-13-3 1,0-2 0,0-3-1,-1-1 326,0-3 1,0-1-1,0-3 1,-2-1 35,13-5 0,-2-4 1,-2-4 42,-4-2 0,-3-4 1,-3-4 60,-4-1 1,-3-3 0,-3-2 3,-3-3 1,-4-3 0,-3-2-51,-3-1 0,-5-3 1,-2 0-55,-4-3 0,-3-2 1,-4 1-41,-3-1 1,-5 0 0,-5 0-30,-5 9 0,-4 0 0,-2 2 0,0 2-25,0 2 1,0 2 0,-6 2-15,-15-7 0,-7 1 0,0 8-85,9 15 1,-1 5 0,0 1-29,1-1 1,-2 0 0,-2 2-1600,-3 4 1,-4 3 0,0 0 0,5 2 1722,-11 1 0,4 1 0,-11 0 0,7 0 0,12 4 0</inkml:trace>
  <inkml:trace contextRef="#ctx0" brushRef="#br1" timeOffset="227194">5927 10674 13396,'-46'2'1582,"1"-1"0,0 1 1,-20 0-1,11 0-1386,22-1-73,4 1-78,25 2 28,5 0 78,23 3-31,8-4 1,6-1-62,8 0-1,5 0-583,-3-2 0,3-1 1,2 0 537,2 0 0,1-2 0,-2 1-13,-7 0 0,-2-1 0,2 0 0,11-2 0,2 0 0,0-1-4,-1-1 0,1-1 1,-1 0-885,3 0 0,-1 0 0,-1-1 891,-4 1 1,-1-1 0,0 0 7,2-2 0,0-1 1,-6 1-155,-12 3 1,-1-2 160,5-1 1,4-1 0,-6 0 42,-8 2 1,-4-2 189,6-3 0,-3-1 219,2-8 63,-18-2-404,-20 13 1053,-5 0-851,-8 4 2835,4 2-3105,-3-1 40,8 4-23,4 2 482,1 1-565,2 0 36,7-1-19,1 2-12,8-2 0,-4 0 39,10-3-28,-8 1 11,27-9 18,17-3-29,-10 3-1702,-7 3 1,-2 3 1690,-12 2 0,20-1 17,-32 5 56,-1 0 44,-11 1-22,-5 0-11,-1 0-33,-1 0 3458,-3 0-3453,0-2 17,-8 1-39,-1 0 95,-30 0-17,-3 1-311,12 2 0,-2 0 257,3 0 1,1 1-23,1 1 1,3 0 2,-13 2 45,10-1-73,23-3 23,2 0 44,13-2-5,9 0 465,5-1-504,35-1-6,-2 0-260,-12 0 0,1 1 235,-5 2 0,-2 0 14,29 7-23,-10 5 0,-18 3 1,0 15 10,-18-5 1,1 15-34,-19-5-112,-13 1-549,-4-12 0,-3-1-873,-12 9-2707,-12 7 4269,16-17 0,20-15 0,2-2 0</inkml:trace>
  <inkml:trace contextRef="#ctx0" brushRef="#br1" timeOffset="227832">9195 11389 16852,'-4'-53'1271,"0"0"0,0 0 1,0 4-1,1 2 1,-1 5-788,1 3 1,0 5 562,-7-25-817,4 26 17,-2 9-191,4 21-12,2 12-21,1 16-29,3 24 11,0-14 1,1 3-628,2 8 0,1 1 619,2 7 0,1 1 6,2 2 0,-1 0-20,1-2 0,0 2-112,-1 7 1,0-3 15,-4-20 1,-2 0-294,1 11 0,-4-2-1851,-9 8 103,3-25 0,-2 0 1435,-12 24 0,8-28 0,1-9 0</inkml:trace>
  <inkml:trace contextRef="#ctx0" brushRef="#br1" timeOffset="228166">8978 11811 21232,'-21'-48'1071,"0"0"1,3 5 0,2 7-655,6 14-221,5 9-164,2 8-26,3 5 10,3 8 29,2 8 21,4 12-4,1 8 5,1 5-27,0-1-1,5-3 6,3-7 16,3-8 29,2-10 16,2-5 1,2-11-35,3-7-10,3-7-12,1-3-38,-1 1-35,-5 4-139,-9 7-371,-9 4-1320,-11 10 1853,-9 5 0,3-3 0,-3 2 0</inkml:trace>
  <inkml:trace contextRef="#ctx0" brushRef="#br1" timeOffset="229398">6067 10713 11794,'-62'9'1973,"0"-1"1,11 0-1,5-1-1413,-1 2 169,22-3-52,20-4 634,27-4-634,20-6-1070,16-3 550,-18 3 0,6-3 0,-3 2-780,-3-1 0,1 1 669,13-3 1,8-1 0,1 0-25,-16 4 0,2 0 1,-1 1-1,-1-1-17,6 0 1,-2-1 0,6 1-3,-6 1 1,6-1 0,4 0 0,-1 1 0,-4 0-1,-7 1 2,-1 0 1,-6 1 0,6 0-3,3 0 1,8-2-1,2 1 1,-3 0-1,-10 1 0,3 0 0,-5 1 4,1 0 1,3 0-1,-5 1-98,-3 0 1,-4 0 84,2 1 1,-5 1 61,-5 2-50,-28 4 416,-35 6-372,-20 2-39,0-2 1,-6 1 2,1 0 1,-3 0-6,7-2 0,-3 1 1,3-1 1,-7 1 0,0 0 2,7-1 0,-3 1 0,1-1 5,7-2 1,1 1 0,-5 0 11,3 0 0,-7 1 1,-1 0-1,2 0 1,4-1-13,-4 1 1,4-2 0,-2 1 11,-3 1 1,-4 0 0,3-1 0,10-2 36,9-2 0,6-2 196,-29 3-128,31-3-2923,28-4 2805,8-1-215,47-10 203,-17 4 1,3 1-4,7-2 1,4 0-66,-5 1 0,4-1 1,1 1 56,11-2 0,2 0 1,2 0-365,-15 3 1,1-1 0,0 0 0,2 0 370,7-1 0,3 0 1,-1 0-1,-2 1-1,6-2 0,-3 0 0,-3 2 3,-12 1 1,-2 1 0,-1 0-4,0-1 0,-1 0 0,-4 0 67,-1-2 1,-4 1-35,19-5 1918,-36 2-1945,-46 11-6,-10 0 0,-16 5 0,-7 2-889,4 1 1,-2-1 888,13 0 0,-2 1 0,-4 0 2,-3 0 1,-4 2 0,-2 0 0,4-1-182,-4 2 0,3-1 1,-4 1 180,11-2 0,-4 1 0,-1 0 0,1 0 1,5-1 154,-9 2 0,4 0 0,-2 1-166,2-1 1,-3 1 0,2 0 0,8-2-1,-2 1 1,1 0 17,-5 1 0,-6 1 1,12-3 7,4 0 11,1 0 1977,49-8-1932,37-8-45,-7 1 0,6-1-25,11-2 1,9-1 0,-1-1 91,1 1 1,0 0 0,3 0-103,-3 0 0,3 0 0,0 1 0,-5 0-10,-1 0 0,-4 1 1,4 0-433,4 0 0,4-1 1,-1 2-1,-7 0 130,5 0 0,0 0-793,-15 3 1,7-1 0,2 1-1,-3 0 1,-7 1 1058,10 0 0,-4 2 0,11-2 0,-7 2 0,-17 1 0</inkml:trace>
  <inkml:trace contextRef="#ctx0" brushRef="#br1" timeOffset="230383">9064 11496 14305,'-10'-51'1655,"1"0"0,-1 0 0,-3-12 0,2 5-1078,4 13 1,3 5 228,-1-12 61,3 12-548,3 13-20,2 11-176,3 8 47,3 14-75,3 11-17,5 21-16,2 20-399,-8-20 1,-1 3 355,-2 7 1,0 1-9,-2 6 1,-2 1 4,-1 1 1,-1 2-17,-4-1 0,0 0-1543,-1-3 1,-2-1 1547,0-4 1,-1-3-1,1-12 1,0-2-4,0 4 0,0-3 111,-1-2 201,0 3-152,3-26 669,2-26-770,0-11-10,0-30 1329,1 22 0,0-2-1358,1-8 1,0-3-645,0-6 1,1-2 640,1-4 1,-1 0-1,1-2 1,0 0-1,-1 5 1,0 1-6,-1 7 0,0 2 0,-1 9 0,1 3 9,-1-14-18,0 23 1,0 15 573,0 16-585,3 16 1417,2 21-1411,2 4-17,-1 4 1,-1 4-534,-1-11 1,-1 1 545,0-1 0,0 3 0,0-2 4,-1 11 0,0-1-8,-1-2 0,-1-4-109,1-10 1,-1-3 110,-2 4 1,0-3 5,-1-5 129,-2 3 5,1-31-84,2-20 6,0-21-16,3-22-77,3 22 1,1-4 47,1-6 0,2-1-6,1-4 1,1 1 5,-1 1 1,-1 1-4,-1 8 0,-1 3 278,0-15-230,-6 26-50,-5 21-1,-4 20-10,-3 16-40,0 21-51,7-16 1,2 1-105,0 6 0,2 2-781,4 5 1,3 2 980,3 9 0,2-2 0,-4-23 0,0-3 0,10 29 0</inkml:trace>
  <inkml:trace contextRef="#ctx0" brushRef="#br1" timeOffset="231198">6115 13647 20554,'-1'-38'1271,"-3"9"-1066,36 19 0,13 5-26,-4-2 0,5-1-1127,-3 0 0,4 0 0,2-1 1002,9-1 0,2-1 0,3 0-462,-10 2 1,1-1-1,1 0 1,1 0 418,4-1 0,1 1 1,0-1-1,1 0 0,-12 2 0,2 0 0,-1 0 1,0 1-1,0-1 8,0 0 0,-1 1 0,1-1 0,-1 1 0,0-1 11,10-1 1,-1 0 0,0 0 0,-1 0 4,-3 1 0,-2-1 0,0 1 0,-1 0-7,12-3 0,-1 1 0,-2 0-2,-6 1 0,-2-1 1,-1 1 154,-6 2 1,-2-1-1,-1 1-139,10-2 0,-3 1-3,-13 2 1,-5 1 72,7-1 1043,-29 4-1788,-36 10 2664,2-1-3157,-29 10 167,14-3 959,-5 5 0,20-8 0,8-2 0</inkml:trace>
  <inkml:trace contextRef="#ctx0" brushRef="#br1" timeOffset="249832">5614 14845 15333,'-8'-7'376,"4"7"123,13 20-219,3 0-45,8 12 0,0-6 23,7 1 5,5 0 28,10-3-22,6-4-12,9-4-109,-25-10 1,1-1-307,4-2 0,0-1 267,5-1 0,0-2-19,4-1 0,1-2-6,2 0 0,3-2 0,1-3 0,5-2 0,-4 0-902,-1 1 1,-1 0 833,-5 1 1,2-2 0,-1 0 26,-3 1 0,-2 0 0,-3 1-29,1 0 0,2-1 16,15-3 0,9-2 0,-10 2-5,-19 4 0,0 1 20,10-4 0,6-1 0,-9 2-201,8-3 265,-10 2 0,-1-2 378,1-9-123,-6 0-61,-7-6-34,-16 6 323,-7 5-385,-3-6 1684,-5 6-1807,-7-7 235,-8 2-296,-20-3-18,8 10 12,-21-2 33,4 9-38,7 2 21,-12-2 34,5 4-5,-4 1-34,1 0 22,-3 5 85,1 3-85,10-2 101,-6 2-72,33-3-57,-1-1 29,13 0-7,28-7-27,3 1 17,29-7-17,-16 5-1688,-8 4 0,-2 0 1688,2 1-896,3 2 0,1-1 935,8 2-176,-3 0 1,1 0 144,-9 1 1,0 1-4,16 1 1,0 3-4,-17 1 1,-1 3 2,2 3 1,-4 4 33,2 22 28,-18 8-26,-14-16 1,-5 2-14,-7 22-107,0-19 1,-2-2-1334,-4 12 1977,2 3 0,9-29 0,4-4 0</inkml:trace>
  <inkml:trace contextRef="#ctx0" brushRef="#br1" timeOffset="257502">10336 12661 19848,'-40'-37'627,"0"1"0,0 3 1,17 6-555,30 15-29,15 4-21,22 1-23,-13 4 0,3 1-412,6 1 0,3 0 367,4 2 0,0 1-20,0 1 1,-1 2-12,-5 1 1,-3 3-82,17 14 145,-29 6-179,-33 9 85,-31 7 92,5-18 0,-4 0-483,-8 4 1,-2-1 526,-4 2 1,-1 0 31,2-1 0,1-1-6,6-3 0,3-3-37,9-4 1,5-2 47,-2 3 556,36-12-562,30-18-50,-4 0 1,4-3-659,11-6 0,2-2 656,-11 5 0,0-1 1,1 0-8,0-2 0,1-1 0,-1 0-2,-2 0 0,-2 0 0,-1-2 184,10-8 0,-5-2-168,-12 2 1,-7-2 6,-6-25 5,-37 6 28,-25 9-300,14 23 1,-3 3 369,-1 2 0,0 1 62,3 2 0,0 0 1493,-18-7-1362,19 2 445,18 2-742,22 5 6,16 3-17,23 8-17,-15 2 1,1 3 131,7 4 1,0 2-177,3 6 0,-2 3-90,-1 5 0,-4 3-199,-5 4 0,-6 4-432,-7 2 1,-8 3-737,-7 1 1,-8 0-3410,-7 9 1,-3-4 4502,3-17 0,0-4 0,-13 25 0,21-45 0</inkml:trace>
  <inkml:trace contextRef="#ctx0" brushRef="#br1" timeOffset="258303">11524 12418 18817,'0'-5'3401,"0"2"-2931,0 3-397,28 39-51,-6 1-333,-3-10 0,1 2 316,-6 1 1,-4 0 22,2 24-11,-7-22 0,-3 2 19,-8 2 1,-3-1 19,-9 19 49,-11-6-4,12-30 145,3-13-72,9-19 10,9-45-136,3 25 0,1-1-286,2-9 0,2 1 266,0 9 0,3 2 36,1 0 0,3 0 64,0 2 1,2-1-82,11-10 1,1 1-34,-6 10 0,1 2-1486,3-1 1,-1 5 1482,7-1 0,4 9 0,-11 9-5,12 13-12,-12 10 12,-3 17-6,-15-4 353,-5 15-359,-4-8-11,2 7 227,8-5-204,6-15 3380,14-9-3386,-5-12 11,16-15 12,8-14-23,-10-1-3,-13 5 0,-2-3 31,9-18-17,-9 10 45,-2-4 34,-22 25-73,-7 3-6,-15 19-6,2-2-5,-6 12 0,9 0 0,9 9 0,4-8-16,22 5 10,12-19 12,3-2-6,20-3 11,-6-4 3,-14-5 0,0-2 14,11-4 84,5-23 0,-38 7-62,-3-4 107,-49-13-84,-4 20-59,13 8 0,-2 0 33,-10 4 1,3 4-14,-1 1-29,-20-3-16,31 8-17,14 5-62,4 5-223,22 9-572,16 7 28,3-2-1019,-3-6 0,2 1 1876,4 0 0,-1-1 0,11 7 0,1-1 0</inkml:trace>
  <inkml:trace contextRef="#ctx0" brushRef="#br1" timeOffset="259095">13523 12438 22711,'-43'-43'504,"-1"0"0,-1 2 0,3 13-314,-1 35-112,-2 1-11,8 8 1,-1 6-38,8 0 1,2 3-37,-4 4 1,2 2 5,-7 19-11,29 3 11,13-29-6,18 14 18,-2-26 4,41-6-4,-25-10 4,10-11 1,0-4-258,-3-8 266,2-12 1,-2-6-564,-21 11 1,-3-2 559,6-5 1,-2-3 75,-6-15 0,-4 0-264,-7 21 1,-1-1 303,2-13 0,-2 1 164,-3-8-151,-5 23 118,-2 10-230,1 18 135,-4 7-174,1 19 1118,0 6-1090,-5 26-28,3 5-145,4-8 0,0 3 108,4-7 1,3-1-23,2 7 1,5-2-189,3-14 1,6-4 128,3-4 0,4-5-53,3-4 1,1-5-30,2-4 1,-1-4-25,30-11 174,-7-13 67,-7-15 28,-8-8-17,-11 8 140,-4-10-17,-15 25-56,-3-4-17,-17 18 826,-3 9-780,-25 12 300,13 2-402,-7 10-11,19-5 1,14 0-7,14-4-10,17-5-7,17-6 18,10-12-221,-26-1 1,0-2 228,-1-4 0,-2-2-135,21-22 244,-13-6 29,-14-2-1,-14 1-17,-16 6 17,-22 5-106,3 14 39,-22 3 387,15 14-426,-7 7 202,8 9-230,7 13-12,9 10 6,6 9-31,10-13 1,2-1-42,5 13-54,4-12 0,4-2-484,21 10 1,-8-16 1,4 0-380,7-2 0,4-3-1434,5-2 1,4-3 2410,12-3 0,-4-4 0,-24-2 0,-3-2 0,-1-3 0,0 0 0</inkml:trace>
  <inkml:trace contextRef="#ctx0" brushRef="#br1" timeOffset="259302">14937 12129 16157,'-8'-1'5960,"2"0"-5299,6 1-336,0 0-292,14-41-83,21 29-76,-7-9 0,3 1-294,8 17 1,2 6-226,0 0 1,-1 1-1328,-4 1 1,0 2 1971,21 13 0,-27-8 0,-11-1 0</inkml:trace>
  <inkml:trace contextRef="#ctx0" brushRef="#br1" timeOffset="259461">14955 12305 19776,'-48'14'1060,"0"-1"0,1-1 1,19-3-798,30-7-156,19-4-152,21-3-336,-1-1 0,3 0-305,-11 1 1,1 0-1209,22-3 1,2 1 1893,-8 0 0,-3 1 0,-13 2 0,-2 0 0,29-4 0</inkml:trace>
  <inkml:trace contextRef="#ctx0" brushRef="#br1" timeOffset="259721">16346 11981 23570,'-47'-6'446,"0"0"1,0 0 0,-19 0 0,5 6-316,25 7 1,3 4-332,0 3 1,2 3 249,2 2 1,2 3-15,4 1 1,4 2 250,-6 27-265,22-18 1,5-1-6,7 14-17,8-15 0,6-2-323,28 7 295,-15-15 0,3-2-534,4-2 1,3-3 53,3-3 1,2-4-1215,5-1 0,0-3 1722,-4-1 0,-4-2 0,-14-1 0,-3 0 0,6-1 0</inkml:trace>
  <inkml:trace contextRef="#ctx0" brushRef="#br1" timeOffset="260038">15795 12643 17939,'-53'13'730,"0"0"0,0 0 1,7-1-1,2-1 1,8-2-575,-5 2 613,32-4-590,34-4-84,33-6-73,-14-1 1,4-1-200,10-1 0,4-1 151,-7 2 0,3 0 0,-2 1-1019,-5 0 0,-1 2 1,-1-1 965,-1 1 1,-1-1-1,-1 2-330,17 2 1,-4 2-2503,-9 1 1,-4 2 1151,-8-1 1,-2 0 1396,25 11 0,-54-14 0,-3 1 0</inkml:trace>
  <inkml:trace contextRef="#ctx0" brushRef="#br1" timeOffset="260269">15649 13055 25055,'43'-18'132,"1"-1"0,-1 1 1,2 1-1,0 1 1,0 2-68,-3 5 0,-1 3 1,1 0-710,1 1 1,-1-1 0,1 1 738,18-2 0,-1 1 6,-4 1 0,-3 1-26,-5 1 1,-3-1 281,-8 2 1,-3 0-302,12-1 330,-21 2-1014,-18 0-5208,-13 4 5836,-3 0 0,-1 0 0,4-1 0</inkml:trace>
  <inkml:trace contextRef="#ctx0" brushRef="#br1" timeOffset="264227">11635 11693 16456,'-4'-48'1345,"1"0"1,-1 0-1,-2-7 1,3 8-1333,6 10 289,4 39-303,10 34-73,2 17-198,-8-22 0,-1 3 251,1 10 0,-3 2-1,-2-6 1,-1 0 66,1 11 0,-1 1 19,-1 3 1,-1-2-476,-2-11 1,0-3 466,0-4 1,-1-4 156,-3 8 274,-1-25 31,-2-6-173,-2-23-330,-2-31-62,3 4 29,2 4 0,1-4-40,1 9 0,0-3 58,0-22 1,-1-4-417,1 7 0,0 0 409,2 11 0,-1-1 0,0 2-36,1-11 0,0 2 88,1 12 1,1 1 288,3-5 0,1 2-291,12-14 19,-1 20 0,4 2 50,19-10 51,15 11-6,-16 21-50,13 12-61,-10 13-81,-11 4 0,-3 4-21,8 13 17,-16 9 1,-9 1 7,-12 2 116,-6 1 0,-8 1-31,-5-14 1,-4-3-568,-7 10 0,-4 1 523,-1-4 0,-1 0-6,-4 1 0,1-1 18,15-13 0,1-1-205,-2 2 0,4-1-804,12-1-2314,21 1-2959,20-11 178,29-8 6079,-20-9 1,-2-1-1,6-1 1,-1-2 0</inkml:trace>
  <inkml:trace contextRef="#ctx0" brushRef="#br1" timeOffset="265657">12472 11590 19972,'-47'-25'470,"0"0"0,4 2 0,7 11-419,13 27 212,7 1-103,4 26-203,8-21 24,3 25-11,8-23-57,6 4 106,5-7-30,-4-8 22,5-6 28,3-16-48,4-6-16,6-16 56,-5-3 9,-4 5 259,2-8 7,-13 18-23,0-3 37,-9 16-109,-8 13-183,-7 15 0,-6 15-22,3-2 5,2 8-16,11-12 5,0-2-169,16 9 19,-2-20 206,28 11 6,-6-22-6,16-4 17,-8-14 11,-6-9 0,-9-7-23,-11-7-16,-8-6 0,-8-3 22,-7-9-22,0 11 16,-3-5-21,6 18-24,4 2 18,9 8 6,2 6 25,16 4 11,-2 7-23,4 5-28,7 19-8,-13 5-23,11 15-27,-10 0-14,-2 0-17,-3-2-7,-2-4 18,-1-8 40,-1-9 80,3-9-5,3-12-12,9-12-28,7-13-16,3-11-317,-2-11 322,-10 9 0,-14 9 1,-3-1 16,-1-8 5,-2-14 7,-13 19-7,-6 9-5,-4 8-17,1 8-11,1 9 328,3 12-334,3 11 12,2 11-12,3-4-16,9 20 5,3-13 0,10 16 1,4-14-29,5-5-11,5-11 28,4-10-23,10-21 46,-13-2-6,12-20 11,-17 1 22,4-11 0,-2-1 18,-4 3-1,-4 6-17,-2 9 12,-7 10-17,-5 6-17,-4 5 22,-1 13-16,-2 6-1,0 15-16,-2 5-11,-1 4 22,2 1 0,4-4-6,4-6 12,5-9 78,1-11 33,1-9-44,1-12-23,0-9-16,1-10 33,2-7-33,-2-6-45,3 1 33,-1 4-11,-1 12-11,-5 12 23,0 9-23,-5 10 5,6 6-5,-1 7 6,3 4-6,2 0-34,4-1 34,6-6 34,9-6-6,7-7 22,7-10 1,1-10 16,-5-14 22,-10-11-538,-10-13 485,-20 22 1,-3-1-35,-1-6 1,-3-1 14,-2-2 0,-2 1 25,-1-1 0,0 2-9,-2 4 1,-2 2 50,-5-23 40,0 18-6,1 16-85,5 13-61,3 11 23,1 13 516,2 12-534,4 17 57,6 14-46,-2-22 1,2 2-371,4 2 1,1 1 263,2 1 0,2 1-67,2-2 0,2-1-28,0-4 1,2-2-239,1-4 0,2-3-1509,24 10-1417,-6-14 3377,-12-10 0,-17-8 0,-9-3 0</inkml:trace>
  <inkml:trace contextRef="#ctx0" brushRef="#br1" timeOffset="265865">14110 11164 22866,'40'-28'259,"-1"1"1,1-1 0,-3 2 0,-1 1 0,-1 7-146,5 9 1,-3 5-2782,-3-1 0,-4 0 2718,4-1 1374,-11 3-1616,-20 3-234,-3 1-3546,-11 8 3622,-2 2 1,1 0-1,3-4 1</inkml:trace>
  <inkml:trace contextRef="#ctx0" brushRef="#br1" timeOffset="273187">14764 10304 3504,'-30'-33'53,"0"0"1,0 0 0,-1 2 0,-2 2 0,-1 5 946,-13 4 0,-4 6-890,-6 1 1,-3 3-42,18 5 0,-2 1 0,-1 1 201,-2 0 1,0 1 0,-1 2-173,-1 0 1,0 2-1,-1 1 40,0 0 0,0 2 0,0 0-11,1 2 1,0 1 0,0 1 74,1 1 1,1 1-1,0 0-68,0 2 1,0 1 0,1 1-50,0 0 1,-1 2 0,1 1-12,-1 1 0,0 1 1,0 1-68,-2 1 0,1 2 0,-1 1 6,0 0 1,0 2 0,0 1-13,-1 0 1,0 2 0,1 0-22,1 0 1,-1 1-1,1 0 50,1 1 0,1 0 0,0 0-21,1 0 0,1 1 0,1 0-11,2-1 1,0 1 0,1 1-12,1 0 0,1 1 1,2-1 77,-6 6 0,1 1-26,2 0 1,-2 4 0,2-3 21,-1 4 0,-1 0-23,2-2 1,-2 2-1,1-1-60,8-7 0,1-1 1,1 0-3,-2 0 1,1 0 0,1 0 493,0 0 1,0 1 0,1 0-490,0 1 0,1-1 0,1 1-2,0 0 0,1 1 0,0-1-166,2 2 0,0-1 0,1 1 227,1-1 1,1 0 0,0 0-81,2 0 1,1-1 0,1 1-18,-6 18 1,1 1-2,3 0 1,2 0 5,1 2 0,1 1 34,6-21 1,0 1-1,1-1 40,-2 21 1,2-1 124,2-2 0,2-2-131,6-3 1,5-2 385,3-4 1,6-1-353,8-4 0,5-2-9,7-2 1,6-3-174,7-2 0,5-4 188,-13-10 0,3-1 0,1-2-3,5-1 0,1-1 1,2-1-13,5-1 1,1-1-1,0-2 3,-12-2 1,0-2-1,1 0 1,0-2-99,1 0 1,1 0 0,0-2 0,0-1 142,1-1 1,-1-2 0,1-1 0,-1 0-2,0-2 0,1-1 0,-2-2 0,1 0-1,-1-3 0,-1 0 0,0-2 0,0-1-2,-1-1 0,-1-1 1,1 0-1,-2-2 1,1 0 1,-1-1 0,0-1 0,0-1-6,-1-1 0,1 0 1,-1-2-1,0 0-201,0 0 1,0-1-1,-1-1 1,1 0 182,0-2 0,-1-1 0,0 0 0,0-1-13,1-1 1,-1-1-1,0 0 1,0 0-8,0-2 0,1 0 1,-1-1-1,1 0 1,-1-1 1,1 0 0,0-1 0,-1 0-252,1 0 1,-1 0-1,0-1 1,1 0 243,-2 0 1,1-1 0,-1 0 0,0 0-6,-1-1 0,1 0 1,-2 0-1,0-1 1,0-1 1,-1 0 0,0 0-1,-1-1 2,0 0 0,-1-1 0,0 0 0,-1 0-7,-1 0 0,-1-1 0,0 1 0,-2-1-7,0 2 0,-1-1 0,-1 1 0,-1-1-2,-2 2 1,-1 0 0,0 0 0,-2-1-16,4-10 0,-1-1 1,-2 0 30,-3 3 0,-3 1 1,-2 0 155,-3 1 1,-2 1-1,-2 1-174,-2 2 0,-3 0 0,-1 1-9,-5-19 0,-6 1-2,-4 2 0,-5 2-4,-8 2 1,-5 3-34,-5 1 1,-5 4-40,-4 4 0,-5 3-65,14 16 1,-2 2-1,-1 2-166,-1 1 1,-2 3 0,-1 2-593,-2 2 1,-1 3-1,-1 1 829,-7 3 1,-1 3 0,5 0 0,5 1 0,3 1 0,1 3 0,-1 0 0</inkml:trace>
  <inkml:trace contextRef="#ctx0" brushRef="#br1" timeOffset="274020">15836 10988 17208,'-43'29'152,"0"0"0,-1 0 0,-3 11 1,0 3-1,7-1-158,6 2 1,5 4-1167,5-8 0,-2 6 0,2 0 0,3-6 892,1-1 0,2 0-637,-3 9 0,-3 5 1,3-3-2589,1-1 0,2-2 3505,-2 4 0,0-2 0,7-17 0,2-4 0,-1 1 0</inkml:trace>
  <inkml:trace contextRef="#ctx0" brushRef="#br1" timeOffset="274227">15063 11394 9559,'0'-10'6285,"0"1"-5510,2-23 1,7-4 815,22 12-1468,-18-12 0,4 5 225,42 39-248,-22 10-891,0 3 0,7 4 822,-4-3 1,3 1 0,0-1-618,9 5 0,4 2 594,-7-6 1,6 3-1,2 1 1,-4-3-43,2 2 1,-3-2-1,2 2-111,-7-5 1,0 2 0,1-1 0,-2 1-1938,9 4 1,-2 0-1,-4-1 2082,0 0 0,-7-3 0,1 1 0,-31-17 0</inkml:trace>
  <inkml:trace contextRef="#ctx0" brushRef="#br1" timeOffset="282028">5016 11565 7822,'-1'-6'4268,"0"0"-2156,1 6-218,0 0-1295,-14-27-118,8 19-189,-11-20-214,14 27 0,0 6 96,1 8-17,0 13-12,1 14-16,0 13-11,5 7-48,-1-27 0,2 1-260,1 2 1,2 1 287,1 3 0,0 2 17,1 3 0,1 2-6,-1 3 0,0 1-483,1 1 0,-1 0 472,-1 0 0,0 0 14,-1-2 0,-1-2-3,-1-2 1,-1-2-54,-1-5 0,0-2 33,-1-4 1,-1-2 95,1 16-6,-1-13 0,-1-12 620,0-11-328,-1-6 613,0-5-2120,2-7 1055,1-7 1,-1 5-1,1-2 1</inkml:trace>
  <inkml:trace contextRef="#ctx0" brushRef="#br1" timeOffset="288657">15064 7157 22059,'-50'-16'-31,"0"-1"1,-4 4 0,1 7 167,7 16 1,1 5-787,-10 1 0,-1 0 766,-5 1 1,0 1-533,2-1 1,0-1 534,6-2 1,2-3 74,9-3 0,3-2 950,-15-3-672,26-9-458,17-4-413,11 1 893,12 1-374,3 8 1155,9 10-1462,-3 14-247,-5 4 290,-8 7 0,-4 5-368,-4-5 1,-1 2 536,-2 20 0,-2 2-50,-1-2 1,-2 0-216,-1 3 1,1 0-380,2-2 1,1-2 586,1-14 0,4-1 98,6 8 1,5-3-173,13 5 75,-3-17 0,3-2-14,1-13 1,3-3-57,4-4 1,3-3-1672,5-4 1,2-3-288,9-7 1,1-4 2021,-1-1 0,-3-1 1,-13 1-1,-4 1 1,9-4-1</inkml:trace>
  <inkml:trace contextRef="#ctx0" brushRef="#br1" timeOffset="289268">15781 7651 15816,'-3'-60'1846,"0"0"0,0 5 1,-3 7-1051,-6-2-337,1 15-269,3 16-156,4 13-12,3 18-11,3 17 6,1 23-9,-1-16 1,1 2-418,-2 5 0,0 2 403,1 4 0,-2 0 6,0 1 0,-2 0 6,0-4 0,-2-2-101,0-5 1,-2-3 211,-10 16 147,0-24-52,-2-20-88,1-23-7,2-19-50,4-24-200,7 19 0,2-3 169,2-6 1,2-3-18,2-4 1,2-1 5,3 0 1,1 1-244,3 3 0,3 1 277,0 6 0,3 3-20,1 5 0,4 4-144,1 5 1,2 4 132,2 5 0,2 4-26,2 3 1,2 4-3,0 2 0,1 4-3,1 4 1,0 5-15,1 3 0,-2 4-34,2 6 1,-2 6-107,-1 4 1,-3 5-699,-3 4 0,-4 4-719,-4 4 0,-5 2 1574,-5 6 0,-4-3 0,-1 8 0,-7-9 0</inkml:trace>
  <inkml:trace contextRef="#ctx0" brushRef="#br1" timeOffset="289449">15970 7715 19469,'-9'-50'220,"1"1"1,4 4 0,10 6-643,44 7-832,-15 18 1,3 1-206,8 3 0,3 1 1461,10 2 0,-4 1 1,-21 2-1,-3 1 0,27 1 1</inkml:trace>
  <inkml:trace contextRef="#ctx0" brushRef="#br1" timeOffset="289634">16807 7454 21853,'10'53'-450,"-1"0"0,0-3 1,-2-2-6794,1 13 5828,-4-7 0,-3-28 0,-1-16 0</inkml:trace>
  <inkml:trace contextRef="#ctx0" brushRef="#br1" timeOffset="290317">17586 7181 22151,'0'58'76,"1"0"1,0-3-1,-2-5 8,-5 6 34,-6-6 106,-11-6-84,5-20 207,-7-6-95,11-21-106,-2-11-18,3-27-60,7-10-452,2-6 423,6 22 1,1-3-1540,5-12 0,2 0 1544,-4 13 1,1 1 2,2-10 1,2 1-238,5-12 212,-5 24 12,13-18-17,5 30-23,5 7 12,2 5-34,18 24 16,-24-3 4,0 6 0,-1 4-32,9 20-2,-13-5 0,-1 2 20,5 18-1,-14-16 1,-7 1 279,-16 8-249,-5-17 1,-2-3 13,-11 7 3250,-17-7-3166,9-31-33,4-9 505,1-17-545,17 1 12,6-15-17,11 9-17,7-4 0,17 5 1,1 14-7,3 6 6,3 8-16,1 11-9,-5 3 0,1 2 8,12 11-11,-8 3 1,-3 3-7,-9 1 3,-7-2 1,-4 2-3,-15 10-29,-16 9-106,-6-22 1,-5-4-411,0-4 0,-3-3-506,-7 0 1,-1-3-1914,-10-3 2986,3-6 0,35-5 0,3 0 0</inkml:trace>
  <inkml:trace contextRef="#ctx0" brushRef="#br1" timeOffset="290540">18910 7457 23959,'-42'13'41,"0"-1"0,4 0 1,8 4-748,19 23-179,5-10-4128,2 11 5013,7-20 0,-2-4 0,2-8 0</inkml:trace>
  <inkml:trace contextRef="#ctx0" brushRef="#br1" timeOffset="290833">19496 7064 17994,'-11'-43'1673,"0"-1"0,-3 2 0,-6 11-1393,-18 24-84,-20 10-118,26 5 1,-1 5-40,-1 5 0,0 4-22,1 4 0,2 3-508,4 3 0,2 1 494,5 2 0,5 0 13,-3 20-33,20-14 1,7 0-3771,16 14 3622,-1-16 0,4-1-76,5-9 0,3-3 55,9 0 0,3-4-982,10-1 1,2-3-331,-15-8 1,0-2 0,1-1-1567,-1-2 0,0-1 1,-2-1 2707,5-1 1,-4-2 0,12-1 0,-43-1 0</inkml:trace>
  <inkml:trace contextRef="#ctx0" brushRef="#br1" timeOffset="291000">20027 7449 10587,'0'-5'9830,"0"1"-6468,0 4-3216,18-54-13,-12 41-77,18-27 14,-17 60-86,4 18-8,-6 7-1045,-2 7-4841,-9 5 5190,-3-6 0,1-18 1,1-15-1</inkml:trace>
  <inkml:trace contextRef="#ctx0" brushRef="#br1" timeOffset="291550">20576 7203 23511,'0'-40'582,"1"0"1,-1-23-415,0 59-61,-3 1-29,0-1-28,-4 1-22,2 0-16,0 2-1,1 1-11,3 0 112,0-1-73,1-2-22,0-1 5,0-2-5,1 1-6,0-1-5,2 1 22,1-3 28,3-3 40,0-5 55,0-5 67,0-1 6,-1 2-61,-2 6-91,-1 7-60,-2 5 4,0 12-16,-1 12-5,-1 19-4,-1-8 1,-1 2-9,0 17-17,0-12 1,0 1-721,1 17 510,2-23 0,0 2-266,1-3 0,1 0-1651,2 23-4163,-1-11 6324,-6-16 0,2-14 0,-3-10 0</inkml:trace>
  <inkml:trace contextRef="#ctx0" brushRef="#br1" timeOffset="291840">20495 7261 16499,'-19'-53'2104,"0"0"0,3 4 0,6 2-1488,11-15-240,16 6-108,14 10-100,14 12-67,13 11-76,-23 15 1,2 4-627,5 2 1,1 4 605,3 5 1,0 4-378,2 5 0,-1 6 363,-2 5 1,-2 5-12,-2 4 1,-4 3-4,-4 2 1,-6 2-3,-5-1 0,-7 1 56,-7-4 1,-9-1-41,-10-3 1,-7-4-26,-8-4 1,-7-4-82,-6-3 0,-5-4-176,-2-3 0,-1-4-415,-1-2 0,1-2-1224,2-3 1,2-2 1929,1-5 0,4 0 0,-4 0 0,11-5 0</inkml:trace>
  <inkml:trace contextRef="#ctx0" brushRef="#br1" timeOffset="292340">21093 6712 21836,'26'-35'215,"0"-1"0,3 2 0,0 7-176,1 16 17,15 0-33,-10 5-7,12 1 1,1 1-4257,13 3 4240,-20 1 11,16 3 877,-20 2-877,7 3 6,-5 3 5,-10 3 17,-9 5 45,-9 5 17,-6 9-17,-4 8-17,-1 9-33,0 8-1,3 5-11,-1-30 1,0 1 2,2 1 1,0 0 1586,1 1 1,1 0-1574,0 0 0,0 1-3,0 0 1,0 0 5,-1-1 0,-2-1 14,-1-2 0,-4-1 90,-18 22-68,-19-11-95,11-24 1,-5-4-130,-1-1 0,-3-2-756,-11-1 1,1-2-138,15-3 0,0-1 1039,-8-1 0,5-1 0,14-2 0,1-1 0</inkml:trace>
  <inkml:trace contextRef="#ctx0" brushRef="#br1" timeOffset="293775">15544 8138 17445,'55'2'308,"-21"-2"0,3-2-272,14-6 1,4-1-1021,4-1 1,2 1 1007,-17 2 0,-1 0 0,1 1-283,-1 1 1,0 0 0,-1 0 269,16-1 0,-4 1 28,-14 2 1,-4 1 750,0 2-622,-48 8-61,-42 8-51,9-3 0,-5 0-372,10-2 0,-2 0 1,-2 1 387,-3 0 1,-2 0 0,-2 1 123,5-1 0,-3 0 0,1 1 0,4-2-273,1 0 0,3-1 0,-2 1 219,-9 3 0,-2 1 0,7-2 26,-13 8 829,7 2-857,44-10-5,42-7-96,1-8 0,7-3-22,13-2 0,5-1-269,-13 1 1,2-2 0,1 0 258,4 0 1,1 0-1,1-1-2,0 1 1,1-1 0,0 1 10,-2 0 1,1 0 0,-2 1-6,-4 0 0,-1 0 1,-2 1 604,11-2 0,-5 1-549,-16 3 1,-9 0 4,-18 0-55,-49 10-14,-1 1 0,-4 1-499,-12 4 0,-3 3 500,14-4 0,-1 1 0,-1 1-3,-3 1 1,0 0 0,0 1 220,-2 0 1,0 1-1,1-1-202,2 0 1,0 0 0,1 0 7,4-2 0,2 0 0,1-1 92,-10 2 1,4-1-970,12-5 1,5-1 988,-2-2-11,36-12-62,36-8-53,-5 3 0,4-1 205,12-1 1,4-1-207,-4 3 0,4 0 0,-4 1 68,6-1 1,0 0-81,-5 2 1,4 1 0,-4 1-8,-5 2 1,-2 1 1317,4 0 1,-2 1-1313,11 2 11,-47 9-9,-39 3 1,-17 2 0,12-2 0,-4 0-341,-13 2 1,-7 1-1,2-1 349,8-2 0,1-1 1,-3 0 14,-10 2 0,-3 0 0,1-1 17,5 0 0,0-1 0,4-1 83,-12 1 0,7-3 115,-3-5 934,71-16-1099,20 2 0,12-1-34,-4 3 1,4-1 0,2 0-555,9-2 1,2 0-1,1 1 523,-11 2 0,2 1 1,-1 0-1,1 1-7,1-1 0,0 0 0,0 1 1,0 0-11,-2 1 0,1 0 1,-1 1-1,-1-1-401,10 0 0,-2 0 1,-2 1-709,13-1 0,-8 3 1358,-20 4 1,-7 1 0,1 0-1,-29 6 1</inkml:trace>
  <inkml:trace contextRef="#ctx0" brushRef="#br1" timeOffset="298617">5643 13010 10512,'-2'3'1375,"1"-1"775,1-2-1821,-5 17 366,2-9-217,-3 14-90,2-12 36,-1 1-266,2-5 43,1-1 545,3-4-25,6-7 37,10-7-149,15-13-1934,0 2 1,2-2 1461,-7 7 1,1-1 38,20-14 0,3-2-568,-8 8 1,2 0 443,-6 3 0,2-2 1,1-1 150,3 0 1,0 0 0,0-1-211,3-1 0,0-1 0,-1-1 16,2 0 0,0 0 0,1 0 5,0-1 0,0-1 0,0 0 4,2-1 1,-1 0 0,3-2 0,-7 5 0,2-1 1,-1 0-1,-3 3-436,-1-1 1,-3 3-1,2-2 434,-2 2 1,3-1-1,-2 0 1,-3 3 16,9-7 0,-3 2-205,-9 6 0,2 0 1,-2 0 204,14-9 0,-3 1 774,-5 3 1,-2 1-769,-4 3 0,-2 0 20,1-4 1,-2 1 33,10-8 351,-15 12 1,-2 1-340,7-5 315,7-8 1,-5 4 10,-4 2 1779,-5 4-1806,-4 5 1185,-2 3-1215,-4 4 706,-3 4-681,-2-1 262,-4 5-259,1-5-217,-1 2-16,1-5-28,3-1-239,8-8-3345,-7 10 3131,6-5-21,-7 9 325,0 1 105,2 1-26,-1 1-40,-5 4 147,-1 1 3320,-3 1-3369,-1-1 373,6-6-489,-2 3 69,5-4-236,-1 0 65,1 0 137,6-4-29,-6 5 1,0-2-208,-8 8-34,-1 0 93,-2 2-403,-9 5 698,-3 9-348,-6 6-176,4 2-5104,5 5 5410,5-9 0,2-3 1,1-6-1</inkml:trace>
  <inkml:trace contextRef="#ctx0" brushRef="#br1" timeOffset="302515">17578 8170 10539,'-6'-3'5293,"1"1"-4178,5 2-930,-9-29-118,17 19 45,34-27-90,2 30-9,2 0 0,10 0 0,-3 1-474,-4 1 1,0 1 454,1-2 1,5 1-1,-4 0-47,2 1 0,-6 1 42,9 0 61,-20 2 57,-73 9-79,5 0-6,-11 1 0,-8 1 56,-9 1 1,0 1-254,11-2 0,-3 0 260,-7 1 1,-5 2 0,8-2-27,18-4 0,2 1 75,-11 1 1,-4 2-1,8-3-27,-2 0 934,-11 3-934,58-11 61,49-14-132,-15 6 1,5-2-512,0 0 0,4-1 0,-1 1 486,8-3 0,1 1-8,-5 3 1,4-1 0,-3 1 13,14-2 0,-1 0-8,-14 3 1,3-1-1,-3 1 19,13-3 0,-5 2-79,-16 1 1,-5 2 123,-5-2 328,-48 7-350,-43 9-35,12-2 1,-6 3-632,-1 1 1,-5 1 0,0 1 653,4 0 0,1-1 1,-2 1 6,7-1 0,-2 1 0,1-1 1,4 0-6,3-1 0,4 0 0,0 0 39,-1 0 0,-1 0 1,5 0-674,4 0 1,4-1 615,-20 5 433,73-7-406,7-10 0,7-3-36,6 1 0,6-1-571,7-3 0,8-3 0,-3 0 568,-12 3 0,-1 0 0,2 0 151,8-2 0,2-1 0,1 1-154,-11 1 1,2 0-1,-2 1 1,-6 0 2,1 0 0,-1 0 30,2 0 0,4 0 0,-10 1 2115,-6-1-2027,-39 4-112,-23 6-1,-11 3 1,-12 1 0,1 2-158,9-1 1,0 1 0,-4 1 151,-10 1 0,-5 1 1,-2 1-1,3-1-2,6 0 1,2 0 0,1-1 0,0 0 5,-12 3 0,0 0 0,4-1 10,-8 1 0,11-3 858,14-2-855,36-7 17,28-7 0,17-3-20,0 0 0,3-1-333,7-2 0,6-2 330,0 1 0,4 0 1,-2 0-167,-15 4 0,-3 0 0,2 0 187,17-4 0,2-1 0,-5 1 7,-4 2 0,-5 0 1410,-3 0 1,-5 0-884,-4-3-443,-26 3-66,-50 5-43,-4 8 0,-5 3-444,3-2 1,-3 1 436,2 2 1,-4 1 0,2 0 6,-11 2 1,0 0-19,11-2 1,-2 1-1,4 1-908,0 3 0,4 0 901,-16 5-28,52 0 545,27 2-10348,31 12 8793,-14-7 1,7 0 0,-34-18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5:33:52.48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2169 2347 18459,'0'-9'3472,"0"2"-2777,1-24 0,-2-2 33,-2 14-585,2-16 0,-1 5-104,-3 28-17,1 10 17,0 12-27,-2 18-7,-1 17 3,2-20 1,0 1-382,-2 6 1,0 1 383,-2 2 0,0 0 0,-1 0 1,-1-2-108,0-6 0,1-2 191,-7 13 286,6-23 6,5-21-247,2-21-44,2-18-2583,1-21 2509,3 3 11,0 1 1,2-2-305,0 12 1,1-1 298,2-18 0,1 0-169,0 16 0,0 2 163,1 8 1,1 3 16,9-13-28,2 17 2861,5 13-2850,6 8 1026,8 15-1045,-8 5 0,-1 4-3,15 11-51,-11 1 1,-1 3 19,-12-5 0,-3 2-84,4 10 1,-3 3-223,-5 2 1,-4 1-644,-3 0 0,-3 1-2473,-6-1 0,-2-2 3453,0-8 0,-1-3 0,-4 9 0,3-21 0</inkml:trace>
  <inkml:trace contextRef="#ctx0" brushRef="#br0" timeOffset="183">2011 2636 23159,'40'-32'-660,"-1"0"0,0 0 0,1 1 0,1 2 1,2 6 659,1 9 0,3 5 0,-5 2 0,-2-2 0,-4 2 0,-4 0 0,-1 0 0</inkml:trace>
  <inkml:trace contextRef="#ctx0" brushRef="#br0" timeOffset="1417">2423 1709 12845,'-58'6'572,"-1"1"1,1-1-1,0 3 1,0 1-1,2 7-316,12 1 0,2 5 1,-1 2-1,2 3-1333,-4 4 0,0 5 1,2 0-1,0 0 1148,5-6 1,1 0-1,2 1 1,0 4 55,-2 8 1,1 3-1,3 2 1,5-1-168,4 0 0,6 0 0,1 2 125,2-4 1,1 2-1,2 1 1,2 0-3,1 13 1,3 1-1,5-2-31,4-4 0,4-1 1,4-3-151,2-4 0,3-3 0,8-5 172,13-2 1,9-5 0,-2-5-47,6 0 0,4-7-9,-9-13 1,6-3-1,1-4 1,-2-3 241,6-5 1,-3-6 0,5-3-242,-8 1 0,4-2 0,1-2 0,-1-2 1,-2 0-57,5-3 0,-2-1 0,-1-2 0,0-2 66,-6 2 0,0-2 0,0-2 1,-2 1-1,-6 2 7,5-6 0,-6 1 1,-2-2 142,0-6 0,-2-2 0,-7 0-15,-4-9 1,-9-3-43,-6 0 0,-3-5 1,-4 3-74,-2-2 1,-9 1 20,-5 11 0,-6-4 1,-2 2-1,0 8-29,-3 1 0,-4 5 6,-9-7 1,-7-2 0,0 8 4,-9 10 1,-4 7-24,11 3 1,-4 2 0,-1 4-23,-8 7 1,-2 4-1,3 3-64,11 1 0,1 2 0,3 1 48,-20 6 0,8 5-465,19 0 1,10 4-5463,13 21 6005,14 5 1,9-17 0,5-13 0</inkml:trace>
  <inkml:trace contextRef="#ctx0" brushRef="#br0" timeOffset="2017">3038 2446 12774,'-59'13'958,"0"-1"0,0 1 0,4-2 0,1 1 0,7-2-650,10-3 0,3 1 288,-6 1 1,2 0 238,3 2-807,-2 2 351,40-7-122,28-4-145,10-1-31,0-4 1,6-1-592,4 0 1,6-2 520,-13 1 0,4 0 0,2-2 1,-1 1-3,11-1 0,-1-1 1,2 0-543,-7 1 0,2-1 0,-1 0 0,-3 1 523,-5 0 1,-3 1 0,2-2-11,2 0 0,4-1 1,-1-1-1,-4 1-312,-4 0 1,-3 0-1,1-1 335,15-3 1,2-1 0,-5 0-100,-1-2 1,-6 0 182,-13 3 0,-4 0 42,2-6 762,-31-6-813,-27 6 51,-26-8 8,19 16 0,-3 2 1000,-2 1 0,-1 2-930,1 1 0,1 1-50,-18-1 1445,5 4-1395,25 0 539,6 1-464,12 1 338,18 4-412,12 5-7,18 4 8,18 4-326,-23-7 0,2-1 229,5 2 1,0 0-164,3 3 0,-1 0-12,-9-3 1,-1 1-169,7 10 1,-5 4-458,-7 15 1,-13-10 1,-7 2-458,-15-3 1,-8-1-2763,-6 2 0,-3-1 3294,-1-2 0,1-4 1,-9 8-1,13-16 1</inkml:trace>
  <inkml:trace contextRef="#ctx0" brushRef="#br0" timeOffset="2879">4902 2376 20470,'-32'-44'995,"-1"0"0,4 5 0,5 8-799,10 19-229,6 7 33,11 12 17,8 9 5,11 15-22,7 13-410,2 10 410,-17-23 0,-2 0 5,-4 0 1,-1 0 33,-1 27 23,-11-11 89,-3-14 174,-4-15-6,0-13-117,-1-16-51,-1-14-45,0-18-50,1-18-144,7 24 0,2-1 110,0-3 1,1-1-1,1 1 0,1 1 3,1 3 1,3 1-1606,2 1 1,2 4 1585,4-9 0,15 0 124,13 20-1780,9 4 2078,3 4-51,11 10-103,-9 10-160,-19-2 1,0 3 938,-3 4 0,-1 4-941,17 24-167,-17 9-375,-20 6 252,-20 1 49,-13-2 148,-10-8 187,-2-12 160,4-15 253,4-14-238,11-9 3010,1-15-3551,12-2 744,3-10-694,11-1 309,9 2-254,12 5 44,6 8 80,7 6-135,8 5-1566,-15 9 1,0 1 1820,16 3-168,-17 4 1,-4 4-354,-3 16-272,-8 27 21,-18-16 202,-12-10 0,-6-1-404,-21 7-1718,1-13 0,-3-2 477,-14 6-2009,12-15 0,1-5 3681,1-7 0,11-1 0,18-2 0</inkml:trace>
  <inkml:trace contextRef="#ctx0" brushRef="#br0" timeOffset="3284">5121 1732 21197,'-54'-28'947,"-1"0"1,1 7-1,0 12-86,11 20 0,1 10-1111,-7 6 0,0 7 791,13-6 1,0 2-1,1 3-231,-3 5 0,0 2 1,1 3-137,0 4 1,1 2-1,1 2-113,2 3 1,3 1-1,2 2-260,4-1 1,3 2 0,4-1 369,5-1 0,4 0 0,2-3-276,3 8 0,8 0-277,10-11 1,7 1 0,5-6-362,10-3 1,7-4 363,0-4 1,5 1 0,3-7 118,3-10 0,3-6 0,2-4-180,-10-3 0,2-3 1,1-2-1,0-1 396,4-2 1,0-2 0,1-2 0,0-1 84,0-3 0,0 0 0,-1-3 0,0 0-229,-4-2 1,0-1-1,-1-2 1,-3-1 437,-4-1 1,-1-1 0,-3-1 0,-1-2 203,4-7 0,-3-3 0,-4-2-192,-7 0 1,-5-3-1,-3-1-169,-6-1 1,-3-2-1,-3 2-164,0-11 1,-5 0 181,-5 10 0,-3-1 0,-7-1-282,-14-11 1,-11 0 0,-1 4-124,6 10 0,-2 3 0,-4 1 254,-3 0 1,-5-1 0,-2 3 0,1 8-94,-5 8 1,-1 7 0,0 3 89,-2 1 1,0 2 0,-1 2-4,1 1 0,0 2 1,1 3-192,3 2 1,1 2 0,1 2-1101,4 3 0,1 2 1,3 2 1757,-8 9 1,5 0 0,-7 11 0,27-11 0</inkml:trace>
  <inkml:trace contextRef="#ctx0" brushRef="#br0" timeOffset="5207">3323 2497 10836,'-48'4'1749,"0"0"0,1 0 0,-16 1 0,1 1-2018,0 1 1,1 0 654,13 0 1,2-1-158,6 0 1,4 0 529,-13 1-681,22-1 303,36-6-269,29-4-73,0-1 1,5-1-719,17-4 0,3-1 693,-7 1 0,2-1-9,-6 1 1,3-1 0,3 0-512,-4 1 1,2-1 0,1 1 0,-4 0 493,1 0 1,-3 1 0,2-1 8,-4 2 0,3-2 1,-1 2-1,-4 0-31,13-1 1,-7 1 10,-15 3 1,-1 0 8,7-2 0,-3 2 81,-8 2 1072,-38 7-1111,-20 6 6,-33 7 2867,0-1-2892,19-7 1,-6 0-1,1 0-816,-10 3 1,-2-1 824,2 0 1,-4 0 0,3-1 20,7-1 0,2-1 0,1 0 39,-17 2 1,2-1-12,10-2 1,4-1 27,11-3 0,3 0 123,-6-1-122,20-3-112,19-5 410,20-6-383,24-9-806,-9 6 1,2 0 799,-3 2 1,2-1-8,8-1 0,4 0 0,-3 2-325,-8 2 1,2 1 327,15-4 1,8-1-1,-6 3 3,-10 4 1,-3 2 1,10-3 1,-2 1-50,-14 6 1,-7 1 138,-8 0 56,-8 6-84,-41 5-41,-31 7-18,13-6 1,-2 1 1121,4-2 1,-2 0-1124,-9 2 1,-5 0-1,2 0-307,-6 1 1,0-1 336,4-1 0,-3 1 0,3-2 35,-5-1 0,5-2-164,11-1 1,6-3 193,-9-3 19,25-4-119,27-7 684,17-3-659,25-7-15,-11 11 0,4 0 0,8-2 1,3 2-7,6-2 1,2 1 285,4 0 0,1 1-133,-19 3 0,0 0 0,1 1-4,-1 1 1,0-1-1,1 1 61,19-1 0,-2 1-10,-15 1 1,1 1-86,10 0 1,-3 1 128,2 0 98,8 0-228,-45 2-358,-29 2 58,-25 1 105,5 1 0,-3 1 7,-11 1 1,-3 1 156,-10 2-1,-2 0-75,16-3 0,0 1 0,-1-1 0,0 1 1,-1-1-1,1 1 10,-17 1 1,1 1 8,9-2 1,4-1 233,10-1 1,5-1-177,-11 0-56,24-2-44,12-2-51,17-4 182,14-3-55,7-4-30,11-1 1,7-2-37,6-1 1,2 1 155,-1-1 0,1 1-149,-9 3 1,1 0 0,-1 2-14,7-2 1,-2 2 161,-9 1 1,-1 1 70,5-1 0,-7 1 291,-17 3-4,-9 3-20,-32 6 129,-29 8-311,7-2 1,-4 2-732,-14 4 1,-4 1 536,14-3 0,-2-1 0,-1 1-92,-5 1 0,0 0 0,0-1 9,0 1 0,1-1 1,0-1-97,4-1 0,2-1 0,1-1-175,-12 1 0,4-2 367,14-3 0,6-2-686,-8-2-114,28-9-148,29-7 294,30-15 35,7 0 82,-11 10 1,8-3 0,-1 1 787,10-4 0,1 0-132,-2 3 0,4-2 0,-2 1-10,-10 5 1,-2 1 0,0 1 109,17-4 0,-3 3 63,-16 4 0,-1 2 435,3 2 1,-3 2-473,-2 5-351,4 5-529,-32 10-1131,-17 6-1691,-8 8 3695,-9 5 1,9-14 0,1-1-1</inkml:trace>
  <inkml:trace contextRef="#ctx0" brushRef="#br0" timeOffset="6132">5194 3251 17143,'-4'-47'2156,"-1"0"1,1 5-1,0 9-1736,2 19-269,-1 9-151,2 3-5,0 7-3337,3 19 3370,-1-1 0,4 35 28,-4 1-23,0-16 1,0 3-402,-1 6 0,-1 1 410,0 4 0,-1 0-9,-1 0 1,1-1-17,-1-4 0,0-1-6,1-5 0,0-3-73,0-7 1,1-1 50,-1 21-79,-1-11 1103,-2-5-9751,0-15 8738,-1-5 0,2-14 0,2-4 0</inkml:trace>
  <inkml:trace contextRef="#ctx0" brushRef="#br0" timeOffset="6857">5139 4582 22431,'-50'-30'296,"1"0"1,1 7 0,3 12-620,17 25 0,2 8 404,-6 4 0,1 3-645,-3 5 1,1 1 582,7-6 1,1 1 0,-4 9 0,4 3-35,10-3 0,4 1 23,2-3 1,6 1-1373,14 5 1,9-5 1330,16-3 19,-9-19 0,4-4-64,0-7 1,1-4-97,5 0 1,4-2-365,1-3 0,4-1 1,-1-2-1035,14-3 1,1-3 1571,-12 0 0,1-3 0,-6 2 0,-10 3 0,-4 0 0,21-12 0</inkml:trace>
  <inkml:trace contextRef="#ctx0" brushRef="#br0" timeOffset="7242">5414 4199 16538,'-50'-32'1298,"1"1"0,5 11 0,-3 1 0,3 8-1021,1 9 1,-1 7-1144,2 0 1,-4 2 0,2 3 930,3 4 0,2 4 1,1 2-27,-2 4 0,0 4 0,2 0-11,-8 8 0,3 4 11,8-2 0,1 4 1,3 4-3,1 7 0,4 5 1,2-3-35,1-8 1,2-2 0,2 5-12,6-3 0,0 5 0,3 2 1,2-1-1,3-6-401,6 3 1,4-4-1,2 1 401,-4 9 1,1 2 0,9-4-34,12-4 0,10-5 0,5-8 16,3-12 1,6-8 0,5-3 8,0 0 1,5-1 0,1-4-1,0-4 21,-3-4 1,0-4 0,-1-4 0,1-3 16,-6-4 0,2-4 1,-1-1-1,-3-2 1,-5 1-5,4-3 1,-5 1 0,-2-6 31,9-11 0,-2-6 1,-8-1-42,-10-4 0,-6-3 43,-6 9 0,-2-4 1,-3 0-1,-3-1 0,-3-1 0,-3 0-4,-6-2 1,-3 0 0,-2 2-24,-1-11 0,-7 3 20,-10 7 0,-9 1 0,2 7-34,3 10 0,-5 5-6,-5 4 1,-10 0 0,-1 3 0,6 5-29,-3 5 1,-1 6-176,-4 1 1,-9 2 0,0 2-1,9 1-287,2 2 1,1 3-1974,1 1 0,-7 1 1,1 1-1,10-1 1339,8 0 1,4 0 0,-16 3 0,8-1 0,27-6 0</inkml:trace>
  <inkml:trace contextRef="#ctx0" brushRef="#br0" timeOffset="7892">2660 3450 13756,'-31'-39'1243,"0"0"1,0 0-1,2 4 1,2 1-1,2 4 101,-15-19-385,9 12-308,11 10-422,8 11-127,8 8-35,9 10 45,10 13 0,27 30-830,-6-5 760,-2 1 0,1 4-9,-4-1 1,1 2-723,-3-5 1,1 4 0,1 1 717,3 5 1,0 1 0,1 0-1,-8-10 1,1 0-1,0 0 1,1 0 7,0 1 1,0-1 0,1 0 0,0 0 1,0-1 0,1 0 0,0 0 1,1-1-12,0-1 0,1-1 0,0 0 0,2-1-10,-1-2 0,2 0 0,0-1 0,2-2-1,-1-1 0,2-1 0,1-2 0,-1 0-503,15 5 1,0-1 0,1-3 520,-2-1 1,2-3-1,-1-1 4,-3-1 0,1-2 1,-2-1-269,-3-1 1,0-1-1,-2 0 254,14 6 0,-2 0 50,-10-4 1,-3 0-158,-12-4 1,-3 0-136,4 9 217,-22-7 0,-9-8 0,-5-5 0</inkml:trace>
  <inkml:trace contextRef="#ctx0" brushRef="#br0" timeOffset="10566">9260 978 31717,'-35'-44'-640,"1"1"0,2 2 0,4 12-674,8 23 1502,-13 2-148,-17 17 180,7-1-105,11 4 1,1 6-209,6 6 1,3 4-450,0 1 0,2 4 566,0 17 0,6 0-709,9-21 1,4-1 395,2 4 0,5-2-455,25 6-987,14-6-18,-4-15 0,5-6-587,-3-7 0,1-5 2,11-7 1,0-5 1303,-17-1 0,-1-4-34,10-8 0,-2-5 915,-10 3 0,-1-3 1004,5-6 1,-1-6 1317,-3-8 1,-5-5 78,-4 1 0,-4 0-1575,-6 8 0,-3 2-218,-2 6 1,-4 3 884,-3-9-157,-4-1-734,-2 6 569,-3 9-1078,0 21 385,2 6-362,1 14-12,2 31 67,0 18-333,0-14 1,0 4 318,0 4 1,-1-1-7,1-8 1,-1 1-217,-1 13 1,1-1 218,-1-10 1,1-2 2,1-5 1,0-2 243,1 19 240,1-45-161,1-22-91,-1-14 24,5-18-79,3-11-73,6-5 897,5-1-975,5 5-6,1 11-28,-5 15 458,13 10-469,-8 15 5,15 10-33,-6 15-3318,-2 11 3284,-9-2-200,-10-5 1,-1 1-965,5 11-881,8 15-940,-1-18-3022,3-14 4226,-5-10-510,6-16 3047,0-19 1978,0-7 604,-1-12 413,-15 13-558,-4-8-1763,-7 17-417,-8-4 2592,1 16-3380,-8 4-85,6 5-39,-1 3 0,4 3 0,4 3 0,7 1 5,8-2 40,9-3-50,-2-4 66,32-18-44,-29 5 67,27-22 263,-32-8-206,-7 4-35,-13-10-33,-15 20 17,-8 6-18,-4 8-32,0 6-52,6 5-10,0 8-6,3 14 0,3 9-22,2 14-57,8 4-313,11 2-717,11 2-1306,18-2-230,-10-26 1,4-3-1798,5-2 0,3-3 3807,-2-5 0,0-2 0,11 1 1,-19-7-1</inkml:trace>
  <inkml:trace contextRef="#ctx0" brushRef="#br0" timeOffset="10758">10979 1178 14516,'1'-5'7550,"-1"1"-6239,0 4-589,-32-63-324,6 44-289,-1-16 0,-1 6-8,-12 34-56,1 11-23,5 13-16,5 9-12,9 11-100,6 7-205,10-24 0,2 1-1045,7 7 1,4-1-1030,6 14-2281,7-21 0,4-5 3818,12-8 0,-5-3 0,-12-12 0</inkml:trace>
  <inkml:trace contextRef="#ctx0" brushRef="#br0" timeOffset="10967">11272 1101 16172,'6'-57'2548,"0"0"1,-1 7-1,-4 5-1691,-6 2-198,-4 14-295,1 12-254,2 9-149,3 8 68,1 11-29,1 13 11,-1 18-39,2 18-308,0-25 1,0 1-240,1 4 1,0 1-1258,0 2 1,2-1-1194,1-2 1,2-2 3024,6 23 0,-3-26 0,-2-21 0</inkml:trace>
  <inkml:trace contextRef="#ctx0" brushRef="#br0" timeOffset="11191">11514 1068 22834,'-54'-9'343,"0"0"1,4 2-1,6 9-242,-2 35-45,9 4 34,12 0 22,12-3 16,15-3-4,16-4-35,18-4-145,24-8-751,-22-12 0,3-2-434,6-1 0,2-2 653,9-3 1,-3-1 0,8 1 0,-5-3 0</inkml:trace>
  <inkml:trace contextRef="#ctx0" brushRef="#br0" timeOffset="12306">12086 822 32767,'-6'-42'0,"0"0"0,0 0 0,-3-15 0,-3 9-1709,-5 17 531,-7 9 776,3 15 578,-8 15-157,-13 38-188,23-15 1,2 5-357,2 3 0,-1 5 0,4-1-229,0 11 0,5 0 605,1 10 0,7-2 118,7-16 0,5-3-349,5-5 0,4-4 4,4-5 1,4-4 7,1-6 1,3-3 117,-2-5 1,2-5 51,28-10 138,-29-9 1,-1-5 115,14-22-22,-6-3 78,-19-2 50,-15 11 186,-1-11 959,-7 17-1033,-3 3 242,2 19-499,-2 1 156,4 7-184,0 9 6,4 22-1,4 6 6,2 4 8,5-11 1,5-2-3435,19 7 3393,4 9 33,11-29 28,-24-24-17,4-4 45,-6-18 22,-9 1 62,3-11 3538,-5-7-3393,-7 10-128,-3 5 67,-5 16-129,0 11-61,-1 7-23,-2 14 28,-5 26-5,-2 10-423,1 6 389,4-24 0,1 2-1705,1 12 1,3 1 1270,1 4 0,2 1-391,1-11 0,0 2 0,3-2-2981,6 9 1,4-4 3805,-2-9 0,1-4 0,7 6 0,-10-25 0</inkml:trace>
  <inkml:trace contextRef="#ctx0" brushRef="#br0" timeOffset="13092">13215 867 23569,'-52'-26'89,"0"0"1,3 4 0,6 15-29,1 52-44,21-17 0,2 4-6,0 12 0,2 0-11,6-12 0,2-1 3,0 12 0,5-2-3,13 6-45,12 6 126,0-27 1,5-3-799,5-6 0,2-3 73,24 8-113,1-14-1382,-12-17-285,4-5 1954,-20 3 0,0-3 906,1-5 1,-3 0 112,3-5 22,-6-5 770,-25 16-81,-4 2 801,-3-7-1255,-3 4-212,-1 0-359,5 6 377,1 2-405,3 4-118,0 0-66,1 2-18,0 1 18,-1 1 16,-2 2 0,1 4 17,-2 0-39,3-1 28,0-2-28,2-4 185,0 0-129,4-1-29,0 0-32,2 0 32,0 1 63,-2 0 223,4-1-111,2-3-79,6-5-51,3-10-55,-1 2 61,9-17-22,-4-5-40,-7 2 1,-1-5-315,-4 2 0,-3-1 323,1-13 0,-2 0-23,-4 15 1,-1 1 2,-1-8 1,0 0-7,-4 8 1,0 1 23,0-21 21,-9 6-5,4 38-45,0 4-5,-2 16 39,-2 30-107,0 16-266,4-12 1,2 4 332,2 1 1,2 0-6,1-6 0,2 0 3,2 11 0,3 0-43,2-10 1,3 0-392,8 16 0,3 1-236,-1-13 1,5-3-715,5 2 0,5-7-1635,-1-13 0,1-7 378,-6-5 0,1-3 2638,4-4 0,-4-4 0,-6-1 0,-2-1 0</inkml:trace>
  <inkml:trace contextRef="#ctx0" brushRef="#br0" timeOffset="13426">14049 1094 24911,'-35'-12'118,"1"0"0,-15-7-29,60 27 18,12-4-56,-1-1 27,11-6 0,-4-6 23,6-9 73,2-18-40,-13 0-16,-5-10-45,-13 17 55,-8-3 24,-12 8-12,-4 4-28,-12 6-45,1 13-17,-7 16-33,11-1-6,-6 21-5,15 0-1,2 15-44,10 8-6,10-11-526,9-12 0,5-2-3014,21 11-1331,-10-15 1,1-2 3373,10 1 1,-13-14 0,-21-10-1</inkml:trace>
  <inkml:trace contextRef="#ctx0" brushRef="#br0" timeOffset="13900">14747 970 22674,'5'-50'856,"1"1"1,0-1 0,0-16 0,-5 7-679,-12 3-17,-6 19 70,-1 20-309,1 15 121,-2 22-44,-2 23-138,9-11 0,2 4-281,0 9 1,2 2 427,2 6 1,2 1 2,4 1 0,3 1-14,2 0 0,4-1-70,4-1 1,5-2-1144,6-1 1,6-2-1549,8-1 0,4-5 2764,0-6 0,0-4 0,-11-12 0,-2-3 0,6 0 0</inkml:trace>
  <inkml:trace contextRef="#ctx0" brushRef="#br0" timeOffset="14384">15542 821 25876,'-20'-46'-998,"9"16"-415,19 56-4262,10 11 4593,0 1 1,-5-12-1,-5-11 1</inkml:trace>
  <inkml:trace contextRef="#ctx0" brushRef="#br0" timeOffset="14875">16009 975 22453,'-1'-7'2941,"0"2"-2633,0-29 0,1-7 123,0 11-300,0-13 1,-1 3-26,2 26-61,0 11-22,0 17 10,3 16-10,3 24-26,-4-19 0,1 3-250,0 4 0,-1 1 253,1 0 0,0 0 0,-1-2 0,0-1 0,0-6 0,0-2 5,2 17 57,-1-17 55,-2-17-10,-2-16-79,0-16-34,0-14 524,-1-16-518,4-11 5,-1 22 1,1-1-585,1-4 1,1-1 592,-1-3 0,1-1 25,0 2 0,-1 0-76,1 5 0,-1 3 20,5-24 34,5 15-23,9 10-10,13 11-1,13 10 6,10 13 11,-26 8 0,-2 4-159,2 6 1,-3 5 180,-1 5 1,-2 5-26,-3 4 0,-3 2-64,-3 3 0,-3 1-169,-3 1 1,-3 1-291,-2-1 0,-1 0-575,0-4 0,0-1-1431,1-5 0,1-4 2532,8 13 0,-4-22 0,-5-12 0</inkml:trace>
  <inkml:trace contextRef="#ctx0" brushRef="#br0" timeOffset="15058">16199 995 19944,'-2'-4'2912,"1"1"-2525,1 3-348,57-65-919,-20 49 1,4 1-2398,0-10 0,3-4 0,-2 6 1310,4 12 1,-4 4 0,4 0 0,-49 7 0</inkml:trace>
  <inkml:trace contextRef="#ctx0" brushRef="#br0" timeOffset="15233">16996 506 20901,'-3'-3'3204,"0"1"-2274,3 2-970,3 41-167,1-19-4709,4 26 1,0 2 2665,1-18 1,3 23 0,-10-48 0</inkml:trace>
  <inkml:trace contextRef="#ctx0" brushRef="#br0" timeOffset="15503">17392 397 26754,'63'3'30,"-35"23"0,-3 13 0,-5 0-1356,-8 2 1,-4 2 1325,3 8 0,1 5 0,-6-1-36,-6-10 1,-5-2 0,-2 1-631,-2 4 0,-4 1 0,-4 3-1792,-6 2 0,-5 3 1,-2 1-1,3-6 1469,1-4 0,2-4 0,-2-1 1,-5 1-1,-2-1 0,7-11 1,8-12-1</inkml:trace>
  <inkml:trace contextRef="#ctx0" brushRef="#br0" timeOffset="29778">18161 1201 32767,'0'-4'-809,"0"1"-987,0 3 3599,-23-12-2196,11 25 1302,-21 1-623,16 32-8507,1 11 7989,3-6 1,7-26 0,5-16-1</inkml:trace>
  <inkml:trace contextRef="#ctx0" brushRef="#br0" timeOffset="32404">18985 905 26696,'-35'-45'-162,"0"0"1,4 4 0,7 10-792,17 20 522,5 5-91,1 11 461,5 11-104,6 16 87,6 15-355,-2-13 1,1 0 357,7 14 56,-4-16 1,1-1 22,10 2 21,6-1 50,-5-13 240,-9-11 15,-7-16-106,-2-17 11,0-19-11,0-15-123,-7 27 0,-1-1-28,0-1 0,-1 1 22,0-28-39,1 7-67,0 11-202,5 11-286,7 11-284,11 11-3306,25 17 812,-11 3 3277,17 15 0,-40-15 0,0 1 0</inkml:trace>
  <inkml:trace contextRef="#ctx0" brushRef="#br0" timeOffset="32620">19812 869 16560,'-5'-4'4358,"1"1"-3395,4 3-1153,0-57-197,28 40 43,-11-14-1,4 3-305,11 22 1,4 8-981,-2-1 0,0 2 1630,-1 2 0,-2 2 0,3 0 0,-9 4 0</inkml:trace>
  <inkml:trace contextRef="#ctx0" brushRef="#br0" timeOffset="32788">19754 1101 20814,'43'-24'-940,"-1"-1"0,1 1 1,6-1-1,1 1 0,-4 5 735,-6 6 0,-3 3 0,-1 0 0,-4 2 0,-5 2 0</inkml:trace>
  <inkml:trace contextRef="#ctx0" brushRef="#br0" timeOffset="33378">21016 537 22218,'-40'-30'134,"1"1"0,1 1 1,3 9-96,-2 22-11,-11 4 6,-6 6 16,-4 1-16,4 1-17,10-2-29,11-3-38,13 0 39,12-4 5,4 6 1,4 0-1,2 6-16,1 6 22,4 5 44,1 18-32,-1-14-1,-2 22-6,-3-17 12,-2 12 0,3 0 33,2 11-33,1-21 17,7 11 27,0-26-21,9 2-18,6-9-229,24-8-56,-11-8-499,-5-5 0,1-3-3195,-5-2 1,-1-2 3956,5-1 0,-1 0 0,10-5 0,-18 6 0</inkml:trace>
  <inkml:trace contextRef="#ctx0" brushRef="#br0" timeOffset="33838">21758 504 16969,'-2'-3'3826,"-1"0"-1507,3 3-2319,-25-43-11,23 32-1,-10-33 12,35 43 56,12 0-22,14 0-56,-5 1-12,6 4 23,-20-1 5,0 8-16,-12 0 11,0 8 11,-7 4 72,-3 14-83,-4-10-62,0 25 73,-1-28-22,4 36-28,-1-20-85,3 20 18,-4-21-331,-1 8-819,-20 0 125,-13 2 237,3-20 0,-6-3-1926,-11-3 0,-4-4 2265,1-3 1,1-3 0,10-2 0,3-3-1,-12-2 1</inkml:trace>
  <inkml:trace contextRef="#ctx0" brushRef="#br0" timeOffset="34221">22999 913 30865,'-9'-7'-2120,"2"2"829,7 5 676,0 0-843,-22 61-6599,9-18 7141,-2 0 1,1-1-1,5-10 1,4-14 0</inkml:trace>
  <inkml:trace contextRef="#ctx0" brushRef="#br0" timeOffset="35196">23498 930 32767,'-4'-45'-752,"1"0"0,0 6 0,0 7-866,-1 16 534,2 9 239,1 14 336,4 14 130,2 21 89,4 19-657,-4-24 0,0 2 846,0 1 1,-1 0 8,0 0 1,0-1 30,-1-3 0,0-1 45,1 22 21,-2-16 64,-1-16 84,-4-13 15,-3-12-67,-4-13-57,-4-12 313,-2-15-323,2-12-34,7 20 0,1-2 3,2-4 0,1-1-298,0-4 0,2-1 289,2-1 1,1 1-4,1 1 1,2 0 50,2 3 0,2 2-20,0 4 1,3 1-71,4 0 1,2 4 25,7-7 27,15 6-38,-8 24-7,10 3 7,1 12-12,-1 11-56,-5 13 17,-11 10 73,-16 5 5,-21 2-10,-20-2 13,7-26 0,-3-3-108,-4 0 1,-1-4 121,-21 8 3,15-13 0,2-2-53,-4-3-250,-6-2-3061,38-12 3350,33-11 0,-11 9 0,12-3 0</inkml:trace>
  <inkml:trace contextRef="#ctx0" brushRef="#br0" timeOffset="35420">24166 739 21109,'43'-19'-586,"0"0"1,0 1 0,0 1 0,-1 1 0,-6 6-1,7 11 1,-7 1 0</inkml:trace>
  <inkml:trace contextRef="#ctx0" brushRef="#br0" timeOffset="35604">24235 940 23282,'47'-22'-764,"0"-1"1,-1 1 0,1-4 0,-2 3-2164,10 7 1,-4 3 1510,-7 1 1,-7 1 0,-18 5 0</inkml:trace>
  <inkml:trace contextRef="#ctx0" brushRef="#br0" timeOffset="36296">24829 622 24038,'16'-17'-51,"-3"15"74,-13 43-23,-2-5 0,0 0 11,-1 17-3,-1-20 1,0-2 86,-2 0 28,1-16 180,2-6-57,3-17-89,0-9 56,7-25-118,3-3-39,4-5 68,6 0-24,0 15-44,6-5-11,0 10 11,9 10-67,-10 10-17,16 7 6,-8 12-146,12 8-197,2 12-189,-3 10-359,-7 7-1297,-6 6-932,-4 0-773,2-5 705,4-12 1430,4-15 2872,-7-19 201,-4-7 2309,-7-18-84,-6-3-822,0-9-1318,-4-1-45,-4-2-1019,-3 15 184,-1-1-184,-1 16-185,-1 1-185,-1 8 50,-1 5 6,-4 14 0,-2 10 0,1 22-5,2-14 10,14 24-5,1-37-16,17 16 4,2-24 40,9-2 0,2-14 28,7-20-22,-15 1 25,-9-5 0,-2-2-20,-6 0 34,7-27-6,-15 20-50,-2-13-34,-3 18-470,2-4-74,-1 22-1780,9 0-5366,4 14 6859,4 3 0,-5 1 0,-6-2 0</inkml:trace>
  <inkml:trace contextRef="#ctx0" brushRef="#br0" timeOffset="36908">26036 980 25079,'20'-26'70,"0"0"0,16-20-36,-3 24 50,-1-5-34,-13 8 20,-2-6 1,-1-5-246,-6-1 1,-2-2 213,2-4 1,-2 0 92,-1-25-64,-9 20-35,-3 21 62,-5 0-5,3 10-68,0 6 334,5 4-417,-2 9 83,-2 9-67,-10 25 62,3-7-17,2-4 0,0 0 0,-2 17 11,2-1-8,6-13 0,4-1 8,7 10 0,1 9-11,25-4 17,-2-21-6,8 3 6,18-20 0,-26-11 14,6-7 0,1-8 33,-5-13 0,-3-5-53,-1 9 1,-1-2-299,5-20 1,-5-3 305,-14 16 1,-3-1 36,3-16 0,-1-1-17,-5 8 0,-1 1 0,-4-2 1,-3 2 72,-5-14-12,-4 15 1,3 17 78,-1 9-173,5 12-6,-4 4 5,0 15-2784,-5 18 2790,0 2-291,2 7 1,0 3 279,4-8 0,1 1-9,-2 19 1,2 2-68,6-6 1,3-2-88,-1-10 1,1 0-967,5 8 1,3 1 1128,-1-6 0,0-2 0,5 17 0,-1-8 0</inkml:trace>
  <inkml:trace contextRef="#ctx0" brushRef="#br0" timeOffset="38511">9528 2416 21915,'-26'-41'-40,"14"44"52,26 47-10,-3-7 1,0 0-591,8 14 588,-8-22 0,3-2 5,15 22 135,7-14 23,-11-21 539,7-14-243,-15-21-128,6-15-40,0-17-126,-9 11 0,0-1-103,5-16-20,-7 15 0,-1 0 117,-1-9-192,1-7-264,-5 9-2353,2 12 63,-3 15 2587,9 8 0,-9 9 0,4 1 0</inkml:trace>
  <inkml:trace contextRef="#ctx0" brushRef="#br0" timeOffset="38738">10279 2380 24794,'33'-46'-1210,"-1"0"0,5 4 1,4 7 1222,14 18 1,-1 8 0,-22 1-1,-2 1 1,25-1 0</inkml:trace>
  <inkml:trace contextRef="#ctx0" brushRef="#br0" timeOffset="38929">10470 2616 20395,'-4'0'3098,"0"0"-2919,4 0-224,34-62-181,-2 41 1,5-1-1767,-6-5 0,2-5 1,1 5 651,16 4 0,0 6-1255,-8 3 1,-1 1 2323,-5 3 1,-3 1 0,3 0 0,0 0 0</inkml:trace>
  <inkml:trace contextRef="#ctx0" brushRef="#br0" timeOffset="39494">11897 2005 17150,'0'-3'6923,"0"1"-4363,0 2-1706,-59-30-1009,37 25 213,-15-8 0,-5 5 215,11 19 1,2 4 515,-14 4-187,4-2 1,0-1 456,-3-1-84,1-1-263,2-3-680,16-8-32,6 0 0,7-2 0,9-1 0,1 0 0,5 8-761,-1 0-563,11 23 168,-8-11 216,6 39 100,-8-28 528,0 7 1,1 2-262,4 9 252,-3-13 0,2-1 658,9 20-122,6-5-222,-3-15-163,20 6-110,-7-22-212,19 2-1399,-1-22 1289,-18-7 0,-2-2 1,4-1-1,2-5 1</inkml:trace>
  <inkml:trace contextRef="#ctx0" brushRef="#br0" timeOffset="39971">12353 2076 23286,'-3'-3'3143,"0"2"-2575,3 1 457,-19 1-305,17 20-667,-16 12 391,21 24-525,-4-24 1,0 0-37,-1 1 1,0 1 226,-1 5 1,1-1-20,-2 12-562,2 2-62,3-34 528,0-3-105,1-9 234,-1-11 107,-1-2-395,0-25-3445,-3-11 3311,2-2 11,-1 13 1,0-1 182,2-16 11,1-13 265,4 6-267,4 8 520,6 8 104,4 8 3264,5 7-3011,7 3-243,7 8-238,-6 5-292,26 12-156,-15 11-14,-12-1 1,-1 2-306,14 26 162,-25-16 0,-3 1-252,-1 2 1,-3 1-38,-2 2 0,-1 1-471,-2-1 1,-1-1-2551,2 29 1,-3-19 3594,-2-7 1,-2-23 0,0-1-1</inkml:trace>
  <inkml:trace contextRef="#ctx0" brushRef="#br0" timeOffset="40177">12378 2401 23590,'37'-47'-178,"0"0"1,2 3 0,4 9-387,2 18 1,4 8-1935,0-3 0,1 2 2498,4-1 0,-4 2 0,6 0 0,-7 3 0</inkml:trace>
  <inkml:trace contextRef="#ctx0" brushRef="#br0" timeOffset="40645">13139 2064 27609,'-32'-24'-355,"0"0"0,-12-17-23,63 31 1012,12 0-324,9-1-136,7-1-79,3 2 283,-1 1-39,-4 5 174,-9 4-157,-9 6-512,-11 4-79,-7 6-196,-5 4 160,-3 3-243,-1 5 49,-1 4 38,0 7 176,1 3 130,5 5 81,6 3 102,9 3-189,5 0-73,2-3-27,-4-6-10,-8-4 38,-12-3-71,-19-4-399,-17-1-1873,-20-2 2550,16-14 1,0-2 0,-5 2 0,-1-3 0</inkml:trace>
  <inkml:trace contextRef="#ctx0" brushRef="#br0" timeOffset="48376">9750 3467 17763,'-48'-30'758,"0"1"0,5-2 0,8 15-6412,20 34 5666,7 1 1121,10 39-1111,2-23 1,2 3-18,3 13 1,1 4-104,-2-14 0,1 1 1,0 1-4,1 3 0,1 1 0,0 0-151,1 1 0,0 1 0,1 0-140,-1 0 0,0 1 0,0-1-118,0 0 0,-1-1 1,0-1 101,-2-2 1,-1-2 0,-1-1 234,2 12 1,-3-2 474,-4-11 1,-4-5 3309,-19 4-3063,-10-31 95,-13-31-101,5-24-1413,20 6 0,3-4 976,5 14 1,2-2 8,0-16 0,4 0 936,9-11-1063,2 23 1,4 0-34,2 1 1,5 3-29,5-1 0,3 2-31,5 0 0,3 1-28,4-1 1,2 0-226,2 1 1,2 1 286,1-1 0,-1 1 47,-2 3 1,0 0 27,-5 2 1,-2 2 118,17-13 228,-19 10-48,-18 12 2852,-14 9-3078,-11 11 255,-10 9-255,-8 20-89,9-10-23,2 15 29,15-16 783,7 3-744,6-6 39,10-7 50,7-7 95,2-5 158,-2-9 105,-4-4 85,-9-10-3281,-10-13 2850,-7 9 157,-13-13 55,-4 14 0,-8-3-129,-2 7-106,3 6-56,5 5 3336,5 3-3560,8 2-134,4 3-236,7 3-1103,6 4-3580,10 5 4373,3 1 0,-6-5 0,-5-3 0</inkml:trace>
  <inkml:trace contextRef="#ctx0" brushRef="#br0" timeOffset="48708">10550 3573 21405,'16'24'11,"10"14"-115,-3-3 1,1 3 16,-5-5 0,0 1 73,5 14 0,-3 0 177,-7 3 10,-9-10 382,-14-21 67,-6-17-67,-7-10 481,-9-29-868,12 9-3376,-1-27 3242,18 29-6,8-19-34,11 7-38,15-11-54,-10 24 0,3 2-277,2 2 1,2 1-368,0 3 0,1 3-2815,28-4 3001,-4 15 1,-26 2 0,-7 5 0</inkml:trace>
  <inkml:trace contextRef="#ctx0" brushRef="#br0" timeOffset="48984">11369 3194 20358,'-6'-6'3187,"0"2"-2297,6 4-274,0 0-683,-60-29 67,43 45 0,-44-22 0,55 36 0,8 11 8,-3-1 1,0 4-648,0 6 1,0 6 0,0-1 641,0-4 1,1-1 0,0 2-10,1 10 1,0 2-1,1-5 0,0 0 1,5-4-70,6-10 0,5 1 1,7-7-571,5-11 0,6-6 1,5-3-1814,7 0 0,7-2 1,2-2-1,-5-3 1413,-3-2 0,-3-2 0,1-3 0,6-4 1,1-4-1,-16 0 0,-18-1 0</inkml:trace>
  <inkml:trace contextRef="#ctx0" brushRef="#br0" timeOffset="50964">12519 3717 21450,'-14'-43'1060,"1"0"1,0 3-1,3 11-1043,9 25-62,2 8 45,7 14 6,5 18 0,1-1 5,5 21 5,-13-24 1,0 0-383,-1 1 0,0 0 372,0 27-48,-9-11 103,1-31 163,-6 6 28,4-23-55,-1-11-80,3-13 29,5-26-90,3 10-11,2 8 0,2 1 16,11-12-10,9-9-29,-9 26 0,0 1-16,17-11 740,0 9-746,1 11-22,0 11-20,-5 7 0,2 3-118,-3 3 0,0 3-610,7 7 1,0 3-749,-6 4 0,-3 1-333,-5-4 0,-2 1 1851,1 3 0,-4-3 0,-9-11 0,-3-3 0</inkml:trace>
  <inkml:trace contextRef="#ctx0" brushRef="#br0" timeOffset="51462">14308 3596 11267,'-6'2'8352,"1"0"-4056,5-2-3949,30-47 213,-22 30-174,21-34-268,-31 44-11,-12 5-74,-24 30-30,14-6 0,1 1 0,-1 1 0,3 2 2,-11 25-5,22-15-17,11 6 17,9-4-11,17-4 28,13-21 22,7-7 0,4-11-11,-12-1 90,3-21 22,-24 1 0,2-15-45,-21-1-5,-13-3-51,-10 2-17,-7 6 1,-2 10-79,4 11-45,6 9 23,9 7-158,4 10-1215,11 14-1148,12 5-5376,20 7 7127,6-11 0,-10-10 0,-10-7 0</inkml:trace>
  <inkml:trace contextRef="#ctx0" brushRef="#br0" timeOffset="51658">14966 3326 23971,'-36'-39'341,"-1"1"1,4 1-1,5 17-5990,9 37 5649,6 5 372,7 15 1,4 8-376,0-2 1,2 4-39,0 0 0,1 5 0,1 0-270,-1 3 0,2-1 1,0 2-318,2 6 1,0 1 0,1 1-910,-2-13 1,1 0 0,0 1-1,0-1-921,-1 0 0,1 1 1,0-2-1,-1-2 2290,0 2 1,1-3-1,-2-3 1,1 5-1,-2-9 1,-2-17 0</inkml:trace>
  <inkml:trace contextRef="#ctx0" brushRef="#br0" timeOffset="51803">14546 4871 13361,'-13'-54'1434,"0"0"0,0 1 0,4 0 0,1 0 0,6 2-1070,9-12 0,8 2-395,-3 20 0,2 2 0,4-1 88,5-2 1,4 1 0,0 3-500,1-2 0,2 3 347,15-8 0,2 4-754,-15 17 1,1 2 848,11-7 0,-2 3 0,5-4 0,-7 8 0</inkml:trace>
  <inkml:trace contextRef="#ctx0" brushRef="#br0" timeOffset="53161">16494 3232 12141,'0'-3'6396,"0"1"-3562,0 2-2654,-42-24-24,16 21-97,-4-7 0,-4 2-4081,-23 21 4112,15-2-344,9-4 1,1-1 483,-5 1-51,-4-3-28,14-1-55,11-2-85,10 0 2551,3 0-2568,3 7 18,1 0 2380,0 15-2347,1 5-6,-1 14 0,0 8-11,-2 7 6,-1 6-157,1-30 0,0 0 156,0 28 12,6-6 33,8-10-5,11-9-62,13-8-145,8-9-493,10-9-1529,5-8-435,-26-5 1,0-3 2590,26-5 0,-20 0 0,-17 4 0</inkml:trace>
  <inkml:trace contextRef="#ctx0" brushRef="#br0" timeOffset="53829">16895 3395 13704,'0'-4'7068,"0"1"-10191,0 3 3123,-17-30 1426,13 36-1404,-12-14 866,20 50-871,2 6-6,2 6-11,-3-2 6,-2-1 16,-3-6 3432,-5-10-3292,0-12 213,-2-11 6,3-9-90,-2-17-229,3 2 33,-2-23 0,4 1 0,0-17-27,1-9 35,1 21 1,1 1-445,0-15 397,2 17 0,0 2 11,8-7-50,7-7 39,9 7-34,9 7-22,9 8-5,6 10 5,5 7-17,-1 13-22,-4 12 11,-9 14-6,-12 10 6,-15 10 17,-15 4 16,-14 3 18,-10-5-1,-6-9 34,-3-10-17,10-16 101,-3-6 28,11-13 397,-2-7-469,2-6 33,4-10-118,5 8 17,3-5-17,5 10-44,7-2 27,10 4-16,13 3 5,10 4 28,9 9-16,5 7-325,0 8 257,-8 4-17,-14 1-5,-19 3-61,-21 1-136,-18 1-414,-17-2-918,-8-4-2257,-1-7 3881,4-10 0,20-4 0,8-6 0</inkml:trace>
  <inkml:trace contextRef="#ctx0" brushRef="#br0" timeOffset="54262">17845 2998 16779,'-4'-1'5170,"1"0"-2970,3 1-2100,5-27-32,15 15-57,-1-20 324,19 21-262,-11 4 117,8-1-129,-12 4-61,-4 1 0,-9 4 395,-2 1-395,4 3 12,2 5-35,7 5 28,4 6 1,-5-1 19,-1 10 1,-2 3-26,-2 7-9,-2-4 1,-1 2 11,-9-5 0,-4-1-3,-7 20-20,-1-17 0,-1-1-53,-12 9-81,5-15 0,-4 3-1625,-16 12 0,-3 0 1555,14-13 0,-2-1-150,-2 0 1,-4 2 0,4-6-3352,-10 6 3725,2-3 0,20-14 0,12-9 0</inkml:trace>
  <inkml:trace contextRef="#ctx0" brushRef="#br0" timeOffset="55279">18605 2700 20388,'-44'-46'1017,"1"0"1,5 6-1,7 8-832,13 20 212,9 8-386,6 11 153,4 10-119,8 15 22,11 14-48,-1-16 1,2 0-467,7 6 0,2 1 444,6 5 1,1 1-558,2 5 0,-2 1 546,-2 3 0,-4 2-96,-9 4 1,-5-1-28,-7-11 0,-8 0-593,-12 0 0,-8 3 0,-3-4-1410,-8 2 1,-4-1 2139,5-7 0,-3 2 0,3-5 0,2-7 0,3-5 0,-5 2 0</inkml:trace>
  <inkml:trace contextRef="#ctx0" brushRef="#br0" timeOffset="57395">19589 2774 7537,'1'-10'8889,"-1"1"-7254,0 9 1015,0 0-5972,-34-31 3473,25 23 848,-26-23-1004,35 31-12,0 0 39,5 4-27,0-2 16,8 5 11,5 0 3365,-2-2-3387,9 4-17,-10-2 11,-1 9 46,-11 1 21,-14 8 12,-13 1-11,-10 5-34,4-6 6,-12 10-23,24-18 34,-10 18 5,22-19 1,1 2 260,14-7 50,25-6-118,-8-1 8,27-3 2,-23-1 17,6 0-23,-15 0 11,-9 0-147,-10 1 111,-6 6-158,-6 2 14,-2 3-3,-19 13-3,6-4-274,-11 11-40,11-4 16,7-1 62,9-1 9,6-2-84,16 4 28,2-7-24,13 3 246,-4-11-5,-4-4 11,5 5 11,-13-4 5,3 6 12,-10-4 101,-7 12-107,-6-5-5,-6 10-34,0-5-12,2-3-32,6-3-236,8-2-2174,14 1-459,1-6 2913,26 1 0,-28-9 0,10 0 0</inkml:trace>
  <inkml:trace contextRef="#ctx0" brushRef="#br0" timeOffset="74645">13110 5357 21556,'-21'-38'457,"1"1"1,0 0 0,6 15-475,13 26 45,0 14-11,4 15 17,3 20-29,2-9 1,2 0-6,3 11 8,-3-14 1,0-3-9,-3-11 33,1 13 40,-5-15 89,-2-1 270,-9-10-197,-4-11-157,-3-6 51,-5-12-73,3-8-17,-7-15-3,9 8 1,1-3-9,0-10 0,1 0-1719,1 6 1,1 0 1690,3 0 0,1-2-207,4-7 0,2 2 219,1-6-12,1 2 0,3 2-12,7 8 1,2 3 6,7 6-7,0 15-32,18 1 3158,2 12-3164,13 12-1,-3 14 23,-11 3 158,-16-6 1,-1 3-221,8 23 62,-12-9 0,-2 3 31,-5-5 0,-4-1-1,-1 5 1,-6-1 28,-6-7 0,-3-4 19,-6 8 79,-13-7 28,8-24-51,-6-10-22,1-12-33,7-3 16,1-21-61,12 18-6,2-22-17,16 21 11,-2 1 364,11 9-414,18 10 51,-10 4-7,12 4 1,4 2-9,-14 1 1,0 2-299,14 4 1,0 2 283,-11-1 1,-3 2 27,11 12-5,-14 20 34,-34-11-12,-17 18-17,1-32 1,-8-2-203,-19 8 1,-4-2-818,7-8 0,0-1-398,-1 0 0,3-4 1423,-11-8 0,42-8 0,2-2 0</inkml:trace>
  <inkml:trace contextRef="#ctx0" brushRef="#br0" timeOffset="75137">14171 4893 23623,'-44'-36'56,"17"22"-61,51 68-4,-9-21 1,0 1-34,1 4 0,0 1-812,0 3 1,-1 2 273,1 2 0,-1 0-1067,0 2 1,0-1 1646,2 2 0,0-4 0,2 7 0,-2-13 0</inkml:trace>
  <inkml:trace contextRef="#ctx0" brushRef="#br0" timeOffset="75312">14406 5550 22464,'0'-61'-1561,"-3"12"0,8 49 0</inkml:trace>
  <inkml:trace contextRef="#ctx0" brushRef="#br0" timeOffset="75755">14971 4980 16588,'-4'0'4285,"0"0"-2968,4 0-1559,1-22-514,24 9-1030,13-18-349,-6 22 1,3 2 1455,4 1 1,-3 1 0,7-2 0,-8 4-1</inkml:trace>
  <inkml:trace contextRef="#ctx0" brushRef="#br0" timeOffset="75939">14944 5330 23500,'38'-23'-55,"-1"0"1,1 1-1,16-12 1,-1 3-641,-12 9 0,-2 1-2784,4 0 1,0 0 3478,-5 3 0,-3 2 0,1 1 0,-24 10 0</inkml:trace>
  <inkml:trace contextRef="#ctx0" brushRef="#br0" timeOffset="125358">25296 843 26778,'-56'0'1197,"0"0"1,0 0 0,7-2 0,2-2 0,10 1-1198,8-1 0,52-13 0,12 11 0,22-1 0,7 1-651,-11 2 0,0 1 484,-10 0 0,1 0 1,2 0-369,6 1 0,1-1 1,0 1-104,-4-1 0,-2 1 1,5-1 232,4 1 0,5 0 1,1-1-1,-2 1-328,-9 0 1,-1 0 0,-1 0 0,1 0 246,4 1 0,2-1 0,-3 1 0,-4-1-253,11 1 0,-7 0-253,-5 0 0,-7 1-2386,-15 1 1306,-29 3 370,-51 1 1144,7 0 0,-6 1 379,8-2 0,-2 0 0,1 0 80,-14 2 0,-5 0 116,11-1 0,-6 1 0,-2 1 0,3-1 32,-3 0 0,2 0 1,-4 1-74,12-1 1,-5 0-1,-1 0 1,1 1-1,2-1 193,-5 1 1,1 0-1,2 0 1,0 0-9,1 0 0,1 0 0,1 0 0,2-1-355,-3 2 1,3-1 0,1 0 462,0 0 0,-1 0 0,5 0 932,-3-1 0,4 0-955,10 0 1,5-2 224,0-6-107,71-12-196,11-4-86,-8 6 1,13-2 0,2 0 0,-6 2-288,8-2 1,0 1 208,-7 1 0,6-1 1,3 0-1,-2 2 4,-1 0 1,-1 2-1,0 0 1,2 0-16,-10 1 1,0 1 0,1 0 0,1-1 0,0 1 1,6-2 1,1 1-1,1-1 1,0 0 0,-1 1-7,-1 0 1,1 0 0,-1 0 0,-3 1 0,-4 0 94,4-1 0,-5 1 0,-2-1-70,16 0 0,-8-1-31,-10-2-223,-71 6 184,-1 0 39,-4 3 0,-8 3 205,-3 1 1,-5 1 0,0 1-188,0 0 1,1 0 0,-5 1 173,-2 0 1,-5 1 0,-1 0 0,2 1-169,4 0 0,0 0 0,1 0 0,1-1 0,-4 2 1,1-1-1,0 1 10,-6 2 0,-1-1 0,3 1 18,11-1 0,2-1 0,1 1-10,-15 3 1,2 0-22,9-1 1,8-1 174,14 0 1148,21-6-823,23-2 12,21-8-335,-1-2 0,9-2 0,-3 1 622,-1-1 0,4 0-796,-2 0 1,9-2 0,4-1 0,-1 1 0,-7 2-354,0 0 1,-4 1 0,3 0 220,7-1 0,5-2 1,0 1-1,-5 2-788,-5 1 0,-4 2 0,-2-1 419,10 0 1,-5 1-1,10-1 1,-33 3 0</inkml:trace>
  <inkml:trace contextRef="#ctx0" brushRef="#br0" timeOffset="126467">27111 514 17120,'0'-3'5515,"0"0"-2135,0 3-3637,2-42-197,-1 32 115,4-27 111,1 52 84,1 13-909,1 15 976,-3 9 79,-2 5-68,-7 1 117,-1-1-1,-4-6 17,0-10 23,2-11 145,1-10 331,4-11-1,0-7-268,2-11-134,0-11-73,-1-16-62,3 0 5,2-2 1,3-3-20,1 9 0,1-1-225,4-15 0,2 0 205,0 11 1,1 2-1,-1 6 1,2 3-23,14-11-34,-2 15 23,0 13 11,5 11 11,5 9 6,6 14-40,4 13-109,-24-13 1,-1 2-91,-1 2 1,-2 3-252,-2 3 0,-3 1-477,-2 1 1,-3 1-2160,-3-1 0,-1 0 2332,2 23 0,-5-24 0,-3-18 0</inkml:trace>
  <inkml:trace contextRef="#ctx0" brushRef="#br0" timeOffset="126659">27227 825 14857,'0'-5'5339,"0"2"-3093,0 3-1832,75-65-246,-34 40-193,-4 0 1,5-4 0,-6 8-272,7 8-3682,14 3 3978,-30 7 0,-4 2 0,-11 0 0</inkml:trace>
  <inkml:trace contextRef="#ctx0" brushRef="#br0" timeOffset="129068">16043 4936 20000,'0'-57'1672,"-1"0"1,-2 3 0,-1 3-1006,-3-7-337,-3 15-240,4 28-113,3 14 35,8 18 4,6 21-8,-2-7 1,1 3-371,0 9 1,1 3 347,-2 6 0,-1 1-450,-2 1 1,-1 1 463,-2-3 0,-2-2 11,-3-6 0,-1-3 6,0-8 0,-3-3 33,-10 10 62,-4-20-5,-5-20 608,-1-20-642,0-18-59,13 9 0,2-2 263,0-7 1,1-4-245,1-5 1,2-2-467,1-4 0,3 0 466,2 1 1,2 1-6,3 6 0,2 1-143,1 8 0,2 3 160,14-19-140,4 15 112,10 10-17,11 12-22,15 6-157,-26 11 1,2 4 153,4 3 0,1 4-45,1 4 0,0 4-95,-2 4 0,-4 3-124,-3 2 1,-6 4 33,-7 1 1,-7 2-514,-6 0 1,-7 1-650,-10-3 0,-5 0-2187,-7-4 0,-3-2 3604,-2-6 0,0-3 0,-10 4 0,14-13 0</inkml:trace>
  <inkml:trace contextRef="#ctx0" brushRef="#br0" timeOffset="129188">16118 4966 11469,'-3'-4'9830,"0"0"-7746,3 4-2107,-4-62-374,28 38-1320,-5-13 0,4 1 866,8 25 1,2 6 0,13-4 0,-17 3 0</inkml:trace>
  <inkml:trace contextRef="#ctx0" brushRef="#br0" timeOffset="134659">16215 4905 22207,'1'-22'1265,"0"4"-1069,-1 18 6,0 0-1,1-3-5,7-4-61,11-6-68,17-7-28,15-4-22,-20 10 0,2 0-119,0 1 1,0 0 101,26-10-67,-17 8-180,-18 7-778,-17 8-5209,-16 7 5405,-5 1 0,1 0 1,4-3-1</inkml:trace>
  <inkml:trace contextRef="#ctx0" brushRef="#br1" timeOffset="155721">11117 7359 20775,'-59'-23'674,"0"-1"0,12 4 0,6 6-584,5 18 79,10 13-107,-1 13-46,8 1 1,0 2-22,-6 17-54,11-1 0,3 2-680,7 9 621,3-24 0,3 0-496,8-1 1,5-5-775,17 4-1284,21 0-1109,2-38 2422,-24-9 1,-1-5 778,-5 0 1,-1-4 483,7-13 1,-1-3 481,-6 2 1,-1-3 679,-4-1 0,1-3 0,-3 1-363,1-1 0,-2-1 494,-5-3 0,-2-4 0,-3 7-262,-2-14-176,-2 6 0,-2 2 380,-8 0 43,-4-7-717,0 24-325,2 14 186,5 17-303,4 15 686,0 17-706,4 4 0,1 4-6,0 1 0,1 2-461,3 14 1,1 3 427,0-5 0,1-2 16,-2-9 0,1 1-16,6 17 0,0-2-212,-4-22 0,0-3 217,4 11 1,1-3 7,5-3 68,-4-22 39,-4-22-39,-4-7 895,2-26-794,-1-6-15,-1 7 1,1-2-278,-1 4 1,1 2 198,0 0 0,0 2 132,15-18 445,2 20-596,1 6-17,6 10-1,-6 21-4,-3 1 0,5 18-86,2 13-105,1 4 93,-14-16 0,-1-1-771,13 18-482,1-7 353,-7-13-2117,7-9-1854,5-21 4173,1-11 1585,3-15 1176,-14-6 605,-11-1-246,-7 3 56,-9 1-1826,-2 15 510,-4-1-521,1 16-292,-1 0-179,2 5-56,0 5-22,1 5 5,3 4-11,13 6 5,14-4-16,8-4 28,6-14 22,-5-9 6,-4-11 28,-6-8 44,-8-4 30,-8-4 4,-11 3 22,-10 2 46,-5 5 10,-5 7-33,1 9-123,3 5 34,-8 14-63,6 7-21,-6 15-18,5 18-16,9-11-39,3 22-163,12-18-336,10 10-594,17-2-463,-9-26 1,3-2-2823,7-4 1,2-2 4427,-1-3 0,-2-3 0,12 0 0,-18-6 0</inkml:trace>
  <inkml:trace contextRef="#ctx0" brushRef="#br1" timeOffset="155929">12738 7292 14992,'0'-5'7243,"0"0"-5020,0 5-1938,-68-31-139,38 39-115,-12-14 0,3 7-3,16 46-23,7 12-56,11-27 1,2 1-363,0-1 1,4 0-394,13 26-482,14-14-2288,22-16-1014,-18-21 0,1-4 4590,29-7 0,-21-2 0,-19-1 0</inkml:trace>
  <inkml:trace contextRef="#ctx0" brushRef="#br1" timeOffset="156136">13037 7202 14275,'4'-54'2978,"1"0"0,-1 5 0,-1 3-1718,-7-13-370,-2 15-279,-1 18-303,1 12-218,3 10-68,1 12 12,2 11-17,3 20-12,-1 0-2,1-8 0,0 2-42,1 5 0,0 3-646,1 3 1,1 1-25,1 10 1,1 0-1572,1-7 1,1-2 2279,4-1 0,0-4 0,2 7 0,1-17 0</inkml:trace>
  <inkml:trace contextRef="#ctx0" brushRef="#br1" timeOffset="156389">13354 7194 24021,'-41'-14'358,"0"0"1,0 4-1,5 12-232,10 23 0,4 9-668,-3-1 0,0 1 637,2 0 0,1 1-20,4-5 1,3 0 445,0 15-403,26-16-29,26-15-78,-5-12 1,5-5-447,8-2 1,3-2 341,9-4 1,0-3-125,-16 4 1,1-1 0,-1-1-604,1 0 0,0 0 1,-1-2 417,3-1 0,-1-2 0,-3 3 0,-5 1 0,-3 1 0,23-13 0</inkml:trace>
  <inkml:trace contextRef="#ctx0" brushRef="#br1" timeOffset="157220">13886 6753 13816,'0'-6'6016,"0"0"-3342,0 6-1745,0 0-272,-42-26-566,18 58 208,-24-32-296,33 34 0,7 10-3,1-12 0,2 0 259,-1 9 0,2 2-282,2-2 1,2-1-26,4-3 1,5-2-116,17 20-44,15-17 30,-3-29 1,2-5 160,8-4-88,-14-4 1,-2-6 143,-1-18 122,1-22-84,-7 8 20,-11 9 0,-2 0 121,-1-6 5,1-4 34,-4 14 306,-3 13-474,-3 9-23,0 9 6,0 6 202,3 6-241,5 8-12,4 2-16,4 3-17,7-3 5,9-6-33,8-7 22,5-9 34,-4-12 17,-8-7 66,-12-11 91,-9-5 72,-8-3 67,-3-1 40,-4 3 123,-2 2-370,2 13 28,-2 5-95,3 13-28,0 12 6,-2 31-29,-1 16-554,1-25 1,-1 2 548,-2 11 0,-1 1-51,0-3 1,-1 3-120,2-6 0,0 1 0,0 2-338,0 0 1,2 1-1,0 0-2088,1 19 0,2-2 2596,2-12 0,2-4 0,2 8 0,0-31 0</inkml:trace>
  <inkml:trace contextRef="#ctx0" brushRef="#br1" timeOffset="157904">14958 6691 19518,'-2'-6'5158,"0"1"-3225,2 5-1782,-66-46-84,37 46-50,-10-21 0,3 6 0,10 51-6,8 7-6,6-13 1,2 3-336,0 10 0,4 1 304,3-7 1,3 0-65,5 4 1,6-2-132,5-11 0,6-4-132,5-3 0,4-3-617,5-4 0,0-4 192,23 2-60,-23-10 1,0-4 98,-4-6 0,-2-2 778,20-6 392,-1-20 432,-34 8 694,-3-6 207,-11 0 63,-6 11-1536,-1 6 650,-5 12-683,0 5-23,-7 11-174,3 2-33,2 12-11,8-7-11,11 4 22,7-7 33,23-2 23,4-14-1746,-8-8 0,0-5 1678,9-11-4,6-13-190,-10-5 195,-16 8 0,0-4-12,-1-4 1,-1-2 8,0-12 0,-3 0-255,-7 17 0,-3 1 269,-2-7 0,-1 2 42,-3 6 0,-1 3 2,-3-24 52,-2 25 0,-3 3 72,-3 7 2890,-4-2-3008,6 18 247,5 7-319,0 11 767,-4 28-773,4 14 0,1-12 0,1 2-128,1-9 0,2 0 66,1 13 1,3 2-868,5 4 0,4 1 411,1-1 0,4-1-199,7 5 0,6-5-781,-1-19 0,3-7-2703,0-6 0,0-6 4201,23-2 0,-24-9 0,-17-3 0</inkml:trace>
  <inkml:trace contextRef="#ctx0" brushRef="#br1" timeOffset="158270">15940 6706 25012,'-15'-40'694,"1"0"1,1 4 0,-1 11-561,-1 22 85,-4 13-186,11 1 12,-1 12-28,11 0-17,11 1-11,2-6-17,28-1 22,-5-13 1,19-8 16,-12-13 11,-8-12 1,-11-6 16,-12-4 28,-9-4 39,-10 1 12,-4 2 16,-6 7 124,-11 9-196,8 12 83,-14 10-66,10 13-85,-3 11 28,4 14 6,7 13-5,8 10-43,10-19 1,3 0-82,6 15-202,5-16 1,5-2-1648,22 7 535,-15-18 1,3-3 776,5-3 1,-2-4-1,6 1 1,-5-9 0</inkml:trace>
  <inkml:trace contextRef="#ctx0" brushRef="#br1" timeOffset="158503">16782 5994 26934,'-45'-1'336,"0"0"0,3 5 0,6 8-135,6 44-1048,16-18 0,1 4 858,-1 6 0,1 4-455,2 5 0,1 1 444,2 2 0,2 1-42,5-1 0,5 0-115,6-4 0,6-3-299,6-5 1,6-4-187,7-6 1,6-5-1549,6-7 0,3-6 2190,-5-6 0,-1-4 0,14 0 0,-25-9 0</inkml:trace>
  <inkml:trace contextRef="#ctx0" brushRef="#br1" timeOffset="162400">17491 6359 12444,'-7'4'6312,"1"-1"-2632,6-3-2224,0 0-1277,-9-56-106,6 49 11,-5-34-22,12 70-17,3 10-6,3 5 0,3-1-39,-3-10 95,3 4 90,-9-18 173,1 3 153,-5-15 138,0-4-542,-6-17-40,0-3 11,-7-20-5,4-6 5,3-14-156,3 22 1,2 1 122,0-26 2,0 13 1,2 0 8,2-12-34,-1 20 1,2 1 5,5-4-23,3 14 1,4 10-23,6 10 0,7 6 17,7 13-11,5 13-6,1 14-44,-4 13 44,-22-21 0,-3 1 17,-4 1 0,-3 1-6,-3 1 1,-4-2 22,-10 27 5,-12-10 1,-4-12 278,-1-13-251,3-12 12,3-14-6,4-10 0,3-10-34,5-6-16,6-1-1,10 2 18,6 3-18,13 6-10,10 4-40,16 6 19,-20 7 1,2 3-279,5 3 0,1 3 284,0 3 1,-1 2 2,-3 4 0,-3 3-91,-7 1 1,-4 2 107,-1 28 17,-30 2-23,-20 0 3,7-29 1,-2-1-38,-2-3 1,0-2-381,-26 7-880,9-12-5062,12-16 6362,13-9 0,11 1 0,6 2 0</inkml:trace>
  <inkml:trace contextRef="#ctx0" brushRef="#br1" timeOffset="162908">18630 6355 21741,'0'-4'3955,"0"0"-3322,0 4-611,-5 3-55,5 21-2152,-4 10 0,-1 4 2185,0 24 0,3-25 0,-1-5 0,-1-10 0</inkml:trace>
  <inkml:trace contextRef="#ctx0" brushRef="#br1" timeOffset="163551">19103 6046 21579,'-12'-44'1100,"-1"0"1,1 0 0,-2-6 0,3 9-900,2 9-150,8 30-51,0 5 5,8 13 18,6 17-7,11 20-16,-6-8 0,2 2-782,-1-4 0,-1 1 776,1 0 1,-1-2-4,0-4 1,2-3-206,2-7 0,1-2 281,9 13 56,3-11-56,-27-32-27,-5-8 38,-1-19-5,0-16-359,-1 12 0,0-2 322,0-5 0,1-3 0,1-8 1,2 1-12,-1 12 1,1 1-15,0 4 0,0 3-45,4-3 6,-6 25 1287,6 0-1852,1 17-1034,8 9-1252,0 2 2097,4 7 1,-13-15 0,-1 1-1</inkml:trace>
  <inkml:trace contextRef="#ctx0" brushRef="#br1" timeOffset="163907">20025 6084 21500,'0'-4'4190,"0"0"-3131,0 4-1048,-9-18-28,6 35-212,-7-4-1682,6 47 1911,1-23 0,0-1 0,0 6 0,-1-3 0</inkml:trace>
  <inkml:trace contextRef="#ctx0" brushRef="#br1" timeOffset="167475">20539 5702 19664,'-1'-55'1467,"0"-1"0,0 8 1,0 7-992,1 14-280,0 13-123,2 10 5,2 15 12,2 12-40,1 18-11,0 15-190,-4-23 0,-1 0 162,-1 3 0,1-1-5,-1-1 0,0-1 16,0 24 28,-1-17 259,0-15 201,0-14-236,-3-17-179,-3-13 23,-6-16 11,-2-14-99,6 18 1,1-1-228,-1-5 1,2-2 213,1-3 0,1 0 8,0 0 0,3 0-6,2 3 1,3 2-107,6-25 109,7 16-22,4 14-11,0 13 11,5 11-6,3 9 744,10 13-749,11 14-12,-21-8 1,0 3-150,3 4 1,0 2-17,0 4 1,-1 2-719,-2 4 1,-1 1-260,-4 0 0,-1 1-1569,-4-1 1,-2 0 2733,-4-8 0,-3-3 0,0 0 0,-7-20 0</inkml:trace>
  <inkml:trace contextRef="#ctx0" brushRef="#br1" timeOffset="167674">20603 5684 19608,'-2'-2'4424,"1"-1"-3836,1 3-263,30-61-146,-5 33-134,0-10 0,3 2-51,15 13-425,-1 5-5007,1 4 5438,-7 4 0,-19 6 0,-11 2 0</inkml:trace>
  <inkml:trace contextRef="#ctx0" brushRef="#br1" timeOffset="170224">21074 5051 26603,'-7'-34'45,"0"-1"0,13-7-51,20 53 1,9 14 5,4 2 0,3 5-1887,-3 1 0,2 3 0,-3-1 1884,5 3 1,-1 3 0,-4-2 0,0 5 0,-5-2 203,-6 4 0,-5 0-315,-6-6 0,-2 2 0,-4 0-230,-6 1 1,-4 1-1,-4-1-1125,-5 4 0,-5 0 0,-1-1 1323,-3-4 0,-2-1 0,1-5 0,3-3 0,2-7 0,0-6 0</inkml:trace>
  <inkml:trace contextRef="#ctx0" brushRef="#br1" timeOffset="198572">10803 8680 20263,'-45'-43'291,"30"54"-255,22 15 1,11 10-4,5 14 1,1 4-721,-4-5 1,1-1 691,0 1 1,1-1-3,-2-3 0,1-2 14,-2-6 0,-1-3 514,12 17 1,-8-22 759,-11-15-512,-6-18-438,-5-17-77,0-19-96,0-17-102,0 22 1,1-1-22,1-3 0,0-1-9,1-1 1,1-1-1599,1-8 1,1 2 1561,-2 16 0,0 1-23,1-8 1,0 4-269,0 8-448,1 4-1009,0 17-5226,1 19 6520,0 5 0,-2-3 0,-1-4 1</inkml:trace>
  <inkml:trace contextRef="#ctx0" brushRef="#br1" timeOffset="198832">11663 8811 17949,'-7'0'1911,"1"0"-1100,6 0-469,0 0-308,-40-60-130,49 29-44,-15-11 0,6 2-419,28 18 1,8 7 57,3-3 0,1 2-1082,2 1 1,1 3 1582,1 4 0,-3 1 0,6 1 0,-10 5 0</inkml:trace>
  <inkml:trace contextRef="#ctx0" brushRef="#br1" timeOffset="198997">11884 9000 22347,'30'-35'-1169,"1"1"0,1 1 0,2 4 1169,1 8 0,-2 5 0,7-4 0,-4 3 0</inkml:trace>
  <inkml:trace contextRef="#ctx0" brushRef="#br1" timeOffset="199538">12778 8303 12791,'0'-4'5102,"0"1"-890,0 3-4032,-26-45-4269,-3 45 4134,-12-36 864,-6 64-898,6-1 11,14-9 1,-1 0 10,2 1 1,-1 0 25,-1 0 0,1-2 19,-9 8-22,8-7-45,19-12 0,5-4 3443,4 1-3415,2-1 35,2 5 15,5 3 23,4 5 28,3 8 6,0 8 0,0 11 22,-1 10-84,-8-21 0,-1 1-17,1 4 0,-1 0-17,1 2 1,1 1-196,0-1 1,1-1 155,2 0 1,3-2-24,1-2 1,2-3 8,4-3 1,2-4-21,3-2 1,3-4-40,3-4 1,2-5-130,4-3 1,1-4-653,5-5 0,0-6 843,9-4 0,-3-2 0,7-5 0,-4-2 0</inkml:trace>
  <inkml:trace contextRef="#ctx0" brushRef="#br1" timeOffset="200189">13483 8591 13189,'-1'-8'6805,"-1"1"-5977,-9-26 1,-4-6 253,2 14-802,-3-16 0,0 5-84,7 30-106,4 22-62,7 12-12,3 10 9,4-2 1,2 1-536,3 5 513,-1-1 0,2 3 2,-2-6 1,0-1 5,-1-1 0,1 1-8,-1 2 0,-1-2-10,0 11 41,-7-18 140,-4-7 55,-5-15-50,-4-8-44,-11-23-34,-1-11-45,1-7 33,8 4 1,3-1-54,3 6 1,1 0-18,-2-5 1,1-2 61,3-9 0,3 2-25,6-14-39,-3 24 0,2 1 61,16-20-3174,12 10 3124,-5 10-617,0 13 0,3 3 606,9 8-126,-9 3 1,0 3 102,14 7-8,-10 6 0,0 5-126,15 17-3,-15-6 0,0 2-210,-7 1 1,-4 1-452,0 1 0,-2 0-691,10 18-5708,-3 5 7203,-15-21 0,-4-10 0,-7-14 0</inkml:trace>
  <inkml:trace contextRef="#ctx0" brushRef="#br1" timeOffset="200370">13677 8863 16241,'-4'-1'6044,"1"1"-5725,-7-30 0,2-11-83,12 4-220,-12-5 1,6 0-123,45-4-499,3 16-2784,-10 9 0,4 1 3389,4 4 0,-2 2 0,6-2 0,-2 4 0</inkml:trace>
  <inkml:trace contextRef="#ctx0" brushRef="#br1" timeOffset="200579">14515 8458 24592,'3'37'-1969,"0"0"1,5 25 1968,19-5 0,-13-32 0,-1-2 0</inkml:trace>
  <inkml:trace contextRef="#ctx0" brushRef="#br1" timeOffset="201296">14938 8367 19120,'-4'-6'3703,"1"1"-2875,3 5-228,0 0-561,-17-55-11,20 51-6,-9-33-5,24 69 11,-1 8-11,-5 3-3376,-5 2 3399,-4-4 10,-6-6 6,-2-7 45,-4-10-34,2-8 107,-6-10-113,4-10 3387,-6-10-3409,5-11 6,-1-12-28,5 4 11,1 4 0,2-2 45,-1-20-295,2 17 1,0-1 328,0-21-3158,6 0 3079,0 24 45,9-3-40,6 22 7,10-4-29,7 6-22,8 5 5,5 9 298,2 12-320,-1 12 34,-9 12 5,-11 8-17,-14 5-16,-13 1 39,-13-2-6,-7-5 3381,-7-7-3353,0-10 0,2-11 29,4-10-12,6-11-23,3-7-10,5 0 27,4-11-22,7 9-17,5-7-33,7 9 22,6 2 11,6 7 6,8 4-23,10 11-27,8 5 19,-27-1 0,0 3-26,22 19-4,-16 8 32,-19 3 12,-26 1-33,-18-2-113,-17-3-173,-9-7-735,-5-9-581,1-12-5803,5-13 7438,11-9 0,19 1 0,11 0 0</inkml:trace>
  <inkml:trace contextRef="#ctx0" brushRef="#br1" timeOffset="201795">15740 7835 24575,'-18'-53'348,"11"10"-304,35 37-21,4 2 16,4-2 11,1 2-5,2 0 6,-2 1-3382,3 1 3354,-14 3 10,7 4-16,-13 4-6,5 7-22,-1 6 17,0 9 22,1 7-12,-1 9 7,2 7 1400,-14-24 0,-1 1-1429,1 2 1,0 0 5,-1 1 0,-1 0-114,1 0 0,-2 0 106,-1-3 0,-1 1-15,2 25 6,-13-7 1,-12-5-85,-16-7-185,-13-2-671,-9-6-1110,24-17 0,1-1 2067,-22 4 0,20-7 0,15-6 0</inkml:trace>
  <inkml:trace contextRef="#ctx0" brushRef="#br1" timeOffset="206133">11488 9980 19680,'-38'-1'84,"0"0"0,4 9 0,10 11-107,22 17 1,15 11 0,-2-1-23,-3 1 1,1 1-1010,1 0 1,1 3-1,0 1 753,2 0 1,1 1-1,-1-1-782,-1-4 0,1-1 0,0 2 483,1 8 1,2 1 0,-1 1-1067,-1-4 1,1-1 0,-2 0 139,-3-6 0,-2 0 0,1-2 1526,3 12 0,-4-1 180,-4 7 0,-10-11 1920,-18-26-862,-22-9-583,6-28 661,6-17 1,3-7-376,-2-11-181,13 6 0,-1-7 0,5 1-153,7-1 0,3 1-490,-4-9 1,5-3 3,9 14 0,5-1 1,1 3-52,4-2 0,3-1-31,-1 3 0,1-2 0,2 1 0,8-7 1,1 1-15,0 1 0,1 1 3,1 2 0,-1 2-14,-6 10 0,0 0 3,9-8 0,-1 2 1265,7-7-1285,-13 16 0,-1 3 1559,3 0-1467,-12 14 515,-8 16-301,-8 13 812,-2 4-830,-6 33-223,4-23 121,2 6 0,2 1-161,8 4-3,2-9 1,3-2-3,7 2 28,16 1 28,-6-23 156,16-6 247,-7-22-112,-6-9-34,-15-18 23,-20 2 56,-10-4 45,-11 5 101,-17 1-426,12 18 50,-14 2-95,18 16-56,-1 2-56,8 8-118,8 6-218,7 8-628,8 6-4412,8 5 4556,4-5 0,-3-9 0,-6-9 0</inkml:trace>
  <inkml:trace contextRef="#ctx0" brushRef="#br1" timeOffset="206482">12237 10070 22330,'39'4'7,"0"0"1,-2 3-1,-2 5-21,-7 10 0,-4 4-274,-1 2 1,-2 0 287,-4 1 0,-3 0 22,2 23 90,-21-7-22,-2-21 341,-17-8-151,5-24 116,-3-11-66,7-17-84,6-11-128,13-7-56,9-2-346,11 5 212,8 6-197,4 11-11,-4 11-3010,15 6 3290,-16 15 0,0-2 0,-16 8 0</inkml:trace>
  <inkml:trace contextRef="#ctx0" brushRef="#br1" timeOffset="207935">8872 7958 14421,'-1'-6'3663,"0"1"-1434,1 5-2162,-3-6-55,7 31-242,2 26 0,0-15 1,2 2-719,1 9 1,0-1 68,5 12-1393,-5-27 1,2-2 2271,12 7 0,-8-9 0,1-11 0</inkml:trace>
  <inkml:trace contextRef="#ctx0" brushRef="#br1" timeOffset="208293">9071 7595 10937,'-3'-3'3993,"1"0"-1663,2 3-2167,-42 57-118,36-34-15,-15 11 1,7-2 176,42-8-50,-1-11 84,13 1-90,-14-13 432,4-15-392,-18 2 173,4-19 112,-18-4-174,-9-1 252,-17-10-391,6 23 27,-13 1-139,13 17-85,2 1-218,-1 14-78,14 5-325,4 15-1418,15 4-823,4-4 2048,9 0 0,-14-18 0,1-1 0</inkml:trace>
  <inkml:trace contextRef="#ctx0" brushRef="#br1" timeOffset="208676">9514 7440 20636,'-12'44'-39,"0"1"1,0-1 0,3 3 0,2 1 0,7-1-104,11-1 0,7-1 1,1 1-1298,-1 6 1,1 1 0,0 0 838,2 3 1,0 0-1,1 0-55,0-2 0,1 0 0,0-2 434,-2-6 1,1-1-1,0-3 1200,6 11 0,-3-5 791,-6 5-306,-24-29-724,-30-34-49,-9-16-232,-2-14-294,24 16 0,1-2-64,1-1 0,3-1 890,2 0 1,3-2-975,-2-31-51,11 29 0,3-1-92,5-2 0,2 0-120,4-2 0,3 0-174,4 0 0,3 0-877,1 1 0,2 1-3068,1 0 0,-1 3 4365,-3 4 0,-2 4 0,4-8 0,-11 17 0</inkml:trace>
  <inkml:trace contextRef="#ctx0" brushRef="#br1" timeOffset="208929">9855 7162 21948,'-4'58'138,"-1"-1"1,-1-16-1,3 0-116,9 1 1,6 4 0,-1-3-981,1 6 0,1-3 952,0 2 0,2 1-14,5 5 1,3-1-169,6-10 0,4-2-196,1-3 1,5-3-225,12-3 1,4-9-3398,2-12 0,1-8 3621,-1-3 0,-3-3 0,-14 1 0,-6-2 0,10-3 1</inkml:trace>
  <inkml:trace contextRef="#ctx0" brushRef="#br1" timeOffset="210125">21534 4626 22895,'-19'-37'188,"1"-1"0,11-9-172,35 58-5,11 9 1,4 3-10,-10-4 1,0 0-372,8 4 1,1 1 368,3 5 0,0 2-413,-8-2 0,0 2 374,9 9 0,-2 4-6,-5-1 0,-4 6-116,-14 1 1,-4 5 0,-3-2-401,-2 9 1,-6 0-860,-5-7 0,-2 3 0,-6-4 1420,-10 8 0,-4-8 0,10-21 0,-1-5 0,-14 24 0</inkml:trace>
  <inkml:trace contextRef="#ctx0" brushRef="#br1" timeOffset="211629">22777 4557 18772,'-40'-10'37,"0"1"1,4-1 0,9 9-49,19 25 33,8-2 23,16-1-22,-2-8 27,22-1 12,-4-9 16,12 0 0,-2-2-10,-7-1-40,-11 0-17,-11 0 140,-8 2 62,-5 3 16,-7 5-44,-6 5-67,-7 6-51,-4 3-33,-1 3-6,2 2-28,3 2-6,7-3 12,7-1-1,6-3 6,6-4 17,6-4-5,5-4-1,3-6 6,1-3-11,-1-1-23,-6-2 6,0 3 34,-8 3 22,0 5 33,-9 4 23,-6 5-16,-7 5 27,-7 5 0,-1 2-73,2 1-38,6-4-18,8-5 28,10-5 12,9-3-6,11-5-73,12-4-274,11-11-2340,-12-4 0,0-2 614,16-8 2045,-9-1 0,-3 0 0,-15 7 0,11-8 0</inkml:trace>
  <inkml:trace contextRef="#ctx0" brushRef="#br1" timeOffset="211907">23250 4274 24447,'-19'-10'22,"8"20"-31,14 20 1,8 8-26,-3 1 1,2 1-623,2 1 0,1 1 379,1-1 0,2-1-252,1 1 0,1-2-418,0-2 0,1-2-1055,0-3 0,-1-1-1605,15 18 3607,-2-12 0,-15-18 0,-2-8 0</inkml:trace>
  <inkml:trace contextRef="#ctx0" brushRef="#br1" timeOffset="212707">23337 4782 21483,'-7'-52'-88,"0"1"1,4 2-1,11 9-7,20 22 0,6 6 5,-1-3 1,-1 1 41,-1 1 0,-2 1 43,19-9 83,-15 5 57,-15 4 10,-11 1 18,-7 3 38,-6-1 79,-1 0 73,-4 1 118,2 1 56,2 0-152,2 1-218,3 3-230,1 1 62,11 12-1,4 3-38,14 15-56,6 7-57,4 5-55,0 4 50,-3-1 117,-7-3 40,-9-7 39,-9-8 112,-20-9-95,1-8 78,-19-10 34,6-10-6,-3-9-28,5-8-67,9-2-72,10 0-35,12 1-38,10 1-18,11 2 23,9 1-45,5 2-50,2 2-6,-2 3 107,-8 1 89,-8 0 34,-12 1 89,-11-3 74,-12 2-46,-3 2-22,-5 7-101,7 5-61,3 3 33,3 10-5,1-3 10,3 14-16,4 0-16,4 7 27,9 6-11,-6-13 17,11 4 11,-7-17 33,7-2 23,2-13 0,0-10 84,1-20-95,-12 9 101,-2-16 44,-12 17-16,-4-5-6,-5 1-129,-1 10-62,-1 5-234,4 10 66,3 6-335,0 1-392,7 6-5216,11 10 6106,9 1 0,-6-2 0,-4-7 0</inkml:trace>
  <inkml:trace contextRef="#ctx0" brushRef="#br1" timeOffset="213066">24603 4256 22946,'-37'9'481,"12"-2"-363,29-6 61,11-4-84,2-4-5,4-7-3331,1-12 3286,-9 5 89,-4-18-83,-10 20 66,-5-13 107,-10 14-56,-3 2-106,1 6 61,-3 10 3297,9 4-3381,-8 8-5,4 12-34,3 14 6,3-4-12,10 9-11,4-23-50,12 13-140,8-8-941,28 8 173,-11-13 975,2-10 0,-2-3 0,-16-3 0,20-2 0</inkml:trace>
  <inkml:trace contextRef="#ctx0" brushRef="#br1" timeOffset="213725">24821 3759 20263,'37'-31'7,"0"0"1,-5 4-1,-1 7-18,15 24 28,-13 4 67,-10 4 296,-14 9-189,-9-6 218,-15 11-29,-6-7-105,-7 5-140,3-1-68,8-1-39,8-5 45,6 5 78,15-5-39,7 2-56,6-6 11,10-3-39,-13-5 17,22 0-22,-24-2 5,18 3-23,-28-4 29,4 3 11,-13-1 162,-6 9-146,0-4 68,-11 12-39,-7 2-45,2 2 11,-2 8-45,13-15 6,4 1 55,7-6 40,6-2-5,5 2-23,9-3-34,4-2-44,3 1 16,0-1-11,-2 4-5,-5 0-12,-3 5 6,-6 2 12,-3-3 32,-4 10-16,-3-10-5,-4 8-34,-4-7-23,-3-4-319,-8 1-5685,-17-1 6038,1 0 0,2-4 0,16-5 0</inkml:trace>
  <inkml:trace contextRef="#ctx0" brushRef="#br1" timeOffset="224750">13342 9824 7453,'-4'-5'6643,"0"1"-4660,4 4-62,0 0-1356,-30-39-178,23 30-146,-23-30-28,30 39 1540,0 0-1725,-2 3 11,2 2 123,-5 20-39,-1 5 23,-3 23 33,1 6-470,4-22 1,1 2 354,0 5 1,2 1-37,1 7 0,3 1-522,2 3 0,3 0 471,4 1 1,5-3-74,5-3 1,5-5-20,-6-12 0,6-5-1044,25-1 0,7-10 1159,-5-14 0,-1-4 0,-6 5 0,-2-2 0,-11-7 0,0-1 0</inkml:trace>
  <inkml:trace contextRef="#ctx0" brushRef="#br1" timeOffset="225451">14230 9868 15373,'-4'-6'4767,"1"0"-3620,3 6-424,0 0-639,-11-43 12,21 50-12,-3-22-23,24 67-36,-16-22 1,0 1-15,-1 2 0,-2 0 8,-2-1 1,-1-1-1607,-3 3 1,-2-3 1681,1 8 202,-7-2 95,-1-29-107,-3-6-117,-2-15 23,2-13 178,0-30 2762,2 10-3011,4 9 0,1-2 71,9-16-116,-2 22 1,2 0-31,2 3 0,2 1-6,20-18-128,5 11 106,5 10-3260,17 11 3210,-18 7-40,-10 9 0,-1 2-333,13 10-412,11 13-1243,-5 10-6413,-7 6 8474,-13-3 0,-14-13 0,-10-13 0</inkml:trace>
  <inkml:trace contextRef="#ctx0" brushRef="#br1" timeOffset="226058">15833 9396 22761,'-27'-15'134,"5"18"-111,22 53-34,8 5-3,3-21 0,5-2-9,12 10 31,-7-20 1,2-5 47,13-12 39,-1-16-3296,0-26 3268,-15 3 62,-3-28 100,-16 13 23,-11-12-67,-12 0-65,1 24 1,-1 1-20,-11-9-17,8 17 0,1 3 61,-6 6-72,-4 3-90,6 11-56,8 21-117,9 7 3364,6 8-3969,15 7-1429,9-6 2224,19 8 0,-16-20 0,3-7 0</inkml:trace>
  <inkml:trace contextRef="#ctx0" brushRef="#br1" timeOffset="226283">16312 8996 23909,'-42'12'237,"0"0"0,9 9 0,12 7-218,27 4 1,10 3-1109,6 12 0,4 0 1086,-3-11 1,3-1-30,-1-3 0,3 1 0,1 1-177,6 4 0,2 1 0,-1 3-462,-5-3 0,0 3 1,0 0-1,-1-2-1071,6 7 1,-2-2-1,-2 2-1535,-4 9 0,-4 2 0,-6-8 2812,-8-15 0,-4-3 1,1 5-1,-3-6 1,-2-13-1</inkml:trace>
  <inkml:trace contextRef="#ctx0" brushRef="#br1" timeOffset="226425">16451 10455 13757,'-38'-34'1454,"1"-1"0,-1 1 0,2-5 0,1-2 0,10-1-905,14-20 1,10 0-968,-3 11 1,5-2 484,8-5 0,7-6 0,3 6-701,5 4 0,4 4 615,-7 9 0,1-1 1,2 2-109,0 4 0,2 2 0,0 1-1809,10-12 0,1 1-47,-2 0 0,-1 1 1983,-1 1 0,-4 5 0,-5 3 0,-12 17 0</inkml:trace>
  <inkml:trace contextRef="#ctx0" brushRef="#br1" timeOffset="227108">17720 8636 12029,'0'-4'6508,"0"1"-3265,0 3-3148,-26-34-33,2 40-73,-14-30-23,0 59-11,1-2-402,12-9 0,-2 1 450,-2 1 0,-1 0 33,2-2 0,0-1 271,-21 12-218,18-14-37,14-11 4,12-6 56,5-1 27,4 4 702,5 4-589,4 9-135,0-1 219,10 27-117,-5-5-321,-4-10 0,-1 3 158,-1-4 0,-1 1-37,1 0 1,0-1-14,7 18-29,-2-15 1,3-2-90,13 8-98,-8-13 0,5-3-1728,7-8 0,1-6 1816,21-3 1,-7-4 0,-31-7 0</inkml:trace>
  <inkml:trace contextRef="#ctx0" brushRef="#br1" timeOffset="227467">18344 8465 17988,'-3'-1'4689,"1"1"-3121,2 0-1473,-57 15-16,32 4-40,-13 3 0,2 3-17,17 7 29,-5 20-12,13-10-5,1 13 5,5 2-17,11-2-11,8-4-16,13-8-12,9-9-28,10-12-22,-7-10-222,-4-13 1,2-4-1061,15-14-1584,-12 3 0,0-3 2933,-12 1 0,-3 0 0,7-7 0,-14 11 0</inkml:trace>
  <inkml:trace contextRef="#ctx0" brushRef="#br1" timeOffset="228008">18737 8214 13334,'0'-3'7254,"0"1"-4392,0 2-2655,21-38-45,-4 23-22,22-31-28,-8 32-28,3-2-33,-3 5-12,-7 3 23,-7 5 27,-8 6 34,-5 6-22,-3 7-28,1 6-23,1 4-5,3 4 6,7 1-7,9 2-4,7 1-1,11 1-22,5 4-23,-21-19 0,0 2-11,-1 0 1,0 2-63,16 23-327,-13 2 70,-16 1-314,-21 0-980,-15 1-4458,-11-3 6088,1-10 0,14-16 0,8-11 0</inkml:trace>
  <inkml:trace contextRef="#ctx0" brushRef="#br1" timeOffset="228749">19298 7857 11273,'-6'-5'6307,"1"0"-3641,5 5 179,0 0-1943,-51-61-656,38 44-218,-17-17 0,9 6 45,26 26-17,7 8 11,12 7-11,14 12-39,-4 1 0,2 3-678,1 2 0,0 1 650,1 1 0,1 3-6,5 6 0,-2 3-17,-8-4 1,-1 1-7,-6-6 1,-1 1 0,-1 4-133,-3 6 1,-2 3-1,-4 0-573,-5-7 0,-2-1 0,-3 1 322,1 18 0,-6-2-1479,-11-6 1,-6-3 1396,-3-10 0,0-3 1,-8 17-1,1-13 0</inkml:trace>
  <inkml:trace contextRef="#ctx0" brushRef="#br1" timeOffset="229776">20095 7752 20470,'-29'-37'543,"-2"17"-386,16 41-34,-7 15-89,8-5-6,3 0-12,12-15 52,12-3-18,5-9-5,13 1-23,1-7-11,1-1-5,-7 0 5,6-1-11,-14 3-11,5 0 0,-11 4-23,-4 10 12,-5 5 11,-1 4-1,-7 7 18,-10 13 0,2-11 5,-11 17 6,11-22-6,-3 5-11,6-4 5,3-5-10,5-9 55,14-4-11,5-6-33,8-4 11,21-7-6,-13 1 0,13-1-16,-18 7 10,-9 9 68,-14 16-34,-8-2 84,-14 24 45,-7-6-234,-6 13 206,2-1-62,9-7-44,13-10 0,19-11-18,14-11-150,17-8-376,9-11-5024,7-6 4704,-7-4 1,-19 4 0,-15 5 0</inkml:trace>
  <inkml:trace contextRef="#ctx0" brushRef="#br1" timeOffset="231413">12734 11774 19669,'-23'-58'1019,"1"20"-940,6 56-1,-4 18 17,-6 19-560,13-21 1,0 3 475,-1 3 0,2 1-31,2 1 1,1 1-66,3-3 0,2-2 20,5-4 1,5-2-126,14 18-51,16-20-190,9-16-723,4-18-2493,2-15 3647,-24 0 0,-2-1 0,3-3 0,-3-3 0</inkml:trace>
  <inkml:trace contextRef="#ctx0" brushRef="#br1" timeOffset="231671">12957 11460 20196,'-7'-43'576,"1"9"-458,6 38-23,-1 3-22,0 2-28,-1 1-23,-1-1-39,0-1-140,1-1-374,-1 1-1217,1 1-4761,1 1 5661,0-2 0,1-3 0,0-2 0</inkml:trace>
  <inkml:trace contextRef="#ctx0" brushRef="#br1" timeOffset="236605">12860 11790 15698,'-1'-44'862,"0"1"1,1 5-1,-2 7-330,-3 19-150,-2 6-119,-5-1-39,-4 4-22,-3 2-1,-4 5-5,-3 2-28,1 5 22,0 2-27,2 0-1,0 2 6,2 1-22,2 3-1,-1 5-16,2 4-11,-2 7 22,2 6 5,2 7-250,3 6 229,3 5-68,7-27 0,0 0 5,1 2 1,2 0-9,3 0 1,1 0-12,2-1 0,2-2 19,18 26-10,10-8 10,8-10 1,8-13-1,7-11-44,-25-14 0,0-4-308,3-4 1,1-3 209,2-5 0,0-3-300,2-6 0,-1-2-277,-8 5 0,-1-2 658,10-13 0,-5 2 0,-9 9 0,10-14 0</inkml:trace>
  <inkml:trace contextRef="#ctx0" brushRef="#br1" timeOffset="237063">13597 11544 15872,'0'-7'2814,"-7"-26"0,-1-2-2231,3 14-177,-4-15 0,0 4-30,5 25-264,1 2-45,2 13 17,1 12-28,4 17-34,3 16-359,0-20 1,0 1 213,2 3 0,2 2-255,1 2 0,2 0-2888,7 10 1,1-1 3265,-5-12 0,1-3 0,-2-4 0,-1-3 0,-2-7 0</inkml:trace>
  <inkml:trace contextRef="#ctx0" brushRef="#br1" timeOffset="237264">14084 12169 24133,'-12'-31'-415,"1"0"1,-6-19-3630,22 45 4044,2 1 0,-2 1 0,-1 1 0</inkml:trace>
  <inkml:trace contextRef="#ctx0" brushRef="#br1" timeOffset="237504">14259 11515 21702,'28'-52'-217,"-1"1"1,11-5-1,1 11-331,-4 25-1063,0 2 1,2 1 1610,18 1 0,-17 4 0,-3 4 0</inkml:trace>
  <inkml:trace contextRef="#ctx0" brushRef="#br1" timeOffset="237697">14600 11714 18588,'-3'2'5444,"1"0"-4682,2-2-835,33-66-441,-10 39 15,3-5 1,6-6-1,-3 7-1226,16 2 1725,3 0 0,-3 2 0,-18 12 0,12-7 0</inkml:trace>
  <inkml:trace contextRef="#ctx0" brushRef="#br1" timeOffset="239182">13680 11729 8562,'-4'-6'5310,"1"2"-785,3 4-4059,-47 29-242,36-22 95,-35 22-45,51-35-122,5-3-74,6-7-28,4-4-5,4-4-17,2-1-17,-6 4 12,6-6 61,-3 0 0,-5 6 218,-3-2-229,-19 17-56,-8 3-29,-14 11 12,-12 10 0,4 4 17,2 0 0,-1 2 17,-14 11-18,15-11 1,1 0 11,-8 6-45,15-11 23,13-10 67,7-6-51,15-10 17,11-13-16,9-9-23,2-3-3,-9 7 0,0 0-189,13-13 203,-12 12 1,1 0 33,9-8 72,-12 10-33,-11 12-61,-17 6-23,-11 13 0,-16 9 5,-11 13-5,18-10 0,-1 1-193,-1 2 0,0 1 198,1 0 1,0 0-6,-17 20-17,13-9-17,13-11 68,15-12 28,14-10-23,10-12-11,13-11-11,8-13-3,-18 14 0,0-1 13,2-2 0,0 1-27,15-15 25,-11 13 0,-1 2-84,6-3 93,6-6 67,-24 21-1,-16 12-72,-7 5 12,-29 24-1,-3 4 20,7-9 0,-1 3-51,2-2 1,0 0 5,0 0 0,0 0 0,4-2 0,0-1 36,-14 12 55,15-13-60,14-12 79,18-14-29,13-12-22,16-15-48,-14 11 0,1-2-358,4-4 1,0 0 348,2-2 1,0 1-11,1-1 0,-1 1 10,0 1 1,-1 2 147,-2 2 1,-2 2-148,12-9 78,-19 16-89,-16 12-12,-28 22 29,-16 11-23,12-8 0,-1 2-278,-4 2 1,0 2 291,0 1 0,1 0-6,2-3 0,2 1 9,5-4 0,2-1 667,-10 14-696,15-12 172,11-10-143,11-8 11,6-4-11,8-7 609,8-6-682,5-9-168,10-7-588,8-7-1155,-20 14 1,2 0 1966,6-2 0,-2 1 0,6-4 0,-2 4 0</inkml:trace>
  <inkml:trace contextRef="#ctx0" brushRef="#br1" timeOffset="240063">13951 11958 15025,'-7'2'5064,"2"-1"-4213,5-1-319,0 0-515,-24-11-6,33 1-39,-11-11 6,42 3 5,0-1 0,-6 5 17,-10 5 45,-11 9 0,-15 11-17,-14 11 17,-14 11 11,-16 9-28,20-20 0,0 0-104,-1 0 1,0 0 248,-22 18 24,11-10-51,13-10-90,12-10 56,8-7-79,23-18 18,1-2-46,19-16-22,-2 1 6,5-2 0,0 0 11,-2 3 269,-10 8-225,-12 9-4,-11 9-35,-10 9 1,-26 21 5,-7 6 3,8-6 0,-2 1-306,1-1 0,1 0 298,-1 1 0,1 0 13,1-2 1,2 0-138,-19 16 151,12-11-3159,14-13 3143,10-10 50,13-10-44,10-9 361,13-14-379,11-9-16,-15 14 0,2-1-10,0-1 1,2 1 26,1-1 0,1 0-4,-1 2 1,-1 0 14,23-16 3338,-13 10-3237,-16 11-29,-21 14-78,-16 15-5,-18 10 0,-10 10 10,-7 6-1666,19-12 1,0 0 1666,5-4 0,2 0 11,-22 18 210,17-12-182,19-17 5,3-2 23,13-15-2274,17-18 2207,-1 2 2104,21-19-2082,-9 10-11,-7 8 0,2-1 22,19-14-38,-2 3 4,-4 7 7,-25 16 38,4-1 3345,-17 11-3406,-26 20-33,3-4 251,-14 11-521,11-8-654,10-8-2550,2-1 3507,5-5 0,5-3 0,1 0 0</inkml:trace>
  <inkml:trace contextRef="#ctx0" brushRef="#br1" timeOffset="240663">13564 11725 13569,'-5'0'5613,"1"1"-4112,4-1-1328,-41-10-89,41 0-39,-32-6 11,57-2-3420,4 1 3370,-6 3-12,7-1-11,-18 12 51,1 0 55,-10 4-38,-4 2 16,-6 5 28,-13 10 3370,-5 4-3398,-11 11-11,10-9 73,-7 6 101,5-3-152,6-3-44,5-4 67,14-12-17,5-5 84,10-8 6,18-14-141,-3 0-13,-2 1 0,3-2 2,0-2 0,0 1-253,18-14 239,-14 13 1,-1 1 2,4 0 11,-9 6 46,-10 9-24,-25 16-16,-13 9-16,-3 3 27,-17 12 73,-9 4-62,10-8 53,9-7 1,1-2 87,7-5 135,-7 3-225,22-14-123,16-13-17,1 1-230,22-14-22,-8 5-1250,27-14 1541,4-3 0,-18 11 0,1 2 0</inkml:trace>
  <inkml:trace contextRef="#ctx0" brushRef="#br1" timeOffset="242379">13983 5253 15100,'19'-50'552,"-1"-1"1,1 4 0,1 6 561,18 4-199,-3 7-445,-6 11-210,-10 9 146,-8 8-7,-10 13 155,-12 8 99,-11 11-336,-13 8-131,-10 5-277,19-20 0,-2 0 237,1-1 0,0-1 178,-22 16 77,12-10 28,16-9-239,12-9 143,13-6-767,12-12 712,16-8-29,15-13-99,-20 12 1,1 0 13,0-1 1,0 0 4,-2 1 0,0 0 134,19-13 392,-9 5 407,-11 9-581,-12 7-91,-7 5-336,-10 4-708,-6 3 318,-10 3 80,-6 8 97,-8 6 45,-6 8 88,6-3 0,-1 1-31,-12 10 6,18-12 1,3-2 694,9-6-168,16-8-569,16-11-1,14-9 31,13-12 18,-10 4 1,0 0-21,13-10 8,-13 9 1,-1 1-100,2-2-217,3 2 105,-12 9-3324,-11 20-1470,-9 3 4924,-6 15 1,0-16 0,-1 1 0</inkml:trace>
  <inkml:trace contextRef="#ctx0" brushRef="#br1" timeOffset="243022">14240 5783 17227,'-4'1'5151,"0"0"-2629,4-1-3013,-27-14-181,32-2 791,-15-15-529,42 2 476,6-4-381,-10 9 2,-5 5 239,-12 10 225,-8 6 184,-3 1-677,-3 3 602,-12 5-375,4-2 285,-13 6-248,0 0-2,5-1-3,-7 4-3396,6-2 3673,3-1-136,-6 5 38,6-5 17,-1 1-10,3-4-73,6-3-46,12-10 3407,4 0-3342,20-19-29,11-6-7,-11 8 1,3-1-525,9-6 1,-1 0 539,-12 10 0,-1 0 59,4-2 0,-5 3 33,-12 10-97,-14 4-409,-21 17 313,-22 13 47,16-7 0,-1 2-253,-10 8 1,1 0 276,12-9 1,0 1 19,-8 8 1,3-1 32,-7 4 484,15-10 0,-1 1-213,-10 13-220,10-12 333,21-8-290,17-15-189,12-9 26,15-9-240,13-14 3,-4 4-899,-14 7 1,2 1 1183,0 0 0,-2 2 0,13-7 0,-2 2 0</inkml:trace>
  <inkml:trace contextRef="#ctx0" brushRef="#br1" timeOffset="243597">17656 4205 17251,'0'-6'5347,"0"0"-4306,0 6-127,0 0-901,-19-23-171,7 33 184,-28 10-101,25 6 1,2 7-538,-7 8 0,0 2 177,1-5 1,1 0-243,1-2 0,0-1-2817,-11 20-4972,6-15 8513,9-19 0,6-12 0,4-6 0</inkml:trace>
  <inkml:trace contextRef="#ctx0" brushRef="#br1" timeOffset="243783">17269 4426 24694,'1'-37'100,"2"9"197,29 38 0,10 12-555,-8-10 1,3 1-1161,19 6 1,4 1 796,-4-3 1,0-1-692,3 1 1,-2-1-575,-11-2 1,-2-1 1862,2 2 1,-6-3-1,-9-1 1,-1-1-1</inkml:trace>
  <inkml:trace contextRef="#ctx0" brushRef="#br1" timeOffset="248893">20979 6362 7699,'-8'6'7310,"2"-2"-6727,6-4 817,0 0-1104,-18-4-240,13 2 107,-10-5-18,21 2-83,13-8-45,-3 2 44,14-10-33,-7 7-5,6-4 111,-3 4 241,-11 5 107,-6 4-336,-10 5-67,-5 2-40,-6 3 23,-26 17-40,13-6 28,-23 15-16,30-17 168,-24 16-141,26-17 40,-13 10-79,23-19 124,3 0 106,9-6-50,9-6-74,19-12-88,3-2-12,10-7-23,-14 10 12,1 0 5,-12 9-3307,-1 0 3363,-10 6 57,-11 6-141,-6 1-5,-14 11 5,-6 5 1,-15 10 10,14-9 1,-1 1 33,-18 13-2263,3-1 2213,24-17 2330,11-8-2157,9-9 57,10-8 27,19-16-184,-4 4 38,21-17 18,-4 5-68,3 0 3359,-5 4-3554,-4 9-337,-20 14-1646,1 3-2947,-12 10 5075,-9 7 0,3-6 0,-3-1 0</inkml:trace>
  <inkml:trace contextRef="#ctx0" brushRef="#br1" timeOffset="408906">12907 12208 15093,'-44'15'1163,"1"0"1,0 0 0,-9 2 0,19-11-1086,44-27-56,31-10 1,12-2-1796,-13 8 0,3 0 1738,-5 3 0,5-2 0,2 0 0,-2 1-27,5 0 0,-2 1 1,3-1-264,-3 2 1,1-2 0,1 1 0,0 0 251,-2 2 0,0-1 0,0 1 1,0 0-78,2 0 0,1 0 0,-2 1 0,-3 1-7,15-7 0,-4 3-202,3 0 1,-11 6 791,-27 13-814,-27 16-67,-42 18 403,11-8 0,-7 1 1,2 0-272,-6 3 1,-3 1 413,10-5 0,-4 1 0,-1 1 0,3-1-74,-3 2 1,2-2 0,-2 2 123,3-2 1,-1 2-1,-1-1 1,0 1 5,3-1 0,-1 0 0,1 0 0,1 0 201,-8 4 0,1 1 0,3-2-316,-9 8 1,7-3-1,15-11 0,12-2 186,22-2 4,50-30-151,-4-5 1,7-4-340,-8 1 0,3-2 0,1-2 262,-7 4 1,0-1-1,2-1 1,0 0-7,3-1 1,1-1 0,1 0 0,-1 0 1,1-1 0,1 1 1,-1-1-1,0 0-25,-1 2 1,0-1 0,0 0 0,-2 1 4,-1 1 1,-2 0 0,0 0-1,1 0-134,1-2 0,0 0 0,0 1 0,-5 1-39,16-7 0,-3 2-172,-14 6 1,0 0-1,-8 5-426,-2 0-1183,-17 11-331,-45 21 1658,-16 9 1,-7 2 1021,12-6 0,-3 2-249,-8 2 0,-6 4 1,1-1 179,9-5 1,1-1-1,-3 2 120,3-2 0,-2 1 0,-2 2 0,1-1-79,0 0 1,0 0-1,0 1 1,-1 1-439,6-3 0,0 0 0,0 1 0,1 0 0,2-2 211,-2 1 1,2 0 0,2-1-1,0-1-41,-8 7 1,1-2 0,4-1 80,-3 1 0,8-3-57,3-1-32,12-5 867,36-21-952,30-18-104,7-8 1,3-4 450,-13 9 0,2-3-422,5-3 1,5-4 0,-2 2 16,-11 6 0,0 2 1,1-3 15,3-1 0,3-2 0,1 0 0,-3 1-25,3-2 0,-1 1 0,-1 0 20,-1 0 1,0 0-1,-6 3 1941,10-14-1821,-40 15 180,-45 20-124,3 7 0,-5 4-679,-17 3 1,-4 4 652,11-1 0,-1 2 0,-1 1-6,-7 2 0,-2 1 1,-1 2-363,13-4 1,-1 1 0,0 1 0,0 0 473,0 1 0,-1 0 0,0 1 0,2 0-22,1-1 1,1 1 0,0-1 0,2 0-52,-8 4 1,2-1-1,2-1 448,-10 4 1,6-4-389,-4 2 17,36-25-45,55-24-110,-3 5 0,8-4 0,4-2-334,2 1 1,6-1 0,1-1-1,-1 1 298,-5 3 1,-1 0 0,0 0 0,4-1-2,2 1 1,4-2-1,1 0 1,-2 1-1,-6 4-46,-2 2 0,-4 2 1,3-1 41,7-2 0,5-3 0,0 1 0,-2 2-192,1 1 1,-2 2 0,2 1 186,-9 3 1,1-1 0,1 2 0,-3 1-169,6 1 0,-2 1 0,-3 5 170,5 5 1,-7 10 800,-17 9 0,-9 8-792,-15 11 0,-10 6-12,-9 10 0,-7 1 366,4-15 0,-3 0 1,-2 0-309,-4 6 0,-2 0 1,1-3-25,0 1 0,1-3 47,-5 5 1,9-4 1771,20-15-1466,45-13 448,-1-18-714,-5-8 1,7-6 0,-3-1-536,3-6 0,-2-2 473,10-5 1,1-2-4,-16 9 0,-1-1 1,0 0 2,11-8 1,2-1-15,-1 1 0,4-1 1,-1 1-5,-9 7 0,-2 1 1,0 1 7,2 0 0,-1 1 0,-4 4 935,17-8-832,-33 23 84,-60 42-197,12-13 1,-3 2-682,-16 16 0,-2 0 609,12-10 0,2 0-211,-6 9 1,5 0-1441,13-10 0,2 1 1690,0 2 0,3-2 0,2-1 0,12-20 0</inkml:trace>
  <inkml:trace contextRef="#ctx0" brushRef="#br1" timeOffset="417646">18207 9745 15457,'-37'-11'1728,"0"0"0,-2-22-1681,55 6 1,16-2-17,7-7 0,6-3-1221,-9 10 1,3-1 0,0 0 1163,5-3 0,2 1 0,0 0-10,2 1 1,0-1 0,1 2 4,-2 1 1,1 1 0,-1 1-28,-4 3 0,-1 2 1,-1 1 219,14-5 1,-6 6-947,-8 11 741,-44 29-150,-25 7 0,-12 3 165,-8 7 0,-4 3-476,14-10 1,-2 1 0,1 1 512,-3 1 1,0 2-1,0 0 2,0 0 0,0 1 1,0 0 4,2-1 1,0 1 0,0-1 160,2-2 1,0 0 0,1-1-145,3-3 1,0 0 0,1-1-236,-12 9 1,2-2 383,8-7 0,2-3 59,-12 6-191,27-24 1487,31-30-1512,5 0 0,6-3-3,11-10 1,6-4-347,3 0 0,5-3 0,-2 2 318,-12 10 1,-2 3-1,5-4-12,1 2 0,4-3 0,3-2 1,-3 3-1,-5 4 1,10-6 0,-1 3 7,-6 4 0,4-3 1,1 0-1,-6 5 170,5-1 1,-3 4-609,2 1 0,-5 4 280,-4 6-147,-54 39 239,-10-3 1,-7 2-255,4-1 0,-3 2 1,-1 1 407,-4 2 1,-2 2 0,-1 1-41,3-4 1,-2 3-1,0-2 1,3-1 90,2-1 0,2-2 0,-2 0 130,-9 7 0,-2 0 1,5-5-3,12-8 0,2-4 118,-24 14-50,43-34-213,19-11-6,13-8 1,6-5-51,2-1 0,2-2-188,-2 3 0,2-1 0,3-2-8,6-5 0,5-3 0,0 0 0,-1 2-2007,4-2 1,-2 2 0,1 0 223,-8 5 0,2 0 0,-2 0 0,-4 5 1923,8-4 0,-8 7 0,-11 7 0,-10 8 0</inkml:trace>
  <inkml:trace contextRef="#ctx0" brushRef="#br1" timeOffset="423805">13875 12841 10797,'-3'-5'8262,"1"1"-7532,-11-25 1,-1-5 210,4 12-653,-6-14 1,2 5-3,10 25-258,2 3-39,2 10 33,3 9 1,4 17-62,6 14-180,7 12-132,-8-28 1,1-1-828,2 1 0,1-1-4613,18 22 4962,-4-16 0,-11-17 1,-9-11-1</inkml:trace>
  <inkml:trace contextRef="#ctx0" brushRef="#br1" timeOffset="424163">13922 12463 17496,'-3'44'184,"0"1"1,3-3 0,6-9 89,14-25-4981,6-2 5188,-10-6 1819,-5-7-1718,-9-8 765,-7-7-882,-5-6-45,-8-1-56,-5 3 3319,-3 6-3503,2 8-119,3 6-106,6 5-55,7 5-225,8 13 90,5-2-2096,23 30 74,-6-20 2257,4 2 0,1-1 0,-9-10 0,9 8 0</inkml:trace>
  <inkml:trace contextRef="#ctx0" brushRef="#br1" timeOffset="424365">14392 12388 15137,'-2'-2'5893,"0"0"-4924,-58 14-728,36 11-188,-10-3 1,2 4-364,23 18 310,7-10 0,4 3-23,9 10 1,5 4-169,1-2 0,2 3 1,1-1-650,-2-7 0,0 0 0,3 1-26,1-1 1,4 2 0,-1 0 0,-2-6-835,4 6 0,1-2 1700,5 9 0,4 4 0,-5-9 0,-13-18 0,-2-2 0,8 12 0,0 0 0</inkml:trace>
  <inkml:trace contextRef="#ctx0" brushRef="#br1" timeOffset="424516">14715 13777 18089,'-44'-35'831,"1"-1"0,-1 1 1,8 4-1,1-1 1,5-2-1752,0-22 0,9-1 965,7 18 0,4 0-9,2-11 1,4-1-23,2 10 0,3-2-17,3-11 0,4-2-104,2 2 1,5 0-774,1 12 1,4 0 0,-1 1-4037,7-8 1,0 3 4402,-1 3 0,-1 5 0,1 3 0,-19 26 0</inkml:trace>
  <inkml:trace contextRef="#ctx0" brushRef="#br1" timeOffset="424839">14893 12068 17748,'-19'-52'1788,"-1"-1"1,2 7 0,1 10-1520,2 21 95,-9 18-314,11 7 107,-11 45-112,14-15-871,3 20 0,3 5 834,2-31 0,3 0-8,3 20 0,3 9 0,0-8 3,-1-16 0,3 0-37,7 15 1,4 5-1,0-8-50,-6-19 0,3-3-456,8 6 1,5 2 0,1-9-905,-2-14 1,2-5-3473,12 2 1,0-6 3797,6-11 0,-17-5 1,-24 7-1</inkml:trace>
  <inkml:trace contextRef="#ctx0" brushRef="#br1" timeOffset="426014">15560 11971 22751,'-51'-26'231,"0"0"1,5 5-1,7 13-192,17 38 66,9 1 1,4 4-89,4 5 0,3 1-503,-2-1 1,1 1 476,6 14 1,3 0-26,3-13 1,2-2 142,-1-1 1,2 2-326,13 14 1,2-4-31,5-6-332,7-9 1,5-11-349,9-29 789,-14-6 0,-2-6 95,-9-12 0,-5-6 42,-1-5 0,-4-4 33,-2-5 1,-4-2-682,-3-5 0,-3 1 690,-1 10 0,-4-1 75,-3 0 1,-3-5 0,0 4-105,-2-4 0,-1 0 119,0 3 1,-1-2 0,0 3 110,-2-6 1,0 3 13,0 7 1,-1 2-60,3 8 1,-1 3 238,-8-12 111,6 16-475,5 14 1332,4 8-1416,4 8 1169,9 9-1147,7 14-11,14 17 0,-12-14 0,1 2-385,2 7 1,0 3 370,1 5 0,-1 2 5,0 2 1,-2 0-1,-1-2 1,-1-1 2,-3-6 1,-1-3 16,-3-7 0,-1-3 0,2 7 90,-6-14-17,-5-21-39,-4-14-23,-1-16 911,-1-16-922,2-10-28,8-2 34,3 1 6,5 10-7,3 12 12,-2 12-11,3 11-22,-5 6-7,8 9-10,1 5 5,7 6-28,8 3 34,6-5 6,5-7-68,3-13 22,-5-10 35,-10-11 32,-14-11-10,-13 10 16,-13-12 34,-3 15 23,-4-3 16,1 7 17,2 7-62,3 8-27,3 7-23,3 9-11,1 6-1,6 7 1,6-1 17,8-1 11,7-6-23,-3-7 34,17-7 0,-13-13-17,11-10 0,-16-12 6,-10-6 6,-8-3 33,-12 3-6,-3 11 107,-16-6-11,6 17 61,-8-6 23,8 14-68,5 5-83,2 6-57,3 5-16,2 7-6,4 9 16,3 6-21,7 5-146,9 2-802,10 0-3343,10-2 4296,-1-8 0,-12-10 0,-10-7 0</inkml:trace>
  <inkml:trace contextRef="#ctx0" brushRef="#br1" timeOffset="426254">16969 11338 19300,'-3'-6'4727,"1"2"-3529,2 4-861,-64 2-80,39 20-190,-12-8 1,2 4-18,24 35-22,5 5-39,13 0-17,8-2-219,13-9-666,13-15-829,12-16-614,-20-16 0,1-5 2356,9-7 0,-3-2 0,8-2 0,-4-7 0</inkml:trace>
  <inkml:trace contextRef="#ctx0" brushRef="#br1" timeOffset="426479">17303 10891 20173,'-6'-6'4542,"2"1"-3763,4 5-213,0 0-510,-45-47-39,38 51-73,-19 11 25,35 25 0,11 10-31,-5-3 1,0 1-1058,3 9 1,0-2-753,-5-17 0,0-1-2837,3 6 1,3-2 4681,1-6 0,0-4 0,2 2 1,-1-17-1</inkml:trace>
  <inkml:trace contextRef="#ctx0" brushRef="#br1" timeOffset="426713">17603 11000 21511,'-33'-40'986,"0"0"0,2 6 0,0 13-510,-12 37-190,2 13-107,7 8-72,11 8-46,16-14 1,5 2-6,9 25-45,5-2 6,16-8 0,4-17 0,14 1-6,8-14-84,4-15-344,-27-8 1,1-4-595,1-4 1,1-3 366,7-6 0,-3-1 1,5-4-1,-2 0 1</inkml:trace>
  <inkml:trace contextRef="#ctx0" brushRef="#br1" timeOffset="427806">18136 10572 14937,'-44'-26'250,"1"0"0,3 4 1,6 12 2406,10 40-2579,2 19-53,12-16 1,2 2 331,1 7 1,3 2-369,1 2 0,3 2-23,7 8 1,4 0 27,1-11 1,3-3-7,1-3 1,3-3-37,3-10 1,2-5 840,19-4-973,13-9 57,0-25 106,-6-21 1159,-27 12 0,-4-2-1103,8-22 48,-14 12 0,-4-1 41,-2-10 6,-2-8 158,-9 18 1012,-1 18-1108,0 5-145,2 8-29,4 14 722,5 7-727,1 3 60,9 12-60,9 3-1,6-2-21,12-3-12,1-18-17,3-15 18,-2-11 10,-11-3 17,-4-22 96,-18 10 111,0-13 152,-15 14 112,-6 9-57,-5 7-128,0 8-157,1 6-84,3 10-28,2 2 0,2 20-5,4 6-26,3-3 0,1 4-22,2-2 0,2 2-401,4 12 1,1 0 288,-1-14 0,3 1-1017,4 2 0,4 4 0,2-4 1154,9 2 0,1-3 0,-5 3 0,-1-3 0,16-2 0</inkml:trace>
  <inkml:trace contextRef="#ctx0" brushRef="#br1" timeOffset="428784">19051 10160 25331,'-40'7'142,"1"-1"0,2 3 1,11 4-115,23 18 5,3 5 1,1 2-29,2-6 1,2 0-369,2 16 0,2 1 265,3-9 0,2-2-286,4-1 0,2-3-308,3-4 1,2-2-542,1-5 1,3-2-619,-1-5 0,1-4-511,27 2 2105,-9-18 1422,-11-13 1148,-10-14 235,-12-2-1478,-7 6 1816,-5-4-1928,-5 17-347,-2-2-381,-1 11 94,0 4-139,2 1-140,2 0 17,6 2-40,1-2 28,13 0-10,6-9-18,14-9-5,7-14 22,0-13-182,-25 19 0,-1-3 140,-4-2 0,-3-2 8,-3-3 1,-4-2 8,-4-3 0,-4-1-381,-4-1 1,-2-1 391,-4 0 1,-3 2 2,-1 3 0,-2 2-71,0 4 0,-2 3 113,1 4 0,-1 3 59,-18-14 146,1 7-113,14 13-140,7 6 262,12 8-301,4 11 800,2 10-789,5 20 23,6 16-145,-3-19 0,3 1 97,3 3 0,2 1-39,4 1 0,2-2-157,3-1 0,2-3-229,2-3 0,3-4-2266,6-6 0,1-4 1898,14 2 222,-20-16 0,-1-9-1409,7-28 2072,-7 4 78,-15 2 1,-2-3 488,-1-6 625,-3-3-212,-6 14 2304,-11 12-2835,-2 8 2184,-3 7-2486,2 3-46,3 2-112,2 1-5,7-1-28,3-1-6,9-4 11,9-9 12,5-8-6,4-12 0,-4-7 11,-9-5 28,-9 0 34,-11 1 11,-11 4 0,-8 6 39,-10 8 40,-4 8-29,-2 7-33,1 10-62,5 7-28,6 9-16,10 7-12,5 9-17,13 11-39,8 10-177,-1-27 0,4 0 87,3 0 1,5-2-434,4-2 0,5-3-682,4-3 1,2-3-2652,6-4 0,0-3 3248,-4-3 0,-3-3 1,12 0-1,-23-5 1</inkml:trace>
  <inkml:trace contextRef="#ctx0" brushRef="#br1" timeOffset="429031">20694 9155 24088,'-50'-5'864,"-1"0"1,1 8 0,8 6-781,11 14 0,14 4 0,5 4-1034,7 32 986,4-17 1,3 4-621,4 7 0,3 2 589,-1-16 1,2 0 0,2-1 1,2 1 1,3 0-1,2-1-17,2-1 1,2-2 0,3-1-265,2-3 0,2-2 1,2-3 41,1-2 1,2-3-1,0-2-897,19 5 1,1-6 646,3-6 0,-3-6 0,6 1 1,-9-11-1</inkml:trace>
  <inkml:trace contextRef="#ctx0" brushRef="#br1" timeOffset="430463">21635 9019 12993,'-4'-4'4816,"0"1"-1651,4 3-2504,-60-25-253,29 29-228,-9-9 0,-1 5 156,4 38-180,18-12 1,0 1-42,1 4 0,0 2-332,3 3 0,3 0 250,1 3 1,2 0-20,4 0 0,1 0-11,4-1 0,3-2-3,5 17-59,9-21 0,6-5-210,27-3-1869,4-13 0,3-8 1788,-18-5 0,-1-5-397,3-4 1,3-5-1,-6-1-207,-9 2 0,-1-3-1457,6-5 1,3-4 0,-4 1 147,-4 0 1,-2 0 2262,10-10 0,-3 0 0,-2-8 117,-15 13 4106,-11 9-22,-5 7-2431,-1 6 2466,1-1-3329,-1 5 4193,1-3-4422,0 7 76,0-2-530,2 6 11,1 5-106,5 9-34,4 9-44,4 9-309,3 8-2414,2 6 1824,-3-6 0,-8-15 0,-4-13 0</inkml:trace>
  <inkml:trace contextRef="#ctx0" brushRef="#br1" timeOffset="431471">22376 8707 23226,'17'40'89,"9"3"-75,-2-17 0,2 0-235,0-1 0,1-1 233,22 15 145,-6-8-95,-12-11 344,-11-9-8,-11-10-241,-11-15-57,-4-14 63,-5-19 5,-1-11-82,6 25 1,1 0-17,0 0 0,1 1-14,-4-28-5,3 13-46,2 9 82,3 12-715,8 9-1725,8 10-6620,15 7 8125,2 4 0,-9 0 0,-9 1 0</inkml:trace>
  <inkml:trace contextRef="#ctx0" brushRef="#br1" timeOffset="431656">23111 8551 20453,'-8'0'3859,"1"0"-3629,7 0 296,0 0-442,13 95-196,-1-40-858,-6-13 0,1 6 0,0-4 970,0-5 0,-1-6 0,0 8 0,-3-8 0</inkml:trace>
  <inkml:trace contextRef="#ctx0" brushRef="#br1" timeOffset="433955">23718 8068 22694,'8'-5'151,"4"11"-106,13 32 5,-3 8-11,-3 3 1,-6 1 32,-5-4 46,-7-7 117,-5-10 45,-4-11-22,-4-11-85,-3-14-44,-4-14 11,-2-13-45,-3-15-324,11 20 1,1-1 281,0-5 0,0 0 6,0-3 0,1-2-1579,1-9 1,2 2 1538,2 14 1,1 0 22,0-8 0,3 2 31,8-2-57,5-4 12,11 13-22,5 8 356,6 10-356,3 7 3364,4 15-3387,2 9-6,0 16 7,-2 10 16,-7 7 0,-9 5 5,-11-1 12,-8-6 17,-11-9 22,-6-11 39,-7-11 6,-3-9-6,-3-13 1,2-8-35,3-10-33,8-4-5,5 0-18,11 2-10,6 5 5,10 2-17,9 6 11,10 6 12,9 8-29,10 8-203,-27-2 1,0 2 205,-1 2 1,0 1-9,20 18-18,-17 7-66,-19 8-281,-22 5-957,-15 2-4500,-14-2 5850,2-12 0,16-21 0,13-13 0</inkml:trace>
  <inkml:trace contextRef="#ctx0" brushRef="#br1" timeOffset="434231">23935 7342 25285,'54'-9'23,"1"0"1,-1 0 0,-1 2 0,0 3-1,-4 7-15,5 12 1,-3 13-848,-10 5 1,-2 8-1,-4 2 796,-10-6 0,-4 1 0,-3 4-408,2 15 0,-3 6 0,-8-2-61,-12-7 1,-6-1-1,-3-1-2205,-2 4 1,-2 0-1,-2-3 2717,0-5 0,-1-2 0,0-4 0,-1 2 0,2-5 0,-3 4 0</inkml:trace>
  <inkml:trace contextRef="#ctx0" brushRef="#br1" timeOffset="438376">24502 7028 11049,'-4'-2'6676,"1"0"-5281,3 2-1092,-2-42-102,14 28-44,4-30-17,21 43 23,7 14-1,13 16-679,-25-6 0,1 6 573,5 7 0,-1 5-19,-11-7 1,0 3-1,-2 1-13,1 5 1,-1 2-1,-1 3-24,-4-1 0,-1 3 0,0 1 0,-2-3-17,-1-1 0,-1-2 1,-1 3-42,-1-1 1,0 3-1,-2 1 1,-2-5-411,-1 14 1,-3-1-1002,-2-11 0,-1 2 0,-3 0 1469,-4 1 0,-3 0 0,0-5 0,2-4 0,0-4 0,-5-4 0,0 1 0</inkml:trace>
  <inkml:trace contextRef="#ctx0" brushRef="#br1" timeOffset="443426">25667 6675 10242,'-5'-1'3011,"-25"3"0,-5 3-1807,6 4-902,-9-2 0,2 2-78,16 6-128,9-1 10,7 0 12,9-2-1,8 0-16,9-1-22,9-3-17,14-3-40,-12-1 1,10 0-12,-22 2 34,-1 6 33,-9 7-3302,-9 13 3286,-6-8 16,-9 17-22,-3-9 17,-10 22-34,2-7-28,3-1 17,4-7-33,9-12 16,1 0 3459,12-9-3291,14-12-50,17-15-84,4-4-23,2-6-27,-17 7 22,-10 6 67,-9 7 89,-13 15-117,1-3 50,-15 20-50,0-5 12,-9 21-7,8 2-44,4-1 5,21-8 23,9-16 17,11-4-29,13-9-335,6-11-1131,7-12-5322,4-16 6755,-12-4 0,-20 14 0,-14 9 0</inkml:trace>
  <inkml:trace contextRef="#ctx0" brushRef="#br1" timeOffset="443672">26140 6525 23371,'-13'11'23,"3"-2"-35,20 24 1,9 11-81,1 2 0,1 1-548,1 2 0,3 1-328,2-3 1,2 2 0,-2-5 283,-4-8 1,0-2-1370,11 10 1,-2-5 1109,-7-14 0,-6-6 0,-8-9 0</inkml:trace>
  <inkml:trace contextRef="#ctx0" brushRef="#br1" timeOffset="444743">26186 7003 16443,'-7'-46'132,"-1"0"1,3 2-1,9 9-692,34 13-207,6 1-524,-3 4 0,1 0-563,16-4 835,-21 8 1,-2 0 643,-3 1 1073,-5-1 685,-20 5 527,-7-3 302,-10 4-1086,-2 2 1658,-6-2-1081,8 4-1160,-1-1 538,7 0-823,3 2-224,2-1-34,23 0-11,-8 2 11,30-1-11,-9 7-29,24 6 7,-13 6-1,-1 8 17,-26-6 23,-12 11 33,-15-10 12,-8 5 21,-7-12 40,-1-6-16,4-10-29,6-5-34,5-10-16,11-7 22,9-7-22,3 5 39,21-19-45,-16 20-11,20-21 17,-16 17 17,4-5 123,-4 2 11,-12 10-62,-4 5 146,-8 6-11,-2 6-45,0 1-73,-2 2-140,1 2 6,1 1 17,1 3 5,0 0 0,1 13-11,1-6-17,8 21 17,-1-17-11,5 6 28,3-10 0,-9-8 27,7 1 46,-3-10-56,1-4-18,0-5 35,6-11 22,-8 6 72,4-6 34,-10 8-11,-3 4-22,-7 3 0,0 3 5,-5 1-33,3 3-56,0 1-46,4 2 208,2 2-196,0-1-16,0 1 10,-1-1 23,0 1-23,0 0-5,0-1 11,0 0 11,0 0-11,0-1 0,0 1 23,0 0-23,0-1 11,1 0-17,0 0 1,-1 0-7,1 0-4,0 0-802,0 2-2156,4 7 481,0-2 2465,8 8 0,-6-10 0,3 2 0</inkml:trace>
  <inkml:trace contextRef="#ctx0" brushRef="#br1" timeOffset="445144">27268 6294 23584,'9'5'941,"2"-6"-734,7-9-56,0-8 6,-1-6-73,-4 2 118,-2-17-90,-7 12-5,0-11 44,-8 15-11,0 7-34,-5 7-38,1 5-63,-1 5 18,0 7-12,-2 8-39,-2 11 33,1 8-10,2 6-1,4 2-11,10-3-11,11-5 17,14-7-129,14-8-801,13-9-1820,-23-9 1,0-3 2760,27-5 0,-22 0 0,-16 0 0</inkml:trace>
  <inkml:trace contextRef="#ctx0" brushRef="#br1" timeOffset="445992">27647 5817 21730,'27'-48'76,"0"0"1,1 2-1,-1 11-53,-1 27-34,5 1-12,-4 5 1,-6 8 11,-7 8 33,-8-1 73,-6 11 18,-11-1 33,-10 10-18,-9 4-44,-2 1-28,3-1-39,9-4 0,10-7 17,10-6 38,8-5 63,11-6 5,8-4-34,9-2-33,5-3-17,4-2-28,-4-1-3375,-4 0 3369,-17 0 17,-7 2 57,-14 6 16,-7 6-28,-8 9-45,-10 9-39,-7 10-6,9-6 6,4-3 3359,14-10-3382,8-9 23,7 2 11,9-2-5,8-1-28,7 1-6,2 2 22,0 2 6,-4 2 0,-6 1 17,-8 5 5,-9-7-11,-9 7-111,-10-6-5332,-23 13 952,4-9 3912,-17 7 1,38-22 0,1-2 0</inkml:trace>
  <inkml:trace contextRef="#ctx0" brushRef="#br1" timeOffset="448200">17732 12395 20274,'-30'-41'888,"1"1"1,2 3 0,7 10-872,15 22-17,5 11 45,9 13 5,8 19-19,-5-9 0,1 3-726,3 9 1,-1 2 683,1 9 0,-1 1-20,0 7 0,-3 3 6,-4-21 1,-1 1 0,-2 0 30,2 20 0,-3-1 10,-4-7 1,-5-2-25,-1-10 1,-5-3 49,-5-10 0,-2-4 8,-14 5 169,-28-19-40,17-22-90,12-1 1,1-4 67,-12-24-17,8-4 50,8 3 1043,7 11-1126,7 12 338,7 13-445,3 18 11,5 13 0,3 13-5,9 5 0,4-5-18,9-9 24,6-11 21,8-10 1,8-16-1,4-13-13,-25 3 0,0-2-150,0-3 0,0-1 147,-1-2 0,-1 0-6,0-1 0,-2 0-11,-1 1 0,-1 0-230,19-18-1483,-8 8 1713,-7 8 0,-13 12 0,-4 5 0</inkml:trace>
  <inkml:trace contextRef="#ctx0" brushRef="#br1" timeOffset="463560">13852 14724 13088,'-3'-4'5578,"0"0"-3528,3 4-1434,-43-47-621,33 35 38,-33-28 68,44 59 73,6 43-130,-3-26 1,1 3-3,3 15 0,0 4-519,0-16 1,1 2-1,-1-3 466,2 2 0,0-1 8,2 4 0,2-4 31,13-2 191,9-15 230,0-9 139,1-25 89,-6-39-546,-19 19 1,-1-2-205,2-11 1,0-2 156,-1-6 0,-2-1-42,-2 7 0,0 0-11,-1-7 0,-1 3 1360,-1-9-1363,-4 3-117,-2 27-270,1 7-710,-1 18-2902,6 17-1559,1 5 5530,8 4 0,-8-14 0,1-1 0</inkml:trace>
  <inkml:trace contextRef="#ctx0" brushRef="#br1" timeOffset="463820">14575 14851 19619,'-4'0'2526,"0"0"-1944,4 0-402,-7-79-4538,35 25 4156,-17-1 0,6 0-218,15 22 0,6 7-259,-2 4 0,0 3-481,-7 4 1,1 2 1159,8 1 0,-4 3 0,-9 3 0,8 2 0</inkml:trace>
  <inkml:trace contextRef="#ctx0" brushRef="#br1" timeOffset="463978">14777 15015 22769,'24'-36'-2183,"-1"1"0,1-1 0,11-15 0,0 7 1171,11 5 1,-15 14 0,-14 12 0</inkml:trace>
  <inkml:trace contextRef="#ctx0" brushRef="#br1" timeOffset="464704">15937 14011 20224,'-51'9'382,"0"-1"1,2 2-1,6 3-180,-4 20-118,21-14 0,-2 3 140,-16 13 1,-1 0-594,11-10 1,1 0 527,-8 6 1,1-3 131,1-4 263,15-13-414,11-6 108,9-3-198,6-2-5,6 0-28,6 1 585,5 6-507,2 9-6,1 13 1,-1 13-45,0 11-136,-11-22 0,0 2 102,0 1 0,1 1-28,0 2 1,2 0-74,6 6 0,2-2-334,10 13 166,-4-22 1,4-4-846,19-4-348,-16-13 0,1-2 1451,4-5 0,-3-3 0,5 0 0,-6-6 0</inkml:trace>
  <inkml:trace contextRef="#ctx0" brushRef="#br1" timeOffset="465186">16323 14108 24021,'-5'49'95,"-1"0"0,2-1 1,3-2-85,8-8 0,2-1-461,-1 1 1,0 0 460,1 0 1,-2 1-4,0-3 0,0 1-2,-1-3 0,-1-1-6,2 24 317,-3-14-277,-2-16 181,-2-16-188,-2-16 7,-4-15 16,-5-16-6,-5-17-3,6 21 1,1-2-160,0-4 0,0-1 182,0-2 0,2-1 22,0 1 1,1 0-1511,2-5 1,1 2 1490,0-13-23,4 24 1,3 2 22,6-1 28,9-3-68,5 8-22,8 8 12,6 9-29,7 6-16,6 14 358,2 11-361,-26-4 0,-1 3-57,0 3 1,-2 4-118,-1 2 0,-2 3-381,-1 2 1,-2 1-1219,-1 2 0,-3 1 1798,-1 1 0,-2-2 0,1 6 0,-4-9 0</inkml:trace>
  <inkml:trace contextRef="#ctx0" brushRef="#br1" timeOffset="465385">16438 14607 18509,'-4'-3'4420,"1"1"-3916,3 2-325,-3-76-123,20 40-499,-8-12 1,5 1 62,36 11-284,-22 20 0,1 1-1974,2 1 0,0 0 2638,22-7 0,-20 9 0,-15 7 0</inkml:trace>
  <inkml:trace contextRef="#ctx0" brushRef="#br1" timeOffset="465585">17071 14328 18800,'3'3'4655,"-2"0"-3591,-1-3-1243,0 70-78,0-41-1424,1 24 1,1 3 617,5-10 0,-2-4 0,0-16 0</inkml:trace>
  <inkml:trace contextRef="#ctx0" brushRef="#br1" timeOffset="466276">17409 14057 24631,'8'34'264,"0"9"-236,0-8-28,-3 11 0,-2-3 5,-9 0 34,0-16-5,-2-7 95,-2-15-3415,-4-16 3331,2 3 45,-9-19 28,0-15-79,5 6 14,4 6 0,3-1 76,-1-11 0,2-10 67,6 0-129,9 13-44,1 6 38,24 1-44,-10 16-9,6 1 1,5 2-37,22 6 28,-1 2 0,3 21-6,-33 1 3393,8 20-3387,-18 12 0,-3-7 0,-12-7 0,-5 0 5,-6 1-5,-5 5 17,-2-16 17,-1-13 16,0-3 12,-2-12 33,7-7-62,5-3 29,2-6-45,5 4 56,0-8-62,3 10-22,10-8 11,-1 12 11,18-7 11,4 5-11,31 0-16,-16 5-32,-4 4 1,-1 4-26,-1 12 34,6 2-89,-26 28-18,-24-4-89,-11 21-224,-17-8-79,12-28 1,-2-1-2185,-25 15-1053,10-14 3764,2-10 0,23-12 0,2-1 0</inkml:trace>
  <inkml:trace contextRef="#ctx0" brushRef="#br1" timeOffset="466492">18284 13970 20263,'0'8'3797,"0"-2"-3394,0-6-319,0 0-330,-27 61-3098,18-27 661,-6 2 1,2-2 2682,11-7 0,2-21 0,0 0 0</inkml:trace>
  <inkml:trace contextRef="#ctx0" brushRef="#br1" timeOffset="466752">18648 13513 25203,'-53'19'386,"-1"1"1,4 2-1,8 5-324,13 26-15,15-8 1,3 2-728,7-14 0,2 1 671,2 13 1,4 0-43,4-12 1,5-3 81,4-4 1,4-4-956,32 11-73,-20-24 0,2-3-1843,25-4 2840,-23-7 0,-4-2 0,-6-1 0,0-1 0</inkml:trace>
  <inkml:trace contextRef="#ctx0" brushRef="#br1" timeOffset="467400">19232 13355 19081,'-3'-1'4374,"0"-1"-3192,3 2-1115,31-63-16,-3 37-35,-1-12 1,3 3 17,13 20-23,-2 6 6,-8 7 16,-9 8 29,-9 7 117,-7 17-89,-5-6 61,-2 18-10,4 3-113,-1-7 5,12 18 1,6-14-274,-5-15 0,3 1 248,4 1 0,2 0-11,3 0 1,1 1-1614,3 7 1,-1-1 1606,-11-12 1,-2 1-23,1 9 0,-8-1-149,-20 10-598,-15 7-3843,-23-6 4082,-3-13 1,14-14 0,14-9 0</inkml:trace>
  <inkml:trace contextRef="#ctx0" brushRef="#br1" timeOffset="478023">13640 14817 6731,'-1'-8'3327,"1"1"-2667,0 7 2975,0 0-2727,-9-25-331,7 17-280,-6-19-258,8 25 67,0 2 18,2 3-29,-2-2 235,3 3 169,-3-4 1534,1 0-1999,0 1 33,0 0 51,1 1 27,-1 1 46,1 0 27,0 3 28,2 2-5,0 1 5,0 2 124,2 4-275,-2-4 112,3 5-16,-2-3-23,2 4-11,1 2-33,2 1-18,1 3-5,3 0-17,2 2-11,0-2-17,2 1-6,0 0 23,1-2 11,-2-2 17,0-1-6,-2-1-11,-2-2-45,0-1 51,2 4-51,-5-6 34,5 6-17,-6-7-6,3 2-5,-1-1 0,-2-2-17,-1-2 0,-1-2 16,-1 0 7,0-2 16,0-1 6,-2 0-12,1-1 7,-1 1-1,-1 1-22,1 1 11,0 1-45,-1-3 95,0 0 90,-1-4 219,-2 0-331,3-3-12,-1-3-27,3-3-39,-1 1 22,1 0-23,-1-3 7,0 2 4,1-5 29,0 2 0,-2 1-28,0-5 22,-1 4 51,-2-10-74,1 6 1,-1-14-17,0 16 18,-2-13 4,-1 9-11,-1-5 17,0-2-11,2-7-23,1 10 12,1-12 0,0 14-1,0-5 1,0 3 22,0 2 22,-1-3-33,1 8 22,-1-3-5,0 8-17,0-2-12,0-2 1,1 0-6,0 0-11,0-3 22,0 7 22,0-5 1,1 4 0,0 1-23,-1 0-17,0 3 6,1 3 6,-1-1-23,1 3-5,-1 1 50,3 4-28,0 5 5,2 7 1,-2 14-34,-1-7 22,-1 13 6,0-11 6,-1 17-6,1-5 5,0 9 29,-1-9-34,0 0-28,0-10 34,0 3-23,0-8 17,0 7 11,0 6-45,1-5 23,-1-2-6,-1-4 34,1-7-11,-2 7-17,2-8 11,-1-1-17,1-9 17,0-1 11,-1 0 0,1-2 0,-2 4 1,1-2-1,-2 1-11,1-2 11,-2 0-5,3-2 27,-1 0-16,0 0 0,-1-3-12,-1 0 12,0-3 0,-1-2-11,0 2 22,-3-4 0,2 2-17,-2-1-17,-5-8 34,5 4-17,-5-6 29,3 0-29,0 2 11,-3-5 6,2 4-17,-5-10-11,5 8 23,-2-4 16,-3-3-11,4 8-6,-3-4 6,2 2 0,1 4 6,-5-9 0,3 5-18,3 2-27,2 5 39,2-1-5,0 1-7,0-1 12,2 2 0,0 2-22,1 3 39,-1-2-40,3 5-16,0-1 0,1 4 39,1 0-17,-2 1-11,0-1 11,0 0-11,-1-1-11,1 0 34,-1 0-18,2 0-10,-1 0 5,1 1 11,-1 1 6,2 0-17,-3 0 0,0 0 16,-1 0-21,1 0 22,2 0-1,1-2-4,0-2-7,-1-2 29,-1 0-29,-1 1 1,1 1 11,0 2-12,1 0 1,1 1-6,-1 0 22,1-1-10,-3-2 21,0-2-5,-1-2-17,0 0 17,-1 1-16,2 3-1,1 2-56,1 2 23,2 6-62,2 1-230,6 6-924,6-2 1238,8 1 0,-10-5 0,1-1 0</inkml:trace>
  <inkml:trace contextRef="#ctx0" brushRef="#br1" timeOffset="481913">12985 16044 12388,'-5'-4'3551,"2"1"-1782,3 3-721,-64-22-432,34 26-386,-12-8 0,3 5-29,14 24 113,-3 25-236,17-22 1,1 5-63,-3 25 1,2 6-1479,4-3 0,2 1 1402,3-11 0,1 3 0,3-2-54,2-6 0,2-1 1,1-1-16,3 9 0,1-1-105,1-10 1,2 0 0,0-1-283,6 8 1,0 0-40,-4-9 0,1 2 0,-1-1-343,1 1 0,0 1 0,-3-3 612,1 4 0,-3-3 345,0-5 0,-9-6 1295,-27-6-290,-21-36-661,0 0-68,15-7 1,2-6 521,-4-22-487,3-4-99,17 16 1,5-4-48,5-6 0,4-1 139,3-1 0,3-2-313,4-8 1,4 2-15,4 9 0,1 4-13,-3 9 0,1 1 13,6-4 1,2 1 101,-4 8 0,1 1-122,5-5 1,2 0-3,5 0 0,0 1-6,-7 8 1,-1 2-42,3 1 0,-3 3 22,3 3 273,4 19-189,-17 14 807,4 16-846,-11 5 618,-5 0-629,-1-7-7,1-10 127,2-10 25,2-8 45,4-11-6,2-10 28,2-12 118,-1-10 190,-4-5 123,-6-4-49,-10 1-90,-11 7-113,-12 9-44,-15 12-281,12 9 46,-9 10-85,21 2-44,0 4-51,9 0-62,5 3-497,10 11 72,0-5-2840,13 16 3372,2-7 0,-6-8 0,0-2 0</inkml:trace>
  <inkml:trace contextRef="#ctx0" brushRef="#br1" timeOffset="482257">13592 16223 15272,'-3'-3'5629,"1"1"-3864,2 2-1692,4 4-79,8 5 23,16 17-56,8 13-1,-14-11 1,0 2-270,-1 5 1,-2 2 266,-2 1 0,-2 0 31,6 21 89,-9-6 247,-18-30-151,0-7 542,-20-36-217,10-15-287,6-4 1,1-3-134,2-16-1447,11 5 0,3 1 1374,2 8-1180,9-2 1,4 1 1050,0 12-283,1 5 0,1 1-2047,8 7 2453,7 3 0,-18 10 0,-5 6 0</inkml:trace>
  <inkml:trace contextRef="#ctx0" brushRef="#br1" timeOffset="483321">14482 15959 7638,'-3'-2'3159,"1"0"4991,2 2-7153,-12-43-174,8 23-67,-9-33-78,9 36-118,2 5-207,-2 4-224,2 5-34,0 9 129,-2 24-129,2-2 0,0 4 0,-1 3-45,2-4 1,0 2-29,1 23 1,2 1-638,-1-17 0,2 1 612,3 16 0,5-2 0,1-21 0,3-4-244,5 5 1,5-2 22,4-8 0,4-4-485,4-6 1,4-6-1662,4-5 1,1-5 2369,9-5 0,-4-3 0,8-1 0,-8-5 0</inkml:trace>
  <inkml:trace contextRef="#ctx0" brushRef="#br1" timeOffset="484440">15471 15950 17288,'-15'-46'1105,"1"0"0,1 5 1,2 7 181,4 15-1051,3 9 81,6 10-267,9 11 111,7 14-133,3 1-16,6 19-29,-3 1 14,-10-17 0,0 3-6,1 5 1,-2-1 31,6 19 16,-6-10 587,-9-25-267,-3-15-102,-7-11 320,-9-40-347,3-4-169,4 17 1,1 0 44,3-16 74,6 2-68,6 1-17,14-13-61,11 16-28,6 11-23,5 17-29,-2 16-262,17 17-296,-6 9-764,-19-5 1,-2 1-1316,11 15 2683,-11-10 0,-4-1 0,-6-7 0,9 9 0</inkml:trace>
  <inkml:trace contextRef="#ctx0" brushRef="#br1" timeOffset="484921">17045 15373 17132,'-2'-4'4223,"1"0"-2638,1 4-739,-9-60-583,4 45-185,-9-38-10,3 71-29,1 4 22,-7 26-36,8-14 1,1 2-24,1 1 1,1 1-9,-1 7 1,3-1 0,11 16 5,0-21-6,17-11 28,12-19 6,4-12 6,9-13 33,-9-29 17,-12-3 56,-19 6 0,-5 0-39,-5-4-20,-8 11 0,-6 4 31,-14 7-33,-14 1-40,6 12 46,-20 16-85,29 2 0,-20 22-74,35-8-122,2 15-263,20-5-667,14 1-1730,17-4 2856,18-3 0,-24-13 0,0-4 0</inkml:trace>
  <inkml:trace contextRef="#ctx0" brushRef="#br1" timeOffset="485273">17551 15086 19546,'-4'-5'3831,"1"1"-2991,3 4-678,-62 26-83,45 11-415,-15-3 0,3 4 339,30 3 0,9 5-18,0-2 0,2 4 0,1-1-39,3-2 0,0 0 0,2 1-576,0 0 0,0 1 1,2 0 300,5 2 1,1 1-1,0-2-403,-3-6 0,0-1 0,1 2-332,3 9 0,2 3 0,-3 0-458,-4 0 1,-1 0-1,-4-1-198,-4-1 1,-2-1-1,-5-1 979,-6-5 1,-3-1 0,-4-3 2641,-9 10 1,-8-9 362,-5-13 1,-4-12-820,-3-16 0,-1-11-596,-1-12 0,3-9-435,0-14 1,5-4-143,5 6 0,4-4 86,6-3 1,1-6-1,4 3-182,2-4 1,4-1-121,0 5 0,2-4 0,2 4-37,5-9 1,5 5-65,3 2 1,3 2 136,3 3 1,2 3-2202,3 1 0,1 1 2109,-3 7 0,0 3 0,7-10 0,-13 21 0</inkml:trace>
  <inkml:trace contextRef="#ctx0" brushRef="#br1" timeOffset="487136">18711 14835 11911,'0'-5'6537,"0"1"-5635,0 4-297,-36 14-4588,10 3 4056,-20 6-1252,2 12 1251,21-17 96,-26 16 68,12-13 240,-16 5-191,13-11-89,5-3-140,21-9 2268,8-1-2301,5 0 3403,2 1-3303,7 12 17,2 8-72,5 6 105,2 17 18,0 3-60,-4-7 1,1 4-412,-2-5 1,0 1 329,3 8 1,0-1-9,-1-12 0,0-3-8,8 16 78,23-7-79,-7-28-50,10 0-1901,-9-24 0,0-7 1122,1-2-156,-5-2 0,0-4 529,-8-2 1,-5 1-1,0 1 1,9-12 0</inkml:trace>
  <inkml:trace contextRef="#ctx0" brushRef="#br1" timeOffset="490467">19396 14870 18936,'-9'2'761,"6"10"-414,23 36-190,-2-1-28,0 14-67,-9-22 83,-1 3 79,-6-15 403,0 3 6,-2-13-83,-1-7-226,-3-13-184,-2-2 84,-5-14-22,-4-13-107,-2-7-5,-5-15-455,3 1 437,4 9-106,0-11 157,7 10-33,1-10-29,3 5-16,10 1-39,-1 18 10,17-5-27,1 22 11,12-2 11,2 10-27,12 16 4,-6 10 1,4 20 0,-19 8 2,-17-14 1,-3 3 21,-5-4 1,-1-1-20,-4 31-25,-12-6 65,-3-19 61,-11 2-28,5-19-27,-1-18-7,10-16 437,5-2-426,4-24-32,5 21 191,6-21-203,6 21 22,8-1-22,-1 6 12,34-1-12,-23 9-3,2 1 0,2 1-14,8 3 12,9 6-7,-13 2 7,-1 11-18,-21 7 7,-9 26-46,-21-1-280,-1-18 1,-2-1 179,-14 9-555,-11 2-3708,2-17 4425,2-9 0,11-7 0,15-13 0</inkml:trace>
  <inkml:trace contextRef="#ctx0" brushRef="#br1" timeOffset="490684">20205 14739 24469,'39'35'-194,"0"-1"0,-5 0 0,-9 0-3481,-21 15 3675,-9-5 0,1-14 0,-1-14 0</inkml:trace>
  <inkml:trace contextRef="#ctx0" brushRef="#br1" timeOffset="491685">20807 14380 23528,'19'-42'387,"4"20"-320,9 72-48,-17-21 1,-1 1-12,-2 4 1,-1 0-318,-3 2 1,-1 0 325,-2 0 0,-2-2-14,-3-1 0,-1-2 253,-6 20-166,-5-18 102,-1-16-136,0-21-28,0-17-6,-2-19-11,-2-14 3,7 23 0,-1-2-9,-1-1 1,-1 0 19,-1-2 1,0 1 27,-1 0 0,1 1 11,1 4 1,2 0 24,-6-19-21,11 10-40,15 8 0,13 4-12,15 5-10,11 4 5,9 8-22,-25 8 0,0 1 11,21 6-56,-11 6 0,-1 4-250,13 14 104,-17-6 1,-1 4-242,-13-3 1,-3 3-303,-5 1 0,-3 2-2527,1 30 3272,-16 3 0,0-29 0,-5-6 0</inkml:trace>
  <inkml:trace contextRef="#ctx0" brushRef="#br1" timeOffset="491886">20951 14525 16706,'-2'-5'4509,"1"2"-4403,8-28 0,7-6-22,10 5-572,-2-12 1,4 1 78,24 7-428,-23 18 0,0-1-2855,2 0 1,-2 1 3691,20-13 0,-20 12 0,-12 10 0</inkml:trace>
  <inkml:trace contextRef="#ctx0" brushRef="#br1" timeOffset="492551">21383 13899 22470,'20'-43'295,"0"-1"0,0 1 1,-3-6-1,3 7-214,11 12 1,0 8-21,-8 8 18,10-1-23,-12 12-6,1 6-5,-2 14-6,-4 5-5,2 7-17,-7-9 33,4 4 28,-1-2-22,5 9 28,10 18-56,-1 0-469,1 2 452,-11-21 0,1 0 3,5 6 0,1 0-14,-5-6 0,0 2-19,1 4 1,1 4-1,-4-3-12,-6-2 1,-3-1 7,5 9 1,-3-1-43,-7-5 1,-5-3-350,-12 18-2947,-2-19 1,-4-1 3360,-14 9 0,2-11 0,16-22 0</inkml:trace>
  <inkml:trace contextRef="#ctx0" brushRef="#br1" timeOffset="506172">17648 9068 6798,'-5'2'2414,"1"0"4061,4-2-5831,-20-26-112,14 18-95,-16-20-73,18 24-23,1 2-453,1 1 123,2 1 113,1 4-29,5 4-34,2 6 1,6 4 11,7 13-51,-6-8 45,10 19 6,-8-7-17,3 14 11,-4 2-5,-2-3-6,-4-4 28,-3-12 6,-1-9 174,-3-9 413,0-7 152,-3-7-661,0-8-95,-2-2 50,-3-13-28,-2-5-33,-4-13-23,3 11 0,0-2 6,-6-26-327,2 1 310,2 4-28,5 13 12,0-4 32,0 9 57,2 11 6,1 11-96,1 6-179,0 5 35,1 1 211,14 21-67,-5-8-16,17 26 10,-6-10-27,8 7-17,6 5-45,-3-9-118,4 1 23,-12-14-342,0 2-319,-8-6-2627,4 4-1176,-7-6 4643,-2-2 0,-8-6 0,0-3 0</inkml:trace>
  <inkml:trace contextRef="#ctx0" brushRef="#br1" timeOffset="506415">17811 9288 9766,'0'-4'5164,"-1"1"-2425,1 3-2666,-1-38-34,2 23-106,3-31-224,5 31-28,1 2-908,8-4-1271,-1 2-5142,10 0 6792,-11 6 0,-2 5 0,-12 3 0</inkml:trace>
  <inkml:trace contextRef="#ctx0" brushRef="#br1" timeOffset="506790">18061 9203 19143,'0'-18'257,"1"9"-133,1 28-91,-1-2-5,3 13-190,1 4-34,-1-4-796,4 15-5259,-3-13 6251,1 4 0,-3-14 0,-2-9 0</inkml:trace>
  <inkml:trace contextRef="#ctx0" brushRef="#br1" timeOffset="519755">17560 3569 9274,'6'-20'767,"-2"3"-1378,-4 17 3137,0 0-1478,0-2 178,0-1-123,0 0 102,0 1-611,0 1-477,0 4-27,1 1 117,2 16-157,-1-8 23,2 17-28,-1-6-28,-1 7-112,0 9-337,-1-4-77,-1-3-2247,-2 0 2756,-1-7 0,1-7 0,-1-3 0</inkml:trace>
  <inkml:trace contextRef="#ctx0" brushRef="#br1" timeOffset="520198">17800 3199 7738,'0'-5'1536,"0"2"4888,0 3-5198,-1-61-744,0 45 554,-9-46-896,3 61 67,-9 4-60,4 4-24,-4 7-62,4 0 191,-4 19-5,4 3-34,0 21-73,6-5-84,5-10 179,13 14-179,-4-32 61,16 20 57,-5-30 33,8-3-11,3-8-140,-4-8-101,9-11-1332,7-18 1377,7-6 0,-14 9 0,-12 10 0</inkml:trace>
  <inkml:trace contextRef="#ctx0" brushRef="#br1" timeOffset="536157">22641 13117 16930,'-35'-32'1641,"1"12"-1384,11 35-54,-7 9-91,-3 8-45,1 4-50,8-1-45,10 0 33,10-7 40,11-6 17,10-10 27,11-5 7,7-8 16,4-8 0,10-6-84,-17 1 11,6-1-50,-23 10 72,0 1 62,-9 9 34,-4 10-106,-4-1 10,-3 14-22,-5-4 12,-7 19-23,0 0-3364,-2 9 3358,7-17 23,1 2-11,7-16-6,1 1 128,13-10-83,-2-7 39,16-9-45,0-6 3364,9-8-3403,3 0-11,-3 3 56,-4 10 28,-14 13-45,-5 6 56,-14 19-39,-7 2-40,-5 13 23,-1 11-22,6-9-17,4-3 22,10-10-11,5-12-11,6 1-1,6-8-245,11-10-236,-7-8-4710,18-16 5175,-17-2 0,-3 3 0,-9 4 0</inkml:trace>
  <inkml:trace contextRef="#ctx0" brushRef="#br1" timeOffset="537817">15728 17288 14992,'-21'-46'1622,"0"1"1,2 3 0,0 10-1103,-2 20-290,2 9-101,-5 25-90,8-2-6,-7 36-33,8 2-296,5-18 0,1 3 262,2 0 1,1 1-79,3 6 0,3-2-17,3 14-120,5-25 0,5-4-1169,18-1-2290,15 1 3708,10-10 0,-23-12 0,-4-6 0</inkml:trace>
  <inkml:trace contextRef="#ctx0" brushRef="#br1" timeOffset="538631">16014 17025 13110,'-15'-56'1542,"1"0"1,0 5-1,2 6-573,1 2 941,2 10-1625,4 15-223,2 8-40,2 10 390,2 11-368,4 13-47,0 5 1,2 5-24,3 14 1,0 3-1498,0-7 1,-1 1 1519,1 5 0,0 0-11,-2-9 0,0-2 60,0 1 1,0 0-59,4 13 1,1-2 5,-5-19 1,1-2-1,10 30-5,-10-40 84,-1-5 45,-3-12-6,-3-16 23,1-27-40,1-8 3219,1-5-3179,2 1-12,1 21 370,3-3-448,0 13-17,-1 8-12,3 6-4,3 3-12,10 7-6,-7 3-16,24 16-6,-12 3-23,18 14-10,-15-11-79,8 4-56,-4-13 151,-7-5 50,0-11 46,-23-15-12,-1-4 56,-7-16 0,-2 1 17,1-17-95,1 15-6,7-7 6,-2 29-11,7-4 16,-1 14-22,-1 5 0,1 2-5,0 6 21,-2-4-10,4 0 0,2-5-1,3-6 29,5-13-12,-5-5 29,1-11-7,-12 7 63,-3-9 66,-9 1-16,-4-2 17,-8 1 50,-3 13-95,4 9 218,-7 3-258,13 7 18,-9 3-74,12 8-21,-1 9-12,5 1-6,1 22 0,5-6-16,4 16-84,8-8-1238,15 5-6879,16-7 8223,-2-10 0,-9-13 0,-21-15 0</inkml:trace>
  <inkml:trace contextRef="#ctx0" brushRef="#br1" timeOffset="538902">17156 16794 22642,'-45'17'313,"0"0"1,2 3 0,10 6-275,14 32-44,8-6-7,11 1 18,10-11-34,8 8 0,3-15-353,25 2-369,-7-22 97,-9-5 0,2-4-539,25-14-2858,-26-3 0,-1-3 1715,18-16 2335,-14-6 0,-4-1 0,-8 12 0,11-24 0</inkml:trace>
  <inkml:trace contextRef="#ctx0" brushRef="#br1" timeOffset="539189">17303 16519 16443,'-3'-4'5758,"0"1"-3395,3 3-2296,-19-41-16,18 46 5,-12-19-56,24 63 0,-4-18 0,0 1 0,6 21-138,-2-7 1,0 1-560,-2-12 1,0-1-405,5 13 1,2 0-1258,-2-15 0,2-3-2549,19 11 4099,-3-18 0,-11-13 1,-9-7-1</inkml:trace>
  <inkml:trace contextRef="#ctx0" brushRef="#br1" timeOffset="539457">17671 16673 10651,'-1'-7'8009,"0"1"-6597,1 6 279,0 0-1545,-63-16 185,28 37-236,-5-18 1,3 4 161,9 49-38,16-11-63,11-3-10,11-11-23,10-13 0,7-4-50,5-5-11,5-5-29,5-4-145,2-6-229,4-5-1805,9-10-2770,-25 7 1,0 0 3284,16-8 1,-13 5 0,-25 11-1</inkml:trace>
  <inkml:trace contextRef="#ctx0" brushRef="#br1" timeOffset="540382">14017 18197 7509,'-6'-10'6766,"2"2"-3898,4 8-1423,0 0-1283,-25-42 29,24 49-135,-15-19-106,34 67-1,-7-23 1,1 0-85,3 2 0,0-1-134,2-2 1,1-2-1015,19 20-7175,11-9 8458,-14-19 0,-4-8 0,-19-11 0</inkml:trace>
  <inkml:trace contextRef="#ctx0" brushRef="#br1" timeOffset="540727">14130 17865 16415,'-39'14'177,"1"0"0,2 2 1,13 2-139,32 11 6,8 6 39,14-2-34,-9-13 297,13-3-117,-23-14 358,5-4-101,-14-9-44,-3-14-157,-8-5 22,-7-9-140,1 13 134,-7 0-117,5 9-79,-4 3-313,4 5-185,6 9 90,4 3-813,11 9-1517,8 3-7199,20 7 9731,-11-8 1,3-3 0,-20-10 0</inkml:trace>
  <inkml:trace contextRef="#ctx0" brushRef="#br1" timeOffset="541113">14553 17564 12830,'-6'0'4436,"1"0"-2935,5 0-526,-71 36-829,50-17-68,-18 10 0,6 5 40,35 13-101,5-13 0,3 3-628,4 6 1,5 4 382,2 0 0,4 4 1,1 0-862,-2-2 1,2 1-1,1 1 346,-2-4 1,1 1 0,0 0 0,0-2-614,3 6 1,0-3 0,-2-2 73,6 8 1,-2-4 328,0 0 1,-2-3 1966,-5-8 0,-2-2 165,-3-2 0,-1-1-248,-2-3 0,-6-4 105,-17-7 2162,-17-23-2687,-4-8 186,-3-19 0,1-8-266,-1-10-26,1-3 0,4-4-125,15 18 0,5 0-34,-1-16 1,4 0-316,3 20 0,3-1 147,6-19 0,4 0-120,-1 21 1,1-1-685,12-20 0,2-1-234,-10 21 0,0 2 960,13-16 0,-3 5 0,-10 16 0,7-10 0</inkml:trace>
  <inkml:trace contextRef="#ctx0" brushRef="#br1" timeOffset="541402">14890 17198 17048,'-5'-3'2767,"1"2"-196,4 1-2269,-43 66-134,35-7-566,-1-13 0,-2 7 0,7-1 417,13 5 1,6 0-13,-2-10 1,1 0-1,3 1-28,2 0 1,2 1 0,1-4-17,9 11 1,1-3 13,-1-2 1,3-6-90,4-15 0,2-9-157,-3-11 0,3-7-715,3-5 0,4-4 1,-3-1-1328,4-3 0,-2-3 2311,-5-2 0,1-3 0,-7 3 0,-2-4 0,-1 1 0</inkml:trace>
  <inkml:trace contextRef="#ctx0" brushRef="#br1" timeOffset="543512">18133 16315 18891,'-39'-50'1249,"8"13"-734,16 65-375,7-6-23,-2 12 1,0 4-73,2 19-367,2-15 1,2 2 304,4-9 1,4-2-15,11 25-70,14-15-100,12-14-158,11-13-251,6-9-438,4-12 79,-3-9 745,-13-4 249,-19-2 1,-2-3 433,-3-10 135,3-17 45,-24 12-1,-8 5-95,-5 7 398,-1 7-583,3 7-82,3 7-254,4 2-22,4 5 0,7 2 0,8-1 0,9 1 22,7-6-22,3-7 23,-2-6 22,-5-5 33,-8-2 174,-7-7-134,-7 9 280,-3-8 162,-3 12 6,0-4-57,-1 5-117,0 4-129,-1 5-162,2 4-28,0 10-56,3 2 11,5 21-11,5 12-20,-4-11 0,1 4-598,1 7 1,0 3 516,1 6 0,0 2-289,2 4 1,-1 1-625,1-1 0,2-1-1470,1-6 0,1-4 2467,-1-10 0,-1-5 0,6 3 0,-9-20 0</inkml:trace>
  <inkml:trace contextRef="#ctx0" brushRef="#br1" timeOffset="544184">19024 15927 17199,'-4'-4'4581,"0"1"-2850,4 3-1630,-60 44-45,43-5-355,-15 1 0,4 2 302,25-8 0,7-1-15,0 1 1,2-1-55,11 28-24,8-9-78,6-10-190,4-12-348,4-13-319,2-14 229,2-17 528,-1-14 256,-4-12 113,-6-3 174,-8 1 178,-8 9 152,-7 9 462,-6 11-580,-4 8 108,-2 10-287,-3 5-106,0 8-112,2 3-46,4-1-16,7-3 23,6-7-6,8-6-1,6-11 46,16-15-62,-12 0 34,13-19 16,-20 5 0,-2-13 18,-9-7 32,-11-5-264,-6 28 1,-3 0 286,-2 0 0,-2 0 42,-2 3 1,-2 0 152,-16-20-32,0 11-62,3 10-45,5 10-56,8 9-95,6 5-45,4 4 434,4 8-439,9 18 1,0-4-7,14 22-28,2-10-101,9 12-341,5 5-275,-17-25 1,0 0-452,2 0 1,1-3-530,15 11-2378,-5-19 0,2-4 4103,8-4 0,5-1 0,-29-5 0</inkml:trace>
  <inkml:trace contextRef="#ctx0" brushRef="#br1" timeOffset="544527">19906 15884 25079,'-32'-30'213,"7"7"-174,30 23 17,4 0-21,5-3 4,7-7-6,1-8-10,1-8 22,-2-7 33,-7-2 6,-6 0 22,-10 4 18,-8 7 27,-9 7 84,-11 12-67,0 12-90,1 5 51,2 12-39,9-1-23,0 10-45,7 3-27,8 1-6,11 3-62,11 1-241,12 0-688,11-5-1631,10-7 656,-21-19 0,2-3 1977,9-3 0,-3-1 0,7-2 0,0-3 0</inkml:trace>
  <inkml:trace contextRef="#ctx0" brushRef="#br1" timeOffset="544761">20410 15406 21198,'-22'-44'1607,"0"-1"1,0 6 0,0 7-1351,0 16 85,-2 12-146,12 16-56,1 12-28,5 16 0,8 16-76,2-21 1,3 2-324,3 4 0,3 2 304,5 2 0,3 0-413,4 1 1,6-2 367,-1-12 0,6 0 0,0-3-1086,15 6 1,2-5 1012,0-1 1,2-5-407,-1-10 0,-1-4-1765,-11-6 0,-1-2 2272,3-2 0,-3-1 0,10-2 0,-25-2 0</inkml:trace>
  <inkml:trace contextRef="#ctx0" brushRef="#br1" timeOffset="546602">21150 15372 22554,'-20'-28'47,"0"0"1,-5-4-20,51 71-6,2 11-38,-1 3 27,-1 1-6,-5-7 18,-4-6 55,-8-9 135,-9-9-39,-8-10-107,-3-8 39,-6-13-16,0-8-17,-4-13-1,-4-8 1,-1-8 0,-1-5 5,5-5 12,9 0 0,7 2 2,14 21 0,3 1-47,11-12-67,19-4 39,0 25 16,5 8-22,5 7 1,1 10-18,-4 11 23,-10 12-17,-12 28 0,-13-14 8,-10-7 1,-3 1-15,-8 10 17,-4 5 45,-4-12 6,0-13 33,-1-12 11,0-11-22,1-10-16,3-6-29,6-5-11,4-3-6,11-1 6,5 0-17,9 4-11,7 1 0,8 4-5,9 4 10,9 5-251,4 5 235,-2 9 22,-10 8-3303,-16 22 3298,-19-8-126,-22 23 92,-19-11-73,8-16 0,-3 1-574,-2-1 0,-2-2 675,-1-2 0,0-3 0,-4 3 0,7-9 0</inkml:trace>
  <inkml:trace contextRef="#ctx0" brushRef="#br1" timeOffset="551432">22170 15367 19848,'8'26'857,"8"6"-919,7-7-1293,5 13 1355,-2 10 0,-13-20 0,-3-1 0</inkml:trace>
  <inkml:trace contextRef="#ctx0" brushRef="#br1" timeOffset="552088">22796 14996 15720,'-7'-3'4879,"1"1"-4277,-26-17 0,-5-4 166,12 7-575,-13-8 0,3 2-75,27 15-46,9 11 24,10 9-18,8 13-16,6 10-32,-2-3 1,1-1-20,7 8-8,-9-12 0,2-3-9,14-4 18,4-8 10,13-2 12,-6-13 190,-10-13-118,-18-1 73,-10-20-39,-19-4 6,-3-17-48,1 25 0,-1 0-112,1 0 1,-1 0 226,-9-23-73,5 12-79,5 13-50,6 12-55,3 10-130,5 3-492,9 5-1211,11-1-5025,16 5 6054,-1 0 0,-12 0 0,-11 0 0</inkml:trace>
  <inkml:trace contextRef="#ctx0" brushRef="#br1" timeOffset="552289">23565 14675 15588,'19'59'-303,"-1"0"1,0-3 0,-4-3-1379,-8-18 1,-1-2 1680,1 26 0,-4-21 0,-2-17 0</inkml:trace>
  <inkml:trace contextRef="#ctx0" brushRef="#br1" timeOffset="556831">24365 13988 19350,'-27'-19'873,"0"0"1,-20-4-493,23 37 67,-13 24-634,10-8 273,6-2 0,0 1 47,-7 18-78,12-17 0,1 3-39,2 5 0,2 0-6,0 24 64,10-6-69,14-15 5,10-16-11,14-1-6,10-10-72,-12-17 0,0-4-118,16-5-390,-12-5 1,-1-4-2031,-10 2 1,-2-1 2615,4-2 0,-2 0 0,9-7 0,-17 13 0</inkml:trace>
  <inkml:trace contextRef="#ctx0" brushRef="#br1" timeOffset="557213">24720 13506 22330,'-46'-15'685,"1"-1"0,4 0 0,10 6-584,25 10-6,3 0-45,3 0 46,11 4-29,5 3 0,16 6-33,-1 0 38,23 9-52,-25-11 0,3 1-555,23 9 0,3 2 538,-7-1 0,-1 1-7,-10-5 0,1 2 0,-4 1-30,4 8 1,-6 1-23,-8-6 0,-5 3-422,-4 8 0,-10 5-3869,-18 9 1,-8 1 4346,5-3 0,-2-2 0,-5-2 0,0-6 0,-2-4 0</inkml:trace>
  <inkml:trace contextRef="#ctx0" brushRef="#br1" timeOffset="573676">25861 13205 6686,'-2'-7'3282,"1"1"-840,1 6 1356,0 0-3104,-43-22-184,22 17-102,-34-11-122,32 23-112,0 8-96,3 4-33,2 2-23,7 1-27,4-1 10,7-4 23,7-4-5,5-5 16,7-5-17,6-6-22,5-5-28,8-7 6,2-1-1,2 2-16,-4 4 17,-9 4 27,-11 6 12,-10 9 17,-12 7-12,-6 8 12,-13 15-23,5-10 23,-9 12 5,12-14-17,0 5-11,7-6 1,5-5-1,9-6 39,7-6 17,10-6 1,6-5 5,5-3-6,0-5-22,-3 1-28,-4 3 11,-6 3 11,-5 9 17,-8 6 39,-4 11-11,-7 11-5,-6 9-12,-8 8 0,-3 6-118,9-27 1,0 0 341,-8 29 79,7-5-6,7-12-6,14-16-56,11-14-94,13-12-74,9-10-78,4-7-252,3-8-2964,1-5 3160,-10 2 0,-15 10 0,-12 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5:44:39.46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1789 2301 15900,'0'-4'8037,"0"0"-6749,0 4-1131,5-58-84,-4 49 56,4-31-11,-6 75-40,-4 19-78,0-21 0,0 2-356,-2 4 1,0 1 251,-2 5 0,0 0-288,0 3 0,1 1-880,1-2 1,1-1 1271,1-2 0,2-3 0,0 4 0,3-15 0</inkml:trace>
  <inkml:trace contextRef="#ctx0" brushRef="#br0" timeOffset="224">1522 2262 11488,'-9'0'6066,"1"0"-2922,8 0-2410,0 0-1,-3-21-767,38 11-179,16-17-598,-3 20 0,4 4-822,3-3 0,2 2 1633,4 0 0,-3 1 0,-23 1 0,-4 0 0,23 2 0</inkml:trace>
  <inkml:trace contextRef="#ctx0" brushRef="#br0" timeOffset="441">1497 2988 23701,'45'-21'-215,"0"0"0,-1 0 1,1 0-1,12-5 0,-2 0 1,-3 3-859,0 2 0,-2 1-3843,5-2 1,-3 2 3365,-18 6 0,-3 2 1,21-8-1,-45 17 1</inkml:trace>
  <inkml:trace contextRef="#ctx0" brushRef="#br0" timeOffset="793">2229 2585 14801,'0'-4'8761,"0"1"-7423,0 3-1254,9-40 23,-4 43-23,6-20-23,-8 59-28,-4-10 1,-1 2-28,-1 14-6,-1-13 0,-2-1 6,-1 3 10,1 1 271,1-18 26,7-26-246,1-5 1,5-18 83,7-11-25,-1 7 0,1-1-45,3 0 0,-1 0-42,0 0 1,2 1 32,4 3 1,1 3 17,17-3-62,7 1-56,-2 24 28,2 26-12,-22-2 1,-2 4-95,1 2 0,-2 3-289,-2 4 0,-4 1-1260,-6-2 0,-1-2 1655,4 23 0,-7-20 0,-3-15 0</inkml:trace>
  <inkml:trace contextRef="#ctx0" brushRef="#br0" timeOffset="1458">3162 2535 16863,'-11'-57'2722,"1"1"0,0 6 0,0 7-2167,-3 6-281,3 16-223,6 13-18,5 14-16,3 5 28,12 36-34,1 3-373,-4-10 1,0 1 328,3 20-1776,-8-12 0,-2 3 1361,-4-15 0,0 1-350,0 15 0,-1-2 48,-2-15 0,-2-4 324,-5 11 448,-1-24 197,-10-28 111,6-19 180,-7-26-188,11 17 0,2-2-20,0-6 0,0-2 76,2-4 0,0 1-56,1-1 0,2 3-196,0 11 0,1 1 137,4-6 1,3 2-393,9-4 207,6-7-11,32 17-89,-17 20 27,15 3 1,6 5-31,-15 9 0,0 4-241,-1 0 0,3 1 1,-3 4 214,12 12 1,-5 7-48,-7 5 0,-6 3 39,-9-6 0,-8 2-20,-11 10 1,-13 1 47,-23 1 0,-9-2 22,-2 1 1,-6-3-147,6-11 0,-4-2 0,0-3 93,-15 1 1,3-5 13,12-5 1,0-4 526,-11-1 1,3-7-4250,-2-14 3770,21 2 0,3-2 0,11-9 0,12 4 0</inkml:trace>
  <inkml:trace contextRef="#ctx0" brushRef="#br0" timeOffset="2389">3989 2744 25819,'27'-45'135,"1"10"-102,3 35-10,4-1 38,3-5 29,-3-4-6,-4-9 17,-5-6-34,-7-8-11,-5-5 17,-6 0 16,-6 3 6,-9 9-22,-7 9-28,-6 8-17,-7 9-28,-3 9 6,-2 9-6,2 12-17,5 6 6,7 7-29,9 3-38,9 3-129,13 2-446,11 3-2,13-4-4,-8-27 1,3-4 311,-1-5 0,0-5 251,0-2 1,1-5 25,2-7 0,-1-5 132,23-17 50,-22 8 0,1-3 98,-4-1 0,-1-1 45,-6 0 0,-2 0 260,10-23 186,-16 1-545,-12 17 85,-14 2-67,-12 20-29,-15 8-16,-10 13-67,-4 12-34,4 11-34,10 5-33,14 1 11,14-3-22,16-8 33,11-11 305,14-11-276,7-15 32,6-11 102,5-20-28,-17 9 150,3-12-83,-25 23 342,2-6-320,-9 13-196,-1 0 23,-2 17-1,-2 18 18,-4 31-40,1-14 0,-2 5-704,-1 13 0,-2 4 687,1-14 0,0 3 1,0 1-479,1-9 0,-1 2 0,1 0 0,-2 1 460,0 4 0,-1 0 0,0 2 1,-2-1-495,0 2 1,-1 1-1,-1 0 1,-1-1 440,0-1 0,-2-1 0,0 0 0,-1-2 33,0-5 1,0-2 0,-1-1-1,-1-3-68,-3 4 0,-1-4 0,0-4 109,-4 0 1,-1-12 729,-11-25-739,18-48-13,14 3 0,5-7-94,1 8 1,1-2 0,1-3-22,2-6 0,1-2 0,0-1-109,1-3 1,1-2 0,1 1-317,2 0 0,1 0 1,1 1 564,2 0 0,1 1 0,0 7 0,-2 3 0,-1 6 0,1 10 0,0-1 0</inkml:trace>
  <inkml:trace contextRef="#ctx0" brushRef="#br0" timeOffset="2923">5141 2640 19624,'-2'-6'5237,"0"1"-4464,2 5-252,-16-62-4750,19 50 4224,-11-45 875,30 74-847,4 10-40,6 18-14,-17-16 0,-3 2-170,-2 6 1,-5 1 119,-7 6 0,-5 0 27,-4 2 1,-6-2 70,-2-4 0,-4-3 53,2-9 0,-1-6 109,-12-3-22,14-33 3187,10-21-3271,17-18-48,0 22 0,3 0-17,4 0 1,3 1-18,1 1 1,3 2-328,23-18 89,5 9-274,5 11-487,2 11-1171,0 7-3187,-6 12 5366,-7 7 0,-20-3 0,-7 2 0</inkml:trace>
  <inkml:trace contextRef="#ctx0" brushRef="#br0" timeOffset="3631">5624 2697 11681,'5'-6'8043,"-1"1"-5429,-4 5-1420,0 0-270,-10-25-924,7 27 491,-7-21-479,12 36 1643,6-3-1632,16 3 5,14-8 0,-5-3-11,2-10 72,-13-8 23,-4-6 11,-2-9 29,-12-14-74,-12 5-39,-5 2 96,-24 1-74,10 20-27,-14-4-17,16 19-34,3 8 17,6 12 5,6 14-16,6 12-22,10 11-155,3-19 0,2 2-221,2-6 1,1 0 142,0-1 0,2-2-1028,19 19-1244,-1-26-912,15-5 249,-13-22 0,1-6 1632,-2-4 1,-1-2 1424,0-2 1,-1-2 960,-3-4 1,-3-3 3612,11-23-2861,-9 8 2424,-5-18-2962,-19 37 627,0-13-527,-7 19-375,-4 2-212,-4 5 16,-10 8-314,0 6-100,-3 8-118,9-2 361,3 9-372,7 2-12,9 2 1,10 0 33,26-11-17,3-13 12,14-13 117,-7-20-44,-16-5 33,-10-11-90,-18 15 79,-11-6 11,-15 10-90,1 5 73,-23 5-83,15 22-12,-4 2-28,6 17-6,8 7-5,8 5 0,2 1-311,2 12 171,7-6 0,5-1-919,21 11-2401,-5-20 1,3 0 3470,0-4 0,-1-3 0,12 7 0,-14-16 0</inkml:trace>
  <inkml:trace contextRef="#ctx0" brushRef="#br0" timeOffset="4032">945 3785 17557,'-53'6'535,"0"0"0,0 0 0,0 0-1,-13 3 1,3-1 0,34-7 31,42-9-443,22 1-56,3 0 0,10-1 1,1 1 6,1 1 1,2 1 0,4 0-962,0 1 1,3-1 0,2 0 0,2 1 946,-9 1 1,2 1-1,1-1 1,0 1-1,2 0-177,-7 1 0,2-1 1,0 1-1,0 0 1,2 0-1,-1 0 154,5 0 0,-1 1 1,2-1-1,0 1 1,1 0-1,0 0-24,-5-1 1,0 1 0,0 0-1,2 0 1,-1 0 0,1 0-1,0 0-67,3 0 0,0 0 0,1 0 0,0 1 1,0-1-1,0 0 0,1 0 47,-7 0 0,1 0 0,0 1 0,0-1 0,1 0 0,-1 0 0,1 0 0,-1 0-139,1-1 1,0 1 0,0 0-1,0 0 1,0 0 0,0-1-1,0 1 1,0-1 36,-1 1 1,1-1-1,-1 0 1,0 0-1,1 0 1,-1 0 0,0 0-1,-1 0-225,7-1 1,-1 1 0,1-1-1,-1 0 1,0 0 0,0 0 0,-1 0 333,1 0 0,2-1 0,0 1 0,-2-1 0,-1 1 0,-3-1 0,-5 1 0,9 0 0,-5-1 0,-3 1 0,-1 0 0,8-1 0,0 0 0,0 0 0</inkml:trace>
  <inkml:trace contextRef="#ctx0" brushRef="#br0" timeOffset="4582">7086 2321 25450,'-45'-5'57,"-1"0"1,4 4 0,8 9-53,21 20 1,7 6-555,-2 3 0,0 1 543,2 4 1,2 0-15,0 2 1,4 0-51,4-2 0,4-2-177,4-4 1,4-3-382,7-4 1,5-5-1266,6-5 0,2-4 1893,-1-5 0,-1-3 0,13 0 0,-19-6 0</inkml:trace>
  <inkml:trace contextRef="#ctx0" brushRef="#br0" timeOffset="4789">7620 2340 27102,'5'-15'5,"10"21"-91,0 24 0,2 16 1,-2-2-50,-1-5 1,-1 0-948,5 20 1,-7 1 120,-15-18 0,-5-2-3955,-2 0 1,-2-1 3692,1-2 1,-2-2 0,-7 8 0,14-32-1</inkml:trace>
  <inkml:trace contextRef="#ctx0" brushRef="#br0" timeOffset="12931">13704 4265 20117,'4'-53'1021,"0"-1"0,1 0 1,-1 1-1,0-1 0,0 3 1,-2 6-924,0 3 0,-4 11 131,-6 13-229,4 19 23,-11 34-6,1 17-752,2-8 1,0 1 714,4-9 1,-1 1-177,-1 14 0,0 2-544,2-5 1,0 3-2538,1 0 0,0 4 0,0-4 2117,0 0 1,1-4 0,0 3 0,2-9 0,2-26 0</inkml:trace>
  <inkml:trace contextRef="#ctx0" brushRef="#br0" timeOffset="13291">13972 3634 16401,'-28'-48'815,"-1"-1"0,1 0 1,0 0-1,0 6 1,-1 1-1,-1 4 1,-2 12-548,-23 7 1,-4 17-808,17 6 1,-2 5 0,0 3 622,-3 7 0,-1 4 0,2 3-478,-2 8 0,1 4 0,2 3 415,10-6 0,2 2 0,1 2 0,2 2 4,0 3 0,2 3 1,3 0-1,1 3-196,1 2 0,3 2 0,1 1 0,3 0 176,3 3 1,1 1 0,3 0 0,3 0-12,4-1 0,2 0 1,3-1-1,4-1-15,3-3 0,2 0 0,4-2 0,4-4-236,4-3 0,3-2 0,4-3 0,3-3 199,4-3 1,4-4-1,2-3 1,-1-3 25,7 3 0,-1-5 1,7-4 16,-8-7 1,6-3-1,1-2 1,0-3-1,-5-2 35,10-4 1,-3-5 0,2-2 14,-1 0 0,5-2 0,-2-2 0,-7-5 43,-2-9 0,-6-5 1,-5-4-7,-6-3 1,-5-3 0,-5-3-8,-4-5 1,-6-2-1,-3-2-291,-3-4 0,-4-3 1,-3 1 247,-4 12 0,-1 0 1,-2 0-1,-2 1-11,-1-1 0,-2 1 1,-1 0-1,-3 1 91,-7-12 1,-4 1 0,-4 4-98,-4 5 1,-4 2 0,0 5-25,6 10 0,0 3 1,-6 4-270,-5 5 1,-6 3 0,-1 3 0,2 4-1433,-1 4 1,2 5 0,-3 0 1671,-13 0 1,-3 1 0,8 2 0,7 4 0,8 1 0,-9 7 0</inkml:trace>
  <inkml:trace contextRef="#ctx0" brushRef="#br0" timeOffset="14528">15590 2167 16874,'1'-38'2304,"1"0"1,-8-14-1868,-28 78-179,6 1 0,-2 4-1279,1-1 0,-2 3 0,-1 1 1077,-10 10 0,-3 1 0,-1 2-583,6-6 1,-1 1-1,-2 1 1,0 0 534,6-5 1,0-1 0,-2 2 0,1-1 0,0 1-13,0 0 1,-1 0 0,0 0 0,1 0 0,1 1-160,-8 6 0,2 1 1,0 0-1,2-1 46,5-5 1,1-1 0,1 0 0,3-2-965,-3 6 0,3-3 1,3-1 1080,0 8 0,5-5 0,0 1 0,17-19 0</inkml:trace>
  <inkml:trace contextRef="#ctx0" brushRef="#br0" timeOffset="14816">14303 2766 18291,'-6'-6'3607,"1"1"-2542,5 5-332,0 0-4805,-54 26 4173,33 0-3,-15 8 0,0 6 158,21-4 0,4 4-228,-4 9 0,1 4-1058,2 6 0,6 0 1038,5-11 1,5-2-9,7 2 0,6-6-201,20 3 125,-4-25 0,5-6-126,0-5 1,3-5 242,13 2 0,3-4-2495,3-5 1,1-3 2453,-6-1 0,-3-1 0,-17 1 0,-4 0 0,6-2 0</inkml:trace>
  <inkml:trace contextRef="#ctx0" brushRef="#br0" timeOffset="15371">16298 2149 16936,'-8'-42'1715,"0"1"1,5 7 0,1-1-1414,-5-16 1,1-1-341,8 10 0,4 3 285,11-15-163,-4 24 0,5 2 105,6 6 1,3 4-157,24-2-5,9 21-17,-30 16 1,-4 5 4,7 15-229,-15 0 0,-6 4 227,-9-6 0,-7 1-6,-3 10 1,-6 2 2,-7 1 0,-4-2-3,2-9 1,-3-2 5,-8 4 0,-1-1-17,4-8 0,0-3 11,4-1 1,1-2 36,-14 13 28,28-26-34,12-8 56,29-7-61,18-7-42,13-3-127,-1-1 1,4-1-1129,-13 3 0,0 0 1102,-10 2 1,1 0-1,1 0-902,8-2 1,0 0 0,-3 0-2208,0-3 1,-1-1 3269,15-4 0,-6 1 0,-5-2 0,-27 8 0</inkml:trace>
  <inkml:trace contextRef="#ctx0" brushRef="#br0" timeOffset="15723">17107 1491 10265,'-45'-20'888,"1"-1"1,-1 1 0,0-1 0,-3-2-1,2 1 1,-2 5-127,-7 7 0,-1 6 0,3 3-1197,-7 4 0,-1 4 685,4 1 0,-3 2 0,3 4-84,10 3 0,2 4 1,4 1-81,-9 6 1,3 4-7,13-2 1,2 3 0,3 4-14,4 6 0,3 4 0,2-1-45,-7 9 1,4 3 10,10-10 1,2 5 0,3 1 0,4-6-9,7 11 0,9-1 5,1-13 1,3 3 0,5 0 0,2-5-7,9-1 0,6-6 1,1-1-337,1 0 1,3-2 0,4-5 290,10-5 1,4-4 0,1-5-222,-6-4 1,-1-3 0,4-1 246,-6-1 1,3-1 0,1-2 0,-1-2 8,-2-2 0,1-3 0,-1-2 0,-1-1 11,-3-3 0,-1 0 0,-1-3 1,-2-3-184,9-7 0,-2-4 1,-5-4 218,-8-1 1,-3-3 0,-6-4 16,-6-1 0,-4-2 1,-5-2-16,-5-2 1,-4-1-1,-4-1-15,-5-2 1,-5-1 0,-1 3-27,-3-10 1,-7 0 3,-10 8 0,-8-1 0,-2 6-347,7 16 1,-2 4 0,-2 0 286,-16-9 1,-4-1-1,2 7-19,-3 5 0,-1 7-321,1 9 0,-3 3 1,5 3-288,12 3 0,0 4 592,-11 5 1,-4 3-1,10 0 1,5 2-1,13-1 1,0 1 0</inkml:trace>
  <inkml:trace contextRef="#ctx0" brushRef="#br0" timeOffset="16681">14356 4942 14829,'-5'-3'6666,"1"1"-5579,4 2-690,42 15-274,-8-6 1,4 0-806,3 1 0,4 1 1,1 0 705,7 0 0,1-1 0,2 0-516,4 0 1,2 0 0,1 0 506,-13-3 1,1 0-1,1 0 1,0 0-434,4 0 1,1 1-1,0-1 1,0-1 394,4 1 1,1 0 0,0-1-1,0 1-382,-11-2 0,1 0 0,0 0 1,0 1-1,0-1-334,-1 0 1,1 0 0,0 1 0,-1-1 0,-1 0 661,4 0 1,0 1 0,-2-1 0,-5 0-1,20 2 1,-9 0 0,-26-4 0,0 1 0</inkml:trace>
  <inkml:trace contextRef="#ctx0" brushRef="#br0" timeOffset="17255">14898 4626 21847,'-60'-3'403,"0"-1"1,3 3 0,4 8-329,17 14 1,2 6-974,-10 5 0,1 0 1032,3-4 1,1 1 8,-10 6 0,-2 2-1002,13-8 1,-1 1 0,4-3 880,3-1 1,2-1-9,-4 3 0,8-2 1001,20-4-976,12-2 6,13 4-34,18-2-151,-2-9 0,1-2-123,18 5-59,-9-6 0,1-1-720,-14-4 0,1 0-1739,8 1 1,1 0 2780,-6-1 0,-3 0 0,8 1 0,-18-3 0</inkml:trace>
  <inkml:trace contextRef="#ctx0" brushRef="#br0" timeOffset="18037">17036 5232 16152,'-4'0'4021,"1"0"-1920,3 0-785,-21-68-1042,16 42-179,-7-13 1,3 0 144,14 12-72,14-5-134,8 2-23,19 3-5,4 16-522,10 12 527,-10 5-1617,-8 10 0,-1 4 1595,-12-2 0,-2 2 0,12 10 0,-2 3-124,-14-4 1,-5 2 125,-5 0 1,-5 1 19,-13 30-5,-20-6-1,4-31 1,-3-3 0,-1-3 0,-3-3 67,-5-3 0,2-3 39,-11 2 34,3-7 527,23-9-381,6-5 3252,2-13-3427,12 1 342,9-5-437,4 11 54,13 1-60,6 9-5,-4 5 1,2 2-12,14 3-6,-4 8 1,0 4-446,4 11 443,-18-11 0,-3 2-48,4 21-236,-41 8 191,-21 2 9,0-22 0,-7-2-465,-6-6 1,-2-4 385,8-3 1,-2-2-2303,-19-1 1,1-4 604,23-4 1,2-3-3049,-10-3 1,3-2 3650,7-6 1,20-1 0,11 9 0</inkml:trace>
  <inkml:trace contextRef="#ctx0" brushRef="#br0" timeOffset="18400">17466 4779 20623,'-40'-22'640,"0"0"0,1 1 0,-21-5 0,0 15-411,8 27 1,1 12-1194,14-7 1,1 4 0,-1 1 994,0 5 1,0 3 0,1 2-23,1 3 1,1 4-1,2 1-2,3 2 1,1 3 0,5 2-8,7-5 0,2 2 0,2 1 0,2-3 0,1-2 0,2-2 0,4 1 7,4 14 1,5 2-1,6-6-18,13-1 0,9-6-31,-3-7 1,4 0 0,4-3-2,8-1 0,4-4 1,0-2 21,-8-5 1,1-3-1,5-3 6,3-5 1,8-1-1,2-2 1,-2-3-1,-8-1-351,-5-1 0,-5-3 0,5-2 376,2 0 0,8 1 0,1-3 0,-2-3 0,-9-5 53,-1-11 1,-7-7-1,-2 1-27,13-4 1,-4-6-2,-16-1 1,-2-5 0,-8-1-55,-9-8 0,-6-2 34,-1 8 0,0-3 0,-4 0 3,-3-1 1,-2-1 0,-3 0-6,-2 0 0,-2 1 0,-3 0-6,-3 3 1,-3 1-1,-3 2-11,-2 3 1,-3 3-1,-3 3-56,-2 5 0,-3 2 1,-3 5-190,-2 4 1,-2 3 0,-2 4-637,-3 3 0,-2 4 0,-1 3 885,-9 5 0,-1 5 0,6-1 0,5-2 0,4 1 0,2 6 0,-1-1 0</inkml:trace>
  <inkml:trace contextRef="#ctx0" brushRef="#br0" timeOffset="19463">12593 5318 12663,'31'-52'1358,"1"-1"1,-1 1 0,1 0 0,-4 5-1,0 0 1,-2 4 0,-6 8-379,4-13-281,-10 19-464,-7 15-65,-9 20 54,-13 20-115,-1 1 0,-3 3-47,-10 13 0,-4 4-694,4-7 1,-2 2 0,-2 1 638,5-6 0,-2 1 0,-1 1 0,0 1-530,-4 3 0,-1 1 0,0 0 0,0 1 478,-3 3 0,-1 1 0,0 0 1,0 1-457,7-9 1,0 0 0,-1 1-1,1 0 1,0 0 160,0 0 1,0 0 0,0 0 0,1 0-1,-1 1-1627,-2 3 1,-1 1 0,1 0 0,1-1 0,2-4 1216,-4 6 1,2-3 0,2-1-1,1-3 1,2-1 0,7-10-1,9-12 1</inkml:trace>
  <inkml:trace contextRef="#ctx0" brushRef="#br0" timeOffset="20041">10756 7429 20296,'-1'-62'1385,"0"-1"1,1 11-1,-1 6-987,-1 10-269,1 21-17,1 6-17,0 24-22,0 13-12,-9 32-488,1-22 0,-2 2 435,-5 7 1,-2 1 7,-2 3 1,0 0-11,0-3 0,2 1 16,3 1 1,4-2 100,12 7-56,6-12 51,28-50-12,1-19-42,-10 4 1,2-3 97,9-9 1,1-1-62,-8 6 0,0 1-62,-1 0 0,-3 3 107,6-5-62,-21 19-73,-3 6 877,-13 30-888,-6 12 0,-4 10 0,5-15 0,0 1-438,1-1 1,0 2 417,-4 12 0,0 3-120,0 5 0,0 3-385,2-8 1,0 4-1,1-4 15,-1 2 1,1 1-718,3-7 1,0 2-1,1-5 1227,3-8 0,1-4 0,-1 19 0,2-21 0</inkml:trace>
  <inkml:trace contextRef="#ctx0" brushRef="#br0" timeOffset="20455">11106 7400 17468,'-16'-43'984,"0"0"1,0 0 0,-6 2 0,-3 0 0,-2 6-689,-9 1 1,-4 7-1087,-11 3 1,-1 8 848,14 9 0,1 6 22,-13 7 0,1 6-43,7 4 1,1 8-24,4 7 1,-4 7-1,1 3 1,4-3-554,3-3 1,3-3 0,-1 7 542,3 1 1,-3 7 0,1 3-1,2-2 1,4-5-8,4-2 0,4-4 0,-1 5 2,-3 6 0,-1 5 0,0 3 0,4 1-544,4 4 1,3 2-1,2-1 1,0-3 539,-1 1 0,0-4 1,5 2-9,6-3 1,2 4 0,6-5 0,7-12-57,19-10 1,9-11 55,-5-5 1,5-2 0,-2-4 0,15-3 0,1-7-134,-6-7 1,4-4-1,-2-6 154,-12-1 1,0-4 0,0-2 0,0-1-8,0 0 0,0-1 0,0-2 0,-1-3 16,4-4 0,0-3 0,-2-2 0,-5-1 10,2-10 0,-4-1 0,-5 1 252,-6 9 0,-3 1 0,-2-3-249,0-9 1,-2-4 0,-6-2-231,-7 9 0,-5-4 1,-1 1-1,0 4 223,2-2 0,0 4 1,-5-3 11,-4 0 0,-2-3 1,-5 2-1,-3 10 133,-14 3 0,-4 9-155,1-3 0,-5 4-22,-8 10 1,-7 3 0,4 5-97,7 4 1,0 2 5,-18-2 0,2 5-815,4 17-955,32 14-4024,5 3 5892,13 13 0,5-26 0,1 0 0</inkml:trace>
  <inkml:trace contextRef="#ctx0" brushRef="#br0" timeOffset="21004">11316 6232 15765,'-4'-54'2440,"0"1"0,1 7 1,0 6-1948,3 9 111,-1 13-486,1 18 78,-1 16 22,-1 25-123,0-8 1,-1 2-266,1-3 1,-1 1 214,-1 24 0,2 0-23,2 2 28,7 1 1,7 0 22,0-31 0,4-3 33,7 10 1,5-3 106,5-14 0,2-6-112,14 2-31,-16-14 0,1-4-1650,-1-7 1,-2-3 1590,24-9-36,-15 4 0,0-1-369,8-4-480,3-1-1714,-19 10 2588,-20 11 0,-9 3 0,-8 4 0</inkml:trace>
  <inkml:trace contextRef="#ctx0" brushRef="#br0" timeOffset="24026">7283 2551 12455,'0'-7'3940,"1"-24"1,0-5-2379,0 5-887,1-11 0,-1 0-92,-2 13-186,0 5-296,0 15-23,-1 9-61,0 6-6,-2 24-5,2 7 28,-2 24-29,2-14 23,1 14-3381,1-2 3381,5-1-5,3 2-17,1-29 67,3-4 129,-6-15 291,1-3 73,-3-13-443,-2-14 3362,-1-13-3418,1-11-322,-1 5 289,0-12 5,-1-4-5,-3 0-23,2 5 17,-4 16-79,3 21 23,-2 0-22,1 24 61,0 11-5,-2 20-12,1 10 12,0-8-1,2 12 18,2 0-23,4-3-6,1-1 29,1-26-7,-2-13 437,-2-7-280,-1-11-10,0-18-79,0-10-51,1-23-27,0 10 10,0 4 1,0-2-5,1-19-589,-1 17 1,0 0 626,0-9 42,-1-5-36,-2 32-50,0-3-29,-4 30-5,1 7-16,-2 27 16,2 9 36,2-12 0,1 1 448,1 3 1,2 0-463,1-1 1,3 0 7,0-3 1,3 0 0,3-1 0,0-3 8,3 7 45,2-5 50,-14-25-10,0-7-85,-7-12-11,-4-13-23,-2 1-2,-10-18-384,10 23-9422,-6-10 8943,12 24 1,0 0 0,4 7-1</inkml:trace>
  <inkml:trace contextRef="#ctx0" brushRef="#br0" timeOffset="30749">8075 1815 23854,'37'-27'335,"1"-1"1,-1 1 0,5-1 0,0 2-1,-3 8 151,-2 9 0,-1 6-591,14 1 1,-2 2 263,5 5-130,-13 22-617,-47-4 554,-25 26 334,9-24 0,-3 1-150,-7 5 0,-5 3 0,3-3-583,2-1 1,1-1 828,-17 13 1,5-4 234,18-13 249,5-3 517,19-10-1170,20-12-72,18-11 165,20-14-77,-22 5 0,-1-1-411,-4 3 0,-1-2 343,5-5 0,-2-3 95,-9 1 0,-3-2 28,-2 0 1,-3-2 41,-6 0 0,-6-1-3354,-19-14 2106,-3 13-298,-12 0 456,3 9-16,3 4 457,5 4-257,14 12 74,5 2 91,28 19 742,16 12 239,6 5 884,-15-9 0,-2 1-1699,10 18-187,-1 1-348,-19-6 1,-4 1-1114,-1 17 145,-7-18 1,-3 1 1740,-3 16 1,-3-27 0,0-9 0</inkml:trace>
  <inkml:trace contextRef="#ctx0" brushRef="#br0" timeOffset="30983">9225 1649 32767,'0'-3'0,"0"0"0,0 3 0,-14-9 0,13 16 0,-3 8 0,20 23-335,5 13-1910,1 1-373,-4-1-4458,-1-4 5917,-6-11 1,-3-16-1,-5-10 1</inkml:trace>
  <inkml:trace contextRef="#ctx0" brushRef="#br0" timeOffset="31150">9294 1371 29193,'-31'-41'-1619,"0"0"1,5 5 0,5 9-1018,11 23 978,12 16 1537,9 15 1,-4-10 0,3 4-1</inkml:trace>
  <inkml:trace contextRef="#ctx0" brushRef="#br0" timeOffset="31532">9541 1477 32307,'11'46'-952,"0"1"0,-2-3 0,1-1-22,6 17 387,-6-4 491,-5-8 272,-5-12 625,-1-14 339,-1-15-373,0-18-130,2-16 154,3-17-130,4-13-661,-1 25 0,2 0 0,1 1 0,2 0 0,13-23 0,3 10 0,2 14 0,3 13 0,3 8 0,6 15 0,5 9 0,5 14-793,-24-12 0,1 2-862,0 1 0,2 1-2403,0 0 0,-1-1 3032,22 12 0,-19-13 0,-14-10 0</inkml:trace>
  <inkml:trace contextRef="#ctx0" brushRef="#br0" timeOffset="32107">10606 1420 22369,'-1'-5'4828,"0"0"-4134,1 5-549,-60-42-758,34 41 501,-12-14 1,1 6-50,13 43 206,3 12-448,5 6 329,7 3-76,10-1-236,11-6 394,13-7-320,16-10 232,13-11-230,-22-14 1,2-4 513,2-4 1,1-3 108,-1-3 0,1-3-1554,2-7 1,-3-1 2065,11-9 109,0-13 123,-30 17-376,-1-4-2285,-8 7 1501,-4 11-14,-5 6-635,-5 11 214,-4 12-115,3-1 2281,-1 13-2136,8-9-10,6 2 17,9-4 3497,11-6-2905,11-6-175,7-7 160,5-12 193,-5-9 247,-10-11-154,-14-6-30,-15-5 3,-16-3-266,-14 0-170,-12 4-118,-10 9-116,-4 9-103,0 12 153,4 8 68,9 10 23,9 9-64,11 9-190,10 8-499,14 4-923,12 2-1250,21-2-916,-12-19 0,2-3 4036,29 9 0,-18-10 0,-15-8 0</inkml:trace>
  <inkml:trace contextRef="#ctx0" brushRef="#br0" timeOffset="32845">11425 1474 25489,'-19'-36'-6,"-1"0"1,-11-12 27,34 68-22,3 15 0,5 8 17,2 6-23,0-1 1,-1-4 5,-4-9 84,-2-11-12,-4-13 63,0-11-79,0-12 0,1-12 5,1-11 12,3-9-34,2-5 1,3-1 10,3 4-28,1 10 1,3 9-46,8 10 18,-8 8-12,14 6-22,-5 10-12,9 7-10,8 16-6,-6 6 50,-9-5 6,-12-4 22,-12-14 39,-2-5 79,-1-2 5,-2-7-83,-2-15-34,0 3 16,-1-18-5,2 6 6,8-12-51,10 2 11,-3 11 6,10 7-11,-9 14-28,6 5 28,7 7-23,-3 1 17,-1 4 6,-1-2 0,-3-4 17,6-2 27,6-7 18,-6-9-1,-1-9-11,-11 2 51,-5-9-6,-7 5 50,0-8-44,-3 10-51,0 4 0,0 11-44,0 4-29,0 4 40,0 2-12,8 21-5,1 0 0,5 8-40,7 3-3447,14 2 3391,-4-8-106,2-8 1,2-3-2047,8-4-38,17 2-459,-28-17 2756,-7-8 0,-17 2 0,-2-2 0</inkml:trace>
  <inkml:trace contextRef="#ctx0" brushRef="#br0" timeOffset="33023">12103 938 22985,'26'3'-2458,"-8"-1"0,14 29 1,-19-17-1</inkml:trace>
  <inkml:trace contextRef="#ctx0" brushRef="#br0" timeOffset="33740">12540 1092 25858,'19'15'28,"-2"10"-28,-8 9 0,-4 3 12,6 24-15,-6-24 0,0-1 87,0 2-11,0-9 95,-3-24-79,-1-17-44,-1-2 39,3-18-22,4-4 11,11-24-3337,7 3 3292,-2 9-16,-1 15-7,2 15-44,-1 8-23,13 0-38,-2 15-63,2 7 74,-7 5-315,19 19-21,-5-7-16,-9-8 0,0-1 268,19 4-79,-13-12 0,0-3 3100,12-3-2840,-17-5 0,-1-4 76,6-9 73,-17-12-2904,-15-11 2881,-9 10 636,-10-8-522,-4 19-37,-2 1-4,-21 10-139,8 12-24,-11 9 3360,15 12-3399,13 6 6,6-7 6,10 11-11,1-21 27,14 13 51,-2-24 28,9-5-28,-2-17 62,-2-12 50,-1-9 56,-6-2 34,-4 2-6,-5 7-34,-3 7-134,-1 10-90,0 8-16,-1 13-17,1 13 11,1 20-17,2 20-3,-1-21 1,0 1-441,0-5 1,1 2 250,2 8 0,2 6 0,-2-3-1272,0 11 0,-2 0 831,-1-4 0,-1 4 0,-5-2-805,-4-12 1,-5-1 0,-4-3 1366,-6-3 0,-6-1 1,3-5-1,1-2 0,1-4 1,-4-11-1,0 1 1</inkml:trace>
  <inkml:trace contextRef="#ctx0" brushRef="#br0" timeOffset="34515">14272 952 31354,'0'-6'1413,"-1"2"-1722,1-59 221,-3 35-15,1-10 0,0 1-227,-5 16-346,-1 8 54,0 6-1404,-4 7 2210,-4 11 337,-9 12-315,-6 16-288,-6 12-56,19-23 1,2 0 158,-11 26 31,12-6-213,17-11-486,14-11-320,13-12 113,10-9 416,6-11 280,-2-4 47,-6-3 62,-12 3 28,-12 4 14,-10 3 18,-25 14 28,-3 5-39,-21 15 0,7 3 0,4 2-11,10-1 17,9-2-12,9-5-50,14 0-39,11-3-11,16-4-46,11-8-128,9-7-263,6-14-189,-29 1 1,0-2-143,0-2 0,1-2-672,-1-1 0,-1-1-3993,24-14 5539,-10 1 0,-22 13 0,-9 3 0</inkml:trace>
  <inkml:trace contextRef="#ctx0" brushRef="#br0" timeOffset="35899">14725 1141 8343,'5'-4'5400,"0"1"3741,-5 3-8430,13-40 107,-9 17-432,9-28-4380,-18 30 4073,0 10 887,-11 1-877,-1 7-49,-9 2-40,-2 10 39,-4 11-16,2 11 10,-4 18-27,14-15 5,3 11 12,16-21 38,16 4-16,-2-12 56,20-5 39,-5-12 33,8-10 3365,-2-9-3264,1-25-212,-13 9-12,-10 5 1,-3-3 10,-4-23-39,-3 19 1,-1-3 86,-4-15 1,-2-1-158,0 15 1,0 2 83,0-1 1,0 4 81,-3 5-51,5 26-123,1 2-11,1 7 100,10 20-55,-1-3-40,15 31-106,3-3 131,-9-16 1,3 3-668,6 9 1,2 1-911,-4-7 0,1-2 1157,-1 0 1,1-2-315,-2-7 1,0-5-820,15 2 458,8-5 1110,-7-18 823,-5-20-386,-16 2 514,-1-18 1549,-11 10-954,0-11-992,-2 13 801,-2 0-885,-1 19-341,-1-1 5,-4 7-22,-4 4-34,-5 8-51,4 0 18,1 3-1,10-9 96,5-3 10,6-7-55,8-7 101,9-17-17,-6-4-79,-2-4 56,-12-2-44,-10 6 0,-8-5-29,-12 2-22,-3 13-27,-7 6-18,11 11-11,-6 14 12,13-2 5,-13 29 0,14-16-1730,2 9 0,0 1 1686,4 0-119,1-1 1,2 2-102,11 10-30,4-14 0,3-1-132,24 11 221,-10-22 1,1-5 14,15-2-208,17-17 169,-9-12 229,-17-2 0,0-4-127,-8 1 0,-2-2 200,0-7 0,-3 0 33,-1-10 135,-6-7 274,-10 7 3000,-1 1-3146,-8 2-61,-6 19 70,-1 8-149,-8 6 338,4 9-562,-2 6-5,3 10 6,7 9 0,3 6 10,4-4 7,9 16-23,-2-21 22,17 26-22,-13-28-5,12 19-1,-11-6 12,-2 2-23,-5 4 6,-9-9 27,-6 0-10,-1-9-12,-16 4 12,4-15 16,-11 2-22,7-13-22,3-10-3370,3-7 3381,5 0-34,4-10 0,6 13-134,11-15 22,8 14 23,12-7 11,6 6-34,3 1 62,-8 5 2635,6-3-5767,-16 5 2379,4-3 0,-14 6 0,-4 2 0</inkml:trace>
  <inkml:trace contextRef="#ctx0" brushRef="#br0" timeOffset="37671">15561 913 9632,'1'-5'8743,"1"2"-6525,-2 3-779,13-61-469,-10 36-654,4-11 1,-1 1 86,-10 18-140,-1 4-129,-4 6-72,-4 5-40,-4 11 6,-6 11 28,-9 15 6,-3 11-262,16-19 0,0 0 211,2 2 0,1 0-5,-7 27-14,11-6 19,16-10 28,11-13 23,13-11 22,7-9 22,5-14-5,3-9 39,-1-13 74,-3-10 94,-7-8 33,-9-6-22,-9 1 289,-7 12-177,-10-7-216,-2 23-81,-5-4-55,1 17-51,2 7-23,3 5 18,-1 10-12,3 12 0,1 16 0,7 17-458,-3-20 0,1 1 438,1 7 1,0 0-9,-2 6 1,-2 0-26,-4 3 0,-3 1 2,-3-1 1,-4-1 28,-3-4 0,-2-4 8,1-6 0,-2-5 31,-19 10-11,16-25 0,-3-23-39,16-19 16,2-20 6,13-16-138,1 26 1,4-1 100,5-2 1,4 1-31,3-1 0,5 2-57,3 1 1,2 0-586,4 1 0,0 1 437,2 1 1,-1 1-54,-1 1 0,0 1 248,-3 2 1,-1 3-325,-4 3 1,-1 2-412,18-10 247,-14 11 369,-12 4 469,-9 5-172,-7 1 1180,-3 1-1040,0-2 340,0 0-105,1-1 44,-1 1-66,0 2-163,-1 2-162,-1 3-90,-1 3-28,-1 3 12,1 5 22,4 4-1,8 1-21,8-4 10,10-4 7,4-7 21,1-8 23,-4-8 34,-6-6 17,-8-4-6,-8-2-6,-7 1 11,-6 3 1,-5 5-40,-4 7-39,-2 3 33,0 4-21,0 2-52,1 5 1,0 6-6,1 8 1,-3 9-12,0 8-12,3-4 40,-5 22 6,12-13-34,-1 15 11,16-14 17,9-6-11,14-5-28,11-9 11,13-9-11,9-10-141,-31-4 1,1-3 162,-1-2 0,-1-2 6,21-15 6,-11-1 21,-16 1 7,-11 4 16,-10 1-22,-8 1-23,-2 2 17,0 4 337,-2-5-331,5 6 16,-1-5-33,2 5 6,2 1-17,0 1 5,1 0-11,2-1 0,0 4-11,2-3-22,-2 4 50,2-2-11,1-1-6,0-2 0,0-4 28,0-2-5,-2-4 0,-1 2 38,-2 0-44,0 4-28,-3 4 28,-1 4-11,-1 4 6,-1 3-12,1 0 11,-2 5-33,1-1-6,-1 8 17,2 1 39,2 6-16,5 4-40,11 6 23,13 8-12,2-8 0,2 0-642,16 13 639,-9-10 1,0 0-37,6 7-1662,-23-8 0,-4 1 1444,-4 10-1912,-35-2 1,-12-2 2174,7-16 0,-3-3 0,-3 6 0,1-3 0,-1-3 0</inkml:trace>
  <inkml:trace contextRef="#ctx0" brushRef="#br0" timeOffset="50016">1059 7387 17216,'-4'-52'1303,"0"0"1,0-1 0,2-3 0,-4 7-1013,-23-7-57,4 50-172,-8 21 10,-8 19-33,16-6 1,1 3-21,-2 6 1,1 3-6,0 4 0,2 2 13,3-1 0,4 1-50,5 4 1,5-3-267,4 14 283,10-26 1,7-6 22,20-7 11,19-5 14,-22-19 0,0-5 19,3-4 1,-1-6 5,1-5 1,-1-6-12,-1-3 0,-2-4 14,-3-3 0,-3-1-375,-5-3 1,-3 1 332,-5 8 0,-4-1 58,-6-13 1,-5 1-232,-12-12 204,3 20 0,-4 3-3,-19-2-50,-2 19-6,-1 20 248,2 18-276,3 19-6,7 15 310,17-22 0,2 1-296,3 2 1,2 0-1,6 0 1,3 1-26,2-3 0,4-1-92,4-3 0,4-1-98,2-4 0,4-4-48,1-3 0,3-4 48,2-3 0,1-6 120,0-6 0,0-5 62,0-5 0,-2-4 53,-1-6 0,-3-3 56,-1-2 0,-2-3 19,-4 1 1,-2-1 125,11-26 85,-13 9 366,-8 13-344,-5 14-201,-6 12-96,-3 15 0,-4 13-33,-2 15 242,4 12-243,3 3 40,11 0 0,8-6-23,11-8 34,7-11 40,3-13 60,1-14 1,-2-15 22,-4-14 68,-6-10 27,-7-4 12,-8-1-51,-6 6-67,-4 4-50,-4 10-67,0 9-102,0 8-134,2 5-314,3 6-733,7 6-1316,10 5-3210,14 4 4938,4-3 0,-12-5 0,-8-6 0</inkml:trace>
  <inkml:trace contextRef="#ctx0" brushRef="#br0" timeOffset="50212">2350 6933 23735,'-13'-43'453,"-1"0"1,2 2 0,1 17-437,3 36-17,-1 19 0,-2 24-338,6-17 1,0 2 323,-1 6 0,2 2-737,1 5 1,0 2 243,2 4 0,0 0-619,1-17 0,0 1 1,1 0-1915,1 0 0,1-1 1,1 0 3039,1 12 0,1-5 0,4 13 0,-4-33 0</inkml:trace>
  <inkml:trace contextRef="#ctx0" brushRef="#br0" timeOffset="50383">2100 7535 20324,'-44'-45'930,"0"0"0,0 2 0,18 9-885,33 21-40,17-2-167,23 0-172,-13 7 1,3 1-1107,6-1 1,3 2-1088,2-1 1,0 2 2526,-4 0 0,-4 0 0,11 1 0,-24 1 0</inkml:trace>
  <inkml:trace contextRef="#ctx0" brushRef="#br0" timeOffset="50576">2743 7004 25909,'-22'-13'39,"4"21"-64,15 22 0,5 10-771,-1 2 1,0 4-1,0-1-3214,0 10 0,1 0 4010,0-3 0,1 2 0,-1-7 0,1 15 0,1-12 0</inkml:trace>
  <inkml:trace contextRef="#ctx0" brushRef="#br0" timeOffset="50848">2726 7485 15620,'-10'-47'1364,"-1"1"0,1-1 1,2-3-1,1-1 1,3 8-1147,6-11 530,10-8-552,13 32-96,12 4-58,6 9 0,7 6-39,-1 9 0,1 5-282,2-3 0,-1 5 259,1 12 1,-4 7-49,-17-3 1,-2 4-109,3 7 0,-5 4-166,-8 3 0,-8 3-30,-13 2 0,-9 1 201,-19 6 0,-7-3-168,8-14 0,-3-4 342,-19 6-1,-4-6-14,16-16 1,0-4-107,-11 2 1,-2-4-1020,-5-5 1,0-5-3780,15-4 1,3-3 4372,3 1 0,5-1 0,8-6 0,18 10 0</inkml:trace>
  <inkml:trace contextRef="#ctx0" brushRef="#br0" timeOffset="51807">3522 7347 24531,'-25'-24'941,"9"4"-835,28 17-27,11-4 10,26-9-44,4-4-28,3-2 19,-24 6 1,-3-2-4,3-9 18,6-16-6,-26 7-12,-16-1-5,-4 11 0,-13 2 6,-6 16-1,-18 9-5,6 10-28,-3 12-22,20-2 22,2 10 0,12-1-17,3 21 0,13-3-67,12 9 34,3-20-292,23 4-84,-15-26 1,2-1 122,20 8 26,-14-12 0,0-6-31,20-19-233,-11 1 552,-16-2 0,-2-5-3056,10-27 3141,-8 9 28,-14 2 0,-4-1 251,-6-7 12,-2-17-197,-10 26 108,-11 6 4,-18 18 205,-3 10-434,-9 16-45,13 15-17,10-1-17,5 26 6,12-14 3260,2 9-3266,22 4 23,6-26 5,14 6 350,-11-22-193,8-18 12,-16-10 33,6-11 50,-13-2-22,-7 4-162,-3 8 72,-3 7-134,-2 9-11,-3 10 0,-2 16-23,-1 20 12,1 2-1702,2 8 0,1 6 1665,0-7 0,0 3-31,0 0 1,-1 5-1,0 0-389,0-3 1,-1-1 0,-2 3 59,-2-4 0,-2 2 1,-2 1-1,0-3 121,0-8 0,-1-2 0,0-1 0,-1 0 167,-5 13 0,-2-1 1,-1-6 57,-12 2 0,-1-12 163,-10-15-6,-6-27-17,16-45-324,23 4 0,4-5 229,1-14 0,5-4 336,4 15 1,2-2 0,1-1-369,3-4 0,2 0 1,3-1-72,2 0 0,3-1 1,2 2-113,1 2 0,2 2 1,1 1-167,1 4 1,1 2 0,1 2-496,-1 5 1,0 2 0,1 3-2122,12-11 0,1 4 2997,-6 10 0,-2 4 0,9-4 0,-17 17 0</inkml:trace>
  <inkml:trace contextRef="#ctx0" brushRef="#br0" timeOffset="53123">4462 7190 25455,'-24'-25'751,"6"5"-729,17 20-5,1 5 5,0 4-11,3 7-3391,8 7 3385,-2-8-727,13 3 716,-12-12 40,7 0 22,-9-5 0,1 0-11,-2-3 3000,3-1-3034,2-3 1137,7-3-1132,4-2 12,3-3 17,0-2-6,-5-2 17,-6 1 34,-7 3-12,-7 3-33,-6 3-17,-4 4-11,-2 2-11,0 1 10,4 1-4,2 1-24,3-1 35,2 0-18,-1 1 7,0 0-18,-1 1 0,1 0 23,1-1-6,1 1 6,1 0-22,1 1-1,-1-1 6,0 1 6,-1-1-6,0 0 106,0-1-78,1-6-22,-1 3 16,1-5-11,-2 3-22,0 0 28,1 0-17,-1 0 5,1 1 1,-1 1-258,1 2-146,-1 4-425,0-1-202,0 3-101,3-2 57,0 1 317,1 0 467,-1-2 358,-1-1 448,-1-1-50,-5-6 27,2 1 17,-5-4-28,2 3-95,1 1-112,0 3-89,0 0 27,-3 4 24,-2 4-46,-2 2-23,2 2-50,3-3 57,4-2 49,5-3 23,7-1-196,0-4 11,9-3-39,-5-3 23,4-5 5,-3-1 33,-4-8-72,-6 6 17,-6-9 27,-4 8-21,-6-1-12,-3 6-12,-3 5 1,-2 6 11,-7 11-33,8 0 33,-5 12 0,10 0-6,-2 9 23,3 4-17,1 5-6,2 3-39,5 2-16,5-3-3454,21 0 3408,-1-16-361,29-2-512,-5-19-1059,18-9-791,-30-1 0,-1-2 2802,25-11 0,-30 9 0,-17 5 0</inkml:trace>
  <inkml:trace contextRef="#ctx0" brushRef="#br0" timeOffset="53825">4585 7037 14653,'-28'-48'791,"0"-1"1,3 10 0,7 5 2288,16 6-2738,2 18 1235,0 2-1493,6 12 837,10 21-904,7 15-9,-7-10 1,1 5-23,3 23 0,-2 2 8,-6-20 0,-1-1 3,2 17 1,-2 1-249,-9-17 1,-2-2 233,2-2 0,-2 0-99,-1 4 0,-1-2 121,-3 12 23,-6-26-39,-4-22 3090,-7-27-3040,7 2 657,-4-31-663,14 3-19,3 17 0,4-3-190,7-9 1,3-1 177,0 8 1,1 1-9,2 2 1,1 2 0,17-18-51,-2 17-264,10-1-1136,-4 21 0,0 3-275,9 0 285,-13 7 1,-1 2 1445,-3 5 0,-14-2 0,-1 2 0</inkml:trace>
  <inkml:trace contextRef="#ctx0" brushRef="#br0" timeOffset="54592">5036 7036 16191,'-8'0'4811,"2"0"-3578,6 0 2323,0 0-3371,-6-15-123,4 15 33,-4-5 78,15 23-128,-2-3 45,26 3-62,-2-13 0,18-1 11,-5-13 0,-2-7 45,-9-11-17,-10-16-50,-12 12 28,-12-12-23,-4 24 51,-17-9-50,3 17 5,-11-2 33,3 12 29,0 8 39,-2 12-101,10-2 5,-1 25-33,16-18-5,-1 27-23,16 0-112,7 1-1186,-1-22 1,3-3 782,13 6-757,20-3-750,-1-17 776,-17-6 0,1-2-160,22-5-602,-14-7 0,-1-5 686,7-13 1521,-17 7 0,-3-3 1181,0-18 811,-13-3 161,-7-2-319,-3 2 1553,-4 6-2421,-9 10 123,-5 12-688,-11 8-194,-3 10-193,0 7-90,4 10-39,6 9-28,7 6-17,5 1 23,9-3-23,6-6 0,11-9 17,6-9-17,5-15 6,4-11 39,-2-15 0,-3-11-1721,-19 10 0,-2-2 1687,1-12 17,-7 13 0,-4 1 62,-3 0 6,-8 0-7,-6 14 7,-9 13-12,-7 16-5,-4 13-23,-1 14-17,3 12-42,20-21 1,1 1-6,3 3 0,3 0 1499,2 3 0,3-1-1628,5 0 0,5-1-314,4 0 0,5-1-882,9-3 1,6-2 666,11-1 0,1-4 1,8 3-1,1-9 1</inkml:trace>
  <inkml:trace contextRef="#ctx0" brushRef="#br0" timeOffset="55923">6372 6683 24206,'-51'38'268,"1"0"1,11-15 0,6 4-199,9 25 0,8 5-825,8-18 1,2-1 765,-1 8 1,3 4-1685,8 4 0,3-1 1611,-3-18 0,4-1-375,10 11 1,5-3-1136,21 3-862,-14-21 0,3-2 1938,23 5 1,-19-16 0,-18-8 0</inkml:trace>
  <inkml:trace contextRef="#ctx0" brushRef="#br0" timeOffset="57590">6414 6793 9290,'0'-4'9830,"0"2"-5691,0 2-3842,-13-57 314,4 40-399,-9-41-94,6 57 5,-3 11 17,-7 11 28,-10 16-301,12-11 1,-1 1 266,-3 5 1,-1 1-9,-1 5 0,0 2-23,0 1 1,2 2-37,3-1 1,2 2-32,3-3 1,4 1-12,4-3 0,4-1 11,6-4 1,6-1 5,5-3 0,5-4-12,8-3 1,5-5-14,8-2 0,3-5-112,7-4 0,2-3-544,5-6 0,1-3-3366,0-4 1,-1-2 4004,-7-3 0,-6 0 0,12-5 0,-27 7 0</inkml:trace>
  <inkml:trace contextRef="#ctx0" brushRef="#br0" timeOffset="61203">7028 7004 19658,'0'-9'3937,"0"2"-3413,-3-25 0,-1-5-26,3 15-403,-4-17 0,3 6-21,5 29-1,3 12-34,5 12-3381,4 29 3348,-5-10-1183,-5-6 1,0 3 521,-1 16-1007,-2-19 1,1 0 1661,1 1 0,0-3 0,0 4 0,1-8 0</inkml:trace>
  <inkml:trace contextRef="#ctx0" brushRef="#br0" timeOffset="61402">7312 6745 25359,'2'-39'605,"1"0"1,5-22-595,10 70 6,15 17-3,-9-2 0,2 6 2,-2 5 1,1 5 0,-2-2-901,3 6 1,-2 2 834,-4 3 1,0 4-1,-6-2-273,-6 6 0,-7-1-476,-3-10 1,-2 3 0,-5-1 797,-7 3 0,-4 0 0,1-5 0,2-4 0,-1-4 0,-5-5 0,0 1 0</inkml:trace>
  <inkml:trace contextRef="#ctx0" brushRef="#br0" timeOffset="62731">5412 8882 23920,'-1'-10'-33,"14"11"-12,35 28-11,-20-11 0,0 2-42,0 3 0,-1 1-253,-3 2 0,-3 1 183,6 30 56,-27 2 70,-11-28 0,-8-2-403,-8 2 1,-5-1 455,-8 0 1,-3-3 24,-3 0 0,0-4 37,3-2 0,1-3 22,7-5 0,3-1 73,-9 1-106,22-8 293,18-5-332,18-9-29,19-5 0,23-10-428,-22 10 1,2-1 433,4-2 0,1 0 5,0-2 1,-1-1-116,-4-1 0,-1-1 132,-6-2 0,-4-2 12,-6-1 0,-4-3 5,-6-2 0,-4-3 17,-5-2 0,-4 0 42,-3-1 0,-3 2 31,-8-19 674,-4 12-395,0 14-2353,-7 2 2029,11 9 561,-1 4-634,19 19 319,7 12-336,11 17-2199,10 18 2196,-13-20 1,0 2-15,0 6 1,-2 2 716,-2 5 0,-4 0-849,-1-9 1,-4 3-850,-6 0 0,-5 5 0,-1-3 1004,-6 12 0,-2-2 0,3-5 0,0-3 0,0-13 0,0 0 0</inkml:trace>
  <inkml:trace contextRef="#ctx0" brushRef="#br0" timeOffset="63931">6613 10061 22397,'-15'-53'808,"1"1"0,1 4 1,-3 12-563,-9 23-128,1 10-68,-2 13-39,2 14 1,2 15 49,4 14-33,7 4-28,8 0-5,25 0-12,-3-23 28,31-3 11,-4-24 13,16-11-10,-31-2 0,1-5 56,2-10 0,-1-6 34,-5-4 0,-5-3-26,-1-3 1,-6-2-210,-6-2 0,-7 1 167,-5 5 1,-5 1 14,-1 1 0,-2 2 50,-15-21-40,-4 16-44,0 17 0,-5 15 23,-2 17-51,-2 14 195,17-1 1,2 5-221,5 5 0,2 2-15,2 2 1,4 1-306,6 0 1,7-1 111,4-7 1,6-3-1987,15 1 1,3-5 1720,18 6 47,-7-17 0,1-7-72,-13-8 0,-2-5 436,7-1 1,0-5 195,-1-9 0,-2-4 73,-10 1 0,-3-2-67,-2 1 0,-3-2 389,2-27 22,-9 11 12,-1-7 260,-4 10-221,-4 13 2638,-2 14-3192,-1 7 757,-2 14-785,-1 9 10,1 15 7,0 11-35,7 8 6,9-1 6,11-1 22,12-10-27,8-12 10,3-12 28,0-16-16,-5-17 39,-6-14 22,-5-13 28,-8-9-14,-15 20 1,-2-1-196,-2-21 193,-6 5 33,-6 19-84,-1 17-28,-1 3-73,0 15-11,4 10-22,1 5-494,7 12-1231,10-2-4386,14 7 6217,7-6 0,-8-12 0,-9-8 0</inkml:trace>
  <inkml:trace contextRef="#ctx0" brushRef="#br0" timeOffset="64142">8035 9597 18892,'-2'-49'733,"0"-1"1,1 6 0,-1 9 1716,2 22-2360,-1 9-57,2 27-16,4 13-1080,0 5 1,0 4 1062,-1-13 0,0 0-9,1 9 1,-1 1 202,-3-6 1,0 0-713,0 3 0,0 4-2147,-2 0 1,0 3 0,1-2 2664,0 5 0,-1-3 0,0-2 0,0-7 0,1-10 0</inkml:trace>
  <inkml:trace contextRef="#ctx0" brushRef="#br0" timeOffset="65332">7838 10083 23047,'-17'-39'498,"-1"-1"0,1 0 1,-4-18-1,14 12-487,28 31-5,30-8-59,-21 16 0,3 1-1471,25 0 0,3 0 832,-5 3 1,0 1 71,-10 3 0,1 0 0,-3 0 287,-1 1 0,-1 0-34,7 2 0,1-1 162,-3-1 1,-2-1 277,-9 0 0,0-2 658,7-2 0,-7-5 1415,-18-5-875,-5-11-368,-19 7 273,-16-12-627,-1 11-123,-14-6-129,-1 14-90,-9 10-140,9 6 23,-8 15-62,17 5-28,2 21 0,18-6-12,18 5 1,8-20 45,33-2 5,-1-16 468,-12-4 1,2-3-401,22-11 72,-11-6-73,-20 0 141,-11-3 50,-12 8 39,-2-1-280,-4 6 28,-2 10-56,-4 12 221,-1 4-244,-7 23-22,1-7 1,-1 4-741,-1 7 1,-2 4 735,3-5 1,-1 4 0,0 0-562,1 1 1,1 1 0,0 2 360,-1 4 1,0 1 0,1 0-618,-1 2 1,1 1 0,-1-1 491,-1-3 1,1-1-1,-3-2 165,2-7 0,-2-2 0,-2-3 101,-7 6 0,-3-8 136,3-16 0,-1-11 950,-12-25-955,16-19-4,14-18 1,8-9 69,5 6 0,3-3-106,1 2 0,1-5 1,4 2-190,2 2 0,4 2 1,0 1 182,-3 9 1,1 2 0,2-1-10,6-5 0,2 0 0,0 3-19,6-4 1,3 2 25,-2 5 1,2-1 0,0 2-407,9-6 1,0 3 400,-12 13 0,0 0 0,-1 3 10,5-4 1,-1 3 343,-5 3 0,-1 1-267,17-17-1,-18 12 2621,-12 5-2403,-13 15 6,-2 1-140,-19 24 262,-1 4-380,-15 22-16,8 1 1365,9 7-1404,11 0 22,17-3 390,2-14-367,37 0-40,-6-21 8,-12-5 0,2-4 26,23-12-23,-7-10 56,-8-14 29,-12-9-264,-11-9 224,-11-7 17,-12-5 11,-9 2-34,-10 6 23,-10 10-28,-11 13-40,-8 14 7,-2 12-18,4 15-5,9 11-12,13 13 1,10 10-56,9 10-337,11 6-61,3-29 0,4-1-287,6-2 1,4-3 90,7-5 0,4-4-295,6-4 1,3-5 31,4-7 0,1-6 436,8-7 1,0-6 711,-11-1 0,-3-4 702,5-10 1,-4-4 229,-15 3 1,-4-1-301,-2-3 1,-4 0-16,4-20 67,-11 15-404,-7 23-208,-2 9-178,-1 6-74,-2 9 1,-1 9 380,-2 10-397,0 16-34,-1 9-56,0 8-609,-1 7 245,5-31 1,0 0-1480,0 28-3343,9-11 5259,3-18 0,1-17 0,-4-9 0</inkml:trace>
  <inkml:trace contextRef="#ctx0" brushRef="#br0" timeOffset="65515">9964 9547 24749,'-25'-44'306,"0"-1"1,3 3-1,5 15-323,13 25-5,2 15-163,0 15-639,3 20-2637,6 15 3461,-1-24 0,1-3 0,2 7 0,2-6 0</inkml:trace>
  <inkml:trace contextRef="#ctx0" brushRef="#br0" timeOffset="66233">10264 9748 17316,'1'-5'6974,"-1"1"-4722,0 4-2101,10-18-129,-10 24 17,5 3 12,-14 37-40,4-15 0,-1 1-1710,-3 10 1,1 0 1692,-3 14 0,5-19 1,2-3 27,6-6 85,2-5 38,4-23-78,2-21-33,3-18 22,6-12-17,5-6 1422,-9 29 0,1 0-1433,18-21-84,3 10 56,1 14 0,2 13 22,0 10-38,2 12 16,-2 9-17,0 11-84,2 10 8,-19-17 1,1 0-297,1 2 1,1-1 57,2 1 1,0-2-119,1-1 1,1-3 22,1-1 1,0-3 229,-1-3 0,1-3 626,22 1-312,-11-17 225,-12-10-13,-9-13 40,-2-8 5,3-7-33,0-5 11,-8 19 0,-1 1-45,0-7 206,-7 4-425,-25 38 6,-17 13-81,10-1 0,-2 3-255,-4 4 1,0 2 240,1 3 0,0 0-3,4 0 0,3 0-8,-9 22 17,17-13 61,14-14 6,14-13-40,8-18 29,11-11 16,5-15 90,0-8 146,-5-3 33,-6-2 0,-7 6 377,-7 8-724,-5 8 0,-3 12 0,-2 9 0,0 17 0,-1 18 0,-4 32 0,0-23 0,-1 6 0,0-1-1049,0 6 1,-2 2 1048,2-10 0,-1 5 0,-1 2 0,1-4-32,-1 3 0,1-3 0,-2 3-192,1-5 0,-2 3 0,-1 0 0,-1-1-405,-2-1 0,-1 0 1,-2 0-1,-3-1 629,-5 2 0,-4-1 0,-1-1 0,4-5 0,-5 10 0,-1-5 0,-5-7 0,0 1 0</inkml:trace>
  <inkml:trace contextRef="#ctx0" brushRef="#br0" timeOffset="66922">12756 9830 22727,'-8'-55'873,"0"0"1,1 6 0,-6 10-509,-27 22-259,1 14-72,-2 10 39,-8 30-59,29-6 0,3 5-9,0-3 1,2 1-422,6 8 1,6-2 421,13 0 202,23-1-214,6-21 6,14-2 101,-2-18 5,-16-9-50,-11-4 84,-18-5 0,-9 4-28,-5 0 601,-17 7-669,-6 14-44,-12 12-5,12 5 22,-6 14-40,12 10 6,4 5 34,8 8-28,19-13 11,4-13-90,22 1-251,6-10-864,-1-9 1,3-2-379,-4-4 1,2-3-1980,10 1 1,0-3 3561,-2-7 0,-4-1 0,7 2 0,-6-4 0</inkml:trace>
  <inkml:trace contextRef="#ctx0" brushRef="#br0" timeOffset="68348">13265 10166 17231,'33'-34'1464,"0"-1"1,0 1-1,10-15 1,-9 7-1073,-18 15 1145,-32 1-1353,-3 20 71,-16 7 0,-5 3-59,-20 12-435,15-3 1,-1 3 257,9 2 1,3 3-3,3 1 0,2 2 324,-11 19-341,19-2 0,5 2 5,7 8-8,7-11 1,4-3 2,14-5-6,12-12 6,14-15-22,5-13 24,-16-1 1,1-3 0,0-7 0,-1-3 16,-1-4 1,-2-5-380,4-15 0,-4-5 379,-5 1 1,-2-1-15,-1-2 1,-2 0 5,-6 7 1,-1 0 18,0-3 1,1-2 45,-3 10 1,0-1 0,0 0 29,3-16 1,-1 1-279,-1-2 0,-1 7 222,-5 12 564,-5 15-592,-3 34 6,-3 15-33,-3 30 10,4-16 1,1 1 327,1-3 1,0 1-351,0 15 1,2 3-55,0-11 0,1 1 0,1 1-161,0 1 1,0 1 0,2 0-287,2 7 0,2 1 0,3-3-267,8 7 1,8-6-235,5-9 0,5-6 475,-6-11 1,4-7-739,11-7 0,1-9 1074,10-18 485,-18 0 1,-1-5 262,-11-6 1,-3-4 94,0-2 1,-3-1-25,9-22 229,-10 11 0,-2 0 95,1-14-579,-6 19 0,-3 0 171,-8-5-96,-15 16-252,-5 15 679,-31 11-740,11 11-62,-16 11-56,19 11-28,9 9 28,12 4 0,7 0 1076,14-6-1065,14-11 351,14-11-323,11-14-6,4-17 12,-1-12-3319,-6-13 3492,-9-5 79,-7 0-28,-7 4-23,-6 6-82,-4 10-164,-4 11 0,-3 7 0,0 16 0,-2 12 3392,-2 20-3392,-6 18-1696,2-21 0,-1 1 1696,-2 9 0,0 0 0,1-6 0,0 2-428,1 6 1,-1 6-1,0-3 286,0-12 0,1-3 0,-2 4-54,-1 0 0,-1 4 0,-1-1 0,-2-2-127,-5 3 0,-2-4 1,-2-2 5,0-4 1,-2-3 0,-1-4 299,-9 5 1,-1-9 49,-18-7-21,25-41 10,27-33-8,11 12 0,6-3 510,8-10 0,5-3-532,-4 15 1,2-1 0,3-1 5,1 4 1,3-2-1,0 1 1,-1 2-3,0 1 0,-1 3 1,1-1-3,4-3 0,2 0 1,1 1-381,1 3 1,0 1 0,-4 4 399,-4 5 0,0 0-12,6-5 0,4-2 0,-6 6 381,7-2-327,2-1 95,-18 10 34,-13 11 1412,-12 7-1300,-19 22 3210,5 1-3412,-7 15 58,14-5-64,11-1-27,6-2-28,10-6 33,6-7 22,3-7-27,3-12-34,-2-9 28,-3-12 6,-6-7-12,-8-5 6,-7-1-11,-7 3 11,-5 6-34,0 9 85,-6 4-57,2 11-33,-8 4 16,-2 13 40,-6 12-17,-5 14-28,-2 11-173,17-21 1,0 2 130,3 1 0,1 1 14,3-1 0,3 1-82,6 25 71,17-7-12,17-11 23,19-10 5,-22-20 1,3-3-14,2-5 0,1-4 27,-1-5 1,0-3-270,-3-6 0,-3-3 238,-2-3 1,-3-6-1531,1-13 1,-4-2 1555,-7 13 0,-2 0 50,4-18 1,-3 1 236,-1-11-301,-7 25 0,-1 1 0,0-18 46,-5 14-46,-2 15 368,0 11-368,0 7 3369,1 14-3369,3 15 0,3 21 0,0-14 0,1 3-351,1 6 0,1 2 351,2 5 0,-1 2 0,-1 3 0,0 2-331,-3 3 0,-4 1-3462,-8 1 0,-4-2 3793,-3-8 0,-2-4 0,-11 12 0,6-29 0</inkml:trace>
  <inkml:trace contextRef="#ctx0" brushRef="#br0" timeOffset="75657">6049 11909 10868,'-56'-2'1623,"1"1"0,0-1 1,-3 0-1,0 1 0,7 0-1363,10 1 1,5 0-20,-4 0 0,3 0 622,1-1 298,12-1-1021,5-1 40,22-4-214,26-3 6,32-6 3,-29 9 0,3-1-580,11-1 1,8 0-1,-2 1 476,10 1 1,1 0 12,-3 1 0,4 0 0,-3 2-62,-12 4 1,-2 1 0,-2 2-367,13 3 0,-4 6 219,-15 4 1,-9 6-320,-9 33 585,-32-18 0,-11 0 87,-12 6 0,-7-1-303,8-11 0,-3-2 0,-1 0 370,0-1 0,-2-1 1,1-1 91,-14 9 1,2-4 493,10-6 1,4-3-575,-9 6 646,28-15-596,29-13-112,26-14-45,-6 1 0,3-1-334,10-5 0,3-2 322,6-4 1,1-1-16,-18 6 0,1 0 0,-1 0 38,16-13 1,-4-1 30,-5 0 0,-6-1-42,-8 1 0,-6-1 53,-9 1 0,-6 1 87,-17-27 118,-25 7-82,9 30 0,-3 2 29,-2 2 0,0 2 160,-23-11-40,11 7 810,15 8-1129,12 6-113,16 10 102,7 5-51,31 31 11,-14-10 188,2 3 1,0 4-418,-10-6 0,-2 2-192,3 9 1,-3 3-495,-3 2 0,-5 2-3956,-6 9 1,-4-2 4512,-1-15 0,0-2 0,-2-3 0,-1-7 0,1-8 0</inkml:trace>
  <inkml:trace contextRef="#ctx0" brushRef="#br0" timeOffset="76688">7507 12144 19109,'-13'-48'1258,"0"1"1,0-1-1,2 7-496,3 12-5958,1 3 5207,3 14 1387,2 12-1370,10 16-11,5 17-17,9 21 0,-9-9 0,0 2 271,-4-14 1,-2 2-267,2 15 1,-3-1 11,-3 10-6,-3-26 0,-2 0 40,-4 17 212,-4-18-45,0-16-167,2-15 3257,-1-17-3264,2-11-16,0-17 6,3-11-15,3 12 1,2-1-3,2-19 0,0 14 0,1 0 11,7-7-6,0-2-61,-2 21 22,-4 24 490,-3 13-473,1 19 0,3 14 0,2 20-6,-2-20 1,-1 1-111,1 2 1,0 1 112,0-1 0,0-1-14,3 27 17,-2-12 23,-3-15 212,-3-21-218,-1-13-1,-2-14 24,-3-17-1,-1-12-28,3 10 1,0-2 4,-1-15 1,1-2-9,0 7 1,0 1 2,0 0 1,1 2 5,-2-14-12,3 31-61,-1 5 23,1 18 55,0 28-28,1-3-5,0 32 6,2-6-69,0-7 1,0 1-340,2 18-906,-1-7 1,1-2-1573,-2-5 2891,0-8 0,0-2 0,-1-16 0,-1-1 0</inkml:trace>
  <inkml:trace contextRef="#ctx0" brushRef="#br0" timeOffset="78079">6496 4402 13037,'33'-36'329,"-1"0"0,1 0 0,3-8 0,-2 9-114,11 12-187,-15 15 16,-6 4-44,0 3 151,-10 7 140,-13 7 87,-14 8 82,-15 11 54,-19 10-593,18-17 1,-1 1 382,-4 3 0,0 2 5,1 0 1,1 1-17,2-1 0,3 0-86,5-4 1,3 0 152,-4 17-16,18-13 166,21-12-281,20-10-70,26-16-104,-20-2 0,2-3-228,9-5 1,2-2 271,-15 3 0,1 0 1,0-1 12,1-1 0,-1-1 1,1 0-252,-3 0 1,0-1 0,-2 0 328,11-8 1,-3 0 102,-11 4 0,-6-2 170,-1-16-251,-36 6-473,-32 6 170,10 17 1,-4 3 460,-5 1 0,0 1-332,0 1 0,0 1 26,5 1 1,2 0 991,-18-4-920,17 2 148,15 2 55,11 2-214,5 2-205,3 0 556,6 1-425,6 5-137,11 4 30,8 8-40,7 9-26,4 6-261,4 5 208,1 6 9,-24-20 1,-2 0-764,15 27-706,-14 3-2910,-16-1 4557,-12-9 0,-1-19 0,1-11 0</inkml:trace>
  <inkml:trace contextRef="#ctx0" brushRef="#br0" timeOffset="78603">7877 4163 15428,'-3'-4'4515,"0"1"-3183,3 3 176,-37-62-1278,27 31-178,-10-9 1,5-1-4,23 9-4114,17-2 4112,-2 13 1234,19-1-853,-6 15-420,11 5 607,0 16-195,-4 15-330,-24 2 1,-5 5-133,-6 0 0,-3 0-227,-3 3 0,-4 1 257,-10 3 0,-6-1 56,0-8 1,-3 0 93,-4 6 1,-2 0-102,3-5 0,2-1 253,-11 18 442,16-19 153,20-16 2638,18-17-3065,23-16-253,-13 2 1,1-2-219,6-4 0,2-1 47,3-1 1,1 0-81,1 0 1,-1 1 18,0 0 1,-2 2-208,-3 2 1,-2 2-1227,-7 3 0,-1 1 1454,11-2 1,-20 7 0,-10 5 0</inkml:trace>
  <inkml:trace contextRef="#ctx0" brushRef="#br0" timeOffset="148064">17412 7649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3547-9196-DB27-B93F-EDC88AD3C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A13CB-C6B6-233B-B606-47418EAE7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4B6E7-9443-6506-3E9B-2CFDA826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FF815-2DD3-D637-F31B-800BEF1F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8E94B-25D4-C512-AB61-E7505558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5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0463-4053-7CB9-AF50-8AA82E14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9E38-8D12-8C7B-17D0-2AB596D8D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3C481-A898-EE6B-7E4F-9CB6CDE75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5E5F8-AC8D-16E4-D115-3FA2B774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13604-9448-0FE6-F5B8-22692E9E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B0F33-6871-4982-E1C4-D2E14E97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9EE09-3B55-CF6F-1751-2DCAD8951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3767B-F448-9785-E81C-D122E045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CFD33-D48C-3F06-C1C9-D3AEB9F2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EB363-06C8-7441-DE64-91BCF5EA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2737-92F6-D00E-6594-9CD1711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F56A9-1CA4-594B-10E7-6439C03FD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1B2FE-1A57-D0BE-9537-2F92503F9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F7ED9-61A9-5730-5170-816F265F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23644-0D89-C31C-04AC-D74CF50C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CCBB7-7372-C07A-A625-27DACF99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3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A4F2-4BC4-73B6-04AE-2F4654B1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0BCC1-8E11-7A7E-2223-81623479D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2A815-854E-7959-B07B-7D5337AED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923DF-3346-0850-D656-CAC103ABC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1D8D6-00B5-775C-B84D-283748591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1FE55B-508D-FAA4-8A7E-FD8F287A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8061E-6B7C-2722-E8F0-179BDC75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EF097-31A6-AA6B-9D32-A75518B1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6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C65F-9493-9989-D87C-4117AB4D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25E14-9E32-2368-5239-C20AC449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4F3A1-FAD5-6461-D86B-3580E239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B84A7-F6B6-A2FD-5348-CE41C551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8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B165B-81C4-CA78-5BD2-9052C4ED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FE2AA-EA36-15F7-6DDA-2BAD8EF4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AC0E3-670F-77F4-25F6-C97B7613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1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0A24-E376-7E8A-80CC-9ED5D14AD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5BA3-989A-2215-71C1-B2D286DB7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AD9A1-A206-C956-8C10-9DC31A87C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AA814-10DB-0986-1380-2FF4FB49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29E8E-4D23-051E-314C-00715C066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13C97-830A-64ED-4EEC-2F27F6FE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5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4CD3-B298-2A85-C093-88D851A27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751C0-48CC-DA85-B61B-537E70017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684D6-2F10-3BC6-0908-CF5A6E0F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3DE45-5744-69F8-A7A8-CA973998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29C6C-D53D-3B9D-8754-7075F45D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D2CF3-075E-5A75-31A4-A15E69B4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8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6453-0C57-E55F-8F2E-0C3EFD35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C126F-0654-B1C4-510A-6D3A6547B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658F8-3BB4-58D7-0946-1A0565CC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9383-7C8E-1382-7A75-B18DBFD9D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B11C5-410F-34B7-EA07-87EBCBAE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69F14-18BB-BFB8-2B77-64455A955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EEBA1-BADD-2FF0-F9BC-CE68118C4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AD313-AD6D-B56C-256E-A8E95F34C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D8DCC-C2B7-D6AB-7F21-01C16F86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A5C66-BBA2-2136-BF7C-3DFD35C2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5065-343F-707C-055A-D4DE1CC1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4DEC0-CE28-7B14-EC99-D74A4F1A7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7C67-3B43-02BF-04A8-BFBA35ABA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D6EED-397B-E644-9EDC-04FFCAC93BA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078B-3C18-F632-171B-7FFB73138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407F0-6585-329C-ED93-391C19C18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1C6DE-45BC-044E-95E7-20D2CB402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9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F3B0F9-6A6D-A8FE-C53D-4A0E7D4C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75B916-0750-A67F-7C5C-F17DFA231758}"/>
                  </a:ext>
                </a:extLst>
              </p14:cNvPr>
              <p14:cNvContentPartPr/>
              <p14:nvPr/>
            </p14:nvContentPartPr>
            <p14:xfrm>
              <a:off x="753480" y="2775600"/>
              <a:ext cx="1686240" cy="31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75B916-0750-A67F-7C5C-F17DFA2317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120" y="2766240"/>
                <a:ext cx="1704960" cy="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671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15BC838-D046-57E1-3365-92AF0BA6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4E6961-AB7C-463A-43D1-308E577536E7}"/>
                  </a:ext>
                </a:extLst>
              </p14:cNvPr>
              <p14:cNvContentPartPr/>
              <p14:nvPr/>
            </p14:nvContentPartPr>
            <p14:xfrm>
              <a:off x="766440" y="354240"/>
              <a:ext cx="11210040" cy="5413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4E6961-AB7C-463A-43D1-308E577536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080" y="344880"/>
                <a:ext cx="11228760" cy="54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267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02479-DDFC-502E-C111-A33B21CD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03B0E0-D445-D35C-02B1-1121F4209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702DD28-A6B7-FCE0-5159-CFEFF11DA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E48D52-A4DA-AC68-2594-395D74B4934D}"/>
                  </a:ext>
                </a:extLst>
              </p14:cNvPr>
              <p14:cNvContentPartPr/>
              <p14:nvPr/>
            </p14:nvContentPartPr>
            <p14:xfrm>
              <a:off x="619200" y="207720"/>
              <a:ext cx="7514640" cy="611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E48D52-A4DA-AC68-2594-395D74B493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840" y="198360"/>
                <a:ext cx="7533360" cy="613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281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DC83-6E98-22FC-0C6E-E424A743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14415E-B764-9422-714B-DC0C8F6F7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AF8BD6C-27FD-BBB9-8D7E-4D5CC966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E8DE6FA-0703-A5A2-77BD-5AFF3312F9D2}"/>
                  </a:ext>
                </a:extLst>
              </p14:cNvPr>
              <p14:cNvContentPartPr/>
              <p14:nvPr/>
            </p14:nvContentPartPr>
            <p14:xfrm>
              <a:off x="954000" y="142920"/>
              <a:ext cx="11227680" cy="6715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E8DE6FA-0703-A5A2-77BD-5AFF3312F9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4640" y="133560"/>
                <a:ext cx="11246400" cy="673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925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DA0BD-A68F-271C-2CAD-70AC589B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1191DA-AE2F-FCD5-5293-AE7D4B68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FD312F26-5DF0-7FC1-1EE4-0DA03F007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23C0C8-CD34-D1B2-0AF7-23DBC8246386}"/>
                  </a:ext>
                </a:extLst>
              </p14:cNvPr>
              <p14:cNvContentPartPr/>
              <p14:nvPr/>
            </p14:nvContentPartPr>
            <p14:xfrm>
              <a:off x="799200" y="285120"/>
              <a:ext cx="6950880" cy="6068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23C0C8-CD34-D1B2-0AF7-23DBC82463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840" y="275760"/>
                <a:ext cx="6969600" cy="60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874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029F5-32EF-D784-2B38-8CF84D440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A13DB5-C1FB-AEDA-290B-9B931A379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1431A17-7C68-04A6-ED75-98D44F43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1FFD47-8BB7-386D-E037-74AF97F7FB57}"/>
                  </a:ext>
                </a:extLst>
              </p14:cNvPr>
              <p14:cNvContentPartPr/>
              <p14:nvPr/>
            </p14:nvContentPartPr>
            <p14:xfrm>
              <a:off x="250920" y="92880"/>
              <a:ext cx="11883240" cy="6721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1FFD47-8BB7-386D-E037-74AF97F7FB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560" y="83520"/>
                <a:ext cx="11901960" cy="67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391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D7022-09E7-3F59-758C-D2375B59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AB35AA-CBA9-701C-9919-E674D347E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A04D812-EC50-D5E4-96AB-E4A1725054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2C8346-1540-6DC0-6D06-CF49FFEDBBC2}"/>
                  </a:ext>
                </a:extLst>
              </p14:cNvPr>
              <p14:cNvContentPartPr/>
              <p14:nvPr/>
            </p14:nvContentPartPr>
            <p14:xfrm>
              <a:off x="264600" y="121680"/>
              <a:ext cx="11219040" cy="673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2C8346-1540-6DC0-6D06-CF49FFEDBB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240" y="112320"/>
                <a:ext cx="11237760" cy="675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5523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14F3C-98E1-0034-CE62-4C2AA352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E306C1-CB83-6D61-68C0-2A5CD4650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1CDEA05-7A38-C703-414B-61787D90A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95CBBA-1D4E-12A6-3331-C21C85F72F14}"/>
                  </a:ext>
                </a:extLst>
              </p14:cNvPr>
              <p14:cNvContentPartPr/>
              <p14:nvPr/>
            </p14:nvContentPartPr>
            <p14:xfrm>
              <a:off x="518760" y="444960"/>
              <a:ext cx="8168040" cy="497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95CBBA-1D4E-12A6-3331-C21C85F72F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400" y="435600"/>
                <a:ext cx="8186760" cy="499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042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47703-6BFA-828C-A93A-78220705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B1DCF1-AC69-1347-D58F-3359DC717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32132A1-22DA-3E45-0788-DDFF239191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54F1381-EC84-8E56-0162-B11F810EE37D}"/>
                  </a:ext>
                </a:extLst>
              </p14:cNvPr>
              <p14:cNvContentPartPr/>
              <p14:nvPr/>
            </p14:nvContentPartPr>
            <p14:xfrm>
              <a:off x="477000" y="95760"/>
              <a:ext cx="9646560" cy="6730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54F1381-EC84-8E56-0162-B11F810EE3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640" y="86400"/>
                <a:ext cx="9665280" cy="674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2727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046BA-6477-4211-3FEC-E53E03944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8D5AC7-2E1D-6A13-60EE-BBF602259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197EB04-CDC5-2845-2DEA-7091F3F2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F1C306-F371-BF38-9B82-EC4415F50A73}"/>
                  </a:ext>
                </a:extLst>
              </p14:cNvPr>
              <p14:cNvContentPartPr/>
              <p14:nvPr/>
            </p14:nvContentPartPr>
            <p14:xfrm>
              <a:off x="207000" y="176040"/>
              <a:ext cx="6319800" cy="431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F1C306-F371-BF38-9B82-EC4415F50A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640" y="166680"/>
                <a:ext cx="6338520" cy="43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766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2025-11-26T13:26:10Z</dcterms:created>
  <dcterms:modified xsi:type="dcterms:W3CDTF">2025-11-26T15:47:27Z</dcterms:modified>
</cp:coreProperties>
</file>