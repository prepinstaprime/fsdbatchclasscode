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008"/>
    <p:restoredTop sz="94667"/>
  </p:normalViewPr>
  <p:slideViewPr>
    <p:cSldViewPr snapToGrid="0">
      <p:cViewPr varScale="1">
        <p:scale>
          <a:sx n="122" d="100"/>
          <a:sy n="122" d="100"/>
        </p:scale>
        <p:origin x="224" y="2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12T13:35:40.360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1624 2440 10780,'10'-41'3276,"0"0"1,-3 7 0,0-2-1068,4-16 1,-1 0-1504,-4-12-661,-9 42 11,-8 39-67,-5 28 0,0 13-124,4-14 1,1 1-1,-1 3-1605,-1 13 0,1 2 0,1-3 1255,5-13 0,1-4 1,1-2-1,1 3 1,4-7-1,4-9 1</inkml:trace>
  <inkml:trace contextRef="#ctx0" brushRef="#br0" timeOffset="249">1999 2478 25259,'-17'-11'-275,"39"-1"275,21 5 0,6 2 0,16-2 0,-12 2 0</inkml:trace>
  <inkml:trace contextRef="#ctx0" brushRef="#br0" timeOffset="1067">4022 2309 17143,'1'-53'2576,"0"0"1,0 8-1,0 6-2441,0 9-85,1 56-45,-2 13 1,-2 10-10,-1-5 0,-2 5 1,0 0-103,-2 4 0,-1 1 1,-2-2 108,0-4 1,-1-1 0,0-5 113,-2 3 1,2-11 39,0-19-95,35-53-62,3 3 0,6-4-13,0 7 0,3 0 0,3 1-129,3-1 0,2 0 0,0 1 128,-2 1 1,-1 2 0,-2 0 147,8-7 1,-5 2-110,-15 5 1,-3 0 98,6-16 105,-10 11-167,-5 15-17,-15 41 150,-6 7 0,-1 6-207,-4 15 1,2 5-311,1 8 0,7 1-1073,7-4 1,11-4-3522,11-16 1,6-8 4445,-4-8 1,2-8 0,21-10 0,-37-7 0</inkml:trace>
  <inkml:trace contextRef="#ctx0" brushRef="#br0" timeOffset="1784">4953 2496 12780,'0'-5'9830,"0"2"-7590,-8-39-2235,7 38 23,7-21 45,21 44-6,21-3-50,-15-19 0,1-6 36,3-7 0,-1-6 98,-3-8 1,-5-3-18,-6-1 1,-10 0-12,-26-18-78,-42 32-40,14 26 1,-1 11-9,-4 10 1,4 7-26,7 8 0,11 5-20,17 0 1,13 0-239,17-5 0,14-7-211,-1-14 1,7-5-1,3-5-205,9-4 0,3-5 0,1-4 675,1-5 1,1-5 0,-3-3 295,-3-3 0,-1-3 0,-5-3 338,5-11 1,-11-3-194,-20 5 1,-13 2-51,-35-6-212,-34 39-150,27 12 1,1 8 0,4 6 0,7 5 274,8 1 1,9 0-328,23 23 72,19-25 112,18-36 84,-26-13 1,-2-7 58,1-10 1,-4-3-24,-3 2 1,-4 1 81,3-16-409,-17 34-755,-17 47-4007,4 22 4835,-2 7 0,10-18 0,1-24 0</inkml:trace>
  <inkml:trace contextRef="#ctx0" brushRef="#br0" timeOffset="2717">6221 2625 22347,'-1'-47'841,"0"0"1,-1 1-1,1-18 1,0 27-719,6 74-90,-3 13 1,-3 11-34,-2-4 0,-2 5 0,-1 1-256,0-11 0,0 2 1,-2-1-1,0-2 259,-3 7 1,-2-1 0,0-5 141,-3 11 0,1-15-83,4-33-6,10-49-45,3-3 0,3-9 1,0-2-12,1-3 0,1-2 0,0-2-82,2-7 1,0-2-1,2 0 99,0 13 0,1-1 0,2 1 0,1 4-25,3 1 1,1 3-1,3 4-3,4-1 0,2 3 0,3 11 383,8 13 0,0 14-395,-3 16 1,-6 11 11,-9 11 0,-12 5-3,-16 6 0,-14-1 8,-15-2 0,-9-6-33,-6-8 0,-2-8-1563,11-10 0,5-10 1602,8-19 0,27-2 0,20-3 0</inkml:trace>
  <inkml:trace contextRef="#ctx0" brushRef="#br0" timeOffset="2917">6963 2276 25074,'-31'55'-651,"-1"-1"0,1 1 0,4-3 0,2-1 0,7-5 651,12-8 0,4-4 0,2 12 0,2-32 0</inkml:trace>
  <inkml:trace contextRef="#ctx0" brushRef="#br0" timeOffset="3117">7043 2014 21635,'-2'-4'2224,"0"2"-9192,2 2 6968,-1 20 0,0-15 0,0 16 0</inkml:trace>
  <inkml:trace contextRef="#ctx0" brushRef="#br0" timeOffset="3850">7665 2021 21282,'0'-5'3137,"0"2"-2947,-26 11 0,-11 15-126,7 18 1,-1 12-79,2-10 0,-5 4 0,0 4 0,2 3-564,7-1 0,0 4 0,2 2 0,1 1 0,0 1 232,3-9 1,0 2 0,1 0 0,1 0-1,1-1 1,2-2 172,1 4 1,1-1-1,1-1 1,3-3-1,2-3 347,-1 12 0,3-5 0,11-17 11,23-19-71,-20-46 1,-9-17 66,-8 5 1,-5-4-1,-1 0 179,0-1 1,0 0-1,1 1-117,-5-19 1,12 2-241,25 10 0,16 5-265,3 14 0,8 3 0,3 3 260,-3 5 1,3 1 0,2 1-1,0-1 5,1 0 0,0 0 0,1 0 0,-3 0 41,9-4 1,-2 0 0,-6-1 978,4-6 1,-13-3-352,-9-21 12,-46 15-337,-14 19-263,-7 39-78,12 39 396,18-15 0,7 2-394,10 2 1,9-4 5,7-9 0,7-10 42,6-16 0,3-13 157,-3-13 0,-2-11 148,-6-10 0,-4-4-8,-6 1 0,-4 1 55,1-17-335,-26 57-56,-10 30 0,-3 22-57,3-2 1,0 5 0,0 5-1155,0 0 0,1 3 1,-1 2-1,2 0 1194,0-3 0,2 1 0,0-1 0,1-4 0,1 2 0,1-4 0,1-4 0,0-6 0,0 1 0</inkml:trace>
  <inkml:trace contextRef="#ctx0" brushRef="#br0" timeOffset="4383">9633 2512 22358,'-4'-47'914,"1"0"0,-1 0 1,0-9-1,-4 22-723,-10 45-124,6 24 0,6 12-34,7 8 1,13-2 24,11-19 0,10-5 0,7-8-43,7-11 0,6-9 1,6-6-1,4-4-493,-9-1 0,4-3 0,3-4 1,2-2-1,2-1 0,-2 0 0,0 0 478,-8 3 1,-1-1 0,0-1 0,0 0-1,1-1 1,1 0 0,2 0 0,1-1-2,-4 3 1,2-1-1,3-1 1,1-1-1,1 1 1,0-1-1,-1 1 1,-1 0-1,-1 1 1,-3 1-1,-4 1-77,8-3 1,-3 2-1,-2 1 1,-2 0-1,-1 1 1,0 1-1,1 0-771,7-2 0,3 0 1,-2 1-1,-2 2 1,-6 1-1,-9 3 393,14-2 1,-20 7-1,-32 7 1,-10 2-1</inkml:trace>
  <inkml:trace contextRef="#ctx0" brushRef="#br0" timeOffset="5450">1582 3960 22060,'-8'15'1961,"-25"3"-1603,-17 12 135,-8-27-50,17-41-331,38 3 0,8-5-37,7-3 1,6 2-51,5 3 1,6 6-24,1 14 1,1 11-6,1 17 1,-3 12-10,-4 16 1,-9 9 15,-14-4 0,-7 5 0,-6 0-270,-10 10 1,-8 2-1,-4-3 257,3-13 1,-3-1 0,-2-2-1,-1-3 50,-9 6 0,-1-3 1,1-8 64,-5-4 0,7-17 12,4-38-40,41-10 1,15-4-49,8 3 1,9 4-45,12 2 0,5 11-574,5 14 0,1 12-4328,-2 12 1,-3 7 3903,-12-2 1,-6 1 0,9 16-1,-32-29 1</inkml:trace>
  <inkml:trace contextRef="#ctx0" brushRef="#br0" timeOffset="5617">2251 4329 22627,'0'-10'2374,"0"2"-4794,28-21 1,10-2 2419,-4 10 0,3-12 0,-3 4 0,-16 23 0</inkml:trace>
  <inkml:trace contextRef="#ctx0" brushRef="#br0" timeOffset="6434">4201 4213 14689,'2'-10'4383,"4"-46"0,-2-9-3442,-10 20-684,7-24 1,-11 16-56,-44 80-188,23-2 0,0 7-24,-1 8 1,-1 7 0,3 2-418,5 3 0,3 2 0,4-1 141,4-8 1,4 0-1,9-3-285,19 17 0,18-14 382,3-35 0,10-12 1,1-5 315,2-4 0,0-5 0,0-3 85,1-3 1,-2-4 0,-3-3 257,-8-2 1,-3-4 0,-5 2-15,-6 4 0,-6 1-270,6-19-119,-54 67-56,1 32 341,8-14 0,6 3-358,15 7 1,12-3 2,11-15 1,8-6 16,7-3 0,4-11 66,-3-17 0,2-11 0,-3-3 124,8-13 1,-4-6-57,0-6 1,-7-4-15,-15 2 1,-10 2-40,-10-9-157,-10 11-1332,-1 43-8437,22 25 9806,-2 3 0,7-3 0,-11-15 0</inkml:trace>
  <inkml:trace contextRef="#ctx0" brushRef="#br0" timeOffset="6850">5540 4165 21271,'0'-6'2487,"-10"-30"0,-5-5-2134,-3 21-320,-1-15 1,2 11-29,1 63 6,20-4 1,7 4-38,8 11 1,7 1-39,8 3 0,3-3-54,-3-6 0,-6-2-559,-8 15-589,-57-33 1044,2-29 1,-3-12 341,0-10 1,4-7 299,8-9 0,8-4 92,7 3 1,7 2-25,7-18-432,-3 43-90,-9 59-1078,-1 2 0,-2 4 1112,0 6 0,1-1 0,-1-11 0,2-4 0,-1 5 0</inkml:trace>
  <inkml:trace contextRef="#ctx0" brushRef="#br0" timeOffset="7800">6202 4095 21052,'0'-56'887,"0"0"0,0 0 0,-1 0 0,1-5 0,0 2 0,-1 12-798,0 2-89,8 95-2,-3-11 0,1 7 1,-2 3-46,1 1 1,-1 4 0,0 2 0,-2 0-489,-1 7 1,-1 3 0,0-1 0,-1-1-23,-1-7 0,1 1 0,-2-3 0,1-3 9,-4 2 1,0-3 0,4-10 595,6-2 792,15-86-302,-7-1 0,-1-6 27,-3-4 1,-2 0-230,-6 8 0,0 3-303,-3 10 1,7 4-135,35-4 31,0 25 0,7 4 33,16 0 1,5 0 30,-19 2 1,2 0 0,-1-1 433,15-4 0,-3-1-300,-15-1 1,-7 0 151,3-8 18,-59 26-175,-8 11 0,-4 8-109,-3 9 0,3 6-28,4 4 0,10 3 14,13-7 0,13-3 0,16-9 0,9-9 14,9-10 0,4-10 59,2-10 0,-2-9 106,-6-7 0,-9-7-31,-15-7 1,-15-3-82,-21 2 0,-14 5-53,-13 3 0,-7 9-126,5 11 0,3 10-4352,-2 25 4464,63 12 0,11-4 0,0-13 0</inkml:trace>
  <inkml:trace contextRef="#ctx0" brushRef="#br0" timeOffset="8400">7434 4188 26396,'-33'11'230,"9"33"-194,21 6 0,4 5-11,-3-7 1,-2-3 343,-3 13-229,-2-53 107,17-55-102,3 5 1,2-4-23,6-10 0,3-1-31,1 4 1,4 3-65,6 10 0,4 9-11,-6 16 0,2 11-17,7 18 0,-4 13 0,-10 16 0,-10 11-4,-10-9 0,-6 4 1,-3-1-3,-8 19 0,-7-5 20,-2-14 0,-2-14-2,7-27 35,21-33 1,13-16-54,7-5 1,4-4 27,-3 13 0,2-2 1,1 4-15,8-6 1,5 6-13,-5 16 0,4 3 0,-2 8 15,8 9 1,-1 9-74,6 3 1,-6 10-959,-11 18 1,-12 9 1019,-19 3 0,-7 0 0,5-12 0,-4-3 0,-21 21 0</inkml:trace>
  <inkml:trace contextRef="#ctx0" brushRef="#br0" timeOffset="9733">9842 4162 21808,'-17'-59'986,"0"0"0,0 14 0,-8 16-914,-27 42 1,-5 24-71,19-5 0,3 7 0,0 3-340,-5 6 1,1 3 0,7 3 148,6 2 1,7 2 0,16-5-307,21-12 0,13-3 1,4-6 290,3-5 1,4-6 0,6-6 187,5-9 1,6-5-1,1-7 1,-2-3 264,-8-4 0,-1-6 0,-1-1 1,-3-2 179,6-2 1,-2-2-1,-7-4 246,10-19 0,-21 0-32,-39 1-402,-38 20-191,-14 40-50,24 14 0,5 6 464,-2 24-481,24-17 0,14-2-20,22-12 1,12-7 30,3-9 1,4-8 30,8-6 1,-3-11 153,-6-17 0,-10-10 3,-17 4 0,-8-2-79,-4-3 1,-8 2-17,-13 6 0,-7 7-115,-22 9-107,-5 23-1282,29 21 0,8 10 1417,14 4 0,6 1 0,-8 18 0,26-10 0</inkml:trace>
  <inkml:trace contextRef="#ctx0" brushRef="#br0" timeOffset="10316">10625 4444 24419,'10'-46'1062,"0"-1"0,-2 6 1,2 9-1024,-1 24-11,1 31 8,-5 15 1,-4 8-40,0-2 0,-2 1 3,-2 2 0,0-4 106,-5 4-44,4-60 0,11-40-37,0 13 0,2-2 6,4-3 0,5 1-15,6 3 1,5 4-17,7 8 0,5 6-9,0 8 1,1 10 5,0 11 1,-4 11 2,-10 10 0,-9 8 2,-10 9 1,-8 2 11,-5-7 0,-4-2 82,-12 12-46,11-54 12,27-45-4,-3 13 1,3-2-9,6-2 1,4 4-32,-1 7 1,1 8-42,28 8-146,-4 50-714,-29 2 0,-6 8-4034,-4 11 1,-4 2 2948,-3-14 1,-3-4 0,-7 23 0,2-56 0</inkml:trace>
  <inkml:trace contextRef="#ctx0" brushRef="#br0" timeOffset="11083">11796 4617 23230,'-5'-58'420,"-1"0"1,0 0 0,1 0 0,-1 0 0,0 0 0,0 0 0,1 6 0,1 10-388,1-6-13,14 77 0,4 25-30,-5 1 1,-1 9 0,-1 4-624,-2-15 0,0 4 1,-1 1-1,-1 2 1,-1 0 307,-2-6 0,-1 1 0,-1 1 0,-1-1 0,-1 0 0,0-2-223,-1 3 0,-1-1 1,0-1-1,-1-3 0,-1-3-562,-3 13 1,0-5 0,1-16-504,2-16 2313,10-57 0,5-26 185,0 5 0,1-6 0,0-4-636,-2 7 1,-1-4 0,-1-1 0,0-1 13,-1 8 0,-1-2 1,0 1-1,0-1 0,0 0-130,-2 2 0,0-1 1,-1 1-1,1 0 1,1 1-189,2-7 1,1 0 0,1 2 0,5 4 67,4-3 0,5 4 0,6 7 447,4 11 0,4 6 0,3 12-460,19 14 0,-1 20 11,-5 21 0,-12 15 4,-23-8 0,-9 5 0,-7 0-115,-11 3 1,-8 0 0,-5-2 101,-8-2 0,-5-3 0,-3-4-66,-1-8 1,-3-5 0,3-2-390,-8 3 1,10-7-9379,20-10 9041,35-18 0,9-2 0,-17 5 0</inkml:trace>
  <inkml:trace contextRef="#ctx0" brushRef="#br0" timeOffset="12867">12540 4265 13060,'36'-37'2457,"0"0"1,0 0-1,8-8 1,-13 3-476,-30 1-1472,-40 39-356,5 17 0,-2 9-87,-6 8 1,3 5-49,4 2 1,6 1 25,10-5 0,13-4 195,39 1-134,2-30 1,4-9 80,5-6 1,0-5 67,-3-5 0,-4-2 131,5-14-268,-25 15-107,-26 22 17,-7 29-50,-2 23 8,11-14 0,6 3-12,10 1 1,6-2 14,7-5 0,5-6 11,5-11 0,2-8 19,1-12 1,-2-9 8,-4-11 0,-5-7 3,-2-7 0,-3-5-20,-4-2 0,-1-2-22,4-1 0,2 3 16,5 7 1,4 4 2,2 8 1,3 8 24,28 25-50,-38 14 1,-6 8 7,-5 13 1,-4 3-213,-3 4 0,2-1-261,5-7 0,8-6-8,12-11 0,7-8 296,11-11 1,5-10 195,-14-3 0,2-4 0,-3-2 68,9-6 0,-5-4 104,-2-5 0,-7-6 145,-17 1 0,-6-1 56,5-27-83,-23 5-186,-24 42-95,-10 26 8,10 11 1,3 8-40,5 9 1,4 2 5,4-5 0,6-2 31,26 25 50,31-55 62,-20-14 0,0-8 58,-4-8 1,-5-4 114,1-29-190,-31 13-61,-14 26-96,-8 36 39,10 30 6,16-14 0,8 3-8,8 3 0,10-3-12,17-5 0,7-9 23,-1-10 0,4-10 6,-5-7 0,2-6 1,-4-7-115,-5-8 1,-4-6-1,-2-4 120,3-11 0,-4-5 0,-5-3-207,-4-5 0,-5-4 0,-6 1 227,-5 0 1,-4 0-1,-4 3 2,-1 11 1,-3 1-1,-2 6-26,-2-3 1,-5 13-51,-5 29 61,13 39 0,6 20-43,-1-2 1,2 6 0,1 3-324,0-4 1,0 2 0,2 2 0,-1 0-33,1 1 1,1 1 0,0-2 0,1-1-589,1 6 1,2-3 0,3-7-1714,4 4 1,7-16-3189,19-26 4404,-14-71 4197,-29 4 0,-12-4-454,-5 6 1,-6 2-421,-12-7 1,-1 5-1051,12 18 0,9 1 424,18-22-1225,30 29 1,12 6-22,-1 5 1,5 3 0,2 2-185,12-1 1,2 2-1,-2 1 205,-11 0 0,-2 2 1,-2-2 63,19 1 1,-11-5 305,-26-10-129,-37 2 168,-53 3-325,25 19 0,-1 6-84,4-1 1,5 6 264,5 12 0,15 4-273,28 3 0,14-2-3,1-4 0,5-3 22,19 1 0,4-10 90,-14-17 0,-3-7 68,13-16-35,-49-38-50,-24 25 1,-8 1-63,2 4 1,-2 1-144,-2 1 1,1 6-1862,2 14-3899,11 21 5870,13 12 0,1-5 0,5-6 0</inkml:trace>
  <inkml:trace contextRef="#ctx0" brushRef="#br0" timeOffset="13383">15182 4001 23791,'7'-56'1141,"0"-1"0,7 4 0,6 12-1113,25 25-9,-3 31 1,-1 16-6,-8 11 0,-7 8-9,-6-10 1,-4 3 0,-7 1 10,-10 2 1,-9 1 0,-3-6 39,-5-2 0,-4-8 140,-27 7-95,31-61-45,45-34-68,1 16 1,6-3 28,-6 11 0,3-1 0,1 2-4,1 0 0,2 0 0,-1 3 46,13-11 0,0 5 8,-7 8 0,-1 3 42,-8 6 0,-4 1 43,8-9-35,-28 1-100,-22 12-10,-11 6-7,1 13-63,8 8-1527,8 7 1590,3 3 0,3-7 0,1-6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12T13:38:18.395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1308 2480 11329,'17'-59'1966,"0"1"0,0 0 0,-4 8 0,-2 3 0,-4 3 221,-2-3 1,-11 9-1970,-31 14-168,-2 44 1,-3 21-61,8 0 1,1 8 0,3 3-162,7-6 1,1 3 0,3 2-1,5-1 143,1 16 0,7 1 0,11-5 18,10-13 1,9-3 0,7-10 23,7-11 0,7-8 1,1-10 9,4-11 0,1-11 0,-3-6 21,-2-7 0,-3-8 0,-4-4-108,-5-8 1,-4-6 0,-7-2 146,-5 2 0,-5-3 0,-8 2-6,-8 5 0,-7 1 1,-7 5 2,-18-10 0,-11 12-115,-6 15 1,-3 15-499,4 18 0,4 13 532,12 13 0,7 5 0,0 14 0,20 3 0</inkml:trace>
  <inkml:trace contextRef="#ctx0" brushRef="#br0" timeOffset="699">2174 2337 14533,'10'-35'4825,"1"-1"0,-5-7-4273,1 2 0,-7 5-423,-19 23-90,-8 30 0,-2 16-21,5 4 1,2 6 0,2 2-23,0-1 1,2 1-1,4 3-19,2 10 1,6 3 0,11-6-12,22 3 1,12-10 38,3-7 1,6-12 61,16-15 0,1-19 126,-10-25 1,-6-14-96,-7-1 0,-8-8-46,-14 2 0,-5-6 1,-10 2 23,-11 4 1,-8 1-1,-4 2-45,2 4 1,-4 3 0,-4 3-30,-9 1 0,-5 4 0,0 9-484,-5 10 1,2 13-2771,6 11 1,5 8 2403,0 25 0,23 1 0,7-24 0</inkml:trace>
  <inkml:trace contextRef="#ctx0" brushRef="#br0" timeOffset="1384">2846 2485 16863,'0'-37'3887,"1"-1"0,-3 2-3520,2-9 0,-1 14-356,-2 36 57,-1 34-4,-1 15 0,0 9-64,-1-1 0,1 1 9,1-15 1,0 1-1,0-4 16,1 0 1,0-7 601,3 3-347,0-54-224,0-46-25,1 7 0,-1-8-3,1 10 0,-2-3 0,2-1-179,-1-4 0,1-1 1,3 1 135,4 4 0,2 1 0,2 3 20,7-10 1,6 8-29,6 17 1,5 12-12,1 20 1,-2 12-6,-2 12 0,-7 9 58,-8 14 1,-12 4-37,-20 8 0,-15-1-45,0-17 1,-6-3 0,-3-3-281,1-3 0,-1-4 0,0-3 342,-10 2 0,6-5 0,5-6 0,30-12 0</inkml:trace>
  <inkml:trace contextRef="#ctx0" brushRef="#br0" timeOffset="1862">3496 2385 26234,'-15'-40'229,"18"30"-285,15 37-560,4 23 0,-4 9-2809,-12-15 0,-7 2 238,-6 13 0,-8-3 2905,-5-23 0,-5-9 0,-20-2 0,21-19 1</inkml:trace>
  <inkml:trace contextRef="#ctx0" brushRef="#br0" timeOffset="2094">3375 2485 14376,'-18'44'0,"1"0"0,-1 0 0,-3 9 0,-1 0 0</inkml:trace>
  <inkml:trace contextRef="#ctx0" brushRef="#br0" timeOffset="2713">4647 2227 17412,'1'-4'7572,"-1"0"-7427,-32 15 1,-11 14-174,15 22 76,-6-14 0,7 0 159,35 10-2558,38-56 0,6-18 2580,-16-3-334,-2-25 1,-17-1 115,-39 26-251,-12 16 0,-4 12-1048,-3 45 1072,15 14 0,6 4 1,7-3-1,11-16 1,0-1-1</inkml:trace>
  <inkml:trace contextRef="#ctx0" brushRef="#br0" timeOffset="3125">4719 2647 17445,'-25'28'4828,"1"0"1,-16 20-5417,35-71-3367,4 26 3955,-5 2 0,6 8 0,0-6 0</inkml:trace>
  <inkml:trace contextRef="#ctx0" brushRef="#br0" timeOffset="3550">392 3316 16376,'37'30'3248,"-1"0"1,-43 9-3174,35-28 1,25-6 0,16-5-1,5-2 1,-3-1 0,-15 2-1913,-6 0 1,-7 0-1,17-1 1835,-24 0 0,6 1 0,6-1 0,6 0 0,4 0 1,4 0-1,4 0 0,3-1 0,3 1 0,1-1 0,2 0 1,1 0-1,0 1 0,-1-1 0,-1 1 0,-1-1 0,-2 1 1,-3 0-1,-3 0 0,-3 0 0,-5 0-135,10 1 0,-3-1 0,-4 1 0,-2 0 0,-2 0 0,0 1 0,0-1 1,1 0-1,2 0 0,2 0 0,4 0 0,5-1-28,-16 1 1,4-1 0,2 1 0,3-1 0,3 0 0,1 0 0,2 0 0,1-1 0,1 1 0,1 0 0,1 0 0,-1-1 0,0 1 0,0 0 0,-2-1 0,0 1 0,-2 0 0,-2 0 0,-3 0 0,-1 1 0,-4-1 0,-3 1 0,-3 0 0,-4 0 132,26-1 1,-6 2-1,-4-1 1,-4 1 0,-4 0-1,-3-1 1,-1 1-1,-2-1 1,22 0 0,-3 0-1,-9 0 1,-18 0 0,-12 0-1</inkml:trace>
  <inkml:trace contextRef="#ctx0" brushRef="#br0" timeOffset="4419">3533 2395 5272,'7'-11'9410,"-2"3"-5454,-5 8-2831,-9-25 155,0 16-1129,-14-11 330,-2 38-168,2 29 830,6-2-1099,12-7 1,8 2 45,24 17-65,-2-22 0,4-2-45,3-4 1,1-4-82,-3-5 0,-8-1-963,-20 17-3792,-52-10 4856,19-15 0,-1-2 0,-22 3 0,31-11 0</inkml:trace>
  <inkml:trace contextRef="#ctx0" brushRef="#br0" timeOffset="4606">3379 2434 15687,'-1'-2'7012,"1"-1"-6530,-11 20-594,-9 44-496,-1-15 1,-2 1 0,11-10-1,0-2 1,-3-4 0,1 0-1</inkml:trace>
  <inkml:trace contextRef="#ctx0" brushRef="#br0" timeOffset="46785">8002 2541 10164,'9'-55'1966,"1"0"0,-1 0 0,-1 7 0,-2 2 0,-3 2-577,-5-8 0,-8 9-1204,-32 8-138,2 53 1,-4 19-35,10 1 0,2 8 0,2 4-304,6-5 0,3 5 1,2 1-1,3 1 264,4 0 1,3 1-1,5 0 1,5-2-17,7 11 0,9-3 0,8-6-13,6-10 1,8-5 0,3-8 73,2-9 1,5-7 0,-1-8 48,3-7 0,-1-9 0,-2-8 39,-3-8 1,-4-8 0,-4-5-223,-3-11 0,-6-6 1,-4-2 178,-9 11 0,-3-3 0,-2 0 0,-4 1 56,-3-15 1,-6 0-1,-5 4-75,-4 8 0,-4 3 0,-5 6-81,-17-3 1,-6 13 190,-6 21 0,-2 15-1014,-1 17 1,3 15 859,19 0 0,2 7 0,4-2 0,-2-3 0,5 0 0,8 3 0,1 0 0</inkml:trace>
  <inkml:trace contextRef="#ctx0" brushRef="#br0" timeOffset="47522">8762 2655 10651,'7'-48'1966,"0"0"0,0-1 0,0-1 0,-1 0 0,-2 3-613,-2-4 0,-2 4-964,1 6 0,-2 9-663,0 19 402,-3 75-113,0-12 0,-1 9 0,0 2-6,-1 2 1,1 2-1,-1-1-9,1-4 0,-1-2 0,0-2 112,1-7 0,-1-1 0,1-14 594,1-17-549,-2 5-23,15-71-89,5-3-37,3 7 1,5-1-21,3 12 1,5 5-48,11 7 1,3 9 30,20 7-14,-18 31 0,-13 15 33,-40 13 1,-20 3-247,-4-11 0,-9-5-2747,-12-1 0,-3-13 2323,4-21 1,7-12-1,14-15 1,27 12 0</inkml:trace>
  <inkml:trace contextRef="#ctx0" brushRef="#br0" timeOffset="48015">9491 2675 18358,'-5'11'1895,"-19"21"0,-14 13 0,6-8-1245,3-10-570,-4 12 0,-5 8 1,15-27 1023,40-82-1006,3 35 0,3-2-70,-3-13 0,5 2-34,9 13 0,2 16 3,-10 27 1,-3 14-1686,8 21 1,-5 8 1684,-2-3 0,-14 7-337,-19-12 1,-13 9-1,-6 2 1,0-4 0,3-11-4577,-3-1 1,-3-4 3512,-2 3 1,-7 10-1,2-8 1,8-20-1,4-26 1,23-3-1</inkml:trace>
  <inkml:trace contextRef="#ctx0" brushRef="#br0" timeOffset="48249">9578 2293 20274,'-3'0'1938,"0"-1"-6206,-16 15 4268,24 7 0,-21-3 0,25 0 0</inkml:trace>
  <inkml:trace contextRef="#ctx0" brushRef="#br0" timeOffset="48695">9807 2635 18744,'0'6'5059,"0"-2"-4578,17-3-268,12-8-118,5-3 0,2-3 37,-3-3 0,-2-3 111,3-3 1,-5-4 204,-6-16-274,-39 10-73,-31 18-90,-14 26-6,23 37 1,8 12-34,14-28 0,6 2-194,7 15 0,6 7 0,11-10-1218,20-12 1,9-8 1439,9 2 0,0-4 0,-15-9 0,-3-6 0,17-9 0</inkml:trace>
  <inkml:trace contextRef="#ctx0" brushRef="#br0" timeOffset="49204">10763 2460 15732,'0'-5'7415,"0"2"-7020,-38 4 0,-16 11-238,23 9 0,-1 5-124,-8-8 1,-6 0-1,9 8-16,12 15 0,8 9 0,8-4-26,8-3 1,10-3-20,14 15 0,14-11 19,15-31 1,8-15 28,-13-4 1,2-6 0,-1-4-144,4-8 0,0-5 0,-3-6 182,0-5 1,-4-6 0,-6-8 261,-15 7 1,-4-7 0,-3-2-1,-3 0 1,-1 5-98,0-6 0,-4 4 0,-4-2-142,-2 3 1,-3-4 0,-3 4-1,-4 13-93,-20 1 11,5 54 11,10 15 1,4 13-917,2 5 0,1 10 0,2 2 0,-1-6 836,-1-8 0,1-4 0,1 5-252,3 3 1,2 6 0,1 2-1,2-5 1,2-9-1792,5 0 1,4-5 2111,4 12 0,0-5 0,3-3 0,-6-34 0</inkml:trace>
  <inkml:trace contextRef="#ctx0" brushRef="#br0" timeOffset="49369">10938 2615 24251,'48'-28'-47,"0"-1"1,1 1 0,1 4-1,6 1 1,-2 2 0,-8 6-1,-7 5 1,-3 4 0,23-4-1,-1 0 1</inkml:trace>
  <inkml:trace contextRef="#ctx0" brushRef="#br0" timeOffset="50091">12746 2572 18677,'-4'-47'1213,"-1"0"1,1 0 0,-10-4 0,-10 14-3819,-22 29 0,-5 15 2610,16 1 1,2 11 268,0 15 1,-3 13 0,5 4-1,9-3-271,13 10 0,7 1-2,-10-4 1,-1 3 0,17-6 323,23-12 0,15-6 1,3-10-147,18-15 0,2-10-93,-20 5 0,1-1 0,-3-10 110,-2-14 0,-4-10 0,-9-2-104,-12-4 1,-9-5-11,-2 1 1,-3-5 0,-6 2 19,-9 1 1,-6 2 0,1 2-81,-3-6 1,-3 4 1547,-9-1 0,-2 16-1990,-5 39-1115,5 25 964,29 9 1,6 2 0,-4 2-1,20 12 1</inkml:trace>
  <inkml:trace contextRef="#ctx0" brushRef="#br0" timeOffset="50621">13264 2428 25113,'-7'29'-129,"9"24"121,6-10 1,3 8 0,-4-3 37,-5 6 1,-5-3 131,-1 6 1,-8-13 549,-19-32-516,37-62-196,12-7-49,3 25 1,8-3-1,5 1-65,13-2 0,6 2 1,-3 2 94,-13 6 0,-2 1 1,2 1 42,12-5 0,3-1 1,-13 7 171,-12 2 128,-16 3 80,-19 8-169,-1 5-252,-2 8 23,-6 43-82,11-12 0,2 3-425,0 16 0,5 3-4415,10 1 1,3-4 4207,-4-19 1,1-3 0,15 15 0,-22-43-1</inkml:trace>
  <inkml:trace contextRef="#ctx0" brushRef="#br0" timeOffset="50807">13887 2220 21993,'-10'5'-1794,"-2"-7"0,20 14 0</inkml:trace>
  <inkml:trace contextRef="#ctx0" brushRef="#br0" timeOffset="51800">14275 2421 20599,'3'1'4111,"-1"0"-3954,-54 36 128,65-21-89,-6 17-78,38-37 0,13-14 8,-11 4 0,-4-5 47,1-7 1,-12-5 28,-24-15-68,-43 6-95,4 30 1,-3 5-40,-29 8 0,16 31 0,7 12-6,22-13 0,5 4-91,1 6 0,3 5 0,12-4-135,19-9 1,12-4 0,1-3 34,15 8 1,7-9 87,-2-17 1,5-8 0,-3-7 121,-13-6 0,-3-6 1,-4-3 81,13-13 0,-9-7 205,-11-6 0,-11-2 338,-11-12-442,-8 8-207,3 53 56,5 29-15,-4 3 1,-3 5-3,-5 14 0,-2 0-25,-3-6 0,9-9 395,47-19-309,-16-35-28,16-23 1,1-6-26,-24 20 1,-2 2-3,24-16-45,-9 32 36,-6 30 0,0 8-42,11 9 9,0-11 1,10 0 0,-2-16 23,-7-22 1,-1-15 0,-2-6 4,-4-1 0,-1-6 0,-3-4 0,-5-3 26,-4-10 1,-5-6 0,-6-1 0,-3 2-19,-6 6 0,-3 1 1,-4 1-1,-3 2 114,-9-11 1,-6 2 0,2 15-183,-5 12 39,-9 41-21,25 35 1,11 27 0,1 2-199,-4-20 0,1 1 0,1 3 0,2 2-297,0-6 1,1 4 0,0 3-1,2-1 1,0-3 0,1-3-1496,2 5 0,1-4 1,2-2-1,0-2 2011,3 7 0,1-3 0,1-10 0,14-1 0,-18-33 0</inkml:trace>
  <inkml:trace contextRef="#ctx0" brushRef="#br0" timeOffset="52354">15569 2485 26004,'56'-16'-253,"0"-1"0,0 1 0,0-1 0,-1 2 0,1-1 1,-2 3-1,-4 5-44,-3 7 0,-3 4 0,-1-3 527,24-10 0,-9-4 1220,-21 1-839,-20-15-247,-53 26-168,-3 43-134,46-9-40,29 21 90,17-49 0,5-16 92,-19-6 1,-6-7-144,3-4 1,-17-2 89,-53-6 0,-20 9-112,18 20 1,-2 7-52,-26 0 1,3 14-53,32 17 0,9 7-1803,5-6 0,8 4 716,16 24 0,13 1-1916,6-16 1,8-4 3066,1-6 0,5-1 0,-3-5 0,-6-4 0,-1-5 0,-1-8 0,1 0 0</inkml:trace>
  <inkml:trace contextRef="#ctx0" brushRef="#br0" timeOffset="53402">17038 2484 22739,'15'-60'746,"-1"1"1,-2 8 0,-14 16-731,-58 43-10,17 21 0,0 8 5,3 0 0,5 4-6,2 10 1,15-1 95,39 3 67,38-38-118,-18-29 1,0-13 13,2-17 1,-7-12-1134,-13 9 0,-3-5 0,-3-3 1190,-3-7 1,-2-3-1,-3 0 24,-3 3 1,-3 1 0,-1 3-102,-2 9 1,-1 2 0,-1 5-90,0-1 1,-2 19 83,-8 53-42,7 19 0,1 14-269,1-6 1,0 8-1,1 2 1,0-4-800,1 2 1,2-2-1,0 2 1071,2-3 0,-1 5 0,2-4 0,1-13 0,0-13 0,2-7 0,7 23 0</inkml:trace>
  <inkml:trace contextRef="#ctx0" brushRef="#br0" timeOffset="54210">18746 2419 16092,'6'-55'835,"0"1"1,-1 0-1,1 0 1,0 0-1,-2-1 1,-1 4-1,2 2-224,4-8 1,1 1 0,-2 31-495,-2 68 240,0 10 0,-1 12-343,-2-18 0,0 4 0,0 2 0,-1 1-207,1 8 0,-1 3 1,-1 0-1,0-1 170,-1-3 1,-1 1 0,0-2 0,-2-3-1,0 5 1,-2-3-1,0-7 393,-1-3 0,1-22-443,4-67 82,5 1 1,1-10-1,-2-4-9,-2 6 0,-1-5 0,0-3 0,-1 0 0,0 2-62,-1-8 1,1 2 0,-1-1-1,0-3 68,-1 0 1,0-4 0,-1 0 0,1 3 0,1 7-11,-1 5 0,0 5 1,7 0-22,8-9 1,6-1 0,10 17-60,27 23 0,9 17 42,-18 1 1,2 4 0,-2 9 6,-4 7 0,2 9 0,-5 4 0,-8 1 22,-8 5 0,-9 3 0,-9 2 14,-10 11 1,-12 2 0,-10-7 293,-16-8 0,-12-8 0,-2-4-435,-2-4 0,-3-5 0,3-4-4776,-9-4 1,8-6 2457,-4-4 0,53-16 1,14 10-1</inkml:trace>
  <inkml:trace contextRef="#ctx0" brushRef="#br0" timeOffset="54900">19535 2051 20559,'-1'9'3585,"0"-3"-3529,1-6 157,46 54-718,-20-23 1,3 3 500,-2 0 0,2 3 1,-3 1 117,9 15 0,-10 0-33,-16-15 0,-10-3 468,-32 11-157,-12-45-11,-1-45-331,43 12 1,11-2-1373,21-12 0,13 2 1297,-9 16 1,3 3 0,5 1 31,16-5 1,5 0-1,-5 5 18,-5 2 1,-4 2-4,8 0 0,-21 2 85,-47 4-57,-23 21-11,-23 19-33,26-2 0,11 8-6,26 17 0,16 1 16,1-19 1,7-4-8,5-1 1,8-2-1,-2-12 324,16-26 1,-8-16 3265,-8-16-3549,-20 10 1,-12-2 44,-38-6 0,-11 7-106,11 6-687,-3 5 1,4 12 697,18 35 0,2-10 0,7 12 0</inkml:trace>
  <inkml:trace contextRef="#ctx0" brushRef="#br0" timeOffset="55688">20933 2417 15031,'11'-44'2387,"-1"0"1,1 0-1,-2-15 1,-10 9-2158,-29 12-191,-15 28-10,10 24 1,-6 13 0,4 2-16,-1 9 0,3 4-5,1-6 1,1 2-1,12 0 106,19 8 0,16-8 162,17-20 1,8-9 5,9-4 0,0-12 120,0-22 0,-8-11-269,-17 7 1,-11-3 47,-14-16 0,-12 10-221,-13 32 41,-2 29 1,2 17-93,14 2 0,7 8 1,2 7 5,3-2 1,3 8 0,1 4 0,2 2 0,-1-4 0,-1-8-193,-1 10 0,1-8 0,0 7 237,3-8 1,3 9 0,1 2 0,-3-2-1,-6-7 1,-9-12-1108,-29 1 1,-6-11-1429,15 4 1,-3-10 1961,-22-30 0,4-17 0,18-19 0,18-2 0</inkml:trace>
  <inkml:trace contextRef="#ctx0" brushRef="#br0" timeOffset="57008">21262 2073 20699,'-3'-11'2488,"2"2"-2416,22 37 1,8 18 50,1 5 114,-12 2 0,0 11 1,-8-8-149,-8-20 1,-7-3 83,-15 27 1,-9-14 683,-23-48-661,9-6-61,34-48-135,33 15 7,9 13 1,11-1-1,1 3-55,12 1 1,4 2-4,-14 5 1,4-2 0,-1 0-1,-4 3 40,11-1 0,-4 1 25,7-7 0,-7 0 188,-10-4-146,-6 2 28,-45 10-23,-46 20-30,14 5 0,-2 4-20,-1 1 0,1 6 3,2 11 0,9 5-25,14 23 11,10-7 50,38-24 1,11-12 363,12-31-1925,-17 7 0,-4-5 1679,-1-39 207,-35-10-414,-1 34-180,-3 41-223,13 29 120,-4-9 0,3 3-936,3 1 1,5-2-3695,23 8 1911,-8-24 0,5-7 3119,7-14 1,2-10 1839,1-9 0,-3-9 241,-1-6 1,-5-5-752,-7 0 1,-4-1-650,-7 7 0,-4 3-400,3-8-354,-9 38 3438,1 43-3432,-4-6 0,-1 4 6,-2 7 0,-2 2 13,-3-5 1,-2-4 574,-8 13-325,3-40-179,12-44-28,6 0 0,2-3-45,4-10 0,2 0-6,2 2 0,4 3-36,1 7 0,3 7-19,34 2 2,-25 27 0,0 9 17,1 9 0,-4 7-17,-6 7 1,-8 5 30,-10 1 0,-6-1 134,-12 18 96,-6-34-158,14-50-16,16-12 0,5-4-28,-3 7 0,3 0-17,7-9 1,7 6-26,15 18 0,4 13-73,-10 11 0,-2 9-1106,12 8 0,-7 9 514,-21 5 1,-7 1 0,-2 11-1,-14-26 1</inkml:trace>
  <inkml:trace contextRef="#ctx0" brushRef="#br0" timeOffset="58249">23367 2200 14314,'1'-6'9444,"0"2"-9399,1-44 100,9 77 6,0-40 107,2 58 0,-9 26 151,-13-30 0,-3-2-323,12 3 1,-3-5 524,-25-7-432,41-64 6,8-19-87,0 4 0,3-5-73,4 0 0,4 1-25,5-3 0,4 3-6,0 11 1,3 9-37,-1 15 0,-1 8-3367,13 13 3409,-17 17 14,-35 23 0,-11 7-14,2-20 0,-1 0-6,-3 20 1,3-4 72,4-14 6,32-51-56,3-7-9,-2-3 1,1-2 2,14-7-28,2 0-31,-12 39 1,-1 8 3428,-2 6-3373,0 11 0,0 2-8,-3 2 34,4-4-17,-2-34 0,2-11 16,2-8-8,-3-4 1,-3-1 7,-8 0 57,0-4 207,-10 10-432,-3 8 113,-4 63 22,7-8 0,3 7 0,-3-3 0,-6 2 0,-1-2 0,15 14 0,-1-1 0</inkml:trace>
  <inkml:trace contextRef="#ctx0" brushRef="#br0" timeOffset="58396">24572 1829 21534,'-4'-5'-9831,"9"45"7373,-1-21 0,4 27 1,-6-38-1</inkml:trace>
  <inkml:trace contextRef="#ctx0" brushRef="#br0" timeOffset="59172">24858 2141 19619,'10'21'5684,"-4"4"-5519,-6 34 1,-3 4 770,1-17-488,3 0-409,13-78 0,3-11 0,9-1-92,18 10 0,4 5-12,-15 3 1,3 6-244,19 17 0,-4 16-689,-13 37-782,-2-1 1,4 1-843,0-12 0,2-3 2088,1 0 1,6-9 1590,1-21 1,4-9 0,-5-7 419,-6-9 1,-3-8-751,-1 1 0,1-4 1,-8-5 391,-7-24 1,-15 0-990,-12 21 1,-12 9-79,-27 18 0,-7 16-48,13 13 1,3 13-6,3 8 0,1 8 0,15-3 129,22-4 0,9-4 689,15 18-594,7-47 240,-28-50 18,-8 0-443,-2 10-285,6 45 246,-3 27 0,-2 18 0,-1-2-190,2-2 1,-3 5 24,-2-10 1,0 9 0,-2 6 0,-3 0 0,-2-1 0,-4-8-2294,-11 6 0,-6-5 1,-1-2-1,4 2 1365,5 6 1,5 2 0,-2-2 0,-3-6-1,-13 0 1,-4-5 0,11-17 0,13-22-1</inkml:trace>
  <inkml:trace contextRef="#ctx0" brushRef="#br0" timeOffset="59765">27766 1762 15518,'3'-5'4234,"16"-27"1,-3-7-3557,-22 9-577,11-10 0,-6 8-62,-49 38-31,22 11 1,3 8-4,3 14 1,7 6-4,10 11 1,10 3-7,3-16 1,5 0-1,1 1 9,2 4 1,1 0 0,-2-4 13,3-1 1,-11-4-45,-26 0 0,-12-11-250,-34-27-474,22-5 1,-6-4 0,7-4 748,5-13 0,4-1 0,-2 9 0,5-1 0,11-20 0</inkml:trace>
  <inkml:trace contextRef="#ctx0" brushRef="#br0" timeOffset="60041">28242 1517 23623,'-5'-43'1255,"0"1"0,-6-4-1230,8 92 0,3 28-25,-1-26 0,1 3-245,1-2 1,1 7 0,1 2 0,0-6-76,2-3 1,0-4 0,2 1-1716,2 8 0,1 1 0,0-5 2035,0-3 0,0-5 0,8 12 0,-14-46 0</inkml:trace>
  <inkml:trace contextRef="#ctx0" brushRef="#br0" timeOffset="60562">28125 2141 12034,'-12'-36'4915,"1"1"0,7-7-3820,14-8 1,11 4-1071,7 25 0,7 7-17,19-5 1,6 5-11,3 6 0,-1 2-21,-4-3 1,-3 0 18,-12 0 1,-4-1 59,7-13 140,-39 5-134,-6 8 0,-10 16-1,0 35-3425,27 14 3366,-2-20 1,8-2-59,18-2 0,10-9 109,7-12 1,2-8 60,-10-3 1,-2-10 275,0-15 1,-11-8 601,-13-23-390,-21 0-337,-29 38 29,-20 64-113,14-1 0,0 9-179,7-3 0,0 5 0,2 2-378,6-9 0,0 1 1,2 1-1,1-1-592,-1 11 1,2-2-1,3-1 917,4-5 1,2-1-1,2-7 1,1-8 0,2-6-1,6 6 1</inkml:trace>
  <inkml:trace contextRef="#ctx0" brushRef="#br0" timeOffset="61389">29296 2234 24340,'35'-53'283,"0"1"0,0 0 0,-7 6 0,-1-2 0,0 0 0,-2 0-386,-3 4 1,0 1 0,-2-1 0,-1-3 120,-2-4 0,-1-4 0,-1-1 0,-1 0 0,-1 5-152,4-14 0,-2 4 0,-3 0 182,-4-8 1,-3 0 0,-8 13 328,-20-1-382,-9 41 5,-15 53 20,25 2 1,2 11-1,2 6-16,5-6 1,2 7 0,0 2-1,2-1 1,0-2 29,-1-1 0,0-3 0,2 0 1,4 4-283,4 3 0,2 6 1,4 0-1,3-6 0,4-10-869,16 0 0,8-10 525,5 9 0,4-21 569,-11-42 1,1-20 0,-4 1 529,-4 1 1,-4-3-287,6-22 0,-9 0 1549,-17-1-700,-6 37-880,0-3-240,2 21 100,44 34-39,-1-14 76,-6-6 0,0-9 199,-1-32 54,-53 4 1,-14 4-132,-25 16-111,10 6 1,1 9-33,16 17 1,11 10-507,18 16 1,12 2-4477,4-13 1,2-1 3611,2 10 1,1-5-1,13-6 1,-27-31-1</inkml:trace>
  <inkml:trace contextRef="#ctx0" brushRef="#br0" timeOffset="66049">7945 3640 7363,'-51'2'646,"0"1"1,1-1-1,-1 1 1,-4 0 0,-2 0-1,2 1 1,4-1-42,0 2 0,4-1 0,0 1-44,-5-1 1,-1 1 0,7-1-366,7-1 1,6 0 111,-4 1 215,53-1-197,21-1 1,12-1-165,11 0 1,7-2-355,-11 0 0,5-1 0,6-2 246,-15 0 0,4-2 1,4-1-1,2 0 1,0 0-1,0-1-431,-5 2 1,1-1 0,0 0 0,1 0 0,1-1 0,0 1 0,1 0 382,-1-1 0,1 1 0,1 0 0,1-1 0,0 1 0,0-1 0,1 1 0,0 0 19,-4 1 0,1-1 0,1 1 0,0 0 0,1 0 1,-2 0-1,-1 0 0,-2 1 0,-3 0-194,9-1 1,-2 2 0,-3-1 0,-1 1 0,-1-1 0,1 1 181,9-1 1,-1-1 0,0 1 0,-2 0 0,-3-1-297,0-1 0,-4 1 0,-1-1 0,-2 0-373,4-1 0,-3 0 0,1 1 468,4-1 1,0 0-1,-6 1 1,-3-1-1,-7 3 1,10 1 0</inkml:trace>
  <inkml:trace contextRef="#ctx0" brushRef="#br0" timeOffset="69039">13285 3323 8478,'-59'3'626,"0"0"0,0 1 0,5-3 0,1 0 1,19 6-168,23 5 62,13-2 683,34 13-812,1-16 0,8-5-239,2 2 0,6-2 1,5-1-353,-5-1 1,4-1 0,3-1 0,2 0 0,0 0 216,-6 0 1,0 1 0,2-1-1,0 0 1,1-1 0,1 1-8,-5 0 0,0 0 0,0-1 1,1 1-1,1-1 0,2 1 0,1-1 1,-3 0 1,2 0-1,2 0 1,1 0-1,0-1 1,0 1-1,-1 0 1,-1 0-1,-3 0-437,3 0 0,-3 0 0,-1 0 0,0 1 0,0-1 1,1 0-1,3 1 428,-4-1 1,3 0 0,0 1 0,2-1-1,0 0 1,0 0 0,0 1 0,-2 0-1,-1 0-1,9 1 1,-1-1-1,-1 1 1,-1 0-1,-1 1 1,-1-1-1,-1 1-330,-3 0 0,-2 0 1,-1 0-1,-1 1 1,4-1-1,3 1 339,-6 1 0,3 0 0,3 0 1,1 0-1,1 0 0,0 1 0,-1-1 1,-2 1-1,-3-1-190,4 0 0,-3 0 0,-1 0 0,-1 1 1,1-1-1,0 0 0,1 0 193,-1 0 0,-1 1 0,2-1 0,-1 0 0,2 1 0,-1-1 0,2 0 0,0 1 0,0-1 1,3 0 0,0 0 0,1-1 0,0 1-1,-1 0 1,-1 0 0,-3 0 0,-2 0-14,6 1 1,-3 0 0,-2-1 0,-1 1 0,1 0 0,3 0 10,1-1 0,4 1 1,0-1-1,1 1 0,-2-1 1,-4 1-1,-6 0-8,6 1 0,-5 0 0,-3-1 1,0 0-1,-3-1 0,-1-1 0,0 0 1,-1 0 413,12-1 1,-1-1-1,1 2-456,1 0 1,1 0 0,1 2 12,-8-1 0,1 2 0,-1-1 0,-4 1 34,-5 0 0,-3 1 1,-1 0 12,3 1 0,-1 0 1,0-1-15,14-1 1,1-1-13,-15-2 0,2 0 0,0 0-15,1 0 1,1-1-1,2 1-337,-2 0 1,2 0 0,1 0-1,-3 0 332,1 0 0,-3 1 0,3-2 296,11 1 0,2-1 0,0-1-282,2-2 1,1 0 0,-4 0 40,-14 0 0,-2 1 0,3-1-55,1 1 0,4-1 0,0 1 1,-4 0 28,0 1 1,-2 1-1,0 0-5,1 0 0,0 0 0,-1 0 881,14 0 0,0 0-872,-13-1 0,3-1 1,-4 1 367,2 0 0,-2-1-374,7 1 0,2-1-982,11-1 0,-5-2 1030,-28 0 0,-1-1 707,9 1 1,6-2 0,-7 1-736,14-9 7,-17 6 1,6 2 5,19 2 1,1 1-746,-15-2 1,0 1-3513,15 1 1,-8 0 3653,-21-1 0,-27 2 0,-6 2 0</inkml:trace>
  <inkml:trace contextRef="#ctx0" brushRef="#br0" timeOffset="86799">1010 5164 15210,'-50'3'1700,"0"1"0,0-1 0,0 0 0,6 0-1582,-14 2 515,74-2-420,32-5 0,13-3-182,-17 1 1,2 0 0,6-2-336,0 0 0,5-2 0,3-1 0,0 0 0,-4 0 292,2-1 1,-3-1 0,0 1 0,0-1 15,1 0 0,0-1 1,-2 1-1,-6 0 166,10-3 1,-13 2 518,-17 2-694,-41 7 16,-7 2 17,-2 0-34,13 1-44,8 0 1228,-1 0-1911,1 0-2589,0 5 3322,2 2 0,0-1 0,1 0 0</inkml:trace>
  <inkml:trace contextRef="#ctx0" brushRef="#br0" timeOffset="88083">1682 4790 16096,'-3'-2'7796,"0"0"-7510,-29-43-454,24 36 207,-18-14 6,52 62-51,1-5 1,6 2 19,11 7 0,3 2-56,-15-14 1,1 1 0,-6 3-547,3 17 0,-15 3 588,-31 5 0,-11-4 0,11-22 0,-4-5 0,-14 0 0,-1 0 0</inkml:trace>
  <inkml:trace contextRef="#ctx0" brushRef="#br0" timeOffset="89540">452 5242 15582,'-1'-55'2457,"-1"-1"1,1 1-1,0-1 1,1 8-1493,1-7-1309,0 103-830,-2-3 0,-1 13 0,-1 4 0,2-9 1004,2 7 0,0-2 391,-5 13 1,0 5 0,7-37 689,4-43-1156,-3-50 1,-5-21 135,2 22 1,-1-2 130,1-10 0,0-7 1,-1 17-160,-5 14 136,-7 79 1,-1 22 0,2 4-1,2-16 1,1 0 0,0 1 0</inkml:trace>
  <inkml:trace contextRef="#ctx0" brushRef="#br0" timeOffset="91573">3073 4947 14863,'-1'-38'3369,"-1"-1"0,-10-4-2996,6-1 0,-6 9 97,-48 54-411,32 5 0,0 9-56,-3 6 1,0 7 0,2 1-113,7 0 1,3 1 0,3 0 72,2 1 1,3 0 0,7-2-90,7 10 0,12-7-195,13-17 1,9-11 187,7-17 0,3-11 185,3-12 1,-3-9 38,-3-9 1,-6-4 134,-8 3 0,-6 1 165,1-13-58,-23 40-289,-9 24-17,-1 15 184,20-5 169,47-16-255,-23-14 0,3-5 1,2-6 0,3-4 0,-2-4-120,-4-6 0,-2-5 0,-1-3 151,2-7 1,-2-5 0,-4-3-818,-10 7 0,-4-3 0,-1-1 0,-3 4 705,0 0 1,-3 2 0,-3 0 27,-3-4 1,-4-1 0,-5 12-30,-13 6-51,-28 53-8,13 19 0,1 14 12,6-3 0,1 7 1,2 1-86,5-11 0,1 1 0,3 2 1,7 0-865,9 4 0,7 3 0,3-2 0,0-6 484,-5 17 1,15-12-1246,20-27 1,16-6 0,5-7 0,-9-9 1431,-1-14 0,2-12 902,-10 6 0,7-2 0,3-3 0,-3-1 1,-6-2 370,2-8 0,-6-3 0,-2-2 108,5-4 1,-1-2 0,-10 0 52,-9-5 0,-16 4-471,-36-3-425,-27 39-152,18 19 0,0 9-53,7 5 1,4 5-24,0 7 1,5 4-6,6-6 1,8-1 487,9 0 0,10-9-54,42-20-83,3-24 52,-16-18 1,-3-7-247,-18 15 0,-3-1-34,2-6 1,-5 3-15,-13 13-145,-18 27 11,-14 26-17,3 21-5,20 8 30,26-39 1,7-4 2,25 2 15,-10-29 0,7-10 0,-7 1 2,11-8 9,-17-2 1,4-7-1,-12-1 204,-13-28-121,-7 24 1,-5 0 47,-13-19-67,-7 30-152,9 16 74,12 21-18,29 40-25,-13-8 1,1 3 2,-1-12 0,-1 1-663,-3 19 0,-9-4-3527,-24-7-5624,-6 12 8819,-5-25 1,12-20-1,10-8 1</inkml:trace>
  <inkml:trace contextRef="#ctx0" brushRef="#br0" timeOffset="92114">5237 4902 18324,'2'-5'6246,"-1"2"-5854,-1 3-140,-49-45-168,18 51-34,-23-26 18,56 71-79,32 3 19,4-13 1,5 2-23,-5-6 0,-1 2-2353,2 6 0,-5 0 1504,-13-11 1,-10-1-1740,-35 26 2065,-17-31 253,3-17 1,-3-12-3025,3-23 1,5-10 2890,8 0 0,4-2 868,2-3 0,8-3 4464,19-18 0,7 6 1081,-6 20-5629,4-8 0,-7 14-266,-21 43-96,-2 8-3282,2 13 0,-2 13 0,2-7 1371,-5 12 0,3 3 0,4-9 1,12-39-1</inkml:trace>
  <inkml:trace contextRef="#ctx0" brushRef="#br0" timeOffset="93156">492 6424 23717,'14'-17'32,"0"15"75,-13 34 160,-18 12 46,-20-4 184,-12-12-98,1-28-192,15-41-308,19-9 137,15 13 1,8 0-37,21-11-17,23 14 6,-20 31 0,1 13-1682,6 32 0,-10 16 1685,-20-17 1,-6 4-1,-7 3-4,-7 7 1,-8 6 0,-5-1 0,-2-5 9,-6-2 0,-3-5 0,-4-3 106,-9 6 1,-3-2 0,5-21 203,-14-34-84,46-40-157,25 6 0,12 1-59,12 5 1,7 10-12,-4 12 1,2 10-63,6 14 1,-1 11-1169,-10 10 1,-1 5 1232,11 2 0,-3-1 0,-20-12 0,-1-4 0,23 7 0</inkml:trace>
  <inkml:trace contextRef="#ctx0" brushRef="#br0" timeOffset="93632">1169 6757 17865,'-8'-1'3344,"-25"-7"0,-1 0-3361,25 4 107,11-13-2194,38 8 1,21 4 2124,-16-2 0,5-1 0,2-2 0,-2 0 22,9-5 0,-1 0 0,-2-2 372,-5 3 0,-1-1 1,-10-3 72,9-23-315,-90 19 28,-1 9 1,-5 3 8,-5 1 0,0 1-115,10 2 1,3 1-85,-5-2 6,73 20-23,3 1 1,4 3 1692,5 1 1,0 4-1705,12 14 0,-8 6-196,-22-3 1,-9 4-3894,-6 13 0,-8 0-720,-3-18 1,-5-2 4825,-8-1 0,-1-8 0,10-16 0,2-4 0</inkml:trace>
  <inkml:trace contextRef="#ctx0" brushRef="#br0" timeOffset="94805">3193 6463 21618,'-32'-33'668,"1"0"0,0 0 0,-12-6 0,0 19-643,-6 45 0,3 20-22,10 5 0,9 7 6,13-11 0,6 4 1,5-3-10,8 11 0,15-5 28,9-18 0,9-4 0,2-9 50,7-10 1,4-10-4,13-5 1,-5-17 137,-25-18 0,-7-11 0,-4 1-166,1 1 1,-7-3 17,-6-7 1,-6-7-1,-11 10-15,-17 16 1,-8 7-40,-1 0 0,-3 10-36,-11 21 0,2 14-43,11 6 1,9 9-2326,15 12 0,9 9 0,3-5 1917,-4-11 0,9-2-2235,22 10 0,14 1 0,1-15-905,-3-23 1,4-11 3615,7 3 0,7-4 0,-3-10 2457,-14-9 1,-2-9-1,-2-3 1,-3 3-26,1 1 1,-4 1 0,-1-4-1813,2-10 0,-2-4 0,-12 8-256,-18 0-353,-9 46 2,-3 30 0,1 23 0,-1-2-19,-5 4 1,-1 3 10,4-10 1,-1 8-1,-1-2 1,2-9-6,-1-1 0,0-8 1978,-1 2 0,7-17-1681,17-44 266,16-34-502,-8 19 1,2-2-9,9-6 1,1 2-49,-7 16 1,1 4-18,11 4 1,1 11-28,19 36-1663,-25 6 1,-7 7 1701,-8-7 0,-10 2-147,-21 23 0,-17-5-41,-5-24 1,-5-6-444,-9 6 1,-1-8-4286,8-23 1,4-7 2457,3-4 0,16-17 1,22 22-1</inkml:trace>
  <inkml:trace contextRef="#ctx0" brushRef="#br0" timeOffset="95275">4418 6557 20162,'2'-3'4940,"0"0"-4851,-8 12-27,-20 35-9,-8 0 0,-5 4-59,2-2 1,-2-1-1751,-2 3 1,2-9 2068,5-22 743,48-69-1034,3 11 0,4-4 40,6-9 0,2 0-15,-4 11 1,0 4-43,20-3-21,-2 61 27,-21 13 0,-5 10-15,-5 0 0,-2 4 1,-5 3-12,-2 11 0,-6 2 0,-3 0-96,-2-4 1,-3-1 0,-6-1-359,-3-11 0,-4 1 0,-2-3 0,-1-6-4447,-15 9 1,-1-8 4665,0-3 1,2-10-1,1-17 1,30-11-1</inkml:trace>
  <inkml:trace contextRef="#ctx0" brushRef="#br0" timeOffset="95491">4499 6316 23747,'-11'41'0,"2"-8"0</inkml:trace>
  <inkml:trace contextRef="#ctx0" brushRef="#br0" timeOffset="95905">4861 6624 25405,'34'-12'745,"12"-14"-533,-9-14 1,-2-4-146,9-1 11,-26 5 1,-13 5-45,-24 26-17,-28 10-6,-12 24 0,5 6-34,19 14 1,9 7-9,16-18 1,5 2-228,2 22 0,10 1-694,14-19 0,12-7 952,8-10 0,7-4 0,-4-2 0,-10 0 0,-1-3 0,15-7 0,0 1 0</inkml:trace>
  <inkml:trace contextRef="#ctx0" brushRef="#br0" timeOffset="96422">5831 6650 15877,'0'-4'8256,"0"1"-7892,-29-10 0,-12 4 45,-6 20-373,5-20 1,-2 5 145,-2 36 0,7 11-160,20-14 1,4 1 30,-11 16 0,12 0 87,42 9-107,17-40 1,16-9 0,-3-3-185,-3-1 1,3-6 166,-5-2 1,8-3 0,0-4 0,-8-2 0,-8-1 0,-6-4 0,0-8 34,-2-3 1,1-8-1,0-4 1,-3-2-1,-6-1 145,-2-8 0,-7-3 0,-3-1 0,1 0-112,3 1 0,1 0 0,-4 0 0,-6 3 7,-9-9 1,-8 3 0,-3 15-42,-7 9-61,-8 54-19,8 20 1,2 21 0,1 6-1,2-6-338,1-5 1,3-2 0,0 7-153,0-1 0,0 8 1,1 3-1,3-4 0,5-8-1969,8-3 1,4-7-1,1-3 1920,4 12 0,1-8 0,13 0 0,-26-41 0</inkml:trace>
  <inkml:trace contextRef="#ctx0" brushRef="#br0" timeOffset="96606">6243 6581 24822,'46'-27'-296,"1"0"1,-1 0-1,1 2 1,0 1 0,-7 9-1,10 15 1,-6 0 0</inkml:trace>
  <inkml:trace contextRef="#ctx0" brushRef="#br0" timeOffset="97890">317 8259 15076,'-3'-4'2341,"-8"-31"1,10-9-1886,33 19 0,4 0-417,-29-19 1,3 3 52,48 20 1,4 21-105,-15 35 18,9-8 36,-37 7 0,-12 4 260,-19-2 1,-7-2-113,10-2 1,-4-1 366,-15 7 1,-4-8 674,-2-14-723,3-10-430,18-17-62,42-5 5,16 8-39,0 13 0,4 6-22,-5 7 0,-3 6 14,-4 6 0,-9 5 39,-15-2 0,-14 0-23,-31 4 1,-16-5-289,-2-9 0,-4-6-994,-5 1 0,2-7 1291,18-12 0,8-4 0,5-1 0,21-6 0</inkml:trace>
  <inkml:trace contextRef="#ctx0" brushRef="#br0" timeOffset="98424">1461 8260 20140,'-43'12'751,"1"0"1,-1 0 0,-19 4 0,22-3-348,38-9-91,63-17-252,-3 0 1,7-3-316,-10 3 0,2-2 0,-1 0 268,-2 1 1,-2 0 0,-1-1 50,-3 0 1,-3 0-1,-6 0 461,16-17-386,-78-27-61,-4 32 288,-25-6 0,0 1 165,20 8-90,-11-13-442,33 24-11,17 13 33,36 31-28,-9-1 1,4 6-31,-5-4 1,1 3 0,-2 4-2143,-3 9 1,-3 3-1,-5 0 2178,0 10 0,-7-2 0,-6-10 0,-8-6 0,-16-8 0</inkml:trace>
  <inkml:trace contextRef="#ctx0" brushRef="#br0" timeOffset="115699">2936 7907 13933,'-3'0'8099,"1"1"-7325,-60 8-332,46-7-55,-46 7-231,63-9-139,-1 0-56,3 0 50,-2-1-828,1 1 817,16 2 0,-14-1 0,14 1 0</inkml:trace>
  <inkml:trace contextRef="#ctx0" brushRef="#br0" timeOffset="116350">2828 7986 21271,'-48'-5'1316,"16"-1"-985,63 0-259,11-2 1,10-3-111,2 0 1,5 0 0,0-1-383,-2 1 0,0-1 0,1 1-1020,6-1 0,0 0 1,-7 2 826,-14 3 1,-6 1-1,12 0 1,-41 6-1</inkml:trace>
  <inkml:trace contextRef="#ctx0" brushRef="#br0" timeOffset="117090">3153 7943 23259,'1'46'-120,"-2"1"0,0 6-616,-3-11 0,0 3 0,-2 0-30,0 4 1,-2 2 0,-3-3 787,-5-4 1,-2-2-1,0-6 1110,-15 19-74,2-29 388,24-47-1267,12-7-336,19-7-314,17 10 1,9 1 150,3-1 1,3 1 259,-12 5 1,1-2-1,-1 0 153,-3-3 1,-2-2-1,-5 0 464,-3-1 0,-5-2 40,-3 0 0,-6 0 926,-9 0-1545,-8 17 27,0 20 12,1 39 0,-1 15 8,1-24 0,-1-1 59,0 18 723,3-31-280,5-35-197,14-36-182,-4 11 1,4-2-90,4-1 0,4 2-31,2 5 0,2 7-42,1 8 0,1 9-48,0 10 0,-1 9-226,-1 9 0,-3 6-1614,-3 12 1,-6 3 1901,-4-4 0,-5-1 0,-2 17 0,-9-28 0</inkml:trace>
  <inkml:trace contextRef="#ctx0" brushRef="#br0" timeOffset="118132">4397 8163 20856,'-12'-51'817,"1"0"0,-1 0 0,1 0 0,0 0 0,-8-15 0,1 3 0,18 23-458,34 28-373,-26 54 0,-6 24 12,6-16 1,3 6-1,-1 2 1,-4-2-9,-7-2 0,-3 0 0,0-3 1,5-5 39,7 9 1,9-15 59,26-17-48,-3-52 0,0-18-9,-9 3 1,2 3-37,11 15 1,-1 7-626,-2 2 611,-3 35 0,6 17 0,-6-5-22,6 1 44,13-16 1,17-7 0,-11-12-781,-20-17 0,-5-10 821,6-3 1,2-4 0,-13 0-14,-19-23-11,-51 35 1,-10 10 492,11 12-526,-10 25 0,12 14-160,54 17 0,24 2 165,-8-16 1,7-12-742,15-15 0,0-16 789,-14-14 0,-8-11-37,-12-30 1,4 9 3,11 47 0,10 15 1,-5-1-38,-9-8 0,0 5 28,20 18 0,6 11 0,-14-4 0,-16 5 0,5 11 0</inkml:trace>
  <inkml:trace contextRef="#ctx0" brushRef="#br0" timeOffset="119140">6155 8191 23742,'-3'-46'669,"-1"1"1,-1-20 108,10 96-761,5 18-345,4 0 0,1 4-2876,-3-7 0,0-1 3204,1-2 0,-1-4 0,-2 5 0,-9-34 0</inkml:trace>
  <inkml:trace contextRef="#ctx0" brushRef="#br0" timeOffset="119321">6311 7804 21573,'-7'-6'2381,"1"0"-4156,-43-15 1775,49 38 0,-46-33 0,58 38 0</inkml:trace>
  <inkml:trace contextRef="#ctx0" brushRef="#br0" timeOffset="119685">6853 7863 18509,'-8'-46'1852,"0"1"1,1-1 0,-2 1 0,1 0-1650,-1-3 1,0-3-1,1 8-175,-3-3 23,14 97-59,0-11 1,1 8-1,1 3-44,0 1 0,-1 3 1,1 3-1,0 0-462,0-6 1,0 1-1,1 1 1,0 0-1,0-2-132,3 9 1,0 0 0,0-3 0,2-3-1882,1 4 1,2-4 0,0-7 1979,3-1 1,0-9-1,5-5 1,-16-28-1</inkml:trace>
  <inkml:trace contextRef="#ctx0" brushRef="#br0" timeOffset="120631">6862 8322 16852,'-40'-20'1851,"0"1"0,1 0 0,-12-5 0,20 0-1896,46-5-50,26 17 0,14 4 69,-3 1 0,6 0 0,1-1-38,-8 1 1,1 0-1,1-1 1,-1-1 79,1-2 1,0 0 0,-1-1 0,-4-1 95,-1 0 1,-4-2-1,-4 0 137,11-8 0,-22 1 155,-52 3-264,-7 15-56,-9 12 0,-2 8-70,12 9 0,4 6 84,-4 6 1,6 4-124,13 2 0,10-3 86,30 11 12,26-39 106,-18-27 0,-2-10 112,-6-6 1,-6-4-12,-1-2 0,-6 0 313,-1-21-492,-14 26-129,-3 26-5,-2 35-471,9 30-82,0-25 1,4 0-1143,8 9 0,8-6-2308,12-20 1,4-8 4259,22-1 2394,-16-32 1,-6-13-60,-22-1 1,-6-3-1899,4 4 0,-3 2-157,-6-21-526,-6 76 11,-2 24 13,-1-12 1,0 3 8,0 11 1,0-2 10,-1 13 51,3-6 137,33-80 0,7-20-64,-2 4-87,-6 4 1,7-8 0,-6 10-15,11 3-62,5 22-84,-18 39-1484,-20 27 0,-1 8-1185,7-26 1,5-1 2090,5 17 1,4-8-1,12-27 1,4-17 0</inkml:trace>
  <inkml:trace contextRef="#ctx0" brushRef="#br0" timeOffset="121262">9016 8037 15603,'3'-5'9830,"-1"1"-9217,-16-25 0,-13 0-170,-29 36-424,19-25 1,1 8-17,8 35 1,2 19 0,6-1-116,8 5 0,6 1-146,2 13 1,10-4-276,9-23 1,9-8-457,11-12 1,6-10 817,8-10 1,1-7-1328,3-3 1,-1-4 1788,-2-3 1,-4-1 10,8-10 1648,-25 6-1598,-25 22-301,-2 1-46,5 14 7,22-1 10,13-7 0,6-4-2,-7-2 0,2-5 69,15-11 1,-5-8 61,-7-17 3431,-25-13-3408,-44 32 0,-9 5-107,-9 0-15,-4 28 0,-11 13 1,11 6-549,16 8 1,6 7 398,-6-1 0,-1 4 0,14-1-953,29 17 0,19-7 1050,8-15 0,5-8 0,-11-2 0,0-6 0,25-6 0</inkml:trace>
  <inkml:trace contextRef="#ctx0" brushRef="#br0" timeOffset="124569">446 9603 20739,'9'-47'1663,"0"1"0,0 1 0,1 7-1235,0 16-574,-2 3-3,-5 15 1,-3 4 527,0 0 57,-1-4-453,1-3 64,-1 0-119,2 1-63,-1 7 146,-5 27 31,-5 9 0,-3 7-25,0-4 0,-1 3 0,1 1-17,-1 6 0,2 2 0,2-2-6,0 15 1,12-8 35,17-23 1,11-12 5,17-22 1,6-17 73,-10-6 0,1-9 0,-4 0-48,8-6 0,-4-2 52,-1-11 1,-9 4-8,-19 18-85,-3 24-16,-14 48-4,-1-5 1,1 3-233,1 12 1,5 1-2522,10 3 1,5-2 2184,-5-13 1,2-5 0,4-7 0,0-7 0,-4-11-1</inkml:trace>
  <inkml:trace contextRef="#ctx0" brushRef="#br0" timeOffset="125067">1719 9775 22195,'-53'4'767,"1"-1"0,3 0 1,22 1-606,57-2-134,6-3 0,8-1-17,-3-3 0,4-2 1,3-1-197,8-2 0,2-2 0,-1-1 272,-4-2 1,-2-1 0,-4-2 200,9-5 1,-15-5 317,-34-16-245,-34 24 1,-13 4 41,-10-4 0,-3 3-230,12 5 1,3 1-28,-16-8-118,51 18-6,40 35-25,-4-5 1,4 4-4,-5-5 1,1 2-1,-1 3-114,0 2 1,-1 3 0,-9 3 119,-13 7 0,-9 2 0,1-4 0,5-7 0,-5-2 0,-22 5 0,0-1 0</inkml:trace>
  <inkml:trace contextRef="#ctx0" brushRef="#br0" timeOffset="133333">3286 9529 10662,'2'-8'9063,"0"0"-7842,-27-42-717,1 34-401,-9-6 1,-5 6 33,-5 28 0,-1 14-79,7-3 0,0 4 0,2 0-81,-7 10 1,7 2-29,8 4 1,16-2 67,47 0 28,-3-26 0,5-7 64,1-5 1,-1-6 814,18-4-851,-42-3-28,-61 24-54,10 2 1,-3 4-32,-6 7 1,3 4-51,7 1 1,13 3-516,40 25 5,18-40 1,12-8 159,13-4 1,3-8 345,-15-6 1,2-5 0,-4-3 207,-3-4 0,-3-4 0,-3-1 208,8-6 0,-6-4 252,-7-3 0,-8-2 546,-10-14-621,-10 14-208,-6 13-448,-1 32 174,-2 25-9,-1 4 1,1 5-54,0-2 0,0-1 31,-1 1 0,2-3 221,9 1 387,33-64 72,3-14-291,1-4 1,3-2-261,-10 14 0,0 4-96,4-3 1,1 6-29,1 12 1,2 9-143,2 11 0,0 6-782,-3 1 1,-2 4 932,1 7 0,-5 1 0,-5 2 0,-16-8 0</inkml:trace>
  <inkml:trace contextRef="#ctx0" brushRef="#br0" timeOffset="134408">4930 9475 15804,'0'-4'6324,"0"1"-6184,-36-7 0,-18 10-48,15 26 1,-2 9-97,-8-10 0,-7-1 1,8 8-111,14 10 0,8 6 0,7 0-111,6 14 1,20-6 81,32-17 1,18-14 101,-3-17 0,7-9 0,2-3-172,-9-3 0,1-2 0,1-2 0,-2-3 263,-2-1 0,-1-1 1,-2-3-1,-3 0 144,4-3 1,-4-1-1,-6-2 187,0-4 0,-13-2-141,-24-12-156,-40 25-70,4 23 0,-3 10-39,-5 9 0,1 6-90,2 8 0,5 3 292,7-5 0,10-1-137,28 8 111,43-46 243,-12-16 1,1-8 126,-7 1 0,-3-3 98,-2-3 0,-6 1 8,-9 1-537,-11 13-107,-20 36-179,0 25-117,-2 2-500,18-11 1,8 0-4104,13-12 1,3-2 2457,10 15 0,9-14 1,-40-20-1</inkml:trace>
  <inkml:trace contextRef="#ctx0" brushRef="#br0" timeOffset="134982">5955 9509 23679,'-17'51'258,"0"0"0,0-1 1,1 1-1,2 5 1,1 5-1,1 1 1,2-4-1,3-9-794,2 6 0,3-5 564,-1 5 0,1 2 0,1-18-22,4-28 51,-5-38 1,-5-34 0,3 0-36,2 16 1,1 0-1,6-6 30,5 0 0,5-8 1,4-4-1,2 0 1,0 5-1,0 9-64,2-3 1,2 9 0,7 4-2,12 1 1,10-1-1,0 10 1,-8 18 182,-3 27 0,-11 20-217,-21 21 0,-14 13 1,-6-9-966,-4-22 0,-11-4 1012,-12-2 0,-13 3 0,-1-5 0,9-10 0,-16-11 0,10-11 0,-1 1 0</inkml:trace>
  <inkml:trace contextRef="#ctx0" brushRef="#br0" timeOffset="136036">6914 9555 11368,'0'-4'9701,"0"1"-8138,-19-27 0,-6-4-1418,11 17 104,-14-20 1,-2 9-222,10 38-2179,-2 24 0,2 6 2139,1-4-718,22 25 1,15-1 544,21-26-1654,-30 17 0,-10 0-66,-7-19 1814,-34-2 1,-6-9 0,16-16-1,-6-7 1</inkml:trace>
  <inkml:trace contextRef="#ctx0" brushRef="#br0" timeOffset="136216">6682 9499 11732,'-26'50'546,"0"0"0,0 0 1,0 0-1,0 0 0,0 0 1,-5 11-1,0 0 0,4-5 1,5-8-1,5-5 0,7-9 1,9-9-1</inkml:trace>
  <inkml:trace contextRef="#ctx0" brushRef="#br0" timeOffset="136583">7123 9668 22139,'19'-37'1190,"1"-1"0,-5 38-1212,-22 57 16,4-9 1,7-2 27,36 2-11,-11-36 1,6-9 164,21-14 0,2-11 292,-11-5 0,-3-5-101,2-10 0,-7-4-188,-17 7 0,-10 2-50,-14-21-381,-9 30 78,2 18-674,7 44 0,2-25 0,1 24 0</inkml:trace>
  <inkml:trace contextRef="#ctx0" brushRef="#br0" timeOffset="137852">7896 9798 17893,'-3'4'5792,"0"-1"-4812,3-3-151,30-9-641,6-25 0,2-10-110,-4 14 0,0-6-102,-7-1 0,1-9 0,0-3 0,-5 0 41,-3-2 0,-5-2 0,-1 0 0,0 2-4,2-4 0,-1 2 0,-2-1 52,2-10 0,-2 0 1,-10 19-44,-16 23-36,-9 38 0,-3 18 10,3 3 0,0 9 0,0 4-320,2 4 1,1 5 0,0 2 0,3-3 243,2-7 0,2-1 1,1-1-1,6 1-82,2 2 1,3 3 0,6-4 0,9-9-183,14-8 1,9-8 0,3-6 197,20-1 1,5-13 176,-5-11 1,4-10 0,-4-7 214,-8-10 1,-3-7-1,-4 0-134,-10 12 0,-2 0 0,-3-3 165,11-24 1,-20 4-71,-41 19 27,-13 22-195,0 22 1,-2 12-26,2 10 0,3 6-59,-5 15 0,4 0 25,9-17 1,7-1 608,10 2 0,12-10-538,38-33 69,-6-12 0,2-7 45,-3-6 1,-4-5 66,-1-4 1,-5 1-149,-4-4-12,-18 17-49,-31 54-29,11-9 1,2 33-7,38-42 1,15-9 9,4-3 0,8-6 1,0-2 2,1-3 1,0-4 0,1-6-238,-3-5 1,2-6 0,-3-3 0,-7-1 253,-7-2 1,-7-2 0,-4-3 14,1-12 1,-4-3 0,-10-1 33,-14 5 0,-8 0 1,-3 4 24,-5-13 0,-7 7-28,-10 2 1,-5 23-43,-4 58 1,3 29-109,18-8 0,6 8 0,1 3-455,3-9 0,-1 2 1,4 2-1,5 1-67,6 0 1,4 3 0,4 1 0,0-4 0,0-7-2118,4 16 0,3-7 2725,-1-8 0,1-1 0,-3-11 0,-5-10 0,-8-21 0</inkml:trace>
  <inkml:trace contextRef="#ctx0" brushRef="#br0" timeOffset="138224">9221 9666 22576,'46'-31'-77,"0"1"1,1-1 0,-4 0 0,0 2 0,2 5 152,3 10 1,3 4 0,-3-2 819,8-12 0,-8-4 1233,-2-14-1368,-22 4-615,-25 22-73,-23 42-79,3 6-190,5 6 0,-3 10 0,4-3-521,4 0 0,2 1-2560,1 1 0,1 4 0,4-7 3046,7 12 1,4-18 0,-5-31 0</inkml:trace>
  <inkml:trace contextRef="#ctx0" brushRef="#br0" timeOffset="138395">10087 9186 23399,'-45'-11'-122,"0"0"1,5 15 0,10 9 0,22 19 0,5 14-1</inkml:trace>
  <inkml:trace contextRef="#ctx0" brushRef="#br0" timeOffset="138811">10652 9370 23321,'-54'12'816,"-1"1"0,1 0 1,-7 9-1,5 6-829,19-1 0,2 4 0,9 2-12,12 9 0,14-2-37,33 7 45,9-15 45,-2-29 0,9-9 0,-8-5 331,13-25-219,-21 8 0,2-5 0,-11-3-65,-17-9 1,-12-1-26,-2-2 1,-5 5-382,-25-5-1337,7 50 820,7 30 0,9-8 0,14 3 0</inkml:trace>
  <inkml:trace contextRef="#ctx0" brushRef="#br0" timeOffset="139149">11050 9370 24122,'-22'29'1096,"-1"0"0,-3 12 0,3 2-1102,10-7 0,2 0 9,-3-1 0,8-4 64,31-5 68,20-55 5,-7-2 0,3-4-23,5-7 1,-2 0-71,-11 5 1,3 7-9,15 12 0,-1 16-171,-14 20 1,-5 12-4785,8 16 1,-5 5 3276,-13-15 1,-5 0-1,-9 1 1,-5-9 0,-4-22-1</inkml:trace>
  <inkml:trace contextRef="#ctx0" brushRef="#br0" timeOffset="140339">690 10750 32076,'4'-31'-1482,"-47"44"1,-15 17 1142,26-13 0,-2 1 112,-15 9 0,-7 4 1,8-8-137,-9-9 146,16-23 94,42-9 74,15-6-806,6 10 843,0 21-182,-10 9 194,-6 26 0,-6 7 8,-6-13 1,-2 1 2,1 14 1,-5 1 240,-14-10 0,-3-8 89,6-10 40,-14-12-286,56-49-3476,16-9 3392,2 17 1,6 5-12,-2 8 0,4 8-1207,19 10 0,-1 10 1025,-23 4 0,-5 9-129,1 11 0,-14 6-101,-22-4 0,-14 0-2260,-24 4 1,-10-7 2671,12-12 0,-1-4 0,-1-2 0,3-5 0,6-9 0</inkml:trace>
  <inkml:trace contextRef="#ctx0" brushRef="#br0" timeOffset="140624">1088 11020 20357,'52'-22'-1141,"-1"0"1,-11 4 0,-11 6-1,-23 9 1</inkml:trace>
  <inkml:trace contextRef="#ctx0" brushRef="#br0" timeOffset="141594">2598 11221 20649,'3'-50'862,"0"-1"1,0 0 0,0 1-1,1-12 1,-1 3 0,-2 19-852,-2 27 17,-5 34-20,1 15 1,-2 16-1,0 7 1,0-6-11,-2-2 0,0-3 0,0 7-204,1 1 0,-2 9 1,1 1-1,1-2 0,1-9 163,1-7 0,0-5 1,3-3 39,-2 17 0,9-18 31,12-36 88,-6-27 1,-4-16-80,-1-16 1,-2-10-1,-1 4-26,0 6 1,-1-5-135,-1 10 0,0-10 1,0-6-1,0 0 0,1 4 1,0 11 144,2 2 0,1 8 1,1-5-21,0-14 1,0-9 0,4 3 0,6 17-12,12 10 1,7 19-14,12 23 0,2 19-5,-12 2 1,-2 8 0,-4 5-807,-4 10 0,-6 7 0,-7 0 726,-7-4 1,-6 0 0,-7-2-324,-5-3 1,-6-2-1,-7-7 15,-28 3 1,-3-12 0,2-2 0,-3-16-1</inkml:trace>
  <inkml:trace contextRef="#ctx0" brushRef="#br0" timeOffset="142774">1147 11010 19428,'56'-7'466,"0"0"0,-16 0 1,2-1-1,4-1-419,10-3 1,5-2 0,1 0-1,-4-1-2,-3 0 0,-2 1 0,-2-4 255,9-6 1,-1-4 0,-15-1 763,-13-27-655,-38-7 56,-44 28-222,17 24 1,2 4-65,9 3-173,17 6 16,24 21-39,8 13-129,-5 9 1,-5 8-1343,-12-9 0,-4 3 0,-1-1 962,3 13 1,-3-1 0,-9-5-1,-2-9 1,5-20 0</inkml:trace>
  <inkml:trace contextRef="#ctx0" brushRef="#br0" timeOffset="143646">3371 11023 19423,'-13'-40'1627,"1"-1"0,-10-17-1593,-20 101-32,23-6 1,2 4-3,-5-3 0,6 4-6,14 5 1,9 5-1,8-12 202,39-13 440,6-18 0,0-17-169,-21-30 1,-8-14-390,-7 13 0,-3-3 1,-9-1 30,-19-20 1,-13 5-82,-2 24 0,-3 6-42,1-2 0,-2 10-575,-19 28-6686,36 46 7275,2-6 0,14 5 0,0-38 0</inkml:trace>
  <inkml:trace contextRef="#ctx0" brushRef="#br0" timeOffset="144346">3870 11239 18509,'3'-50'2037,"-1"0"0,10 9 0,2-4-3363,-4-2 1,-1-8 0,1-1-1,0 4 1376,2 3 1,1 3-1,-1-2 55,0-10 0,-2-1 0,-3 5 773,-5 5 0,-2 5-996,-5-12 983,-10 68-854,-5 30 1,2 18-40,8-14 0,2 5 0,3 2 0,4-2-241,7 13 0,7-1 1,4-1 262,0 2 0,3-2 1,13-14 7,20-20 0,12-15 0,-3-10 44,-14-9 1,-3-8 0,-1-3 18,3-1 0,-1-3 1,-7-4 172,2-18 0,-15 1-14,-19 12-163,-21 40-134,-8 45 353,20-10 0,6 0-308,10 6 1718,31-14 1,9-13-1633,-21-27 1,0-11 183,13-6 1,4-8 0,-8-1-84,-12-1 1,-6-3 16,10-26 1,-15 21-124,-43 69 1,-11 22-54,18-22 0,0 5-408,-1 5 0,-4 10 0,0 5 0,0 0 0,5-4-242,1 11 0,5-3 1,-1 4 649,1 0 0,-1 4 0,1-2 0,2-7 0,1 8 0,3-9 0,2-16 0,0 1 0</inkml:trace>
  <inkml:trace contextRef="#ctx0" brushRef="#br0" timeOffset="145582">5836 11118 17675,'2'-60'2483,"-1"0"0,0 14 0,-1 6-2360,0-5-145,-5 52 44,-9 53-33,1-12 0,-1 3 8,1-2 0,-1 1 9,-5 9 0,2-6 241,4-15-18,-1-15-72,19-78-76,-3 21 0,2-4 51,3-21 0,3-4-60,3 9 1,4 2-23,11-5 1,6 5-34,-6 17 0,5 8-34,11 12 0,1 14-14,-14 13 0,-5 10-19,5 17 0,-8 10 13,-12 4 1,-9 3-1672,-5 5 1,-5-4 1752,3-17 0,-4-7 151,-10-10-112,23-55 0,11-18-25,10-1 0,4-1-57,-3 0 1,5 6-31,13 13 0,2 18-14,-12 32 0,-3 14-25,-2 11 0,-4 6-121,-3 10 1,-4 1 1673,-3-6 0,4-6-1526,3-19 1,5-10 61,11-20 1,4-15 38,-8-5 1,0-8 0,-1-1 57,2-1 1,0-2-1,-4 1 15,2-6 1,-4 4-141,8-11-27,-53 81 22,4-2-1761,-1 12 0,5 3 1694,24 10 81,-2-26 0,5-6 33,13-14 0,3-13-1019,-1-19 0,-3-9 1129,12-18 27,-32 1 1,-14-1-1,-18 15 1,-8 4 988,3 0 1,-2 3-1233,-2 5 0,3 8-490,3 14-739,23 20 2147,9 37 0,0-26 0,-2 10 0</inkml:trace>
  <inkml:trace contextRef="#ctx0" brushRef="#br0" timeOffset="145933">7313 10909 26984,'9'-46'0,"8"30"-51,-3 55 1,-4 22 13,-2-14 1,-3-1 53,-3 3 0,-4-6 185,-14 0-79,3-56-62,11-27-1757,7 6 0,7-2 1629,5-1 0,8 2-2073,7 7 1,8 2-1,-3 2 1762,-3 0 0,1 4 0,12-1 0,-7 7 0,-24 12 0</inkml:trace>
  <inkml:trace contextRef="#ctx0" brushRef="#br0" timeOffset="146779">7967 10963 17456,'3'-38'4125,"-1"-1"1,0 5-3991,3-28-46,3 104-53,-5 10 1,-4 9-22,-3-4 0,-3 6 0,-2 0-199,2-11 0,-2 2 0,0 0 0,-1-2 172,-4 11 1,-1-1 0,0-5 133,-2 5 0,2-11 315,7-9-398,17-77 0,5-25-17,-3 0 1,0-5-10,1 9 0,0-4 0,1 1 7,-3 0 1,0-1 0,3 0-162,1 8 1,1-1-1,3 1 1,0 4 145,5-2 1,1 3 0,5 1-6,11-9 0,4 1 0,2 18 0,3 25 0,0 17 212,9 20 0,-13 18-248,-33-1 1,-12 9-1,-8 0-30,-8-1 1,-7 0 0,-2-3 26,4-2 0,-2-3 0,-7-7 39,-22-10 0,-9-8 0,13-8 0,14-4 0,-3-10 0,0 0 0</inkml:trace>
  <inkml:trace contextRef="#ctx0" brushRef="#br0" timeOffset="147443">8802 10415 23224,'-18'55'108,"1"0"0,-1-1 1,0 1-1,1 0 1,-1-1-1,-2 12 1,1-2-1,1-3 1,1-4 267,0-3 1,0-3 0,7-10 93,9 2-126,29-59 0,9-20-263,-7-3 0,2-6 21,3 0 1,3-4 0,-2 6-1631,-6 3 1,1 9 1515,2 11 1,-1 14 186,-4 32 0,-4 12-180,12 14-26,-8-4 0,1-9 31,8-27 11,13-5-1098,-8-43 1,-4-16 1136,-14 13 1,-3-2 27,11-14 1,-4 1 2542,-12-6-2610,-9 40-39,-10 30-11,-7 35-244,4-4 0,2 3-1025,0 3 1,2 0 1307,4-2 0,1-4 0,3 5 0,3-28 0</inkml:trace>
  <inkml:trace contextRef="#ctx0" brushRef="#br0" timeOffset="147629">9536 10539 24867,'-39'2'-2234,"12"8"1,32 4 0,1-1-1</inkml:trace>
  <inkml:trace contextRef="#ctx0" brushRef="#br0" timeOffset="148099">10029 10617 22403,'1'-5'3763,"-22"-43"-3757,10 50 5,-10-9-407,31 60 401,6-10 1,4 3-107,7 1 1,0 0-146,-6-1 0,-4 0-138,-3-7 0,-8-3-1134,-32 6 510,-4-29-17,-9-19 196,3-28 1967,20-5 1,4-10 0,1 2 16,0 2 0,3 0-874,0 0 1,1-3 0,4 9-50,9 6-241,-20 57 1,-6 19-2906,-1 9 0,0 5 2914,3-12 0,0 2 0,1-3 0,-2 8 0,3-6 0,7-7 0</inkml:trace>
  <inkml:trace contextRef="#ctx0" brushRef="#br0" timeOffset="148724">10542 10659 26614,'-15'49'132,"4"-17"0,-1 5-144,0 4 1,0 4 0,0-2 0,-2 3 0,1-3 30,0-7 1,3-7 92,5-15 22,5-28 112,8-42 1,7-14-107,0 21 0,3-2-107,1-5 1,2-4 0,3 7-12,8 9 1,5 12-29,4 13 0,1 14-16,0 16 0,-5 15-38,-15 14 0,-6 10 0,-1-3 54,4-6 1,-4 0 38,-12 33 1,-9-27 39,2-52-11,9-28 2,12-3 1,6-4-21,-1 3 1,3 2 19,14-4 1,4 8-57,-10 17 1,2 8-23,20 17 0,-2 12-300,-16 3 1,-7 8 313,-1 23 0,-9 2 0,-3 1 0,-36 2 0</inkml:trace>
  <inkml:trace contextRef="#ctx0" brushRef="#br0" timeOffset="159550">726 12246 20415,'1'-3'6675,"0"0"-6606,1-29-419,-4 23-85,-14 5 312,-11 34 0,-5 20 41,0-4 1,-2 6 0,-1 2-144,5-7 1,-2 3 0,2 0 0,1 0-39,4-2 1,1 0-1,3 0 1,5-2 107,3 4 0,5-2 0,12-6 55,20-2 0,13-13 128,14-21 0,5-15 84,1-12 0,-3-10 142,-10-7 1,-9-6-31,-15 0 0,-14 0-112,-19 11 0,-11 6-67,-12 9 0,-5 9-28,-3 11 0,0 10 262,5 5 1,7 7-2123,2 33 995,44-6 0,-2-20 0,15-14 0</inkml:trace>
  <inkml:trace contextRef="#ctx0" brushRef="#br0" timeOffset="159749">1317 12615 22066,'2'-3'3086,"0"1"-4999,44-17 1,16-4 1912,-7 5 0,5-5 0,-5 2 0,-27 13 0</inkml:trace>
  <inkml:trace contextRef="#ctx0" brushRef="#br0" timeOffset="162718">3173 12343 20582,'9'-48'1463,"0"0"1,-1 3 0,-2 18-1380,-3 32 25,-12 31 0,-6 13-67,0 0 0,-3 5-24,0-9 1,-2 6-1,0-1 1,1-4-14,-3 8 1,0-3 61,-4 6 0,5-14 365,15-34-287,13-44-75,1 0 0,2-7-27,0 1 0,2-4 0,3-1-120,3-6 1,2-2-1,2 0 144,2-1 1,3 1-1,1 3-34,0 6 1,2 3 0,3 7-37,14 0 0,2 15 0,-11 20 1,-4 13 18,1 28 1,-9 14-139,-14-9 1,-7 3 0,0 4-707,0-6 1,-1 4-1,-1-1 1,0-1-867,-1 4 1,0-1-1,-1-2 1041,2 18 0,2-10 1,4-13-1,-5-25 0</inkml:trace>
  <inkml:trace contextRef="#ctx0" brushRef="#br0" timeOffset="162902">3132 12800 16084,'-2'-4'3573,"1"-33"1,10-8-3739,21 18 0,8 0-1097,-11-6 0,0-5 0,5 6 453,10 11 0,4 6 1,-3 3-1,-5 1 1,-3 3-1,14-1 0</inkml:trace>
  <inkml:trace contextRef="#ctx0" brushRef="#br0" timeOffset="163823">1494 12473 21909,'-13'-39'919,"0"0"0,-1-11-866,34 68 0,9 13-59,13 9 8,-9-14 0,5 2 0,-3 0-19,1 1 0,-10 5-2813,-22 6 1,-11 8-1,-2-4-1049,1 4 1,-9-3 3878,-11-4 0,-9 0 0,5-7 0,-7 1 0,20-17 0</inkml:trace>
  <inkml:trace contextRef="#ctx0" brushRef="#br0" timeOffset="165144">3899 12421 14051,'7'-57'1872,"0"1"0,-1-1 0,1 3 0,-1 0 0,0 10-360,0-2-1440,-1 17-10,-5 54 1,-3 37 0,-1 19 0,0 0 0,0-19-52,-1-3 0,0 0 122,1-6 1,0 16 0,-1 5-1,1-8 1,1-17 0,2-30-56,2-26-48,8-25 0,9-18 0,0 3-42,-3 3 1,7 10-17,22 17 0,11 9 0,-15 14 68,-19 33-147,-7 3 1,-1 8-1,-14-9-882,-29-13 1,-11-11 309,-2-2 1,2-7 0,2-7-1,21-12 1</inkml:trace>
  <inkml:trace contextRef="#ctx0" brushRef="#br0" timeOffset="166057">4654 12504 16079,'-11'-35'4282,"1"0"0,2 11-3955,-6-11 1,-1 7-345,10 25-11,-12 14 50,9 27-22,8-6 0,3 2-6,3 3 1,6 1-166,13 11 1,4 0-558,-8-7 0,-3-1-452,-6 1 1,-7-3-3117,-23 17 3448,-39-30 0,26-17 0,3-8 0</inkml:trace>
  <inkml:trace contextRef="#ctx0" brushRef="#br0" timeOffset="166242">4493 12569 21836,'9'-38'1154,"0"1"0,-5 10-1137,-12 51 0,-4 18-950,-1 10 1,1 3 932,2 0 0,2-3 0,3-16 0,1-4 0,4 9 0</inkml:trace>
  <inkml:trace contextRef="#ctx0" brushRef="#br0" timeOffset="166521">5047 12304 20806,'1'-46'1386,"1"-1"0,-1 1 1,0-14-1,0 11-1341,0 24-28,-1 56-12,0 17 1,-1 11-200,-1-4 0,0 6 0,-1 1-1003,0-6 0,1 1 0,-1 1 0,0-1-659,1-5 1,-1-1 0,0-1 0,1-3 1370,0 1 1,1-2 0,0-6 0,2 24 0,3-49 0</inkml:trace>
  <inkml:trace contextRef="#ctx0" brushRef="#br0" timeOffset="167415">5046 12732 18958,'-44'-31'1727,"0"0"0,8 3 0,19 3-1705,45 11 0,18 4-53,9-3 1,6 2-168,-11 2 0,4-1 1,-2 1 185,-2 1 1,0 1 0,-6 1 237,-2 0 0,-5 1 116,12-3 72,-47 10-83,-13 4-281,1 0-15,5 2 4,26 13 0,10 3-33,-5 0 145,16 20 1,-2 9-158,-27-14 0,-6 2 51,3 4 0,-7 0 176,-23 1 0,-11-9 255,-26-13-268,-5-21-203,38-46-100,44 8 0,16 0-59,1-1 0,7 2-87,4 6 0,7 2 0,2 3-491,-11 8 1,1 2 0,1 1 0,0 0 380,14-3 0,0-1 0,-2 1 362,-5 3 1,-2-1-1,-4-1 580,3-3 0,-12-2 607,-14-10-139,-39 0-762,-20 15-233,-6 15 1,-3 8-54,11 3 0,1 3 11,-12 9 1,4 4-71,14 3 1,7 1-32,-1 19 747,43-6-595,6-44 0,5-10 201,0-4 0,-2-5 107,1-10 0,-5-4 45,-6-14-152,-18 18-442,-9 25 202,-1 22-404,0 14 0,1 6-1551,4-4 0,2 0 1242,1 14 1,1-5 0,3-7-1,-1-20 1</inkml:trace>
  <inkml:trace contextRef="#ctx0" brushRef="#br0" timeOffset="167923">7018 12547 19473,'0'-5'6615,"1"1"-6467,-41-15 1,-17 7-110,28 26 0,-1 5-56,-31-16 1,4 9 10,28 37 0,14 11-64,5-11 0,12-1-78,22-5 1,12 0 0,1-7 147,-2-4 0,7-10-1058,9-12 1,12-7 0,2-6 0,-7-6 1090,-8-6 1,-6-6 0,3-5 6,3-6 1,4-4-1,-2-4 1,-7-1 170,-4-5 0,-7-1 0,-4-6-134,-6-1 0,-4-5 0,-2-1 0,-5 3 223,-4-5 1,-4 2 0,-2 2-165,-1 5 0,-2 1 1,-3 6-154,-5 0 0,0 21 40,1 54-7,4 15 1,0 10-36,-2-3 1,-2 4-1,0 3-161,1-8 0,-1 3 1,-1 0-1,1 0-215,0-2 0,-1 0 1,1 0-1,1-2-2882,1 11 0,2-1 0,2-5 1684,-1-4 0,3-6 0,12 15 1,-10-55-1</inkml:trace>
  <inkml:trace contextRef="#ctx0" brushRef="#br0" timeOffset="168331">7677 12710 20907,'-46'-17'1173,"0"0"1,0 1-1,-8-6 1,23 1-1174,68-3 8,11 14 1,14 1 0,-8 1 1,8-2 0,2-2 0,-5-1 62,4-7 1,-4-3 0,0 0 165,-10 7 0,2 1 0,-4-1 0,-9-2 199,0-13 0,-17 1-191,-22 9-184,-21 35-51,-14 29-59,15 1 1,3 6-54,1-4 0,8 4-2756,12-3 1,8 4 0,1-7 2177,6 17 1,4-22 0,-1-11-1,-12-24 1</inkml:trace>
  <inkml:trace contextRef="#ctx0" brushRef="#br0" timeOffset="168513">8432 12297 19664,'-29'-40'1438,"1"-1"0,-1 0 0,-2-8 0,11 22-7722,19 38 6284,32 30 0,4 9 0,-11-23 0</inkml:trace>
  <inkml:trace contextRef="#ctx0" brushRef="#br0" timeOffset="168899">9025 12368 21246,'-47'18'344,"0"-1"1,0 1 0,-12 10 0,11 7 182,17 4 0,20 3-491,35 0 1,14-5 387,-14-13 0,4-9 32,36-20 1,-8-23-312,-42-10 1,-11-7-101,4-11 0,-11 0 208,-24 4 1,-13 9-294,4 20 1,-1 10 325,-1 5 1,3 12-5203,9 21 1,7 7 4135,6 12 1,12 9 0,9-39 0</inkml:trace>
  <inkml:trace contextRef="#ctx0" brushRef="#br0" timeOffset="169307">9392 12425 21668,'-4'-9'5355,"-6"39"-5358,0 7 1,-1 5 220,-2-3 0,2 0 31,2 11 1,1-19 187,1-37-156,38-48-281,-5 22 0,6-2 0,4 5 0,19-2 0,6 10 0,-12 9 0,1 3 0,-4 13-23,-5 20 0,-4 13 0,-7 1-506,-2 4 0,-12 5 529,-15 4 0,-10 6 0,-2-10 0,-11 3 0,-1-18 0,-1 0 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12T13:41:12.361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1212 2440 18246,'0'-40'3002,"0"-1"1,1-17-2793,-1 15 0,0 4-177,3 13 102,-1 82-105,-2-21 1,-1 6-28,-1 8 1,-2 8 0,-1-3-32,0 9 0,0-2-843,-3 2 1,0-5 22,4 4 0,2-40 0,3-13 0</inkml:trace>
  <inkml:trace contextRef="#ctx0" brushRef="#br0" timeOffset="350">1715 2510 18744,'-5'0'5971,"2"0"-5551,-24-1-285,54-8-85,7-2-36,8 3 0,5 1-34,-3 1 1,-2 1-2803,12-1 2822,-30 7 0,-19 0 0,-5 2 0</inkml:trace>
  <inkml:trace contextRef="#ctx0" brushRef="#br0" timeOffset="2079">3752 2389 23198,'-48'-2'129,"1"-1"1,0 1 0,0 6 0,1 4 0,6 10-298,8 15 0,7 11 0,5 1-857,-3 17 0,15 1-927,21-10 0,14-6 1050,9-12 1,9-8 1128,15-11 0,1-10 881,-24-6 1,-3-4 628,22-11 414,-54 6-1233,-9 14-307,-2 6-62,11 1-101,28-9-348,1-15 1,4-8-34,17-11 1,3-7-22,-9 1 1,1-4 0,-2-4-176,-9 6 0,-1-2 1,-2-3-1,-1 1 186,-2-2 1,-2 0-1,-1-1 1,-4 1 74,2-10 1,-5 0 0,-5 3 18,-4-7 0,-10 8-100,-21 1-29,-24 72-11,14 16 0,3 12-32,7-3 1,0 6 0,4 2-261,3-9 1,2 3 0,2 0 0,5-1-292,4 17 1,6 0 0,14-8-508,16-12 0,13-7 0,3-9 694,2-9 1,2-10-1,5-8 396,-2-8 0,5-7 1,-1-6-1,-6-2 334,1-7 0,-6-4 1,-4-1 336,-5 3-1,-3-1 1,-10-1-74,-10-3 0,-14 2 411,-34-5-330,-36 24-552,23 19 1,-1 9-94,-8 16 1,4 6-48,13-9 1,6 3 345,-2 16 1,16-3-338,36-10 56,32-18 19,-15-25 0,1-10 120,0-7 1,-3-6 86,-6-6 1,-5-1 19,1-14-168,-20 17-134,-16 43-6,-7 33-12,3 24-8,11-24 1,6-2 24,9-4 1,7-6 2,11-9 1,7-11 27,16-23 1,0-12 2,-14 7 0,-4-7 105,-4-13 0,-1-9 0,-8 3 49,-10 5 0,-6 0 20,3-17 0,-4 3-68,-8 4-134,-6 22-33,3 34 27,16 27 1,15 20 0,-2-4-20,-7-9 0,-1 1-917,5 11 0,3 9 1,0 1-1,-7-11 609,-5-11 0,-7-4 322,-9 21 0,-7-9 0,-2-26 0,-17-5 0</inkml:trace>
  <inkml:trace contextRef="#ctx0" brushRef="#br0" timeOffset="2383">6041 2232 19204,'7'36'1292,"-1"0"1,25 4-1,11 3 1,-9 1-4701,-18 18 0,-5 2 3408,14-14 0,3 0 0,-17-14 0,-33-18 0,-15-1 0</inkml:trace>
  <inkml:trace contextRef="#ctx0" brushRef="#br0" timeOffset="2633">5935 2274 25259,'-22'54'0,"1"1"0,-1 0 0,1 0 0,-2 4 0,0-1 0,0 1 0</inkml:trace>
  <inkml:trace contextRef="#ctx0" brushRef="#br0" timeOffset="3304">7418 2457 15698,'-55'6'2262,"0"0"1,-1 0 0,11-3 0,20-3-3061,45-5 0,34-3 1,19-3-1,9-1 0,-4 0 1,-18 2 832,-3 1 1,-8 0-1,0-6 449,7-12 0,6-9 0,-12 1 0,-31 14 238,-52 15-722,-15-12 0,3 14 0,32 42 0,13 27 0,7 5 0,0-14 0,2-20 0,-1 0 0,-9 16 0,-1-1 0,1 1 0,-1-1 0</inkml:trace>
  <inkml:trace contextRef="#ctx0" brushRef="#br0" timeOffset="4519">9822 2252 19076,'-1'-54'1281,"0"0"1,0 0-1,-1 1 1,1 1-1,-1 6-1141,1 7 0,0 7-145,-1-1 38,3 75 1,1 28-32,-2-11 1,-1 6 2,0-18 1,-1 6 0,-1 0 0,-1-2-8,-4 9 0,-2-1 0,0-5 41,-2 4 1,-1-7 105,-3 0 1,8-21 33,15-43-118,8-20 1,2-9-20,0 0 0,0-1 8,5-14 1,1 2-62,0 16 0,4 5-6,0 9 0,5 7 3,13 13 0,2 14-31,-5 18 0,-5 10-19,-6 1 0,-12 5-51,-25 18 0,-19-3 115,-12-17 0,-10-9-92,6-8 1,-3-3 0,-1-6-1024,-11-6 0,4-12 1115,14-15 0,5-6 0,-1-3 0,28-14 0</inkml:trace>
  <inkml:trace contextRef="#ctx0" brushRef="#br0" timeOffset="5285">10265 2747 24603,'31'-47'299,"1"0"1,-1 1 0,-4-2 0,1-4 0,-1 0 0,-3 1-252,1-7 1,-2 1-1,-1-3 10,-4 3 1,-1-4 0,-2 1 0,-3 4 73,-4 2 1,-3 4 0,-2 2 26,-2-13 1,-3 8-272,-9 3 118,-17 94 48,7 12 0,0 11-56,7-23 1,0 4 0,0 1 0,1 0-110,0 4 1,1 2-1,1-1 1,4-1 97,1 9 0,3-1 0,8-6-13,9 5 1,13-14 19,13-24 1,6-15 13,8-23 1,1-14 15,-17 3 0,0-4 1,-3-3-24,-4 1 0,-2-2 0,-3 1 32,2-8 1,-5 4-84,-4-3 50,-24 58 195,1 13 1,1 7-207,1 12 0,4 3-40,8 4 1,6-3 39,5-10 0,6-10 41,4-14 1,3-11-6,1-16 1,-2-11 16,-2-14 0,-5-8 14,-3-9 0,-5-4-26,-4 0 1,-5 2-31,-6 9 0,-2 4-509,-3-6-2264,6 47-7058,17 34 8395,0 0 0,-2-5 0,-15-26 1</inkml:trace>
  <inkml:trace contextRef="#ctx0" brushRef="#br0" timeOffset="5603">11573 2365 19910,'-4'4'6256,"1"-1"-5964,3-3-197,0-4 22,29-10 231,-2-9-18,12-19-184,-17-16 72,-21 1-84,-17 13-72,-29 43-54,13 21 1,1 12-23,-4 10 0,7 6-854,10 9 0,14 0 868,21-8 0,8-4 0,9 10 0,20-29 0</inkml:trace>
  <inkml:trace contextRef="#ctx0" brushRef="#br0" timeOffset="6848">13180 2348 23366,'-27'-39'1067,"0"0"0,-37 27-1055,49 41 0,8 22 1,3 13-1,1 3 1,-2-8-296,-6 2 1,0-1 0,0 0 0,0 5 98,2-5 0,1 6 0,-1 2 0,1-2 0,-1-3 0,1-8-5,-2 9 1,-1-8-1,0-6-540,-8 9 1,6-26 719,18-60 1,10-36 0,3-13 0,-4 13 52,-5 18 1,-3 3 0,-1-9 158,-2 1 0,-1-11 0,-2-7 0,0-5 0,-1 0 0,0 4 1,-1 6-1,0 11-548,-4-9 0,-1 11 1,1-5 395,-2-5 1,-3-9-1,2-1 1,8 8 0,13 16-510,35 8 0,14 21 461,-12 12 1,2 8 0,2 8-10,-7 6 1,1 5-1,-2 6 1,-5 2 3,5 9 0,-6 5 0,-18 5 131,-25-3 1,-15 5 0,-7-1 0,2-8-116,-3 8 0,-11-10-536,-10-11 0,-15-3 0,0-7 0,14-11 19,-6-26 1,10 12 0,12-4 0,37-12 0</inkml:trace>
  <inkml:trace contextRef="#ctx0" brushRef="#br0" timeOffset="7363">13740 2206 14885,'31'12'3276,"-1"20"1,5 14 0,-7-3-3157,-13-10 1,-2 1-63,11 17 0,3 7 0,-20-15 340,-49-15-152,1-8-5,-11-33-140,61-32 0,19-11-124,8 9 1,8-1-1096,-4 4 1,4-1-1,-1 5 1129,7 6 1,-3 6 16,-14 9 0,-7 4 11,-18 4 129,-3-1 39,-4 5-22,1 4-96,-2 18-61,1 43-479,-4 1 1,2 8 454,10-3 1,-1-1 0,-8-5-1,1-6 1,17 0 0</inkml:trace>
  <inkml:trace contextRef="#ctx0" brushRef="#br0" timeOffset="7556">14452 2018 23640,'-25'22'-1049,"1"-18"0,31 19 1</inkml:trace>
  <inkml:trace contextRef="#ctx0" brushRef="#br0" timeOffset="8194">14612 2255 20204,'3'-5'5365,"-1"1"-4640,-2 4-123,53-23 0,-26 60-859,28-6 176,-49 7 1,-10 4 82,-4-4 0,-2-4 434,-5-3 82,25-66-762,3 11 58,9-18 0,7-2-79,-5 20 1,4 5 266,17-5 0,5 6 17,-1 12 0,1 10-11,-6 13 1,1 8 0,-3 0-13,8 5 0,-2 1 10,-10-4 0,0 1 1,2-12-3,12-16 1,-2-16 21,-4-11 0,-6-10 8,-1-12 1,-11-9 11,-15 5 1,-7-6 0,-5 3 57,-5 10 1,-3 1-1,-1 2-59,0-19 0,-3 9-9,-17 7-7,22 87 13,10-1 0,3 7-37,-2-1 1,0 4 0,1 2-253,1 7 0,2 1 0,0-1-114,-1-7 1,1-1 0,3-2-2917,3-5 0,1-2 0,0-6 991,12 15 1,9-26 0,-33-25-1</inkml:trace>
  <inkml:trace contextRef="#ctx0" brushRef="#br0" timeOffset="8406">15475 2150 25387,'53'-21'601,"0"0"0,0 0 0,0 1 0,0 0 0,-1 6-1283,-4 9 0,0 4 0,-5 2 699,5-2 0,-16 5 1,-27 3-1,-10-2 0</inkml:trace>
  <inkml:trace contextRef="#ctx0" brushRef="#br0" timeOffset="324913">947 3844 9274,'0'-5'9830,"0"1"-7109,0 4-1824,-3-11-774,2 9-39,-3-1 112,4 20 95,-10 11 107,-9 2 223,-6-9-133,-2-21-147,10-29-116,15-27-122,9 23 1,4 0-68,5 1 1,5 4-15,6 7 1,4 7-29,6 8 0,2 9-28,2 9 1,-5 11 8,-7 14 0,-14 8-3,-19-3 0,-10 4 0,-7 0-193,-3-6 1,-5 1 0,-4-1 0,-2-1 231,-4 0 0,-3-1 0,-1-1 1,0-4 60,-9 4 1,1-3 0,3-7-14,1-2 0,9-16 25,9-33-56,61-27-31,-7 22 0,6 3-3,7 4 1,3 9-63,6 14 1,0 9-527,-9 5 1,-2 6 80,9 15 1,-4 3 0,-8-1-1,3 2 1</inkml:trace>
  <inkml:trace contextRef="#ctx0" brushRef="#br0" timeOffset="325112">1511 4128 24172,'60'-20'0,"0"1"0,-12 3 0,0 0 0</inkml:trace>
  <inkml:trace contextRef="#ctx0" brushRef="#br0" timeOffset="326747">4068 3892 18504,'-38'-22'1139,"-1"0"1,1 0 0,-13 2 0,3 17-1090,0 38 1,7 20-46,15-15 1,4 3 0,7 1-19,9 1 0,6 0 0,3-3 24,-1 6 0,11-9 45,27-6 0,11-18 134,-8-29 1,3-16-1,-4-1 42,9-2 1,-10-11 43,-22-10 0,-9-15 0,-5-2 0,-2 13-257,0 10 1,-8 4-7,-17-17 0,-12-4 0,2 30 15,-1 50-33,-9 4-179,18 22 1,2 18 0,4-7 9,5-22 1,5 2-2285,13 19 0,8 14 1,5-2-1,3-17 966,28-5 0,-15-10 0,5 3 0,-8-13 0,-6-20 0</inkml:trace>
  <inkml:trace contextRef="#ctx0" brushRef="#br0" timeOffset="335961">4439 4118 21110,'13'-37'689,"0"0"0,7 0 717,-40 76-1316,0-4 0,-5 3 335,-18 17 1,10-24 901,45-89-4045,-34 51 2798,36-31 1,23-22-1,-8 13 462,-13 14-341,12-11-57,-18 33-156,4-3 12,-10 13-5,-4 4 3386,-1 1-3454,0 1-3685,-2 6 1775,1-7 1983,0 3 0,2-7 0,0 0 0</inkml:trace>
  <inkml:trace contextRef="#ctx0" brushRef="#br0" timeOffset="336875">4490 3785 6394,'-4'-48'2457,"-1"1"1,1 0-1,-1-3 1,1 5 1376,1-18-3683,3 51 1241,7 35-1295,-7 14 1,-4 13-1,-1 0-54,2-7 0,0 0 0,-2 4-20,-2 11 1,-2 8 0,-1 0 0,1-7 241,2-13 0,-1-4 0,1-1-237,-5 22 0,3-8 2980,6-18-2006,11-47-4130,9-46 3186,-4 22 1,4-4-107,2-3 0,5-4 1,1 5 75,9 0 0,4 7-9,6 2 1,1 10-20,18 27 15,-44 32 0,-10 18 0,-9-5-10,-16-6 1,-10 0-14,0 9 1,-3 5-1,-7-11-280,-22-17 0,-4-12 8,14-2 0,5-10 280,-12-28 0,48 11 0,1-15 0</inkml:trace>
  <inkml:trace contextRef="#ctx0" brushRef="#br0" timeOffset="337568">5254 4102 24956,'5'-49'720,"1"0"0,-14 11-723,-13 63 0,-8 22 14,-4-3 1,-4 5-1,1-3 3,-3 3 0,0-3 14,-9 10 0,8-21 521,22-43-174,34-34-257,-2-2 51,7 6 1,8-7 0,-2 7-109,-7 11 1,1 3-48,15-25 0,2 14 20,14 52-40,-31 24 1,-10 16 9,-10-4 0,-7 8 0,-3 4 1,-1-2-21,-1-2 1,-2 0-1,-2 1 1,-3 0-139,-2-5 1,-2 2-1,-3 0 1,0-4 0,-1-5-332,-9 3 0,-2-6 1,3-6-1,2 3 1,3-12-1,-12-17 1</inkml:trace>
  <inkml:trace contextRef="#ctx0" brushRef="#br0" timeOffset="337829">5364 3678 21853,'-4'0'3506,"1"0"-3079,3 0-775,-32 0-2945,28 15 3293,-19 4 0,29 1 0,2-5 0</inkml:trace>
  <inkml:trace contextRef="#ctx0" brushRef="#br0" timeOffset="338311">5603 4080 23293,'7'4'3596,"-2"0"-3294,6-13-128,11-6-129,15-9-29,3 5 7,1 3-40,-20 11 157,-1-9-50,-21 0-51,-1-7 62,-19-4-73,10 13 33,-46 15-3447,20 20 3386,0 0 0,-1 5-3,13 2 0,5 3-25,2-1 0,6 0-84,9 25-1473,41-24 0,12-7-2529,-17-11 0,2-4 4114,24 7 0,-2-4 0,-15-12 0,-19-2 0</inkml:trace>
  <inkml:trace contextRef="#ctx0" brushRef="#br0" timeOffset="338949">6513 3930 20061,'0'-4'3299,"-45"-12"0,-18 3-8791,13 17 5522,-11-18 1,-3 10 484,25 30 0,3 15 0,7-1-551,6 1 0,1 2 17,-8-4 0,-4 3 1,16 2-434,23 7 0,16 3 0,6-13 550,3-16 1,8-9-32,17 0 0,10-4 1,-4-9-251,-3-16 0,-4-11 377,-10 0 0,-1-4 1,-5 1 1552,-8 5 0,-5 1-1255,14-18-170,-7-2 0,2-6-224,-1 0 0,2-4-14,-3 0 0,3-5 0,-6 1-30,-8 5 1,-4-1-1,0 3-54,7-8 0,-8-1 0,-19 8 0,-8-3 0,-2 11 0,-6 4 0,-4 6 0,-1 13 0,-4 67 0,13-2 0,2 10 0,1 2-467,3-12 0,0 2 0,1 0 1,1 3 466,-1 9 0,1 3 0,1 1 0,4-4-774,3-9 1,2-2 0,3-2 0,3-3-2050,6 4 0,4-4 1,1-6-2094,3-4 1,3-8 4559,26 0 1,-41-27 0,-5 0 0</inkml:trace>
  <inkml:trace contextRef="#ctx0" brushRef="#br0" timeOffset="339149">6672 4011 23763,'49'-20'257,"1"1"1,0 0 0,0 0 0,0 0-1,-4-5 1,-5 1 0,0 4 0,23 9-1,0-1 1</inkml:trace>
  <inkml:trace contextRef="#ctx0" brushRef="#br0" timeOffset="341110">8211 3888 20537,'-60'7'637,"1"0"0,-1-1 0,9 1 1,23-3-567,57-8 0,35-4 0,4-1-76,-12 2 1,3 0 0,2 0 0,2-2-380,-10 2 0,2-1 1,2 0-1,-1-1 0,-1 0 1,-3 0 436,11 0 0,-2-1 0,-4-1 0,-5-3 355,3-5 1,-6-3 0,-25-3 439,-44-10 1,-19 1-572,9 8 1,-3 3-189,-31-6 1,20 16-73,59 28-14,14 9 0,6 8-222,-7 0 1,1 5 0,-2 0-332,0-1 0,-1 0 0,-4 4 550,-5 12 0,-5 4 0,-6-8 0,-6 10 0,-8-23 0,0 0 0</inkml:trace>
  <inkml:trace contextRef="#ctx0" brushRef="#br0" timeOffset="341594">10570 4039 17301,'4'-48'1963,"1"1"0,-1 0 1,1 3-1,-2 5-1317,2-23-640,-5 59 0,0 35 1,-1 20-1013,0-13 1,1 1-148,-1 19 0,0 0 1153,2-11 0,0-9 0,-2-23 0,2-4 0</inkml:trace>
  <inkml:trace contextRef="#ctx0" brushRef="#br0" timeOffset="341990">10989 3525 21562,'-52'23'976,"0"-1"0,0 1 0,-14 7 0,25 5-948,50-4 0,15-1 392,27 3 213,-3-41-174,-28-38-218,-31-17-381,-11 11-470,-2 32-2174,18 59 2105,15-8 1,3 1 0,-3 20-1,14-12 1</inkml:trace>
  <inkml:trace contextRef="#ctx0" brushRef="#br0" timeOffset="342579">11346 3777 26021,'-19'43'77,"-1"0"0,1 1 0,-7 9 0,5-2-52,10 1 0,10-12 843,11-25-761,18-61-68,-2 3 0,4-1-39,0 3 0,1 3 8,-3 7 1,0 8-9,15 15-23,-7 60 40,-22-10 0,-3 3-34,3 2 0,2 0-11,-2 2 0,4-8 62,24-12 22,-8-33 0,0-11 17,-4-6 0,-3-8 137,5-26 0,-5-6-68,-13 19 1,-4 1 9,-3-12 0,-5 5-152,-8 4 0,0 19 0,7 34 0,16 21 0,7 8-158,-2 0 1,-1 5-711,2 4 0,1 6 0,-8-2 868,-13 4 0,-3-3 0,8-6 0,-6-6 0,-30 1 0</inkml:trace>
  <inkml:trace contextRef="#ctx0" brushRef="#br0" timeOffset="342891">12421 3445 27118,'-3'50'7,"0"0"1,-1 0-1,1 0 1,-4-3 0,0-3-1,3 6-238,5 0 0,4 8 1,1 1-1,0-3 1,-1-7-376,-1 11 1,1-3 605,3 6 0,1 5 0,0-15 0,2-9 0,10 5 0</inkml:trace>
  <inkml:trace contextRef="#ctx0" brushRef="#br0" timeOffset="343425">12370 4142 18700,'-4'-4'6912,"1"0"-6980,23-17 1,23-12 0,1 5-93,5 13 1,4 1 126,0-10 1,9-9 0,0 0 0,-6 7 116,5 8 0,-5 2 67,8-7 1,-22-3 150,-53-2 101,-45 19-201,14 13 0,-2 7-155,-6 10 1,6 8-51,12 14 0,15 4-3,27-9 1,10-2 30,0-1 0,6-10 123,22-19 1,0-15 159,-10-22 8,-19-5 1,-4-2 131,-5-12-269,-7-3-56,-5 34-128,-1 31-74,5 17-133,4 14-1785,10 7 0,5 3 1431,-7-22 1,0-1 0,5 10 0,-1-4-1,-4-14 1</inkml:trace>
  <inkml:trace contextRef="#ctx0" brushRef="#br0" timeOffset="343820">13349 3955 21063,'5'-24'6643,"-1"-9"-8524,-3 60 0,-1 29 0,-1-5 1875,-1-15 1,0 0 156,-1 20 1,0-3-102,-2-12 1041,2-37-1038,5-31 0,6-17-25,-1 7 0,2-3 31,5-18 0,4 1-12,4 17 1,4 6 1396,-1 7 1,4 8-1462,11 10 1,2 11-192,-2 17 1,-4 9 414,-1 0 0,-5 4-5123,-1 18 1,-7 0 2457,-7-1 0,-6-1 1,-7-44-1</inkml:trace>
  <inkml:trace contextRef="#ctx0" brushRef="#br0" timeOffset="344459">14353 3790 26038,'-55'6'453,"0"0"1,-5 7-1,13 13-558,36 14 1,13 11 0,3-4-381,-3-4 1,10-3-883,21 6 0,12-1 0,4-18 1397,-8-27 0,2-14 0,0-2-1250,8-1 0,1-3 0,-8-4 1981,-1-13 1,-12-3 2260,-13-21-2283,-34 43 177,-3 19-922,8 38-16,47 2 16,1-4 23,6-30 0,1-10 22,-4-12 1763,-9-17 1,-7-7-1618,-21-17-87,-15 14 1,-12 8-99,-20 26 0,-6 15 0,8 3 0,3 11-5,5 16 1,3 12 0,9-1-318,11-3 0,10 1-2370,5 2 0,5 3 0,3-9 2692,17 6 0,6-2 0,-25-39 0</inkml:trace>
  <inkml:trace contextRef="#ctx0" brushRef="#br0" timeOffset="345130">16033 3964 20873,'-2'-61'1516,"-1"0"1,0 0 0,5-5-1,-9 25-1505,-21 53 0,-11 26 1,7 4-9,13-1 1,7 6 0,3-1-15,-2 15 0,11-1-6,13-17 0,8 0 0,6-9 6,21-3 0,5-12 69,0-3 1,-3-15 173,-4-34 1,-14-19-146,-28-8 0,-14-6-37,0 16 0,-4-1 1,-4 4-1697,-13-9 1,-5 11 1594,-12 13 1,18 31-4490,30 53 0,14 13 4086,5-12 1,-5 5-1,1-7 1,0-32-1</inkml:trace>
  <inkml:trace contextRef="#ctx0" brushRef="#br0" timeOffset="345525">16915 3632 22330,'-54'-19'979,"-1"0"0,27 48 0,5 22 0,5 11 0,3-1-2196,7-6 1,5 2 0,2 3 0,2 3 0,0 3 1000,-1-10 0,2 4 1,0 3-1,0 1 1,0 0-1,0-2 1,0-2-1,-2-5-78,-1 7 1,0-3-1,-2-2 1,1-3 0,0-2 523,5 4 0,2 0 0,-5-6 0,-13-11-149,-42 5 1,-6-33 155,38-40 0,7-22 0,0-2-32,-12-1 1,0-3-1,7-4-90,15-1 0,7-6 0,3 0 0,2 8-93,-3 10 1,2 6-1,7-3-73,11-6 1,9-5 0,5 3 0,1 10-1203,1 13 0,3 8 0,0-3-449,6-13 1,2-4 0,-1 8 1701,17 6 0,-13 12 0,-36 12 0,-4 2 0</inkml:trace>
  <inkml:trace contextRef="#ctx0" brushRef="#br0" timeOffset="347093">18492 3705 17148,'-44'-27'2939,"0"1"0,4 37 0,-4 8-2919,-3-12 1,-5-2-1,8 12-93,8 21 1,9 14-1,10 0-258,12 14 1,17-3-443,17-5 0,14-9-286,10-17 0,11-13-1322,-12-17 1,7-8 0,0-4 0,-8 1 3211,3 0 1,-4-4 659,6-3 1,1-3 0,-30 4 3354,-48 6-2410,-27 17-1892,-2 5 671,51-10-1120,49-26-71,-9 0 0,7-8 1,-2-2-18,-1-7 1,-1-3-1,-1-3 0,-5 7 0,1-2 0,-2-3 0,-6-5 68,-7-3 0,-4-6 0,-3-3 0,-2 4 0,-4 8-53,6-12 1,-13 9-20,-25-3 0,-10 23-3,1 60 0,-2 27-12,9-13 1,-2 8 0,1 4 0,2 0 0,3-4-60,1 9 0,5-2 0,1 3-13,-3-5 0,-2 3 0,6 0 0,16-5-1224,22-1 0,16-2 0,7-6 0,-3-10-3,-6-9 1,0-8-1,8-10 1819,-2-9 1,10-7 0,3-5 0,0-5 0,-5-2 0,-10-1-631,0-11 0,-9-5 1,-2-5 335,3-4 0,2-7 1,-8 1-1,-17 10 88,-22 6 1,-14 11-51,-35 23-177,21 17 1,0 9-43,-1 10 1,6 10-58,16 0 0,7 6 0,2-4 18,-2-2 0,12-6 9,37 6 0,13-22 612,-9-58 0,0-16-503,5 23 0,-6-1 1769,-14-26 0,-21 12-1848,-32 42 1,-21 24-32,22 36 1,12 8-14,13-5 2,16-2 1,13-14 16,12-46 1,6-15-15,-7 5 1,-2-8 66,-6-12 1,-2-9 0,-7 0 136,-8-9 1,-7-2-67,3-11 1,-5 1-133,-13 14 0,-5 7 0,-7 4 0,5 20 0,18 42 0,6 4 0,5 4 0,9 18 0,4 2-1696,-5-4 0,1-1 1696,1 1 0,-4 0-659,-13-5 1,-7-2-3039,-6 12 3130,-10 1 0,2-39 0,5-13 0</inkml:trace>
  <inkml:trace contextRef="#ctx0" brushRef="#br0" timeOffset="347429">20618 3566 21371,'-5'-4'5815,"0"0"-5787,-31-26-6,49 71-33,-24-31 11,31 25 0,26 18 0,-2-3-15,-13-17 0,-2-1 0,1 3-242,-2 5 1,1 6 0,-2-1 0,-5-5 35,5 0 0,-16-4 221,-48 12 0,-14-12 0,14-28 0,-10-5 0,0 0 0</inkml:trace>
  <inkml:trace contextRef="#ctx0" brushRef="#br0" timeOffset="347573">20446 3681 26250,'47'12'349,"0"-1"0,-9-3 1,-12 8-350,-31 27 0,-21 15 0,3-9 0,-1 6 0,-3-8 0,-1 1 0</inkml:trace>
  <inkml:trace contextRef="#ctx0" brushRef="#br0" timeOffset="351712">730 5965 21959,'-3'-59'687,"0"0"0,4 5 1,10 6-615,16 16 0,6 7-65,0 6 0,3 7-19,0 12 0,0 8-12,5 11 1,-4 9-6,-4 11 0,-8 8 36,-11 5 1,-12 3 8,-16 3 0,-14-3 47,-15-6 0,-7-8 154,1-9 1,0-8 106,9-13 0,6-10 6,-2-22-275,48-16-23,42 5-30,-7 24 0,5 9-20,12 9 0,-1 11-36,-8 11 0,-9 8 28,-18-2 0,-15 4-40,-28 9 1,-19-4-204,2-20 1,-7-4 0,-2-2-1230,-5 0 0,-4-2 0,3-4 931,-11-1 1,4-5 0,17-3-1,5-5 1,5-7 0</inkml:trace>
  <inkml:trace contextRef="#ctx0" brushRef="#br0" timeOffset="351963">1651 6038 19921,'43'-16'0,"0"1"0,-9 2 0,0 1 0</inkml:trace>
  <inkml:trace contextRef="#ctx0" brushRef="#br0" timeOffset="353780">4067 5613 16779,'-1'-5'2901,"-31"-19"1,-16 1-5427,16 24 0,-2 1 2572,-16-21 1,-3 7 537,11 31 1,1 14-1,8-1-551,-10 15-666,55 16 0,15-3 655,-5-27 231,36-13 1,-16-6-165,-83-4 1,-9 14 1,-13 12-1,6-1-99,6 0 0,10 6 486,13 10 0,6 8 0,22-13-1279,38-19 0,23-14-43,-11-11 1,10-6-1,6-4 1,-3-3-1,-8-1 1019,2-3 1,-7-4 0,-1-8 1017,-1-13 0,0-10 0,-5-1 0,-11 9-23,-8 7 1,-15 12-1115,-20 17-17,8 64-45,-1-7 1,-1 10 0,-1-13 38,-3-4 361,34-65 0,18-29 0,-2 7 1299,-11 19 0,3 2-1727,16-7 1,13-6-1,0 6 1,-14 21-3173,-15 30 1,-5 12 1528,7-5 0,2 3 1,-11-2 1676,-17 22 0,-8-45 0,0-2 0</inkml:trace>
  <inkml:trace contextRef="#ctx0" brushRef="#br0" timeOffset="355734">5389 5821 19322,'-32'-32'1525,"0"0"0,2 14 1,-4 15-1491,-5 25 0,-7 20 0,2 9 0,10-2-230,15-3 1,8 2 0,-1 1 9,-12 9 0,-1 2 1,23-12-1306,38-16 0,23-11 0,-1-8-75,-12-12 1,0-6-1,4-5 802,-1 0 0,7-3 0,2-2 1,-3-1-1,-6 0 933,-1 0 0,-4 0 0,-1-6 1626,1-4 1,2-6-1,-5-1 1,-11 3 1317,-8-25-2635,-10 17 0,-10 6 249,-33 12-112,-26 44-496,23-5 1,1 7-86,-1 12 1,0 9 0,9-5 11,11-9 1,9-2-18,10 14 1,14-13 109,33-43 0,10-20 148,-9 7 1,-3-4 192,1-11 1,-9-1 264,-12-12-158,-22 11-308,-16 18-258,-7 26-39,-5 30-151,5 28-2797,16-8 1,6 1 1880,1-19 0,5-2-961,17 8 1,8-11 478,7-26 1,3-14 2652,13-11 0,-1-7 1299,-10-3 0,-5-5-2092,-5-8 0,-10-1 647,-18-8-711,-14 17 201,-6 27 1966,-2 73-2375,3-17 1,-2 8-39,0-8 1,-1 6 0,-1 3 0,0-3-27,-2 8 1,0-1 0,-1 0 45,-2 3 0,-2-1 0,2-11 24,-8-3 3392,16-77-3395,13-28 0,8-13 3,-3 13 0,1-5 0,1 0 1,-3 13 1,0-2-1,1 0 1,1 0-18,2-2 1,1-1-1,1 1 1,1 4-15,1-2 0,2 3 0,3 4-9,6 3 0,4 2 0,4 12 36,13 14 0,2 18-20,6 20 1,-9 18-1696,-27 17 0,-11 5 1678,6-10 1,-13-3-14,-25-9 1,-13-2 0,0-11-104,-25-7 24,20-6 0,-4-4 104,-19-15 0,6-6 0,18 4 0,-2-3 0,0 0 0</inkml:trace>
  <inkml:trace contextRef="#ctx0" brushRef="#br0" timeOffset="357212">7228 5894 14975,'0'-3'7607,"0"1"-6683,0 2 185,-9-52-801,2 40-252,-23-15-56,-2 75 14,24 0 0,4 3-12,-4-18 1,5-1-12,26 16 1,12-5-59,18-10-457,-23-7 1,-9 2-2138,-26 12-1506,-28-9 3488,-3-21 1,0-5 0,6-2 0,4-3-1</inkml:trace>
  <inkml:trace contextRef="#ctx0" brushRef="#br0" timeOffset="357830">7076 6026 18403,'19'-54'2257,"0"-1"0,-3 13 1,-4 9-2174,-7 19 0,-9 39 0,-4 17-84,-2 15-304,-2-8 0,-4 13 0,0 2 0,5-10-2634,2-4 1,8-3-1805,17 22 1,16-19 5981,4-52 1,7-19 601,-1-1 1,5-10 0,1-3 0,-4 1-277,0-8 1,-3-1 0,-2 0-1106,-3 5 0,-2 0 0,-5 1 124,0-12 1,-17 12-485,-25 32-70,-3 42 0,3 17-48,1-4-769,59-25 1,32-9 0,-14-13 874,-36-16 1,-1-7-627,18-4 1,12-5 0,-4-2 0,-23 3 485,-33-16 51,-19 21 0,18 28 0,-7 23 0</inkml:trace>
  <inkml:trace contextRef="#ctx0" brushRef="#br0" timeOffset="358272">8308 6193 21131,'5'-61'375,"-1"0"0,1 0 0,-1-1 1,1 1-1,-1 0 0,29-8 1,6 10-1,-12 36-375,-24 48 0,-13 33 0,-5 17 0,2 4 0,7-10 0,8-8 0,4 4 0,2-2 0,3-12 0,3-20 0,16-18 0</inkml:trace>
  <inkml:trace contextRef="#ctx0" brushRef="#br0" timeOffset="359349">9057 6055 12107,'5'-3'9830,"-1"1"-8480,8-33 0,-3-11-812,-12 8-211,0-12 1,-7 8-311,-21 37 7,-13 35 1,-8 19-1,31-10 177,66-28 1,4 2-146,-70 43 0,1-6-19,56-47 1,21-17-1,-14-7 355,-23-24-22,-11 5-174,0-3-185,-20 35 0,-4 36-16,6 24-1,18-3-5,42-10 22,-13-30 0,4-12 19,4-16 0,3-11 0,-5-3-15,-9 1 0,-3-3 0,-2-2-2,4-1 0,-1-2 0,-6-7 52,-11-9 1,-7-8 0,-3 1 0,-2 7 57,-1 2 0,-2 2-69,2-8 0,-1-6 1,-2 14-61,-6 9 14,-2 70 1,-1 23-15,3-10 1,2 5-1,0 6-856,0 4 0,0 8 0,0 5 0,1-1 0,1-5 171,2-1 1,1-3 0,1 0-1,-1-1 324,-1 4 0,0 2 0,1-4 1,3-8 366,9 4 0,0-16 0,-7-24 0,6 5 0</inkml:trace>
  <inkml:trace contextRef="#ctx0" brushRef="#br0" timeOffset="359717">9536 5838 24615,'51'-16'16,"1"-1"0,-1 1 0,1-1 0,3 0 0,1-2 0,-1 2 0,-7 3 51,8 1 0,-6 0 230,3-3 0,-12-5 818,-30-9-348,-21 6-364,-11 9-330,-10 56-93,20 0 1,4 7-86,1-6 0,0 2 1,3 0-196,2 17 1,5-2 299,5 5 0,2-8 0,0-17 0,2 10 0</inkml:trace>
  <inkml:trace contextRef="#ctx0" brushRef="#br0" timeOffset="359906">10269 5551 19960,'-4'-7'3781,"1"1"-5971,-23-17 2190,45 48 0,-39-40 0,45 46 0</inkml:trace>
  <inkml:trace contextRef="#ctx0" brushRef="#br0" timeOffset="360301">10872 5709 22565,'0'-3'3545,"0"1"-3248,0 2 174,-149 14-443,113 7 0,0 4-28,-20-5 0,-7 0 0,19 6 0,28 14 0,19 1 8,17-8 0,11-7 34,8-9 0,4-12 199,8-24 0,-6-13-160,-20 3 0,-11-5-25,-19-26 0,-13 1-106,-12 5-188,-2 27 0,5 15-714,24 30 273,16 10 1,4 2 0,-8-4-1,27 18 1</inkml:trace>
  <inkml:trace contextRef="#ctx0" brushRef="#br0" timeOffset="360674">11108 5769 21920,'1'-5'5109,"0"1"-4667,-1 4-436,-14 69-15,5-29 1,0 4 5,-2 19 0,1 0 53,0-18 1,8-11 145,17-26 71,7-34 0,5-24 0,0 1-208,8 0 1,2 0-60,-8 1 0,2-2 0,4 13 0,14 18 0,0 20-1759,-15 22 1,-3 11 862,5 3 0,-5 3-1179,-10 1 0,-11 1 2075,-17-1 0,-6-6 0,3-14 0,-11 9 0</inkml:trace>
  <inkml:trace contextRef="#ctx0" brushRef="#br0" timeOffset="361449">8293 6090 13071,'-4'6'9830,"23"-25"-5893,4-19-3766,-5 12 0,0-8-44,-4-10 1,-1-12-1,-1-2 1,-2 5-99,-1 5 1,-2 4 0,1-7-840,1-6 0,1-11 0,0-1 0,0 3 0,-3 10 849,-1-4 1,-1 6 401,4-19 0,-2 17-458,-7 45 39,-19 54 1,-8 32-23,13-28 0,1 2 0,1 9-382,3-7 0,0 8 0,1 4 0,0 0 1,2-2-1,1-6 337,0-1 0,1-4 0,2-2 1,6 2-1923,5 3 1,6 4 0,3-1 0,1-8 0,-1-12 693,26 5 1,-7-17 0,-6-8 0,-23-15 0</inkml:trace>
  <inkml:trace contextRef="#ctx0" brushRef="#br0" timeOffset="367398">6094 6889 11508,'-64'5'592,"0"0"1,1 0-1,-1 0 1,0 0 0,0 0-1,-4 1 1,0 0 0,2 0-1,3 0 1,4-1-134,3-1 1,2 1-1,5-1 1,8 0-43,-3 1 0,21-1-160,63-8 1,35-4-226,-23 4 1,7-1-1,6 0 1,2-1-1,-2 1-587,-8-1 1,0 1 0,1 0-1,1-1 1,2 1 0,3-1 543,-9 2 0,2-1 1,3 0-1,1 0 1,0 1-1,1-1 1,-1 0-1,0 1 0,-2-1-29,3 1 0,-2 0 0,1 0 0,-1 0 1,0 0-1,0 0 0,0 0 0,1 1 20,2-1 0,1 0 1,0 0-1,1 1 1,-1-1-1,-1 1 1,-1 0-1,-1-1 19,-1 1 0,1 0 1,-2 0-1,-1 0 0,-1 0 1,-3 0-1,-2 1 196,15-1 0,-2 1 0,-6 0 1,-9 0-168,6 0 0,-27 1 0,-62 4 0,-28 0-26,11-1 1,-9 0 0,-5-1 0,-2 1-320,9-1 0,-4 0 0,-2 0 0,-2 0 0,-1 0 0,0 0 331,10-1 0,-1 1 0,-1-1 0,-1 0 0,0 1 0,-1-1 0,0 0 0,1 1 21,-4 0 0,1-1 0,-1 1 0,-1 0 0,1 0 0,-1 0 0,1 0 0,1 0-16,0 1 1,1-1-1,0 1 1,0 0 0,0 0-1,0 0 1,2 1 0,-1-1-165,-3 1 0,0 0 0,0 0 0,2 0 0,0 0 0,1 1 0,2-1 124,-11 2 1,1 1 0,2-1 0,3 1 0,5-1 354,-19 0 1,5 1-1,38 3 98,42 2-397,28-8 0,26-7 0,13-4 0,0 1-295,-25 4 1,3 0 0,2 0-1,2-1 1,2 0 0,1 1-1,1-2 1,0 1 246,-3 0 0,2 0 0,1-1 0,1 0 0,1 0 1,0 0-1,0 0 0,1 0 0,0 0 0,-1 0-14,-4 0 1,1 1 0,0-1 0,1 1-1,0-1 1,-1 1 0,1-1 0,-1 1 0,0-1-1,-1 1 1,-1-1 16,8 0 0,-1-1 0,1 1 0,-1-1 0,-1 1 0,-1-1 0,0 1 0,-2-1 1,-2 1 32,5-1 0,-1 0 1,-1 0-1,-1 0 1,-3 0-1,-2 0 1,-4 0-132,14-1 0,-3 0 0,-7-1 0,-13 0-704,6-8 784,-90 15 0,-35 6 18,31-3 0,-6 1 0,-3 0 0,-3 1 0,0 0 69,5 0 1,-2 0 0,-2 1-1,-1 0 1,-1 0 0,-1 0-1,0 0-35,2 0 1,-2 0-1,0 0 1,-1 1 0,-1-1-1,0 0 1,1 1-1,-1 0 22,-2 0 0,0 0 0,0 0 1,-1 1-1,0-1 0,1 1 1,1-1-1,0 0-12,3 0 0,0 0 1,1 0-1,-1 0 0,2 0 1,0 0-1,2-1 0,1 1 184,-8 1 1,1 0-1,2-1 1,1 1-1,3-1 1,3 0-281,-7 1 1,3-1-1,5 0 1,6 1 203,-12 0 0,25 1 295,44 4-271,19-8 0,16-6 0,6-1-103,-2 0 1,6-2 0,5 0 0,2-1 0,3 0-334,-11 1 1,2 0 0,2-1 0,2 0 0,1 0-1,2 0 1,0-1 0,0 1 269,-5 0 1,2 0-1,0 0 1,2-1 0,0 1-1,0-1 1,1 1-1,-1-1 1,0 1 0,0 0-516,0 0 0,1 0 1,0-1-1,0 1 0,0 0 1,0 0-1,-2 0 1,-1 0-1,-1 1 0,-3 0 515,9-1 0,-1 1 0,-2-1 0,-2 1 0,-2 1 0,-2-1 0,-3 1 0,17-2 0,-3 0 0,-7 0 0,-14 2 0,4 0 0</inkml:trace>
  <inkml:trace contextRef="#ctx0" brushRef="#br0" timeOffset="427683">624 8014 13474,'16'-56'4915,"1"0"0,0 3-3568,2-9 0,0 6-1246,-10 35 90,-10 48-130,-10 10 1,-6 9-59,2-7 1,-2 4 0,1-1 11,-2 5 0,0 1 0,1-3-18,-7 11 0,6-6 3,15 15 95,36-54-59,-2-18 1,4-9 50,13-13 0,0-4-68,-7 4 1,0 0 22,-3 1 0,-3 4-20,-5 10 46,-13 37-18,-20 33-61,-2-12 0,0 4-1082,-1 5 1,3 1 413,5-6 1,2-3 0,1 12-1,10-29 1</inkml:trace>
  <inkml:trace contextRef="#ctx0" brushRef="#br0" timeOffset="427905">1483 8222 20331,'39'-10'-4916,"-1"0"1,8-2 2525,9 3 1,-44 7 0,-4 1-1</inkml:trace>
  <inkml:trace contextRef="#ctx0" brushRef="#br0" timeOffset="431997">3656 7702 20072,'-18'1'2958,"36"-6"-2955,23-3 1,18-2 0,-1-1-522,-11 3 1,0-1 0,2-1-962,0 0 0,3-1 1,0-1-1,-5 2 1479,20-5 0,-8 3 0,-22 5 0,-5 0 0,10-2 0</inkml:trace>
  <inkml:trace contextRef="#ctx0" brushRef="#br0" timeOffset="432748">4012 7647 24127,'-14'45'79,"1"15"-776,7-11 1,1 8 0,-3-1 7,-1-9 0,-2 0 0,-2-1 683,-2 5 1,-3-1-1,0-6 672,-4-1 1,0-12 689,0-18-292,35-45-843,4 4 0,7-1-179,8-4 0,6 3-109,10-2 0,6 3-114,-14 10 0,3 2 0,-1-1 57,0 2 1,0-1 0,-2 0 137,14-8 0,-6-3 162,-17 4 1,-6-2 736,-3-17 90,-16 16-723,-6 16-258,0 22-5,0 32 16,0 15-33,0-11 0,0 2 8,1-14 1,-1-2 193,0 21 783,28-76-901,-12 1 36,18-22 1,8-4-65,-7 19 0,2 4-53,1-4 0,3 7-37,3 15 1,-2 13-889,-12 18 1,-5 11 355,2 11 1,-4 2 0,-6-15 0,-4-3-1,0 22 1</inkml:trace>
  <inkml:trace contextRef="#ctx0" brushRef="#br0" timeOffset="434694">5244 8099 13826,'3'-53'1228,"0"0"1,-1-1 0,1 1 0,0 0-1,-1-11 1,0-1 0,0 7 0,1 18 288,3 18-1520,-3 45 0,-1 32 0,0 13 0,0-10-427,-1-5 0,-1-3 1,2 6 515,-2 4 0,0 10 0,1 1 1,3-12-1,5-23 557,12-23-570,8-20-34,-6-35 0,0-12-22,2 9 0,1 5 173,-5 11 0,4 8-199,10 16 1,0 11-48,11 35 53,-17-5 1,0 2 21,-8-9 1,0-5 25,20 1 5,5-47 51,-20-10 0,-2-5-12,-5 10 1,-2-1-85,0-8 1,-4 14-28,-7 37-74,-3 37-2048,4-15 0,4 2 2144,4 5 0,3-3 0,5 5 0,3-14 0</inkml:trace>
  <inkml:trace contextRef="#ctx0" brushRef="#br0" timeOffset="434843">6010 7701 21993,'3'27'-1621,"-7"-11"1,13-5 0</inkml:trace>
  <inkml:trace contextRef="#ctx0" brushRef="#br0" timeOffset="436859">6068 8084 12061,'0'-6'7556,"0"1"-5645,0 5-1636,-3 9 626,25 30-442,-7-19 1016,35-22-1144,-28-36-214,5-20 187,-30 7 1,-10-11 0,-2 11-115,-15 1-125,14 4 0,0-8 0,-4 22-37,-23 43-23,8 30 1,4 15-12,9-1 1,5 4-3,2-10 1,1 2-1,9-2-24,11-4 1,8-2-1,8-5-751,12-7 1,7-6 0,2-3-2495,-3-3 0,1-4 0,0-1 1759,18 2 1,-6-6 0,5-10 0,-49-2 0</inkml:trace>
  <inkml:trace contextRef="#ctx0" brushRef="#br0" timeOffset="438000">6536 8158 11435,'-4'10'9130,"0"-3"-7197,4-7-220,0 20-1125,2-13 399,38 14-915,13-23-33,-15-1 1,2-2 164,-1-4 1,-6-5 170,0-23-291,-19-9 28,-23 11 0,-8 1 134,-14-18-173,-5 5-95,18 34 33,21 31-11,36 3-20,-5-8 1,5-5 48,4-13 1,4-8 0,-3 0-13,1 1 0,-4-3 134,12-17 0,-15 1-168,-31 20-61,-23 61 39,4-12-714,12 8 1,7 10-1,5-12-294,21-8 935,-10 9 0,4-11 596,25-59 1,-2-18-211,-19 18 383,-1-9 1,6-8-1,-13 10-203,-19 14-449,4-10-38,-22 52-1345,15 21 0,8 6-3336,-2-16 1,1-1 145,4 16 1,4-6 3719,10-18 0,-20-21 0,-3-3 0</inkml:trace>
  <inkml:trace contextRef="#ctx0" brushRef="#br0" timeOffset="438169">7632 7703 23343,'-48'-7'-97,"19"13"1,37 32-1,5-10 1</inkml:trace>
  <inkml:trace contextRef="#ctx0" brushRef="#br0" timeOffset="438490">8170 7482 24441,'-7'-9'2694,"2"2"-2751,-3 25 0,-1 28 0,-2 19 1,-1 10-1,1 3 0,1-7 1,1-14-1318,1 6 1,1-8 0,-1 9 1373,1-14 0,-1 10 0,-2 5 0,0 2 0,1-1 0,0-4 0,2-9 0,3-11 0,-1 9 0,5-14 0,6 0 0</inkml:trace>
  <inkml:trace contextRef="#ctx0" brushRef="#br0" timeOffset="439041">8039 8193 17798,'-37'-23'1852,"-1"0"1,0 1-1,6-9 1,19 6-3738,40 16 0,24 8 0,3-1 1890,1-3 1,3 0 0,4-5 46,-10-1 1,5-2 0,1-3 0,-3 1 0,-6 0 573,-1 1 1,-5-1-1,-1-1-559,11-7 0,-1-3 1,-29 4 1788,-79-7-1705,3 39-145,12-11 0,0 7-34,4 27 0,10 10 33,16-9 1,7 2-9,7 14 0,9-3 3418,25 5-3284,11-56 1,2-16-26,-8-8-42,-9-7 1,-7-4 596,-18-8-504,-5 25-146,-3-6 0,-18 73-112,11 4-78,-4-9 0,9 3 179,23-5 0,12-1 0,-5-4 0,-3 10 0,17-11 0,0-1 0</inkml:trace>
  <inkml:trace contextRef="#ctx0" brushRef="#br0" timeOffset="439409">9159 7990 19339,'-23'-27'3954,"4"53"0,3 19-3946,7-4 1,4 3-4,-11 33 1,10-27 341,25-73 1,5-17-220,-7 12 1,1-3-1224,5-8 0,4-5 0,-1 5 1111,-1 4 1,2 8-28,32 5-6,-26 30 0,-1 10-280,0 17 1,-5 7-304,-4-10 1,-4 2-4317,0 15 1,-6-5 2457,-7-16 0,3 1 1,-7-28-1</inkml:trace>
  <inkml:trace contextRef="#ctx0" brushRef="#br0" timeOffset="439726">10257 7931 27314,'-47'-3'109,"0"1"0,0 0 1,-12 0-1,10 15-352,25 30 1,11 19-1,6-4-2126,5-2 0,13-3-908,19-5 0,14-1 0,4-13 1038,-5-20 1,3-9 0,0-4 2238,4 1 0,0-4 0,1-6 0,10-16 0,0-8 0,-14 5 0,-8 6 0,3-7 0,0-1 0</inkml:trace>
  <inkml:trace contextRef="#ctx0" brushRef="#br0" timeOffset="440158">10688 8024 14403,'-10'-1'9830,"1"0"-8011,-35 20-1584,21 12 58,-24 0-47,59 14-119,23-45 0,15-16 0,-4-3 16,-4-4 0,-1-4-35,10-2 0,2-3 1,-27 1 118,-53-9 1,-20 14-29,11 29 0,1 17-220,-1 15 0,3 14 0,13 1-1522,20-8 0,12 1 0,4 0 1543,4 7 0,6 0 0,2-11 0,10-11 0,-2-11 0,0-10 0</inkml:trace>
  <inkml:trace contextRef="#ctx0" brushRef="#br0" timeOffset="441452">3241 8854 8106,'-36'11'2069,"0"1"1,28 5-694,33-4 1,23-4-1334,-9-6 1,11-2-1,7-2 1,6-2-1,4-1 1,0 0-1,-2 1 1,-4-1-149,-4 2 1,-2-1 0,-1-1 0,1 1 0,1-1-1,3 1 1,3-1 0,7 0 208,-18 1 1,4 0 0,2 0 0,3-1 0,2 1 0,3-1 0,0 1 0,3-1 0,-1 0 0,2 1 0,0-1-1,-1 1 1,1-1 0,-2 1 0,-1-1 0,-1 1 0,-2 0 0,-2 0-31,7-1 0,-3 1 0,0 0 1,-2 0-1,0 0 0,-1 0 1,0 1-1,0-1 0,0 0 0,1 1 1,1-1-1,1 1 0,1-1 1,3 0-48,-10 1 1,0 0 0,1 0-1,1 0 1,0 0 0,0-1-1,1 1 1,1 0 0,0 0 0,0 0-1,2 0 1,-1 0 0,2 1-1,0-1 1,0 0 0,1 1 0,1-1-1,1 1 1,0 0-200,-9 0 1,1 0 0,2 1 0,2-1 0,0 1 0,2-1 0,0 1 0,1-1-1,1 1 1,0 0 0,0 0 0,1 0 0,0 0 0,-1 0 0,0 0 0,0 0 0,-1 0-1,-1 0 1,-1 0 0,0 1 0,-2-1 0,-2 0 0,0 0 0,-3 0 0,-1 0-1,-3 0 1,-1 0 171,18 0 0,-4 0 0,-4 0 0,-2 0 0,-2 0 0,-2 0 0,0 0 0,0 0 0,0 0 0,1 0 0,3 1 0,1-1 0,4 0 0,-6 0 0,5 0 0,4 0 0,4 0 0,2 0 0,1 1 0,2-1 0,0 0 0,0 0 0,-3 0 0,-1 1 0,-3-1 0,-4 0 0,-5 0 0,-5 1 0,-6-1 0,-7 0 0,-8 0 0,-8 1 0,35 1 0</inkml:trace>
  <inkml:trace contextRef="#ctx0" brushRef="#br0" timeOffset="786378">12010 8076 19876,'-40'12'1333,"-1"1"1,16 8-1158,66-15 0,29-6-161,-13 1 0,6-2 0,3-1-462,-10-1 1,3-2 0,1 0 0,-2-1 461,-2-1 1,-1-2-1,-1 0 1,-3-1 146,2-3 1,-3 0-1,-8-4 281,-6-5 1,-16-3 66,-51-17 175,-1 20 0,-5 3-218,3 3 1,1 2-261,-10-6-151,39 13 929,47 19-985,-4 1 0,3 5-107,10 9 1,-4 7-749,-8 10 1,-13 7 369,-22 2 1,-11 0-1,1-17 1,-5-3-1,-12-8 1,0 1-1</inkml:trace>
  <inkml:trace contextRef="#ctx0" brushRef="#br0" timeOffset="787431">14176 8149 26407,'22'-44'112,"-12"54"-1036,-14 31 0,-8 16 924,5 3 0,-1-1 0,0-16 0,2-4 0,2 10 0</inkml:trace>
  <inkml:trace contextRef="#ctx0" brushRef="#br0" timeOffset="787873">14414 7710 24637,'-29'41'11,"-1"1"0,1 0 0,-7 9 1,16-4 436,43 8 437,18-42-207,-2-42-398,-11-7 72,-22-6 1,-6 0-319,-1 12-157,-15-19 123,20 76 0,7 29 0,-3-10 0,-5-13 0,5 10 0,1 1 0,-1-1 0</inkml:trace>
  <inkml:trace contextRef="#ctx0" brushRef="#br0" timeOffset="788342">14727 8088 15048,'-10'46'3276,"0"0"1,0 0 0,32 0-4135,18-65 0,15-31 0,-5 2 858,-7-5 0,2 15-135,7 42 0,6 17 1,-19 3-1,-29 13 0,-5 13 1,-1-1-1,1 1 0</inkml:trace>
  <inkml:trace contextRef="#ctx0" brushRef="#br0" timeOffset="790879">15662 8082 16924,'7'-58'1235,"0"1"1,0-1-1,0 0 1,0 1 0,-1-1-1,0 4 1,-2 13-1292,-1-3 17,-2 14 100,-4 86-58,-3-10 1,-3 10 0,-2 3 4,-1-1 1,-4 6-1,1 0 1,0-2-9,3-7 0,0-1 0,1-1 0,-2-1 0,-6 14 0,0-3 0,4-13 308,5-8 140,37-71 0,12-23-317,-3 10 1,3-3-61,0-1 0,4-4 0,-2 4-43,3-6 0,1 18-112,-2 33 0,-3 17-2144,-11 20 0,-4 10 1733,-4-9 0,-1 3 0,-1 0-771,6 20 0,-2-6-957,12-1 1226,11-52 0,3-16 2941,5-21-1046,-21 8 0,4-5 0,-7-1 65,-8-5 1,-5 0 1552,-1 3 1,-3 4-2416,1 1-79,-2 31-33,13 26 33,19-4 432,14-34-208,-37-25-190,-7-8 17,-60 7-70,2 51 0,-1 16-37,16-7 1,4 6 27,-8 25 0,15 4-39,27-15 1,16-8 27,24-15 0,15-11 0,-6-4 31,-15 0 0,-1-8 3,12-9 0,5-7 0,-13-5 13,-25-3 1,-6-3 70,10-12 0,1 0-42,-6 11 0,1 3-20,10-4 0,2 11-33,16 34-12,-5 26 28,-29 11 1,-8 7-18,-4-10 1,-2 0-9,1 4 0,6-8 3,35-13 17,1-39 0,5-13 14,-1-5 0,-2-7 73,-9 2 1,0-4-1,-6 1 184,-4 0 1,-7 1-146,-3 3 1,-6 3-144,-12 10 0,-1 16 0,-10 41-136,15 27-449,3-18 0,2 2-1238,2-3 0,2-2 1823,3-13 0,-1-4 0,-2 0 0,-8-18 0</inkml:trace>
  <inkml:trace contextRef="#ctx0" brushRef="#br0" timeOffset="791059">17937 7873 25399,'-32'-39'250,"0"-1"0,4 6 1,8 17-1195,18 44 1,6 11-1,-1-11 1,1 6 0,1 0-1</inkml:trace>
  <inkml:trace contextRef="#ctx0" brushRef="#br0" timeOffset="791680">18373 7529 23724,'-7'-50'1379,"0"-1"1,-1-6 0,-2 23-1374,1 50-12,-9 44-371,9-16 0,0 15 0,-1 8 0,0 4 0,2-2 0,1-9-910,1 0 1,2-5 0,1 0 0,-1 6 225,-3-2 1,-1 8-1,-1 3 1,2-3-1,2-8 1,4-11-2441,5 5 1,6-23 6239,1-30 1478,-10-32 1,-8-13-3023,1 11 1,-4-2 146,-9-8 1,-5-4-1,2 7-930,3 10 0,2 3-446,-5-10 1,15 2-175,51 18 1,30 9 0,-4 2 176,-14-5 0,1-1 254,-1 5 1,8 0 0,-2-1-1,-14-3 709,-14-7 1,-10-1 64,2-8-1070,-21 15 73,-12 46-104,3 5 1,1 4-256,0 9 1,2 2 358,8 9 0,2-3 0,-6-24 0,1-3 0,14 16 0</inkml:trace>
  <inkml:trace contextRef="#ctx0" brushRef="#br0" timeOffset="791885">18896 7666 25359,'-16'32'-1639,"-1"0"1,-10-16-1,25 28 1,6-1 0,-3-33-1</inkml:trace>
  <inkml:trace contextRef="#ctx0" brushRef="#br0" timeOffset="793155">19093 7980 20823,'50'-14'6710,"-28"64"-6713,-26-17 0,-6 3 39,-8 25 1,9-17-3,17-42 50,20-28-62,0-9 0,5-3-11,13 1 1,5 9-26,-12 15 0,1 8-45,2 12 0,4 5-346,5-1 0,6 2 0,-5-3 405,-2-4 0,1-4 39,3-3 0,4-3 1,-9-7 116,-5-10 1,-21-2 566,-44 4-768,-16 26 50,1 2 1,-1 5-23,-12 25 678,46-30-454,1-8-229,14-11 39,-12 5-62,-2 5 11,-4 1 90,0 2-89,-1-1 27,4 0 45,3 0-72,-14 44-1,14-18 28,-3 31 26,52-65 0,11-18 92,-11-7-37,-10 4 0,5-5 0,-12 0-75,-18-22 0,-8 12 0,-8 23 0,1 19 0,-6 28 0,-7 31 0,-2 12 0,1-6-724,1-13 0,0-2 1,-1 2-1,-1 4 631,2-3 1,0 4-1,-1 3 1,-1-1-1,-3-1 1,-3-4 92,-9 2 0,-5-1 0,-2-3 0,2-4 0,5-5 0,-1 12 0,-2-9 0,-5-18 0,0-1 0,0 1 0</inkml:trace>
  <inkml:trace contextRef="#ctx0" brushRef="#br0" timeOffset="794345">21751 8009 12875,'19'-41'3276,"-1"0"1,-22 5 0,-3-1-1740,16-19 1,-10 5-1482,-31 24 0,-11 16-51,3 21 1,-1 12-6,-6 4 0,1 11-857,16 1 1,0 9 0,3 1 0,5-6 850,2 0 0,7 0 58,2 9 1,5 5-1,15-23 129,31-41 0,19-27 0,-6 5-454,-12 17 0,-1-3 308,11-20 1,4-12-1,-16 2 139,-24 7 0,-8 2 246,3-26-426,-19 35-22,-14 71 0,0 31-3,13-16 0,7 4 46,2-3 0,3 3 0,7-9 1529,6-12 0,8-10-1541,4-8 0,7-13 2,10-23 1,8-18 0,2-10-1,-8 1-234,-5-6 0,-6-4 0,3-9 237,-9 17 0,3-6 1,4-4-1,0-2 1,-1-1-1,-2 1 1,-3 3-1,-7 5 214,1-8 0,-6 4 1,-3 0-1,-2-4-181,2-10 1,0-9-1,-2 1 1,-6 8-1,-9 19-46,-26 4-18,-7 48 1,-3 18 25,13 10 1,4 12 0,1 6-215,1-1 0,0 6 0,1 5 0,2 1 0,2-3 190,2-3 1,2-1 0,1 0 0,2 0 0,4 1-3,2 2 1,2 2 0,3-1-1,2-2 1,1-5 9,2 10 0,3-5 0,5-7-15,12 9 0,15-20-945,9-38 1,16-18 0,1-8 0,-10-1-548,-19 1 0,-6-3 0,5 0 1520,5 3 0,8 0 0,1-1 0,-6 0 0,-12 0 0,-6-11 0,-13 3 0,-7 8 0</inkml:trace>
  <inkml:trace contextRef="#ctx0" brushRef="#br0" timeOffset="794917">22722 8230 24967,'37'-45'253,"-1"1"1,1-1-1,0 1 1,-7-1-1,1-2 1,-2-2 0,-1 0-1,-3 1-394,-2-3 1,-3 0 0,-2 0 0,-1-4 224,-2 1 0,0-3 0,-1-2 0,-3 3 0,-1 5 54,0-3 1,-3 5 0,-3 0-24,-2-5 1,-2-2 0,-3 13-77,-8 4 75,-26 42-114,12 21-8,7 9 0,-3 14 1,-2 8-1,1 3 0,5-4-762,2 5 0,5-1 1,1 2-1,-1 2 616,-1-9 0,0 3 0,-1 2 0,0-1 0,3-2 0,3-3-40,2 5 1,1-2 0,5-4 0,6-1-117,14 10 0,9-4 1,-5-11-1,1-2 0,3-6 1,-1 0-1</inkml:trace>
  <inkml:trace contextRef="#ctx0" brushRef="#br0" timeOffset="795679">24204 7891 14956,'8'-58'2778,"1"1"1,-4 55-3133,-5 32 1,-12 37 0,-4 15-1,0-5 344,4-16 0,-1 1 0,0 1 0,-1 2 0,0-1-60,1-4 1,-1 2 0,0 1 0,0-2-1,1-3 1,-1-5 74,-5 15 1,0-7 0,6-9 518,5-7 1,6-20-547,21-67 0,8-29 29,-12 31 1,0-1-1,0-7-1,-1-6 1,0-7 0,0-4 0,-1-4 0,0 0-36,-4 11 1,0-4 0,-1-1-1,0 0 1,1 0 0,0 1-1,0 4 30,2 2 0,1 2 0,0 1 0,1 1 0,-1 0 0,1-1 261,-2-6 1,-1-5 0,1 0-1,1 5 1,3 9 0,6 14-277,28 2 0,5 30-86,-15 28 0,3 21 1,0 12-1,-6 1 1,-12-8 67,-9-6 0,-9-3 0,-9 5-500,-7 5 0,-8 9 0,-5 2 0,-6-8 0,-2-15 532,-13-15 0,-6-14 0,-3-4 0,-8 0 0,-8-4 0,6-4 0,24-8 0,25-16 0</inkml:trace>
  <inkml:trace contextRef="#ctx0" brushRef="#br0" timeOffset="796392">24904 7369 21147,'-3'-1'3686,"41"42"-4304,-7-9 1,2 5 636,8 11 1,-10 8 166,-27-5 1,-11 5-1,-3-7-40,-1-9 0,-6-8 441,-28-7 0,12-16-537,57-28 1,32-19-1,-3 0-39,-16 8 0,-2-1 1,5 1 13,9 2 0,7 1 0,-1 2 1,-8 6 130,-3 6 1,-9 4 67,-6-1 488,-28 9-707,-20 20 1,-3 16 27,21-3 1,5 4-15,-3 23 1,7-3 98,14-22 0,8-9-48,5-8 0,-1-14 64,-7-25 0,-6-13-16,-5-1 0,-9-5-37,-11-8 0,-9 1-48,-2 10 1,-6 5-2391,-17 4 1,-3 12-7475,-1 28 8044,3 4 1,33 15-1,6-25 1</inkml:trace>
  <inkml:trace contextRef="#ctx0" brushRef="#br0" timeOffset="799222">25988 7637 25433,'11'35'162,"0"0"1,4 13-180,-10-2 0,-2 17 0,-1 7 0,-1 0 1,0-12-1,0-6 0,-1-6 0,-2 3 12,0 13 1,-1 7 0,-3-4 0,-6-19 60,-26-11-33,3-3 21,10-75 1,6-28-34,12 21 1,6-3-1,1-4-104,-1-2 1,2-5 0,1-2 0,3-1 102,0 9 0,3-2 0,0 0 1,2 1-1,1 2-190,2-3 0,2 2 0,2 1 1,3 4 181,3 1 1,2 2 0,4 4 0,3 10-18,6 6 0,5 10 0,2 12-762,0 19 0,4 13 0,-1 6 0,-5-5 763,14 0 0,-8 9-10,-19 10 0,-2 12 0,-9 3 0,-15-11 7,-33 3 1,-20-7-67,3-4 1,-8 0 0,-1-8-146,3-11 0,-2-7 0,1-8-3049,-1-10 0,0-8 0,9-4 3205,11-6 1,10-5 0,-1-25-1,27 32 1</inkml:trace>
  <inkml:trace contextRef="#ctx0" brushRef="#br0" timeOffset="800049">26801 7377 18224,'0'7'5198,"0"-2"-4605,0-5 359,14 49-520,40-47-267,-21 11 1,1-5-57,10-27 0,-3-14 36,-9 1 1,-7-3 5,-8 3 1,-9 0-12,-29-12-124,-4 31-5,-7 19 1,-1 11-10,11 9 1,4 7-20,-3 8 1,7 5-4,14 4 1,12-2 33,15-2 0,10-8-26,7-8 1,6-11 19,0-12 1,-1-11 10,-10-14 1,-7-8 13,-7-10 1,-6-5 36,-5-3 0,-2 0-20,-1 4 1,2 2-17,17-13-12,12 33-8,-13 34 0,-1 10-25,-5-1 0,-2 4 8,1 19 0,2 0-3,13-8 1,4-7-12,-15-10 0,4-10 45,18-24 0,8-16 0,-8-7 3,-11-11 0,-9-12 54,-9 13 0,0-8 0,-2-4 0,-2 3 1,-5 5 45,-4-17 1,-7 3-47,0 0 1,-3-1 0,-4 33-175,-16 76 33,12 11-146,11-7 0,2 13 1,2 5-1,1-8-247,0-7 0,2-5 0,1 4-695,0 5 0,1 6 0,2-3 0,1-11 1144,6-11 0,-2-6 0,2 22 0,-1-66 0</inkml:trace>
  <inkml:trace contextRef="#ctx0" brushRef="#br0" timeOffset="800533">28090 7452 8993,'54'-26'1638,"0"0"0,-1-1 1,1 1-1,-11-6 0,-5-2 1,-1 4 2494,14 0 1,-17 3-3904,-45-11-241,14 94-79,17-8 75,2-11 0,7 3 0,6-14 173,8-27 1,4-15 0,-1 3 3,6 18 1,-3-7 69,-8-28 0,-3-12 0,-19 23-232,-35 46 0,-7 34 0,15-21 0,1 14 0,0 9 0,-1 3 0,2 0 0,-1-5 0,0-11 0,-2 3 0,1-7 0,0 6 0,4 4 0,0 0 0,0 0 0,0 0 0,0 0 0,0 1 0</inkml:trace>
  <inkml:trace contextRef="#ctx0" brushRef="#br0" timeOffset="801196">30244 7236 17798,'3'-51'2588,"0"0"0,-30 65 0,-3 19-2594,13-4 0,5 7 6,-2 13 0,-1 13 0,7-2 0,13-14 123,32-15 1,10-9-29,-10 14 0,0-15 155,7-46 0,2-26 1,-11-2-100,-13 4 0,-15-6-45,-12 7 1,-7-7-1,-4 2 1,-2 9-105,-2 5 1,-9 11-210,-19 12 0,-9 9 0,18 16 207,40 42 0,10 11 0,-30-23 0,4-1 0,40 10 0,0 0 0</inkml:trace>
  <inkml:trace contextRef="#ctx0" brushRef="#br0" timeOffset="801602">31439 7063 25152,'-34'-52'700,"1"-1"0,-18 46 1,-1 18-696,15 7 1,3 16-322,9 7 0,-1 13 1,1 10-1,1 6 1,2-1-1,3-3-154,5-4 1,3 0-1,2 2 1,1-1-1,-1 0 1,-1-1 445,-2-3 1,-2 1-1,1-1 1,-1-1-1,0-1 1,0-2-1711,0 9 1,2 5 0,-1-5 0,-2-14 0,-4-24-479,-32-44 4051,26-20 0,5-17 0,4 4-1383,-1 7 1,13-3 176,18-2 0,12-9 0,8-3 0,3 5 0,-3 13-1208,15 6 1,5 7 630,-7 0 0,7-5 0,1 1 0,0 3-1080,-4 7 1,2 1 0,-3 3 0,-6 1 1023,3-1 0,-4 0 0,5-2 0,2-2 0,-19 5 0,-27 10 0</inkml:trace>
  <inkml:trace contextRef="#ctx0" brushRef="#br0" timeOffset="813992">3497 10296 18941,'-2'-50'1249,"0"0"0,-1 1 0,1-20 0,-2 29-1140,1 63 0,-2 23-182,-2-1 0,-2 12 1,-2 8-1,0 2 0,1-2 1,2-9-1989,-1 10 1,2-6-1,-1 7 1789,1-15 1,-3 7 0,-1 4 0,1 1 0,1-3-1,2-5 1,5-10-4645,6 21 1,5-12 3947,-7-10 0,2-4 0,5 1 0,1-12 0,-6-25 1</inkml:trace>
  <inkml:trace contextRef="#ctx0" brushRef="#br0" timeOffset="814263">3540 10330 15939,'0'-56'1133,"-1"0"0,1-1 0,-1 1 0,19 9 0,7 2 0,3 4 0,-1 2-1131,5-17 1,9 15-3,17 25 0,12 15 0,-10 11-8,-19 10 0,-9 12 4,-7 9 0,-6 9 0,-16 0 21,-18-10 0,-15 0 0,-6-1 0,0-1-57,0 4 1,-1-1 0,-3-1 0,-2-4-1637,-6-4 0,-5-3 0,2-4 1,5-3 1675,-7 3 0,11-8 0,12-7 0,30-10 0</inkml:trace>
  <inkml:trace contextRef="#ctx0" brushRef="#br0" timeOffset="815215">4567 10081 22655,'0'-57'1204,"0"0"0,-5 11 0,-1 8-1176,-2 15-5,-21 33-26,-11 32 0,-2 14 6,11-8 0,4 4-15,6-1 1,3 4 0,6-6 22,8-7 0,11-6-5,14-5 0,9-12 8,3-23 0,2-13 154,7-13 0,-3-7-98,-7 7 0,-4-2-20,2-7 0,-10 0 225,-30-5-202,5 27-101,-7 7 39,10 25-20,3 22 1,1 5 19,3 7-34,9-9 1,7 5 0,0-10 11,13-3 16,5-10 1,3-11 19,-11-23 0,-6-12 11,-4-9 1,-4-3-31,14-19 2,-30 16 1,-8 0 103,-7-14-34,12-5-106,7 14 28,33 22 6,6 21 33,21 5-28,-8-8 0,0-2-22,2 3 14,-7-6 0,-8-6 97,-27-4 136,-1 1-225,-11 4 11,-14 16 12,-18 38-34,11-15-65,-2 23 1,5 6-412,12 3-395,1-6 0,7 0 192,14-8 1,2-5 0,0 4 0,15-3-1</inkml:trace>
  <inkml:trace contextRef="#ctx0" brushRef="#br0" timeOffset="816165">5603 10178 25208,'2'-34'445,"0"-1"1,7-12-401,23 47 0,7 9-17,3-5-14,2-3 0,0-8 148,-2-39 163,-33-17-179,-2 8-62,-35 7 36,-15 54 0,-3 14-86,1 4-31,-3 9 0,10 9-87,39-1 0,11 1-65,-5-7 1,7-3-222,27 10 1,10-13 220,-11-26 1,2-11 170,19-8 1,-3-8 13,-19-4 0,-6-5 210,1-11 1,-7 2-45,-9 5-118,-8 55-39,-13 18-37,0 3 0,0 5 3,4 7 1,2-5 5,5-3 33,18-22 0,8-13 23,-2-29 0,1-14 44,2 4 1,2-4 0,-1 7-65,-1 6 0,1 9-53,12 14 0,-3 11 23,-3 33-29,-12-12 0,7-9 34,24-38 0,-1-14-22,-6 6 10,-12-4 1,4-8 0,-9-7-1027,-19-7 1,-9-7 0,0 6 1054,6 4 0,-2 0-64,-5-9 1,-2-4-1,-4 18 19,-4 26 0,-9 10 0,1 31 0,2 25 0,4 5-568,4 2 1,4 6 0,2 3 0,1-2-553,1-3 1,1 0 0,2-1 0,3-1-620,1 4 0,2 2 0,3-5 0,4-12 1782,17-4 1,-1-16 0,0-8 0,-21-16 0</inkml:trace>
  <inkml:trace contextRef="#ctx0" brushRef="#br0" timeOffset="816414">6743 10047 25696,'58'-13'-45,"0"0"1,-1 0 0,1 0-1,0 1 1,-1-1 0,1 1 0,-1-1-1,-2 2 1,-4 1 0,-8 2-4872,10-2 1,-11 5 2730,-10 5 0,-36 6 0,2-5 1</inkml:trace>
  <inkml:trace contextRef="#ctx0" brushRef="#br0" timeOffset="818186">9100 10123 18308,'-27'-42'1732,"1"0"0,0 0 0,-23 28 0,-3 17-1721,0 6 1,3 17-27,8 19 0,6 17 0,13 0-342,15-10 1,11 0-1,14-6-765,14-18 1,14-5-1,4-4 1,-4 0 1087,-3 7 1,-2-1-1,5-10 73,9-14 0,9-10 1,-2-8-1,-9-3 1098,-13-8 0,-6-4 0,-5 3-723,19-11 1350,-42-10-1360,-34 69-309,-16 1 101,37 1 78,56-27 1,21-15-236,-33 9 1,3-5-4,-1-2 1,7-6 0,3-4 0,-3-4 0,-6-3 22,-1-15 0,-7-7 0,-3-2 0,1 3-829,0 10 1,1 2 0,-1-1-1,-5-1 808,-2-8 0,-1-3 0,-6 2 0,-11 12-1902,-26-13 1887,5 36-168,-14 40 0,-11 23 1,5 1 144,7-1 0,2 8-24,2-2 1,-5 12-1,-1 5 1,4-2-1,9-6-126,5 3 1,8-5 0,12 0-679,15 3 1,12 4-1,7-6 1,3-14 444,7-15 1,4-14-1,4-4 352,-4 1 0,4-2 0,1-6 1,-2-12 164,-6-12 0,1-12 1,-2-6-1,-5 0 1,-7 5 287,3-7 1,-7-2 42,-3 1 0,4-7 0,-7 0 0,-17 12-151,-39-10-202,-9 45 0,-13 12 0,5 6-107,3 10 1,3 6 958,-15 7 0,7 9-968,28-1 0,9 5 0,3-8 3056,5-2-2988,29 1 0,9-13-47,1-42 421,4-12 0,9-12 0,-7 0-256,-15 0 0,-4 0-14,16-9 0,-17 12-134,-46 29-1753,2 45 1,1 16 1721,-1-19 0,5 1-3,13 14 0,18-9 5,36-39 1,13-17-15,-15 4 1,0-8 39,2-9 1,1-7 0,-8-4 38,-6-13 0,-10-5 16,-10 14 0,-4-3 0,-6 2 77,-11-16 0,-7 6-163,0-4 0,-12 17 0,43 84-415,-3-12 415,0 2 0,2 6 0,3 19 0,-2 0-155,-12-23 1,-1 0-93,5 24 1,-9-1 246,-22-25 0,-4-6 0,2 2 0,-14 1 0</inkml:trace>
  <inkml:trace contextRef="#ctx0" brushRef="#br0" timeOffset="818668">11865 9734 27337,'-41'-7'151,"-1"-1"0,-12 37-157,75 14 1,24 9-36,-7-11 0,5 3 0,-1 0-575,-1 5 0,-1 2 0,-4-5-65,9 0 0,-17-3-773,-31-5 1,-19-9-1005,-22-24 0,-21-16 1,-4-7-1,11 5-739,6 4 1,2-2 3952,-4-4 0,-9-3 0,7-6 1,20-5 4158,35-32 0,17-1-3188,-14 26 0,2 2-1360,12-33 0,4 24 288,-3 76-588,-13 6-220,-7-1 0,-4 9 0,-1-1 153,-8 15 0,-1-3 0,2-10 0,1-3 0,3-12 0,-1 0 0</inkml:trace>
  <inkml:trace contextRef="#ctx0" brushRef="#br0" timeOffset="819165">13447 10123 22173,'2'-59'945,"1"1"1,-1 0-1,1 5 1,-2 1-1,-5 16-861,-11 19-146,-6 60 1,3 22-152,9-31 0,5 3 213,2 14 0,2 14 0,2 0 0,0-14 0,0-16 0,3-3 0,10 20 0,1 1 0</inkml:trace>
  <inkml:trace contextRef="#ctx0" brushRef="#br0" timeOffset="819529">13790 9686 20252,'-49'9'1118,"0"-1"1,0 0 0,1-11 0,10 10-985,14 47 0,27 3 65,45-42 1,16-12-4,-18 6 0,-1-9 347,13-31 0,-15-13-375,-43-15-193,-32 26 0,-8 11-306,-2 20-4585,14 39 1,11 13 4742,23 3 1,2-10 0,0-5 0,0-19 0</inkml:trace>
  <inkml:trace contextRef="#ctx0" brushRef="#br0" timeOffset="819874">14195 9893 27214,'6'43'5,"1"1"1,-2-2-1,-6 2 15,-14 16 0,-5-4-4,3-2 225,61-59-143,-23-17 0,1-10 32,16-14 1,6-9 0,-4 6-47,-9 11 0,-2 3-3,9-17 1,3 15-82,-3 42 0,0 10-314,13 7-294,-22 21 1,-1 17 0,-6-9-1,0 1 1,-9-1 0,0-1 0</inkml:trace>
  <inkml:trace contextRef="#ctx0" brushRef="#br0" timeOffset="820316">16569 9682 21584,'-50'7'958,"-1"-1"0,1 1 0,11 26 0,5 12 0,-6-5-1097,-17-17 0,-7-6 1,15 13-250,25 14 0,8 11 0,10 1 0,11-10 388,32 0 0,9-5 0,-21 7 0,2-4 0,10-19 0,0-1 0</inkml:trace>
  <inkml:trace contextRef="#ctx0" brushRef="#br0" timeOffset="820907">16919 9999 14057,'10'-59'983,"-1"0"0,0 0 0,0 0 0,0 0 0,1-1 0,-1 1 0,4-20 0,1-3 0,-3 18 0,-6 38 924,-11 56 0,-6 30-1893,2-16 0,-4 11 0,-1 5 0,-1 2 0,2-3 0,1-8-18,0 10 0,2-6 1,-2 5 7,-4-3 0,-5 10 1,1-1-1,9-14 1,15-23 6,25-32 0,9-16 42,-2-8 1,1-9 33,4-5 1,4-6 0,-6 3-80,-4-2 1,-6 5-32,10-11 40,-11 107 0,-8-12-28,-4-2 0,9-1-1137,11-17 1,10-5-1,-6-3 1148,12 3 30,2-23 0,11-10 0,-16-8 42,-28-7 1,-6-5 73,18-12 1,-6 2-147,-21-3 0,-33 88 0,9 14-2643,10-6 1,1 11 0,3-8 2642,3-13 0,2-2 0,2 16 0,4-9 0,3-33 0</inkml:trace>
  <inkml:trace contextRef="#ctx0" brushRef="#br0" timeOffset="821113">17924 9593 25309,'7'36'-829,"1"-1"0,-2 8 0,6-17 0</inkml:trace>
  <inkml:trace contextRef="#ctx0" brushRef="#br0" timeOffset="821863">18155 10306 23343,'31'-32'1795,"-1"0"1,-6 7-1645,2-17 0,9-20 0,-1-3 0,-8 11-131,-11 17 0,-3-1-189,6-14 0,3-11 0,0-2 0,-7 7 267,-6-7 0,-6 4 120,-1 15 1,-1-1 0,-2 4-200,1-5 1,-8 13 100,-32 29-154,22 37 1,1 24-1,3 6 1,0-9-733,-6-4 1,3 2 730,1 3 0,-1 9 0,7 1 0,14-9-995,24-7 0,15-7 0,-2-4 374,-3 1 1,7-6 376,-2-10 1,10-1 0,4-2 0,-2-4 0,-7-8 603,17-12 0,-6-16 520,-7-8 1,-1-10 0,-13 0-597,-17 7 1,-12-2-94,-13-23 1,-19 13-825,-16 44 1,-13 19-1,6-2 674,-10 2-3,9 4 1,-5 7 0,18 7 262,32 21 0,15 0-266,-1 2 2,8-3 1,11-18 34,9-50 1,8-25-1,-5 1-15,-6 4 1,-3-3-15,-2 3 1,4-4-1,-2-4 1,-5-5 76,-7-4 0,-6-6 0,-2-3 0,-2 2 0,0 7-7,1 1 1,-2 6 0,1-5-44,3-15 0,0-9 0,-1 4 1,-5 18 621,-5 13-657,-18 51 195,-3 31 0,0 21-375,9-18 1,0 9 0,1 3-1,1-1 1,-1-6 502,-3 6 0,0-5 0,4 5-323,5-2 0,3 8 0,1 0 0,2-7 0,1-17 0,7 0 0,1-6 0,0 0 0</inkml:trace>
  <inkml:trace contextRef="#ctx0" brushRef="#br0" timeOffset="823384">20832 9881 19641,'6'-50'1785,"0"0"0,1 0 1,5-4-1,-10 9-1745,-45 5-26,13 49 0,-2 14-16,-1 9 0,0 9 0,3 4-273,7-1 1,2 5 0,3 1-1,1-2-832,-3 10 0,3-1 0,9 0 860,8 2 1,8-1-1,16-14-335,20-23 0,18-12 0,3-8 1,-6 0 694,-11 0 1,-3-4 0,3-1 163,10-1 0,6-2 1,-3-3-1,-15-5 762,-13-14 0,-13-2-708,-10-1 61,-40 8-151,-2 44-236,10-11 1863,17 13-1784,38-23 0,25-15 0,-6 0 462,-18 3 1,2-5-504,2-6 1,10-6 0,2-5 0,-4-1-1,-9 1-23,-8-6 1,-7 0 0,-1-6 73,3-7 0,5-10 0,-2-1 0,-10 8 0,-16 18 399,-46 7-560,20 55 0,-1 19-61,3-2 1,-3 9 0,3 6-1,7 1-455,6 0 1,3 7 0,6 1 0,7-6 0,11-10-915,17-11 0,12-9 0,6-4 1,-4-2 1247,2 8 1,-1-3-1,7-12 552,-2-15 1,7-8 0,2-8 0,-3-4-1,-10-5 705,-9-6 0,-7-6 1,-3-3-1,1 2-803,11-1 0,0 0 1,-10-3 442,-10-12 0,-9-4 0,-18 16-315,-24 29 0,-8 7-310,-22-16-1121,14 53 0,-5 27 0,10-7 1098,17-21 0,5 1-2,-8 26 0,1 9 0,23-23 44,37-41 0,11-13 127,-8 5 0,0-7 42,2-14 0,2-10 0,-7 2-139,-7 5 1,-10 1-6,-14-21-78,-24 73 0,-4 19 1690,5-3 0,8 3-1693,14 6 0,13-5 14,9-18 0,6-9 6,6-8 0,2-13 63,0-24 0,0-15 0,-7 1-11,-11 7 1,-4-2 20,7-14 0,1-8 0,-9 9-79,-13 15 0,-5 5 0,-7-19 0,4 58 0,9 32 0,4 11 0,-3 4-519,-3-12 1,0 12 0,1 0 0,1-11-9313,8 16 8270,-12 3 0,2-9 0,9-39 0,-9-13 0</inkml:trace>
  <inkml:trace contextRef="#ctx0" brushRef="#br0" timeOffset="823666">23421 9730 19546,'0'-3'7046,"-26"-41"-7029,19 36 224,12 21-188,19 21 0,9 14-87,-8-5 1,2 7-1,0 1 1,-3-4-49,8 12 1,-10-1-793,-16-3 0,-7 2 1,-9-14-611,-30-16 1484,-15-16 0,3-9 0,28-6 0,-17-12 0</inkml:trace>
  <inkml:trace contextRef="#ctx0" brushRef="#br0" timeOffset="823816">23244 9881 14533,'12'-46'4915,"-1"1"0,-8 27-4681,-21 49 1,-16 39-1,4-5 1,12-16 0,0-2-1,-8-2 1,0 1 0,-1-1-1</inkml:trace>
  <inkml:trace contextRef="#ctx0" brushRef="#br0" timeOffset="824650">25191 9930 17844,'21'-45'999,"-1"1"0,1-1 1,0 0-1,9-15 0,-12 10-3528,-30 12 2552,-6 47 731,-12 31 1,13 11-769,51-10 0,10-3 680,-12 12-664,23-12 1,6-19 469,-20-46 0,-6-11-366,6 2 1584,-10-8 1,-17 1-1434,-56 19-245,11 15-29,2 32 0,6 10 522,19 13-508,22 8 0,16-4 154,14-22 0,10-15-120,-10-17 1,2-8 0,-2-3-4,6-1 0,-7-9-2,-18-7 0,-4-8 0,-11-1 117,-17-12 0,-11 3-84,2 17 0,-2 3-149,-1-11 0,-1 15-789,-2 39 879,51 19 0,15 7 0,-22 5 0,17-13 0,-1-1 0</inkml:trace>
  <inkml:trace contextRef="#ctx0" brushRef="#br0" timeOffset="824832">26435 9662 22358,'0'-4'5175,"-1"0"-5371,-35 32-431,33 2-1127,-21 28 903,35-27 1,6-2 0,-2 3 0,5-1 0</inkml:trace>
  <inkml:trace contextRef="#ctx0" brushRef="#br0" timeOffset="825013">26502 9323 26144,'10'19'0,"-2"-4"0</inkml:trace>
  <inkml:trace contextRef="#ctx0" brushRef="#br0" timeOffset="825265">27088 9105 27645,'-11'44'-123,"1"0"1,-1 0 0,1 11 0,3 3 0,2 6 122,2-4 0,3 7 0,0 2 0,1-2 0,0-7 0,1 3 0,-1-5 0,0-1 0,-2 2 0,0-1 0,0 1 0</inkml:trace>
  <inkml:trace contextRef="#ctx0" brushRef="#br0" timeOffset="825763">26906 9694 20408,'-2'-7'1901,"23"-36"1,14-4-1997,15 23 71,-11-4 0,10-10 1,0-1-1,-7 6 147,-1 5 0,-2-2-911,-2-3 0,4-7 1,-3-1-1,-11 5 908,-12 3 1,-6 0 80,6-24 1,-1 22-1010,-2 96 797,-4-27 376,-3 20 0,0 17 0,-4-2-358,-5-18 1,-3-2-1,0 1-452,3 10 0,0 1 1,-1-6 488,-8 4 1,9-25 743,21-54 0,11-18-699,4 2 1,5-2-1,-1-1-71,-10 1 1,-1 0 0,6 6 766,19 1 1,8 7-1,-11 18-976,-19 25 1,-4 12-89,4 2 1,1 4-1,-5-1 1,-7-2 0,-6-1-1,-7 4 1,0-1-1</inkml:trace>
  <inkml:trace contextRef="#ctx0" brushRef="#br0" timeOffset="826986">29600 9761 26295,'4'-50'145,"-1"0"1,1 0 0,0 0-1,-1-3 1,1-1 0,0 0-1,-2-3-107,-1 4 0,-2-4 0,1 1 1,-1 1-1,-1 5-1901,2-5 1,-1 6-1,-2-2 1872,-1-19 1,-3-1-1,-5 36 507,-10 58 1,1 20-501,12-8 1,2 6-27,-2 2 0,-1 6 1,1 4-1,1 3-28,3-4 1,2 3 0,0 4 0,1-1-1,0-1 1,0-5-42,0 7 1,0-5 0,0 0-1,-1 4-338,-1-1 1,-1 6 0,-1 3 0,2-4-1,3-6 1,5-12-1068,12-1 0,3-11 2148,4 8-521,-6-68 0,-8-25 411,-21 8 1,-12-8 0,-4-1-1,3 6-397,0-11 0,-3 3 71,-4 10 0,-7-4 0,5 2 1,17 9 130,42-19-382,7 2-31,9 38 1,18 6 0,5 2 0,-4 0 53,3-1 0,-1 0 0,4-6 19,-17-1 1,4-5-1,2-3 1,0-1 0,-4 0-1,-7 4 1121,8-2 0,-7 1 0,-4-5-873,4-19 0,-5-5 0,-15 12-172,-19 19 522,-9 27-533,-7 32 0,-3 20-13,-1-3 0,-1 6 0,1 2-70,3-10 0,0 2 1,1 0-1,-1-2-11,-2 6 1,0-3 0,4-5 59,1 6 1,13-21 30,29-51 1,9-15-88,8-1 9,-11 3 1,5-4 0,-4 7 35,8 10-95,6 19 0,2 7 76,-15 2 0,0-6-1621,15-29 0,-2-10 1618,-21 16 0,-7-5 55,-1-39 1,-16-2 465,-25 19-510,1 26-320,-3 41 1,4 18-2499,17 11 1,7 5 2789,-11 6 0,4-2 0,11-16 0,1-10 0,-6-15 0</inkml:trace>
  <inkml:trace contextRef="#ctx0" brushRef="#br0" timeOffset="829215">3293 12974 25578,'-1'-62'220,"0"0"0,1 0 0,3 6 0,1-6 0,2-1 0,0 3 0,1 7-209,0 3 0,1 6 1,1-6 19,1-6 0,1-10 1,1-2-1,-2 5 1,-2 11 40,2-5 1,-8 18-61,-14 25-11,2 35 1,-4 28 0,0 20 0,-1 9 0,0-1 0,1-12-850,1-10 0,1-3 0,0-1 0,0 2 0,-1 4 848,0-1 0,-1 5 0,-1 2 0,1 1 0,2-2 0,3-5 0,4-7-19,5 16 0,7-9 1,2-9 470,-2-11 0,9-13-409,27-31 0,15-24 0,-5-6-40,-19 1 1,-6-6 0,5-4-447,3 0 1,5-6-1,2-2 1,-3 4-1,-7 8 437,-1-8 1,-1 14 36,8 23 0,-7 16-20,-35 52 8,-1 0 1,4 5-20,12 3 0,7-5 0,10-7-20,31-39 1,7-20 24,-31-14 1,-4-9 769,5-2 0,2-6 0,-8-2-641,-9-19 0,-11 3-100,-4 2 22,-47 11-53,18 86 0,1 22-12,-2-26 1,6 1 8,20 6 0,11 5 0,4-12-11,20-12-4,12-22 0,15-9 0,-1-11 15,-18-8 0,0-8 0,-1-4 0,0 3 617,1 5 0,1 1 1,-1-2-1,-2-6-599,-3-9 0,1-7 0,-3-3 0,-5-1 0,-8 2-20,-8 2 1,-8 0 0,-4 1-1,2 0 20,5-15 1,-1 0 0,-7 3 46,-10 0 1,-7 2-1,-4 31-65,-12 57 0,-3 22-8,5-22 0,2 5-89,4 18 0,4 13 1,3 7-158,6-18 0,1 6 0,2 3 0,1 1 0,2-3 1,0-5-1480,2 0 1,1-4-1,2 0 1,-2 3 1341,-5 11 0,-4 8 0,1-1 0,8-9 0,13-19-2886,24-17 0,11-16 0,-5-11 4092,-11-11 1,-1-12 1641,11-10 1,8-13-1,-2-2 1,-11 6-1148,-11 1 0,-6 1-697,15-26 1,-15 24-154,-52 94-412,14-9 1,1 9-1,-1 2-54,1-7 1,-1 2-1,1 2 1,1-1-506,1 0 1,1 2 0,1-3-1,2-4 525,-8 25 0,11-30 2229,21-63-2197,-1-22 1,1-18 0,1 0-39,-1 16 1,2 0-1,0-1 1,0-1 114,2-11 1,0-3-1,2 0 1,6 5-105,5 7 1,6 1 0,1 6-1,0 8-16,14 4 0,1 11 19,13-4 1,-13 23 21,-33 49 1,-24 17-56,-21-23 0,-15 0 0,1-4 1379,-5 7 1,-6-7-1369,5-20 0,-9-5 0,0-3 0,10-3 0,-18-6 0,20-9 0,-1 0 0</inkml:trace>
  <inkml:trace contextRef="#ctx0" brushRef="#br0" timeOffset="829770">7051 12582 21836,'4'-49'1229,"0"-1"1,-1 1 0,-31 25-1,-7 17-1226,0 29 0,1 19-5,-6 7 0,0 10 0,20-3 5,40 4 0,16-6 8,-14-17 0,6-11 35,23-19 1,13-15 0,-10-11 146,-10-24 1,-12-14-79,-12 5 1,-5-6 0,-8 5-69,-10-1 1,-10 4-23,-14-4 1,-8 20-206,-2 46 1,5 18-1422,13 23 1601,21-2 0,7 0 0,13-1 0,24-9 0</inkml:trace>
  <inkml:trace contextRef="#ctx0" brushRef="#br0" timeOffset="830033">8272 12247 25163,'-44'-25'449,"-1"1"0,0 0 1,1 46-1,1 22 1,4 3-929,5-8 1,2 3 0,6 11 203,11-2 1,4 11 0,2 8-1,2 2 1,2-2 0,2-5-1,-1-10-1053,3 3 0,3-9 1,-2 7 1327,-2-4 0,-1 9 0,-1 3 0,0-2 0,0-5 0,1-12 0,2 3 0,-3-7 0,-10 3 0,0-1 0</inkml:trace>
  <inkml:trace contextRef="#ctx0" brushRef="#br0" timeOffset="830165">7481 13502 20123,'29'-57'283,"1"-1"1,0 0 0,0 0 0,0 1 0,-1-1 0,1 0 0,7 0 0,3-3 0,1-1 0,1 3 0,-2 5-1,-4 10 1,-5 12 0,1 9 0,-1 8 0,9-5 0,-1 0 0,1 0 0</inkml:trace>
  <inkml:trace contextRef="#ctx0" brushRef="#br0" timeOffset="830765">9785 12643 20397,'0'-5'5982,"5"-59"-5786,-5 48-84,14 15-123,-4 24 11,6 18 0,12-2 5,24-25 1,8-17 72,-17-9 1,0-8-1,-3-6 66,-3-5 0,-3-6 0,-7-3-36,-7-2 0,-6-2 0,-9 2-72,-16-15 1,-15 17-9,-19 37 0,-5 24-15,15 16 0,4 16 0,3 2-248,3 0 0,3 2 0,3 1-451,1 5 0,3 1 1,16-6 685,22-9 0,15-6 0,-4-8 0,14 2 0,-12-22 0,0 1 0</inkml:trace>
  <inkml:trace contextRef="#ctx0" brushRef="#br0" timeOffset="831374">11119 12387 20386,'0'-7'2143,"-31"18"1,-23 20-1,7-2-5159,-3 12 3021,14-16 1,-9 6 0,-1 3-1,5 3-806,8 7 1,3 6 0,3-1 0,3-6 91,-6 5 1,1-2 418,-5 14 1,-3 4-1,18-36-34,31-60 1,17-35 0,-4 8 499,-13 27 1,1-3 107,3-13 0,6-16 0,0-4 0,-2 5 1,-6 16 45,-2-8 414,2-12 0,1 23-693,1 80-23,-2-2-8,7 17 1,7 15-1,1-10-40,-3-21 1,2-1 156,3 17 0,5 5 0,9-17-374,5-30 1,9-14-1,2-8 1,-8 0 243,-6 1 1,-6-3-1,4-7 437,0-2 1,6-4 0,0-6 0,-6-3 0,-11-3-272,-11-13 1,-11-6 0,-7-3 0,0 0 27,-2 9 1,-1-2-1,-3 0 1,-1 2 0,-1 1 227,-1-3 0,-2 2 0,-1 2 0,-1 3-355,-4-7 1,-1 4 0,-1 27-40,-9 56-35,8 22-105,10-14 0,0 14 1,1 7-1,0 3 0,0-3 1,1-8-849,0 11 1,1-6 0,0 7 952,1-5 0,1 8 0,0 5 0,0-3 0,0-6 0,1-13 0,0 0 0,2-8 0,1 4 0,0 0 0</inkml:trace>
  <inkml:trace contextRef="#ctx0" brushRef="#br0" timeOffset="832969">11494 12523 22498,'-8'-5'4049,"1"1"-4850,36-10 0,30-6 0,-7 4-302,5 2-245,-2-2 0,12-5 0,-3 3-1929,-15 6 0,-2 2 0,-4-1 8192,4-4 0,-3-3-2515,24-3 1,-24 0 573,-72 0-2559,-19 29-345,5 17 0,4 5-54,12 6-33,51-7 1,17-8 41,-2-26 0,3-12 109,19-5 1,-12-11 117,-37-4 0,-14-1-67,-25-16-135,-14 40 1,-6 18-51,7 24 0,6 13-42,1 1 0,11 7-1344,16 11 1,11 9 0,8-10-1634,7-11 0,11-10-53,19-8 1,13-8 0,-5-12 5362,-6-19 0,-3-13-766,-2-2 0,2-6 1,-7-5 1123,-13-9 1,-8-6-1,-2 6-2226,-2 12 0,-3 1-82,7-33 1,-12 21-253,-35 77-81,2 22 1,0 7-15,4-16 1,1 0-14,2 1 0,0 3 1,9-12 35,17-12 5,7-27 118,19-36 0,6-15 11,-8 10 1,4-1-115,4 3 0,5-2 1,-3 8-41,-8 9 0,-1 8-14,7 5 0,-3 15-803,-9 39 0,-5 9-872,10-1-1585,1-14 0,10 2 0,2-13 3031,-5-19 0,2-11 0,2-4 2605,2-2 1,4-4-1,0-2 1,-5-1-1937,0-2 1,-5-1 0,-5-8 203,-3-14 1,-6-8-1,-17 7-224,-42-10-319,-30 50 0,-7 16-79,30-7 1,2 9-12,-2 17 1,-4 16-1,4 2 1,10-11-6,7 10 8,16 13 0,18-13 16,25-57 0,16-25 0,-2 2 18,0 16 0,-1-11-454,-20-7 1,4-15 0,0-9 0,0-5 0,-2 1 0,-4 5 0,-7 10 461,-2 0 0,-6 7 0,1-9-160,0-5 1,2-13 0,0-5-1,-1 3 1,-4 8 0,-5 17 120,-7-8-288,-19 71 1,-10 28-1,3 1 288,5 4 0,2 11 0,6-18 0,-2 10 0,0 6 0,1 3 0,0-3 0,3-5 0,4-10 0,-3 21 0,15-8 0,13-13 0,10 5 0,5-7 0,1-17 0,15-24 0,7-21 0,-14 2 0,8-8 0,1-4 0,-3 0 0,-8 0 0,10-14 0,-7-5 0,-3 1 0,-1-5 0,-14 2 0,-21 4 0,-7 6 0,2-1 2365,-9 38-2365,7 41 0,6 22-73,-6-12 0,-1 4 0,0-3-177,4 14 1,-8-2 57,-13-13 1,-8 0 0,4-13 0,1-14-1,-9-1 1,0 0 0</inkml:trace>
  <inkml:trace contextRef="#ctx0" brushRef="#br0" timeOffset="833802">16758 12424 20823,'22'-55'780,"-1"0"1,1 0-1,-1 0 1,0 0-1,-1 4 1,-2 3 3,8-25 0,-8 32-684,-14 61-1169,-9 19 1,-7 18 0,-2 6 0,2-8 1023,3-10 0,1-3 0,-2 6-121,-1 0 1,-2 7 0,-2 4 0,1 0 0,3-5 0,5-8-37,9 14 1,1-9 0,-11-3 0,3-4-1,13-12 1,0 0 0</inkml:trace>
  <inkml:trace contextRef="#ctx0" brushRef="#br0" timeOffset="834080">17177 12525 12006,'19'-54'1638,"-1"0"0,0 0 1,1-1-1,-1-10 0,-3 1 1,-19 28-157,-34 45 1,-20 28 0,4-2-1416,4-9 0,1 4-626,1 8 1,-6 10 0,3 0 0,13-5 575,13-5 0,8-1-6,-9 20 0,20-3-357,48-21 1,27-7 0,-3-5-201,-12-1 0,3-4-33,-4-1 1,8 0 0,1-3 0,-4-7 578,3-12 0,-2-7 0,-8 1 0,-11 7 0,-2-1 0,16-11 0,-1 1 0</inkml:trace>
  <inkml:trace contextRef="#ctx0" brushRef="#br0" timeOffset="834434">17925 12488 9598,'-20'-55'3276,"0"1"1,0 8 0,4 20-2402,17 57 0,6 14-897,-1-8 256,32-4 1,10-12-229,4-33 328,-14-10 1,4-8 0,-7 1-134,4-21-95,-6 1 1,-18 5 101,-52 27 0,-13 12-124,-3 12 864,11 16 0,-4 13 1,14 3-1627,26 14 0,12 3 678,-8 11 0,7-4 0,13-25 0,2-8 0,4-7 0</inkml:trace>
  <inkml:trace contextRef="#ctx0" brushRef="#br0" timeOffset="835282">9394 12067 20106,'-1'-3'5489,"0"1"-5377,-33 14 67,15 48-167,-12-26 10,27 31 560,45-67-402,-17-10 189,4-15 1,-5-7 319,-15-17-527,-5 2-173,-48 88 5,22 2-36,-2 2 0,10 5-524,32 1 1,8-6 0,-15-6 0,14-5-1,0 0 1</inkml:trace>
  <inkml:trace contextRef="#ctx0" brushRef="#br0" timeOffset="836183">14770 11623 25007,'54'2'947,"-16"-1"-242,-71 13-531,8-10 167,-12-7 1,5-9-146,23-25-11,25-9-163,9 11 6,9 46 0,-5 16-65,-32 8 1,-11 8-388,7 1 0,-1 4 0,-2-5 0,-9 1 0,-4-5 0,0-6 0,0 1 0</inkml:trace>
  <inkml:trace contextRef="#ctx0" brushRef="#br0" timeOffset="837349">18500 12434 22251,'0'-9'4498,"-4"-43"-4481,3 55-23,5-20-25,26 35 0,7 15 15,-6-2 69,29-32 0,1-17 193,-20-28 176,-14 14 0,4-4 0,-6 3-232,2-10-89,-13 34-103,-21 32 1,-17 29 0,-6 10 0,7-4-254,7-11 0,4 0 0,0 1 0,-2 4-28,0-1 0,-2 4 1,-1 2-1,2 0 1,1-4-1,3-7 0,0 6 1,5-7-1,1-2 1,5 9-1,-1-1 0</inkml:trace>
  <inkml:trace contextRef="#ctx0" brushRef="#br0" timeOffset="837980">19326 12155 22923,'0'-6'3938,"0"1"-3720,-36 51-199,20-10 1,3 7-20,0 4 0,2 5 0,2-3 3,3-1 0,5-3 5,9 5 1,10-16 114,28-55 0,6-21-59,-26 22 1,-1-2 125,14-18 1,5-7-1,-11 6 101,-8-2-302,-3 2 36,-30 67 1,-6 17-88,9-2 0,7 1 45,15 9 1,7-3 16,9-1 28,21-53 0,-1-19-6,-25-13 43,-10-3 1,-1-11-1,-5 6 30,-9-13-92,-3 8 0,-2 7-350,-3 30-1540,27 38-4594,17 7 5633,10 10 0,-12-18 0,-20-14 0</inkml:trace>
  <inkml:trace contextRef="#ctx0" brushRef="#br0" timeOffset="838322">20415 12265 23198,'2'-3'4867,"-66"-10"-7653,23 53 1,0 5 2782,-2-36 0,6 3 702,13 44 0,26-1-694,32-44 1,14-13 98,13-10-1,0-7-44,-16 1 0,-5-6 401,-5-11 1,-18-3-419,-36 6 0,-12 6-109,0 3-168,-28-4-3391,64 64 3626,10-15 0,7 17 0,-3-29 0</inkml:trace>
  <inkml:trace contextRef="#ctx0" brushRef="#br0" timeOffset="839141">20748 12267 20537,'-1'-5'6923,"-1"0"-6839,18-19-101,3 42 23,14-12-29,-10 43 1,-7 10 5,1-5 25,-6-7 1,-10-14-3171,-39-56 3234,14 1-38,-14-22-208,54-17-218,15 37-624,8 6 1,12-1-1,-4 6-37,-3 7 0,2 5-1405,0-1 0,8 1 1,0-1-1,-3 1 1650,-3-1 0,-4 0 0,0 0 2911,17 1 1,-3-3 2811,6-11 0,-13-6 471,-28-1-4720,1-5 1,-4-3 245,-17-14-828,-9 9-42,-26 22 0,-12 13-7,0 15 1,-4 12 0,0 6-908,5-1 0,0 6 0,1 1 1,2-1 859,-7 2 1,3 0 0,16 3-34,20 7 0,13 2 1,12-16 66,17-24 0,12-17-3,2-15 1,8-13 0,-1-6 0,-8 5-9,-3-1 0,-5-8-169,-14 1 1,2-12 0,0-7 0,-1-1 0,-5 2 0,-3 9 189,-4-3 0,-6 5 0,0-4-32,2-5 0,1-6 0,0 1 0,-2 8 0,0-8 0,-1 14 0,-3 10 0,-15 88 0,-5 27 0,10-43 0,1 4 255,-1 4 0,-1 11 1,-1 8-1,1 1 1,1-2-1,1-6-255,1 3 0,2-5 0,1-1 0,-1 1 0,-1 2 0,0 1 0,1-2 0,0-4 0,1-4 0,0 0 0,0 0 0</inkml:trace>
  <inkml:trace contextRef="#ctx0" brushRef="#br0" timeOffset="839928">22410 12514 26799,'29'-3'0,"-5"0"0</inkml:trace>
  <inkml:trace contextRef="#ctx0" brushRef="#br0" timeOffset="849061">12464 5923 20554,'-59'6'1185,"1"-1"1,16 0 0,18 1-682,50 4-475,14-8 1,13-4 0,4-1-661,-1 0 1,3-2 0,4-1-1,-1-1 634,-6 1 1,1-2-1,1 0 1,0-1-1,-3-2 109,8-2 0,-1-2 0,-3 0 0,-5-1 274,-2 1 1,-5 0 0,-10-4 11,-3-34 779,-78 14-797,1 9-301,1 8-214,37 27 1452,21 16-1390,24 24-73,-14-16 1,-1 4-497,0 8 1,-11 4 75,-20 9 1,-8-2 0,2 8 0,-12-31-1,0 0 1</inkml:trace>
  <inkml:trace contextRef="#ctx0" brushRef="#br0" timeOffset="849861">15258 5594 14029,'-2'-5'9096,"1"2"-7713,1 3-756,-99-23-484,64 19 1,-5 2-53,-8 1 0,-11 0 0,-1 2 0,8 3-77,-2 6 0,5 4-23,-20 8 1,19 9 36,47 1 0,16 1-34,22 0 1,13-2-150,-4-4 1,6 0 0,0-2 126,2-4 0,2-2 0,-4-1 22,12 2 1,-12 2 183,-20 10-130,-67-13 0,-25-2-34,5-1 0,-6-1-35,6 0 1,-5 1-1,6-1-307,4 1 0,8 0-3509,-9 12 3837,80-12 0,-9-8 0,24-8 0</inkml:trace>
  <inkml:trace contextRef="#ctx0" brushRef="#br0" timeOffset="850077">15584 5860 20089,'0'-4'6005,"0"1"-5893,-20-16-68,-7 41-153,-1-2 0,1 4-942,6 16 1,5 7 1050,2 5 0,4-2 0,5 5 0,13-20 0</inkml:trace>
  <inkml:trace contextRef="#ctx0" brushRef="#br0" timeOffset="850301">15703 5679 23147,'1'21'-1899,"1"-1"0,17 26 0,-9-20 1</inkml:trace>
  <inkml:trace contextRef="#ctx0" brushRef="#br0" timeOffset="860532">15920 6052 20599,'9'-49'1340,"0"-1"0,0 0 0,4-14 0,-4 16-1200,-8 36-112,-1 44-9,-4 2 1,-1 5 8,-5 17 0,-4 4 8,-2-1 1,-2 0-26,0-3 1,-1-5 209,5-15 0,4-9 384,11-16-297,23-44-216,-4 0 1,2-5-32,8-8 1,2-3-6,3 0 0,1 2-48,1 7 1,2 7-9,0 11 0,0 8-17,20 17-65,-30 14 1,-4 8-364,-6 7 0,-3 4-1028,5 5 0,1 0 1473,5-5 0,-1-4 0,4 9 0,4-25 0</inkml:trace>
  <inkml:trace contextRef="#ctx0" brushRef="#br0" timeOffset="861398">17056 5925 23164,'-6'-45'703,"-1"-1"1,-14 17 0,-7 13-631,-30 34-23,20 5 1,-2 9 0,6 3-43,3 13 1,12 2 133,11-1 1,15-9 201,21-20 1,8-16 430,17-34 1,0-15-681,-16 12 1,-6 7-107,-5 15-90,-21 48 0,-11 32 0,-1 2-72,3-19 1,0 1 0,0 1 0,-1 1-90,-1 4 1,1 2 0,-2-1 0,-4-4 192,-4 6 0,-4-3 0,-5-10-259,-13-3 0,-5-14 328,0-23 0,1-8 0,-12 6 0,26-49 0</inkml:trace>
  <inkml:trace contextRef="#ctx0" brushRef="#br0" timeOffset="861890">17225 6249 24340,'26'-54'277,"0"0"0,-1 0 0,1 0 1,-1 0-1,1 0 0,0 0 1,-1 0-1,1 0 0,4 0 0,2 2 1,-1 2-1,-3 2 0,-6 2 1,-7 3-286,-11-21 1,-11 3-1,3 35-307,6 42 1,2 27-1,2 19 1,0 11-1,-1 1 1,-1-5 0,-3-15-1,-7 6 1,-2-8-1,3 8 1,12-3-1,0 0 1,0 0 0,0-1-1,0 1 1,0 0-1,-1 0 1</inkml:trace>
  <inkml:trace contextRef="#ctx0" brushRef="#br0" timeOffset="862349">17953 5935 16695,'-4'-12'9712,"44"1"-9398,0 3 352,2-39-442,-73 51 0,-3 14-224,50 26 0,4 7 0,-54-10 0,1 1 0,56 1 0,-1 0 0,0-1 0</inkml:trace>
  <inkml:trace contextRef="#ctx0" brushRef="#br0" timeOffset="864029">17478 6220 18868,'15'-31'1228,"0"0"1,3-4 0,1-1-823,0 3 0,-1 0-210,2-13 0,-2-3-118,0-3 1,-2-4 5,-8 9 0,-2-4 0,-1 4-28,0-2 0,-1 1 2,0-9 1,0 0 78,1 13 1,0 2 2,3-22-42,-2 28 0,-3 4 92,-5 1-212,-6 20 10,-8 15 1,-9 17 34,-3 12-7,-6 15-10,7-7 0,0 5 16,0 6 0,1 3-59,6-13 0,1 2 0,4 3 74,5 11 1,7 4 0,6-2-358,7-7 1,6-3 0,5-1 313,4 4 1,5-1 0,7-5-220,12-4 1,7-5 0,-1-7 224,4-2 0,-1-8 0,-4-1 0,-6-7 0,-11-9 0</inkml:trace>
  <inkml:trace contextRef="#ctx0" brushRef="#br0" timeOffset="864914">18123 5947 13037,'-3'0'9186,"1"0"-8480,-10-1-600,8 1 174,-3 5 140,22 2 73,21 3-336,-4-6 369,23-17-341,-34 2 101,7-20-84,-25 3-28,-6-8-68,-6 1 51,-12 3 0,-34 17-152,24 7 23,-17 32 0,2 20-19,25-5 1,8 6-1,15-1-318,24-10 1,18-3 0,3 0-1,-13 3 1,-17 28 0,3-8-1,31-44 1,-1-1 0,1 0 0,0 1-1</inkml:trace>
  <inkml:trace contextRef="#ctx0" brushRef="#br0" timeOffset="865912">19427 6009 13978,'-33'41'3276,"74"-60"1,34-23 0,-23 28-1745,-55 65 0,0-3-1444,43-67 0,27-34 0,-5-2 1,-35 28-4531,-33 30 1118,16-42 0,2 2 3324,-22 64 0,-3 14 0,12-15 0,1-10 0</inkml:trace>
  <inkml:trace contextRef="#ctx0" brushRef="#br0" timeOffset="866540">20079 5955 18179,'10'-50'2586,"0"-1"0,-3 5 0,-1 19-2345,4 53-213,-10 10-1410,-7 9 0,-3 11 1,0-6 1389,3-13 0,-1-1-2,-10 25 0,4-5-328,14-23 467,14-35-16,11-16 0,6-10-45,-1-4 0,2-5 0,-1 2-54,7-8 1,0 1-25,0-10 0,-3 19-23,-3 54 2643,-24-5-2632,6 33 1,5 5 1174,2-26 1,1-3-1187,-4 15 0,4-9 51,26-30 0,2-18-1,-18-8 1,-3-7-18,11-3 1,-2-4 131,-10-10 1,-6 3-115,-6 13 39,-12 3-124,-23 69-1806,19 16 1,7 6 1856,-3-25 0,1 0 0,7 15 0,4-9 0,4-28 0</inkml:trace>
  <inkml:trace contextRef="#ctx0" brushRef="#br0" timeOffset="868570">19472 5894 19707,'8'-47'819,"0"0"1,-3 4 0,0 16 473,-4 27-1198,-11 25 390,-5 22-424,4-6 1,1 3 52,3-9 1,3 1-62,4 11 0,6-3 194,17-4 643,36-22-722,-1-34-31,-12-14 1,-1-5-80,-18 10 1,-2-2 78,9-22 1,-6-2 125,-12-12-216,-7 30 1,-2 2-3,-5-6-79,-1 30 34,-4 34 0,-6 10 6,-1-1 0,-2 4-18,-5-2 1,-2 0 0,-4 3 0,-2 0 13,-1-4 1,-1-2 19,1-8 1,1-4-17,-16 4 156,-2-27-117,12-33-34,5-3-14,15 0 1,5-3 21,3 1 1,2 2-15,-1-19-10,2-2-774,4 49-9052,16 5 8215,-7 4 1,6 6-1,-15-6 1</inkml:trace>
  <inkml:trace contextRef="#ctx0" brushRef="#br0" timeOffset="869330">20976 5540 13021,'-22'36'9830,"41"-63"-6487,-34 43-3343,26-5 0,-13-14 0,-12 51 0</inkml:trace>
  <inkml:trace contextRef="#ctx0" brushRef="#br0" timeOffset="869597">21395 5480 17748,'-4'66'503,"1"-1"1,-1 0 0,1 0-1,0 0 1,-1 0 0,1 0 0,-5-3-1,-3 1 1,-1-1 0,3-5-1,4-8 1,8-10 0,18-10 0,0 0-1</inkml:trace>
  <inkml:trace contextRef="#ctx0" brushRef="#br0" timeOffset="869919">21315 5942 9156,'52'-22'1966,"0"0"0,0 0 0,0 0 0,-24-1 0,-1 2-1314,23 4 1,17 2 0,-8 5 0,-31 8 0,-28 3 0,0 4 0</inkml:trace>
  <inkml:trace contextRef="#ctx0" brushRef="#br0" timeOffset="889509">865 14439 22291,'24'-53'3220,"-15"14"-3057,-40 59-138,4-1 0,-5 2-3,-8 6 1,-3 1 35,-9 0 1,1-2 33,12-8 1,3-4 198,-27-7-72,42-18-146,13-4-45,11 4-34,12 26 12,0 22-6,1 21 16,-15-17 1,-5 2-3,-7 2 0,-4-2 0,1-5 0,-1-2 25,-6-2 1,0-7 251,-2-10-123,7-18-39,17-31-85,24-7 1,15-2-26,4 24 1,5 7-56,-3 9 0,1 6 30,4 3 0,-5 9-28,-7 11 1,-14 8-1,-22 8 1,-13 2-68,-5-3 0,-8-2-429,-9-8 0,-8-3 0,1-6 530,-9-4 0,1-6 0,6 2 0,4-4 0,-4-12 0</inkml:trace>
  <inkml:trace contextRef="#ctx0" brushRef="#br0" timeOffset="889743">1250 14790 25830,'59'-21'-331,"0"0"1,-17 7-1,-6 1 1,-8 0 0</inkml:trace>
  <inkml:trace contextRef="#ctx0" brushRef="#br0" timeOffset="890798">3186 14856 21411,'2'49'1165,"-1"0"0,1 0 0,-13-50-1226,3 26 1,0 30 0,0 19 0,0 10 0,-1 0-1,0-11 1,-1-19 0,-1-31-578,-16-43 677,2 53 0,-2 22 0,5-27 129,10-51 0,5-31 0,4-21 0,4-9 0,4 2 0,4 12-68,6 14 0,5 2 0,4 1 0,1 1 0,-1-1 0,-3-1-90,-7-3 0,-5-5 1,-1 0-1,2 3 0,7 7 1,10 9-18,24 3 0,15 6 1,5 10-1,-5 11 0,-16 15 24,0 29 0,-24 22-52,-31 2 0,-19 13 0,-8 0 0,1-16 35,-1-16 0,-7-8 0,-6 0 0,-14 6 0,-2-2 0,12-10 0,24-18 0,39-40 0</inkml:trace>
  <inkml:trace contextRef="#ctx0" brushRef="#br0" timeOffset="891243">4148 14499 25825,'-23'55'343,"1"0"1,-1 1-1,33-11-211,-1 11 1,0 9 0,-10-31-5049,-29-66 1,5-22 3276,48-7 1,-53 23-1,-19 0 1,20 22 0,28 19-1</inkml:trace>
  <inkml:trace contextRef="#ctx0" brushRef="#br0" timeOffset="892613">4333 14577 11295,'0'-5'9830,"-6"-37"-8463,1 33-829,-24-14 106,-4 47-216,-2 6 1,-1 4-348,11-10 0,1 2 78,-12 24 1,5 2-81,11 1-2144,24 11 1,10-2 2092,3-21 8,11-1 1,6-9 1204,29-36-594,-21-22 0,-1-6-530,-9 12 1,-3-2-40,2-19 1,-11-4 7,-21 8 1,-8-2 30,-7-15 1,-2 0-90,7 14 0,-2 3-6,-5-8 1,-1 12-68,5 26 685,-10 34 1,0 12-641,-3 4 0,4-4 0,3-2 0,12-12 0</inkml:trace>
  <inkml:trace contextRef="#ctx0" brushRef="#br0" timeOffset="893630">4732 14866 17092,'4'6'7304,"-1"0"-6817,0 0-145,4-11 28,20-21-228,-7-7 0,0-11 0,-1-3-75,-1-6 0,-3-2 0,0-3-171,-2 7 0,1-3 0,-2 0 1,-4 2 179,-3-9 1,-4 3-1,-3 6 67,-4 2 0,-3 9-126,-9 11-6,-4 53 14,6 14 0,1 14-834,6-1 1,1 9 0,1 1-1,0-6 803,-5 10 1,3 0-7,3-11 1,0 7 0,7-3 0,12-16 102,21-17 1,11-12 0,1-8-83,2-9 0,0-9 1,2 3-7,0 11 1,1 2 0,-4-9 16,-3-15 1,-4-8 0,-11 2 119,-9-5 369,-8-1-358,-11 17-123,-13 47 3381,7 18-3491,28-10 0,15 4 0,-1-6 59,-3-7 1,4-5 18,9 3 0,7 0 1,-3-18 100,-8-25 0,-2-16 0,-7 0 124,-3-4 0,-6-4-49,1-2 0,-2-5 1,-16 12-173,-47 6 0,4 39 0,3 30 0,3 19 0,12-15 0,2 7 0,1 1 0,1-1-304,-3 6 0,0-1 1,0 8 303,4-14 0,-2 6 0,-1 6 0,1 0 0,0-2 0,1-6 0,2-7 0,0 1 0,2-7 0,-1 3 0,-2 12 0,0-1 0,-1 0 0,1 1 0</inkml:trace>
  <inkml:trace contextRef="#ctx0" brushRef="#br0" timeOffset="895733">6372 14870 17081,'5'-39'3879,"0"1"0,4-4-3863,-4-3 1,1 14 112,5 44-83,-13 20 1,-9 16 0,1-3-36,3 0 0,-1 0 54,-2 8 1,-2 3-1,-2-20 866,-1-29-758,6-12-52,9-41 1,15-30-1,11 6-73,11 26 1,9 7 0,-5-6-53,-13-14 0,-6-4 1,8 13-3,12 18 0,6 10 1,-13 20 19,-21 50 0,-15 15-9,3-2-5,-7-13 0,-3 5 0,10-27 308,28-65-257,-16 25 5,16-23 0,13-14 0,-6 8-62,8 6-5,14 46 0,-4 17-6,-29 15-23,-7-1 1,1 8 0,-4-10 6,-2-2 61,32-2-34,-8-46 1,4-12 21,1 0 1,0-4 154,7-11 0,-5 1-177,-11 8-39,-40 63-19,9 5 0,2 5 38,-7-5 1,6-2-9,16 1 1,13-12 47,17-29 0,3-13 53,1-6 20,-21-10 1,1-10 0,-10 2-32,-13 6 0,-11-1 50,-15-14 1,-11-5 0,-4 13-175,-1 21 1,-3 5-126,-18-14 0,4 13 193,9 63 0,32-30 0,12 18 0</inkml:trace>
  <inkml:trace contextRef="#ctx0" brushRef="#br0" timeOffset="896366">8077 14759 18050,'-7'-52'2847,"-1"-1"1,3 11-1,0 7-2304,-2 5-599,13 55 45,3 2-75,4 7 0,4 11 0,-2-1-88,1 6 1,-5 0-857,-7-6 0,-2 2 1,-1-5 1090,-4 17 113,-34-41-15,41-44 1,10-9-110,6-11-30,0 8 0,11 1-1432,19 10 1,12 6 0,-8 2 562,-19 5 0,0 1 849,22-2 0,7 0 0,-20 7 0,-31 8 0,3 5 0</inkml:trace>
  <inkml:trace contextRef="#ctx0" brushRef="#br0" timeOffset="897232">8827 14827 18392,'10'-57'4175,"1"-1"1,1 9-4114,-2 33-12,-9 47 1,-8 24-27,-3-7 0,-4 6 0,-2 4-27,3-6 1,-3 4 0,1 3 0,-1-1 0,0-3-196,0 2 0,1-3 0,-1-1 0,1 1 198,-4 6 0,0 1 0,1-3 0,4-10 145,4-8 0,4-10-106,-2-4-16,9-34 10,6-31 1,4-23-1,1 2-11,-1 1 1,1-2-585,-2 11 1,0-6-1,2-1 1,0 3 570,2-7 0,2 3 1,3-1-3,1 9 0,3-1 0,1 1 0,0 2 145,1-7 0,1 1 0,6 6-165,14-2 0,7 5 0,-6 26-24,-4 50 1,-4 17 33,-3-23 1,-9 5 0,-18 12 0,-11 9 0,-13-6-94,-23-10 1,-15-7 0,3-3-188,4 3 1,-2-4 282,-4-5 0,-5 0 0,12-8 0,9-7 0,5-9 0</inkml:trace>
  <inkml:trace contextRef="#ctx0" brushRef="#br0" timeOffset="898133">9479 14706 19201,'9'-55'1104,"0"0"0,0 0 1,0-1-1,0-5 1,1 1-1,-2 8-887,-2-2 0,2 23-150,9 41-25,-10 27 0,-6 17-20,-2 1 1,-1 8-1,-4 0-20,-2 0 0,-3 1 0,-1-2 55,1-8 1,-1-2 0,0-3 129,-6 8 1,5-13-44,12-26 7,28-45 0,11-20 9,-13 15 0,2-3-71,7-9 1,4-5-1,-5 7-97,-11 12 0,-1 11 8,39 35-12,-42 36-19,8 5 1,2 0 52,-7-8 239,42-32-250,-22-67 76,-17 14 1,1-7 0,-3 4-57,-4 6 0,-2 3 2,3-14 1,-6 18-51,-18 64-286,-2 12 1,2 4-227,3-16 0,3 1-150,7 26 1,4-8 0,2-32-1,14 6 1</inkml:trace>
  <inkml:trace contextRef="#ctx0" brushRef="#br0" timeOffset="898365">10435 14215 25886,'-9'-1'-1107,"2"13"1,7 13 0,-1-2 0</inkml:trace>
  <inkml:trace contextRef="#ctx0" brushRef="#br0" timeOffset="898687">10777 14481 25685,'-28'-31'380,"1"1"1,-13 17-358,30 53-4,35 15 1,14 2-17,-12-29 0,2 0-24,11 13 1,4 7-1,-18-1-1478,-39 5 1,-9 0-1311,23-7 0,-6-5 2180,-37-2 1,-4-14-1,20-21 1,13-3-1</inkml:trace>
  <inkml:trace contextRef="#ctx0" brushRef="#br0" timeOffset="898850">10687 14604 16762,'0'-7'9432,"9"-16"-12587,-22 52 1,-15 33 0,5-10 3154,4-11 0,-4 8 0,-4 11 0,7-15 0,8-23 0</inkml:trace>
  <inkml:trace contextRef="#ctx0" brushRef="#br0" timeOffset="899750">11416 14779 19507,'9'-49'1901,"1"-1"1,-1 0-1,-1 4 1,-1 3-1902,2-1 0,-1 19 50,-4 35-1452,-6 26 0,-4 16 0,-1-5 1407,-1 16 289,-2-9 0,-5 9 0,-3-14-48,-19-8-218,12-15 112,40-78-118,-1 17 1,4-4 3,-1 1 0,3-4 1,0 1 34,10-14 1,0 5-62,-11 16 0,4 9-3,15 16 0,-1 18-3,-19 42 1,-9 16-9,8-17 0,-4 2 12,-11-2 0,-6 4 0,0-11-3,-4-4 3498,0-11-3449,20-54 1,6-15 6,7-13 55,-1 6 0,8-9 1,2 8 10,16 9 1,0 7-118,-7-7 0,0 8-14,3 21 0,-7 18-384,-21 26 1,-10 18-1,-1-6-811,5 17 643,-9-12 1,-1 8 0,-4-14-1,-5-20 1,-5 9 0</inkml:trace>
  <inkml:trace contextRef="#ctx0" brushRef="#br0" timeOffset="900353">12996 14344 25707,'-29'34'65,"-1"-1"1,9-1-1,11-6 98,27-13 385,13-19 1,2-11 50,2-25-375,-11 6 0,-4-1-224,-14-2-50,-16 9-723,-27 56 773,10 8 0,0 2 0,-16 5 0,24-10 0,-1 1 0</inkml:trace>
  <inkml:trace contextRef="#ctx0" brushRef="#br0" timeOffset="900706">13040 14963 23808,'10'-7'1888,"-3"1"-1815,-25 61 72,18-37 1177,-8 25-1104,20-55 219,6-21 0,0-5-168,-5 8-195,4-22-74,-32 56-1228,-32 35 1228,19-11 0,-8 8 0,29-24 0</inkml:trace>
  <inkml:trace contextRef="#ctx0" brushRef="#br0" timeOffset="952856">7618 16212 14857,'7'-47'4629,"0"0"1,-4 20-4602,7-36 118,-18 117-116,1-11 1,0 3-37,-2 9 1,1 0-1,0-7 1,1-4 520,-2 13 527,8-41-840,3-48-118,1-33-23,1 16 1,0-1-20,0 6 0,0 4-103,3-18 83,-3 67 6,-10 48-23,4-14 1,-1 3-17,-1 0 0,1-2 44,1 17 163,4-35-5,7-67-118,0-12 13,-2 6 1,0-1 272,3-17-320,-3 20-78,-6 44-320,-13 61-2094,7-24 0,0 2 1774,-1 6 1,0-3 0,1-1-1,5-30 1</inkml:trace>
  <inkml:trace contextRef="#ctx0" brushRef="#br0" timeOffset="953443">8311 16302 22268,'-43'1'926,"0"-1"0,1 1 0,16-1-904,25 0 230,18 4-38,14-2-114,6-1 1,4-1-65,-6-3 1,0 0 30,4-1 0,-3 0 191,-2-2-5977,-23 3 5719,-12 3 0,0 0 0,0 0 0</inkml:trace>
  <inkml:trace contextRef="#ctx0" brushRef="#br0" timeOffset="954270">7744 15814 15799,'0'-3'8373,"-17"1"-8339,5 21 268,9 3-201,6 2 775,30-25 1,1-13-434,-25-12-303,6-22-191,-40 30 51,-26 53 0,40-20 0,-5 31 0</inkml:trace>
  <inkml:trace contextRef="#ctx0" brushRef="#br0" timeOffset="955222">9733 16325 18386,'5'-41'3663,"-1"0"1,-8 62-3625,0-41-26,-6 44 0,-4 28 0,0-3-16,-3-3 1,-1-3 172,0 4 1,0-11 479,6-24-589,15-26-842,8-24 0,7-22 1,3-4-1,-5 11 795,-3 15 0,0-1-4,7-14 1,5-14 0,2 5-1,-4 22-21,7 21 14,5 16 0,0 13-9,-7 40 1,-7 12-12,0-21 0,-3 3 13,-10 8 0,-4 6 1,-5-13 171,-4-9 3209,-3-14-3312,26-44 1,22-31 0,5-10 0,-8 13-58,-9 14 1,3 3 19,13-9 0,11-9 0,-1 10 1,-11 27-46,-9 50 0,-9 22-84,-7-18 0,-3 2 1,-3 1-233,-3 2 1,-4 0 0,-5-1 332,-9 17 0,-5-8 0,1-14 0,5-3 0</inkml:trace>
  <inkml:trace contextRef="#ctx0" brushRef="#br0" timeOffset="955907">10931 16330 19714,'-5'-11'5556,"0"2"-5337,-17 38-12,21-21 297,17 7-325,7-35 79,18-28 89,-36-6-112,-32 7-235,-13 28 34,-17 40-34,32 8 0,8 9-45,19 17 0,9 1 28,-9-17 1,9-6-1124,38-1 0,21-6 0,-9-12 1137,-24-12 0,-1-12 26,7-14 1,9-14-1,3-8 1,-5-1 0,-11 5-11,-14 5 0,-7 0 0,0-7 127,2-3 1,3-12 0,0-4 0,-1 0 0,-4 6 0,-4 11-9,-4-2 0,-4 5-127,3-25 1,-6 25-1,-22 83-124,9 8 0,1 19 0,2 5 0,3-7-316,5-6 0,4-4 1,-1 4-91,-2-3 1,-2 6 0,0 1-1,2-4 1,4-11 881,10 5 1,3-12-358,4-2 0,-19-36 0,0-10 0</inkml:trace>
  <inkml:trace contextRef="#ctx0" brushRef="#br0" timeOffset="956798">11493 16290 14930,'11'-61'3276,"1"0"1,-15 7 0,12 7-3074,33 23 1,20 9 0,-7-4-28,-11-10 1,-7-4 722,-1-7 0,-5 0-877,-2-9 6,-10 5 28,-22 58-37,-5 17 1,-2 7-23,1 4 1,-2 6-13,0 2 0,-1 5 0,2 2-1120,2 2 1,1 2 0,1-6 1136,-3 1 1,4-5 64,3 2 1,7-21-7,19-75-18,1 5 0,5-7 0,-3 4-43,-3 3 0,0 0 2,4-3 0,3-3 0,-2 12 37,10 13-1218,-7 42 0,0 11 1033,14 3 396,-24 6 1,-1 10-1,5-9-1522,14-18 1,1-6 1265,-8 9 1,3-9 165,4-23 1,5-13-1,-4-4 324,2-9 1,-4-5 122,-4 6 0,1-3 0,-5 4-498,-2 0 0,-4 2 199,11-13-205,-64 47 1,-13 10-109,4 5-15,-8-1 1,3 7-15,29 15 0,9 1 1,-1-4-26,18 4 0,14-8 20,17-37 0,5-12 128,12 5 1708,-13-14 0,-10-10-1587,-31-6 0,-9-2-132,0-13-27,-16-10-225,-12 41-408,14 17-885,-4 6 1467,35 32 0,-10-19 0,13 11 0</inkml:trace>
  <inkml:trace contextRef="#ctx0" brushRef="#br0" timeOffset="957239">13343 16252 21024,'5'-3'5921,"-2"1"-5835,-29-10 1,-13 0-75,11 10-18,-20-8 0,2 12-19,31 30 0,7 6 25,-10-3-9,36 8 1,15-12 78,2-43 0,3-11 8,0 13 1,-2-4 50,1-30 0,-9-14 27,-16 12 1,-4-6 0,-2-2 0,0 6-29,4-13 1,-1 0-84,-2 10 0,1-7 0,-1 5 1,-2 12-46,-1 4 0,-2 28 0,-5 36 0,-5 27-227,0-11 1,-3 11 0,-2 6 0,0 2 0,1-5 0,2-7 0,1 1 0,1-6-1,-1 5 1,-3 7 0,-1-1 0,0 1 0,1 0 0,-1 0 0</inkml:trace>
  <inkml:trace contextRef="#ctx0" brushRef="#br0" timeOffset="958119">14711 16188 20772,'-9'-47'1531,"1"-1"0,-31 30 0,-7 17-1511,3 28 0,1 14-32,7-13 1,0 2 0,7 3 13,3 23 1,18-2-3,42-7 87,24-29 0,6-10-51,-28-2 1,-2-10 424,15-27 0,3-19 0,-20-2-150,-39-3 0,-10-2-293,20 9 1,4-1 0,-14 9-56,-40 1 1,-8 23-124,23 28 1,6 13-407,4 24 1,5 3 0,-2 1 0,30-16-1,0-1 1</inkml:trace>
  <inkml:trace contextRef="#ctx0" brushRef="#br0" timeOffset="958666">15155 16107 19428,'-3'0'3492,"-7"-30"1,1-9-2664,3 13-821,-3-17 0,2 14-4315,18 89 4285,3-10 193,0-4 0,3 9 0,0-6-174,-2-12 1,2-2-7,14 17 1,1-7 25,-9-26 50,1-34 1,0-16-10,-9-16 1,-4-8-63,4 9 1,2-3-1,-1 4-161,-5-9 0,7 13-208,17 29 1,-1 13 0,-17 10 0,29 35 0</inkml:trace>
  <inkml:trace contextRef="#ctx0" brushRef="#br0" timeOffset="960197">15715 16247 20347,'0'5'5797,"51"-10"-5506,7-22 50,-5-10 1,-3-5-154,-18 13 0,-7-2-71,-1-11 1,-17 3-65,-32 18 0,-9 7-42,-8 1-31,-6 19 1,3 14 16,25 14 1,11 9-25,10 5 1,8 6 0,2-4 12,3 7 0,9-4 16,13-4 0,10-1 0,3-22 1,-8-29 1,3-16 0,-2 0 7,14 6 0,-4-12 29,-16-18 1,-3-18 0,-4-5 0,-7 7-4,-7 6 0,-7 3 1,-2-4 57,0-7 0,-1-7 0,-2 2 1,-2 9-71,0 3 0,-4 8-67,-8-5 0,0 20 31,9 32 50,-4 8-22,0-1-34,0 3 51,2-7 27,3-3-61,1-1-61,-6 5 66,2 0 51,-14 16-117,9-8 72,-3 4 39,8-11-39,4-5-83,0 0 77,0 1 6,0 7-55,2 10 63,5 10 1,3 4-26,8 13-5,-5-9 0,9-2 16,23-9 1,6-9 11,6-3 1,-14-14 1,7-4 0,-8-6 65,4-28-33,-17 7 0,-5 1-51,-11-1 0,-12 7 0,0 24 0,5 12 0,11 29 0,3 7 0,0 3-43,-6-9 1,3 12 0,0 1 0,-5-6 42,-4 3 0,-3-3 0,9 17 0,-2-5 0,-11-6 0</inkml:trace>
  <inkml:trace contextRef="#ctx0" brushRef="#br0" timeOffset="961235">17288 16104 20011,'4'4'3635,"0"-1"-1848,-1 2-1132,2-6 45,32-34-532,-19 3 0,-2-10-105,-2-1 1,-1-11 0,1-5 0,-2 1 0,-1 7-31,1-4 1,-2 4 0,-1-4 41,-2-1 0,2-8 0,-2-1 0,-4 9 0,-6 16-97,-16 6 33,-2 12-8,2 46 0,2 23-8,4 2 1,3 12 0,1 1 0,1-6-33,-1 6 1,6 3-55,5-9 0,2 11 1,4 2-1,8-6 0,9-15-81,14-19 0,10-13 0,5-4 0,-4 2 175,7 13 1,-1 1 0,4-13-44,1-20 1,7-12 0,-3-6 0,-12-3 308,1-14 0,-17-5-73,-12-1 0,-17 6-168,-39 18-54,-22 34 1,-1 22-17,31 16 0,6 6 42,-11-15 0,13-2 0,43-2 0,22-2 0,-2-11 8,-12-18 1,2-7 142,8 7 0,6-2 1,-8-12 69,-6-38 0,-12-7-159,2 5-14,-26 0 1,-9-10-1,-13 14-57,-30 25 1,-9 8-3,15-16 0,1 10-1175,2 31 1,0 15-1,15 3 1186,32 28 0,-11-16 0,5-5 0,24-11 0</inkml:trace>
  <inkml:trace contextRef="#ctx0" brushRef="#br0" timeOffset="962367">18892 15981 27398,'-51'1'28,"0"1"0,0 0 0,11-11 0,5 9-45,-2 34 0,3 18 1,21-9 44,61-3-17,-17-4 0,5-13 280,15-42 0,9-24 1,-13 4-186,-3 5-46,-7-8 0,2-10 1,-20 14-61,-27 22 0,-17 4 0,-5 58-491,32 10 1,15 6-886,10-7 1,13-5 802,-4-20 1,8-2-1,2-3 1,-2-5 633,-1-4 1,0-6 0,3-7 582,9-10 0,6-9 0,0-5 0,-10-2 6,3-10 0,-7-6-391,0 2 0,-1-4 1,-27 4-112,-62-3 1,-21 7-147,35 12 1,-4 7 1,-20 15 0,-15 9 1,3 9-1,23 7-15,34 21 0,11 7-1,-27 0 1,11-3-2,38-10 0,19-3 0,1-19 69,-3-30 0,2-17 0,-1 4-48,10 16 1,-3-6-101,-15-21 1,-5-12 0,-5-5 119,-6-4 0,-6-5 0,-2-2 15,-1 10 1,-1-1-1,-1-1 1,0-1 71,1-4 0,1-2 0,-2 1 0,-1 5-115,2-6 0,-2 5 0,-10 28 0,-21 45 0,9 26 0,2 20 0,1-2 0,0-17 0,0-1 0,1 6-406,1 9 0,0 9 1,0 4-1,3-6 1,3-11 388,5-6 0,3-3-6,-4 21 1,2 6 0,14-20-195,29-33 1,7-16 227,-18 3 0,1-7 123,17-20 0,6-13 0,-9-3-89,-13-9 0,-6-2-45,9-1 0,-5 3 0,-16-14 0,-48 85 1946,15 3-2126,-2 24 0,9 9-316,21-15 1,5-1 0,-13 2 0,2-3 0,31 6 0</inkml:trace>
  <inkml:trace contextRef="#ctx0" brushRef="#br0" timeOffset="962565">20352 15567 26648,'-24'-28'-328,"24"53"0,12 11 1,10 24-1</inkml:trace>
  <inkml:trace contextRef="#ctx0" brushRef="#br0" timeOffset="963433">20598 15887 26654,'-22'40'74,"0"0"0,0 0 0,3-7 0,0-1-63,-14 22 1,11-10 637,27-33-559,10-17 67,24-26 0,7-10-85,-11 11 1,0 0-31,16-11 0,-2 5-53,-3 7-68,-22 61 1,-6 13-67,-5 4-23,-3 3 0,6 2-1247,24-9 1,5-9 1252,10-1 236,-7-20 1,11-4 0,-5-11 599,-14-15 0,-2-8 0,-2-1-392,16-3 1,-6-2-224,-5-7 0,-22 4-6,-58 15 0,-16 9-41,-3 8-37,9 6 1,-8 5 0,22 7-32,40 38 101,-15-3-17,39-28 0,8-14 394,-6-30 1,-4-9-311,-1 7-72,-9-26 0,-12 11-40,-37 84 0,-6-11 0,18 2 0,0 11 0,-3 7-789,4-7 0,-3 8 1,-1 4-1,0 0 1,1-2-1,2-7 621,-3 9 0,2-6 0,-4 5 223,4-6 0,-5 11 0,-1 3 0,0-7 0,2-17 1,4-25 722,-17-61-711,2 11-71,29-9 0,10-13 1,7-3-204,9-1 1,9-4 0,2 1 0,-5 9 0,-6 5-1,1 1 1,3 1 0,0 0 0,-1-1 0,1 1 0</inkml:trace>
  <inkml:trace contextRef="#ctx0" brushRef="#br0" timeOffset="965363">7016 17573 22263,'0'-8'3349,"0"1"-3136,-2 9-129,-14 53-138,1-10 1,0 6-1301,3-2 1,1 4-1,2-1 645,3 11 1,3-4-1,-3-11 1,6-9-1,18-16 1</inkml:trace>
  <inkml:trace contextRef="#ctx0" brushRef="#br0" timeOffset="965581">7507 17619 25606,'-4'31'-398,"-5"8"1,-1 6-4519,1 5 1,0 0 3761,-3 5 1,2-6 0,7-11 0,3-26 0</inkml:trace>
  <inkml:trace contextRef="#ctx0" brushRef="#br0" timeOffset="965946">7681 17183 24693,'-18'28'64,"-1"0"1,-3 32-48,34-13 453,1-12 287,5-46-410,-15-23-224,-6-20-64,-6 21 0,-6 3-362,-23 2-1355,-23 26 979,21 27 1,2 6 0,-8 4-1,-1 10 1</inkml:trace>
  <inkml:trace contextRef="#ctx0" brushRef="#br0" timeOffset="966313">7183 17014 23489,'-47'32'48,"1"-1"1,10 0 0,12 1 107,36 27 416,26-26 100,8-37 90,-12-28-303,-22-19-274,-26 7-342,-9 15-2806,0 46 2963,29 11 0,-7 7 0,19-12 0</inkml:trace>
  <inkml:trace contextRef="#ctx0" brushRef="#br0" timeOffset="966623">8335 17728 23276,'-53'12'739,"0"-1"1,10-4-1,13 3-403,28 7-227,29-14 1,14-6-273,3 1 1,5-2 0,-1 0-1006,8 0 0,-1-1 317,13-1 1,-12 1 0,-30 4 0,-7 1-1</inkml:trace>
  <inkml:trace contextRef="#ctx0" brushRef="#br0" timeOffset="967605">9948 18025 24211,'4'-56'1101,"0"1"0,-5 19-1084,-11 100-37,5-20 0,-1 2-36,-6 9 0,1-7 516,2-17-348,10-56 0,7-22-52,5 6 0,5-8 0,2-2 0,-1 1-42,-4-2 0,-2-3 1,5 6-1,8 15-18,23 19 0,10 17 0,-9 5-17,3 13 118,-23 36 0,-2 19 0,1-37-6,0-70 0,1-37 0,2 10-56,3 19 1,7 15-1332,9 28 1,7 14 0,-7 4 1000,-11-2 0,-8 11 23,-10 20 1,-6 19 0,-4 0-1,-3-15-299,-2 5 0,-4-34 0,7 13 0</inkml:trace>
  <inkml:trace contextRef="#ctx0" brushRef="#br0" timeOffset="968754">11260 17920 10360,'-3'-13'9830,"1"13"-5377,-9 13-3310,23 19-998,-4-12-1537,23-49 0,3-17 1454,-13 10 493,-22-8 1,-10 12-623,-28 71 11,4 14 0,7 6 47,12-23 1,16-4-559,35-7 0,27-4 0,6-5 0,-13-8 586,-17-6 1,-1-12 332,1-10 1,9-12 0,7-7 0,-1-6 0,-2-2 0,-9 0 0,-13 4-211,-14-6 1,-12 1 0,-4-2 0,6-2-140,10-8 0,6-10 1,1 2-1,-5 18 1,-11 30-47,-17 45 0,-10 31 0,3 3-183,9-5 0,4 4 0,2 8 74,2-16 1,0 8 0,2 5 0,0 3 0,0-1 0,1-3-1,-1-6 1,1-9 0,-1 6 0,0-10 0,3 3 0,9 15-1,1 1 1,-1-1 0</inkml:trace>
  <inkml:trace contextRef="#ctx0" brushRef="#br0" timeOffset="969697">11915 17903 9660,'29'-41'3276,"0"1"1,-36 5 0,4 4-2260,36 15 0,26 9 0,11 3 0,-1-1 0,-16-6-776,-3-14 0,-7-9 330,-3-8 1,0-7-1,-8 3-353,-14 9 1,-6 0-40,1-19 0,-11 20 17,-9 42-173,-4 19-57,-10 32 8,6-9 1,-2 13 0,0 3 0,2-9 0,-1 7 0,0-1 15,1-5 0,-3 7 0,3-1 1,8-15 70,14 7-44,12-42 72,18-41 1,6-19-14,-7 6 0,0-3-19,-6 3 1,2-1 0,0 11-33,3 16 1,-2 12-21,0 19-47,-18 17 0,-4 10-1454,1 8 1,0 7 0,2-9-99,-1-14 1,6-4-1684,20 3 0,13-1 0,-3-17 4465,5-33 0,-1-15 1577,-4 8 0,2-3 0,-5-2-1091,3-8 1,-11-2-339,-18 6 0,-6 3-1269,-5-4-22,-28 10 6,-40 48-37,22 14 0,2 7-37,8-15 1,3 1-9,1 18 0,18-2-17,40-15 1,12-8 53,13 0 33,1-11 0,-2-12 101,-6-36 224,-32-10 0,-10-5-308,-7 17 0,-7 0-20,-20-21 1,-9 8-88,-5 19-1187,-2 18 1,2 9 1237,10 21 0,-5 3 0,29-7 0</inkml:trace>
  <inkml:trace contextRef="#ctx0" brushRef="#br0" timeOffset="970364">14011 18034 14745,'7'1'9830,"-2"0"-8457,-5-1-959,-58-61-302,25 54 0,-6 6-118,-7-3 1,-5 2 0,4 7-7,0 16 1,5 10 11,-3 4 0,14 3-39,35 21 31,34-51 1,20-14 0,-5 1 43,-10 7 0,0-4 10,15-6 1,7-6 0,-12-13 276,-21-17 0,-11-12 0,-5-1-180,-4 4 1,-5-1 0,-2-4-220,-1-5 0,-2-5 1,-1 0-1,-3 7 76,-2 6 0,-3 4 0,0 3 0,-6-15 0,1 15 0,7 30 0,4 48 0,2 33 0,1-7 0,-2-22 0,0 1-169,1 12 1,-1 11-1,1 2 1,2-4-628,3 2 1,1-1-1,0-2 436,-1-2 0,1-1 0,0-1 1,0-1-1,1-1 0,-1-7 0,6 21 0</inkml:trace>
  <inkml:trace contextRef="#ctx0" brushRef="#br0" timeOffset="971201">15867 18055 16320,'0'-34'4702,"1"0"0,-10-18-4624,-25 7-122,-16 59 4,18 12 1,4 13-10,10 8 1,6 9 0,7-8-3,16 15 82,20-26 1,13 0 0,1-21 336,-7-31 0,0-18 0,1 1-279,5 12 1,1 1-1,-11-9 64,-15-29 0,-15-12 1,-16 12-34,-28 20 0,-10 7-140,9-17 1,-2 14-530,-19 46 1,13 22 548,47 0 0,7 4 0,-18-2 0,5-3 0,36 11 0</inkml:trace>
  <inkml:trace contextRef="#ctx0" brushRef="#br0" timeOffset="971900">16399 17989 8472,'-20'-38'9830,"14"21"-1837,-15-12-7959,15 49-68,-3 27 4,14-7 0,5 8 1,0-6 45,9 18 202,23-18 1,7-21 288,-14-61 0,-2-18-488,3 20 1,-2-1-368,-15-4 1,-2-4 0,5 13 347,17 26 0,-1 6 0,-1-23 0,-4 34 0,1-1 0</inkml:trace>
  <inkml:trace contextRef="#ctx0" brushRef="#br0" timeOffset="972571">17030 18001 13217,'51'37'9830,"-26"-10"-7758,32-40 0,2-20-1714,-37 0 1,-5-1-295,10 5 1,-11 2-15,-36-12 1,-18 10-68,-6 33 0,-3 9 8,0-18 1,7 9-101,10 53 0,28 12 21,33-37 0,19-6 1,-4 3 70,-14 8 0,-4 3 0,7-8 19,22-7 0,8-9 0,-12-10 99,-6-19 5,-21-25 0,-8-8-16,-16-11-12,-5 11 1,1 4-29,4 8-61,28 23 0,11 7 30,14 13 1,3 4-26,-2-6 1,-1 5-35,-13 10 1,-2 7 0,-10-1 39,-4 14-34,-15-8 1,-5 1 33,-11 11 0,1-24 0,0 5 0</inkml:trace>
  <inkml:trace contextRef="#ctx0" brushRef="#br0" timeOffset="974151">18542 18125 20554,'-6'-5'4682,"2"2"-4328,-12 25-354,11 4 5,-9 13 146,36-15 1,9-4-40,12-3-20,5-5 0,1-12 328,-12-24 0,-10-13-272,-22-1 1,-6-2-104,7-4 0,-8 2-48,-20 7 0,-4 8-25,12 14 11,74 17 0,-28-2 1,4-2 27,28 1 0,3-4 176,-19-8 1,-5-2-42,16-3 184,-32-10-279,-27 23-186,-6 31 147,3-1-71,3 19 0,3 7-216,7-17 1,3-2-76,3 12 0,8-9 372,12-28 1,1-11 33,7-3 75,-6-30 1,-4-8 725,-1-8-790,-1-2-61,-11 25-12,-21 39-33,-3 39 11,2-16-585,1 20 0,8 3 613,9-28 0,3-1 0,-11 9 0,1-3 0,25-4 0</inkml:trace>
  <inkml:trace contextRef="#ctx0" brushRef="#br0" timeOffset="974332">19794 17823 25394,'-20'9'0,"3"-1"0</inkml:trace>
  <inkml:trace contextRef="#ctx0" brushRef="#br0" timeOffset="975082">20353 18013 26519,'-49'-2'21,"0"1"0,-1-1 1,1 1-1,-3-12 1,4 10-41,-9 28 0,-1 16 0,25-1 47,46 11-5,1-6 1,11-8 9,31-29 1,9-16-26,-16 4 1,-2-12 122,-10-15 1,1-15-1,-3-3 1,-7 5-79,-3-4 0,-6-5-253,-4 6 1,2-10 0,-1-4 0,-2 4 0,-4 9 330,-1-3 1,-3 4 16,1-4 1,-1-2-1,-3 13-182,-5 19 51,-14 63 0,-3 27-29,8-27 1,3 6-63,0 2 0,0 13 0,2 4 0,4-2 0,5-9-72,12-3 1,7-7 0,-1 2 124,-7 15 0,-1 2 1,13-19 18,15-31 0,10-15 0,-6-9 50,-2-19 0,-5-12 153,0 0 1,1-5-1,-5 3-145,-7 4 0,-6 2 751,-2-5 1,-11 15-752,-49 69-112,19-11 3,-5 2 0,9 5-1899,35 12 0,14-4-4467,4 0 5740,5-5 1,-1-8 0,-12-25-1,-11-7 1</inkml:trace>
  <inkml:trace contextRef="#ctx0" brushRef="#br0" timeOffset="975266">21142 17776 18442,'-33'-52'2668,"-1"0"0,11 12 0,2 10-2729,-3 13 61,12 45 0,5 8 0,1-16 0,-10 42 0</inkml:trace>
  <inkml:trace contextRef="#ctx0" brushRef="#br0" timeOffset="976495">21508 18101 20543,'1'-37'3103,"1"0"0,0 6-3092,-3-26-34,-25 97 1,-4 23 22,6-12-28,1-1 0,-2 8 0,10-15 151,15-24 337,60-24-200,-17-37 0,1-10-193,3 12 1,0 0-16,-17 5 0,-1-3 1,-1 11-3429,21 16 3320,-10 11-50,-3 30 0,3 12-880,-6-14 0,2 0 0,-2 1 157,10 14 1,3-4 193,4-13 0,7-5 0,-5-9 1080,-5-13 1,-1-13 732,3-9 0,2-9 0,-7 0-778,-7 1 1,-12-3-216,-15-23 0,-20 11-174,-44 52 0,-13 16-22,21-21 0,2 6-10,-2 16 1,1 8-1,25-3 3407,72 7-3402,-14-5 114,22-25 0,2-15 330,-31-5 0,-4-6-2,8-10 1,-6-3-427,-13-12 0,-23 40 0,-5 36 0,0 10 0,-1 13 0,-1 6-4,5-11 0,-1 5 1,0 3-1,0-1 1,1-3-239,-2 3 0,1-2 0,-1 0 0,1 2 265,0 10 1,0 4 0,0-3 0,-4-9-184,-10 2 1,-1-14 244</inkml:trace>
  <inkml:trace contextRef="#ctx0" brushRef="#br0" timeOffset="976495">22203 19049 27630,'2'-30'0,"24"-34"-86,-6 23 1,4-4 0,4-2-1,3 0 1,1 2-66,4-1 1,3 0 0,2 2-1,1 1 1,-2 2 0,4-2 0,-1 2-1,0 2 1,-3 2 0,-1 3-1,-1 0 1,1 0 0</inkml:trace>
  <inkml:trace contextRef="#ctx0" brushRef="#br0" timeOffset="1.22725E6">10123 18613 24575,'38'0'0,"-1"0"0,5 0 0,4 0 0,5 0 0,3 0 0,5 0 0,2 0 0,3 0-1271,-13 0 1,2 0 0,1 0 0,2 0 0,0 0 0,1 0 1270,-3 0 0,2 0 0,0 0 0,1 0 0,0 0 0,1 0 0,-1 0 0,4 0 0,0 0 0,1 0 0,0 0 0,0 0 0,0 0 0,1 0-331,-6 0 1,0 0-1,0 0 1,0 0-1,1 0 1,0 0-1,0 0 1,0 0 330,1 0 0,1 0 0,0 0 0,0 0 0,0 0 0,0 0 0,0 0 0,1 0 0,0 0 0,0 0 0,0 0 0,0 0 0,0 0 0,1 0 0,-1 0 0,1 0 0,2 0 0,0 0 0,1 0 0,0 0 0,-1 0 0,1 0 0,-1 0 0,0 0 0,-2 0 0,0 0 0,0 0 0,-1 0 0,1 0 0,-1 0 0,0 0 0,0 0 0,-2 0 0,1 0 0,-1 0 0,0 0 0,0 0 0,-1 0 0,1 0 0,-1 0-80,5 0 1,0 0 0,0 0 0,-1 0 0,0 0 0,0 0 0,-2 0 79,6 0 0,0 0 0,-2 0 0,0 0 0,0 0 0,0 0-273,-3 0 0,1 0 0,-2 0 0,1 0 0,-1 0 1,-1 0 272,-3 0 0,-1 0 0,0 0 0,0 0 0,-1 0 0,-1 0 173,7 0 0,-1 0 0,0 0 0,-1 0 0,-1 0-173,-1-1 0,0-1 0,-1 1 0,0-1 0,-1-1 0,10 0 0,0-1 0,-1-1 0,-1-1 496,-5 0 0,0-1 0,-1-1 0,0-1-496,-1 0 0,0 0 0,0-1 0,-1 1 0,-3-1 0,-1 0 0,0 0 0,0 0 0,12-2 0,-1-1 0,0 0 731,0 1 0,-1 0 1,-1 1-732,-6 0 0,0 0 0,-2 1 0,-5 2 0,0-1 0,-2 1 1333,20-2 0,-3 1-1333,-11 2 0,-1 1 1094,-5 1 1,-2 0-1095,-8 2 0,-2 1 1639,12-2-1639,-17 2 919,2 1-919,16 1 0,-12 0 0,3 0 0,9 0 0,2 0 0,2 0 0,0 0 0,-3 0 0,-2 0 0,-6 0 0,-3 0 0,11 0 0,-19 0 0,-15-1 0,-7-3 0,-3-3 0,-2 1 0,0 0 0</inkml:trace>
  <inkml:trace contextRef="#ctx0" brushRef="#br0" timeOffset="1.22926E6">10382 16743 24575,'41'0'0,"-3"0"0,5 0 0,-3 0 0,5 0 0,10 0 0,-10 0 0,7 0 0,5 0 0,5 0 0,4 0 0,2 0 0,2 0 0,0 0 0,0 0-703,-14 0 1,1 0 0,3 0 0,1 0 0,0 0 0,2 0-1,0 0 1,1 0 0,0 0 0,0 0 0,-1 0 0,0 0 0,0 0-1,-2 0 588,1 0 0,0 0 1,-1 0-1,0 0 1,-1 0-1,0 0 0,1-1 1,0 1-1,0 0 1,1 0-1,1 1 1,1-1-1,2 0 115,-6 0 0,2 1 0,3-1 0,1 1 0,1-1 0,2 1 0,0-1 0,-1 1 0,0 0 0,-1-1 0,-1 1 0,-2 0 0,-3 0 0,-3-1 0,-3 1 0,-3-1 0,-5 1 455,18 0 1,-9 0 0,-5-1 0,-2 1 0,3 0 0,5 0-456,0 1 0,4-1 0,4 2 0,1-1 0,0 0 0,0 0 0,-4 0 0,-3 0 0,-7-1 0,16 1 0,-8-1 0,-2 0 0,4 0 0,-1 0 0,2 1 0,2-1 0,0 0 0,1 0 0,-7 0 0,1-1 0,0 0 0,1 0 0,-1-1 0,0 1 0,-4 0 0,0 0 0,-1 1 0,1-1 0,3 0 0,4-1 0,-5 1 0,3 0 0,3 1 0,2-1 0,1 0 0,0-1 0,0 0 0,-2-1 0,-1 0-348,0-2 0,-1 0 0,0-2 1,-1 0-1,0 0 0,0 0 0,-1 0 1,1 2 347,-3 0 0,1 1 0,-1 1 0,1 0 0,-2 0 0,0-1 0,-1-1 0,-1-1 0,10-2 0,-1-3 0,-1 0 0,-2-1 0,-3 2 0,-4 2 0,-1 2 0,-4 1 0,-2 1 0,-1 0 0,10-1 0,-2 0 0,-3 0 2256,12 2 1,-13 1-2257,-26 1 71,-7 0-71,6 0 6784,21 0-6784,-16-2 0,-1 2 0,-24-2 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12T14:06:20.777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1337 2353 18392,'6'-62'1094,"0"1"1,0-1-1,-1 11 1,0 2-1,-3 11-1105,-2 4 145,-2 92-95,0-2 1,-2 7-33,0-9 1,-1 3-1,-1 2-137,-2-6 1,-1 2 0,-1 0-1,0-6 239,-6 18 1,0-7 439,0 0 0,0-23-173,3-44-290,10-25 1,7-14-48,0-1 0,2-5 1,1-2-167,2-8 0,1-1 1,1 0 159,2 4 1,2 1 0,1 5-18,3-14 1,8 22 0,17 44 0,2 15-56,1 8-1,-12 12 1,2 12 0,-6 1-298,-11-7 1,-6 1 0,1 1-652,2 9 1,1 2 0,-4 0 547,-4 0 0,-3 1 1,-1-6-1,-2-3 0,-2-6 1,-9 9-1</inkml:trace>
  <inkml:trace contextRef="#ctx0" brushRef="#br0" timeOffset="605">1447 2544 15905,'-6'-6'3573,"-17"-23"1,10-5-3759,55 15 1,12 1-68,-37-19 0,4 0-469,28 19 0,16 9 0,-2-1-784,-15-1 0,-3 0 0,0-5 240,9-13 0,1-6 0,-5 3 1780,2 6 0,-6-1 426,0-18 0,-18 0 4259,-35 16-5016,4 13-128,-4 4 123,4 47 1,3 18-124,-3-5-2,-3 3 1,-3 17 0,0 3-1,0-14-23,1-11 0,0-2 570,-3 15 0,-2 7 1,4-19-390,4-26 320,33-78-479,10 12 0,5-1-53,-15 3 0,4 7 1710,25 9 0,-4 23-1738,-30 34 0,-9 11 14,2-10 0,-10 2-888,-22 4 0,-15 3 1,-4-9 901,-7-13 0,-4-5 0,-7 9 0,3-4 0,3-12 0</inkml:trace>
  <inkml:trace contextRef="#ctx0" brushRef="#br0" timeOffset="1585">2888 2436 13037,'-1'-8'8514,"1"3"-6274,0 5-1814,-26-52-174,18 39-314,-18-31 68,27 57-23,22 37 0,7 9-123,-5-1-1903,-10-1 1,-4 12 0,-14-15 2042,-20-30 0,-4-3 0,7 22 0,-2-7 0,-25-30 0</inkml:trace>
  <inkml:trace contextRef="#ctx0" brushRef="#br0" timeOffset="1762">2778 2578 12746,'-18'44'0,"1"0"0,-1 0 0,-3 9 0,0 0 0</inkml:trace>
  <inkml:trace contextRef="#ctx0" brushRef="#br0" timeOffset="1984">3544 2043 21674,'-45'35'1105,"28"4"0,5 13 1,0 3-1732,1 1 0,2 5 0,0 1 1,2-1-171,0-4 1,1 1 0,1-3-1,1-2 796,2 0 0,1-2 0,1-12 0,0-2 0,2 21 0</inkml:trace>
  <inkml:trace contextRef="#ctx0" brushRef="#br0" timeOffset="3508">3480 2486 20643,'-49'-33'1815,"0"-1"0,16-7-1832,77 49 0,25 16-134,-23-9 0,1 0 0,0 3-47,2 4 0,-2 2 0,-4-2 217,3-3 1,-17 1 1246,-35 10-784,-4-30 45,-20-2-415,28 0 285,2 1-195,0-1-6,4-12-174,-1 3 1,4-7-29,-3 10 6,2 0 45,-2 3-45,1 0 17,-3 2 16,-2 3-27,1-1 11,1 0-62,-1 1 45,3-1 33,1 4-21,7 4-57,29 41 45,-12-11-9,-1 11 1,-3 3 30,-11 7-14,-10-22 1,-8-3 98,-18-7 117,-11-75-241,20 10 14,8-4 0,11-2-90,38 1 1,11 7-6,-24 14 0,2 3 8,6-3 1,5 0 0,1 6-802,1 8 0,1 6 1,-1 1-1002,-2 1 1,0 1 0,0 0 1683,2-1 1,0 1 0,-2-1 532,12 3 0,-8-4 2302,-5-13-28,-11-10-1474,-24-2-660,-37 20 0,-12 8-314,-15 6-103,6 5 0,-1 9-23,5 23 0,9 5-58,3 0 38,12 0 1,16-6 28,49-25 27,2-19 1,5-10 338,-3-15 1,-1-5-329,-4 9 1,-5-4 229,-7-18 1,-11-1 162,-15 8-124,-11-2-352,-12 47-328,8 30 1,7 11-332,4-13 1,3 1-286,3 16 0,8-4 955,8-22 0,0-5 0,-2-2 0,4-2 0</inkml:trace>
  <inkml:trace contextRef="#ctx0" brushRef="#br0" timeOffset="4022">5599 2413 19451,'0'-5'2912,"-24"-17"0,-15 3-2618,-20 34 1,-4 6-287,12-32 1,0 7 2,-2 35 0,-2 18 0,17-3-22,20 8 0,-2 0 0,15-1 18,36-27 1,17-7-1,-1-4-2,-7-2 1,3-4-115,11 0 0,6-2 1,-1-9 124,-10-10 1,-3-7 0,0-10 73,-10-3 1,0-9 0,0-4 0,-2 0 0,-2 2 78,3 2 1,-1 1-1,-3-1 1,-4-4 12,-5-4 1,-2-4-1,-4-3 1,-3 5-1,-6 8-160,-4-7 1,-12 12 83,-38 0-112,29 77 1,5 21-9,1-5 0,2 3 2,1-14 1,1 1 0,2 5-601,5 11 0,4 9 1,1-2-1,2-11-475,1-8 0,3-2 614,0 3 1,1 8-1,2-3 1,-1-15 0,7-9-1,6-11 1</inkml:trace>
  <inkml:trace contextRef="#ctx0" brushRef="#br0" timeOffset="4424">5941 2534 25371,'48'-11'114,"0"0"1,1 0 0,-1 0 0,7-13 0,-2-4 0,2 2 148,9 6 0,1 1 1,-8-2-110,3-12 0,-26-2 288,-55 1-4497,0 30 4060,2 4 317,-3 35 0,1 12-395,2 15-148,14-14 0,4 11 1,0 1-1,0-11 1,-1-13-1,2-2 1,8 9-1,0 1 1,0 0-1</inkml:trace>
  <inkml:trace contextRef="#ctx0" brushRef="#br0" timeOffset="4647">6912 2017 23719,'-58'-1'-82,"0"0"0,14 19 0,12 10 0,20 3 0,9 3 0,8 2 0,-1 1 0</inkml:trace>
  <inkml:trace contextRef="#ctx0" brushRef="#br0" timeOffset="5035">7317 2296 21551,'-48'9'1221,"-1"0"0,1 9 0,5 8-1199,9 16 1,16 6 178,25-5 1,9-3 67,8 9-20,18-39 1,4-16 52,-21-13 0,-5-10 42,-5-17 1,-5-3-250,1-10-129,-26 19 1,-8 11-68,-6 34-1599,-3 20 1,9 10 851,40 21 0,-28 8 0,46-33 0</inkml:trace>
  <inkml:trace contextRef="#ctx0" brushRef="#br0" timeOffset="5388">7824 2324 19792,'-23'44'1716,"0"-1"1,1 1 0,6 6 0,3 0-1311,-6 5 0,6-4-294,21-8 28,19-67 0,11-30 0,-1 4-56,-4 13 0,1 2-73,-1 1 0,3-1 1,0 8-26,8 6 0,-1 18-459,-8 34 1,-3 21-1,-3-7 1,-3-21 0,-4 2-1,-5 18 1,-1 1 0,0-1-1</inkml:trace>
  <inkml:trace contextRef="#ctx0" brushRef="#br0" timeOffset="6033">9151 2175 24183,'-41'-1'625,"0"0"0,-5-5-508,26 47 1,15 8 313,29-15-25,8-27 0,3-12-135,-9-14 1,-2-7-174,0-2 0,-5-2-75,-11-19-846,-31 50-4093,8 26 1,2 8 2948,-12 13 1,15-12 0,6-8 0,4-20 0</inkml:trace>
  <inkml:trace contextRef="#ctx0" brushRef="#br0" timeOffset="6302">9347 2587 21450,'-44'13'1394,"0"0"1,15 11 0,1 2-1350,-21-3 0,8 3 235,31 38 67,56-44-20,-9-15 1,1-9-17,-3-14 0,-7-10-202,-12-12 0,-16 0-109,-38 10 0,-10 3 0,23-1 0,-1 6 0,-18 23 0,-1 0 0</inkml:trace>
  <inkml:trace contextRef="#ctx0" brushRef="#br0" timeOffset="6813">627 3399 23842,'56'9'1,"1"0"0,-1 0 1,0 0-1,1 1 1,-1-1-1,1 0 0,-1 0 1,4-3-1,-1 0 1,1-1-1,1 0 0,2-1 1,0-1-1,2-1 1,2 0-1,3-2-305,-15-1 0,0 0 0,2-1 0,1-1 1,0 0-1,2-1 0,1 0 0,1-1 1,0 0-1,2 0 0,0 0 0,2 1 1,0-1-1,2 0 0,0 1 358,-11 1 1,2-1-1,1 1 1,2-1-1,0 1 1,2-1 0,1 0-1,0 1 1,1-1-1,0 0 1,1 1 0,-1-1-1,1 0 1,0 0-1,0 1 1,-1-1 0,-1 0-1,0 1 1,0-1-1,-2 0 1,0 1-1,-2-1 1,-1 1-109,8-1 1,-2 0-1,-1 0 1,-2 0-1,0 0 1,-1 0-1,-1 0 1,0 0-1,0 0 1,1 1-1,0-1 1,1 0-1,1 1 1,2-1 0,2 1-1,1 0 1,3 0 59,-15 1 1,2-1 0,1 1 0,2 0-1,1 0 1,2-1 0,0 1 0,2 0-1,0 0 1,1 0 0,1 0 0,0 0-1,0 0 1,1 0 0,-1 1 0,1-1-1,-1 1 1,-1-1 0,0 1 0,0-1 0,-1 1-1,-2 0 1,0 0 0,-1 1 0,-2-1-1,-2 0 1,-1 1 0,-1 0 0,-3 0-18,16 0 0,-3 1 0,-1 0 0,-3 0 0,-1 1 0,-1-1 0,-1 1 0,-1 0 0,-1 0 0,0 0 0,0 0 0,-1 0 0,1 0 0,0 0 0,1-1 0,1 1 0,4-1 0,1-1 0,0 1 0,1-1 0,1 0 0,-1 1 0,0-1 0,-1 0 0,-1 0 0,-1 0 0,-1 1 0,-2 0 0,-2 0 0,-2 0 0,-3 1 0,8 2 0,-1-1 0,0 1 0,0 0 0,0 0 0,0-1 0,0 1 0,0 0 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12T14:14:09.725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2356 2528 11586,'5'-46'3276,"0"0"1,5 2 0,1-3-2611,-3 4 1,0-2 0,0 3-345,3-1 0,0 9-277,2 14 70,-10 46 0,-5 17-85,-4 3 1,-4 4-22,-2 5 1,-1 6-1,-3-2-86,-1-6 1,-2-1 0,0-2 132,-5 11 0,2-7 479,5-8 1,5-21-4,11-52-420,8-33-77,-1 18 0,2-6 1,1-1-250,3-6 0,2-1 0,1 1 253,-3 6 0,1 1 1,3 2-35,2-1 1,2 2 0,4 7 19,10 10 0,4 9-31,-2 10 1,0 10 139,9 19 0,-4 16-177,-21 3 0,-5 7 0,-3 3-146,1 2 1,-2 2 0,-1 1-276,-3 1 1,-1 1 0,1-2-2702,4-5 1,1 0-1,0-7 2711,1-5 0,1-5 0,19 23 0,-24-47 0</inkml:trace>
  <inkml:trace contextRef="#ctx0" brushRef="#br0" timeOffset="216">2457 2714 23489,'36'-34'-43,"0"1"0,0-1 1,14-9-1,-1 9 0,-12 22 1,-2 7-1,11-1 0</inkml:trace>
  <inkml:trace contextRef="#ctx0" brushRef="#br0" timeOffset="768">3356 2174 19490,'-37'2'1304,"-1"0"1,15-4-1193,55-6 1,22-2-124,4-2 0,4 0-682,-13 2 0,3 1 1,-4 0-2851,3-1 0,-4 2 2692,-7 4 1,-7 2 0,-11 2 0,-18 1 0</inkml:trace>
  <inkml:trace contextRef="#ctx0" brushRef="#br0" timeOffset="1186">3512 2270 22856,'-9'41'112,"6"-5"0,2 5-237,0 2 0,1 4 0,-1 1-98,-2 4 1,-2 2 0,-1-2 141,-2-5 1,-1 0 0,-2-4 125,-6 7 0,-3-7 173,-10-2 108,7-39 77,7-16-73,-4-6 34,0 3 39,8 2-302,37-5-245,26 0 0,20 0 1,-8 2-20,-17 2 1,3 1 162,-1 1 0,12-1 0,2 0 0,-7 2 0,-14 3 0,-3 1 0,5 1 0,-1 0 0</inkml:trace>
  <inkml:trace contextRef="#ctx0" brushRef="#br0" timeOffset="1760">1868 3398 13513,'61'-2'585,"0"0"1,0 0 0,0 1-1,0-1 1,0 0 0,0 0 0,0 1-1,0-1 1,0 0 0,0 0 0,0 2-1,-8 1 1,-3 0 0,1 1-1,5-2 1,9 0-716,-13-1 0,6-1 1,5 0-1,4-1 1,4 0-1,2 0 1,1 0-1,1-1 1,-1 1-1,-2 0 0,-3-1 1,-3 2-1,-5 0 1,-6 0-1,-7 1-1837,15 0 1,-11 1 0,-5 1 0,1 0 0,6-1 982,4 0 1,6 0 0,5 0 0,-2-1 0,-4 1 0,-10 1 0,-12-1 0,21 3 0,-53-1 0</inkml:trace>
  <inkml:trace contextRef="#ctx0" brushRef="#br0" timeOffset="3646">5393 2226 8388,'2'-5'9276,"-1"2"-8319,-5-47-912,0 41 364,-31 17 0,-6 12-358,12 13-38,-1 2 0,-4 7 0,9-6 82,14-5 1283,24 6-1093,11-34-56,7-14 1,1-8 348,6-30-326,-19 19 0,-6-2 45,-14-21-292,-19 19-481,-14 31-801,7 27-2504,14 9 1,4 3 3780,-2 19 0,7-7 0,4-40 0</inkml:trace>
  <inkml:trace contextRef="#ctx0" brushRef="#br0" timeOffset="3937">5461 2651 9083,'1'5'8116,"-1"-2"-6985,0-3-195,-45 62 749,44-43-705,-29 36-598,50-63 335,1-27-51,-14-2-778,-10 5-1759,-19 22 1871,-18 35 0,15-8 0,-2 7 0</inkml:trace>
  <inkml:trace contextRef="#ctx0" brushRef="#br0" timeOffset="62450">3615 4837 10455,'0'-8'4915,"-4"-33"0,-2-7-1582,-2 11-3011,3-12 0,-3 7-227,1 31 0,-6 51-64,4 0 0,1 6-26,-1 15 1,2 2 2,2 1 1,2-2 16,3-13 0,2-6 272,5 2 28,3-48-117,-3-44-152,-3 6 0,0-4 2,-1-10 1,0-1 64,-1 3 1,-1 4-12,0 10 0,0 5-73,1 0-22,3 47-29,-3 42-58,-6-7 0,-3 5-804,1-11 0,-1 3 1,0-2 307,-4 16 1,-1-5 0,2-15-1,3-5 1,4-4 0</inkml:trace>
  <inkml:trace contextRef="#ctx0" brushRef="#br0" timeOffset="62817">4075 4976 17238,'-4'1'6503,"1"0"-5786,-39 11-118,49-12-409,-24 5-50,74-19-101,-19 4 1,1 0-62,-2 0 0,-1 0-1499,0 1 0,-3 1 1521,-1 0 0,-16 5 0,-16 3 0</inkml:trace>
  <inkml:trace contextRef="#ctx0" brushRef="#br0" timeOffset="65534">5739 4998 9279,'7'-61'3276,"1"0"1,-1 1 0,5 51-1031,2-40 0,-4 10-2210,-7 78 1,-4 29-28,-1-22 0,-1 3 1,-1-5 18,-2 2 0,0-6 1013,-5 20-923,6-39-1,0-57 1,1-22-107,2 23 1,0-4 21,-3-18 1,-1-10-1,5 3 79,6 13 1,3 3-1,1 2-87,-2-9 0,3 4-11,4 3 0,10 17 18,14 40 0,9 22 0,-5-1-35,-13-9 0,0 3 1,14 8 0,6 6 0,-9 2-96,-12 9 0,-9 4-1282,-9-3 0,-2 3 1,-2-1 1379,3 11 0,-2-3 0,-4 2 0,-5-9 0,-4-24 0</inkml:trace>
  <inkml:trace contextRef="#ctx0" brushRef="#br0" timeOffset="65770">5782 4950 22105,'59'-23'-219,"0"0"1,0 1 0,-10 3-1,-2 2 1,-1 2 0,8 4-1,-5 3 1,1 2 0</inkml:trace>
  <inkml:trace contextRef="#ctx0" brushRef="#br0" timeOffset="66171">6834 4553 15490,'-7'0'5747,"2"0"-5265,-36-1-11,53 0-314,-3-1-180,34 2 1,15-1-363,-11 0 0,3-2 0,-1 2 385,15-1 0,-4 1 0,-9-2 0,-8 1 0,-8 2 0</inkml:trace>
  <inkml:trace contextRef="#ctx0" brushRef="#br0" timeOffset="66600">7003 4592 12875,'-11'0'8592,"2"0"-8419,9 0-72,-12 25-2616,18 29 0,4 7 2268,-14-28 1,0 1-269,8 12 0,2 5 0,-5-6-518,-12-8 1,-6-5 842,-1 1 0,-6-3 1892,-20 3 1,-2-8-213,-6-5-440,14-19 0,7-6-406,20-5 3219,11-8-3734,46 4-101,0 5 0,10-1 0,-4 1-17,0 0 0,0 1-45,8-1 1,5 1-1,-10 2-2027,0 5 1256,-2 10 1,-31-4-1,-13 6 1</inkml:trace>
  <inkml:trace contextRef="#ctx0" brushRef="#br0" timeOffset="67977">3456 6095 20089,'-21'41'1243,"1"0"1,-13-19-1,-2-4-921,1 7 0,1-12 45,-7-38 0,13-15-170,39-21-215,4 25 1,7 8-11,41 22 13,-43 43 0,-10 23 1,-16 2 1,-17-16 1,-15 3 0,-8 0-1,0-1 1,8 0 42,9 2 1,7 0 0,-3-2 0,-8-4 67,-15-2 1,-13 1 0,-2-5 0,10-13 0,20-21-18,26-33 0,11-11-92,2-8-127,38 17 1,16 16-823,-13 24 1,2 13-1,-2-2-998,10 2 1,1 0 1391,-8-1 1,2 2 0,-9-5 0,0-3 0,-3-5-1</inkml:trace>
  <inkml:trace contextRef="#ctx0" brushRef="#br0" timeOffset="68158">3950 6583 19535,'-2'-7'172,"36"-7"1,9 2 0,-24 7-1,20-6 1,-1 0 0</inkml:trace>
  <inkml:trace contextRef="#ctx0" brushRef="#br0" timeOffset="69191">5709 6450 12180,'-3'-57'3276,"1"0"1,0 0 0,24 46-3921,-20 53 0,-8 25-101,9-7 0,2 6 0,-4-4-1173,-4-11 1,-3-4 0,0-7 1979,-8 6 1805,6-79 1,-1-25 224,-8-2 0,-1-5-2508,7 18 0,0-5 0,1 1 1,-1 5 487,-16-13 1,16 7 340,43 9 1,23 5 0,2 15-452,-4 28 1,3 14 0,2-4 25,-6-18 1,3-7 0,-2 4 0,-7 15-33,-7 24 1,-4 16-1,-9 4 1,-10-10 43,-21 17-4,-6-12 0,-6 7 1,-9-9-57,-9-18 0,-8-9 1,-2-2-2574,-3 0 0,-1-4 1,0 0 2632,4 1 0,1-1 0,3-3 0,-10-5 0,14-7 0,28-5 0</inkml:trace>
  <inkml:trace contextRef="#ctx0" brushRef="#br0" timeOffset="69932">6716 6448 14460,'0'-3'8973,"0"0"-8920,-26 16 0,-2 14 127,39 27 542,-12-16-476,34-36 1,10-18-1627,-6-29 1,-8-10 1466,-4 13 0,-13 2-1,-32-3 1,-12 14-115,-4 32 25,-4 3 1,1 11-60,21 20 1,9 12-1,5-3-126,7-10 0,5 0-273,-1 12 0,4 6 0,8-11-1452,24-12 1,8-11 1533,9-3 1,-2-3 0,-22-3 0,-2-3 0,28-5 0</inkml:trace>
  <inkml:trace contextRef="#ctx0" brushRef="#br0" timeOffset="70382">7385 6538 8959,'0'-6'4915,"-11"-28"0,-5-4-204,5 21-4568,-15-13 0,-4 11-20,-3 57-115,10-10 1,7 4-4,17 2 1,7-1 89,12 7 199,27-36 0,5-12-204,-16-6 173,7-29 0,-9-7-66,-27 11 77,-9-9 1,-10 3-130,-30 21-134,1 27 1,-1 10-18,-14 17-185,36 10 1,6 12 0,7-8-113,11 6-669,20 7 1,14-7-2754,4-34 0,3-7 3159,1 4 1,-1-2 0,-8-3 0,-5-2-1,-6-1 1</inkml:trace>
  <inkml:trace contextRef="#ctx0" brushRef="#br0" timeOffset="71145">7991 6686 21075,'-6'-62'2069,"0"0"1,16 41-2059,-4 47 0,-3 32 0,1 2-17,-1-9 1,0 4-1,-1 0 1,0-1 7,0 13 0,-1-2 0,-2-8 180,-5-10 0,1-11-165,6-9 7,2-52 0,3-31 1,0-1 4,0 4 1,0-1 0,0-5-6,-1-1 0,-1-4 0,2-2 0,4 0 1,4 7 1,5-1 0,2 0 0,-1 3-1,-3 4-25,-5-6 0,-3 5 0,14 10-37,17 15 1,12 7 0,2 8 0,-13 14-1,-11 16 1,-8 15-22,-2 9 1,1 11 0,-8 2-1,-14-8 22,-29-2 1,-19-7 0,-1 1-407,5 10 0,0 0 0,-6-9 442,4-18 0,-5-7 0,1-4 0,8-3 0,6-3 0,6-3 0,-26-7 0</inkml:trace>
  <inkml:trace contextRef="#ctx0" brushRef="#br0" timeOffset="73037">9529 6123 15378,'12'-45'2888,"0"0"1,-1 0-1,25 16-2714,0 63-68,-30 18 1,-11 19-1,-3 0-56,-2-8 1,-2-1-1,4 3-1164,5-3 1,2 2 0,4 0 0,2-7 906,-1-8 0,3-5 0,11-6-1151,20-1 1,12-7-1,0-14-507,6-22 0,2-16 457,-2-2 0,3-8 1,-7-3 2667,-17 2 0,-4-2 1,-4-2 962,8-18 1,-8 1-1824,-13 15 0,-12 9 1152,-49 19-1507,32 18 824,-9 18 1,9 6-635,39-1 1,7 0-163,-12 16-6,18-21 0,5-12 140,-5-30 6,-11-5 0,-3-6 117,-2-15 1,-5-3-177,-5 9 0,-5 0-17,-8-7 1,-11 8-60,-35 20-73,12 31 1,-1 8-17,-16 5-368,32 23 1,6 17 0,8-11 75,11 0-921,18-15 0,13 9 0,4-2 1,-1-15 94,3-17 0,6-9 113,7 0 1,11-2 0,1-2 0,-11-5 1102,-2-7 0,-3-9 837,-7-3 0,4-7 0,-3-1 1,-7 3-231,-6 1 1,-7-4 774,-2-13 0,-4-8 1,-10 7-524,-24-5-865,2 8 1,-7 10-46,-13 37 1,-1 14 3033,-12 21-3104,10 10 1,11 5-1164,31-21 0,6-2 1225,-7 27 114,34-54 1,5-16 160,-10-23 24,-4-2 1,-6-3 188,-17-7-505,-4 4 6,-25 44-141,2 52 3466,11-10-3390,39 2 1,16-6 47,-11-28 0,4-6 14,26 9 0,-3-16 81,-24-37 0,-9-10-62,-9 15 1,-6-3 53,-4-24 0,-5 1 36,-2 8-145,2 11-6,32 34-6,7 14 30,-3-2 1,8 0-1,-3-1 1,-6 0 0,0-1 20,21 6 0,-8-9 179,-26-28-78,-15 11-12,-15-18 0,1 23-212,-1 10 100,-17 44 1,-2 15-57,5-13-1805,9 9 0,2 12 0,8-14 1867,21-12 0,-5-3 0,0-7 0,2-23 0</inkml:trace>
  <inkml:trace contextRef="#ctx0" brushRef="#br0" timeOffset="74027">12048 6700 22184,'14'-52'817,"1"0"1,0 0 0,4-26 0,-3 33-807,-7 67 1,-1 19 13,-4 9 0,-1 5 3,-4-2 0,-2-2-1651,0 0 0,-1-3 1746,-7 8 437,30-85-493,4-9 17,8-4 0,8-10 0,-4 9-67,7-7-8,-8 15 0,7-2 1,-6 22-30,-8 41 1,-4 15 13,1-7 0,-2 2 9,0 15 0,-1 0-9,-4-5 1,3-13-23,13-25 1788,3-23 1,0-11-1680,-15-2 0,-3-5 179,6-17 1,-5 1-166,-7 6-168,-8 10-16,0 62 72,1-1-415,6 22 1,2 4-1160,6 5 1591,-1-6 0,1-4 0,-5-21 0,0-1 0</inkml:trace>
  <inkml:trace contextRef="#ctx0" brushRef="#br0" timeOffset="74225">12870 6301 21254,'-3'-3'2784,"0"1"-2784,5 37 0,-2-26 0,1 27 0</inkml:trace>
  <inkml:trace contextRef="#ctx0" brushRef="#br0" timeOffset="75058">13226 6549 19042,'0'-4'6464,"0"1"-6442,4-26-5,-2 78 33,-15-3 1,-3 5-49,7 6 1,0 1 2,-5-11 1,-2 0 0,8-11 985,11-11-716,22-44-147,6-15 1,4-9-66,-3 7 1,3-2 0,-2 3-81,1-6 0,1 8-3,11 5 1,-3 20 2,-14 64-1819,-4-3 0,0 3 1687,-9-17 1,3-3-171,22 14 0,12-16 326,-6-38 1,6-16-1,-1-1 24,-2 6 1,0-2 0,-1-6 193,-8-4 1,1-6-1,-4-1 1,-7 4-218,3-5 1,-18 6 8,-46 1-31,-1 48 0,-5 15-12,-6-4 1,3 6-20,2 14 1,21-4 172,62-13-16,-16-11 1755,16-43 0,-4-15-1425,-23-8-492,-3 1 39,-10 59-44,-6 21 0,-5 21 1,-2 6-1,0-7-152,1-5 0,-1-2 0,-4 7-733,-1-7 0,-1 8 1,-3 5-1,-1 2 1,-3-3-1,-2-4 1,-2-9 939,-13 1 0,-5-9 0,-1-3 0,4 4 0,5 8 0,3 4 0,1-4 0,-4-11 0,-23-12 0,-1-1 0</inkml:trace>
  <inkml:trace contextRef="#ctx0" brushRef="#br0" timeOffset="76393">2871 7837 22711,'4'-59'341,"0"0"1,31 17-1,6 13-380,1 17 7,-21 57 0,-9 33 1,-7-13 76,-14-6 215,-8-12 0,-8 13 1,0-7-1,6-30 228,4-38-477,-14 9-25,52-9 0,18 5-39,-6 28 1,3 14 0,-2-4 49,6-14 0,-14 3-845,-33 19 0,-21 15 0,-8-1 0,2-13 812,2-17 0,-6-7-289,-17 4 1,-15 0 0,3-4 0,19-8 0,18-13 0,-22-28 0</inkml:trace>
  <inkml:trace contextRef="#ctx0" brushRef="#br0" timeOffset="76619">3740 8080 20610,'-3'0'246,"57"-25"0,-40 19 1,43-19-1</inkml:trace>
  <inkml:trace contextRef="#ctx0" brushRef="#br0" timeOffset="77667">5369 8290 18744,'5'-56'1697,"0"1"1,-5 7-1,4 20-1618,11 44-68,-10 21 11,1 5 1,-1 6 44,-6 14 0,-2-3-22,4-25 0,-1-2 327,-4 12 0,1-17-316,6-52 0,2-31 0,2 1-24,0 9 0,2 1 0,1-3-32,-1-2 0,0-3 0,3 0 0,1 4 3,3-2 1,3 5 0,8 15-6,16 26 0,7 16 0,-4 5-9,-7 1 0,-4 10 9,7 16 0,1 11 0,-13-1-32,-19 6 1,-10-4 184,3 9-106,-5-35 56,6-82 5,3 12 1,4-3-18,0-1 1,7 2-1752,19-6 0,6 6 1653,-16 17 1,4 9-57,26 11 1,-1 20-924,-30 18 0,-8 12 1,2-2-3122,16 5 1,-4 1 3902,-16-4 0,-3 3 0,-4-8 0,2 0 0,-5-27 0</inkml:trace>
  <inkml:trace contextRef="#ctx0" brushRef="#br0" timeOffset="78076">6847 8199 21006,'-39'-35'388,"-1"0"0,5 11 1,-1 14 116,-7 30 0,7 18-586,20 11 0,10 1 98,-4 12 262,40-33 0,9-17 634,-8-43 0,-1-14-835,-1 23 1,-2-1 355,-7-25 1,-10 5-233,-10 29 196,1 14-376,1 25-683,-3 13 0,-1 11 0,1-2-3112,1-5 1,0 0 3206,-1 4 1,0 4 0,1-9 0,0-1 0,3-21-1</inkml:trace>
  <inkml:trace contextRef="#ctx0" brushRef="#br0" timeOffset="79264">7622 8199 9772,'0'-6'9830,"-13"-57"-5786,-8 51-3958,-18-4 1,-8 11-59,11 27 0,1 15 0,0-1-34,-20 4 1,13 7-656,33 7 0,15 10 0,6-13-162,20-3-886,10-37 1,20-9 0,9-4-1,-4-5 1,-16-1 1856,-7-5 1,-4-9 307,5-4 0,10-8 0,2-5 0,-7 0 0,-15 4 799,-15-5 1,-11-5-149,2-2 1,-2-8 0,0 0 0,-2 9-999,-1 6 1,-2 3-10,-5-28 1,-2 24-207,-1 83 134,-6 22-16,1-18 1,-3 11 0,0 2-1,1-6 1105,1-4 1,2-4 0,-1 3-1121,-1 3 0,-2 5 0,2-3 1,2-11 35,3 13 99,34-66 0,8-16-65,-15 1 0,0-4 15,9-11 0,4-4 0,-1 8-76,-5 13 0,1 10-18,27 22-8,-34 16 1,-5 7 8,-7 3 0,4-2-1741,34-5 0,2-12 1785,-18-14 62,8-19 1,9-13-1,-13-2 62,-12-27 114,-5 4 1,-2 3-317,-9 20-89,-8 41-379,4 41 1,1 13-256,-3-24 1,1 2-2510,3 8 0,3 4 0,-1-9 2885,4-6 0,3-4 1,-10-29-1</inkml:trace>
  <inkml:trace contextRef="#ctx0" brushRef="#br0" timeOffset="79454">8762 7990 19182,'-4'-5'4817,"1"0"-6767,-21-5-3539,18 29 5489,-15-8 0,22 14 0,1-9 0</inkml:trace>
  <inkml:trace contextRef="#ctx0" brushRef="#br0" timeOffset="79885">9024 8239 19283,'0'-3'6766,"0"1"-6839,0-18 95,3 50-78,1 17 62,-2-9 0,1 2 232,1 1 0,0-4-182,0-11 190,15-57-67,-1-3 0,3-4-101,4-8 1,8 4-85,25 3 1,2 26-3272,-26 46 0,-5 23 0,3-8 1111,14-20 0,-2 1 1788,-14 27 0,-6 12 0,-4-27 0,-7-38 0,17-3 0</inkml:trace>
  <inkml:trace contextRef="#ctx0" brushRef="#br0" timeOffset="80253">9767 8461 11687,'22'-37'4915,"-1"-1"0,8-1-271,-30 56-4695,13 21 87,24-37 1,5-7-26,-1 9 70,3-35 1,-11-12-9,-34 4 33,-1-2 0,-6 0 510,-38-3-588,-3 47-101,21 28 1,1 18-1,4-2-482,3 3 1,5 4 69,7-3 1,0 8-1,4-2 1,1-12-1,7 9 1,9 10-1</inkml:trace>
  <inkml:trace contextRef="#ctx0" brushRef="#br0" timeOffset="80959">11277 7963 16958,'29'-43'2843,"0"1"1,0-1 0,-7 20-2825,-33 43 1,-11 20-15,0 5 1,-4 9 0,2 5-1,6-1-9,8-7 0,6 0 0,1 1 0,0-2-19,-8 15 1,0-2-1,13 0-1504,18-10 1,12 2 0,4-5 0,-4-11-818,-7-13 0,4-6 1778,13 3 1,6 0 0,-12-10-1,-17-14 1,-2 0 0</inkml:trace>
  <inkml:trace contextRef="#ctx0" brushRef="#br0" timeOffset="82738">11867 8379 12393,'0'-4'9830,"-15"-27"-7875,8 30-1916,-15-10-8,21 46 0,7 13-26,-4-9 59,21 10 1,12-14 349,11-57 1,4-14-362,-16 28 0,-1-2 0,13-26 1,-13-7 254,-31-12 67,-15 19 1,-3 0-304,-5-21-61,-14 32 1,-5 16-12,3 38 0,4 18-51,1 2 1,4 5-96,1 6 1,13 3-647,21-15 0,12 1 1,8-8-617,13-13 0,10-9 1,2-3 932,4 2 1,1-4 0,1-4 470,-5-3 0,1-4 0,-2-13 1229,-1-16 1,1-13-1,-5-4 1,-10 8-1913,-15 9 0,-2 0 799,15-15 0,5-5 0,-20 6 834,-38 3-363,-13 15-482,-9 4-70,7 27 0,1 12-65,6 21 1,4 6 24,-2-16 1,6 2-9,18 26 0,16-7 6,9-35 44,15-5 1,2-11 246,7-42-123,-21 5 0,-3-3 22,-1-22 2477,-22-2-2594,-12 48-174,-11 72 101,17-21 8,0 9 0,11-1-45,49-20 1,9-10 41,-17 1 71,-4-24 1,6-9-1,-15-3-48,-26-8 50,-4-21 0,3-4 6,20-2-78,-2 3-18,8 29 1,5 15-1691,2 41 0,-2 11 1696,-11-26 1,0 2-192,6 19 1,2 10 0,-7-13 39,-6-15-695,30-13 1,1-11 934,-23-19 105,0-5 1,5-6-1,-6 0 156,-10 6 1,-5-1 355,5-15 0,-4 3-616,-3 6 134,-16 11-157,3 23 3331,0 7-3398,-7 52-1710,-2-4 1,1 5 1712,7-7 0,0 0 11,-9 7 0,12-14 31,61-40-56,-42-23 64,14-20 1,0-7 25,-3-12-93,21 28 0,6 12 25,-2 23 0,-8 4 1,-1 10 1611,-14 22 1,-3-6-1596,24-37 6,-10 8 0,-1-10 103,-6-37 1,-8-11 10,-11 18 1,-4 1-160,10-28 33,-25 80-16,-1 6-3298,16 24 0,5 2 1808,-5-16 1102,12 2 1,-1-8 0,-17-29 0,3-1 0</inkml:trace>
  <inkml:trace contextRef="#ctx0" brushRef="#br0" timeOffset="82892">14478 8094 20873,'-15'-27'-3277,"2"2"0,15 29 0</inkml:trace>
  <inkml:trace contextRef="#ctx0" brushRef="#br0" timeOffset="83725">14958 8264 21047,'3'-5'4599,"0"1"-4487,4 14 19,-4 46 1,-2 9-93,7-19-8,-7 22 0,1-15 517,3-50-360,10-28 0,2-10-138,2 6 34,16-23 0,10 1-37,1 32 1,3 7-96,-4-5 1,-1 10-57,10 35 1,-5 12 5,-27-15 0,0 2-384,10 6 1,5 3-1,0-9 173,5-13 1,5-11 280,0-5 0,7-6 0,1-2 0,-7-1 92,4-1 1,-7-10 327,-2-19 0,-3-11 1,-22 8-214,-50 1-168,12-1 0,-4 14-11,-27 55 0,2 23-5,18 7 10,16-2 1,11-2 0,27-17 428,14-45 0,0-15-110,-10-9 51,-3-12 1,-6 0-292,-15 17-95,-3 23 3,0 43 1,-3 41-1,1-6-3,-1-24 0,0 3-140,-1-1 1,-1 12 0,-1 6 0,-1 0-1,0-4 1,-1-11-877,-2-3 0,0-8 0,-4 4 1027,-4 2 0,-5 5 0,-2 2 0,2-5 0,3-8 0,1 1 0,-3-8 0,-14-7 0,0 1 0</inkml:trace>
  <inkml:trace contextRef="#ctx0" brushRef="#br0" timeOffset="87068">2593 9600 22599,'-25'2'246,"3"20"0,1 11-238,-3 21 1,1 9 22,6-17 1,0 2 0,5-4 130,6-4 1,7-5 308,15 7-183,12-48 0,7-12 197,6-14 0,-1-5-275,-1 2 0,-2 0-110,-3 0 1,-5 5-190,-9 12 111,-5 28 6,-11 43-140,-4-11 0,1 4-885,1 10 0,4 1 318,10-2 1,1-3 0,-1 10-1,19-26 1</inkml:trace>
  <inkml:trace contextRef="#ctx0" brushRef="#br0" timeOffset="87284">3446 9950 24223,'59'-26'-142,"-3"6"1,-33 20-1,-4 0 1</inkml:trace>
  <inkml:trace contextRef="#ctx0" brushRef="#br0" timeOffset="90702">5203 9581 11973,'1'-36'4915,"0"0"0,-2-1-4134,1-4 1,-2 4-508,-3 20-179,-6 30 25,-5 17 1,-4 12-82,-3 3 0,-2 5 1,-1 1-27,1-1 0,0 0 0,0 1-18,4-6 1,-1 3 0,2-1 0,4-4-13,0 17 1,10-5 16,10-2 0,13-6 11,22-12 0,8-10-17,-5-10 1,3-8 27,12-12 1,-2-10 58,-18-6 0,-5-6 36,-3-5 1,-5-2 30,-7 3 1,-8 0 232,-17-22 112,-6 20 0,-9 2-331,33 5-10,19-2-124,20 5-6,10 32-11,-16 20-67,-20 3 0,-3 6-333,-3 3 0,-2 2-1474,2-1 0,1-2 1863,1-3 0,-1-5 0,4 0 0,-7-18 0</inkml:trace>
  <inkml:trace contextRef="#ctx0" brushRef="#br0" timeOffset="91484">5924 9970 24727,'20'-3'252,"12"-2"-247,3 5 1,4-1 36,1-7 0,-2-4 215,15-11 220,-13-12-231,-39 6 1,-16 0 10,-18 8-189,0 16-68,-12 29-28,27 2 0,3 5-51,0 1 1,7 2-331,8 7 0,12-2-734,11-14 1,9-6-351,12-5 0,6-9 1109,12-17 1,-2-7 699,-16 5 1,-5-6 2237,4-25 0,-10-2-2290,-20 18 296,-1-25-667,-12 55 68,2 35 78,1 8-22,1 9 0,0 1-45,2 8 358,32-28-279,-21-39 117,14-29 0,5-12 126,2 6 0,0 2-275,-12 5 1,3 2 8,16-7 0,3 17-87,-16 38 0,-2 7-25,16-5-485,-12 26 1,-9 10 568,-19-14 0,-5-1 0,5-6 0,-1-2 0,-6 26 0</inkml:trace>
  <inkml:trace contextRef="#ctx0" brushRef="#br0" timeOffset="92445">7967 9926 16936,'12'-63'2832,"-26"88"0,-11 32 1,5-3-2833,9-7 0,0 2 239,-12 20 0,-5 7 0,12-41-86,20-65 0,10-35 0,1 2-122,-5 22 1,-1 0 0,4-4 61,3-6 0,3-11 0,2 0 0,4 7 0,4 16-54,27 5 0,1 32-189,-18 39 1,-6 26 0,1-1 149,2-16 0,1-2 0,-8 7 0,-16 11 0,-8 10 0,-3-4 0,4-20 0,13-13 0</inkml:trace>
  <inkml:trace contextRef="#ctx0" brushRef="#br0" timeOffset="92722">8013 10024 16023,'53'-19'580,"1"-1"1,-1 0 0,1 1-1,-1-2 1,-2 2 0,1 2-1,4 4 1,1 3 0,-7 1-1,-18 4 1,1 0 0</inkml:trace>
  <inkml:trace contextRef="#ctx0" brushRef="#br0" timeOffset="93352">9121 9673 21019,'-52'9'1247,"0"-1"0,16-4 0,7 1-726,8 6-117,74-10-354,3-2 1,5-1-200,-3-1 1,2-1-1389,-6 1 0,2-1 1,-6 1 1536,-11-1 0,-5 0 0,26-1 0,-45 4 0</inkml:trace>
  <inkml:trace contextRef="#ctx0" brushRef="#br0" timeOffset="93621">9231 9767 23814,'-19'49'116,"-1"-1"0,12 5 0,4 4 0,0-11 1,0-4-1,10 3 0,-1 0 0</inkml:trace>
  <inkml:trace contextRef="#ctx0" brushRef="#br0" timeOffset="93886">9030 10326 15928,'-6'0'9830,"-21"-6"-9629,66-9 1,21-5-141,-8-9-57,-12 14 0,7 1 0,-3 1-234,7-1 0,-6 1 230,0-1 0,2 1 0,-26 6 0</inkml:trace>
  <inkml:trace contextRef="#ctx0" brushRef="#br0" timeOffset="107216">16829 4052 13474,'-48'-6'1637,"1"0"1,6 2-1,11 0-1889,23 1 364,22 3 39,22 0 11,-4-3 1,6-1-28,19-4 0,6-1-290,-11-1 0,4-1 0,0 0 179,5-1 0,1 0 1,-1 0 12,-4 0 0,-2-1 1,-3 2 23,8-1 1,-8 1-40,3-2-44,-34 8 50,-9 9 6,1 7 10,4 13 527,-2 14-537,-5 19 28,-4-1-62,-5-18 0,-1 1 0,1 5 0,1 0 14,0 0 0,0 0-6,2 13 0,0 2 0,-3-1 1,-1 0-20,0-5 0,-1 2 19,0 8 1,1 2-7,5-5 1,2-1 2,-1-3 1,1 1 1,0-12 1,1 2 0,-1 0-5,-3-2 1,0 0 0,0-1 1,1 16 1,1 1-6,-2-15 0,1 2 0,0-2 0,6 17 0,1-3 5,-1-2 1,1 0-8,-3-13 0,0 2 1,-1 0 1,-3-1 0,-1 0 0,0-1 2,0 15 1,-1 0-7,-1-14 1,-1 1-1,2-2 4,2 12 0,2-2 8,0-6 1,0 0-4,3 9 1,0 1-12,-4-4 1,-3-1 5,0-5 0,-1 1-3,-2 7 0,-1-1 3,3-15 0,2-2 0,1 7 0,1 0-14,0-10 0,1 0 28,0 5 0,-2 2 3,-3-2 0,-1-1-26,-1-3 1,0 1 2,-1 10 1,0 1 16,-1-12 0,1 1-14,0 3 1,0 2-10,0 10 1,-2 1 5,-1-5 1,0 0 10,-1 9 1,0 1-4,1-14 0,-1 1 0,2-1-16,-1 15 0,1 1 14,1-17 0,1 1 0,0 0 7,1 6 1,0 1-1,0-1-271,0 13 0,0 0 251,-2-18 0,1 1 0,-2 0-40,0 1 0,0 1 0,-2-3 55,-1 12 1,-1-2 0,0 4 0,-1 1-9,-1 0 1,-2 0 5,-1-8 0,-2 0 19,-6 9 1,-2-1-12,0-6 1,0-3-15,1-3 1,2-3-4,3-5 1,2 0 19,2 3 0,2-2-11,-4 13 5,4-19 1,-2 0-6,-9 18 507,1 0-504,8-16 0,1 0-9,-1 14 93,4-4 1,0 5-91,2 2 1,1-1-4,0-10 0,1 3-4,1 0 1,0 5 0,1-4 1,2-4 0,-1-1 13,5 17 1,-9 3 37,-16-9 0,-9 1 0,-3-6-769,-4-7 0,-9-3 349,2-8 0,-8 3 0,-1-3 0,7-7 1,1-8-1,3-5 0,-6 0 0,0 0 0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12T14:16:42.100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4262 7263 11441,'28'-49'102,"0"-1"0,-1 1 1,1 0-1,0-1 1,-1 1-1,2-2 0,-1-1 1,1 0-1,-1 1 1,0 1-1,-2 3 17,4-5 0,-1 3 0,0 0 0,1-3-878,-5 7 0,2-3 1,0-1-1,0 0 1,0 0-1,0 3 912,2-4 1,-1 2-1,0 1 1,1-1 0,1-1-46,0 1 0,1-2 1,1-1-1,0 1 1,1 1-1,-1 1 91,3-2 1,0 3 0,1 0 0,1 0 0,3-3-184,-2 5 0,2-2 0,2-1 0,1-1 0,1 0 0,-1 1 0,0 2-1,-3 4 0,0 0 1,0 1-1,1 0 0,-1 1 1,1 0-1,0 0-73,-1 1 1,0-1 0,0 1 0,0 0 0,1 0-1,0 1 1,1 1 83,6-4 0,1 1 0,0 1 1,1 0-1,3 0 0,3-1-16,-9 9 0,2-2 0,3 1 0,1-1 0,0 1 0,1-1 0,-2 2 0,-1 0 0,-2 1-186,1-1 0,-3 1 1,-2 2-1,0-1 0,1 0 1,4-1-1,3-1 188,-3 3 0,4-3 0,3 0 1,3-2-1,0 0 0,2 1 0,-2 0 1,-1 0-1,-2 3 0,-3 1 1,-5 3 27,8-2 0,-6 2 0,-2 2 0,-1 1 0,2 0 0,5-3 4,-6 3 0,3-1 0,1-1 1,2 0-1,1 0 0,1-1 0,0 1 1,0 1-1,-1 0 22,2 0 1,1 1-1,1-1 1,0 1 0,1 1-1,-1-1 1,-1 1-1,0 1 1,-1-1-23,0 1 0,-2 0 0,-1 1 0,-1 1 0,2-1 1,2 0-1,3 1 0,5-2 18,-14 5 0,5 0 1,2-1-1,2 0 1,3 0-1,0 0 0,2 0 1,1 0-1,-1 0 1,0 1-1,-2 0 1,-1 1-1,-1 0 0,-3 2 1,-4 0-43,12-2 1,-4 2-1,-3 1 1,-2 1-1,0 0 1,1 1-1,2 0 1,4-1 0,5 0-11,-14 3 0,3-1 0,3 0 0,2 0 1,3-1-1,1 1 0,2 0 0,0 0 0,0 0 1,0 1-1,-1-1 0,0 1 0,-3 1 1,-1 0-1,-3 0 0,-3 1 0,-3 0 9,13 0 0,-5 1 0,-4 0 1,-1 1-1,-2 1 0,0 0 0,2 0 1,3 0-1,3 1-11,-6 0 1,3 1-1,1-1 1,3 1 0,0 0-1,2 0 1,-1 1 0,0 0-1,0 0 1,-2 0 0,-2 1-1,-1 0 1,-3 1 11,6 0 1,-3 1-1,-1 0 1,-3 0-1,1 1 1,-1 1 0,1 0-1,1 1 1,3 0-51,-2 1 1,0-1 0,2 1 0,0 1 0,0 0 0,2 1 0,0 0 0,0 1 0,1 1-1,0 1 1,1 1 37,-9-1 0,1 1 0,0 0 0,1 1 0,0 0 0,0 1 0,1 0 0,0 2 0,0 0 0,0 1 0,0 1 0,0 0 0,0 2 0,0 1-30,-3 0 0,0 1 0,1 1 0,0 2 0,1 1 0,-1 0 1,1 2-1,-1-1 0,0 1 0,0 0 0,-1 0 0,0 0 1,-1 0-1,-1-1 0,0 0 0,-2-2 24,3 2 1,-1-2-1,0-1 1,-2 0 0,0 0-1,-1-1 1,0 1-1,0 1 1,-1 1 0,0 1-1,1 2 1,-1 3 0,1 1-6,-6-2 1,1 3 0,1 0-1,0 3 1,0 0 0,1 2-1,-1 0 1,0 2 0,0 0 0,-2 0-1,0 1 1,-2 0 0,-1 0-1,-2 0 1,-1-1 0,-3 0-1,-2-1 37,6 10 1,-4-1-1,-3 0 1,-2-1 0,-2 1-1,-1 0 1,-1 1 0,0 2-1,0 2 1,0 2 0,2 2-43,-6-10 1,1 2 0,-1 2 0,1 2 0,0 2 0,0 1-1,0 1 1,0 0 0,-1 1 0,0 0 0,0 0 0,0-1 0,-2-1-1,1 0 1,-2-3 0,0-1 0,-1-2 0,-1-2 5,6 13 1,-1-3 0,-1-3 0,-1-3 0,-1 0 0,-1 0 0,-1 2 0,-1 1 0,-2 4 0,0 5-1,-5-13 1,-1 3 0,0 2-1,0 3 1,-2 1 0,0 2-1,0 0 1,-1 1 0,-1 1-1,-1-1 1,-1 1 0,0-1-1,-2-2 1,0 0 0,-2-2-1,0-2 1,-2-3-2,-2 8 1,-2-2 0,-2-2-1,-1-1 1,-2-1 0,-1-1 0,0 0-1,0 0 1,-1 0 0,1 0-1,1 1 1,2 2 3,0 2 1,2-1 0,0 0 0,1 0 0,1 1 0,-1 0 0,-1 0 0,-1 1 0,-1 2 0,-2 0 0,-2 2 0,-3 2-2,1-13 0,-1 1 0,-2 3 1,-1 2-1,-2 1 0,-1 1 0,-1 1 1,-1 1-1,0-1 0,-1 1 1,0 0-1,-1-2 0,1 0 0,0-2 1,0-1-1,0-3 0,1-1 1,1-4-1,0-2 0,2-3 0,-7 14 1,2-6 0,1-5-1,0-3 1,0-1 0,-2 0-1,0 3 1,-4 3 0,-2 5-2,7-13 1,-1 3 0,-2 2-1,-1 2 1,-1 2 0,-1 1 0,-1 2-1,-1 0 1,-1 1 0,0 0-1,0 0 1,-1 0 0,0-1 0,0-1-1,0-2 1,0-1 0,0-2-1,0-2 1,1-2-8,-7 6 1,-1-1 0,-1-3 0,0-1-1,0-1 1,0-1 0,-1-2 0,1 0-1,1 0 1,-1-1 0,2 0 0,0 0-1,1 0 8,-4 7 0,3-2 0,1 0 0,1-1 0,0 0 0,0-1 0,-2 1 0,-3 1 0,-3 1 0,-4 1-1,12-13 1,-4 2 0,-2 1 0,-3 1-1,-1 2 1,-2-1 0,-1 2 0,-1-1-1,-1 0 1,0 0 0,1-1 0,-1 0-1,2-2 1,1-1 0,2-2 0,1-1-1,3-2 1,3-3 0,2-3-12,-17 13 0,7-6 1,4-5-1,1-1 1,-3 0-1,-5 3 1,-9 5 16,21-13 1,-3 2 0,-4 2 0,-3 2 0,-3 1 0,-2 1 0,-2 1-1,-2 1 1,-1 0 0,-1 1 0,0 0 0,-1-1 0,1 1 0,0-1 0,1-1-1,1-1 1,2-1 0,2-1 0,2-2 0,3-1 0,3-3 0,4-2-3,-23 11 1,8-4-1,5-3 1,2-3-1,0 0 1,-4 0-1,-5 1 1,-9 3 5,24-10 1,-4 1-1,-3 1 1,-4 1-1,-2 0 1,-2 1-1,-2 1 1,-2 0-1,-2-1 1,0 1-1,-1 1 1,0-2-1,1 1 1,-1-1-1,2 0 1,1-1-1,2 0 1,1-2-1,3 0 1,3-2-1,3 0 1,3-2-1,4-2 23,-20 7 0,8-4 0,5-2 1,3-2-1,1 0 0,-3 0 1,-5 1-1,-8 1-23,14-2 1,-4 0 0,-3 1-1,-4 1 1,-2 0 0,-2 0-1,-1 0 1,-2 1 0,-1-1-1,1 1 1,-1-1 0,1-1-1,2 0 1,1-1 0,2 0-1,3-2 1,3 0 0,3-2-5,-16 1 1,5-1-1,4-1 1,2-2 0,1 0-1,0-1 1,-3-1-1,-3 1 1,-4 0-4,14-1 0,-2 0 0,-2 0 0,-1 1 0,-1-1 0,-1 0 0,-2 0 1,0 0-1,-1-1 0,-1 0 0,0-1 0,0-1 0,0 0 0,0-1 1,0-1-1,0-1-37,6 0 1,-2-2 0,0 0-1,0-2 1,-1 0 0,-1 0 0,0-1-1,0-1 1,0 0 0,0 0 0,1-1-1,-1 1 1,1-1 0,0 0-1,1 0 1,0 1 0,1-1 0,1 1-1,1 0 38,-5 0 0,0 0 1,1 0-1,1 1 1,0-1-1,1 1 0,1-1 1,-1 0-1,1 0 1,0-1-1,0 0 1,0-1-1,-1-1 0,0 0 1,0-1-6,0-1 1,0 0 0,-1 0 0,0 0 0,-1-1 0,1 0 0,-1-1 0,1 0 0,0-1 0,0-1 0,1 0 0,1-2 0,1 0 0,1-1 0,1-2 0,2 0 36,-6-5 1,1-1 0,1-1 0,2-1 0,0-1 0,1-1 0,1-1 0,1-1 0,1-1 0,0-2-1,1 0 1,0-1 0,1-1-40,4 1 0,1-2 1,0-1-1,2-2 1,0-1-1,1-1 1,0 0-1,1-1 1,0 1-1,0 0 1,-1 1-1,1 0 0,0 2 1,-1 2 15,-4-2 1,0 2-1,-1 1 1,-1 2 0,1 0-1,0 0 1,1 0 0,1-1-1,1-2 1,1-1 0,2-2-1,1-3-18,3-1 1,1-2 0,0-3 0,1-1 0,2-2 0,0 0 0,2-2 0,1 1 0,2 0 0,1 0-1,2 1 1,3 1 0,1 2 1,0-9 1,4 0 0,3 2 0,3-1 0,1 1 0,1 1 0,0 0 0,-2 0 0,-1 1 2,-3-2 0,-1 2 1,0 1-1,0 0 0,0 0 1,1-2-1,1-1 1,2-4-5,2 5 1,2-3 0,-1-2 0,2-2 0,0-1 0,1 0 0,1 0 0,1 1 0,1 3 0,0 1 0,2 4-4,0-10 1,3 4 0,1 1 0,2 3 0,-1 0 0,0-1-1,0-1 5,-1 0 1,-1-1 0,1 1-1,0-1 1,-1 0 0,1-1 0,1 0-1,0 1 1,0 0 0,0-1 0,0-1 0,1 0 0,-1-1 0,1 0 0,-1-1-4,-1 9 0,0-1 1,0-1-1,0-1 1,0 1-1,0-1 1,0 1-1,0 1 0,0 1 1,1 1 38,0-4 1,0 2 0,0 1 0,0 1 0,0 0 0,1-1 0,0-1 0,1-2-92,-2 3 1,1-3 0,-1 0 0,1-2 0,0 0 0,0 0 0,2 0 0,0 2 0,1 2 0,2 2-840,5-10 0,2 1 0,2 1 0,0 2 0,1 2 0,-1 3 0,-1 1 897,0-1 0,0 2 0,-1 3 0,1 1 0,1 0 0,5-13 0,3-2 0,-3 8 0,-5 18 0,-5 15 0</inkml:trace>
  <inkml:trace contextRef="#ctx0" brushRef="#br0" timeOffset="1281">11031 3534 11760,'0'-44'2218,"0"0"0,-1 0 0,1-21 0,0 26-2167,-1 51 38,-3 24 1,-2 18-1,1-5-81,1-14 1,1 3 5,-2 8 0,0 10 0,-1 1 0,0-7 193,-5 8 1,2-6 13,2-6 0,0-2 14,-1 1 1,-2-18 173,-3-49-308,6-30-73,3-5 0,4-10 9,6 15 0,3-3 1,4-1-793,1 6 1,1-2 0,3 0 0,0 3 813,4-3 1,1 2 0,3 4-2,2 2 0,2 2 0,4 15-809,14 21 0,0 14 751,-11 3 0,-3 9-72,2 18 0,-1 13 1,-4 1 48,-9-2 1,-4 2-1,0 2-105,-2-7 1,1 1 0,-1 1 0,-1-1-855,2 9 0,-1-2 0,0-3 643,7 6 1,-1-7-1,0 6 1,-2-32-1</inkml:trace>
  <inkml:trace contextRef="#ctx0" brushRef="#br0" timeOffset="1526">11143 3763 18425,'30'-40'196,"0"1"0,6 10 0,9 0 1,3 2-1,-4 4-2661,-1 5 0,-2 4 1,3-1 1655,4-2 0,4-1 1,-3 1-1,-10 4 1,8 0-1,-22 6 1</inkml:trace>
  <inkml:trace contextRef="#ctx0" brushRef="#br0" timeOffset="2033">12347 3133 16684,'-17'-7'4038,"-14"8"-3988,19 5-27,-11 3 357,2 8-200,15-12 694,-1 8-633,32-19 0,15-8-1991,-2 4 1,2-1 1634,9-5 1,7 0-3163,3 3 0,5 0 0,-10 2 1780,6-2 0,7 1 1,-18 4-1,-46 8 0</inkml:trace>
  <inkml:trace contextRef="#ctx0" brushRef="#br0" timeOffset="2408">12645 3092 11945,'-24'48'2457,"1"1"1,12-4-1,3 4 1,6-1-2597,6-4 1,4-1 0,1 2-1354,3 8 1,0 2-1,-6-3-1670,-14 15 1,-8-7 3497,6-22 0,-9-6 2940,-27-8 1,-14-8 0,9-7-2718,-1-9 150,6-11 0,16-6-750,55-1 0,29-3 0,-2 0-318,-6-3 1,4 0 18,-5 6 1,8-2 0,3 0 0,-4 1 0,-10 5 0,-4 2-1,-5 1 1,23-7 0,0-1 0</inkml:trace>
  <inkml:trace contextRef="#ctx0" brushRef="#br0" timeOffset="5567">6140 8633 11642,'14'-61'267,"0"1"0,0 0 1,0-1-1,4-1 1,1-1-1,1 1 0,3 2-162,5 0 0,2 0 0,2 3 0,-2 3-522,-2 1 0,0 3 0,3-1 460,0 1 0,3-2 1,2 1-1,-2 4 18,1 2 1,-1 4 0,7-4-20,-4 6 0,6-5 0,3-3 0,1 0 0,-2 2 0,-3 4-374,4-4 0,-4 3 0,0 1 0,5-2 358,-5 6 0,3-3 0,1 0 1,2 1-1,-2 1 0,-1 2 13,0 2 0,-2 2 1,0 1-1,0 1 0,1-1-16,3-1 1,-1 0-1,1-1 1,1 1 0,0-1 19,4-2 1,-1-1 0,1 1-1,2-1 1,2 0 173,-8 6 1,3 0 0,0 0 0,2-1-1,-1 1 1,0 1 0,-2 1-132,0-1 1,0 1 0,-1 1 0,-1 0 0,2 0 0,0 0-54,3-2 1,1 0-1,1 0 1,0 0 0,0 1-1,0 1 7,-4 1 0,1 2 0,-1 1 1,1-1-1,0 1 0,1 0 21,4-2 1,0 1 0,0-1-1,2 1 1,0 0 0,2-1-40,-8 4 0,2 0 1,0 0-1,1 0 1,1 0-1,-1 0 1,-1 0-1,-1 1-172,2-2 1,0 1 0,-2 0 0,0 0 0,0 0 0,0 1 0,1 1 153,-1 0 1,1 0 0,0 0 0,0 1 0,0 1 0,-1 0 0,-1 1 12,6-1 1,-1 1 0,0 1 0,-1 1-1,0 0 1,-2 0-2,3-1 1,-2 2 0,-1-1 0,2 1 0,2-1 3,-3 2 1,3 0 0,2-1 0,0 1 0,-1 0 0,-5 1 0,-5 2-5,12-2 1,-8 1 0,7 1 20,-9 2 1,5-1-1,3 1 1,1 0-1,-1 1 1,-5 1-142,6 0 0,-5 2 1,2 1-1,4 0 104,-10 0 0,4 0 0,2 0 0,1 0 0,1 2 0,-2 0 0,-1 1-2,3 2 0,1 1 0,-2 1 0,0 1 1,-2 1-1,-1-1-126,0 0 0,-1 0 0,-2 0 1,0 2-1,0 1 142,1 2 1,-1 1-1,0 1 1,0 1 0,-1 0-14,11 4 0,-2 1 1,1 1-1,-1 1 99,-10-3 1,0 0 0,1 1 0,0 1 0,1 2-91,-1 0 0,3 2 1,0 1-1,1 1 0,-3 1 1,-1 2 8,3 4 0,-2 2 0,-1 2 0,-3-1 0,-1 0-217,3 2 1,-3-1-1,-2 1 1,-1 4 200,-7-4 0,-2 2 1,-1 3-1,-1-1 1,-1 2-6,-1-2 1,-2 2 0,-1 0 0,0 1 0,-1-1-44,5 7 1,0 0 0,-1 1-1,1 4 59,-7-6 0,2 4 0,-1 2 0,-1-1 0,-2-2 0,-3-7-7,1 4 1,-4-6 0,-1 9 5,-3 1 0,-1 11 0,0 4 0,-2 1 0,-2-5 0,-1-9-17,-2-2 1,-2-7-1,0 6 2,0-3 0,0 7 0,1 3 0,-1 1 1,-1-1-1,-1-3-3,-1-2 1,-1-2-1,0-1 1,-2 0-1,0 1 6,-1 2 1,0 1 0,-1 1 0,-1-1-1,0 2 8,-1 5 0,0 0 0,-1 1 0,-2 0 0,-1 1-4,-2-6 1,-1 1 0,-1 0-1,-1 0 1,-1-1 0,1-2-11,-2 6 1,-1-2-1,0 0 1,0-1-1,-2 2 7,3-7 1,0 0 0,-1 1 0,-1 0 0,0 1 0,-2 2 8,2-6 0,-1 2 0,-1 1 1,0 1-1,-1 0 0,1-2 0,0-1 1,1-3-9,-5 10 0,2-3 1,0-2-1,-1 1 1,-2 4-198,2-5 1,-1 2 0,0 3 0,-2 0-1,0-1 1,1-3 0,1-3 195,-3 2 0,1-4 0,0-1 1,-2 0-1,-2 3-6,3-7 0,-1 3 0,-2 0 0,-1 1 0,-1 0 0,-1 1 0,0-1 32,0-1 1,-1 1 0,0-1 0,-1 1 0,-1 0 0,-1 1 0,-1 0 0,-1 0-27,3-4 1,-1 1 0,-2 1 0,0 0 0,-1 1 0,-1-1-1,1-1 1,1 0 0,0-2 0,1-1 0,-1 3 1,2-2-1,0-2 1,1 0-1,-1 0 1,-1 0-1,-2 0 1,-3 1 1,4-6 0,-1 1 0,-1 1 0,-2 0 0,-1 0 0,0 0 0,-1 0 1,-1-1-1,0-2 0,0 0 0,0-2-27,-3 0 0,0-1 0,-1-1 0,-1-2 0,0 0 0,0-1 0,0 0 0,-1 0 0,-1 1 0,1 0 30,1-1 1,-1 1 0,0 0-1,0 1 1,-1-1 0,1 0 0,-1-1-1,0 0 1,1 0 0,-1-1 0,2-2-3,-1 1 0,0 0 0,0-1 0,1-1 0,0 0 0,0-1 1,-1-1-1,1 0 0,-2-1 0,0-2 4,-6 2 1,-3-1-1,-2-1 1,1-1 0,0-1-1,1-1 1,3-2 0,3 0-1,4-2-5,-5 2 1,8-3 0,1-1 0,-3 0-1,-12 0 7,18-4 1,-6 0 0,-4 1 0,-3 1 0,-4-1 0,-2 0 0,-1 0-1,-1 0 1,-1-1 0,0-1 0,2-1 0,0-1 0,3-1 0,3-2 11,-6-2 0,1-2 1,0-2-1,2-1 1,0-1-1,1-1 1,-1 0-1,0 0 0,0 1 1,-1 0-1,-1 2-25,2 1 0,-2 1 0,0 1 0,-1 0 0,0 0 0,0 1 0,0-1 1,0 0-1,2-2 0,0 0 0,1-3 0,2 0-3,-3-2 0,3 0 0,0 0 0,1 0 0,1-3 0,0-1 0,0-2 1,0-4-1,-2-4 0,-1-3-36,11-1 1,-1-3 0,-2-4 0,-2-3 0,1-3 0,-2-2 0,1-2 0,0 0 0,1-1 0,0 0 0,3 1 0,0 2 0,3 1 0,2 3 0,3 2 0,3 5 38,-18-11 0,9 8 0,3 3 0,1-2 0,-4-5 0,-6-9 6,19 14 0,-4-6 0,-4-3 0,-2-3 0,-3-3 0,-2-3 0,-1-2 0,-1 0 0,1-2 0,-1 0 0,2 0 0,1 1 0,3 2 0,2 1 0,3 2 0,4 3 0,4 4 1,5 3-1,6 5 311,-8-17 1,11 10-1,5-1 1,-7-12-313,4 10 0,-4-5 0,-2-4 1,-2-5-1,-1-2 0,-1-4 1,1-2-1,0-2 0,1 0 1,3-1-1,2 0 0,4 1 1,4 2-41,3 2 0,3-1 1,3 0-1,1-1 1,3 0-1,1-1 0,2-1 1,0 0-1,2 0 1,1-1-1,1 0 0,0-1 1,0-1-1,1 1-511,-1 7 1,1-1 0,2-1 0,0-1 0,2 0 0,0-1 0,0-1 0,1 1-1,1-1 1,0 1 0,0 0 0,0-1 0,0 2 0,0 0 0,0 1 0,0 0 0,-1 2-1,-1 1 384,2-8 1,-2 0-1,-1 1 1,0-1-1,0 1 1,0 1 0,1 1-1,0 0 1,0 2-1,3 1 1,0 2-1,2 1 1,2 3 0,3 1-1,7-8 1,6-1-1,4 0 1,2 2-1,1 2 1,-1 4 0,-3 7-1,-5 6 1,-5 8-1,-8 11 1,4-2 0</inkml:trace>
  <inkml:trace contextRef="#ctx0" brushRef="#br0" timeOffset="7662">8828 7210 10287,'-1'-53'2457,"0"1"1,0-1-1,-1-25 1,1 32-1086,-2 92-1300,-4-3 1,-3 10 0,1-2-62,2 5 1,-1 2-1,-1-2 0,-3 4 0,2-11 90,1 3 1591,4-29-1384,7-38-241,4-20 1,4-13-42,4-4 1,4-10-1,1-2 1,-2 6-24,-2 5 1,-1 5 0,2-5 24,4-8 0,3-7 0,2 5 0,-2 14-17,0 18 1,2 8-18,6-4 0,4 15-2,0 39 1,1 24 0,-3-6-380,-5-16 0,-3 3 388,-4 10 1,1 9-1,-4 2 1,-7-11-2,-13 19 22,-5-6 1,-3-3 290,1-13-217,-8-7-63,22-63 1,7-21-18,1 3 1,3-4 37,6-3 0,3-4 1,-1 6-257,-5 7 1,2 6 192,3-7 1,1 19 2,-1 43 34,-2 21-84,-7 9 0,1 12 0,-1-5-28,-3-12 0,0 0-910,2 21 1,1 8 0,2-13 993,17-5 0,-5 6 0,-4-34 0</inkml:trace>
  <inkml:trace contextRef="#ctx0" brushRef="#br0" timeOffset="8019">10355 6517 13480,'0'-6'9186,"0"2"-8951,13-44 109,-27 98 1,-7 14-300,12-52-19,-6 24 1,-7 21-1,0 8 1,4-7 64,6-3 1,4-2-1,-1-2-69,-11 9 1,10-3-967,28-9 0,13-2 0,2-16 978,26-30-167,-18 1 1,5-1-1,-1-4-245,11-16 0,-6-2 0,4 0 0,-21 8 0,1 0 0</inkml:trace>
  <inkml:trace contextRef="#ctx0" brushRef="#br0" timeOffset="102565">7943 9787 7531,'0'-8'1465,"6"-24"0,4-8-1362,2 9 1,2-2 80,3-9 1,1-6 0,3 1-157,1 3 0,3 1 0,1-1 369,5-3 1,1-1 0,2 0-47,3-1 0,1-1 0,3 2-164,-8 12 1,2 0 0,1 1-1,0 0-282,3-1 1,1 1 0,2 1-1,0-1 170,4 0 1,2 1 0,0 0 0,2 0-9,2 0 0,1-1 0,1 2 1,1 0-46,-10 7 0,1 0 1,0 1-1,1 0 1,0 2-21,0 0 0,1 1 0,1 1 1,0 1-1,0 0-24,1 1 1,1 1 0,0 1 0,0 1-1,1 0 19,3 1 1,0 1 0,0 1 0,2 0 0,-1 2-117,3-1 1,1 1 0,1 2-1,-1-1 1,1 2 127,1 0 0,0 1 0,0 0 0,0 2 0,0 0 24,0 1 1,-1 2-1,1 0 1,-1 1 0,0 1 29,-3 2 1,0 1 0,-1 1 0,0 2 0,0 0-22,0 1 1,-2 1-1,1 1 1,-1 1 0,0 1-36,1 1 1,0 1 0,0 2 0,-1-1 0,1 2-6,1 0 0,0 1 0,0 1 1,-1 0-1,1 1 0,-2 1 0,1 1 1,-1 0-1,-1 1 0,-1 1-1,-1 1 0,-1-1 0,-1 2 1,-1 1-1,-1 0 10,8 8 0,-2 1 0,-1 2 1,-2 1-159,-3 0 1,-2 2 0,-2 1-1,-2 1 165,-2 2 0,-2 2 1,-2 1-1,-1 1-13,-3 1 1,0 0 0,-3 2 0,-2 1-11,-3 1 1,-1 0 0,-3 2 0,-3 0 13,-1 0 1,-3 1 0,-3 0 0,-3 0 2,-3 0 1,-3 1 0,-2-1-1,-4 1-1,-1 0 0,-4-1 1,-2 1-1,-2-1-9,-3 2 1,-3-1 0,-1 0 0,-3 0-139,-2-1 0,-3 1 1,-1-2-1,-3 0 159,5-9 1,-1-1 0,-2 0-1,0-1 1,-2 0 18,-3 1 1,-1-1 0,-1 0-1,-1-1 1,-2 1-20,-2 1 1,-1 0-1,-2 1 1,0-1-1,-1-1-101,6-5 1,-1-1 0,-1 0-1,0 0 1,-1-1 0,0 1 70,-2 1 1,0 0-1,-2 0 1,1 0-1,-1-1 1,-1 0-90,-1 0 0,-1 0 0,-1 0 0,0-1 0,-1-1 0,0 0 100,6-4 0,-1-1 0,0 0 0,0-1 0,-1 0 0,0-1 0,-1 0 4,0-1 0,0-1 0,-1 0 0,1-1 0,-2 0 0,1-1 0,-1 0 5,0-1 1,-1-1-1,0 0 1,0-1 0,-1-1-1,1 0 1,-1-1-107,-6 1 1,-1-1 0,0 0 0,0-2 0,0 0 0,0-1 95,1-2 1,0 0 0,-1-1-1,1-1 1,0 0 0,0-2-2,1-1 1,0-1 0,1-1 0,0-1 0,-1 0 0,1-2 5,1-1 0,1 0 1,-1-2-1,1 0 1,0-1-1,0-2-9,1-1 1,0-2 0,0 0 0,0-1 0,1-2 0,1-1 4,-8-2 1,0-2-1,1-2 1,1-1-1,1-2-11,3-1 0,0-2 1,1-2-1,2-1 0,0-2 2,3-1 1,1-1 0,2-1-1,0-2 1,2-2 6,3 0 0,0-1 1,2-2-1,1-2 0,1 0-1,-7-11 1,1-1-1,3-2 1,1-3-4,11 10 1,0-1 0,2-2 0,2-1 0,1-1-5,1-2 1,1-2-1,2-1 1,2-1-1,2-1-13,2-3 0,1-1 0,3-2 0,2 0 0,1-1 5,4 8 0,0-2 0,3 0 0,1 0 0,1 0 0,2-1-10,1-2 1,2-1 0,1 0-1,2 0 1,2 0 0,1 1-112,1 6 1,0 1-1,2-1 1,1 1-1,2-1 1,0 1-1,2-1 135,4-4 0,2-2 0,2-1 0,1 1 0,-1 2 0,-1 3 0,-2 4 0,3-9 0,-1 6 0,-2 2 0,2 0 0,3 4 0,-1 0 0,1 0 0,-1 0 0</inkml:trace>
  <inkml:trace contextRef="#ctx0" brushRef="#br0" timeOffset="104464">9787 9480 14533,'7'53'246,"1"-1"0,-1 0 1,1 1-1,-2-1-246,-2 0 0,-2 4 0,0-11 0,0 0 0,-1 1 0</inkml:trace>
  <inkml:trace contextRef="#ctx0" brushRef="#br0" timeOffset="104832">9845 9596 12180,'55'-16'1638,"0"-1"0,0 1 1,1 0-1,-1-1 0,-17-6 1,-6 14-1460,2 36 0,5 25 1,-2 14-1,-11 1 1,-19-13-606,-24-12 0,-17-5 0,-9-2 0,-2-2-140,-1-1 0,-8-1 0,-2-1 0,1-6 0,7-5 0,0-7 0,4-6 0,6-4 0,-13-6 0</inkml:trace>
  <inkml:trace contextRef="#ctx0" brushRef="#br0" timeOffset="105553">10890 9199 12937,'2'-4'7287,"-1"1"-6436,10 1-560,-14 35 19,-2 10 1,-2 8-75,-7 6 0,0 4-16,3 1 0,2 5 0,2-7-570,1-10 0,5-4 436,2 8 1,13-13-11,26-34 0,10-13-457,-6-1 1,3-4 380,6-1 0,4-2 0,-6 0 0,-12 0 0,-3 1 0,-1 1 0,-1 1 0</inkml:trace>
  <inkml:trace contextRef="#ctx0" brushRef="#br0" timeOffset="107053">9860 9591 15664,'-1'-62'2362,"0"0"0,0 10 0,-1 10-2289,-3 24-62,1 24 67,-2 33 1,2 12-54,0-18 0,1 2 14,-2 14 0,-1 8 1,0-2-7,-1 9 1,0-2-23,1-7 0,0-3 6,0-7 0,2-8 868,2-14-566,2-25-185,1-33-81,0-3 1,2-4-35,0-2 1,1-3-4,2-14 1,3 0 45,6 15 0,1 5-51,4-16 19,20 31 1,3 9-25,-10 13-1,12 8 1,12 5 0,-8 1 5,11 14 30,-18-2 0,5 7 0,-12 3 74,-17 6 0,-10 4-79,1 10 1,-9 3-88,-10-12 1,-8 1-1,-3-4-4771,-10 1 0,-1-3 4822,5 0 0,1-6 0,-10-12 0,31-19 0</inkml:trace>
  <inkml:trace contextRef="#ctx0" brushRef="#br0" timeOffset="109204">9994 9387 12018,'-6'-18'7646,"5"16"-7058,-4 3-137,-4 26 0,-1 31 1,-1 14-1,2 0 1,1-16-175,2-2 0,-1-2 382,-6 18 0,-3 6 0,8-40-636,18-87 5,-3 4 0,0-15 0,0-1 0,0 10-20,1 6 0,2 3 3,1-4 0,2-3 1,-1 13-23,2 16-3,14 5 0,9 10 23,1 23 0,4 14 1,-3-4-5,1-13 1,0 3-6,4 16 0,1 8 0,-10-5 11,-11-2-11,1-5 0,-5 4 101,-24 13 0,-6 2-73,16 9-14,-21-12 0,-11-2 39,-6-14 1,-3-6 2,-12 5-10,8-9 1,-9 1 0,1-3-11,-12-4 1,1-3-37,10-1 0,0 0 39,-2-1 0,5-3 84,-4-6-95,15 1 45,-23-8-84,48 4-28,-8-2-208,16 6 225,24 8 27,-6-4-89,32 5 84,-13-14 0,-1-2 0,1 5 0,18-12 0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12T14:22:14.366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1725 2625 14785,'12'-56'2393,"0"0"1,-1 2-1,-1 13-2230,-4 29 302,5 39-301,-12 11 0,-6 11 1,0-1-126,3 4 0,-1 1 6,-5 7 0,-2 4 0,1-9 324,-6 7 774,4-12-757,5-84-333,7-10 0,3-9 5,4-6 0,3-6 1,2 2-467,-2 7 1,1 2 0,2 0 459,3-1 0,3 1 1,-1 7-48,-2 11 1,2 11 11,13 17-17,-7 28 0,1 16-6,0 9 0,0 9 1,0 2-472,-4-10 0,0 1 0,0 2 0,-1-1 329,-1-1 1,0 0 0,-1 0 0,0 0-3130,7 18 0,-2-1 0,-3-10 1310,5 6 1,-5-19 0,-5-11 0,-12-27 0</inkml:trace>
  <inkml:trace contextRef="#ctx0" brushRef="#br0" timeOffset="218">1811 2810 13480,'-7'0'6139,"2"0"-5148,44-2-1263,-7-4 1,2-2-3084,11 1 0,2 0 3355,0-4 0,-5-1 0,2 1 0,-21 5 0</inkml:trace>
  <inkml:trace contextRef="#ctx0" brushRef="#br0" timeOffset="712">2564 2369 20352,'57'-3'-758,"0"0"1,0-1 0,0 1 0,0-1 0,9 0 0,-5-1 0,-3 2 0,8 3-1,-15 1 1,-32 1 0</inkml:trace>
  <inkml:trace contextRef="#ctx0" brushRef="#br0" timeOffset="1046">2877 2384 21892,'2'60'-174,"0"0"1,0 0-1,2-15 1,-1-2-1,-8 1-2038,-18 14 1,-11 1 0,4-11 2311,-3 0 1492,-20-5 0,17-15-1581,73-45 1,27-15-12,-8 8 0,6-1 0,-1 1 0,-11 6 0,-2 1 0,1 2 0,2 6 0,0 0 0,-1-1 0</inkml:trace>
  <inkml:trace contextRef="#ctx0" brushRef="#br0" timeOffset="9874">4535 2434 15860,'-7'-56'1488,"0"-1"0,-1 0 0,1 1 0,-1-16 0,0 3 0,3 39-1281,5 62-2021,6 17 0,2 17 0,-1-1 1804,-2-8 1,-3 1 0,1 6-485,-2-13 0,1 7 1,-1 3-1,-1 0 1,1-3-1,-2-6 359,0 14 0,-1-6 1,-1-1-1,-2 0 0,-2 0 1,2-13-1,2-1 1</inkml:trace>
  <inkml:trace contextRef="#ctx0" brushRef="#br0" timeOffset="10114">4366 2536 21136,'53'2'17,"-1"0"0,1 0 1,0 1-1,-2-2 0,-2-1 1,-1 2-1,0 2 1,-1 0-1,-8-1 0,8-1 1</inkml:trace>
  <inkml:trace contextRef="#ctx0" brushRef="#br0" timeOffset="10830">5042 2504 16516,'59'5'7505,"-23"-1"-7491,24 13 0,3 3-3,-6-5-6,-20 0 1,-2-10 1050,0-55 0,-11-11-725,-8 29-211,4-33 0,-4 19-86,-18 77 0,-5 18-15,0-14 1,-2 7-188,-2-1 1,-5 11-1,-1 5 1,0 2-1,0-1 1,4-6 167,2 5 0,2-4 0,1-1 0,-3 2 0,-8 10 0,-4 2 0,1-3 0,7-7 0,12-3 0,0 0 0</inkml:trace>
  <inkml:trace contextRef="#ctx0" brushRef="#br0" timeOffset="11357">5901 2566 21993,'0'-4'2459,"-8"49"0,-4 35-2450,2-22 1,1 5-1,-1 2-36,1-5 1,0 4-1,0 0 1,0-2-214,2-7 1,0 0 0,1-3-1,1-6 21,-3 10 1,7-24-281,15-53 558,-1-20 0,2-21 0,-1-8 0,-2 7 49,-1 3 1,-1 4-1,0-7 7,-2 9 1,-1-6 0,1-3 0,0 1 0,-1 3-1,0 8-165,3-3 1,-1 6 0,0 2 38,-5-24 0,12 14-40,34 35 0,8 21 51,-21 18 0,0 10-3,22 3 0,-18 10-825,-49 2 0,-22 10 0,-8 0 1,8-9 801,10-7 1,-4-4-45,-15 7 0,-12 5 0,-2-6 0,8-21-4303,5-30 1,5-9 4372,-14-1 0,6-16 0,43 25 0</inkml:trace>
  <inkml:trace contextRef="#ctx0" brushRef="#br0" timeOffset="12008">6670 2589 20929,'-5'1'5114,"-51"30"-4515,71-27-380,6-13-194,7-2 0,4-7 104,16-26 0,-10-4-73,-25 7-28,-9-19 11,-53 49-45,8 22 20,-1 20 0,4 11-20,15-8 1,15 2-1,25 8 1,18 3-1,0-8 12,-5-11 0,7-8 6,8-5 1,11-4-1,1-7 1,-10-12 50,-12-19 1,-6-13-1,-2 0 41,15-5 0,-6-3-68,-13-11 0,-13 0 390,-19 15 1,-4 7-427,6 15 0,-3-9 0,16 42 0,12 20 0,6 11 0,3-4 0,2 4 0,-10 3-1772,-20 15 0,-13 5 0,4-4 1772,14-12 0,4-2 0,-11-4 0,-20-1 0,-9-4 0,2-12 0,-2-15 0</inkml:trace>
  <inkml:trace contextRef="#ctx0" brushRef="#br0" timeOffset="12655">8353 2182 19619,'0'-6'5488,"0"1"-5336,0 5 151,-75 71-2913,54-44 2621,-23 13 1,12 2 1227,66-1-780,0-35-162,4-7 0,0-9-62,-13-17 0,-5-6-83,8-24-231,-35 18 1214,-47 75-1135,27 9 0,3 5 0,0-17 0,2-1 0,9 7 0,0 1 0</inkml:trace>
  <inkml:trace contextRef="#ctx0" brushRef="#br0" timeOffset="12923">8482 2690 24497,'-12'55'575,"-1"1"0,-18-14 0,13-12-12,60-24 0,6-15-412,-38-9-2643,-60-15 2492,-7 39 0,16-7 0,2 3 0,3 14 0</inkml:trace>
  <inkml:trace contextRef="#ctx0" brushRef="#br0" timeOffset="13799">1856 4322 16129,'-9'-62'4677,"1"0"0,2 20-4602,-2-22 1,0 20 64,5 94-71,-2 0 0,-2 12 1,2-4-65,1 2 1,0-1 42,-1-1 1,-2 4-1,6-17 288,7-20-156,23-70-124,-15 2 0,-2-8 44,0-3 1,0-5 0,-2 3-34,-1-2 0,-4 4 28,-4 0 1,-5 21-79,-4 44-516,-8 36 1,0 10-21,7-25 1,2 3-48,-2 15 1,0 8 0,3-12 0,2-10-1,2 26 1</inkml:trace>
  <inkml:trace contextRef="#ctx0" brushRef="#br0" timeOffset="14146">2569 4370 19434,'-5'-1'5371,"-47"0"-5136,88-3-67,10-13-137,-8 11 0,4 2-45,13-6 0,-9 2-574,-28 6 588,1 6 0,-16-3 0,0 4 0</inkml:trace>
  <inkml:trace contextRef="#ctx0" brushRef="#br0" timeOffset="15037">4176 4302 18576,'0'-5'1615,"-7"34"0,-6 33 1,0-8-1583,-5 8 0,2-13 1,-5 14 0,-2 6 0,1-5-1,4-17 51,-9 13-56,5-13 0,-2 6 0,9-29 102,18-50 0,11-33 1,4-11-1,-4 12-80,-4 3 1,1 0-28,-1 9 1,1-8-1,1-2 1,0 1 0,-2 6 218,-1-6 1,-1 5 0,-1 7-232,-2 9 0,3 3 51,19-21 0,9 21-46,-7 57 1,1 28 0,1-6-12,5-17 1,-1 2 4,-7 17 0,-2 16 0,1-3 0,4-17 202,16-25 1,-2-4-188,-14 29 1,-2-14 76,7-54 1,4-26 0,-11-4-49,-18 11 0,-8-3 0,0-3-30,7-14 0,0-5 1,-3 4 34,-4 2 1,-3 2 0,-2 32-2525,1 36 2465,15 50 0,-12-14 0,-1 2 0,7-7 0,0 0 0</inkml:trace>
  <inkml:trace contextRef="#ctx0" brushRef="#br0" timeOffset="15504">5396 4505 19165,'15'-40'3411,"1"-1"0,-54-3-3327,2 3-65,1 54 1,-11 20 0,-3 10 0,7-6-17,8-6 1,4 0 0,2 4-7,-2 8 0,0 7 0,5-3 1,16-12-26,26-5 89,36-32 1,10-21 75,-21-7 0,-2-10-10,0 2 0,1-6 0,-9 0 223,-8-12 0,-11 2-160,-7 17 1,-5 3-202,-6-7-34,-5 99-3232,20-16 0,6 6 0,-2-2 1814,-10 3 1,2-1 0,15 21 0,0-18 0,-17-45 0</inkml:trace>
  <inkml:trace contextRef="#ctx0" brushRef="#br0" timeOffset="16808">5804 4504 13951,'-21'-39'4915,"-1"-1"0,9 7-4208,8-15 0,14 8-640,39 44-62,-16-7 1,2 6 4,18 26 1,-5 16-24,-24-3 0,-7 6 0,0-1 13,13 3 0,-8 1 109,-20 19 1,-16-15-71,-10-43 59,-12-28-6,40-21 1,16-10-32,16-6 1,5 0-68,-17 5 1,6 3-445,19 7 0,12 4 1,-4 9-2349,-8 14 1,-1 5 2799,10-9 1,-6 1 2147,-8 0-1231,-55 7-459,-13-7 2441,8-15-2845,12 19 34,16-17-1758,18 48 0,7 13 1662,5-10-763,-12 22 0,1 16 0,-10-8 791,-9 5-22,1 1 0,-10-7 246,-36-25-150,22-35 184,-4-50-266,44 9 0,14-2-17,-10 1 0,7 3-7,6 13 1,6 2 0,-3 8 770,-7 9 0,-1 4-770,10 1 1,-1 1 1525,-12 3 0,-4 1-1243,-1-3-263,0 4 31,-53 26 0,-12 12-37,16 1 1,2 4 0,-9 6 0,14-1-4,44-5 1,16-10 5,-17-19 1,3-10 118,13-15 0,5-10 0,-13-3-32,-13-18 578,-24-10 0,-19 3-654,-32 31 1,-11 10-146,17-5 0,2 6 126,-1 22 0,11 6 0,27-4 0,17 18 0</inkml:trace>
  <inkml:trace contextRef="#ctx0" brushRef="#br0" timeOffset="17352">7753 4231 22621,'0'-5'4240,"0"1"-4212,-15-17 84,-16 59-90,6-7-17,22 16 1,17-2 67,24-29 0,7-6-59,-14 6 0,0-8 145,17-37 1,-13-9-143,-31 20-34,-26 50 23,44 6-9,-29 4 0,8-2 6,43-21 1,25-14 0,-7-5 16,-14-4 0,0-8 22,0-1 0,8-4 0,-4-5 0,-18-7 34,-22-17 1,-16-8-1,-1 3-68,13-10 1,-11 5-915,-24 14 1,-13 4-1,5 15 906,-2 25 0,-8 10 0,39-2 0</inkml:trace>
  <inkml:trace contextRef="#ctx0" brushRef="#br0" timeOffset="18842">9851 4258 19540,'11'-54'1568,"0"1"1,-1-1-1,1-12 1,-1 14-1513,2 30-23,-17 50 1,-12 36-1,-4 13 1,5-14-43,3-5 1,0 2 66,1-10 0,-3 10 1,-1 1-1,2-9 0,5-20 155,3-17-135,10-38 1,5-19-32,1-13 1,1-11-686,0 11 0,1-9 0,1-3 0,0 2 0,-2 8 643,-2 2 1,-1 7 0,4-4-9,6-12 0,3-9 0,4 10 0,2 32-22,15 53 0,4 22 36,7-10 0,-3 11-51,-24-5 1,-3 10 0,-2 5 0,-2 2 0,-4-4 39,-4 5 0,-4-1 0,-2 0 0,0-1 0,4 9 0,-1-1 0,-5-6 0,-10 0 0,0 0 0</inkml:trace>
  <inkml:trace contextRef="#ctx0" brushRef="#br0" timeOffset="19058">9991 4350 24161,'46'-28'-399,"0"0"1,0-1 0,-29-1 0,2 4-1,36 12 1,17 9 0,-19 4 0,-32 1-1</inkml:trace>
  <inkml:trace contextRef="#ctx0" brushRef="#br0" timeOffset="19421">10864 3939 19798,'-5'0'5483,"32"-19"-5489,16 7-814,2-1 1,12-1 0,-6 3-3556,-6 3 1,-1 2 4374,23-3 0,-8 1 0,-33 7 0,-21 1 0</inkml:trace>
  <inkml:trace contextRef="#ctx0" brushRef="#br0" timeOffset="19808">11127 3875 14650,'-6'60'1555,"-1"1"0,1-1 0,-1-14 0,-1-1 0,7-2-2270,11 1 0,6 0 0,-4-4-1097,-5-1 0,-8-3-3104,-17 10 1,-10-6 9830,-4-17 0,-2-6 2322,-10-2-6036,73-28 1,22-8-1065,2 2 1,5 1-109,-5 4 1,4 0 0,-3 0 45,9-4 1,-4 2-468,-15 6 0,-2 1 392,-5 1 0,-3 1 0,4 2 0,-35 7 0</inkml:trace>
  <inkml:trace contextRef="#ctx0" brushRef="#br0" timeOffset="24432">1610 5684 22167,'-1'-14'1266,"2"6"-796,0 15-5,-7 6 39,-7-2 11,-7-7-167,-3-22-34,9-23-169,12-17-117,18 3-56,16 16 51,22 27-35,-19 20 1,-1 10 11,2 10 0,-8 9 25,-10 20 1,-15 7-328,-13-10 0,-10 3 0,-6-1 293,2-8 1,-5-1-1,-3 0 1,-1-4 17,-2-2 1,-2-3 0,-1-2 0,0-4 12,-4 3 1,0-5-1,2-10 17,-3-13 1,7-13-12,3-47-17,36 13 0,13 0 3,18-3 0,11 5-20,1 9 1,6 9-20,-6 11 1,3 7 0,-1 8-436,-7 10 1,-2 8 0,-3 2-1835,11 9 1,-4 4 1672,-6 7 0,-8-1 0,-10-5 0,-8-18 0</inkml:trace>
  <inkml:trace contextRef="#ctx0" brushRef="#br0" timeOffset="24698">2316 5915 20000,'-3'0'4570,"1"0"-3792,31 12-536,23-18-265,13 9-1862,-27-8 0,-2-1 1885,-4 2 0,-8 3 0,-21 2 0</inkml:trace>
  <inkml:trace contextRef="#ctx0" brushRef="#br0" timeOffset="33056">4337 5453 22789,'-51'12'323,"0"1"1,-1 0-1,0-5 1,1 11-296,17 10 0,-4 12 0,0 9 0,2 3 0,6-1 0,10-5-21,9 18 0,13-2 1,-1 0 5,-12 4 0,-1-1 0,21-13 48,33-15 1,19-13 0,-1-18-1257,-4-28 0,-1-19 0,-2 3 1223,-11 17 0,-1 2 0,-5-5 16,0-11 1,-4-7 0,-20 8 1051,-60-7-1001,24 15-6,-31-7-16,13 33-95,10 5 33,-11 7 3482,58 2-3454,23-10-17,15-8 1,4-4-15,-19 0 1,0-3 19,8-4 0,3-3 0,-8 0 78,7-6 37,-10 6 0,-7 2 232,-23 8-347,-5 4 0,-4 14-3,-6 20 0,-4 8-28,2-7 1,0 1-32,-6 17 0,2 2-1784,10 0 1,5-3 1817,13 6 0,3 5 0,0-44 0</inkml:trace>
  <inkml:trace contextRef="#ctx0" brushRef="#br0" timeOffset="33513">4973 5917 24979,'-28'28'462,"1"0"0,83-12-439,-12-8 18,-1-14 0,8-8 0,-13-7 286,-19-15 1,-11-4-115,-3-18-138,-16 20 1,-9 9-3,-33 32-90,3 19-22,22 13 0,11 12-333,19-6 1,11 5-1,0-2-401,-8 4 0,9-4 773,18-13 0,14 0 0,2-5 0,-7-8 0,19-8 0,-1-12 0,0 0 0</inkml:trace>
  <inkml:trace contextRef="#ctx0" brushRef="#br0" timeOffset="35308">5593 6034 9162,'-8'-41'4915,"0"0"0,0-3 1077,-7 1-5885,11 61-74,5 44 23,-2-15 0,-2 2-11,0-5 0,2-2 291,6-1 0,3-6-201,11 1-63,5-51 1,3-16 16,1-8 1,0-9 0,-2 4-54,2 3 1,-1 1 0,1-4 1,0-3-1,-3 12-37,-2 14 0,3 2 11,2 49 0,-2 15-11,-4-3 5,-1 2 1,5 8 0,-2-7-28,12 8 61,20-33 0,7-14-31,-28-10 1,-1-9 22,13-19 1,4-12 0,-11 0 18,-18 4 1,-6-2 10,7-15 1,-13 3-39,-44 3-7,-20 61 12,-5 16-38,34 7 1,3 11 0,4-3-11,5-8 1,4 1 13,-6 30 1,16-3 2,32-26 0,16-13-1111,4-19 0,7-11 1,-2 2 1115,3 7 1,-1-6 1,-8-11 0,1-8 0,-15-5 40,-25-11 1,-10 0-34,0 0 3,-1-11 0,0 1 37,2 17-12,21-6-73,28 38 1730,-23 15 0,-2 10-1732,7 28 0,-6 9-23,-11-19 0,-3 1-221,-1 21 0,7-6-925,20-28 1,4-10 910,-14-5 0,3-5 171,20-11 0,9-7 0,-8-6 215,-12-7 1,-5-3-51,15-1 0,-6-7 602,-23-16 0,-12 1-308,-10 11 3,-10-5 0,-9 7-255,-15 31 17,-27 12-42,24 16 1,-2 11 0,4-2-58,7-7 1,3 1 3,-19 32 0,21-8 72,61-37 70,12-38 1,4-13-82,-20 13 0,-2-5 118,-2-8 0,0-6 0,-9 8-113,-13 6-32,-14 11-43,-10 41 0,-4 17 3,-3 10-23,14 15 1,15-2 11,19-30 0,10-8 11,-1-1 0,4-3 0,3-10 13,7-16 0,1-13 0,-2-10-1,-9-5 1,-2-9 0,-3-4-1,-2 4-14,1 0 0,-2 2 1,-4-9 25,-10 1 0,-1-11 0,-3-5 1,-1 1-1,-2 5 0,-2 13 1,-1 0 1,-2 3 7,1-11 1,3-13 0,-5 8-1,-11 28 40,-34 46-73,5 8 3,6 19 1,-1 16 0,5 4-286,12-13 1,3 1 0,4 2 0,3 3 281,4 1 0,4 4 0,3 1 0,0-1 0,-2-6 0,-4 10 0,-1-5 0,8-5 0,15-11 0,0-1 0,0 0 0</inkml:trace>
  <inkml:trace contextRef="#ctx0" brushRef="#br0" timeOffset="36054">9984 5947 17232,'5'-55'2071,"-1"-1"0,1 0 0,0-23 1,0 34-1999,-1 51-12,1 48 1,-4 18-46,-4-15 1,-1 2-10,4-9 1,1 2 0,-6-2 111,-7-3 1,-5-1-1,3-12 172,1-8-128,2-53-127,17-16 1,8-14 17,-4 8 1,2-7-1,1-1 1,0 2 83,1-5 0,1 1 0,0 3-129,-4 9 1,-1 1-1,2 4 2,4-8 1,7 18-1132,10 44 1,7 22-1,-4-3 1092,16 4 19,-17 2 1,6 14 0,-1 4 0,-11-5-328,-10 12 0,-6 1 336,4-14 0,3 4 0,-1 0 0,-4-7 0,-6 6 0,0-7 0,5-7 0,0-1 0</inkml:trace>
  <inkml:trace contextRef="#ctx0" brushRef="#br0" timeOffset="36276">10151 6066 13648,'-6'-3'8054,"34"-44"-8306,14 30-377,12-7 0,12-6 0,-8 8 0,-23 14 0,-1 2 0,11-4 0,1 0 0,0 1 1</inkml:trace>
  <inkml:trace contextRef="#ctx0" brushRef="#br0" timeOffset="36573">11054 5582 20403,'-7'0'4055,"2"0"-5176,37-10 1,37-6 0,-8 2 1120,-23 8 0,-1 1 0,20-8 0,8-4 0,-15 7 0,-16 9 0</inkml:trace>
  <inkml:trace contextRef="#ctx0" brushRef="#br0" timeOffset="36805">11321 5516 21775,'-4'55'-175,"0"0"0,1-5 0,1 2 0,3-2-934,7 5 0,0 0 1109,-5-5 0,-2 4 0,-1-11 0,-2-3 0,-5 5 0</inkml:trace>
  <inkml:trace contextRef="#ctx0" brushRef="#br0" timeOffset="37060">11304 6197 13547,'-5'3'4764,"-26"-9"0,-2-5-3768,23 4-688,-23-21 180,95 8-278,-16 6 0,7-2-1291,-2 1 1,4 0 0,-4 1 1086,-2 0 0,-2 1-66,13-2 1,-5 3-508,-13 8 0,-16 0 0,0 3 0</inkml:trace>
  <inkml:trace contextRef="#ctx0" brushRef="#br0" timeOffset="38833">1378 7252 9839,'-3'-3'9472,"1"1"-8666,8-36 0,9-10-257,9 14-378,-2-18 0,5 5-110,21 30-25,-8 16 1,2 6-20,-5 9 0,-2 7 8,4 9 0,-9 6 73,-15 6 1,-15 3 296,-23 6 0,-11-4-303,12-16 0,-3-5 479,-21 4 1,3-10 5,25-19-281,-10-3-116,30-10-192,11 1-21,20 4 7,12 19 1,5 9-59,-15-5 0,0 4 36,17 10 1,-16 7 47,-39-1 0,-19-1-1125,-12-10 0,-13-6 0,2 0 1125,-3 7 0,-3-3-94,-8-8 1,-5-2 0,15-9 93,22-10 0,-21 7 0,50-10 0</inkml:trace>
  <inkml:trace contextRef="#ctx0" brushRef="#br0" timeOffset="39159">2317 7357 19809,'-3'1'4033,"1"0"-3182,57-13-784,-26 5-64,7-1 0,-1 2-3,-16 10 0,-7-3 0,-10 7 0</inkml:trace>
  <inkml:trace contextRef="#ctx0" brushRef="#br0" timeOffset="44498">4147 7202 20907,'-15'-43'756,"1"-1"0,-12 9 0,-7 13-703,-10 28 1,-4 15-49,-1 2 1,5 8-1,6 8 1,12 6-3,19 3 0,14 0-12,18 5 1,13-4 21,-5-17 0,4-3 0,1-1-10,-1-3 1,1-2 0,-4-1 44,8 2 0,-19-1-48,-71 13 14,4-24 0,-9-3 8,-5-2 0,-6 0 1,1-2-94,10-2 0,2 0 0,1-1-1521,-11 1 0,4 1 1592,15-2 0,9 2 0,13 0 0,12-1 0</inkml:trace>
  <inkml:trace contextRef="#ctx0" brushRef="#br0" timeOffset="45281">4540 7566 12152,'2'-4'4915,"11"-31"0,2-8-2926,-8 16-1947,8-17 0,-6 13 14,-26 58-45,6 3 0,2 5-20,-2 12 1,4 2-12,8 0 1,7-3 33,4-9 0,7-9 61,10-13 1,5-13 33,7-15 1,1-11 153,3-11 0,-3-6-5,-3-6 0,-6-2-102,-12 2 1,-6 3-190,-4-5-320,-17 18 353,5 77 0,-1-34 0,2 35 0</inkml:trace>
  <inkml:trace contextRef="#ctx0" brushRef="#br0" timeOffset="45919">5255 7571 16936,'0'-5'7527,"0"0"-7286,5-19-179,-5 46 16,-6 29 1,-3 16-64,0-11 0,0 7 1,-1 2-1,1-5 7,-1 4 1,1-3-1,2-5 367,0 17 1,5-32-334,5-66 0,4-36 0,1-12 0,1 10-56,-1 12 0,2 4 0,3-5-28,-1-9 0,2-12 0,2 1 0,5 14 0,6 27-148,20 44 1,8 29-1,-4-17 179,5-48 1,-13 8 5,-23 56 0,-14 24 1,-17-14-387,-24-36 0,-17-12 0,1-1 0,3 6 0,0 1 0,2-3 0,-7-4 1,0 0-1</inkml:trace>
  <inkml:trace contextRef="#ctx0" brushRef="#br0" timeOffset="47756">5920 7655 21769,'53'24'1737,"-23"-29"-1254,11-9 1,10-7-1,-23 0-208,-41-7-281,17-26 0,-4 13-53,-41 64 1,3 25-1680,47-6 0,11 3 1718,-13 9 1,6-3 19,16-20 0,10-4 0,1-9 0,11-7 0,2-12 5,9-8 1,-1-9 47,-8-2 0,-8-7 11,-9-13 1,-10-2-48,-5-8 81,-25 13 0,-6 3 3406,-5 7-3420,-10-10-56,-12 23-22,17 6 0,-9 4 10,25 4-66,7 1 33,17 12 40,9 2 10,15 4-47,-9-13 0,2-3 11,4-4 1,1-3 46,4 0 1,-2 0 28,13-5 50,-27 3 45,-30-2 56,-4-4-28,2-4-73,-3 4-39,4 6-44,0 6-57,6 56 22,-2-18-885,6 24 1,1 4-1041,-1-11 1920,2-1 0,0-6 0,-6-24 0,3 8 0</inkml:trace>
  <inkml:trace contextRef="#ctx0" brushRef="#br0" timeOffset="48648">9101 7529 22963,'23'-35'1097,"-5"51"-1038,-16 29 0,-8 14-35,4-16 0,-1 2 1,-1-1 57,-2 1 0,-1-1 0,1-4 125,0-1 0,0-6 157,-9 2-274,10-54-34,-1-10 1,1-8-18,1-7 0,3-7 4,4 5 1,3-7-1,1 0 1,0 4-8,2-15 0,2 2-256,5 3 1,4-2-1,2 13 237,-1 19 0,5 12-9,29 19 1,2 13-4,-24-4 1,-3 4-3,18 15 0,-5 9 2,-22 1 1,-6 3-40,3 2 1,2 5-963,2 4 1,3 5 0,-3-4-783,0-1 0,-1-2 1778,7 12 0,-5-12 0,-15-34 0,-3-7 0</inkml:trace>
  <inkml:trace contextRef="#ctx0" brushRef="#br0" timeOffset="48940">9122 7746 21618,'52'-33'506,"0"-1"0,3 2 0,1 4-498,-11 15 1,2 3-818,-4 0 0,3 0 1,-7 1-1,9-2 1,-15 4-1,1 0 1</inkml:trace>
  <inkml:trace contextRef="#ctx0" brushRef="#br0" timeOffset="49512">10160 7365 22268,'21'-26'257,"21"10"1,15 2 0,-4 4-454,-6 2 0,1 2 52,9-2 0,5-1 1,-13 3-7262,-7 2 7405,-34 3 0,5 0 0,-17 1 0</inkml:trace>
  <inkml:trace contextRef="#ctx0" brushRef="#br0" timeOffset="49772">10472 7283 13698,'-6'1'9830,"-8"-7"-12327,0 57 0,4 23 2483,1-38 0,0 0-3,0 12 0,1 6 1,3-2 328,4 2 1,5-4-3621,5-11 1,1-1 3307,-2 3 0,1-2 0,10 14 0,-13-39 0</inkml:trace>
  <inkml:trace contextRef="#ctx0" brushRef="#br0" timeOffset="50054">10250 7957 8959,'-4'1'9830,"-25"4"-5460,93-13-4102,-28 3-117,23-4 1,10-1 49,-9-1 1,2-2 40,-6-1 1,2-3 0,-4 3-156,-5 2 0,-3 1-766,14-9 1,-19 5-1,-39 14 1,-6 0 0</inkml:trace>
  <inkml:trace contextRef="#ctx0" brushRef="#br0" timeOffset="57000">12928 3919 18947,'58'-29'196,"-12"16"0,8 4-338,-8 5 0,5 1 1,3 2-1,-2 1-1378,14 1 1,0 1-1,-4 2-2717,12 1 0,-20 10 4237,-43 31 0,-49-15 0,-23-1 1717,7-4 1,-6 0 0,-1-1-574,15-6 0,-2 0 0,1-1 0,3 0-592,-5 2 1,2 0 0,5-3-265,-7 2 1,22-6 484,40-7-773,23-12 0,15-8 0,2 0 16,-5 1 1,1 1 0,2-3 40,-1-1 1,3-1-1,-1-3 1,-8-2 15,6-17 0,-13-4 58,-15 6 1,-13-2 389,-22-7 0,-12 0 437,2 8 0,0 3-558,3 6 0,4 1 356,1-14-739,15 30-67,5 19 78,21 37-79,-2-10 1,6 6 0,-1 2-322,1 2 1,-1 3-1,-4 6 63,-11-5 1,-4 6 0,-2 2-1,-1-3 1,2-7 0,10 14-1,-7-5 1,-24-7 0,0-1-1,0 1 1</inkml:trace>
  <inkml:trace contextRef="#ctx0" brushRef="#br0" timeOffset="128432">15437 3789 22302,'-22'-32'582,"-1"1"0,-14 6 1,-4 12-536,3 22 1,-1 10-43,-5-1 1,3 6 0,5 12 0,13 7-6,21-7 0,10 2-6,7 2 0,8 0-11,22 6 1,4-4 7,-12-10 1,-2-1 55,2 0 1,-14 0 165,-45 12-124,-29-29 1,-11-7-82,3 2 1,-2-2-541,8-5 0,-2 0 0,6-2 532,9 0 0,6-1 0,-13-1 0,34 0 0</inkml:trace>
  <inkml:trace contextRef="#ctx0" brushRef="#br0" timeOffset="129257">15789 4482 20168,'-9'-53'1460,"1"0"1,0 0-1,-4-13 1,2 7-1058,6-3-420,0 44 23,10 51-43,7 18 1,0 11-82,-4-18 1,-2 3-1,-3 2-49,-3 2 0,-3 4 1,-2 0-1,-3-5 58,-3 0 1,-3-4 0,-5-4-63,-14 10 1,-5-12 69,-6-21 6,22-73 119,22 2 0,7-10 0,-1 4 1,-5 10 1,-1-4 128,-1 4 1,-1-11-1,1-2 1,2 3 0,3 10-57,9-1 0,8 4-45,2 4 0,8-4 1,2 2-1,0 9-45,14 1 1,5 13-23,-2 12 0,10 4 0,-6 8 0,-22 10-76,-36 30 1,-9 7 89,33-15 0,-9-2-2046,-42-3 0,-26 2 0,-6-5 0,14-10 2046,2-10 0,-29 7 0,23-9 0,58-13 0</inkml:trace>
  <inkml:trace contextRef="#ctx0" brushRef="#br0" timeOffset="129753">16397 4145 24643,'54'2'417,"1"-1"0,-12-16 1,-2-8-1,-10-1-255,-8-21 51,-36-1 0,-14 11-168,-28 51-518,52 28 1,14 18-1,-4-6 1,-14-16 0,6-2-1,34 15 1,0 0 0,0 0-1</inkml:trace>
  <inkml:trace contextRef="#ctx0" brushRef="#br0" timeOffset="131148">17217 4072 10321,'9'-36'4915,"0"0"0,-42 26-530,-27 10-4388,25 19 1,2 12-32,1 13 0,3 9 1,14-5-23,18-11 0,15-8 130,34-13 1,21-14 0,-7-9 347,-19-12 1,0-2-186,14 13 1,5 4-1,-29-4-265,-37-3-1083,-4 39 0,-1 31 1,6-8 1110,27 3 0,-16-13 0,3-6 0,13-22 0</inkml:trace>
  <inkml:trace contextRef="#ctx0" brushRef="#br0" timeOffset="131301">17684 3866 19333,'-14'12'-217,"1"-8"0,15 8 1</inkml:trace>
  <inkml:trace contextRef="#ctx0" brushRef="#br0" timeOffset="132021">18206 3951 14521,'0'-5'8458,"0"2"-6666,0 3-1176,-61-54-587,35 58-24,-13-20 1,0 8-6,15 48 0,7 19-43,6-17 0,1 2 0,1 4-448,1-1 0,1 3 0,0 1 1,2 0 99,1-1 0,1 0 1,1 0-1,-1-1 60,-1 13 1,-1-1-1,-4-3 342,-2-12 1,-3-2 0,-6-8 125,-22 2 1,2-24 66,23-38 1,7-15-43,0-3 1,9-3-244,19-13 0,12-1 146,-6 21 0,4 2 1,4-1-33,4 3 1,4-2 0,1 2-1,-4 2-19,11-13 0,-1 1 10,4 3 1,3-2-1,-8 11 329,-1 10 2086,-16 3-1806,-5 3-39,-15 5-499,-8 7 256,-10 40-362,0-4 2,1 1 1,-1 3-110,0 4 1,0 2 117,6 13 0,1-1 0,-3-18 0,1-2 0,5 1 0,1 0 0</inkml:trace>
  <inkml:trace contextRef="#ctx0" brushRef="#br0" timeOffset="132237">18657 3836 19557,'-2'-2'3809,"1"-1"-4162,1 3 353,-18 43 0,13-32 0,-13 32 0</inkml:trace>
  <inkml:trace contextRef="#ctx0" brushRef="#br0" timeOffset="133071">18935 4073 20140,'-5'0'2075,"-26"17"0,-3 7-1941,18-4 59,-11 9 1,10-2 175,54-12-243,-4-13 1,3-6 10,7-9 0,-2-7 8,-1-8 1,-5-5 28,-6 0 0,-11-2 206,-26-29-256,-52 39-119,6 19-14,17 16 1,6 9-12,13 12 1,8 5-144,0 9 1,11 3-971,23 1 0,14 2 0,-1-5 603,-4-1 0,5-6 111,10-7 1,9-3 0,-4-13 199,-1-17 1,0-15 653,3-10 0,4-10 0,-5 3-135,-4 4 0,-2-2-43,-1-3 1,1-4-1,-17 2 1250,-29-14-1098,-30 25-297,-5 13 0,-6 10-125,0 18 0,-4 13 0,4-2-4,0-4 0,3 3-11,-16 21 0,26-2-65,69-26 1,16-8 491,-15-1-384,10-15 0,13-10 0,-12-11 18,-27-10 1,-9-8 0,1 0 31,8 4 1,0-1-1,-4-3 327,-6-18 0,-7-4 0,-3 8-247,-2 20 1,-2 3-118,-4-10 0,2 18 73,9 56-95,-7 11-268,-6 9 1,-2 13 0,0-6-221,0-15 1,-2 0-4,-5 23 0,-4 8 1,3-16-1,2-18 1,1-5-1,0 0 1</inkml:trace>
  <inkml:trace contextRef="#ctx0" brushRef="#br0" timeOffset="134117">21480 3602 15429,'-10'-43'3244,"1"0"1,0 0 0,-19 64-3255,16 13 1,6 14 0,0 6-470,0 3 1,2 8 0,-1 3 0,2 0 0,0-6-88,1-7 0,0-3 0,1-2 0,0 0 0,-2 15 0,1-2 0,1-7 0,1-16 0,0 1 0</inkml:trace>
  <inkml:trace contextRef="#ctx0" brushRef="#br0" timeOffset="134858">21230 4053 13172,'58'-22'700,"1"-1"1,-1 1 0,0-1 0,1 1 0,-4-2-1,2-1 1,-2 0 0,-3 3 0,-3 4-380,4 4 0,-4 5 0,-6-3 188,14-14 1,-28 6 168,-62 18 0,-17 9-628,-3 12-46,5 16 0,-3 11 0,30-11 754,62-27 1,10 0-400,-36 42-167,25-58 0,15-22 0,-17 1 475,-27-8-661,-5 12-6,-27 46-20,8 19 1,3 5 8,1 12 5,25-8 0,13-9 29,29-33 74,-20-25 0,4-12 0,-8-3 1,-8-7 0,-7-5 68,-1-2 0,-3-6 0,-6 8-20,-16-15-208,29 106 1,9 24-398,-2-17 154,-3 2 1,4 10 0,-14-10-4430,-26-3 3886,-35-11 0,7-4 0,-6-20 0</inkml:trace>
  <inkml:trace contextRef="#ctx0" brushRef="#br0" timeOffset="135155">22772 3546 20912,'-15'-38'2582,"0"-1"1,5 57-2656,-7 26 0,3 13-87,10 0 1,5 6-1852,-2-3 0,2 10 0,-1-2 0,1-13 1067,-1-18 1,1-5 0,0 15 0,0-9-1,-1-27 1</inkml:trace>
  <inkml:trace contextRef="#ctx0" brushRef="#br0" timeOffset="135452">23141 3624 16376,'-52'5'2033,"0"0"0,12 11 0,-2 5 0,-1 1-1890,-17-3 1,-2-1 0,16 11 181,24 12 0,11 7 0,14-7-244,26-5 1,21-8-743,-8-11 0,10-2 0,4-1 0,1-3 0,-4-2 661,0-3 0,-2-4 0,-1-2 0,0 1 0,11 0 0,0 0 0,-11-1 0,15-2 0</inkml:trace>
  <inkml:trace contextRef="#ctx0" brushRef="#br0" timeOffset="344525">3909 6607 24575,'57'-6'0,"-19"4"0,8 1 0,8 1 0,9 0 0,-20-1 0,7 1 0,5 0 0,4-1 0,4 1 0,3 0 0,2 0 0,0 0 0,1 0 0,-1 0 0,-2 0 0,-3 0 0,-3 0 0,-4 1-424,12-1 0,-5 1 0,-2 0 0,-3-1 0,1 1 0,2 0 0,4 1 0,6-1 424,-16 0 0,5 0 0,3 0 0,4 1 0,2-1 0,2 0 0,0 1 0,1-1 0,-1 1 0,-2 0 0,-1 0 0,-4-1 0,-3 1 0,-4 0 0,-6 1 0,-5-1 265,29 2 1,-14 1 0,-4 0 0,9 2-266,-14-1 0,6 1 0,4 1 0,1 0 0,-2 1 0,-2-1 0,-5 0 0,-8-2 0,10 1 0,-10 0 0,8 0 0,-3 0 0,8 1 0,3 1 0,1-1 0,-3 0 0,-7-3 0,11-1 0,-6-2 0,1 0 0,-5 0 0,1 1 0,1-1 0,2 0 0,-6-1 0,3 0 0,0 0 0,-1-1 0,-2 1 0,3 1 0,-2-1 0,0 1 0,0 0 0,3-1 0,0 1 0,1 0 0,2 0 0,-5 2 0,4 0 0,0 1 0,-3-1 0,-6 1 0,-2-1 0,-6 0 0,6 1 0,14 2 0,9 0 0,-2 1 0,-11-2 0,-9 0 0,-4 0 185,0-1 1,3 1-1,-4-1-185,-6 1 0,-2-1 0,9 0 0,1 0 0,-9-1 0,-1-1 0,2 0 0,2-1 0,12-2 0,-1 0 0,-18 0 0,3 0 0,10 0 0,10 0 0,2 0 0,-9 0 0,-1 0 0,-1 0 591,5 0 0,5 0 0,-3 0-591,9 0 0,-2 0 0,-12 0 0,3 0 0,4 0 0,5 0 0,-4 0 0,6 0 0,-1 0 0,-16 0 0,1 0 0,-3 0 0,5 0 0,-5 0 0,8 0 0,-21-1 0,-23 0 0,-1 0 0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12T14:33:57.936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1889 2073 20397,'-45'-28'868,"-4"51"1,-5 23-776,17-4 0,3 8 1,-3 4-326,8-11 0,-3 4 0,0 1 0,2 1 0,5-1 237,3 3 1,3 1-1,3-1 1,3-2 131,-1 6 0,4-1 0,10-4-130,13-5 1,8-3-1,6-8 4,26-9 1,5-12 4,-4-4 1,-1-9 138,8-14 1,-4-13-81,-9-15 1,-6-7 151,-5 1 0,-3-3 11,-4 1 0,-3 1 8,-11 13 0,-1 5-94,12 2 572,5 17-573,14 51-137,-30-5 0,-5 6-247,2 9 1,-2 4-3045,-6-8 0,-1 2 0,-1-4 2003,-1-6 0,1-4 0,2 6 0,0-9 0,-2-24 0</inkml:trace>
  <inkml:trace contextRef="#ctx0" brushRef="#br0" timeOffset="1005">2694 2762 21338,'0'9'1042,"21"-1"-723,36-1-221,-20-13 0,0-7 56,2-6 0,-4-5 123,-6-5 1,-8-3 80,-6-28-201,-44 39 0,-9 7-140,0-2-14,1 28 1,-6 15 0,11 6-181,24 29 1,9 4 128,-19-11 1,8-3-310,29-4 1,15-1-1,4-24 382,-1-40 0,6-26 1,0-7-1,-1 14 176,15 19 1,-2 1-87,-2-33 1,0-11 0,-23 33-127,-30 50 31,-8 28 1,-2 16 0,13-29 581,24-55 0,10-9-420,8 37 0,2-4-184,-14-39 0,-1-17 1,3 20-423,8 36 0,3 18 0,-13 1 0,-15 18 0,-8 3 0,0 0 0,0 0 0</inkml:trace>
  <inkml:trace contextRef="#ctx0" brushRef="#br0" timeOffset="2823">3271 2682 6759,'0'-4'9830,"0"1"-8016,-6-19-2077,5 19 615,-1-4-83,7 29 414,2 22 1,0 5-387,-1-2-65,-1-4 1,0-6 2125,-4-29-2246,0-13 28,5-24-98,8 0 0,1-1-19,8-15 21,7 13 1,3 7-17,-5 22-1699,7 19 1,-2 7 1675,-12 2 14,5 10 1,0 3-210,3 9-420,-2-1 610,0 13 0,-22-41 0,0 5 0</inkml:trace>
  <inkml:trace contextRef="#ctx0" brushRef="#br0" timeOffset="3801">4906 2917 11609,'8'-47'2457,"-1"0"1,0-1-1,3-13 1,-1 2-1876,-1 9 1,-1 5-432,1-1 14,0 78 1,-1 21-141,-5-21 0,-1 2-191,3 13 1,-1 6 0,-1-3 196,-4-1 0,-4-2 181,-2 11 1,-3-6 649,-2-6-778,-4-26-53,12-57 0,7-27 0,-1 12 1,2-4 0,1-2 84,0 7 0,1-3 1,1 0-1,0 4-644,1-3 1,0 2-1,2 3 547,1-19 1,9 16 314,30 31-326,-6 37 1,3 15-6,-11-2 1,-1 5 0,-2 5-64,4 9 0,-3 5 1,-4 1-386,-6 3 0,-4 2 1,-3-3-1168,-5-9 1,-3-2 0,-1-2 1354,2 4 1,-1-6 0,0 6 0,-3-31 0</inkml:trace>
  <inkml:trace contextRef="#ctx0" brushRef="#br0" timeOffset="4005">4987 2852 21159,'50'-23'-764,"-1"0"1,0 0-1,0 0 1,5-12 0,-2 7-1,-3 15 1,3 6-1,-13 3 1,-17 2 0</inkml:trace>
  <inkml:trace contextRef="#ctx0" brushRef="#br0" timeOffset="4572">5985 2367 20145,'12'-18'2078,"3"2"-4296,25 5 1,17 1 0,-7 2 1696,8-2-848,-5 1 1,8-2 0,-15 6 1652,-20 8 0,1-2 0,-21 4 1</inkml:trace>
  <inkml:trace contextRef="#ctx0" brushRef="#br0" timeOffset="4807">6187 2420 16314,'-4'1'6408,"2"-13"-6358,4 32-98,-5 29 1,-3 13-228,0-4 1,-2 4-79,1-1 0,-1 5 0,-1-3-2924,-1-10 0,-1-3 0,1-5 2474,1-3 0,0-4 1,0 0-1,1-9 1,4-21-1</inkml:trace>
  <inkml:trace contextRef="#ctx0" brushRef="#br0" timeOffset="4992">6029 3129 17468,'45'-30'361,"1"-1"1,-1 1 0,-6 3 0,-1 2 0,2 3-362,25 4 0,-4 6 0,-7-1 0,8 0 0</inkml:trace>
  <inkml:trace contextRef="#ctx0" brushRef="#br0" timeOffset="5883">7788 2301 17115,'-46'23'602,"0"-1"0,0 0 0,-12 14 1,16 5-83,34-6 1,9 1-101,11 15 8,20-52 1,3-13 585,-1-26-748,-16 7 0,-9-1-703,-27-4 141,-9 19-1542,6 44 1,5 13-3534,8 14 5371,2-8 0,0-2 0,5-10 0,1-14 0</inkml:trace>
  <inkml:trace contextRef="#ctx0" brushRef="#br0" timeOffset="6189">7660 2877 15687,'-43'14'2018,"1"0"0,17 8 0,3 5-1617,-6 6 0,6 1-289,20 15 212,57-42 1,10-16 6,-21-10 133,7-8 1,-13-3-314,-46 1-453,-12 1 302,-14 30 0,-3 7 0,5-4 0,-11 16 0</inkml:trace>
  <inkml:trace contextRef="#ctx0" brushRef="#br0" timeOffset="6839">1229 3628 7458,'-55'-6'838,"-1"1"1,1-1 0,-1 1-1,1 0 1,-7-1 0,4 1 0,33 3 121,55 4 0,30 1-546,-16-2 1,9 0-1,7 0 1,5-1 0,3 0-1,2 0 1,-3-1-854,-10-1 1,2 0 0,2 0-1,0-1 1,2 0 0,0 0 0,0 0-1,1 0 1,-1 0 0,-1 0 479,-1 0 0,1 1 1,-1 0-1,1 0 1,-1-1-1,1 1 1,0 0-1,0-1 1,1 0-1,0 0-82,-3 0 1,0 0 0,1-1 0,0 0 0,0 0 0,0 0 0,1 0-1,-1 0 1,1 0 0,-1 1 0,-1-1 130,0 1 0,-1 1 0,0-1 0,0 0 0,0 1 0,0 0 1,0-1-1,1 1 0,0 0 0,2 0 0,1 0-97,-2 0 1,1 1 0,2-1-1,0 0 1,1 0 0,0 1-1,1-1 1,0 1 0,-1 0-1,1 0 1,-1 0 0,0 1-1,-1 0-154,-2 0 1,-1 1 0,1-1 0,0 1 0,0 0-1,-1 0 1,1 1 0,-1 0 0,-1-1 0,1 1 0,-2 1-1,0-1 1,0 0 101,5 1 1,1 1-1,1-1 1,0 0-1,-1 1 1,-2 0-1,-1 0 1,-3 1-1,-4 0 1,-3 0-1,-5 1 1,21 3-1,-6 1 1,-9 1-1,-11 3 1,-11 7-1,-1-1 1</inkml:trace>
  <inkml:trace contextRef="#ctx0" brushRef="#br0" timeOffset="16866">9407 3681 13765,'-4'-3'3375,"-31"-7"0,-13 5-2874,11 19 0,-4 8-301,-9-5 0,-7 2 0,4 7-576,6 13 1,4 7 0,3 2 322,1 2 1,3 2-1,5 1-203,7-3 0,5 0 1,9-1-292,12 16 1,19-8-9,10-26 0,11-7 1,3-5 279,-1-6 1,3-6 0,3-6 90,-1-5 0,3-5 0,0-4 0,-2-3 212,-3-6 0,-1-5 0,-2-1 0,-2-1 108,9-5 0,-4-1 1,-2-3 208,-3-4 0,-2-2 1,-9 2 430,-8-1 0,-9 3-71,-5-20 323,-33 28-877,-5 40 0,-5 12-87,4-1 1,1 6-37,-10 16 0,6 5 177,16-7 0,6-1-255,4 20 83,27-26 102,30-64 122,-3-10 57,-16 3 0,-5-2 142,-9 10 1,-4 1-48,3-13-348,-17 25-55,-6 46-56,-1 14-169,4-4 1,6 2-1202,10 0 0,8-4-3459,6-10 1,6-7 4199,5-7 1,1-7-1,13-13 1,-20-9 0</inkml:trace>
  <inkml:trace contextRef="#ctx0" brushRef="#br0" timeOffset="17218">10168 3910 20918,'17'-24'431,"-8"36"-378,-10 27 0,-6 13 56,1-1 1,0-4 591,-1 1-74,5-22-90,30-70-321,-5 12 0,3-2-90,5-8 0,4 0-20,8 0 0,2 6-70,-11 15 1,1 6-20,0 4 0,-3 11-236,-6 25 1,-7 11-348,-10 9 1,-5 2 0,2-10-1,-3-1 1,-10 26 0</inkml:trace>
  <inkml:trace contextRef="#ctx0" brushRef="#br0" timeOffset="20236">12383 3819 9251,'0'-4'9353,"0"2"-7431,-31-45-813,-16 47-1037,18-18 1,-1 6 84,-15 35 0,0 17-109,12-2 0,3 4-29,-4 2 1,2 4-26,4 10 1,10 1-122,15-12 1,8-1-263,11 7 0,12-4-306,14-7 1,12-11 6,-4-19 1,7-7 0,-5-4 709,2 1 1,-2-6 106,10-14 0,-12-6 582,-26-7 1339,-11 0-722,-24 17-1205,0 7 62,-7 12 11,16 10-28,7 14-23,24-6 1,4-2-106,1 7 7,20-20 1,5-13-12,-29-9 1,-2-6 80,18-13 1,-4-8 461,-20-9 1,-6-1-535,-1 18 0,-6 2 30,-12-7 1,-9 8 159,-10 19-140,6 3-179,1 2 79,29 6-18,23 0 26,15-13 0,3-3-3,-23 9 0,1-1 8,28-17 1,-4-5 41,-13-5 219,-2-4-151,-25 14-107,-22 16-28,-10 25 34,4 11-50,6 27-133,12-22 1,6 1-1801,14 7 0,9-4-2950,4-12 1,3-5 4403,0-3 0,-2-5 0,4-12 1,-37-2-1</inkml:trace>
  <inkml:trace contextRef="#ctx0" brushRef="#br0" timeOffset="21273">13732 3936 21786,'-61'8'925,"27"1"-875,69-3 0,20-3-38,2-4 7,-4-3 1,0-7 44,-21-5 1,-5-5 245,-5-6 1,-3-2 87,11-20-1800,-46 19 0,-9 6 1424,-2 8 0,-8 9 1,-1 9 33,-15 34-1462,25 18 0,4 5 1286,0-25 0,5 2-576,9 8 0,7 6 0,9-9-906,33 1-561,5-28 1,11-7 0,-2-3 982,2-4 1,0-5 1099,-5-2 0,3-2 0,-5-4 376,7-11 1,-9-5 2039,-17 5 0,-4-3-524,6-6 0,-5-2-972,-11 3 0,-9 0 3126,-21-18-3295,-41 45-643,16 14-17,6 9 1,4 10 777,11 22 1,13 3-818,12-20 0,6-2 528,3 8 1,7-11-392,8-28 0,1-15 90,0-19 0,-6-9 111,-10 3 1,-6 1-154,-2 5 0,-3 3 50,-2-6-89,-20 67-124,8 10-11,-3-4 1,6 3-77,21 3 1,8-4 8,10 8 25,12-24 0,5-12 42,8-22 37,-8-9 0,1-13 39,-17-12 1,-4-12 0,-1 3-21,-4 14 0,-1 2 0,-3-5 154,-1-14 1,-1-9-1,-5 0 1,-5 10 262,-11 2 1,-3 5-427,6-18 1,-5 26 31,-25 78-62,23-5 0,3 7-291,-1 6 0,-1 9 0,2 4 0,3-3-6,3-3 0,4-1 1,2 1-1,3 1-1331,3-2 0,4 3 1,2 0-1,0-2 0,-3-4 1628,2 6 0,-1-4 0,3-5 0,25 16 0,-11-23 0,-34-36 0</inkml:trace>
  <inkml:trace contextRef="#ctx0" brushRef="#br0" timeOffset="21879">14993 3765 21707,'59'-17'-45,"0"0"0,-1 0 1,-1-1-1,-1-2 28,-2 1 0,3-3 1,-11 2 985,1-9-560,-5 3 941,-77 57-1132,18-2 1,0 3-203,-6-2 1,9 0 28,32 3 0,11-7 0,12-17 69,16-18 1,-5-16 92,-39-12 1,-8-5-130,14 5 1,-10 1 117,-36-8 0,-16 18-3,-1 54 0,-1 15-190,7-32 0,6 6-80,17 22 0,8 17 0,9 2 0,7-12-1133,21-8 0,8-3 725,-7 8 1,1 5-1,0-10 1,1-16-1,-2-10 1,-1-3-1</inkml:trace>
  <inkml:trace contextRef="#ctx0" brushRef="#br0" timeOffset="23572">17361 3520 21517,'5'46'580,"0"1"1,-2 13 0,-1 4-548,2-19 1,0 1 0,-1 0 456,-1 20 0,-1-11 31,-1-23-157,-3-59-289,7-10 0,6-12 0,-1 2-39,0-6 0,2-1-10,5 0 0,4-3 1,1 11-5,17 2 6,5 31 0,1 10-22,2 23-33,-13 6 1,2 10 0,-5-2 6,-11-4 1,-2 2-105,3 13 1,2 5 0,8-18-437,29-42 0,4-11 565,-26 26 1,-2-5 106,11-31 0,1-18 0,-16 2 409,-26 14 0,-6 1-459,11-30 11,-28 46-73,15 35 5,14 41 3,17-38 1,4-3-9,13 20 25,8-51 1,-2-22 55,-30-9 0,-7-6 3,9 4 0,-6-1 56,-19-1 0,-14 13-51,-18 41 1,-6 14-104,9-6 0,3 7 17,-2 10 1,1 8 0,13 2-399,28 19 1,13-1 7,-14-12 0,10-6-590,21-11 1,15-5 0,-5-12 729,-6-15 1,1-11 360,4-2 0,5-6 0,-7-5 236,-6-12 0,-7-5 210,2-7 0,-10 0 521,-19-13-918,-18 35-105,-5 56 1,-2 16-31,1-3-56,14 23 0,16-5 56,29-35-6,-15-8 1,2-5-12,20-19-1592,-7-35 0,-5-7 1676,-14 19 76,6-9 0,-8 14-137,-36 50-29,1 2-16,9 19 0,8 2-51,20-14 12,9 0 0,7-9 1734,0-28 1,1-14-1680,-3-4 1,0-6 0,-4 0 33,1-2 0,-9-4 275,-22-27 0,-13 3-286,-8 21-26,-19 6 1,-2 5-3,20 17 0,-2 3 0,15 0 0</inkml:trace>
  <inkml:trace contextRef="#ctx0" brushRef="#br0" timeOffset="25147">21315 3112 16107,'25'-40'1848,"0"0"0,0 1 1,9-16-1,-19 18-4379,-45 43 1,-10 14 2631,-15 10-62,6 2 0,-1 5 685,12 1 0,6 6-777,10 2 1,4 7 0,12-3 188,16 5 0,20-8-263,21-16 0,15-9 0,-1-8 20,-20-7 0,-1-5 0,1-7 130,5-5 1,5-6 0,-5-3 0,-13-4 1927,-13-13 1,-11-1-1711,2-3 78,-38 14 0,-12 12-213,-20 45-114,6 8 0,6 7-15,26-15 1,12 1-174,27 18 0,15-7 128,-6-26 1,7-9 93,13-11 0,9-9 1,-8-3 15,-13 0 0,-4-8 219,3-18 1,0-11 0,-17 4-24,-23 9 0,-13 4 53,-20-7 1,-11 12-248,1 25 1,1 15-611,-3 20 1,18 11-4351,47 8 1,18 1 2943,-13-15 0,5-5 972,29 3 1,5-19 2897,-15-44 0,-5-10-515,4 9 213,-16-6 1,2-11-1,-10 7 62,-10-6-1216,3-16-306,-6 41 742,4 43-839,1 34-28,-9-11 1,-1 8-1,0-4-8,1 0 0,1-2 1712,-1 18 1,9-19-1604,30-59 277,2-27 0,1-7-300,-18 19 1,-1 0-20,10-16 0,-4 15-58,-13 40-10,15 9 1,5 1 3,16 5 22,-9-16 0,8-5 0,-7-6-12,-14-5 1,-3-9-12,8-18 1,3-11 0,-10 3-1,-14 13 1,-7-3 98,1-28 1,-3-13 0,-7 12 125,-15 2-158,5 2 1,-4 8 11,-7 33-73,5 52-6,11 12 1,3 13 0,2 0-44,-1-11 1,1-2 0,1 3 13,-1-3 0,-1 2 1,3 0-1,2-2-1862,9 13 0,5-1 1,0-14 1885,12-1 0,-8 7 0,0-12 0,-8-40 0</inkml:trace>
  <inkml:trace contextRef="#ctx0" brushRef="#br0" timeOffset="26360">23014 3153 21405,'55'0'-141,"1"0"0,-1 0 0,1 0 0,9 0 0,-2-2 0,-5-4 264,3-10 1,-8-3 391,-1-10 903,-35-17-181,-49 32-798,-7 34 1,1 11-406,7-3-26,10 9 1,15-3-37,36-25 0,13-11 61,19-7 43,-15-12 0,-8-10 86,-22-2 0,-13-2 149,-19-3 1,-11 3-240,3 10 1,-6 9-34,-26 16 1,0 21-40,27 15 0,6 12 0,5 1-79,-4 5 1,11 3-190,14 1 1,9 3 0,10-11-206,14-15 0,11-17 262,3-20 0,6-12 0,-5-6 298,-5-6 0,-5-10 172,-1-8 1,-1-8-1,-7 3 262,-13 6 0,-3 3-364,7 3 0,0 7-135,3 11 40,16 60 28,-26 12-51,-5-4 0,-2 1 135,0 12 167,9-18-134,11-47-64,0-14 0,0-5-104,2-1 0,19 2-27,8 38-7,-2-8 6,1-9 1,0-8 16,-21-9 0,-4-11-32,-7-20 0,-4-13 0,-4 3 77,-3 2 0,-6-1 70,-5-4 1,-3-6 0,-1 12 7,-2-2-78,-1 23-56,4 71 0,2 24-43,0-17 1,1 4-103,2-2 0,1 6 1,1 1-1,1-5-309,4 14 1,7-7-118,7-18 0,5-3 0,-4-6 0,8 11 1,23-31-1</inkml:trace>
  <inkml:trace contextRef="#ctx0" brushRef="#br0" timeOffset="26633">24673 2872 25416,'49'-9'218,"0"1"1,-1-1-1,1 0 1,13-1-1,-4-1-222,-8 0 0,1-2 1,-12 2 3,-11 2 0,-18 5 0,-15 4 0</inkml:trace>
  <inkml:trace contextRef="#ctx0" brushRef="#br0" timeOffset="27308">25897 3070 23517,'1'3'2997,"0"0"-3143,9-19 146,-7 9 0,6-9 0,-8 13 0</inkml:trace>
  <inkml:trace contextRef="#ctx0" brushRef="#br0" timeOffset="82985">983 7317 14012,'0'-6'7477,"0"2"-7247,8-57 38,-4 68 13,6-10-183,-10 43 0,-9 24-68,4-20 0,-1 2 0,-1 0 1,-2-2 1,0 0 0,0-3 175,-4 8 0,2-5 1725,-2 2-1214,7-52-528,4-47-129,3 5 1,3-7-38,2 11 1,2-1-1,3-1 9,2-2 1,3 0 0,4 2-23,2 7 0,3 2 1,2 5-12,13-6 0,4 11-6,1 15 0,1 13 0,1 14 1,-4 12 2,-3 13 1,-8 10-12,-15-9 1,-5 4 0,-4 1-10,-5 1 1,-4 2 0,-3-2 16,-6 14 1,-4-5 47,-1-12 0,7-20 59,10-30-71,11-25 1,4-13-14,0 5 0,3-3 0,0-1 20,3-3 0,0 0 1,1 2 29,8-12 0,1 7-67,-8 17 0,2 11 0,31 30 3,-28 13 0,-1 8-132,5 12 0,-3 6-1190,-5 10 0,-7 3 753,-8-7 1,-5-3 0,-3-13-1,-4-4 1,-4 5 0</inkml:trace>
  <inkml:trace contextRef="#ctx0" brushRef="#br0" timeOffset="83794">2466 7251 19244,'-14'61'1710,"-1"1"0,0-1 0,15-16-1630,-6 5 1,-5 21 0,2 7-1,9-9 1,16-22-81,37-26 0,20-22 0,-7 5 0,-13 24 0,0-4 0,8-33 0,-1 1 0,0-1 0</inkml:trace>
  <inkml:trace contextRef="#ctx0" brushRef="#br0" timeOffset="86353">3967 7404 18919,'-40'-1'854,"1"1"0,-18-2-815,81 0 0,21-2-291,15-1 0,9-1-109,-11 3 1,5-1 0,-2 2-281,-5 0 0,-1 1 1,-6 4 609,0 4 0,-18 6 280,-50 31-201,-27-7 0,-15 0 34,16-8 0,-3 0 0,3 0-113,5-3 1,2-1-1,5 1 84,-4 5 1,20-6 10,43-21 0,15-9 12,2-4 0,3-7 146,-2-3 0,1-4 1,-6-4 183,-2-11 0,-9-5 30,-8-1 1,-12-1 274,-17 0 1,-9 3 229,-13-14 45,-3 16-1221,27 29 213,39 31-205,2 4 0,3 5-950,5 17 1,-8 8 1176,-22-12 0,-6 3 0,0-3 0,6 0 0,-7-4 0,-26-4 0,0 0 0</inkml:trace>
  <inkml:trace contextRef="#ctx0" brushRef="#br0" timeOffset="88349">1280 8302 9610,'-54'3'735,"0"1"1,1 0 0,-1-1 0,1 1-1,-11 0 1,-4 0 0,13 0 0,33-2 524,48 0 0,18-1-932,-5-1 0,6-2-844,-1 0 0,8 1 0,5-2 1,2 1-1,0 0 528,-4-1 0,0 0 0,1 0 0,2 0 0,4 0 1,4-1-82,-13 2 1,4 0 0,3-1-1,2 1 1,1-1 0,2 1 0,0 0-1,-1-1 1,0 1 0,-1 0 0,-2-1-209,0 1 0,-1 0 0,0 0 0,-1 0 1,0 0-1,0 0 0,0 0 0,-1 0 0,1 0 1,0 0 279,1 0 0,0 0 1,1 0-1,-1 1 0,1-1 1,-1 0-1,-1 0 0,-1 1 1,-2-1-1,-2 0 17,8-1 1,-2 1 0,-1-1 0,-1 1 0,-3-1 0,-2 0 0,-3-1-2479,12-1 0,-3-1 1,-5 0-1,0 1 2328,5-1 0,-3 0 1,-4 0-1,10-3 1,-19 2-1,-35 6 1</inkml:trace>
  <inkml:trace contextRef="#ctx0" brushRef="#br0" timeOffset="95083">2742 9580 14667,'14'-62'2983,"0"0"1,-2 8 0,-3 8-2239,-5 10-773,-4 18-510,0 19 594,12 35-31,-7-3 0,0 6-25,1 11 0,-1 4 6,-3 1 0,-3-1-1,-1-11 1,-2-4 498,-2 3 762,4-33-1132,-1-44-112,0 1 1,1-5 13,-1-13 1,1-3-15,2-3 1,2 1 10,1 12 1,2 5-163,4-8 45,5 54 73,-1 48-14,-6-8 0,-2 4-73,-1 10 0,-1 2-3075,-1 5 0,-2-3 2494,0-18 1,0-4-1,2 16 1,1-42 0</inkml:trace>
  <inkml:trace contextRef="#ctx0" brushRef="#br0" timeOffset="95449">3399 9665 23601,'0'7'1310,"31"-4"-1198,27-7-95,3-1-778,-18 1 761,-29 3 0,-13 1 0,-1 0 0</inkml:trace>
  <inkml:trace contextRef="#ctx0" brushRef="#br0" timeOffset="96673">5138 9617 13670,'5'-50'3060,"-1"-1"0,1 7 1,-8 10-2966,-16 23-39,-32 19-40,18 6 1,0 5-53,-8 4 0,5 8-107,9 22 0,21 6 111,36-9 0,19 0 1,-7-2 92,-9 5 1,-20 0 1,-31-3 1,-18 0-1,-4-20-63,-7-42 0,-8-11 0,-4 25 0,-11 11 0,3-3 0,20-14 0,11-49 0</inkml:trace>
  <inkml:trace contextRef="#ctx0" brushRef="#br0" timeOffset="97984">5428 9854 11614,'15'47'4915,"0"0"0,-1-23-2355,43-26 0,5-18-2392,-35-14-3445,1-10 0,4-8 0,-18 27 2963,-16 27 1,-11 2 0,15 5 0</inkml:trace>
  <inkml:trace contextRef="#ctx0" brushRef="#br0" timeOffset="98476">5967 9944 22638,'17'-1'756,"-8"30"0,-5 24 0,-1 0-740,-1-3 1,-1 0 0,-1 5-15,-3 4 1,0 7 0,-3-3 0,0-10 126,-3-2 0,-5-20 723,-12-38-2073,25-47 1232,2 6 0,0-6 24,3 9 1,1-2 0,0 1 75,-2 3 0,-1 0 1,3-4-79,5-12 1,4-8 0,2 0-1,0 7-35,0 5 0,2 6 1,2 0-3,3-9 0,4 0 1,6 15-28,17 16 0,5 21 3,-8 19 0,1 14 0,-3 0-62,5 3 1,-4 5 76,-8-3 0,-1 3 0,-16 3-24,-28 17 1,-26-3-189,-12-25 1,-16-6 0,-3-2 0,10 2 0,2 16-1,1-3 1,-2-19 0,1-1 0,0 1 0,0-1 0</inkml:trace>
  <inkml:trace contextRef="#ctx0" brushRef="#br0" timeOffset="99385">5444 9789 20364,'-3'-58'1764,"0"17"-1635,-2 75-101,3-3-3,2 6 0,5 1 233,25 11 50,1-3 543,29-28 101,-2-41-409,-5-8-350,-23 4 1,-6-6 164,-9-5 1,-4 0-297,4-8 33,-7-5 39,-9 46-134,1 2-33,-1 1-146,0 2-1788,-2 6-2177,0 6 4144,-1 4 0,1-3 0,2-5 0</inkml:trace>
  <inkml:trace contextRef="#ctx0" brushRef="#br0" timeOffset="100597">6674 9809 16896,'2'-3'6761,"-1"0"-6341,5-4-465,-4 7 62,16 21 39,-4-2 6,15 20 61,16-19 459,11-24 1,4-5-393,-26 4 1,-1-1-26,24-11 0,-7-9 255,-23-24-1892,-32 12 0,-7-2 1495,0-19-12,-15 20 0,-5 7-100,-9 16-29,-18 36 53,31 9 1,5 8-1185,6 13 0,5 1 1240,-1-12 1,9-1 1151,33 9 0,16-9-1141,-2-21 1,5-6-1,-2 3 0,3 1 0,-1-5 31,17-4 1,-2-10 58,-6-17 1,-6-8-68,-17 10 0,-6-5 59,1-23 0,-10-1-50,-11 13 8,-12 1 0,-7 2 159,-27-1 3163,9 4-3470,-1 9-174,63 22 291,-2 2-25,14 1 0,6 0 53,-2-1 1,-2-1 13,-10 1 0,-1 0 339,23-2-62,-60-8-139,0 3 55,-2-4-621,0 10 322,-6 25 0,0 11-289,-1 11 342,6-4 0,0 7 0,2-8 0,-1 2 0,6-12 0,1 0 0</inkml:trace>
  <inkml:trace contextRef="#ctx0" brushRef="#br0" timeOffset="102845">7963 9676 13861,'0'4'9830,"31"-62"-9102,-23 40-762,8-18 0,-2 10-514,-12 44 609,4 17 1,2 9-43,1 5 1,3 2-15,3 12 1,3 0 30,5-7 1,-1-8 355,3-3 1048,11-24-1099,-1-74-240,-12 11 0,2-6-21,-5 7 0,0-3 1,-2 2-95,2-4 0,-3 4-342,-5 2 1,-1 16-1880,4 49-381,5 19-255,-3-4 0,1 2 2871,1-4 0,-1-2 0,5 11 0,-7-19 0</inkml:trace>
  <inkml:trace contextRef="#ctx0" brushRef="#br0" timeOffset="103043">8825 9850 11598,'3'-7'4915,"2"-26"0,-1-8-1577,-4 5-2739,3-6 1,-1 2-651,-6 18-240,1 23 291,-3 55-443,4-19 1,1 4-2969,5 17 0,1 0 3411,-2-17 0,1-4 0,9 16 0,-8-41 0</inkml:trace>
  <inkml:trace contextRef="#ctx0" brushRef="#br0" timeOffset="103231">9018 9363 21237,'-15'17'-1843,"-1"-17"1,23 26-1</inkml:trace>
  <inkml:trace contextRef="#ctx0" brushRef="#br0" timeOffset="103523">9422 9549 24895,'-61'16'72,"81"38"-66,-4-21 0,7 0-38,17-2 0,9 1 0,-5-3-405,-1-1 1,-20 2 436,-55 14 0,-15 1 0,27 2 0,-29-30 0,1 1 0,0-1 0</inkml:trace>
  <inkml:trace contextRef="#ctx0" brushRef="#br0" timeOffset="103743">9335 9576 16656,'2'-4'6564,"14"-2"-6379,-11 40-411,-6 9 0,-3 12 0,0-3-788,0 0 0,-1 1 305,-1 12 1,-2 6-1,2-14 1,3-13-1,8-3 1</inkml:trace>
  <inkml:trace contextRef="#ctx0" brushRef="#br0" timeOffset="104626">9964 9801 19356,'0'-5'5483,"0"2"-5668,-21-17 190,19 19 51,-5-6 398,65 21 84,1-11-174,-16-14 0,-3-9-190,0-25-110,-26 13 1,-6-2 97,-19-19-151,-27 28-50,0 21-68,-7 38 1,10 19-227,30 3 0,17 3-452,6-10 1,10 0 0,9-8 348,2-16 1,9-7-1,3-4 1,-1-3-338,12 1 0,0-5 0,-1-8 784,-2-7 0,-2-7 0,-5-8-338,-10-11 1,-5-6-1,-6 3 565,-5 10 0,-5-1 33,5-31 1,-20 8-221,-55 40-50,8 22 1,-8 9 0,4 0-25,5 0 1,2 3-8,-3 4 0,0 4 1,16 0-397,34 28 1942,12-33-1432,29-20 0,7-16 1718,-17-14 0,-4-14-1587,-3-7 1,0-13 0,-2-2 0,-5 6-71,-6 10 1,-5 3 0,-1-5 138,-1-11 0,-1-9 1,-2 3-1,-4 13 80,-4-10-549,-4 15 185,1 53-14,4 38 0,4 17-1,-3-19 0,1 2 0,0 4 15,1 6 0,0 5 0,0-1 0,-1-5 0,0-6 0,0-4 0,-1-1 0,0 15 0,0 0 0</inkml:trace>
  <inkml:trace contextRef="#ctx0" brushRef="#br0" timeOffset="107748">12734 9420 15956,'16'-51'4276,"0"-1"0,-3 11-4089,4-14 1,-2 13-580,-13 39 471,-13 55-27,1-12 0,-3 6 1,2 1-57,0-1 0,2 1 0,0 2-3,-1-1 0,0 2 0,1 0 0,5-3-88,4 19 0,10-6-552,4-1 0,14-12-2630,15-27 0,13-11 0,-5-2 1796,-8 3 0,2-7 683,1-13 0,8-8 0,-2-4 1,-7-1 2354,0-13 0,-5-4 495,-5 6 0,0-1 0,-4 0-128,0-7 0,-10 1-468,-14-9-997,-26 30-128,-20 33-174,-2 20-163,22-6 0,6 3 124,7 21 184,24-11 6,20-35 0,6-9-72,11-10 27,-3-9 0,-2-9-64,-23 1 0,-6-4 456,-1-11 0,-6-1-583,-5-13-88,-33 10-96,-32 62 42,19 7 0,0 8-40,-6 16 1,6 10-171,18-12 0,4 2 0,5 0-194,-1 11 1,12-2-1557,26 4 0,16-10 2030,18-25 0,3-9 0,-22 5 0,-1-3 0,6-12 0,0 0 0</inkml:trace>
  <inkml:trace contextRef="#ctx0" brushRef="#br0" timeOffset="108437">14276 9716 15631,'11'-52'2613,"0"0"1,-4 3 0,-14 13-2415,-32 35 0,-9 11-171,-4-3-4,13 11 0,-5 7 1,8 3-37,10 0 1,6 4 11,3 13 0,6 0 84,12 11 36,31-32 1,11-12 89,2-19 0,0-11 213,3-6 0,-3-3-236,-6 1 1,-7-2 190,-12-4 0,-10 2-137,-9 8-308,-4 4-62,-9 27 124,-8 26-51,4 21 8,19-17 0,8 1 42,5-9 1,8-4 5,19 0 0,8-12 3,3-17 0,1-11 19,-8 2 1,-3-9 38,-9-18 1,-3-11-1,-6 4-44,-6 10 0,-3-1 7,3-10 0,0-6 1,-1 11 48,10 3-12,22 9-61,-24 35-17,-4 20 1,-3 8-12,1 9-3249,3-4 0,5 6 0,-4-7 1310,3 3 1,3-2 0,-5-9 0,-22-26 0</inkml:trace>
  <inkml:trace contextRef="#ctx0" brushRef="#br0" timeOffset="110078">15365 9740 16275,'-2'-48'2113,"0"1"0,0 0 0,-3-16 0,6 19-2175,5 39 115,9 45 0,2 20-36,-1 1-12,-5-10 1,1 8 0,-4-10 324,-3-3 825,-2 1-912,7-74 1,3-16-216,1 3 18,3-2 1,5-10 0,2 7 11,8 8 1,0 5-62,0-6 1,1 4 2,-4 7 0,0 14-12,14 43 1,-4 16 0,-6-1-10,-2 3 1,5 11 0,-5-9 42,0 7-14,-5-14 1,7-13 5,15-53 0,1-17 5,-20 19 1,-1-3 4,3-6 0,1-6 1,-8 3 451,-4-23-476,-11 30-39,-3-3-275,-7 58 303,4-3-23,6 38-1375,15-17 1,5-1-2477,-9-16 1,0-1 3584,14 11 1,-2-7 0,-11-20-1,-8-9 1</inkml:trace>
  <inkml:trace contextRef="#ctx0" brushRef="#br0" timeOffset="110274">16408 9230 22912,'16'34'0,"-1"1"0,9 20 0</inkml:trace>
  <inkml:trace contextRef="#ctx0" brushRef="#br0" timeOffset="111123">16712 9523 21332,'0'-5'4196,"0"-17"-4179,4 69-9,2-14 1,-1 3 5,0 9 0,1 4 92,3 11 0,1-8 264,-1-22-68,9-10 242,16-67-284,-6 5 0,3-3-173,0 0 0,1 0-56,3-5 0,-2 4-9,5 6-61,0 45 0,2 13-107,11 19 93,-15-7 0,2 4-505,8 8 1,1-5 296,-16-19 1,3-5 82,19 1 1,10-2 0,-6-7 174,-13-8 0,-1-6 8,-1-2 1,3-3 0,-7-3 170,-7-7 1,-8-2 215,2-8-369,-34 4 10,-43 35-44,20 3 0,2 7-26,3 13 1,8 4-14,8 12 75,25-3 0,11-9 485,16-30-703,6 12 434,-10-57 201,-12-12 224,-1-1-492,-4 8-297,-11 23 50,-11 59 74,2 9 1,-1 16-1,1 5 1,-1-4-14,0-9 1,0-3 0,0 1 0,1 3-63,-1 1 1,1 3 0,-1 1 0,1-1-1,0-2 58,0 4 1,2-1 0,-2-3 0,-5-4-86,-4-5 0,-4-5 0,-7 0-217,-11-1 1,-8 0 0,-2-2 0,5-4 0,-1 9 0,-2-8 0,-6-24 0,0 1 0,0-1 0</inkml:trace>
  <inkml:trace contextRef="#ctx0" brushRef="#br0" timeOffset="116301">2574 11127 15265,'-8'3'3644,"2"-1"-2718,2 25-75,-5-7 567,-11 18 415,-4-21-424,-2-18-911,7-26-591,11-26-2,12 21 1,6-1-35,4 1 1,5 2 60,8 6 1,4 9-43,6 11 0,1 12-42,-2 15 1,-7 12-57,-9 21 0,-16 10 110,-14-10 0,-11 3 0,-6 0-203,-2-7 0,-5 0 1,-4-1-1,-1-2 331,-3-5 1,-2-1 0,-2-3 0,0-4 42,-8 4 0,0-6 0,2-11 8,-5-13 0,9-18-34,20-22 1,12-10-26,16-7 1,11 0-15,9 3 1,10 7-9,13 11 0,6 13-6,8 17 1,0 15-25,-18 1 0,-1 7 0,-2 4-312,-1 6 1,-3 4 0,-2 1 341,-3 0 0,-2 0 0,-4-3 0,-3 2 0,-4-5 0,8 11 0</inkml:trace>
  <inkml:trace contextRef="#ctx0" brushRef="#br0" timeOffset="116533">3106 11667 23517,'58'-21'-412,"-1"0"1,-17 3 0,-6 4 0,-2 12 0</inkml:trace>
  <inkml:trace contextRef="#ctx0" brushRef="#br0" timeOffset="117623">4741 11123 12057,'0'-5'4321,"6"-24"0,2-6-2657,-1 10-1356,7-38-118,-28 105 1,-7 25-172,10-30 1,0 4-9,-3 12 0,-4 11 1,5 2-1,13-10 269,18-13 0,9-5 0,-2-1-168,-11 23 0,7-18 222,26-44 0,13-23 1,-11-11-25,-24-13 0,-11-11 0,3 2-471,6 11 1,3 1-1,-4 6 161,-4-6 0,-6 21 0,-11 38 0,9 40 0</inkml:trace>
  <inkml:trace contextRef="#ctx0" brushRef="#br0" timeOffset="118867">5398 11373 13161,'0'-33'4775,"-1"0"0,0 13-4747,4-30 591,-6 87 1,-3 41 0,2-14 568,3-17-922,38-50 1,22-19 0,-6 4-261,-17 13 0,2-1-6,20-11 0,14-8 0,-2 6 0,-18 20 0,-21 34 0,-9 14 0,4 0 0,0-1 0,1 1 0</inkml:trace>
  <inkml:trace contextRef="#ctx0" brushRef="#br0" timeOffset="119839">6527 11263 21338,'-28'-38'582,"0"0"1,4 8 0,0 12-617,-15 32-50,10 24 51,20 16 55,17-19 0,9 0-25,10 6 1,8 0-211,2-6 0,3 0 0,-2-3 109,-4 0 1,-4-1 55,5 8 0,-19-3 90,-61-7 1,-19-7-21,8 2-1301,6-17 0,-9-5 0,14-9 1279,15-26 0,-21-4 0,46 12 0</inkml:trace>
  <inkml:trace contextRef="#ctx0" brushRef="#br0" timeOffset="120285">6866 11318 19048,'0'3'4463,"0"0"-4435,-8 17 101,-7 32-115,4-14 0,2 4-14,4 10 0,9-1 67,11-11 1,7-6-21,9-5 1,7-10 97,11-13 1,1-17 495,-7-26 1,-5-10-561,-9 17 0,-6-2 3,-7-27 0,-11 0 28,-12 5-78,-2 9-1877,2 27-5584,4 41 7427,4 1 0,1 9 0,1-20 0</inkml:trace>
  <inkml:trace contextRef="#ctx0" brushRef="#br0" timeOffset="120839">7472 11515 25359,'4'44'-36,"0"0"1,1-6 0,-1 7 7,2 4 0,0 13 0,1 5 0,0 0 0,-1-6-416,-1-7 0,0-4 0,-1 0 0,1 0 439,2 3 1,2 1 0,-3-3 0,-7-9 222,-12-6 1,-4-12-214,1-14 21,-5-37 0,-1-27 1,4-2 6,10 2 1,6-2 0,-2-2-5,-4-2 1,-1 0 0,3-4 10,4 1 1,3-4 0,1 2 0,1 8-13,1 1 0,3 3-13,4-6 0,5-3 0,5 10-35,10 16 1,5 7 7,1-5 1,6 10 122,19 17 1,-1 16-222,-18 8 1,-5 8-9,7 10 0,-11 8 124,-27 3 0,-17 0-141,-19-13 1,-13-2-1,-1-4-963,-12 2 1,-4-6 674,10-11 0,-3-3 1,7-4-1,-11-5 1,28-8-1</inkml:trace>
  <inkml:trace contextRef="#ctx0" brushRef="#br0" timeOffset="121550">8208 11499 22464,'18'32'810,"0"-1"0,13-14 1,4-14-618,11-30 0,0-14-143,-5 8 1,-7-4 72,-11-10 1,-14 0-38,-20 13 1,-7 2-87,-7-17-20,-10 34 1,-4 13 14,-7 41-1,17-5 0,5 3-25,6-2 1,10 3 16,16 22 0,16-2-6,6-20 1,11-6 0,7-3 0,9-1 1,-4-8 20,-1-6 1,-1-8 14,15-3 0,-13-15 50,-40-25 0,-12-5-56,-1-6 127,-8 4 0,-5-7 1,3 7 18,2-11-138,3 11 1,7 4-9,25 15-22,4 15 0,6 9 33,8 26 0,0 11-84,-4-7 1,-2 5-505,-10 9 1,-4 8 0,-6-7 0,-2 15-1,-10 3 1</inkml:trace>
  <inkml:trace contextRef="#ctx0" brushRef="#br0" timeOffset="122735">9395 11413 18442,'0'-56'2688,"0"0"1,9-1-2666,12 105-12,7 3 0,3 2-11,-12-20 0,2-1 48,8 4 1,6 0 0,-5-15 1020,5-27-839,19-6-20,-42-34 1,-10-13 18,4 0 1,-2 0-202,-3 9 0,2 5-510,11 0-515,6 81-3919,3 12 1,2 5 4535,-7-17 0,-1-2 1,4 7-1,-3-7 0,-6-18 1</inkml:trace>
  <inkml:trace contextRef="#ctx0" brushRef="#br0" timeOffset="122925">10140 11401 23864,'-14'-38'770,"0"0"1,-7-1-800,18 95-1475,10 1 1,4 6 1503,-3-7 0,1-1 0,1-5 0,1-6 0,1-4 0</inkml:trace>
  <inkml:trace contextRef="#ctx0" brushRef="#br0" timeOffset="123099">10210 11074 21685,'6'16'0,"-1"-3"0</inkml:trace>
  <inkml:trace contextRef="#ctx0" brushRef="#br0" timeOffset="123407">10704 11187 24458,'-43'16'44,"0"1"1,0 0 0,-16-4 0,19 8-2,49 18 0,25 13 0,-1-6-46,-10-11 0,2-1-10,5 4 0,4 3 0,-9-1-365,-10 10 0,-13-8-770,-18-13 1148,-21-2 0,-4-8 0,6-17 0,-27-14 0</inkml:trace>
  <inkml:trace contextRef="#ctx0" brushRef="#br0" timeOffset="123596">10486 11377 9145,'19'-35'4915,"1"0"0,-5 11-2054,19-29-2552,-36 60 44,-13 24 0,-7 10-325,3-7 0,-3 4-637,-4 9 1,-2 6 0,2-1 608,7-8 0,2-2 0,0-1 0,-6 8 0,3-4 0,7 12 0</inkml:trace>
  <inkml:trace contextRef="#ctx0" brushRef="#br0" timeOffset="124501">11095 11354 21097,'-27'7'3658,"13"13"-9179,10 32 5667,20-22 740,20-14 1,5-10-696,1-22 66,-6-22 1,-7-6-112,-15-3 367,-5 5 1,-11 3-268,-50 11-268,17 24-6,-3 9 0,2 13-349,16 18 0,8 12 0,7 0-1136,14 15 1,10 1 1858,-11-14 1,1 2-1,11-7-1059,16-9 0,10-6 0,3-9 457,0-11 0,3-8 0,1-2 246,5-3 1,2-3-1,0-5 505,-10-2 1,0-4 0,-1-2 0,-3-2 197,4-5 0,-4-3 0,-7-3 421,-1-22 1,-17-1-903,-26-4-78,-51 35 1,-14 15-130,27 10 1,1 9-16,-14 14 1,-3 9 0,13 3-109,23 5 1,7 1 97,-16 8 1,17-4-6,55-12 0,17-14 64,5-25 43,-21-11 1,7-9-1,1-4 1,-10 1-22,-5-8 1,-6-4 187,5-6 1,1-7 0,-8-4 79,-13 7 0,-7-5 0,-2 0 0,-1 6-41,4-12 1,-1 0 20,-1-4 0,0-5 0,-3 21-102,-3 29-212,0 24 22,0 40-42,2 12 1,2 14 0,0-5-18,1-6 0,2 3-1130,0-8 0,3 9 0,1 4 1,0-3-1,-1-11 1022,4 5 0,0-6 0,7 15 0,-2-12 0,-10-31 0</inkml:trace>
  <inkml:trace contextRef="#ctx0" brushRef="#br0" timeOffset="132433">14156 11320 21377,'7'-60'1101,"0"1"1,0 2 0,-3 24-906,-9 58 28,-11 35-163,3-14 1,-4 9 0,0 0-62,2-2 0,0 1 0,0 1-10,3-7 0,-1 2 0,3-1 0,6-2-39,4 0 1,6-2 0,9-5-560,21 4 1,12-12-993,-6-19 0,5-6 0,1-6 1068,5-5 1,1-6-1,-4-1 1,-1 1-1,-4-1 1,-12-3 0,1-1-1</inkml:trace>
  <inkml:trace contextRef="#ctx0" brushRef="#br0" timeOffset="133669">14823 11603 14012,'0'-3'9494,"0"1"-8828,-44-20-403,25 28-128,-28-11 22,50 34 111,30-4-159,-2-20 1,5-7-1,7-8 1,0-7 27,1-8 0,-5-5 22,-7-3 1,-8-3-48,-11 4 0,-9 1-22,-27-12-40,-28 28-67,16 22 1,-1 9 7,-2 10 1,6 8-3,4 9 0,10 5-96,10 4 1,13-1-200,16-1 1,12-6-191,19-7 1,10-11 347,-13-15 1,3-6-1,2-5 69,2-4 0,0-5 1,-1-4 156,-6-3 1,-1-3-1,-5-3 95,10-12 1,-9-3 25,-16 4 0,-9-1 166,-9-27-108,-25 20-150,-16 17-29,-20 37-67,21 4 0,2 7 90,-2 9 1,3 5-119,6-1 0,8 1 20,11-3 0,9-4 42,41 8-43,-10-30 1,4-8 39,5-8 0,-1-8 45,-4-7 0,-4-6-17,-7-4 0,-6-4 8,-8 4 1,-6-1 89,-5-17-28,-9 24-123,-12 28-29,-13 35-5,13-7 1,2 2-4,3 6 1,8 1 16,12-3 0,11-5-6,12-8 1,7-8 11,9-7 0,2-8 22,-2-6 0,-1-6 62,-8-7 0,-5-5-37,-10-5 1,-6-4-7,-8-2 1,-6-1 90,-7-29-23,-6 23-174,2 21-44,3 23 83,16 15 18,22 7 10,-3-10 1,6-3-4,5-5 1,1-4 39,-2-5 0,-2-5 87,13-21-28,-33-6 0,-23 5 11,-4 11-107,-2 13-5,7 30-72,2 27-645,4-7 0,0 5 717,1 13 0,1-1 0,-1-22 0,0-3 0,-2-3 0,1 0 0</inkml:trace>
  <inkml:trace contextRef="#ctx0" brushRef="#br0" timeOffset="144809">16808 11606 7335,'-1'-56'9830,"0"61"-4710,-8 2-4913,-4 37 0,1 30 1,0-4 640,-6 4 0,15-25 273,37-51-1054,-4-31-42,11 3 0,18-7 1,1 7-1,-12 21-737,-14 36 1,-1 15 287,6-13 0,8 3 0,-2 1 0,-14 0 0,-16 14 0,-8-4 0,15 0 0</inkml:trace>
  <inkml:trace contextRef="#ctx0" brushRef="#br0" timeOffset="145573">17485 11836 10898,'-2'-8'9667,"1"1"-7549,18-53-125,-11 28-2030,3-3 1,-1 5-14,-7 22 112,-8 52-536,4 15 1,1 6-96,0-21 1,1 1-852,2 21 1,3-6 1419,11-21 0,-7-18 0,1-7 0</inkml:trace>
  <inkml:trace contextRef="#ctx0" brushRef="#br0" timeOffset="145803">17616 11364 17994,'-2'-3'1938,"0"0"-5338,-9 9 3400,16 12 0,-14-9 0,16 8 0</inkml:trace>
  <inkml:trace contextRef="#ctx0" brushRef="#br0" timeOffset="146808">17866 11619 18913,'2'-4'4890,"13"23"-4857,-11-1 40,6 24 0,-2 9-26,-5-13 1,-1 0-26,1 13 1,-1-1 374,1 10 926,1-42-1021,6-45-210,4-11 1,4-5-32,-1-1 1,2-1-6,1 6 0,2-2 0,-1 5-48,-2 6 1,1 5-9,26-14-95,-2 68-79,-8 16-459,-8 7 0,4 5-1318,-4-18 0,1-1 0,4-2-381,0-4 0,3-2 0,2-5 1981,1-2 0,2-4 0,1-9 1205,20-16 1,-4-14 1273,-14-7 0,-6-10-207,-10-2 0,-2-6 1,-4 4-1569,-1 3 0,-6 1-79,-5-15 0,-13 12-223,-19 33-18,-11 16 1,-3 9-23,0 7 0,2 8-28,-4 14 1,6 5 4,14-8 1,8-1 101,11 20 425,48-56 68,-13-38 114,-6-13 1,-2-3-474,-2 1-185,-12 6 0,-5 16-39,-8 35 14,0 30 0,-2 14-11,-2-15 1,-2 3 0,0 5-306,0-1 0,1 5 1,-2 3-1,1 2 0,-1-2 243,0 1 1,0 0 0,0 0 0,-1 1 0,0-1-5,-1 3 0,0 0 1,0 0-1,-1-2 0,0-4-868,-5 15 1,-1-5 0,2-7 933,2 1 0,-2-23-20,-12-52 26,22-16 0,10-15 1,4-3-680,3-3 1,5-5 0,2-2 0,-2 4-250,0-5 0,-1 2 1,6 0 640,4 4 0,6-3 0,-1 5 0,-6 18 0,4 12 0,7 3 0</inkml:trace>
  <inkml:trace contextRef="#ctx0" brushRef="#br0" timeOffset="149288">1804 12993 14846,'-4'0'8173,"1"0"-7630,-16-60-263,34 10-233,-15 5 1,4 0-1,19 11 1,7 7-43,-3 7 1,2 5-17,5 7 0,1 7-31,-1 12 0,-3 9 3,-3 10 0,-7 7 19,-5 14 0,-10 2 42,-6-9 1,-7-1 55,-9 4 1,-6-6 313,-27-2-28,11-17-151,10-27-152,39-12-55,21 0 5,30 12-20,-21 14 1,0 8-3,-1 16 0,-7 8 11,-10-1 0,-11 4-6,-17 13 1,-18-2-21,-20-15 1,-12-8-513,13-14 1,-2-4 0,0-7-29,-14-9 1,4-8 0,15 3-1,8-3 1,7-21 0</inkml:trace>
  <inkml:trace contextRef="#ctx0" brushRef="#br0" timeOffset="149519">2646 13191 25427,'50'-19'-1967,"0"0"1,-5 1 0,-13 6 0,-25 11 0</inkml:trace>
  <inkml:trace contextRef="#ctx0" brushRef="#br0" timeOffset="153217">4711 12984 13127,'1'-50'4915,"0"1"0,0 2-4266,-1-11 1,0 20-644,-1 53 13,-2 16 1,0 10 2,-2 17 1,-2 6-10,1-16 0,-2 2 0,0-1-6,-1-3 1,-1 0-1,0-4 49,-3 6 0,-1-7 858,-7 6-707,6-62-168,8-48-11,8 8 0,3-8-8,1 12 1,2-3 0,3 1 7,0 2 0,3 0 0,5 2 3,11-5 1,5 0 0,2 9-43,3 4 0,5 8-10,-1 11 1,4 4-1,-2 11-13,2 16 1,-4 13-26,-4 11 0,-13 11 36,-21-4 1,-10 5 0,-7 0-172,-11 7 1,-9 0 0,-5-3 219,-5-3 0,-5-4 0,-1-4 48,3-7 1,-2-5 0,4-7 45,-2-9 1,8-11-59,14-20-12,59 2-47,3 23 0,6 9-5,-6 3 0,2 4 0,1 2-414,8 7 0,2 3 0,0 2-2042,-9-8 0,1 2 1,-1 0-1,-2-2 2041,3 1 0,-2-1 1,-3-3-1,11 5 0,-8-6 1,-14-9-1</inkml:trace>
  <inkml:trace contextRef="#ctx0" brushRef="#br0" timeOffset="154002">5627 13153 15373,'2'-8'7606,"-1"2"-7398,-1 6-91,-6 0 46,15 25-18,7 0 180,24 13 168,13-23 67,1-32-33,-11-27-387,-29 10 0,-7-3-51,-8-1 1,-6 1-40,-8 5 1,-6 4-32,-8 7 1,-5 10-17,-1 15 0,0 10-1,3 10 1,6 9 0,8 11 0,10 6-113,14 7 1,11 1-422,1-17 1,5 0 0,4-4-686,7 0 1,4-3 0,4-6-411,5-6 0,4-6 0,1-7-449,4-6 1,0-8 0,0-4 1605,-5-6 1,-2-4 0,-4 0-1,4-4 1,-7 1 0,4-12-1</inkml:trace>
  <inkml:trace contextRef="#ctx0" brushRef="#br0" timeOffset="155706">6505 13153 22968,'0'-25'1176,"13"89"-1168,-12-21 1,5-15 2635,29-68-2644,4 35 0,16 9 0,5 4 0,-8-4-387,-7-7 1,-4-1-1,4 4 1,9 6-1,6 3 1,-3 7-1,-13 7 1,-23 20-1,-1 1 1,0-1-1</inkml:trace>
  <inkml:trace contextRef="#ctx0" brushRef="#br0" timeOffset="159435">7838 13142 18834,'-13'-57'1191,"-1"0"1,1 0 0,-5-14 0,-7 20-1108,-32 44-59,26 43 0,5 18-51,5-1 0,4 7 0,1 5-559,6-16 0,1 3 1,2 3-1,-1 1 0,1 0 93,1-3 0,1 1 0,0 1 0,0 0 0,0 0 0,0 0-66,0 9 0,-1 1 0,1-1 1,-1-1-1,0-3 683,-2 6 0,0-1 0,-2-4 0,-2-5 106,-1-2 1,-3-4-1,-4-22 21,-25-42 48,24-34 0,10-19-95,8 9 0,6-5 1,3-1-301,1 13 0,1-2 0,3 1 0,3 2 82,2 2 0,3 1 1,3 1-1,1 3-94,10-11 1,4 4 0,3 3 345,1 6 1,4 3-1,1 3-258,-1 4 1,1 2-1,0 2 37,-2 4 1,-1 1 0,-2 2 330,10-4 0,-5 2 368,-13 6 0,-5 1 739,-1-1-1299,-31 18 719,-23 34-865,7-4 0,2 5 248,-1 8 0,6 1-284,7 2 0,9-2 95,11-10 0,7-7 207,10-13 0,3-9 244,2-13 0,-1-10 8,-6-11 1,-6-6-259,-10-9 1,-10-3-107,-9 0 1,-8 1-105,-5 6 1,-3 3-185,-20-10-1608,10 33 1731,15 34 0,9-9 0,3 12 0</inkml:trace>
  <inkml:trace contextRef="#ctx0" brushRef="#br0" timeOffset="159986">8664 13351 15182,'0'-7'4520,"-13"-36"1,-5-8-3508,2 12-963,-2-11 1,2 6-197,12 34 141,37 38-63,-5-3 1,3 4-221,12 13 0,0 3 41,-5-1 1,-9 2 296,-14-7 1,-12-4 430,-33 0 326,-23-67-684,18-8-89,33-7 0,15-3-141,14 16 0,8 4-1520,14-7 0,5 5 1061,-3 9 1,-1 7 0,-13 5-1,-5 4 1,2 4 0</inkml:trace>
  <inkml:trace contextRef="#ctx0" brushRef="#br0" timeOffset="169525">9469 13194 20380,'-4'-53'1871,"-21"29"-1767,-10 54 0,-4 20-93,11-19 0,-1 2-15,-3 7 0,-1 6 1,13-1-205,22 2 1,10-3-59,-6-6 0,10-5-1474,18-8 0,13-4 0,1-9-1537,2-15 0,1-10 0,0 2 2910,12 7 1,-1-6 366,-8-16 0,0-10 0,-16 2 5719,-15-9-4020,0 7 1,-6-1 2524,-20-4-1917,-3 19-1337,-2 3-948,-1 18 1,0 26-18,4 9-16,15 10 129,10-18 122,29-25 253,-1-29-98,-24 0 0,-3-5-87,-7 1 0,-4 0-34,-8-27 146,-22 10-218,-22 34-213,1 20 11,-9 33-17,30-1 1,6 5-94,1 5 1,6 3-286,4-1 0,10-1-2184,22 0 0,11-7 2579,-3-18 0,2-5 0,0-1 0,-1-6 0,5-10 0</inkml:trace>
  <inkml:trace contextRef="#ctx0" brushRef="#br0" timeOffset="170275">10546 13197 23360,'-26'43'67,"0"0"0,2-1 1,4 2-43,7 3 0,3-2-3445,-5 10 3476,9-31 1594,7-80-1575,5 20 1,4-2 424,6-23 0,9 2-489,9 17 0,2 5-17,-10 6 1,4 10-32,24 26 1,-3 18 14,-17 21 1150,-14-4 1,0 7 0,-6-4-1067,-6 17 296,-10 1-313,5-80-45,11-40 31,10 11 0,9 4-68,-5 23 1,4 7 22,13-2 0,-2 13 19,-17 19 1,-2 12-6,5 13 0,0 9 0,-5-9 0,-4 0 0,6 2 0,1 0 0</inkml:trace>
  <inkml:trace contextRef="#ctx0" brushRef="#br0" timeOffset="171444">11613 13332 24424,'-37'3'1614,"70"-42"-1519,-13 16 269,14-26 0,-11-3-314,-36 13-75,-37 45 0,-6 18 25,15 8-422,30 11 1,6 19-1,8-1 1,9-17-372,16-22 1,12-10 577,3 3 1,9 1 0,1-5 0,-8-12 362,5-27 1,-7-16 476,-3 1 0,-1-5 1,-9 5-377,-11 4 1,-6 17 41,-8 26-291,-10 20 11,-4 21 0,-2 15 1,1-5 7,3-15 1,1-2 204,-9 26 0,11-14 168,24-45-267,14-39 0,8-28 0,-1 6-86,-4 13 0,2 2-30,7-12 1,5-2-1,-6 29-20,-11 50 0,-5 15 5,-7-14 1,1 2 16,8 12 0,4 6 0,-2-15 6,15-23-1126,-6-37 1,5-22 0,-9 1 1119,-14 10 1,-6-6 13,-2-2 1,2-12 0,-1-4 0,-2 2 0,-5 11 184,-6-9 1,-3 4-208,6 9 1,2-2 0,-12 14-2271,-36 14 2267,23 45-3,-6 1 0,1 9-178,15 22 0,10 12 1,3-7 154,0-16 1,5 2-231,1 0 1,4 10 0,3 4 0,1-5-1,-1-10-456,10 1 1,4-6-1622,3-1 1,4 1 0,-5-8 2332,7 1 0,-6-16 0,-27-17 0</inkml:trace>
  <inkml:trace contextRef="#ctx0" brushRef="#br0" timeOffset="171756">12637 13090 23383,'50'-31'1204,"-18"5"-1036,10 19 0,14 4 0,-1 0-47,-7-5 1,-1 0-1,-3 0-132,5 2 0,-3-1-62,8-4 0,-13 3-3327,-29 8 3400,-8 4 0,-3-3 0,-3 3 0</inkml:trace>
  <inkml:trace contextRef="#ctx0" brushRef="#br0" timeOffset="172699">14380 13225 15076,'9'-49'1582,"1"0"0,0 0 1,-1 1-1,0-1 0,0 3 1,-1 6-1387,9-20-286,-13 63 227,-3 22 1,-3 15-54,0 8 0,-1 8 0,1-1-75,1-6 0,0 0 1,-1 3-87,1 0 0,-2 5 1,1-2-1,2-5 74,2 10 0,2-5-14,0-2 1,7-7 13,10-16 0,9-11-162,9-19 1,6-10 0,0-2-455,10 0 1,2-4 618,-11-3 0,5-4 0,-1-1 0,-9 4 0,-8 3 0,-4 2 0,6-6 0,1 1 0</inkml:trace>
  <inkml:trace contextRef="#ctx0" brushRef="#br0" timeOffset="174776">15157 13260 25685,'-12'34'56,"1"-1"0,1 11-37,12-10 1,7-4 154,23-5-6,3-22 0,3-6 16,16-9 163,-5-26 1,-5-7-287,-17 8 93,-7-19 0,-11-1-42,-32 13-95,8-8-23,-18 36 1,-3 11-17,2 19-4,-4 2 1,1 10-110,18 16 1,8 11 0,1-5 41,-5-12 1,7 0-715,18 20 1,13 8-1,7-17-285,7-29 0,11-12-738,7-2 0,12-5 1,2-2-1,-9-3 1880,4-4 1,-2-8 146,-10 0 1,5-5 0,-2-2 0,-10 0 809,-6-7 1,-9-3 981,-3-13 0,-5 0-3127,6-7 1300,-34 3 151,-21 47-245,-17 30 1296,11 1 0,1 7-1381,1 9 0,9 5-17,15 7 1,9-1 33,10 6 70,31-45 0,9-18 75,-12-29 1,-3-9-93,6 10 1,-4-2 1057,-7-10 0,-8 3-529,-10 14-369,-9 14-247,-32 37 29,14-8-18,-11 20 1,5 7-56,34 18 50,-9 1 0,36-19 28,-2-48 0,2-10 22,3-5 48,5-14 0,-7-9 70,-35 9 0,-5-2-112,9 4 0,-4 1 22,-18-16-27,16 36-46,10 4 3,23 0 1,5 1 25,11 0-1,6 0 1,-2 0 16,-22 2 23,11-2 106,-43 1-89,-3 2 0,-2-1-146,-3 21 86,-1 19 1,-1 6-76,1 13-666,9 6 0,14-7-583,19-38 0,6-8 1344,-12 7 1,0-4 33,14-14 0,-2-15 521,-11-24 0,-6-5-213,5-4 3,-11 13 1,2-5 0,-4 7 170,-3 4-583,1 2 107,-20 67-65,-3 13 0,0 6 3,2-12 0,0 1-3,1 18 1,4-8 35,7-24-1637,34-50 1,7-16 1614,-13 8 13,1-8 0,7-7 1,-7 8-47,7 7 10,6 2 1,-8 58 8,-28 3 1,-3 3 4,2-7 1,1-2 3400,12 28-3375,24-70 20,-18-11 0,1-8 43,-1-1 0,3-4 1,-4 2-17,2-5 1,-3 2 61,2-6 1,-8 8-138,-17 25-23,-16 56 12,2-10-6,-2 1 0,4 6-1515,13 13 1,5-4 215,-3-4 1316,13 0 0,0-11 0,-12-31 0,7-2 0</inkml:trace>
  <inkml:trace contextRef="#ctx0" brushRef="#br0" timeOffset="174957">18075 13006 23276,'-35'3'-1277,"3"-14"0,40 34 0</inkml:trace>
  <inkml:trace contextRef="#ctx0" brushRef="#br0" timeOffset="175923">18413 13243 19451,'8'-7'6374,"-4"29"-6229,-7 18-86,2-3 0,0 2-12,0 0 1,2-3 596,1 16 499,12-42-1115,-4-22 11,14-26 0,3-5-17,4 0 8,3 12 0,8-3 0,-3 8-47,16 2-17,-3 11 1,-1 15-6,-25 26 0,-5 11-31,-4-8 0,-1 2-143,-1 14 0,1 1-196,0-14 0,3-5 129,19 8 221,24-35 1,4-11 91,-11-6 36,-9-4 0,6-8 1,-10-5 526,-9-18 0,-23 2-573,-53 6-18,28-12-2,-34 62 0,-1 22-9,33 2 1,13 5 5,11 4 0,6 0 11,-7-3 0,5-4 190,22-7 1,3-11-129,-2-17 154,-1-23 0,-3-7-209,-12 5-18,7-2 0,-16 54 0,-5 17 0,-1 9 0,-1 12 0,-1-19 0,0 9 0,0 5 0,1 4 0,-2-1 0,1-3 0,-2-6-326,0 7 1,-1-7 0,-1 1-1,0 5 266,0-1 0,1 7 1,0 2-1,-2-1 0,-3-5 1,-5-7-134,-11 9 1,-7-9 0,-1-4 167,4-8 1,-2-3 0,-6-11 63,-13-16 0,-7-13 1,7-4-32,9 2 1,10-13-72,15-24 0,9-21 0,6-10 0,7-2 0,4 10-28,9 4 0,9 6 0,3 0 0,-2-4-341,-5 1 1,-2-3 0,1-1 0,2 1 0,1 3 431,4 5 0,3-1 0,1 3 0,-3 5 0,-7 8 0,-1 4 0,-4 3 0,8-11 0,-1 0 0</inkml:trace>
  <inkml:trace contextRef="#ctx0" brushRef="#br0" timeOffset="183883">18631 9696 23892,'-22'-11'756,"37"8"-697,21 4 0,10 0-43,9 0 1,5-2 3,-4-4 1,3-2 0,-3-1 46,4-4 0,-4-2 28,-1 0 1,-9-6 94,-14-26 1,-45 1 268,-6-4 404,-13 9-606,15 23-223,7 7-157,11 10 151,40 22-31,-1 1 0,4 5-50,7 11 0,-5 8-449,-9 8 1,-16 6-3204,-28 3 0,-15-2 3222,-4-14 1,-6-6 0,-3-8 0,3-7 0,13-10-1</inkml:trace>
  <inkml:trace contextRef="#ctx0" brushRef="#br0" timeOffset="184567">20000 9138 14633,'3'-7'8699,"-2"1"-8228,25-49-247,-21 67 84,12-7-226,-18 31 0,-12 23 0,1 0-75,5-7 1,1 1-1,2 0-9,-2 6 0,1 0 1,8-3-180,8-9 0,6-3 0,5-7-1290,16-3 1,7-8-2473,9-1 0,1-8 3264,-10-12 1,-4-5-1,10-5 1,-32 0 0</inkml:trace>
  <inkml:trace contextRef="#ctx0" brushRef="#br0" timeOffset="184987">20678 9625 19736,'-10'-51'1628,"1"0"0,1 9 0,-5 9-1477,-23 23-101,-1 27 1,-2 10-34,6 2 0,2 3-59,-7 10 0,8 2 14,20-10 0,11-3-118,44 4 216,-7-34 0,3-9 103,0-6 1,-2-8 297,1-21 0,-7-5-135,-14 13 0,-6 1-149,-2-2 1,-4 4-210,-6 6-57,-6 37 90,-5 31-87,5-10 1,2 3-1068,-1 10 1,3 2-3774,4 1 1,3-4 2665,2 14 0,3-19 0,-9-34 0</inkml:trace>
  <inkml:trace contextRef="#ctx0" brushRef="#br0" timeOffset="185494">21134 9329 16572,'-3'-50'4626,"1"0"1,0 6-4286,0-10 1,0 14-460,2 38 186,4 55-49,0 6 1,0 9-22,-2-24 0,0 1 0,-1 2-6,0 11 1,0 2 0,-1-4 9,-3 1 1,-1-5 64,-1-8 1,2-20 469,4-27-503,12-34 0,9-17-37,-1 8 0,1 1 0,0-5 0,3 7-19,20 12-46,-10 60 1,1 26 0,-24-10-1023,-65-22 1,-4 1 1089,66 36 0,-1-4 0,-50-41 0,-19-14 0,15-8 0,26-11 0</inkml:trace>
  <inkml:trace contextRef="#ctx0" brushRef="#br0" timeOffset="198092">21673 9551 11654,'-9'-2'9012,"2"1"-7797,14 11-1036,-4-6 1502,30-1-449,9-48-1126,-7 23 129,-12-22 1,-9-6 72,-20 5-257,6-12 285,-17 22-476,9 33 145,-31 42-1143,23-3 0,3 10 0,-1-3 1138,-8-3 0,7 2-572,20 2 1,11 9 0,5-3 0,-2-15 571,14-8 16,5-3 1,10 2 0,-6-15 50,-10-25 1,-4-10-66,7-1 1,-2-1 8,-4-1 1,-2-5 40,-2-14 0,-2-8 0,-4 4 1,-6 9 1,-3-1-408,2-9 0,0-10 0,0-1 0,-5 10 356,-3 4 1,-4 1 101,0-14 1,-1-8 0,0 12-27,0 1 697,1 13 1,-1 2-631,1 0-117,0 22 6,0-17 2279,0 26-2363,0 6 3257,0 1-3246,-1 9 33,0 7 12,1-3 16,1 2 1,-1-12-57,1 0 34,-1 10 11,2 6-11,-1 43 0,1-19-10,-2 1 0,0 15 1,0 3-1,0-6-89,-1-3 0,1-4 0,0 5-1482,2 8 1,1 7 0,0-2 0,1-7 442,-1 9 1,4-7 1137,8-3 0,2-11 0,-6-18 0,7 8 0</inkml:trace>
  <inkml:trace contextRef="#ctx0" brushRef="#br0" timeOffset="198558">22576 9481 24139,'24'-9'1136,"22"-13"-839,-15 2 1,1-2-97,17-13-14,-30 5 1,-9-1-14,-22 0-140,-9 0-1,-29 20-27,6 24-40,11 19 1,4 8-29,13-10 0,5 2-602,2 30 1,11 1-628,12-25 0,10-3-1986,7-6 0,8-1 0,-3-4 2106,-5-4 1,0-4-1,15-4 1,-9-5 0,-28-7-1</inkml:trace>
  <inkml:trace contextRef="#ctx0" brushRef="#br0" timeOffset="198970">23211 9593 10394,'15'-41'2457,"0"0"1,0 0-1,6-12 1,-14 8 1647,-47 11-3752,-24 29-306,16 16 1,1 12-43,6 21 1,7 7-20,9-14 0,8 2-31,11 10 1,15-7-96,20-25 0,9-10 148,8-9 0,1-7 76,2-2 0,-3-9 28,-12-5 0,-3-8 0,-7-8-530,-12-9 1,-8-10 0,-4-5 0,-1 1 0,2 9 478,3 3 1,1 6 0,-3-6-59,-4 1 1,-2-8 0,-1-1 0,-1 5-1,0 11 372,-4 3 1,1 10-96,-1 1-286,0-7 9,24 76 0,7 26 5,-7-20 0,-1 7-166,-4-1 0,1 14 0,-1 7 0,0 1 1,0-6-1,-2-12 0,3 10 0,-1-2 1,-6-10-1,-1 0 0,1 1 0,0-1 1,-1 0-1</inkml:trace>
  <inkml:trace contextRef="#ctx0" brushRef="#br0" timeOffset="202337">24968 9555 19182,'-46'-45'795,"0"0"0,0 0 1,-9 9-1,-3 7 1,3 17-724,-1 31 1,3 16-75,13-11 0,0 2 1,5 4-19,-6 21 0,18 2 56,23-16 1,14-5 52,22-3 1,12-11-1,-4-15 1,4-9 0,0-9 79,-4-8 1,1-9-1,-2-4 1,-3 2-1015,2-2 1,-4 0 0,-3-7 866,-5-8 1,-2-8-1,-4-2 1,-5 4 51,-5 3 1,-5 3 0,-1-1 149,2-7 0,-1-1 0,0 6-137,-1-3 0,-1 11-182,-1 13 112,-7 79-10,-6 0 1,-2 11-1,-1 1-22,2-5 0,1 0 0,0 5-379,1-8 0,0 5 0,0 2 0,3-2 0,2-6 89,3 7 1,4-5 0,6 0-213,8 5 0,6 0 0,8-13 1015,3-19 1,6-10-1,1-6-487,8-7 1,2-8-1,-3-5 45,-8-2 0,-2-5 1,-4-6 124,1-12 0,-3-8 0,-9 2 68,-6-1 0,-10 0 36,-6-9 1,-11 5 39,-23 8-274,-24 36-43,22 29 0,3 9 3,5-5 1,3 4 998,-2 19 0,10 0-870,26 1 28,2-13 135,40-50-124,-32-13 0,-3-7-16,4-7 0,-1-2 44,-6 3 0,-4 2-56,1-11-201,-13 45 16,-1 58 45,12-18 1,7 2-7,-2 1 1,8-3-20,23-7 0,7-17 30,-5-28 1,-1-13-3,-3 5 0,-4-11 4,-16-10 0,-3-12 1,-4-4-1,-2 6-289,-4 3 0,-3 3 0,0-3 287,0 0 1,1-2 0,-1-1 0,-1 4 255,2-23 0,-3 11-266,-1 11-84,-11 40 83,-5 52 0,0 8 1,-1 13 0,4-2-51,3-19 0,4-3 1,3 5-1523,6 14 1,5 8 0,3-1-1,-2-11 1080,2-4 0,4-7 91,3-4 0,3 0 0,-1-12 321,7-18 1,-21-5 0,10-2-1</inkml:trace>
  <inkml:trace contextRef="#ctx0" brushRef="#br0" timeOffset="202840">26252 9350 21180,'53'-9'-2,"0"1"1,0-1 0,0 1 0,-8-17 0,2 2 47,11 18 1,14 8-1,-2 1 1,-16-8 442,-15-8 1,-19-6 753,-53-31-1023,2 42 1,-7 10-191,-25 7 1,2 14-24,12 24 0,25 8 209,42-10 0,16-3-40,-14-12 1,6-12 41,19-26 1,10-19 0,-12-3 72,-23 2 1,-4-1-192,9-18 1,-9 18-157,-17 36 56,-5 48 0,-1 12 0,-3-14 0,4 6 0,1 0 0</inkml:trace>
  <inkml:trace contextRef="#ctx0" brushRef="#br0" timeOffset="260065">19870 10212 24575,'23'0'0,"25"0"0,-10 0 0,4 0 0,15 0 0,4 0 0,-14 0 0,2 0 0,0 0-786,5 0 0,0 0 0,2 0 786,3 1 0,0-1 0,4-1 0,-3-1 0,3-1 0,0-1 0,-4 1 0,3 1 0,-3-1 0,2 0 0,-5-1 0,2-1 0,-1 0 0,-4 1 0,-6 0 0,-2 0 0,-2 1 377,23-2 0,-2 0-377,-3 0 0,-1 1 0,-5 0 0,-1 1 0,-6 0 0,1 1 0,11 0 0,-2 0 0,-17 0 0,0 0 194,23-2 1,-2 0-195,2 0 0,-3 0 0,-2 2 0,-2 2 607,-16 0 1,2 0-608,-9 0 0,-1 0 0,18 0 0,-3 0 0,1 0 0,16 0 0,-23 1 0,3 0 0,17 2 0,1 1 0,-5 0 0,1 1 0,-14-2 0,1 1 0,2 0 0,3 0 0,1 0 0,-3-1 0,2-1 0,-1 0 0,12 1 0,3-1 0,0-2 0,-2 0 0,-17 0 0,1 0 0,3-1 0,5 1 0,-3-1 0,6 0 0,-1-1 0,-8 2 0,1-1 0,-4 0 0,5 0 0,-3 0 0,11 1 0,-1 0 0,-10 1 0,1 0 0,12 0 0,2 0 0,3 0 0,-2 1 0,-13-2 0,3 1 0,-8-1 0,5 0 0,1 0 0,-1 0 0,6 0 0,-1 0 0,5 0 0,-9 0 0,4 0 0,1 0 0,0 0 0,-5 0 0,13 0 0,-4 0 0,5 0 0,-10 0 0,4 0 0,2 0 0,-1 0 0,-4 0 0,0 0 0,-2 0 0,-1 0 0,1 0 0,8 0 0,1 0 0,0 0 0,-2 0 0,-6 0 0,0 0 0,-3 0 0,-5 0 0,12 0 0,-5 0 0,-6 0 0,-6 0 0,-1 0 0,-36 0 0</inkml:trace>
  <inkml:trace contextRef="#ctx0" brushRef="#br0" timeOffset="357770">6265 13314 11973,'3'-36'4915,"0"1"0,3-5-3316,-1-2 0,0 4-1263,-1 17-493,-1 14 163,-7 38-17,-2 23-17,3-21 0,1 1 14,-2 4 0,2-4 423,2 1-331,0-12-10,0-32 66,-7-33 28,-1-4 174,-6-11-526,3 31 117,0 39-611,-1 37-4232,5 0 1,2 2 3244,-4 8 0,5-21 0,2-11 0,2-25 0</inkml:trace>
  <inkml:trace contextRef="#ctx0" brushRef="#br0" timeOffset="358123">6416 12869 22425,'-28'8'235,"5"-1"1568,22 4-1478,2-8 1216,16-34-1267,-23 12-5198,-5-3 4924,-18 26 0,5 9 0,11-4 0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12T14:43:52.154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1615 2595 17210,'6'-57'1819,"0"0"0,-1 0 0,0-11 0,0 14-1746,6 23-51,-14 55 0,-3 20-71,-1-1 1,0 6 0,0 3-354,0 0 0,0 4 0,1 1 1,0 0-442,1 0 1,0 0 0,2 0-1,0-2-78,2 8 1,1-2 0,2-6-58,1 3 1,5-17-765,6-31 1787,-13-75 276,-1 26 0,-2-6 0,1-3 482,0-11 0,1-3 0,0-1-249,-1 13 1,1-1-1,0 0 1,0 1 68,1-16 0,0 0 1,0 3-301,0 8 0,1 2 0,2 3-169,2-13 0,7 8 190,11 13 0,9 10-378,18 11 1,9 13-90,-10 11 0,2 9 0,-1 4-96,-2 5 0,-2 5 1,-8 6 108,0 23 1,-23 5 47,-27-20 1,-14 1 0,-7-5-682,-9-3 0,-9-5 0,-1-3 743,2-5 0,-1-4 0,3-2 0,-2-1 0,7-4 0,8-7 0</inkml:trace>
  <inkml:trace contextRef="#ctx0" brushRef="#br0" timeOffset="1028">2498 2223 15294,'-1'-4'7092,"0"1"-7087,4-10 74,33 46-99,-5 0 1,1 6-51,0 8 0,-3 6 10,-9-9 0,-2 3 0,-9-4 68,-14 0 1,-9-6 383,-29 9 207,0-84-554,17 7-23,39-10 1,20-11-1,1 10-22,-8 21 0,5 4 4,19-14 0,9-3 0,-5 11-100,-11 19 1,-4 5 106,4-4 1,-8 11 24,-22 45 0,-10 10-58,14-3 16,-11 4 1,9-6 16,39-29 78,-3-25 1,1-10 58,-21-7 1,-2-5-20,10 0 0,-8-6 111,-20-13 1,-16-2 19,-37-3 1,-13 10-533,18 19 1,-1 8 271,-11 3 0,5 11 0,9 36 0,46-1 0</inkml:trace>
  <inkml:trace contextRef="#ctx0" brushRef="#br0" timeOffset="1689">3726 2440 18588,'-21'48'1457,"-1"0"1,1 0 0,3-17 0,1-6 4,0 10-1361,30-91-25,9 7 1,8-7-1,0 10-93,-8 14 1,5 15-9,16 24 1,9 17 0,-10 5 21,-24 3 0,0-4 210,25-20 0,11-12 1,-10-5-124,-6-13-131,13-6 0,13-3 1,-18 26 46,-34 41 0,-15 21 0,8-3 0,18-16 0,7-2 0,-11 1 0,-28 9 0,0 0 0,0 0 0</inkml:trace>
  <inkml:trace contextRef="#ctx0" brushRef="#br0" timeOffset="2834">4800 2671 14947,'6'60'2698,"0"-1"0,0 1 0,-4-21-2682,-6 23 1,0 14 0,15-34 210,18-54 1,15-30-1,6-15 1,-4-3-1,-11 12-252,-5-5 0,-13 0-606,-10-7 0,-7-3 0,-13 27 207,-17 47 0,-13 17 0,-10-9 0,-13 3 0,3-4 0,21-12 0,23-14 0</inkml:trace>
  <inkml:trace contextRef="#ctx0" brushRef="#br0" timeOffset="6741">4841 2736 11346,'-2'-50'3276,"0"-1"1,0 6 0,2 6-1468,4 10-1703,-2 14-94,-2 9 21,0 13 124,-1 22 89,-1 34-114,-1-6 0,0 5-65,0-5 0,0 3 5,0-6 1,0 4 0,0-4-17,-1 0 0,1 0 11,1-6 0,0 2 1,0-5-18,1-4 1,0-2 19,2 3 0,-1-4 47,1 2 29,-2-12 106,0-12 157,-1-12-325,0-21-33,-1-25-23,1 10 0,1-3-12,-1-12 1,1-3-14,1 2 0,1-3-1,-1 5 0,0-4 0,0 2 14,1-14 1,1 1-12,0-4 1,1 1-17,3 13 0,4 5 2,6 9 1,4 4 19,15-14 17,-1 22 0,4 7-59,-3 10 1,0 5 13,22-6 34,1 25-28,-38 13 5,-1 30 14,-15-21 1,-4 1-4,-1-6 1,-3 0 5,-10 9 0,-9-3-14,-10-13 1,-7-5 44,-7 0 0,-1-3-26,6-4 1,1-5 11,4-7 0,6-5-442,5-10-667,11 2-8750,10-11 8965,13 10 0,0 1 0,-1 6 0</inkml:trace>
  <inkml:trace contextRef="#ctx0" brushRef="#br0" timeOffset="7625">5524 2862 13401,'-1'2'8351,"0"1"-6944,1-3 799,38-125-2072,-31 73 1,-2-4-89,5 4 0,2-6 1,0-2-1,-4 6 15,-5 4 1,-2 4 0,-1 1 81,1-18 0,0 6 53,-3-5 50,-3 25-347,0 27 73,-9 59 17,7-13 0,1 3 13,-1 16 1,0 3-3,2 0 0,2 0-25,6-8 0,1-3-1696,0-8 0,2-2 1667,0-5 1,6 2-1682,12 6 1,6 3 0,-2-6 776,7 14 403,-9-17 1,5 5-1,-4-10 555,6-10 0,-19-10 0,8 1 0</inkml:trace>
  <inkml:trace contextRef="#ctx0" brushRef="#br0" timeOffset="7756">5562 2558 12046,'63'-13'1404,"0"0"0,0 0 0,-4-2 1,-6 3-1,-17 9 0,0-1 1</inkml:trace>
  <inkml:trace contextRef="#ctx0" brushRef="#br0" timeOffset="8226">6680 2363 12287,'-37'45'3276,"0"0"1,7-92 0,19-3 1176,48 65-7876,-59-45 3423,8 55 0,-1 19 0,-7-4 0,-1 4 0,8-7 0,19 7 0</inkml:trace>
  <inkml:trace contextRef="#ctx0" brushRef="#br0" timeOffset="8480">6773 2794 17759,'-15'55'841,"1"0"0,-20-29 0,5-18 0,26-23 0,-15-12 0,0-1 0</inkml:trace>
  <inkml:trace contextRef="#ctx0" brushRef="#br0" timeOffset="9688">1888 3534 9643,'-44'3'2862,"1"0"0,-20 3-1185,100 3 1,25 1-1314,-16-6 1,6 0-912,-9-1 0,6 2 0,4-1 0,5-1 0,4 0 607,-11-1 0,5-1 0,4-1 0,3 0 0,1 0 0,2 0 0,-2 0 0,0-1 0,-3 1 0,-3 0-374,8 0 1,-3 0 0,-3 0 0,0 0 0,1 1 0,3-1 0,5 0 313,-15 0 0,3 0 0,2 0 0,3 0 0,0 0 0,1 0 0,0 1 0,0-1 0,-1 0 0,-1 0 0,-1 0 0,-3 0 17,5 0 1,-1 0 0,-1 0-1,-1 0 1,-2 1 0,1-2 0,0 1-1,0-1 1,1 0-10,0-1 0,0 0 0,0 0 0,0-1 0,1 0 1,-1 0-1,1 0 0,1-1 0,1 0-42,1 0 0,2-1 1,1 0-1,0 0 1,1 0-1,0-1 1,-2 0-1,-1 0 1,-3 1-1,-3-1-268,5 0 1,-4-1 0,-1 1 0,-1-1 0,-3 0 0,0 0 0,-1-1-335,14-2 1,1-1 0,-3 0 0,-8 0 0,-10 3 635,-7 1 0,-9 1 0,5 0 0,-22 3 0</inkml:trace>
  <inkml:trace contextRef="#ctx0" brushRef="#br0" timeOffset="155635">1564 4839 21607,'-41'-6'986,"-1"-1"0,-14-5-942,112 2-69,-16 3 0,6 1-136,11-2 1,7-1-1,0 0-1537,-4 2 1,0 0 0,0 1 1697,2-1 0,0 1 0,-6 1 0,-2 0 0,-9 1 0,-4 3 0</inkml:trace>
  <inkml:trace contextRef="#ctx0" brushRef="#br0" timeOffset="155901">1836 4835 24133,'-19'-16'-62,"3"50"-173,11 23 0,3 12-977,0-15 0,2 3 1,0-2 402,1-7 0,0 0 1,1-4-1,-1 5 1,1-7-1,10-3 1</inkml:trace>
  <inkml:trace contextRef="#ctx0" brushRef="#br0" timeOffset="156369">2228 5087 24855,'8'-3'-308,"17"17"-73,3 14 1,3 6-60,2-7 1,2-5 352,-2-7 0,0-8 373,21-19 436,-18-23 124,-16-16-68,-16 9-408,-8 14-420,-8 31 55,-14 54-92,10-10 1,2 8-409,2-7 0,1 4 0,1 1-2782,3 4 0,1 0 0,2-2 2829,1 8 1,1-6 0,2-16-1,1-10 1,-1-21 0</inkml:trace>
  <inkml:trace contextRef="#ctx0" brushRef="#br0" timeOffset="156619">2948 5225 24503,'10'52'-53,"-1"-1"0,1 1 1,-4 3-1,0 0 0,-3 3-1161,-1 5 1,-1 2 0,-1-3 404,1-13 0,1-3 1,-2-3-1,-2 5 1,2-8-1,7-14 0</inkml:trace>
  <inkml:trace contextRef="#ctx0" brushRef="#br0" timeOffset="157001">3068 5330 17238,'-18'-46'1057,"0"0"1,0 0 0,1 0 0,-4-5-1,2 1 1,15 11-1041,23 10 0,12 11-26,13 10 1,8 10-41,-10 1 1,2 4-1,-2 7-78,1 8 0,-3 8 1,-14 4 78,-24 25 0,-18 3 9,-3-6 0,-14-5-531,-13-18 1,-12-5-1,6-10 570,12-11 0,3-5 0,0 3 0,9-6 0,21-12 0</inkml:trace>
  <inkml:trace contextRef="#ctx0" brushRef="#br0" timeOffset="168009">3569 5103 10035,'-8'-7'9830,"-2"-9"-8816,9 13-1070,-2-5 123,4 22 162,9 14 63,7 10 44,13 2 135,10-11 55,9-15 258,9-28-403,-7-18-177,-27-4 1,-4-2-149,-1-7 162,-14 1 1,-6 3-74,-7 17-83,-5-18-23,-4 30-39,3 7-62,-10 10 68,0 8 0,-2 8-1719,5 16 0,2 2 1707,2-5 3,3 0 1,3 3-1155,12-3 1,5-3 1144,-3-5 1,6 13 0,1-2 11,4-14-6,7 2 1,1 0 5,-2-1 19,13-5 1,2-4-9,-8-11 2291,35-6-2274,-26-8 0,-1-3 3459,14-9-3428,-15 5 0,-5-2 31,-8-12 11,-4-15-23,0-2 26,-8 16 0,-1 0 2,3-8-78,-5 7 84,-6 11 62,-2-3-163,1 6 174,-4-6-152,4 22 40,-7-8 17,1 0-40,0 1-56,1-2 46,3 9-46,1 2 0,0 0-167,1 1 195,2 15-3447,17 22 3458,-9-9-33,13 10 6,6-7-45,-1 3-40,3 13 1,1 3 22,2 1-6,-10-8 1,0-2-186,7-7-167,-8 0-1004,-24 20 3444,-19-20-2026,-6-14 0,-2-3 0,2-6 0,-3-8 0</inkml:trace>
  <inkml:trace contextRef="#ctx0" brushRef="#br0" timeOffset="168672">4860 4976 20621,'-10'-39'3047,"-11"28"-3064,8 39 1,5 13 10,-3 13 45,13-13 0,8-10 885,38-38-812,-19 5 196,-6-28 0,-10-8-5,-23 4-275,2-14-403,-32 28-4582,6 57 4957,9 3 0,6 7 0,26-17 0</inkml:trace>
  <inkml:trace contextRef="#ctx0" brushRef="#br0" timeOffset="169043">4981 5463 8147,'14'44'9830,"-10"-29"-3388,14-21-6168,-20-12-380,-3-31-8128,-6 44 8234,0 6 0,5 4 0,3-1 0</inkml:trace>
  <inkml:trace contextRef="#ctx0" brushRef="#br0" timeOffset="169642">1656 6207 13127,'-8'0'4307,"-34"-3"-3075,92-2 1,28-1-1161,-46 0 1,3 1-250,11 0 0,9 1 1,8 0-1,6-1 160,-17 2 1,5-1 0,5 1 0,3-1 0,1 0 0,0 1 0,-3-1 0,-3 1 0,-5 0-230,8 0 0,-8 0 0,-2 1 0,5-1 0,11 1 240,-19 1 0,7 0 1,5-1-1,4 1 1,3 0-1,2 0 0,1 0 1,1 0-1,-1 0 1,-1 1-1,-3-1 1,-3 1-1,-4 0 0,-6 0-276,12 1 0,-5 0 0,-5 0 0,-1 0 0,-1 1 0,1-1 0,5 0 282,2 0 0,5 0 0,1-1 0,1 1 0,-1-1 0,-3 1 0,-5 0 0,-7-1 0,9 2 0,-4 0 0,-8-1 0,-12-2 0,3-9 0</inkml:trace>
  <inkml:trace contextRef="#ctx0" brushRef="#br0" timeOffset="183885">3362 7272 18784,'10'-63'1895,"0"-1"0,-2 6 0,2 7-1397,5 7-425,-6 21 0,-11 65-45,-4 14-23,0-3 1,-1 3 5,2-8 1,-1-1 7,1-1 1,1-4 30,1 10 606,3-36-600,0-26 28,2-41-42,0 9 0,1-4-25,-1 1 0,2-1 47,0-6 0,1 3 82,0 0-124,-2 24-44,-3 50 39,-3 35-31,2-10 0,-1 4-303,-1-5 1,-1 1 316,1 12 0,0-4 0,-2-9 0,2 0 0</inkml:trace>
  <inkml:trace contextRef="#ctx0" brushRef="#br0" timeOffset="184434">3979 7291 16264,'-3'-2'6592,"1"1"-5901,-31-6 1,-7 1-143,16 2-364,-16-3 0,6 1-146,28 6-5,10 3 55,25 7 29,19-2-79,-13-3 1,3-1-24,-1-3 1,0-3 45,22-2 235,-24-1-96,-20 0-161,-33 2-18,-11 0-11,-16-1-285,-11-2 274,24-2 0,2 2 0,25 1 0</inkml:trace>
  <inkml:trace contextRef="#ctx0" brushRef="#br0" timeOffset="186041">5388 6933 16835,'-42'-9'3587,"0"1"1,0-10-3512,75 10 1,38 3-1,-3 1-71,-20-2 1,-1 0 0,-1 8 9,14 15 0,0 10 0,-27 5-4,-47 13 0,-22 5 0,6-3 0,-6 2 1,-7-2-686,2-14 0,-7 0 0,-3-3 0,3-1 0,8-5 688,-13 4 0,26-5-783,53-4 0,29-2 0,-4-7 682,-12-11 0,5-5-40,0 2 1,15-2-1,7-1 1,2-1 0,-2 1-1,-10 1 1,-14 2 0,22-4-1,-8 1 1,1 0 0,-1 0-1</inkml:trace>
  <inkml:trace contextRef="#ctx0" brushRef="#br0" timeOffset="188203">6334 7138 13088,'-7'-4'8692,"2"1"-8153,-12 0 508,4 49-935,-2-34 263,25 44-101,25-51 1,8-9-146,9 2 83,1-15 1,-7-9-78,-22-17-29,-11-19-61,-36 16 11,-23 17-56,10 19 11,-9 20-8,21 19 0,3 6-9,-3 1-11,2 13 0,8 0 17,19-16 22,9 4 1,8-1-9,15-14 0,6-6 5,0 3 1,2-2 8,7-6 1,0-6 13,-10-9 0,-3-4 8,20-9 17,-28 2 1,-4-7 46,-12-11 1,-6-4-75,-5-14-29,-12-11 67,-19 25 96,15 16-174,-2 1-23,9 8-10,36 25 33,-3-5 14,5 1 0,5 0 3,24-4-12,-23-5 1,0-2 10,-5-4 1,-2-2 67,21-15 40,-22-6-29,-18 5-6,-11 9-77,-2 8-24,-1 26-4,0 0-54,-1 35 0,1 4-998,2-12 900,0 9 0,5-1-1681,19-9-890,18-4 2151,-10-22 0,4-11 840,18-30 0,0-13-51,-20 16 1,-2-4 78,10-21 0,-8-2 1070,-21 1 1191,-25 4-2457,1 14 17,-26 18 5,5 32-64,10 19 0,5 5-42,5 8 73,25 0 0,13-6-39,25-23 58,1-10 1,1-7 103,7-20 123,-23-20 0,-8-6-179,-12-8-84,-11 5 0,-11 0 11,-23 12 1,-5 6-40,-6-7-4944,-1 12 1,4 6 3888,16 13 0,-3 5 0,23 1 0</inkml:trace>
  <inkml:trace contextRef="#ctx0" brushRef="#br0" timeOffset="188824">8494 7238 11234,'-3'0'9695,"1"0"-8113,-29 1 1,-4 0-984,20 0-274,21-13-308,35 4-1,12-2 1,-2-1-146,-17 3-1187,-5 2 1316,-18 11 0,-9-3 0,4 5 0</inkml:trace>
  <inkml:trace contextRef="#ctx0" brushRef="#br0" timeOffset="189255">9352 6958 20744,'-60'-2'652,"0"-1"1,0 0 0,-10-2 0,15 15-424,36 36 1,19 7-194,8-22 1,11-1-19,19 8 1,12 2 0,-5-6-17,-12-11 1,-2-2 70,15 10 0,-22-4-25,-58-15 1,-33-7-1,6-2-154,21 2 0,-2-3-255,-21 1 1,-7-2 0,24-7 360,35-7 0,11 8 0,11-2 0</inkml:trace>
  <inkml:trace contextRef="#ctx0" brushRef="#br0" timeOffset="190179">9673 6885 17899,'1'-54'2481,"-1"0"0,1 8 1,-2 13-2443,-2 26-16,-10 67-12,8-23 0,1 4 2,0 11 0,0 7 0,0 0 4,2-8 0,0 0 0,1-1-6,0 15 0,0-8 1204,-2 3-1153,3-75-3,16-40 0,5-8-54,-5 12-2,3 5 1,5-6 0,6 22-43,18 44 0,3 18 11,-14-19 0,0 5 22,1 13 1,1 9-1,-6-3-14,-9-4 1,-3-5-31,20 9 47,3-52 0,1-15 25,2-4 0,-12-2 1,3-8 0,-8 6-35,-7 1-4,-15-9-7,-29 61-19,-4 17 0,1 4 14,8 6 19,17 5 1,9-1-3,14-14 5,2-5 1,5-12 89,8-38 0,-3-12-78,2 0 16,-12-22 0,-17-5-5,-28 28 0,-10 9-1860,-24 4-285,5 21 2128,39 35 0,10 5 0,4-13 0,10 7 0</inkml:trace>
  <inkml:trace contextRef="#ctx0" brushRef="#br0" timeOffset="190461">11064 6820 20565,'-5'-44'1302,"0"0"0,0 1 1,2-3-1,-4 19-1274,-19 42-39,17 21 0,4 19 0,4 6 0,0-9-12,0 4 1,3-1-2,-2-4 0,-1 7 0,3 0 1,6-9-504,15 5 0,4-8-417,-7-9 1,-1-3 0,3 0-1,-3-5 1,-4-3 0</inkml:trace>
  <inkml:trace contextRef="#ctx0" brushRef="#br0" timeOffset="190739">10822 7070 23439,'55'-22'294,"-1"-1"0,1 1 0,-1-1 0,9-4 0,-1 0 0,-15 10-115,-10 13-224,-23 3-4772,-1 7 4817,-12-1 0,1 3 0,-2-5 0</inkml:trace>
  <inkml:trace contextRef="#ctx0" brushRef="#br0" timeOffset="191612">12769 7232 18179,'-6'-46'1679,"1"-1"0,0 0 0,-4-17 0,6 26-1180,14 55-499,-6 7 2,3 14 1,-2 13-13,-10 0 0,-5 9 0,-2 1 0,3-8-1140,4 1 1,-2 0 1139,-2 1 0,-3 9 1,0-2-1,5-15 438,6 7-366,3-21 28,10-54-79,-11-24 0,-6-14 8,2 14 1,-1-4 0,-1-3 0,0 2 2,-3 1 1,0 2-1,-1-2 1,1-3 0,1-3 1,0-4-1,1-2 1,1 4-1,2 7 561,-2 2 1,2 7-1,8-1-594,17-18 1,12-1 0,5 22-13,6 31 0,4 19-2,-5 9 0,4 11 0,-3 4 0,-11 0 21,-6 10 1,-16 6 3,-11 7 1,-10 6 0,-13-13 4,-32-17 0,-14-18-1911,17-10 1,-3-5-1,6-4 1905,8 0 0,6-6 0,-12-26 0,51 27 0</inkml:trace>
  <inkml:trace contextRef="#ctx0" brushRef="#br0" timeOffset="192377">13244 6748 24570,'55'25'56,"1"0"0,0 1 0,0-1 0,-13-2 0,-6 2 0,-5 5-36,1 17 1,-7 7-1,-21-10 322,-33-12 0,-12-13-191,-13-18-47,49-45 0,16-11-93,12 4 1,12 17 1,14-5 0,3 2-1,-11 10-12,16 1-6,-9 2 1,6-2-1,-23 19 34,-42 49-33,0-3 10,-9-9 1,2 4-23,11 16 0,12-2 34,25-6 13,4-14 0,9 0 0,-1-11 79,-3-17 0,0-12-14,14-18 1,-12-10-71,-32 3 0,-13-4-8,-12-14 0,-15 4-3,-20 19 0,-6 11-56,17 8 0,0 6-82,-15 6 1,11 15-1641,31 28 0,17 8-1617,7-14 1,6 0 3380,5 12 0,2-5 0,18-10 0,-23-22 0</inkml:trace>
  <inkml:trace contextRef="#ctx0" brushRef="#br0" timeOffset="193561">14473 6974 22923,'11'-55'1977,"-3"62"-1932,-9 52 36,1-4 0,-1-3 138,1-13 745,-6-17-841,0-55-1140,6-6 0,3-10 0,-1 5 1068,-1-19-5,3 17 1,2-5 0,9 17-86,50 32 22,-21-2-6,-10 24 1,4 14 0,-8-1 10,-13-5 1,-3 2 0,11 18 0,-9 2 5,-26-13 1,-6-4 3408,5-3-3286,-36-42-97,48-16 0,10-9-6,-6-11 0,9 2-14,35 3 0,11 15-31,-20 22 0,0 12-213,17 12 1,-8 15-1904,-33 7 0,-10 10 0,-1-3 1166,3-1 1,2-4-617,6 9 1,5-17 2364,18-50 2727,2-31 0,-4-10-2882,-18 27 1,-4-1 629,4-32 1,-6 7-1211,-11 35 57,33 42-68,-14 19-9,-2 1 0,3 10 0,-4-1 0,-6-7 0,-4 0 1,0 1-7,1 6 1,0 2-1,-3-2-10,-3 12 0,-3-7 373,-5-2-297,2-38-43,2-48 1,1-21-28,-1 19 0,0-5 6,-1-8 1,-1-11 0,1-2 0,0 8-2,-1-3 1,3-1-1,3 2 1,2-8-1,3 1 1,6 10-43,13 0 0,10 9 2,0 8 1,7 2-1,0 11 21,6 9 0,-1 18-57,-8 21 1,0 14 0,-14-2 67,-17 21-1243,-40-16 1,-20 2-1,1-11 1092,10-17 0,-5-8 151,-12-3 0,-12-5 0,2-2 0,17-1 0,7-6 0,1-5 0,0-1 0</inkml:trace>
  <inkml:trace contextRef="#ctx0" brushRef="#br0" timeOffset="194191">16222 7111 12937,'6'-46'2457,"0"0"1,-2 1-1,-1-4 1,1-1-1702,2-2 0,1-1 0,-1-2-581,-1 2 0,1-3 0,-1 2 0,-1 6 71,1-6 1,-1 5-180,2-2 0,-1 5 68,-4 2-146,-7 52 22,1 2-8,-3 29 1,-1 20 0,3-2-18,3-5 0,2 3-10,0 2 0,-1 8 0,3 3 1,3-5-1531,8 4 1,5-4-1,0-3-250,-5-13 1,0-3 0,2-2 1124,10 19 1,-1-16 0,-10-36-1,-6-6 1</inkml:trace>
  <inkml:trace contextRef="#ctx0" brushRef="#br0" timeOffset="194440">16241 6747 11418,'-5'-5'9830,"1"2"-9191,4 3 185,31-36-522,22 31 0,7 1-380,-20-14 0,-1 1-110,22 14 0,-6 6 188,-22-1 0,-25-1 0,3 1 0</inkml:trace>
  <inkml:trace contextRef="#ctx0" brushRef="#br0" timeOffset="194978">17281 6465 11570,'4'0'9830,"-1"0"-8251,-3 0-1276,28-46 526,-47 55-773,32-41 8,-40 66 0,-7 18-8,19-14-2391,19 8 1,8-4 2430,6-25 801,17-14 1,-2-12-702,-27-21 0,-7-7-145,10-18-46,-19-9 317,-27 61-2098,13 31 1398,-2 15 0,1 3 0,4 0 0,10-10 0,0-1 0</inkml:trace>
  <inkml:trace contextRef="#ctx0" brushRef="#br0" timeOffset="195306">17422 6914 23192,'-57'23'394,"-1"0"0,12 10 0,22-2 99,65-8-169,5 10 35,5-30 498,-25-50-818,-19 21-3197,-23-4 1,-9 5 3157,-9 19 0,-17 1 0,36 11 0</inkml:trace>
  <inkml:trace contextRef="#ctx0" brushRef="#br0" timeOffset="196890">4993 8326 10590,'-2'-5'1176,"1"2"112,20-40-571,-4 32-126,15-10 0,8 3-238,-1 17 0,8 5-50,9-2 1,11 0 0,5 0 0,-2 0-581,-15-1 1,-1 0 0,1 0-1,4 0 1,6 0 301,-12-1 1,6 0-1,3 1 1,4-1-1,2 0 1,1 0-1,-1-1 1,0 1-1,-2 0 1,-3 0-1,-5 0-17,7-1 0,-6 1 0,-2 0 0,-1-1 0,2 1 0,5-1 0,6 0 20,-15 0 1,5 0 0,4 0-1,4 0 1,2 0 0,2 0 0,1 0-1,1-1 1,0 1 0,-1 0 0,-2-1-1,-1 1 1,-4 0 0,-4 0 0,-4-1-1,-5 1-481,17 0 0,-8-1 0,-6 1 0,-1 0 0,4-1 0,8 1 466,-13 0 1,4-1-1,2 1 1,2-1-1,2 1 1,1 0-1,2-1 1,0 1 0,0 0-1,1-1 1,-2 1-1,0 1 14,-2-1 1,2 1-1,0-1 1,1 1 0,0 0-1,1 0 1,-1 0 0,-1 0-1,0 0 1,-2 0-1,-1 0 1,-1 0 0,-3-1-259,11 1 0,-4 0 1,-4 0-1,-1 0 1,1-1-1,3 1 1,4 0-1,8 0 234,-22-1 1,4 1-1,2 0 1,3 0-1,2 0 1,2 0 0,2-1-1,0 1 1,2 0-1,1 0 1,0 0 0,0 0-1,-1-1 1,1 1-1,-2 0 1,-1 0-1,-1 0 1,-2-1 0,-3 1-73,7 0 1,-2-1-1,-1 1 1,0-1 0,0 1-1,-1 0 1,-1-1 0,0 1-1,-1-1 1,0 1 0,0-1-1,0 1 1,-1-1-1,0 1 1,1-1 72,3 1 0,-2 0 1,0-1-1,-1 1 0,0-1 1,0 1-1,-1 0 0,1-1 1,1 1-1,0 0 0,1-1 1,2 0-1,1 1 8,-6-1 1,4 0 0,1 1 0,2-1 0,2 0 0,0 0 0,1 0 0,0 0-1,-1 0 1,-1 0 0,-1 0 0,-2 0 0,-2 0 0,-3 0 0,-3 0 0,-4 0-1,-4 0-41,24 0 1,-11 0 0,-4 0 0,-2-1 0,2 1 0,7-1 57,-10 1 1,3-1 0,2 1-1,2-1 1,1 0 0,1 0-1,-1 1 1,-1-2 0,-2 1 0,-1 0 49,4 0 0,0-1 0,-1 0 0,-1 0 0,-1 0 0,-2 0 0,-2 0 0,-1 1-54,10-2 1,-4 1 0,-1 0 0,0 0 0,5 0-87,-5-1 0,7 1 0,2-1 1,-1 0-1,-3 0 0,-9 1 1,-10 0 60,5 0 0,-8 0 0,15-1 0,-14 1 0,-39 3 0</inkml:trace>
  <inkml:trace contextRef="#ctx0" brushRef="#br0" timeOffset="202167">7858 9043 13732,'13'-44'2108,"0"0"1,0 0 0,4-14 0,-13 16-1834,-32 30-110,-5 28 0,-6 14-85,4 0 0,-2 5 1,-1 3-364,4 0 0,-1 2 1,0 2-1,2 2 283,0 1 0,1 2 0,3 1 0,2-1-25,-2 12 1,3 0 0,11-2 129,11-10 0,6-1 1,10-6-92,25 4 0,13-11 17,-9-18 1,5-5 0,-1-5 74,20-6 1,-2-7 63,-15-4 1,-8-6 37,-3-25-40,-38-7 67,-9-4 883,2-6-1029,23 8-89,23 8 0,15 22-11,1 20 50,-4 25-28,-15 27-19,-22-16 0,-3 4-4,-3 2 1,-3 0 8,-2-3 1,-1-3 41,9 12-6,17-28-5,19-33 96,5-21-38,-25 7 1,-4-3 56,-6-2 0,-2 0 129,-5 1 0,-1 2 142,1-14-380,-3 23-18,-4 39-32,-5 36-178,-1-12 1,1 2-1322,2 4 0,3 0 1515,6-9 0,1-4 0,2 7 0,9-25 0</inkml:trace>
  <inkml:trace contextRef="#ctx0" brushRef="#br0" timeOffset="202385">8414 9185 21276,'32'28'-441,"-22"-29"1,18 44 0</inkml:trace>
  <inkml:trace contextRef="#ctx0" brushRef="#br0" timeOffset="203177">8669 9439 17888,'0'-4'5629,"0"1"-5635,0 3 46,-6 10-29,13 21 0,6 7-95,5 24 67,-1-18 0,3-2 185,16 4 600,-10-41-85,-2-28 1,-1-7-533,0-3 61,-2-20 1,-3 0-453,-7 20-192,7-15-2738,29 48 1965,-20 8-3711,14 13 1,3 2-802,5 1 8268,-17-7 1,-1-1 6942,4 0-7063,-21-8-2179,-11-1 1288,27 2-1350,-2-13-56,28-2 471,-11-34 1,-17-10-1922,-42 20 1,-2-1 1315,29-20 0,0 18-952,-32 59 1,-13 32 0,16-6-2129,34-15 0,7 1 3080,-13 23 0,-5 9 0,9-18 0,40-22 0,-32-21 0</inkml:trace>
  <inkml:trace contextRef="#ctx0" brushRef="#br0" timeOffset="205186">10917 9532 14415,'-6'-43'4531,"0"-1"1,-2-20-4342,10 129-156,0-3-18,-1-19 1,0 6 0,0-6 770,-2-5 0,-1-7-305,-3 0-311,6-70 0,3-27-118,2 12 0,5-3-81,-1 5 0,4-2 0,9 15 17,24 21 0,4 14 19,-17 1 0,-2 10-23,2 22 0,-1 13 1,-10 0 25,-17-2 0,-5 0 106,7 6 1,-5-8 50,-19-18-121,21-58 1,8-20-42,-6 24 0,3-1-5,7-9 1,5-3 0,2 11-91,19 10 94,-10 23 1,1 11-29,-10 15 1,-2 9-101,2 5 0,1 3-877,7 7 0,-1-3 101,-11-16 0,2-4 220,21 1 1,-2-6 0,-15-11-1,18-7 1</inkml:trace>
  <inkml:trace contextRef="#ctx0" brushRef="#br0" timeOffset="205574">11937 9533 24116,'22'-21'247,"1"6"-40,12 31 179,3-10 197,15-25-443,-20-18-61,-8-10 103,-32 11 0,-7 2-154,-8 9-17,-24-10 6,1 49-1,9 35-234,21-2 0,8 6-1180,13-1 1,8 0 1397,9 1 0,4-7 0,14-1 0,-7-30 0</inkml:trace>
  <inkml:trace contextRef="#ctx0" brushRef="#br0" timeOffset="206817">13997 9638 15687,'-4'-57'2106,"0"-1"0,0 0 0,4-8 0,-9 12-1927,-14 24 0,-8 14-146,-23 36 1,-5 19-59,9-6 0,1 3 10,7-5 0,0 3 0,18 2 15,28 17 0,21-7-14,12-25 0,10-10 73,0-4 1,7-4 0,-5-5-1,3-7 0,-7-10 33,0-18 1,-14-9 170,-25 8 1,-9-1-1680,1 3 0,-3 2 1365,-6-16 18,-18 66-51,7 36-121,7-9 1,5 4-1057,12 12 1,14-3-3656,21-14 1,10-8 1258,-1-6 0,4-11 3833,14-21 1,-4-15 2716,-26-3 0,-6-7 655,0-16 1,-6-2-2760,-5-5 807,-10 5 1,-2 5-1043,-3 21-318,-1-13-410,-1 38 3661,-1 53-3448,-4 8-22,4-24 0,-1 1 72,-3-4 1,2-9 739,8-20-336,15-28-168,3-21 0,2-8-1850,6 2 0,1 1 1525,-7 3 0,2 5 0,5 13 0,-1 11-34,13 33-182,-7 11 1,-2 9-1592,-14 3 1,-6 4 1352,0 6 0,-6-3 1,-14 10-1,-8-33 1</inkml:trace>
  <inkml:trace contextRef="#ctx0" brushRef="#br0" timeOffset="207283">16194 9480 21063,'11'-56'1157,"0"0"1,0 4 0,-4 23-1371,-7 66 1,-3 25 212,1-2 0,0 1 0,0-2 0,0-3 0,0-12 0,1-1 0</inkml:trace>
  <inkml:trace contextRef="#ctx0" brushRef="#br0" timeOffset="207504">16373 8957 19120,'-2'-5'173,"11"20"1,-7-10 0,8 15 0</inkml:trace>
  <inkml:trace contextRef="#ctx0" brushRef="#br0" timeOffset="208540">16631 9412 22274,'20'38'-17,"-15"-55"430,0 55 1,1 32-1,2-31 904,5-73-869,10-5 0,5-5-471,-6-4 1,7 7 99,27 17 1,-2 24-120,-32 31 0,-6 13 226,3-3 1,1 3 0,-7-3-199,-11-4 0,-4-6 30,2-5-16,2-25 62,-1 0 397,-3-10-408,3-47-281,33 53 0,18 16 1,-6-4-256,-13-11 0,0 2 1,14 12-1,6 7 1,-12 3-1,-11 20 1</inkml:trace>
  <inkml:trace contextRef="#ctx0" brushRef="#br0" timeOffset="209932">18039 9366 15648,'-37'-35'2241,"0"0"1,-12 39 0,-8 17 0,8 4-2254,9 3 1,6 7 42,-4 12 1,1 7 0,22-11 204,42-10-49,6-23 1,4-14 274,3-35 0,-3-11-297,-12 22 1,-2-2-4,3-29 1,-11 21-225,-27 66 0,-3 15-195,10-1-554,35 0 1,22 6 0,0-15 784,-8-19 1,5-14 151,13-8 0,15-7 0,-9-6 0,-30-3 956,-55-34-1068,35 16 0,-6 12-41,-47 45 1,-21 22 0,28-8 614,75-17-465,-50 24 1,0 1 72,41-30 0,-1 4-617,-35 21 0,-14 17 0,-11 11 0,-5 3 0,-1-3 0,5-10 376,-7 9 0,-1-7 0,-1 4 87,6-4 1,-4 11 0,2-2-1,6-16 1,10-29 3,14-43 1,12-30 0,7-5-57,5 12 0,7-5 0,4-1 0,1-1 0,-2 4-49,-5 6 0,-1 0 1,0 2-1,1 0 1,2 2 53,4-1 1,3-2-1,1 3 1,-3 5 0,-6 7-100,0 3 0,-3 6 82,3-6 0,-3 11 111,-8 30-39,-23 21 1,-7 8-79,9 24 47,2-15 1,13-9 411,34-34 1,8-15-337,2 2 98,-19-21 0,2-13 0,-12-1 123,-21 0 0,-8 0-277,10-5 1,-12 9 4,-37 24 1,-8 15-33,9 13 1,-5 9 0,-6 10 0,16 4-83,31 10 0,9 1 53,-21-3 0,9-2-2681,36 1 0,21 0 0,-4-11 2698,-19-19 0,1-2 0,26 14 0,-7-5 0,-29-16 0</inkml:trace>
  <inkml:trace contextRef="#ctx0" brushRef="#br0" timeOffset="210922">20080 9419 11458,'7'-38'4915,"0"1"0,-17 17-4451,2-37-215,-29 77 1,-8 24-202,9 4 0,1 4-46,-7-2 1,9 3 64,21 16 1,24-9 388,28-35 0,10-10-224,-12 9 1,1-10 262,22-29 1,-8-19-213,-34-1 1,-11-7-72,-4-19 1,-10-2-191,-8 18 1,-7 3-26,-3 3 0,-4 10-366,-26 20-1233,26 43 1036,31 5 1,4 3 0,-9 7-1,18-17 1,1 0 0</inkml:trace>
  <inkml:trace contextRef="#ctx0" brushRef="#br0" timeOffset="211366">20805 9394 16000,'0'-9'4369,"-13"-33"0,-5-2-4336,7 25 1,-16-11 0,-2 12-29,11 47 1,3 22-1095,1 1 1,1 12 0,0 2 0,1-7 1069,1-8 1,1-5-1,-2 8-219,3 1 0,-1 8 0,0 6 0,-1-1 0,-1-3 0,-1-9-1085,-6 7 0,-2-7 0,-3 3-312,3-4 1,-3 5 0,-1 1-1,0-3 1,-1-7 2311,-6 1 1,-1-6 0,0-11 1442,-8-6 0,8-21-871,25-42 0,13-18-797,4 2 0,7-5 0,2-1-258,2-2 1,3 0-1,1 2-110,0 2 0,2 2 1,4 3-85,2 5 0,3 3 0,5 4-182,11 2 1,4 4 0,3 3 181,-11 7 0,1 2 0,0 1 0,-2 2 0,1 1 0,-3 1 0,-2 3 0,5 1 0,0 0 0</inkml:trace>
  <inkml:trace contextRef="#ctx0" brushRef="#br0" timeOffset="215264">22627 9068 13525,'-53'-5'1963,"0"0"0,1 1 0,-11-7 0,5 15-1913,14 27 1,3 16-1,17 1 73,25 2 1,14 0-32,-4 5 0,11-6 177,32-14 1,5-18 172,-15-22-408,-32-7 5,-73-5 3,18 24 0,-2 9-73,-3 11 0,3 5 9,7-2 0,8 5-4,7 9 1,16 0-174,27-12 1,14-6-142,6-8 0,8-5 0,1-4 222,-4-3 0,2-4 1,1-3 104,9-6 0,3-4 0,-6-6 91,-1-11 0,-8-7 87,-6-10 1,-8-5 58,-9 6 0,-5-2 112,-4 0 1,-2 2 290,5-10-498,-4 23-79,-11 52-19,-8 9 0,-3 6-9,-4 15 0,-1 5-22,-1 2 0,0-2 0,3-10 0,3-5 297,1 5 342,23-41-18,20-45-340,5-13-150,-10 11 1,1-2-107,-5 10 0,2 3-42,0 3 1,1 5-91,29 2-13,-26 31 0,-1 9-472,3 9 1,-2 5-5,-2-1 0,0-1-665,12 9 1,4-7 719,-3-19 1,4-6 699,9-2 1,1-8 285,-5-9 1,-5-8 4,-6-9 1,-7-6 87,-8-8 0,-7-3-79,-5 9 1,-5 0 340,-11-26-665,-32 54-85,1 19 1,-2 9-40,1 5 0,5 7 22,5 5 1,9 0 112,13 7 226,30-27 1,7-9 322,-1-13-460,15-4-224,-39 5-33,-9 7 50,14 45-3,-10-15 0,-1 7-224,-3 12 0,-3 8 0,-2 1 131,-1-12 1,-1 1 0,-1 1 0,0 1-155,-2 9 1,0 3 0,-3-1 0,-2-3 120,-3-9 0,-2-3 0,-1-1 1,2-3 88,-2 25 1,-5-17 33,-11-32 1,1-19-23,16-30 0,9-15 0,6 3 0,5-5 0,4 0-77,7-9 1,5-1-1,6 1-365,0 11 0,3 1 0,4 1 1,2 2 100,3 1 1,3 2 0,2 1 0,0 0 286,0 0 1,0 2 0,1 0-1,-2-1 127,10-10 0,-3 0 0,-3 1 199,-10 7 1,-3 0 0,-5 1 511,0-7 1,-9 4 4,-9 0-587,-8 24-163,-3 24-17,3 21 1,1 6-15,0-5 1,-1 4 223,1 28 1,1 3-782,1-25 1,2-2-2729,1 5 0,2-4 3277,4-2 0,-1-17 0,-5-16 0</inkml:trace>
  <inkml:trace contextRef="#ctx0" brushRef="#br0" timeOffset="215467">24339 9142 20671,'-11'20'-454,"-1"-18"1,19 23 0</inkml:trace>
  <inkml:trace contextRef="#ctx0" brushRef="#br0" timeOffset="216028">24606 9364 17944,'4'2'3735,"-1"-1"-2642,-3-1 587,-6 163-1478,1-102-92,2 2 0,-2 11 0,-4-22 1308,-8-36-1250,18-61-101,7 3 0,7-7-36,5 1 1,6-3 0,3 7-43,14 0 0,5 12-15,0 11 1,-1 16-59,-10 24 0,-6 16 84,-7 14 0,-6 12 0,-3-9 0,-4-17 0,-2-2 0,4 26 0,0 0 0</inkml:trace>
  <inkml:trace contextRef="#ctx0" brushRef="#br0" timeOffset="216459">25338 9580 22279,'27'-50'760,"1"1"1,-1-1 0,12 5 0,1 4-1,-20 24-2647,-45 45 1,-27 31-1,12-5 1881,24 7-92,33-20 0,17 11 0,9 4 0,0-6 0,-10-15 0,21-1 0,-6-12 1,-1 1-1,0 0 0,0 0 0</inkml:trace>
  <inkml:trace contextRef="#ctx0" brushRef="#br0" timeOffset="217657">25614 9350 9520,'-5'-6'9796,"0"1"-8743,-11-13-650,40 15-352,-14-4 150,44 44 62,-31 4-78,-20-7 0,-11 0-1710,-29 2 0,-9-6 1502,20-8 1,-1-3-908,-24 3 1,4-12-8902,17-22 9222,2-1 0,12-1 0,12 10 0</inkml:trace>
  <inkml:trace contextRef="#ctx0" brushRef="#br0" timeOffset="219031">26053 9463 9022,'-4'0'9830,"1"0"-6773,-1-7-2625,3 6-354,-2-6-33,1 26 11,1-6 101,6 21 213,16-12-68,12-3-22,4-15 0,1-8 213,18-21-2030,-23 7 1,-4-5 1906,-4-32-214,-25 6-44,-15 5-112,-8 14-67,-15 16 50,-1 31 28,11 7 1,0 6-15,4 0 0,4 5 1690,-4 14 1,8 2-1694,12-14 1,7-1 16,13 5 1,8-4-7,10-12 1,6-5-40,7-1 1,7-7 59,-4-14 0,4-6 0,-5-2-4,-8 2 1,-2-5-12,20-16 0,-11-8 0,-29-21 3,-10 19 1,-5-1 30,-11-3 0,-6 2-17,-4-17 5,-4 28 1,-2 7-45,5 11 11,5 3 33,46 24-38,27 5 23,-17-11 1,7-1 0,-5-1 6,-4 1 0,-1-5 115,16-12 0,-11-9 73,-35-6 240,-7-20-453,-8 42-28,-7 33-8,6 23 0,4 11-3241,3-14 0,2 3 0,0-2 1997,-3 14 0,2-5 1,6-6-1,0-15 0,-7-32 1</inkml:trace>
  <inkml:trace contextRef="#ctx0" brushRef="#br0" timeOffset="227585">4059 9621 11178,'-62'-1'1214,"1"1"0,-1-1 1,0 0-1,2 1 0,19-1-1415,27 1 1119,21 4-509,25 1 0,16-2-310,-2 0 0,7 1 0,2-1-438,-3-1 1,2 1-1,2-1 1,1-1 371,-5-1 1,1 0 0,1-1-1,0-1 1,1-1-10,2-1 1,1 0 0,0-1-1,-1-1 1,1-1-3,0 0 1,0-1-1,0-1 1,-1 0-1,-1-1 27,8-3 0,-1 0 0,-2-1 0,-4 0 285,3 0 0,-5-1 1,-5 1 590,-1 0 1,-15-2-937,-30-13 22,-51-2 107,9 9 0,-4-1 55,-7-2 1,-1 1-32,3 2 1,2 1-70,10 4 0,3 2-314,-4-1-28,28 14 1492,48 26-1204,-3-4 1,4 4-56,-4-2 1,2 3-1,-2 3-496,-2 6 0,-3 5 0,-6 2 108,-12 4 0,-6 4 0,-3-4 0,3 1 0,-8-3 0,-17-4 0,0 0 0</inkml:trace>
  <inkml:trace contextRef="#ctx0" brushRef="#br0" timeOffset="262660">2995 10973 19031,'-9'40'1512,"-9"3"-1176,-8-2 554,0-12 147,6-16-584,1-25-38,2-19-79,0-19-179,14-9-152,24 6-44,19 17-28,22 32-9,-29 21 1,-5 11-7,-4 14 1,-11 7 38,-11-6 0,-7 2 0,-6 0-136,-10 6 1,-7 0 0,-5-2 195,-8 1 0,-5-3 0,-1-4 50,0-6 0,-2-4 0,1-5 123,-11-2 1,4-12-107,-5-27-45,56-20 0,14-7-22,8 5 0,8 3-9,6-5 1,6 7-26,8 11 0,5 14-182,1 23 1,-2 10-186,-10-9 0,-3 6 384,-5 10 0,-1 6 0,-8-5 0,-5 2 0,7 16 0</inkml:trace>
  <inkml:trace contextRef="#ctx0" brushRef="#br0" timeOffset="262935">3438 11345 21243,'56'-16'-3277,"0"-1"0,5 1 0,-8 3 1404,-17 4 0,2 2 1,-34 7-1</inkml:trace>
  <inkml:trace contextRef="#ctx0" brushRef="#br0" timeOffset="264870">5337 11216 13155,'-5'-56'3276,"-1"0"1,4 14 0,-2 7-2034,-12 7-1265,-20 64 9,6 7 0,-2 12 0,4 4-60,11-12 0,4 2 0,1 2 0,0-1 59,-6 1 0,-1 0 0,3 0 0,11-4 38,14 6 1,10-3-1,7-17 35,13-26 0,7-17 28,-4-6 1,2-8 0,-3-4-27,-7-1 1,-4-3 0,-2-8-717,-1-14 0,-3-11 0,-3-1 1,-4 9 710,0 5 0,-8-1 51,-8 3 1,-4-9 0,-5 4 0,-5 17-102,-32 10-85,-2 6 1,-2 12-93,11 27 0,4 16-341,9 1 1,3 8 0,8 3 511,12 13 0,11 5 0,-2-5 0,-7 6 0,5-6 0,18-7 0,0 0 0</inkml:trace>
  <inkml:trace contextRef="#ctx0" brushRef="#br0" timeOffset="265332">5900 11378 14869,'0'-6'7881,"0"2"-7769,-18 43-101,3 14 17,-3-2 0,-1 3 3,8-16 0,2-2 2,-10 26 544,12-41 1165,9-27-1448,6-23 0,2-7-187,7-13-60,-3 4 1,3-2 16,-1 16 1,3 3-15,28-17-73,-10 35 1,2 11-20,-8 10 0,-3 10-395,6 24 0,-6 7-1790,-8-8 1,-3-2 1547,-3-2 1,0-5 0,7-5 0,-9-22-1</inkml:trace>
  <inkml:trace contextRef="#ctx0" brushRef="#br0" timeOffset="265876">6565 11491 18638,'-5'-4'6733,"1"0"-6615,1-4-242,2 5 118,5 3 97,20 10-7,15 1 352,19-15-340,-20-2 128,2-20 448,-22-26-555,-5 24 348,-14-28-375,-16 48-79,-22 5 0,-15 34-22,10 11-121,20-6 1,9 5-984,21-1 0,9 1-3801,1-4 1,4-3 3490,3-6 1,0-4 0,8-3 0,-26-18 0</inkml:trace>
  <inkml:trace contextRef="#ctx0" brushRef="#br0" timeOffset="266682">7684 11531 13821,'-7'1'7220,"2"0"-6408,-22 4 634,59-1-1435,-31 1-123,25-2 0,14-3-2664,3 0 1,0 0 2775,18 1 0,-26-1 0,-4 0 0,-9 0 0</inkml:trace>
  <inkml:trace contextRef="#ctx0" brushRef="#br0" timeOffset="267107">8643 11353 17188,'-1'-7'3072,"-28"-7"0,-12 1-2624,4 10-415,-11 2 1,4 9-6,19 26-34,17-1 1,7 2 16,13 21-39,7-19 0,7 3 0,-2-5 6,14 17 39,-4-10 0,-5-6 162,-17-24-95,-72-2-151,12-4-188,-9 0 0,-1 0-5643,4-1 5898,5-3 0,39-2 0,10-2 0</inkml:trace>
  <inkml:trace contextRef="#ctx0" brushRef="#br0" timeOffset="268024">9073 11099 20252,'-2'-6'4391,"-14"4"-4240,16 44-95,-12-11 37,4 9 1,-1 15 0,1 3 0,0-8-89,-5 3 1,0-1-8,1 0 1,-3 7 0,2-2 0,1-11 1088,-3 11-925,18-40-106,17-51 3,5-12 0,1-4-29,-9 20 1,1 0 8,14-22 1,4 6-169,16 17 78,7 12 17,-27 29 1,-1 12-51,-1 23 0,-4 6 45,-6-19 0,-2 1-141,6 22 1,-1-7 146,-4-25 30,17-18 0,4-10 48,9-20 19,1-6 1,-1-5 19,-1-8-45,-11 8-17,-33 37-36,-17 28 0,-7 14-45,11-9 1,3 2 4,-4 11 1,4-2 14,16 4-14,25-37 0,6-11 98,-4-10 92,17-18 0,0-9-42,-32 9 0,-3-3-67,9-6 0,-7-3 263,-20-13 1,-9 5-270,-2 17-400,-22-9 0,-6 10-243,13 30-58,-13 9 1,3 4-1,21-4 1,-11 15 0</inkml:trace>
  <inkml:trace contextRef="#ctx0" brushRef="#br0" timeOffset="268738">10559 11599 14460,'5'-49'2146,"0"0"1,1 0 0,0-4 0,-2 3-3956,-1-6 1,-1 8 1724,-2 20 1459,0 30-1361,0 24 0,3 16-33,-2 1 1,-1 6-1,0 0-93,-1 2 0,-1 1 0,0 3-642,-1 0 1,1 4 0,-1-1 0,0-4 815,-1-5 1,-1-3 0,1-2 0,-2 20 0,2-9 0,3-20 0</inkml:trace>
  <inkml:trace contextRef="#ctx0" brushRef="#br0" timeOffset="268990">10433 11741 16314,'-3'-3'6212,"2"1"-5904,40-39-252,-2 25-224,10-4 0,13-4 0,-7 6-720,-17 12 0,-1 2-4028,34-7 1,-9 3 3355,-39 7 0,-9 1 0,-9 0 1</inkml:trace>
  <inkml:trace contextRef="#ctx0" brushRef="#br0" timeOffset="269544">12356 11929 16919,'12'-48'1683,"1"-1"0,-1 1 0,1-12 0,-2 26-1593,-8 62 0,-2 20-85,-2-7 1,-1 5-12,1 5 0,0 6 1,-4 6-283,-3-13 0,-4 7 1,-2 3-1,0-1 1,0-3-1,3-8-36,1 2 0,1-7 1,-2 7 30,-5 9 1,-4 12 0,-2 2 0,2-10-1,6-20-80,0-12 373,32-46 0,-9 3 0,9-17 0,1 0 0</inkml:trace>
  <inkml:trace contextRef="#ctx0" brushRef="#br0" timeOffset="269860">12379 12190 9979,'-2'-57'1638,"0"1"0,0 0 1,0 0-1,-1-4 0,1 3 1,6 3-934,12-11 1,12 10-443,11 22 1,7 6-169,3-6 0,4 7-92,2 15 0,-1 11-115,-16 10 0,-7 11 72,-9 22 1,-7 4 140,0 7 118,-25-6 0,-16-4-99,-26-26 0,-8-10-605,11 4 1,1-1 484,-7-4 0,7-4 0,11-5 0,40-2 0</inkml:trace>
  <inkml:trace contextRef="#ctx0" brushRef="#br0" timeOffset="270591">13176 11533 24004,'23'-1'-154,"4"15"0,1 12-1916,-10 17 1,-5 10-1,1-4 2075,13-5 1,-8 1 538,-24 3 1,-11 4-1,-5-16 341,-25-24 484,-3-10-1139,21-26-1185,52-29 0,17-5 960,-11 10-9,-2 14 0,7-4 1,-1 8 1078,1 14 0,0 6-1081,-1-2 1,3 2-65,12-2 0,-2 4-47,-1 8 66,-11 26 40,-36 13 0,-7 8 1670,9-7 1,5 3-1590,6 23 0,3-5 115,5-11 169,24-11 166,-16-87-346,-6 7 260,-3-10 0,-7-4-255,-13 21 0,-8 2-229,-14-13 0,-6 4-247,-12 5-314,8 22 1,3 11 610,4 41 0,13-23 0,-1 22 0</inkml:trace>
  <inkml:trace contextRef="#ctx0" brushRef="#br0" timeOffset="271508">14208 11816 17960,'-3'-12'2834,"10"-21"1,4 2-2813,1 23 34,23-30 84,-18 75 0,-3 19-67,1 7-37,-6-1 1,-8-1 898,-21 1-290,5-22-68,-1-47-426,18-54-51,5 5 1,4-4-3,2 7 0,3 3-73,-2 5 1,3 6-15,26-4-112,0 38 14,-8 15 1,0 9-26,0 13 0,-3 6 70,-3-4 0,-7 4 16,-14 23 1,-9-5 154,-5-17 0,-14 15 53,16-80 0,4-14-132,7-2 81,8-20 1,6 1-48,11 15-154,11 24 0,2 12 20,-3 24-225,-1 31 1,-7 10-115,-21-23 0,-5 2-2156,1 12 0,-1 5 0,-3-6 1697,-5 13 0,-1 4 0,1-48 0</inkml:trace>
  <inkml:trace contextRef="#ctx0" brushRef="#br0" timeOffset="272051">15353 11908 25993,'2'44'19,"0"0"1,0 0 0,-2-8-1,-1 1-21,0 22 0,0 11 1,-3-6 6,-6 2 1,-3-7 5,0-12 0,-1-7 292,-12 8-298,9-39 12,11-59 0,8-24-15,0 30 1,-1-3-68,-2-7 1,0-6 0,-1 0 71,-2 6 1,-1 2-1,1 0-3,0 6 0,1 1 0,7 1-1,13-6 1,8 0 0,6 13-35,11 16 0,6 11 14,13-4 1,-1 15-44,-20 24 0,-5 14 0,-7-2 38,-4 21 58,-20-4 1,-17-6-309,-39-30 1,-13-14-4395,15 1 0,0-5 4076,-12-5 0,9-6 0,19-11 0,27 13 0</inkml:trace>
  <inkml:trace contextRef="#ctx0" brushRef="#br0" timeOffset="272521">15973 12062 16331,'-3'-3'3904,"8"-36"0,7-17-3484,-6 17 0,1-1-348,1 0 1,1-2 0,-1-5 301,0-7 0,-1-7 0,0 2 0,-2 7-223,-1 5 0,0 0 26,0-6 1,1-10 0,0 2 0,-3 15-49,-5 0-118,-2-6-257,-2 59 223,-2 34 1,0 25 0,1-8-282,2-22 1,1 2 265,-2 18 0,0 13 1,3 2-1,6-7-928,9-9 1,5-4 0,-1 0-1978,-4 2 1,-2 0 0,3-2 2410,4-3 0,2-2 0,-4-8 1,2 4-1,-12-29 0</inkml:trace>
  <inkml:trace contextRef="#ctx0" brushRef="#br0" timeOffset="272721">15872 11695 18554,'-3'-3'4425,"1"1"-4436,2 2-3730,144-58 3133,-112 50 1,0 0 0,18-11-1,7-5 1,-13 9 0,-16 14-1</inkml:trace>
  <inkml:trace contextRef="#ctx0" brushRef="#br0" timeOffset="273142">17056 11284 21595,'-3'-9'1739,"-32"10"1,-9 9-1679,5 10-39,-17 5 1,3 6-99,32-1 1,6 2-43,-7 29 255,48-32 1,11-8 131,2-11-196,1-5 0,-2-10 383,-18-35 1,-11-5-289,-3 11-138,4-7 1,-9 4-165,-30 23-1219,-5 28 0,-3 8-501,-11-5 1175,8 17 1,7 2 0,24-18-1,-1 10 1</inkml:trace>
  <inkml:trace contextRef="#ctx0" brushRef="#br0" timeOffset="273450">16907 11850 22403,'-30'45'541,"-1"0"0,1-7 1,15-9 1267,64-20-1585,-26-12 213,21-12 285,-22-16 135,-7-14-1014,-12 11-409,-37 19 1,-7 7 0,10 8 0,-6 3-1,0 1 1</inkml:trace>
  <inkml:trace contextRef="#ctx0" brushRef="#br0" timeOffset="318583">2580 13722 15042,'-5'2'7876,"1"0"-7384,-9-33 1,2-14-347,17 6-110,-12-10 1,7 3-26,52 17-73,9 30 14,-26 7 1,-4 8-76,-1 18 0,-10 9 86,-13-4 1,-8 3 55,-4 4 1,-6-1 97,-12-6 1,-4-6 179,-11 2-84,2-10 39,15-27-302,12 0-6,12-3-12,50 19-2,-19-1 0,1 4 8,7 7 1,-4 6 72,-14 2 1,-13 4-10,-21 1 1,-14 0-62,-16-1 1,-8-4-617,-7-5 0,-3-7-4241,7-8 1,3-6 4909,-14-8 1,34-9 0,24 4 0</inkml:trace>
  <inkml:trace contextRef="#ctx0" brushRef="#br0" timeOffset="318833">3367 14017 25842,'55'-12'-63,"0"-1"0,0 1 1,2-2-1,-8 2 1,-2 3-1</inkml:trace>
  <inkml:trace contextRef="#ctx0" brushRef="#br0" timeOffset="321030">5442 13520 15636,'-42'-36'2040,"0"0"0,2 64 1,-2 27-1,-3-10-2200,-18-32 1,7 6-107,30 28 0,7 21 0,11 2 0,15-16-230,31-4 0,24-21-110,-12-26 0,11-12 0,5-7 0,-2-1 0,-9 3 701,-2 3 0,-6-1 0,-1 2 365,0-4 0,0 2 1,-10 13-702,-14 30 0,-4 4 2352,27-17-1957,-3-9 0,-2-15 10,-18-30 1,-9-16 0,-14 13-165,-34 20-449,-30 24 1,7 18-3971,43 32 4419,0-14 0,5-1 0,20 4 0,7-25 0</inkml:trace>
  <inkml:trace contextRef="#ctx0" brushRef="#br0" timeOffset="321674">6271 13794 12808,'28'37'2457,"1"0"1,15-15-1,9-5 1,-5-4-322,-8-1 1,-1-3-2148,2 0 0,5 0 0,-3 4-2104,13 20 1,-8 0 2130,-10-11-261,-8-45 0,6-26 1,3-13-1,-3 1 0,-9 12 276,-4 6 0,-5-2-119,-1-8 1,3-15 0,-1-4 0,-3 6 0,-6 19 109,-4-1-81,-12-7 0,-4 19 76,-9 78-85,12 4 1,3 16 0,0 4 0,0-10 0,-4-2 0,2 2-403,6-3 1,1 10 0,2 4 0,3-7 0,2-13-1140,6-12 1,3-4 1608,6 18 0,1-5 0,3-13 0,-10-20 0</inkml:trace>
  <inkml:trace contextRef="#ctx0" brushRef="#br0" timeOffset="321959">6884 13726 22431,'38'0'106,"11"-4"0,14-2 1,-4 1-2794,-6 3 1,1 0 2686,-4-2 0,9-1 0,-4 1 0,-18 1 0,-14 3 0,7 0 0</inkml:trace>
  <inkml:trace contextRef="#ctx0" brushRef="#br0" timeOffset="323091">6331 13912 20828,'-6'-35'2193,"0"1"0,-4-21-2025,13 39-482,-1 13 297,-2 27 68,0 26-1,0-14 1,-1 2-4,-2 5 1,-1 2-12,-1 5 1,-1-3-21,-2 7 35,-1-4-6,9-44 504,3-4 498,24-36-1019,-4 10-6,-1-1 1,2-2-4,4 3 1,3 0-6,10-4 0,0 2-17,-9 4 1,0 3-1,4-2 0,-4 11 20,-5 30-28,0 21 11,-11-10 0,-1 2-3,3 4 0,0 0-2134,-2-1 1,-1-3 2136,8 12 0,-11-16 0,-11-22 0</inkml:trace>
  <inkml:trace contextRef="#ctx0" brushRef="#br0" timeOffset="323957">7574 13983 16045,'-7'3'6806,"2"-1"-6812,5-2 247,36 35-34,-1-14 92,4 4 1,3-6 921,18-22-983,-28-9 1,-5-8-1,-6-28 0,-7-7-93,-5 19 1,-5 1-20,-5-15 0,-8 8-154,-13 23 2,-9 35 1,-1 17-51,10 11 1,4 6-124,-7 7 1,7 3-859,17-13 0,7 2 0,6-7 1057,10-6 0,2-5 0,-4-1 0,1-5 0,14-10 0</inkml:trace>
  <inkml:trace contextRef="#ctx0" brushRef="#br0" timeOffset="324387">8528 13925 21791,'-46'44'-315,"0"-1"1,0 1-1,0-1 1,3-9 0,3-4-1,-1-4 528,-20 16 0,11-26 590,30-57 1,10-16-6,4 16 1,2 0-430,0-15 1,10 10-196,21 32-202,22 49-101,-6-1 0,4 6-295,-4-2 0,3 4 0,-5-4 0,-3-5 0,-3-2 0,2 5 0,0 0 0</inkml:trace>
  <inkml:trace contextRef="#ctx0" brushRef="#br0" timeOffset="324824">8865 14245 25998,'1'-29'50,"17"-11"1,12-10 0,-2 4-23,-8 10 0,-1-1 42,2-9 0,4-10 0,-4 0 0,-8 8 53,-13 2 0,-8 4 123,-3-20 1,-3 7-281,-7 18 1,0 32 7,11 45 1,9 27-943,4-9 1,4 10-1,1 1 1,1-6 967,1-4 0,0-5 0,1 2 0,-3 2 0,0 5 0,1-7 0,4-19 0,16-20 0</inkml:trace>
  <inkml:trace contextRef="#ctx0" brushRef="#br0" timeOffset="325040">8867 13923 24788,'48'-11'38,"1"1"0,0-1 0,-1 1 0,0 0 1,-6 8-39,-5 10 0,-5 3 0,14-4 0,-24 14 0</inkml:trace>
  <inkml:trace contextRef="#ctx0" brushRef="#br0" timeOffset="328023">5980 13886 8354,'1'-3'9405,"-1"0"-7069,0 3-656,6-23-985,-4 17-180,4-17-437,-8 25 6,-9 15-11,-8 5-28,-16 22-39,-1 10-6,16-23 0,3 2-93,5 9 1,4 0 75,-2 5 375,40 7-257,-14-51-1360,24-26 0,0-9 1315,-17 5 14,6-10 0,-1-4 529,-10-13-409,-7 9 9,-5 0 1,-3 2-128,-4 10 169,-8-18 3252,-2 41-3549,-13 0 45,-21 12-23,-8 15-43,23 11 1,-2 8 0,4-3 25,-15 13 0,10 6 1,12 3-1244,25-20 1,6-4 1293,7 10 0,2 14 0,-4-45 0</inkml:trace>
  <inkml:trace contextRef="#ctx0" brushRef="#br0" timeOffset="330858">10514 14270 22862,'-28'-46'1081,"5"10"-1149,17 54 46,11 43 16,-2-21 28,15 1 1,9-6 106,33-21 288,-2-22 0,0-8-274,-20 6 0,-6-8 30,-3-15 1,-4-11 0,-10 4-17,-16-16 64,-12 0 1,-6 4-116,-2 21-504,-11-4 102,28 38 346,6 3-64,34 21 0,14 3-14,6-5-1088,1-9 0,11-1 1,-11-6 1171,4-11 103,0-18 1,-10-12 506,-37-28-498,6 8-201,-19 6-258,-2 47 240,-1 4 1736,5 29 0,5 10-1764,8 11-142,2 6 0,7-1 112,2-34 0,4-7 193,25 0 47,-19-36 1,-3-13 72,-12-1 1,-4-2 33,2-2 0,-4 2-334,-1-2-94,-14 41 117,-1 41-790,8-10 1,2 1-522,-1-3 1,2-1 1383,10 1 0,0-6 0,-2-9 0,0-5 0</inkml:trace>
  <inkml:trace contextRef="#ctx0" brushRef="#br0" timeOffset="331061">11853 13725 23987,'8'10'-809,"-13"-16"1,25 32 0</inkml:trace>
  <inkml:trace contextRef="#ctx0" brushRef="#br0" timeOffset="331749">12372 13876 18436,'-41'-9'2910,"1"0"0,11 11-2896,-27 3 0,0 14-62,33 21 1,9 7-102,-5-4 1,7 3-1166,25 18 1,17-6-116,1-31 1,8-8 787,13 5 0,3-12 826,2-21 0,-3-15 1416,-8-15 1,-6-12-761,-15 12 1,-1-5 0,-2-3 0,-2 2-1609,1-5 0,-4 0 1,-1 0 870,-4 0 1,-1-1 0,-3 6 472,-3 4 0,-3 9-723,0 15-33,11 66 187,-9-10 1,-3 6 2,0 10 0,-2 6 0,-2 0-68,-3-5 0,-3-2 1,1-2 56,0-6 0,-1-2 0,1-4 47,-8 13 1,11-21 111,30-52 1,7-14 3220,-3 2-3267,-1-1 1,8-10-1,1-1 1,-6 9-47,13-7-56,-3-3 0,1 13-123,-3 43 127,-3 32-427,-17-10 1,-2 4-268,2 17 1,-3-2-1,-4 0 1,1 4 0</inkml:trace>
  <inkml:trace contextRef="#ctx0" brushRef="#br0" timeOffset="332543">14276 14187 20834,'-1'-37'2338,"1"-1"1,-1 9-2434,1-35 33,1 72 93,3 25 0,2 12-57,-2-1 1,-1 8-990,-1-2 0,0 12 0,-1 3 0,0-2 0,0-10 1001,0 10 0,-1-2 264,-1-3 0,-2 12 0,-1-12 0,-2-33-166,-7-60 0,-2-17-751,-2 13 696,7-2 1,1-11 0,2-4 56,2 4 1,3-5 0,0 1 0,-1 5-57,-1 6 0,0 3 1,1-4-11,0-6 0,0-9 0,1-1 0,1 4 0,2 11-23,-1 5 1,9 6 2,16-4 0,11 0 0,1 13-23,6 20 1,4 13-38,9 5 0,6 7 0,-8 6-41,-1 12 1,-18 10 135,-31-2 0,-12 6 1,-5-6-19,-1-6 0,-11-6-38,-26-3 0,-15-5 1,9-9-148,23-11 0,2-4 168,-14-2 0,9-4 0,25 0 0,9-4 0</inkml:trace>
  <inkml:trace contextRef="#ctx0" brushRef="#br0" timeOffset="333343">14865 13866 25348,'46'30'-138,"-1"1"0,-17-12 0,-1 1 117,7 8 1,2 6-1,-9 0 63,-9 9 0,-16-9 468,-39-19 571,1-53-1047,5-2-29,20-4 1,18 0-25,23 19 1,17 7-1,-4 2 13,-3 0 1,2 1 20,12-7 0,7-2 0,-9 4 80,-16 7 0,-5 3-67,19-11-50,-61 30-1,-13 12-5,2 5 0,3 7-25,11 11 0,7 3 39,2-11 0,6-3 22,14 8 1,8-10 63,15-20 82,-11-17 0,-3-9 14,-10-14 0,-4-7-87,2 5 1,-4-2 32,-10-18 1,-13 3-146,-14 20 1,-6 6-312,-17-9-339,8 33 1,7 15-4236,27 19 1,7 6 2457,-13 10 0,30 9 1,-15-57-1</inkml:trace>
  <inkml:trace contextRef="#ctx0" brushRef="#br0" timeOffset="334508">15926 13932 16958,'-7'-51'8660,"2"18"-8638,6 66 0,6 28 3,-7-16 1,-2 0 24,5 19 897,-12-15-558,4-81 0,2-15-333,3 13 22,8-16 1,5-14-1,0 14-83,5 15-43,24-10 0,4 15 20,-3 56-17,3 9 1,-2 9 13,-24 3 0,-5 2 45,4-6 0,-5-3 193,-14 4-159,5-80 0,2-18-32,7 2 6,1-11 1,6 3-17,21 21-62,-5 44 0,2 10-17,8 9-336,-25 12 0,-2 11 1,-2-3-4508,-3-2 1,3-5 3341,5-7 1,5-10 5353,23-21-2203,-21-24 0,-4-12 1033,1-7 0,-5-1-1154,0-5-1506,2 19 72,-20 81-873,-5-5 0,-2 13 1,0 4-1,0-7 847,0-5 1,1-4-1,-2 5 0,-2 0 1,-2 6 0,-1 2-1,1-6 1,-1-10 11,0-5 1,-1-7 89,-8 10 0,4-18-67,17-70 0,8-27-20,-5 31 0,1-4-184,-1 0 1,3-11 0,-1-4 0,0 2 0,-1 8 183,-1 6 0,-1 5 1,0-4-2,-2-4 0,0-7 0,-1-2 0,1 3 0,-1 9-10,0-5 0,3 4-4,0-4 0,4-3 1,10 15-34,29 22 1,7 15 25,-12-4 0,2 9-37,-4 15 0,5 10 1,-1 5-1,-10-2 11,-2 4 1,-12 5 1014,-8 12 1,-7 7-1,-20-14-997,-33-22 1,-23-15-1,3 0-114,20 7 1,3 1 0,-4-9 132,-3-12 0,-6-9 0,4-4 0,15 2 0,4-9 0,13-20 0</inkml:trace>
  <inkml:trace contextRef="#ctx0" brushRef="#br0" timeOffset="334991">17432 14019 24312,'12'-51'463,"1"0"0,-1 0 1,1 1-1,-1-1 0,0 3 1,0 5-1,-1-6-1424,-1-9 0,1-10 1,-1-2-1,-1 6 1,-3 14 1052,-3 15 0,-2 2 398,3-18 0,0-6 1,-5 21-479,-5 28 667,-1 14-693,-3 38 0,1 14 11,5-21 1,1 5-29,3 12 0,1 13 0,3 3 1,5-6-1799,3-11 0,4-2 1,1-1-1,-1-1 1196,0 12 0,-1-2 0,3-4-484,3-6 1,2-4-1,-2-18 1487,3-26 0,-17-1 0,-1 0 1</inkml:trace>
  <inkml:trace contextRef="#ctx0" brushRef="#br0" timeOffset="335251">17438 13425 26217,'53'-7'66,"0"-1"0,1 0 0,-1 0 0,9-3 0,-2 2-208,-2 2 0,3 2 1,-17 2 141,-23 1 0,20-3 0,-46 5 0</inkml:trace>
  <inkml:trace contextRef="#ctx0" brushRef="#br0" timeOffset="376820">8102 15702 17860,'7'-64'2393,"0"0"1,0 5-1,0 10-2163,-1 24-152,3 34-33,-3 20 0,-2 11-28,0 14 0,0 5-10,-3-13 1,0 1-1,-1 0-7,-2 16 0,-2-4 22,-1-15 1,0-7 392,-3 3-79,-3-38-264,-9-45-41,7-1 0,1-8-1,3 0 0,3-5 0,1 0-124,4-3 0,2-1 1,3 3 108,1 4 0,3 2 0,6 5-32,13-5 0,10 14-3,5 25 1,5 14-34,6 12 0,1 11-74,-17-3 0,-1 5 0,-3 3-36,10 18 1,-8 3 181,-10-3 1,-12-1 25,-20-5 0,-12-3 19,-18-8 1,-10-6 21,-8-4 1,-1-5 221,7-3 1,5-4-108,-10-3-189,43-5-63,15 1 74,27 10-43,0-3 0,5 1-109,16 5 1,4 2-726,-10-3 1,1 0 0,1 0 429,3 1 0,0 1 0,-4-1 0,-1-1 0,-6 0 0,-6-2 0,0 0 0</inkml:trace>
  <inkml:trace contextRef="#ctx0" brushRef="#br0" timeOffset="377238">9199 15769 17204,'0'-4'7461,"0"0"-6828,0 4-470,-45-41-74,1 51-81,6-16 1,0 5-23,12 27 0,8 10-9,9-4 1,10 1-129,33 23 109,-7-36 0,3-6 272,35-10 111,-12-32 214,-25-22-197,-18-13-173,-22 4-151,-12 13-6145,-5 20 6111,14 18 0,4 8 0,11 4 0</inkml:trace>
  <inkml:trace contextRef="#ctx0" brushRef="#br0" timeOffset="378096">9464 16046 23573,'23'-44'589,"0"0"0,-5-8 0,3-13 0,-1-5 0,-1 4 0,-4 10-432,1 0 0,-3-1-60,1 3 0,3-12 1,-1-3-1,-6 10 1,-10 18 8,-22 12-112,-4 60 1,0 22-51,7-9 0,7 9-489,11-8 1,6 10 0,3 2-1,4-2 1,4-7-1323,9 2 0,7-7 0,3-1 1632,1 9 0,2-1 0,4-21 2668,20-37 1,-9-19-1286,-25-11-728,-20 4 0,5 5-336,51 28 124,-47-6 310,22-21 0,-13-3-342,-54 7 0,-9 15-616,28 48 1,1 11-256,-23-25 1,5 1 694,34 27 0,21 12 0,0-20 0,4-28 0,18-6 0</inkml:trace>
  <inkml:trace contextRef="#ctx0" brushRef="#br0" timeOffset="379080">10889 15741 18084,'56'-2'1279,"0"-1"0,1 1 0,-1-1 1,-10-24-1,1-2-1248,3 21 0,14 6 1,2 2-1,-10-6 1,-21-10 514,-24-37 1,-25 1-60,-24 18-417,86 41 0,19 17-104,-43-3 1,-3 8 33,8 15 0,5 13 0,-3 1 0,-14-10 0,-19 15 0,-22-25 0,1 0 0,-1-1 0</inkml:trace>
  <inkml:trace contextRef="#ctx0" brushRef="#br0" timeOffset="391797">8170 16805 9313,'0'-4'4915,"7"-26"0,3-7-2261,-5 5-2111,-1-7 1,-8 4-432,-25 16-73,-3 20 1,-6 7-46,-8 9 0,1 4-2,3 3 0,3 4-32,0 7 1,10 6-54,19-5 1,9 0 8,20 20 59,8-31 0,5-6 109,28-6 297,-8-11 100,-27-5-643,-46 0 151,-25 13-90,-3 17 0,0 3 64,19-14 1,3 2-132,-12 22 0,13 2-117,37-9-1001,34-9 1,18-11 1285,-17-17 0,3-7 0,0 2 0,-4 7 0,0 3 0,-3-5 0,10-19 0,0 0 0</inkml:trace>
  <inkml:trace contextRef="#ctx0" brushRef="#br0" timeOffset="392075">8468 16880 13922,'14'51'731,"-10"-13"0,-1-2-731,1 9-9,-6-9 1,-8-4-8629,-21-17 8637,9 1 0,-4-13 0,22-7 0</inkml:trace>
  <inkml:trace contextRef="#ctx0" brushRef="#br0" timeOffset="392343">8281 16852 23735,'42'16'228,"-1"1"0,1 0 1,-4-2-1,0 2-656,8 8 1,3 3 0,-7 1-706,-10-1 1,-6-2 0,16 13 0,-22-10 0</inkml:trace>
  <inkml:trace contextRef="#ctx0" brushRef="#br0" timeOffset="393285">9100 16935 21657,'63'3'316,"1"-1"1,-1 0 0,1 0 0,-1-1 0,2 0 0,-7 0 0,-17 0-2249,-13-2 1932,15-3 0,-40 4 0,6-2 0</inkml:trace>
  <inkml:trace contextRef="#ctx0" brushRef="#br0" timeOffset="394378">10184 16952 15384,'0'-6'9102,"0"2"-9091,-8 47-22,7-3-6,-2-3 0,0 2 34,3-1 0,1-2 0,-1 21-1042,0-8 1025,1-22 0,-1-20 0,1-2 0</inkml:trace>
  <inkml:trace contextRef="#ctx0" brushRef="#br0" timeOffset="395383">7908 17618 18908,'-49'7'375,"0"-1"0,-15 2-444,25 10 0,-2 8 0,8 0-60,1 18 137,23-8 1,12-1-32,42 7 131,-6-26 1,8-4-1,-4-3 900,21-3-675,-11-5 0,-16-8 155,-42-15-304,-47 2-167,-4 11-101,-6 24 0,0 10-25,29-5 0,3 4 55,-14 5 1,14 5-345,47 6 1,14-5 117,0-14 280,22-5 0,17 0 0,-14-7 0,-9-10 0,8-2 0,1 0 0</inkml:trace>
  <inkml:trace contextRef="#ctx0" brushRef="#br0" timeOffset="395644">8502 17799 10175,'-22'54'1917,"-1"1"1,1 6 0,3-8-2053,7-21 135,-6 15 0,14-37 0,-5 0 0</inkml:trace>
  <inkml:trace contextRef="#ctx0" brushRef="#br0" timeOffset="395878">8271 17859 13138,'-2'-4'8239,"1"1"-8261,-8-21 229,21 24 359,26-8-533,-1 18 1,7 9 0,-1 1-371,5 1 1,1 3 336,0-1 0,4 3 0,-11-4 0,-3 5 0,0-1 0</inkml:trace>
  <inkml:trace contextRef="#ctx0" brushRef="#br0" timeOffset="396292">9533 17892 17932,'-45'4'2139,"0"0"1,3 0 0,11-2-2000,25-2-156,7 0 16,7 0-3,26 2 0,8 0-507,14 0 510,-11-1 0,6 1 0,-7-1 0,6 0 0,10-1 0</inkml:trace>
  <inkml:trace contextRef="#ctx0" brushRef="#br0" timeOffset="396782">9923 17812 17333,'-9'5'7265,"2"-1"-7081,20-46 1,12-16-173,-5 29-18,7-29 0,5 13-223,25 78 167,-25 9 34,-22 14 0,-17 8-1144,-20-21 0,-14-2 1,3-1 1182,1 12 0,-1-4-4,0-18 1,-2-3 0,11-7 81,18-11 63,18-5 88,47-4-1482,-8-9 1,8-5 0,-4 2 1241,2 4 0,-1-1 0,18-9 0,-14 2 0,-45 13 0</inkml:trace>
  <inkml:trace contextRef="#ctx0" brushRef="#br0" timeOffset="402139">7828 18392 20067,'-15'-5'604,"5"30"-584,10 13 0,3 7 41,-1 1 1,0 2-317,0 10 0,0-1-1487,1-6 0,0-2 1742,-2-8 0,1-3 0,2 14 0,-3-31 0</inkml:trace>
  <inkml:trace contextRef="#ctx0" brushRef="#br0" timeOffset="402556">7586 18427 17798,'-19'-22'1076,"40"-1"-1034,16 12 0,10 3-53,15-2 0,3 1 9,-19 3 0,0 0 0,-2 0 13,14 1 0,-7 1-2380,12 1 173,-38 3 2196,-25 1 0,0 0 0,0 1 0</inkml:trace>
  <inkml:trace contextRef="#ctx0" brushRef="#br0" timeOffset="403747">8303 18605 18632,'-30'-21'351,"0"1"0,-5 9 1,3 13-453,8 26 0,6 9-117,-15 16 167,28-14 1,12-10 708,34-47 0,9-17 350,-9 7-807,8-12 1,-12-2-51,-40 18-223,-2 38-57,-3 34 207,3-6-73,16 1 1,11-9 92,10-37 1,4-5 103,20 18 948,-23-62 1,-12-11-1039,-17 26-67,-6-11 0,-1 16-728,2 34 559,16 22 1,10 10-165,6 9 0,1 4-659,-2 7 0,-6 4 947,-15 6 0,-9-6 0,-10-11 0,-33-7 0</inkml:trace>
  <inkml:trace contextRef="#ctx0" brushRef="#br0" timeOffset="404064">9057 18423 24592,'3'59'-1229,"0"1"0,0-1 0,0 1 0,0 11 1,0-3-1,0-23 0,0-32 0</inkml:trace>
  <inkml:trace contextRef="#ctx0" brushRef="#br0" timeOffset="404458">9352 18417 13877,'-52'30'1659,"-1"-1"1,0 0-1,9 9 1,8 2-1445,0-6 1,16-1-163,50 8 0,19-5-146,-17-19 1,3-6-694,10 0 0,6-4 0,-2-6 786,6-14 0,-3-7 0,-10 5 0,-5-2 0,13-18 0</inkml:trace>
  <inkml:trace contextRef="#ctx0" brushRef="#br0" timeOffset="406227">10087 18502 8573,'-10'3'9830,"2"0"-7500,8-3-2050,-51 12-280,50-9 112,-30 8-53,57-10 0,19-5-17,-1 1 0,4-1 36,-3-3 0,5 0 1,-6 0 89,-1 0 0,-4 0-84,2-1 0,-11 0 516,-26 5-382,-3 3-324,-1 0-398,3-2-18,17-11 225,10-9 600,1-13-186,-13 6 455,-52-11-415,15 27 641,-18-4 0,1 3-635,23 11 184,-18-8-549,32 11 104,21 16 0,12 9 87,19 5-42,-16-8 1,5 5 0,-14 4-889,-22 17 1,-12 2 940,4-11 0,-5-3 0,-19 5 0,-6-6 0,-5-12 0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3BE02D-2CE0-A8D4-005F-9BF618A2001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6669873-7030-DAE0-8AB7-AC093FAFD73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DC18FD9-7481-4ADB-3EAE-6D4BCFC241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A9750D-8E17-2249-91BA-D1DA49EFC55B}" type="datetimeFigureOut">
              <a:rPr lang="en-US" smtClean="0"/>
              <a:t>4/12/26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2803D8E-3C04-D769-2B53-BFE1F746A7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B55FF8F-C5C3-A666-2D44-8FEFDAE41D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76CEE-751B-6344-B299-ECEC648BE6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146792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BBAD35-370D-B186-99AC-1FA271C84E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BEA3FA6-F843-73FD-882B-9DEF9EAE142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E95C48-D530-2ADB-89C9-07501D9B51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A9750D-8E17-2249-91BA-D1DA49EFC55B}" type="datetimeFigureOut">
              <a:rPr lang="en-US" smtClean="0"/>
              <a:t>4/12/26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DB2CE48-6BDB-1E92-6FB8-DF48A488CA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B841A6F-4D6F-D34A-97FA-7C1B28ECB7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76CEE-751B-6344-B299-ECEC648BE6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25903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57A55F-BBEA-2D37-EB04-F5807EE242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3696283-EABC-1C61-1DFB-A7665EB3350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3D20096-F8B3-C468-747C-36B3CBA03F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A9750D-8E17-2249-91BA-D1DA49EFC55B}" type="datetimeFigureOut">
              <a:rPr lang="en-US" smtClean="0"/>
              <a:t>4/12/26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3BFF86B-4936-9221-1A2F-DA2921DFA6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9538FFC-F1C9-69E4-F19E-BA260492B2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76CEE-751B-6344-B299-ECEC648BE6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260172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84EA6D-B4B5-6D00-ACCB-A61ABCCC1E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7DDD9D4-BF09-8456-BB59-30012185C44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64B21BF-1193-636B-818E-038E0C68334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782C119-3E27-115B-8F0E-3178250E20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A9750D-8E17-2249-91BA-D1DA49EFC55B}" type="datetimeFigureOut">
              <a:rPr lang="en-US" smtClean="0"/>
              <a:t>4/12/26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E9BF471-EEE1-59DC-5F42-7D26BF93B6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3A33D67-A17D-C1C1-2F38-846D3459F8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76CEE-751B-6344-B299-ECEC648BE6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285484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580013-43C3-0003-FAB3-C46A802110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1598502-FCE1-A1FF-37B7-E85999D30B9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AC94E36-C78B-BCC2-B12B-9B6AC521BF2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5C46292-BBEF-0A6D-A91E-85C05025F5D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0EE5601-4EE3-9F50-5CF5-2E2939C01E3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C11E26C-D9F4-7B67-0201-A0646667A8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A9750D-8E17-2249-91BA-D1DA49EFC55B}" type="datetimeFigureOut">
              <a:rPr lang="en-US" smtClean="0"/>
              <a:t>4/12/26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81AECFB-69EF-DF5F-34D7-385189A980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8729CD7-4A6E-CDF7-C35E-6111B9E2A4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76CEE-751B-6344-B299-ECEC648BE6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124455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77F552-D001-23AF-C303-8791E16AAA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B64901C-4C9B-475A-A386-3FB27737CE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A9750D-8E17-2249-91BA-D1DA49EFC55B}" type="datetimeFigureOut">
              <a:rPr lang="en-US" smtClean="0"/>
              <a:t>4/12/26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A692E5F-C08E-C5DC-8E4D-406C761EDA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3A5FE3C-8139-F8D9-F8B9-F900312396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76CEE-751B-6344-B299-ECEC648BE6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540465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399859F-6BD4-1754-E30B-6333461AB4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A9750D-8E17-2249-91BA-D1DA49EFC55B}" type="datetimeFigureOut">
              <a:rPr lang="en-US" smtClean="0"/>
              <a:t>4/12/26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2499101-5913-E472-0A9E-F51208270A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27C8091-7ADB-DBA8-2E44-39BE46A697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76CEE-751B-6344-B299-ECEC648BE6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677479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3EE077-9F67-E8CC-7EC9-837F709D41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F825C0-6AE8-E5E4-7101-6154097ACD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5300639-DB20-B462-6CB3-A04678F217A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D2468EA-D021-0352-5656-FB7259A626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A9750D-8E17-2249-91BA-D1DA49EFC55B}" type="datetimeFigureOut">
              <a:rPr lang="en-US" smtClean="0"/>
              <a:t>4/12/26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39B8406-FBBE-CE35-5100-21D6A173FC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C057876-53BD-2141-7F4C-B4328A6BBF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76CEE-751B-6344-B299-ECEC648BE6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60219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359F93-D2D8-2537-0D06-B5D0169553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32B5FAC-6604-F0BD-9804-0BC85B8B875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AE27427-00DC-2B38-85DF-226DFC22CB0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25D8952-B775-C3DB-EC0A-0AC7198745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A9750D-8E17-2249-91BA-D1DA49EFC55B}" type="datetimeFigureOut">
              <a:rPr lang="en-US" smtClean="0"/>
              <a:t>4/12/26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896A2C8-4D2B-CC72-58B3-0843406AE3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5A35BDF-93F0-4CA1-7A0F-C7BD221230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76CEE-751B-6344-B299-ECEC648BE6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447454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C19D3B-1304-8E0A-729C-C1C8175A78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78EA49C-F4D1-E836-7ADE-4B490251476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AE34E5A-9787-E40F-A3F6-4DD6B13929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A9750D-8E17-2249-91BA-D1DA49EFC55B}" type="datetimeFigureOut">
              <a:rPr lang="en-US" smtClean="0"/>
              <a:t>4/12/26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01E1A9B-420C-DD42-75B6-6EF3A22BAE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2103187-D63D-2F39-85C1-17ACB528D4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76CEE-751B-6344-B299-ECEC648BE6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150911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6139111-CD3B-5120-F1D5-04A547F1AB2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A9E083D-98C5-6764-61CF-B153E915E20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B64ADA-7615-D92A-94D3-9F47CAEA43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A9750D-8E17-2249-91BA-D1DA49EFC55B}" type="datetimeFigureOut">
              <a:rPr lang="en-US" smtClean="0"/>
              <a:t>4/12/26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70D0FB3-1893-4091-243F-D575508492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DA882D2-41B0-E94B-0A1C-101679A85A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76CEE-751B-6344-B299-ECEC648BE6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518736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3E2D90B-F463-6029-F62D-A384AC9C0B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4E68652-01A9-DDA7-A1D8-D595EEA8059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100F7ED-44AD-1320-4E7A-357A3F2DBEC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1A9750D-8E17-2249-91BA-D1DA49EFC55B}" type="datetimeFigureOut">
              <a:rPr lang="en-US" smtClean="0"/>
              <a:t>4/12/26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A497A97-7985-793E-EEB0-B0C9078381D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860242F-C417-9C96-9C19-59DD3E6A0FA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2276CEE-751B-6344-B299-ECEC648BE6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91116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customXml" Target="../ink/ink1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customXml" Target="../ink/ink2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customXml" Target="../ink/ink3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ustomXml" Target="../ink/ink4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ustomXml" Target="../ink/ink5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ustomXml" Target="../ink/ink6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ustomXml" Target="../ink/ink7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ustomXml" Target="../ink/ink8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9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customXml" Target="../ink/ink9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92659B1-E34C-95EC-80F3-8A1B178065C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19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AF5D7EA3-47BE-18AC-BC50-8A390FD18880}"/>
                  </a:ext>
                </a:extLst>
              </p14:cNvPr>
              <p14:cNvContentPartPr/>
              <p14:nvPr/>
            </p14:nvContentPartPr>
            <p14:xfrm>
              <a:off x="410400" y="667800"/>
              <a:ext cx="5308920" cy="1276560"/>
            </p14:xfrm>
          </p:contentPart>
        </mc:Choice>
        <mc:Fallback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AF5D7EA3-47BE-18AC-BC50-8A390FD18880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401040" y="658440"/>
                <a:ext cx="5327640" cy="12952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21684259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B5C43F7-DA85-6FA0-690C-2A1879FCE8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572185A7-7F92-F0A4-6BCE-E9B3DA33DB8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151573B-02F0-153B-C2FA-340818A0D11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19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3308AD26-AB04-57A7-151E-4BC864802A39}"/>
                  </a:ext>
                </a:extLst>
              </p14:cNvPr>
              <p14:cNvContentPartPr/>
              <p14:nvPr/>
            </p14:nvContentPartPr>
            <p14:xfrm>
              <a:off x="61560" y="354960"/>
              <a:ext cx="10760400" cy="433512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3308AD26-AB04-57A7-151E-4BC864802A39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52200" y="345600"/>
                <a:ext cx="10779120" cy="43538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01153368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27AC980-3948-549C-1123-F01A64026C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2D74B552-FFD0-9751-4808-59FCAD82E4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AD12F18-415E-D184-6684-EE08203DAD5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19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2A035FCE-0694-D4E8-FEEF-A55A505CBD96}"/>
                  </a:ext>
                </a:extLst>
              </p14:cNvPr>
              <p14:cNvContentPartPr/>
              <p14:nvPr/>
            </p14:nvContentPartPr>
            <p14:xfrm>
              <a:off x="131400" y="604440"/>
              <a:ext cx="11241000" cy="625356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2A035FCE-0694-D4E8-FEEF-A55A505CBD96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22040" y="595080"/>
                <a:ext cx="11259720" cy="62722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92975065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4C77BBD-833E-9111-2228-50094D39BF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AADEB50E-90C3-A630-C5BB-FCE9563F0C1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03709D3-8F61-141A-B564-D4EF2D6DA23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19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512B72FA-DFEA-2EC2-0D02-D0A840460594}"/>
                  </a:ext>
                </a:extLst>
              </p14:cNvPr>
              <p14:cNvContentPartPr/>
              <p14:nvPr/>
            </p14:nvContentPartPr>
            <p14:xfrm>
              <a:off x="225720" y="705600"/>
              <a:ext cx="3174840" cy="55656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512B72FA-DFEA-2EC2-0D02-D0A840460594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216360" y="696240"/>
                <a:ext cx="3193560" cy="5752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29688156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BD683A4-B619-2598-D562-3A3995FA6F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AD00CA54-6365-5156-A708-F2FD5127E3E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DCACE5C-915C-516B-6600-653C2A69663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19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4D28350B-AEF5-4540-2EA2-A9AD9876E4BD}"/>
                  </a:ext>
                </a:extLst>
              </p14:cNvPr>
              <p14:cNvContentPartPr/>
              <p14:nvPr/>
            </p14:nvContentPartPr>
            <p14:xfrm>
              <a:off x="672480" y="748080"/>
              <a:ext cx="5830560" cy="334224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4D28350B-AEF5-4540-2EA2-A9AD9876E4BD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663120" y="738720"/>
                <a:ext cx="5849280" cy="33609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98654483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8246032-4A11-6394-3E72-C74895FCF5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095DA7C8-5F89-8F12-542E-70CD601B718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78A653B-CC5E-4C13-E3A8-93AC0F59816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19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EB26A1F9-E297-AB12-6D57-32523419EFBD}"/>
                  </a:ext>
                </a:extLst>
              </p14:cNvPr>
              <p14:cNvContentPartPr/>
              <p14:nvPr/>
            </p14:nvContentPartPr>
            <p14:xfrm>
              <a:off x="1331280" y="817200"/>
              <a:ext cx="5641200" cy="479988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EB26A1F9-E297-AB12-6D57-32523419EFBD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321920" y="807840"/>
                <a:ext cx="5659920" cy="48186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66259549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AD67CCF-72DE-DEB1-9413-F20F420237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73A2021A-2E6B-F351-E2EA-85D0247715F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FE3CA69-6E92-4433-759B-BEEC23004FE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19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A5554FC0-B59E-5354-402F-ED002D6F307B}"/>
                  </a:ext>
                </a:extLst>
              </p14:cNvPr>
              <p14:cNvContentPartPr/>
              <p14:nvPr/>
            </p14:nvContentPartPr>
            <p14:xfrm>
              <a:off x="443160" y="733320"/>
              <a:ext cx="8015040" cy="222480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A5554FC0-B59E-5354-402F-ED002D6F307B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433800" y="723960"/>
                <a:ext cx="8033760" cy="22435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35291481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753DD96-4833-0035-D9C8-B7079264D9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3C72F158-0E5D-26A8-51B9-253ABB48AA2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A1A63B3-EA47-63A2-639F-3FDC9519B08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19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7569773E-E1BB-F261-B8B9-BBAAA8185D8E}"/>
                  </a:ext>
                </a:extLst>
              </p14:cNvPr>
              <p14:cNvContentPartPr/>
              <p14:nvPr/>
            </p14:nvContentPartPr>
            <p14:xfrm>
              <a:off x="289080" y="736200"/>
              <a:ext cx="9445320" cy="464256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7569773E-E1BB-F261-B8B9-BBAAA8185D8E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279720" y="726840"/>
                <a:ext cx="9464040" cy="46612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49320661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6EEE9AD-CFC6-F889-54B6-DF0D806CCA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C8868659-E6FD-6DA9-D3EC-5FD58E19A2F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1D09BE6-5FB8-140A-6399-BF819703808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19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9CF3A906-0434-B9C0-DA3C-747DBEC070B3}"/>
                  </a:ext>
                </a:extLst>
              </p14:cNvPr>
              <p14:cNvContentPartPr/>
              <p14:nvPr/>
            </p14:nvContentPartPr>
            <p14:xfrm>
              <a:off x="513000" y="734400"/>
              <a:ext cx="9192240" cy="609624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9CF3A906-0434-B9C0-DA3C-747DBEC070B3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503640" y="725040"/>
                <a:ext cx="9210960" cy="61149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11448942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113</TotalTime>
  <Words>0</Words>
  <Application>Microsoft Macintosh PowerPoint</Application>
  <PresentationFormat>Widescreen</PresentationFormat>
  <Paragraphs>0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Office 365</dc:creator>
  <cp:lastModifiedBy>Office 365</cp:lastModifiedBy>
  <cp:revision>1</cp:revision>
  <dcterms:created xsi:type="dcterms:W3CDTF">2026-04-12T13:04:57Z</dcterms:created>
  <dcterms:modified xsi:type="dcterms:W3CDTF">2026-04-12T14:58:52Z</dcterms:modified>
</cp:coreProperties>
</file>