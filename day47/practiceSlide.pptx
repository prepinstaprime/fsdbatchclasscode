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68"/>
  </p:normalViewPr>
  <p:slideViewPr>
    <p:cSldViewPr snapToGrid="0">
      <p:cViewPr varScale="1">
        <p:scale>
          <a:sx n="119" d="100"/>
          <a:sy n="119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5T13:34:47.2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1995 7899 10091,'-48'1'1409,"0"0"1,8-1 0,4 1 382,0-1-789,19-1-163,-5-1-364,15 0-331,4 1-279,3 0 201,9 2 23,12 3 11,19 1-12,18 2-535,-21-4 1,1-1 501,4 0 0,4-1 11,14-3 1,4-1-35,-17 0 1,2-1-1,0 0-18,1 0 0,2 0 0,-1-1-4,4 0 0,0-1 1,-4 1-10,3 0 1,1 1-377,-3 0 1,5 1-1,-2 0 376,-7 1 0,-1 1 0,1 0 0,7-1 0,2 0 0,1 1 1,2 2 1,2 0 0,-5 1 1,6 1 1,-1-1-1,-16 1 1,2 0 0,-2 0-12,7 0 1,0 0-259,-6 1 1,3-1 0,-3 1 271,5 0 0,0 1-4,-8-1 0,1 2 0,-3-1-10,1 2 0,-3 0-2,0 2 0,-1-1-9,-2 0 0,-1 1-86,-2-1 0,-1 0 89,-2 0 0,0 0-3,5 1 0,-2 0 17,13 1 11,3 2 1,-1-1-1,-2-3-6,-4 1 1,1-2 5,7-3-22,6-2 17,4-5-6,-30 1 0,1-1 0,1 0 0,-1-2 5,1 0 1,-1 0-6,0-1 0,-1 0 11,30-5-11,-14 3-17,-8 2 0,0 1 767,-4 1-784,2 0 0,0-1-94,2 2-91,13-2-316,-15 2 0,1 0-1011,18-2-874,-20 3 1,-3-1 1954,3 1 1,-16 1 0,-10 1-1</inkml:trace>
  <inkml:trace contextRef="#ctx0" brushRef="#br0" timeOffset="1020">7303 7209 19540,'-52'18'767,"1"0"0,5-2 1,7-1-196,10-2-393,15-6 39,7-3-61,9-4 123,16-3-145,38-12-141,-21 6 0,2-2-561,14-3 1,2-1 518,-5 1 1,-3 2 10,-9 3 1,-1 0-1654,8 0 1,-4 1 1493,-4 3-207,14 0 5,-40 18 269,-16 5 51,-23 17 67,-6-7 5,6-8 0,-3 0 106,-5 3 0,-1 0-39,-2 1 1,0 1 33,-4 2 0,1-1 1567,12-6 1,3-2-1529,-13 9-39,17-9 135,17-10-6,16-5-67,36-15-169,-10 3 4,1-3 0,3-2 13,-5-1 1,0-3 24,12-8 1,-1-3 8,-7 4 1,-4-1 415,-2 1 0,-8 1-404,-8-6 111,-30-22-27,-9 12-23,3 9 0,-2 0 235,-23-6 106,3 4-195,13 11 392,3 1-381,17 14-129,1-1-78,8 7-34,2 4-23,2 1 18,19 19-7,7 3-22,-6-5 1,2 1 8,0 0 0,0 1-15,6 7 1,-1 2-101,-1 1 0,-3 1-371,-2 1 1,-3 1-328,-6-2 1,-5 0-5895,-9 24 6704,-11-9 0,5-24 0,2-17 0</inkml:trace>
  <inkml:trace contextRef="#ctx0" brushRef="#br0" timeOffset="2034">5412 8076 19910,'-62'1'1053,"35"-7"-969,58-3-34,0 2 0,2 0 1,21-1 2,-2 2 0,4 1-766,-13 1 0,0 1 729,-1 0 1,3 0 0,-1 0-14,13 0 0,-1 1 0,2 0 0,0 0-6,1 0 0,0-1 0,1 0 0,0 0 6,-3 0 0,0-1 5,-5-1 1,-1 1 7,-5 0 1,-3 0 5,-5 0 1,-3 0-17,22-1-6,-15 3-17,-16 0 17,-11 2 50,-9 2 1155,-15 2-1132,-14 5 356,-25 3-362,3-3 0,-2 0-440,11-2 1,-1-1 389,-24 3 0,-2 0 11,16-4 0,1-1-6,-14 3 0,-2 0 0,2-2 1,0 1 11,2-1 0,1 1 25,3-2 0,1 0 36,4 0 0,1-1 34,6 0 0,2 0 33,6-1 0,4 0 124,-12 0-17,20 0-174,18-2-11,18 0-11,26-4-48,-8 0 0,6 0-5,5-1 1,5-1 0,-1 1-761,5-1 0,3 0 742,2-1 0,6 1 0,-4-1 1,4 1 0,-1 0-5,-11 1 0,1 0 0,-1 0 0,-4 0 0,-2 1 0,-1-1 107,13 0 1,-3 0-134,-10 1 0,-2 0-82,-7 1 1,-3 0-882,20 1-6436,-11 2 7427,-12 4 0,-13-2 0,-9 1 0</inkml:trace>
  <inkml:trace contextRef="#ctx0" brushRef="#br0" timeOffset="12475">4949 8491 14813,'-25'-28'599,"0"0"0,-7 0 1,-1 6-191,-2 12 5,-18-4-78,13 5 11,-3-2 40,-1 0-23,-3 0-123,-1 0-78,-2 0 5,-2-1-107,10 4 12,8 0 0,-1 1-17,-18-4-45,13 3 0,0-1 34,-12-2 44,13 2 1,0-1 50,-12-3-73,14 4 1,0-1 32,-19-5 18,-1 3-434,-5 2 332,29 7 1,-1 0 8,-3 1 1,-2 1-15,-2 1 0,-1 0 3,-2 2 0,-1 1-381,-4 0 0,0 1 378,-2 2 1,-1 0 7,1 1 1,0-1-9,12 0 0,-1 0 36,-14 2 1,1-1-6,19-2 0,0 0-22,-14 1 0,0 1 16,13-2 0,1 0 34,-15 3 0,-1 0-34,12-2 1,-1 0-343,-13 2 1,0 1 308,13-2 0,1 0-14,-2 1 0,0 0 16,-1 1 1,0 1 2,0-1 1,1 1 159,3 0 0,-1 1-168,-5 5 0,1 0-6,-14 9 0,25-8 1,2 1 745,-3 9-723,3 3-17,1 3-11,2 4 5,2 4-22,2 4 17,3 3 17,6-9-23,0 16-5,9-16 746,1 18-730,11-10-11,6 4-5,6 1 0,4 3-1,1-1-332,4 0 344,5-3-6,4-3 11,-2-17 1,4-2 2,-6-7 1,2-1 2,13 5 0,6-3 3,-9-8 1,3-3 0,-1-1 7,8 2 0,1-1-358,-8-2 0,4 1 1,-5-2 348,3 0 1,-3-1 5,-1 0 1,1-2-1,-1-1 1,0-1-4,1-1 1,0-1 160,12-1 0,-1 0 9,-17 0 0,-1-1 0,18 0 1,1 0 13,-17-1 1,1 0 0,15-1 1,3 0-71,-18-1 1,0 0-1,1 0 13,3-1 1,1-1 0,0 0 0,0-1 1,1 0 0,0-1-473,0 0 0,-1-1 0,-1 0 370,-2-1 0,-1 0 0,-1-1 23,18-5 1,-2-2 11,-6 0 0,-3-1 6,-4-1 0,-3-1-333,-2 2 1,-2-1 346,-3 0 1,0 0-226,-2 0 0,0-1 106,0 0 1,-1-1-7,-1 0 0,-1-1-21,1 0 1,0-2-871,5-6 1,-3 1 762,14-11-13,-19 12 0,-3-1 517,-1-8-414,-10 9 0,-2-1-85,2-30-60,-5 0 0,-14 1-19,-6 10 3,-5-1 173,-3 2 23,-2 1 38,-4-1 7,-2 2 0,-6 0 17,-4 3 24,-7 2-34,5 11 3,6 8 0,-3 1 96,-22-5-435,13 7 0,-3 2 325,-4 6 0,3 3 0,-6-3 0,0 7 0</inkml:trace>
  <inkml:trace contextRef="#ctx0" brushRef="#br0" timeOffset="141744">1778 7769 24575,'26'0'0,"5"0"0,-11 0 0,9 0 0,3 0 0,-2 0 0,24-2 0,-20 0 0,27 0 0,-28 0 0,12 0 0,-15 0 0,1-2 0,6-1 0,6 0 0,-3-1 0,16-1 0,-4 2 0,-20 2 0,2-1 0,-1 2 0,-1-1 0,20-3 0,-8 2 0,0-1 0,0 0 0,-5 0 0,-4 3 0,-4 0 0,2 2 0,11 0 0,4 0 0,5 0 0,-9 0 0,-1 0 0,-2 0 0,-11 0 0,19 0 0,-18 0 0,8 0 0,-9 0 0,-2 0 0,11 0 0,-4-1 0,7-1 0,3-2 0,-12 1 0,7 0 0,7 2 0,9 1 0,-22 0 0,1 0 0,23 0 0,-6 0 0,-16 0 0,13 0 0,-12 0 0,-3 0 0,-1 0 0,1 0 0,27 0 0,-34 0 0,18 0 0,-19 0 0,8 0 0,5 0 0,6 0 0,-2 0 0,3 0 0,-17 0 0,13 0 0,-11 0 0,5 0 0,-3 0 0,-12 0 0,7 0 0,-2 0 0,1-2 0,1 0 0,8-3 0,-15 3 0,12-2 0,5 1 0,-9 0 0,12-1 0,-18 2 0,0 0 0,-1 2 0,3 0 0,2 0 0,-2 0-6784,13 0 6784,-13 0 0,9 0 0,-14 0 0,-2 0 0,7 0 0,-6 0 0,5 0 6784,0 0-6784,-9 0 0,7 0 0,-2 0 0,-3 0 0,3 0 0,4 0 0,-9 0 0,9 0 0,-8 0 0,1 0 0,13 0 0,-7 0 0,6 0 0,-9 0 0,4 0 0,2 0 0,3 0 0,2 0 0,-12 0 0,11 0 0,-13 0 0,10 0 0,-12 0 0,10 0 0,-8 0 0,5 0 0,4 0 0,-7 0 0,8 0 0,-7 0 0,14 0 0,9 0 0,11 0 0,-6 0 0,-13 0 0,0 0 0,-3 0 0,-1 0 0,-1 0 0,-13 0 0,7 0 0,-7 0 0,6 0 0,-4 0 0,-4 0 0,3 0 0,-7 0 0,5 0 0,-4 0 0,3 0 0,-4 0 0,7 0 0,-6 0 0,8 0 0,1 0 0,0 0 0,6 0 0,1 0 0,-3 0 0,4 0 0,-13 0 0,-1 0 0,-6 0 0,4 0 0,-6 0 0,1 0 0</inkml:trace>
  <inkml:trace contextRef="#ctx0" brushRef="#br0" timeOffset="148761">2020 9094 24575,'38'0'0,"10"0"0,9 0 0,-25 0 0,6 0-379,14 0 1,7 0 0,-3 0 378,-4 0 0,3 0 0,-1 0 0,8 0 0,2 0 0,-2 0-642,-3 0 1,-2 0 0,1 0 0,1 0 641,-9 0 0,1 0 0,1 0 0,-1 0 0,0 0-413,10 0 0,1 0 0,-3 0 0,-2 0 413,1 0 0,-3 0 0,0 0 0,-4 0 0,-1 0 0,2 0 0,4 0 0,2 0 0,-1 0 0,-1 0 0,-1 0 0,0 0 0,0 0 0,-1-1 0,-5 0 0,-4 0 0,-1 0 0,13-4 0,-3 1-546,-18 1 0,-1 0 546,7-2 0,-2 1 405,8-3-405,3 1 1857,-18 0-1857,3 2 2703,-20 3-2703,-6 0 369,-3 1 1,-5 0 0,-2 0 0</inkml:trace>
  <inkml:trace contextRef="#ctx0" brushRef="#br0" timeOffset="184746">12944 7589 24575,'0'0'0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5T14:19:37.2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6886 3240 25967,'-4'-32'-168,"0"1"1,-22 3 0,-9 10 101,0 18 0,-5 7 94,-5-1 0,-5 1 0,0 1-8,0 2 0,0 0 0,2 1-6,-7 1 0,2 1-17,-1 1 0,11 0-7,23-5-42,9 0 270,10 0-69,4 15-136,0 5 81,0 2 1,0 2-333,0 12 292,-1-6 1,-2 2-318,0-8 1,-1-1 216,-1 10 1,0 0-46,0-9 1,1 1 94,-2 13 0,2 1-17,0-16 1,1 0-20,2 12 1,3-1-62,11 18 10,14-11 17,12-13-3407,12-13 2689,-22-16 0,3-4 784,9-4 0,-2-3 0,6 1 0,1-5 0</inkml:trace>
  <inkml:trace contextRef="#ctx0" brushRef="#br0" timeOffset="1294">7926 3430 15216,'19'-60'2100,"-1"-1"1,-1 8-1,-7 4-526,-19-9-1299,-12 30-57,-26 16-44,-12 34-972,23-1 1,0 4 844,-5 6 1,1 4-6,0 6 0,2 4-17,2 3 1,5 3-12,5 2 0,6 2-12,5-1 1,6-1-9,10-2 1,6-3-167,6-4 1,6-4 151,8-5 1,5-5 5,4-5 0,3-5 14,3-5 0,2-5 19,-2-3 1,0-6 39,3-9 0,-3-4-3,10-5 19,-24-3 1,-5-4 103,-9-14 23,-2-12 16,-16 1 29,-13 5-39,-16 11-74,-13 13-44,-11 14-62,24 9 0,1 3-12,-1 3 1,0 2 597,2 4 1,2 2-632,-18 20-78,16 5-242,18 0-648,22 0-1643,24-3 2628,-2-20 0,1-3 0,6 3 0,4-6 0</inkml:trace>
  <inkml:trace contextRef="#ctx0" brushRef="#br0" timeOffset="1501">8740 3747 25438,'-10'48'-736,"-1"-1"1,1-1-1,3-3 736,8 13 0,-1-25 0,1-2 0</inkml:trace>
  <inkml:trace contextRef="#ctx0" brushRef="#br0" timeOffset="2151">9888 3692 8286,'2'-9'3733,"3"-37"0,0-7-1244,-2 15-2067,-1-4 0,-1-8 0,-1 9-103,-5 9-1391,-21-26 1190,9 41 1068,-24-4-1102,-10 26-61,-6 11-18,-2 6 12,30-3 0,3 3 1195,-14 19-1210,18-13 1,1 2-3,3 0 0,4 2-9,3 5 1,5 0-20,9 19 12,9-6 272,24-22-245,5-18 14,-6-7 0,3-5 1668,-5-3 0,0-5-1559,10-9 1,-3-5 10,-13 2 1,-3-4-1545,4-11 1,-4 0 1544,-1-8 247,-11 9 0,-2 4-309,-5 13 56,1-11-95,-11 40-45,-2 8-17,-9 35 1,5-11-29,2-4 0,1 1 2314,1 23-2616,3-23 0,2 4-914,1 11 1,3 0-639,2-6 1,3-2-197,-1-1 0,3-2 1492,3-8 1,0-6 0,-1-6 0,0-3 0</inkml:trace>
  <inkml:trace contextRef="#ctx0" brushRef="#br0" timeOffset="2335">10402 3984 26172,'-5'-3'129,"3"-3"-180,-23 61-453,7-9-2764,9-8 0,0 3 2290,-2 18 1,5-7 0,6-33 0</inkml:trace>
  <inkml:trace contextRef="#ctx0" brushRef="#br0" timeOffset="2786">11450 3539 13797,'10'-43'2436,"-1"0"1,1 0-1,1-8 1,-3 6-1345,-1-2-800,-9 32-202,-7 19 1,-6 19-63,0 5 6,-10 28-435,11-19 0,0 3 359,1 2 0,2 2-140,-2 8 0,4 0-389,7-9 0,5-3-740,5-1 0,3-3-1924,14 18 3235,1-23 0,0-5 0,-7-7 0,10 6 0</inkml:trace>
  <inkml:trace contextRef="#ctx0" brushRef="#br0" timeOffset="3170">11910 3601 22677,'-24'23'280,"0"0"0,-16 25-258,23 8-426,9-3 409,16-6 141,12-9-135,15-11 6,9-12 28,9-11 11,1-15-11,-12-3 75,-14-5 1,-2-4-3186,7-18 3157,-10 8 1,-2-1 5,-6 1 0,-3 0-29,-1 0 1,-3-1 283,2-28-67,-18 11-50,-13 13 90,-17 14-214,-8 11-56,-2 11-62,4 11-89,9 10 3099,12 12-3956,11 12-1597,17 10 2549,5-20 0,1-2 0,4 5 0,3-5 0</inkml:trace>
  <inkml:trace contextRef="#ctx0" brushRef="#br0" timeOffset="3368">12774 3812 25405,'-32'37'-2641,"1"-1"1,-4 18 0,5-1 1696,17-21 1,2-1 0,-2 6 0,2-5-1,7-12 1</inkml:trace>
  <inkml:trace contextRef="#ctx0" brushRef="#br0" timeOffset="3794">13927 3468 22654,'-7'-50'909,"0"0"1,2 6-1,-2 10-808,-1 23 36,1 13-115,1 16-16,-1 16-46,-1 23-412,5-20 1,1 1 84,1 6 0,2 1-790,2 3 1,3-1-3488,2 2 1,2-2 4643,0-7 0,0-3 0,4 10 0,-6-23 0</inkml:trace>
  <inkml:trace contextRef="#ctx0" brushRef="#br0" timeOffset="4168">14468 3446 22845,'7'-54'274,"0"0"1,-5 9-1,6 8-151,31 9-61,-4 17-28,-1 2 22,16 12-23,-12 24-10,-1-2-12,-11 16 8,-20-9 1,-4 2 14,-7 29-12,-5-22 0,-3 5 1,-2-4-7,-3 0 1,-2-2-230,-10 11 0,-1-4 309,-6 2-24,8-13 91,11-12-34,11-11-51,15-10-296,36-16-583,6 3-740,-10 1 1,3 1 1540,0 4 0,-3 1 0,6 0 0,-1 1 0</inkml:trace>
  <inkml:trace contextRef="#ctx0" brushRef="#br0" timeOffset="4376">15574 3927 26021,'-5'43'-114,"0"1"0,0 0 0,-2-3-1858,-10 17 840,8-24 0,2-2 0,-2 5 0,3-4 0</inkml:trace>
  <inkml:trace contextRef="#ctx0" brushRef="#br0" timeOffset="4894">16440 3382 19344,'0'-9'2307,"3"-25"1,0-4-1944,-2 18-151,2-18 0,-1 8 61,-2 29-184,-4 37-511,-3 11 424,2-15 0,0 4-28,-3 20 0,-1 2-272,3-13 0,0-1-548,-2 10 0,1 2-4071,3 7 1,2-6 3325,2-6 1,0-14 0,1-7 0,0-19 0</inkml:trace>
  <inkml:trace contextRef="#ctx0" brushRef="#br0" timeOffset="5409">16862 3476 22105,'-13'-54'562,"1"0"0,2 6 0,8 7-371,32-4-107,3 21-39,12 6-23,-3 15 0,-7 7-22,11 12 0,3 20-562,-25-15 0,1 2 553,1 6 1,-2 1-20,6 24-3578,-12-1 3594,-15-1-1222,-25 1 1245,2-19 0,-25 3 40,12-21 265,-1-3-115,-2-6 2588,8-12-2386,4-2 3362,7-9-3485,12 0-164,6 2 29,11-7-100,21 8-11,5 2-17,19 15-23,-7 15 6,-22-4 0,-1 2-151,2 4 1,-2 0 122,-1 2 0,-2 0-84,14 24-107,-16-2-189,-20-3-775,-29 3-1679,-20-9-3921,-10-10 5958,5-11 0,32-14 0,13-1 1</inkml:trace>
  <inkml:trace contextRef="#ctx0" brushRef="#br0" timeOffset="5860">17752 3097 22392,'34'-27'179,"-1"1"0,1 0 0,12-10 1,-1 8-46,-11 20 0,-3 4-72,15-2 94,5 9-134,-23 8 47,-2 10-58,-8-1 62,1 28-34,-11-2-14,-2-9 1,-2 3-334,-2 1 1,0 1 318,0 7 0,1 1-429,2 6 1,2 1 420,3 3 0,2 2-2,-3-21 1,2 1 0,-1-2 1,4 8 0,-1 0 12,-1-4 0,1 2 0,-4-3-15,-2 1 0,-3-1-9,-1 18 1,-6 0-195,-7-18 0,-6-4 183,-6-4 1,-4-3-188,-4-6 0,-4-5-1619,-7-4 0,-1-5 1826,1-3 0,2-4 0,-14-1 0,21-4 0</inkml:trace>
  <inkml:trace contextRef="#ctx0" brushRef="#br0" timeOffset="7707">7654 4875 22313,'2'-38'316,"-1"-1"1,2-18-284,-6 76-10,-1 16-18,-3 24-238,2-11 1,0 5-230,1 7 0,-1 3-574,3-20 1,-1 1 0,0 0-259,1 0 1,0 0-1,0-2-1930,-2 9 1,0-3 998,-2-1 0,-2-4 2225,-11 12 0,-11-18 11,5-34 3330,-13-18 435,6-13-1396,8 2 1,0-2-1217,-6-12 144,7 4 0,2 1 708,5 5-1046,-10-20 281,12 27-1088,3 5-158,3 11 6,7 19-3369,1 14 3358,3 1 22,10 15 34,30-4-39,-15-19 0,2-3-608,3 0 0,2-3 602,9-6 1,1-3-18,-7-2 1,2-2-299,18-4 1,2-2 146,-12 1 1,-1-2-29,-3-1 0,-2-1-1658,-2-2 1,-4 0 2479,3-3 0,2 0 0,-28 8 0</inkml:trace>
  <inkml:trace contextRef="#ctx0" brushRef="#br0" timeOffset="8657">7331 6481 22845,'-7'-37'174,"-1"27"-169,3 35 1,2 18-15,-3-2 1,0 2-704,-1 4 0,1 1 608,0 0 1,1-1-169,2-1 0,2-1-220,3-5 0,4-2-760,2-6 1,4-3-6124,20 14 7375,-1-19 0,-15-13 0,-10-10 0</inkml:trace>
  <inkml:trace contextRef="#ctx0" brushRef="#br0" timeOffset="9029">7628 6858 8601,'0'-3'9830,"0"0"-7427,0 3-2347,-6-12-11,4 17 22,-3-9 118,14 17 128,10-4-22,13-4-89,13-11-50,6-8 27,-1-10 51,-4-5 27,-12-5 1,-9-3 11,-10 2 16,-9 3-16,-6 8-50,-8 7-91,-6 7-49,-7 6-18,-4 7-10,-3 8-18,-2 9-21,1 10-18,2 7-16,5 6-85,8 2-257,9 0-481,12-1-959,12-2-3131,17-5 4935,1-9 0,-11-13 0,-10-9 0</inkml:trace>
  <inkml:trace contextRef="#ctx0" brushRef="#br0" timeOffset="9722">8481 6638 22436,'-6'-42'750,"-1"1"1,2 3-1,-3 10-598,-5 22-102,-1 11-16,-2 14-23,-2 17-6,3 8 1,3 5-15,2-8 1,3 2-380,0-1 1,0 2-1,3-2 357,2 12 1,3-3-1517,0-9 1,1 2 1292,1 2 0,1 5 1,0-3-352,-1 6 0,-1 1-263,-1-3 0,-2 2 0,-1-1-292,-4 8 1,-4-4 355,-2-7 1,-3-5 626,2-12 1,-3-5 305,-13-2 308,9-39 537,8-33-375,9 10 1,4-4-37,4-6 0,2-2-348,3-2 1,3 0-141,2 2 1,5 0-196,6-3 0,2 3-23,-8 15 0,0 3-392,10-9 0,3 4-1610,14-7 1367,-16 18 1,1 1-1696,0 2 0,1 4 901,25-8 1572,-9 13 0,-15 15 0,-14 34 1863,-12-2 2164,-5 17 506,-3-21-1402,5-10-538,2-9-795,5-7-818,3-11-504,5-9-61,16-29-292,-10 10 17,-5 4 0,-1-5 75,-1-13 1,-3-2-157,-1 5 0,-1-3-355,-3 5 1,-1-2 0,-2 3 387,-2-5 1,-3 4 41,-1 4 1,-3 1 184,-5-19-27,-5 18-46,-1 16-78,0 12-3207,4 10 3044,0 6 663,-2 16-663,-3 16 1,-2 24-401,8-21 0,3 4 331,2-1 1,2 3 0,1-2-21,1 4 0,1 0-37,1 11 1,4 0-645,4-4 1,3-2-421,-3-12 1,2-1-3732,9 19 1,-1-5 2942,3-7 0,-4-15 1,-17-28-1</inkml:trace>
  <inkml:trace contextRef="#ctx0" brushRef="#br0" timeOffset="9896">8950 6845 22167,'37'-33'-3277,"0"-1"0,2 2 0,0 7 1957,-5 16 1,-3 5 0,14-5 0,-33 6-1</inkml:trace>
  <inkml:trace contextRef="#ctx0" brushRef="#br0" timeOffset="10765">17328 5272 16611,'6'-52'2421,"0"0"1,-1 4-1,-3 7-2174,-5 17-6,-3 5-275,2 17 12,-1 10 38,-1 16-22,-4 16 1,-1 5-20,1-4 0,0 1-252,0-2 0,-1 2 0,0-1 156,-1 8 1,-1-3-34,0-1 0,-1-2 42,0 0 0,-2-4 190,-13 13 29,3-17 10,5-35 12,7-15 5,4-11 29,2-3 741,2 1-725,-2 4 6,-1 6-51,-1 5-16,-1 5-101,4 4-40,2 2 18,5 2 38,7 6-10,9 5-29,30 15 6,9 1-398,-15-11 1,0 0 386,18 4-31,-22-9 0,1-2-331,20 2-44,-23-6 0,1-1-4499,7-2 1,-3 0 2809,4-2 0,1 0 0,-40 0 0</inkml:trace>
  <inkml:trace contextRef="#ctx0" brushRef="#br0" timeOffset="11657">17284 6513 25331,'9'-32'152,"-3"3"-135,-11 53 0,-5 16-12,-3-5 1,-1 3-17,-3 12 0,-1 1-1,-1 1 1,0-1-626,0 5 1,1-3 633,7-21 0,1-3 9,-7 22 380,12-36-391,3-19 196,7-18-180,10-40-14,-6 26 1,2-2-107,4-15 0,1-3 111,-3 14 0,0 0 0,0 0-27,4-11 0,0 0 53,2-3 0,0 2-20,-2 16 1,0 4-26,19-16-39,3 16 22,14 24 11,-11 21-27,4 13-34,-17 11-34,-12 7-44,-23 16 83,-11-26 1,-5-1 161,-3 0 0,-6-1-39,-19 1 1,-2-5 6,-5-2 403,17-13 1,5-6-287,19-11-27,0-1-69,14 0-55,4 3-22,6 3 5,1 1-28,17 5 0,22 10-6,9 4-97,-18-7 1,0 1 96,17 4-1690,-10-7 1,1-2 1678,-13-4 0,0-1 25,6 3 1,2-4-163,2-6 0,-3-4 187,9-7 7,8-8 21,-21-7 68,-14-3 33,-5 1 148,-6-2-103,-10 12 3303,-1 4-3190,-1 6 341,-1 5-493,1 3-151,-2 6 22,-1 9 29,-1 12-24,-1 1 1,-6 30-67,4-10-40,1-12 1,0 1-494,-1 20-1120,2-3-3881,7-10 5584,4-12 0,-2-14 0,1-8 0</inkml:trace>
  <inkml:trace contextRef="#ctx0" brushRef="#br0" timeOffset="11847">18330 6344 18565,'-3'-3'3821,"0"0"-3995,3 3-840,-51 14 1014,55 36 0,-52-24 0,65 21 0</inkml:trace>
  <inkml:trace contextRef="#ctx0" brushRef="#br0" timeOffset="12348">18885 6598 11424,'1'-8'4997,"-1"1"-2183,-2-53-1996,-22 33-678,9-6 0,-4 3-40,-10 22 1,-5 9 207,-1 4 1,-2 4-261,-2 3 0,-1 3-23,1 4 0,2 2-14,4 1 0,2 1-14,6 0 1,4 1 650,-3 22-648,15-13 1823,29 4-1806,8-19 22,23 1 6,5-16 50,4-13 152,-3-10 161,-6-10 80,-9-8-6,-10 0-90,-8 0 482,-8 5-628,-6 6-78,-5 8-95,-2 8-90,-1 6 34,-3 30-22,-7 10-1,0-1 0,-2 4-2,-6 3 0,-2 1-696,-4 5 0,-3 2 687,-3 3 1,-1 0-71,-2 0 0,-1 1-73,0-1 1,0-1-130,0 0 1,0-1-531,1-5 1,1-2 436,4-7 1,2-3-907,-10 10-1120,18-29-1289,24-32-2520,19-24 3525,-5 8 1,4-3 2769,9-13 1,0 1 0,-15 20-1,-1 1 1,1 0 0,0-1 0</inkml:trace>
  <inkml:trace contextRef="#ctx0" brushRef="#br0" timeOffset="12964">18933 6606 16875,'37'-29'1075,"0"0"1,0 0 0,10-8-1,-8 7 398,-9 12-165,-20 12-1072,1 0 195,-10 10-240,-3 10 134,-5 14-190,-4 17-96,3-15 0,0 2-129,-3 4 1,0 2 106,-3 4 0,0 1-20,0 2 0,-1-1 3,1-1 0,1-2 14,3-3 0,1-3 3,-3 23-28,8-19 28,2-15 111,3-14 35,5-12-68,10-14-33,12-15-34,12-17 176,-16 20 0,0-1-162,1-1 0,1 0 3,-2 2 0,0 2 27,20-16-27,-8 13-17,-7 12-17,-3 10-27,-2 10 16,0 9-17,3 8 11,1 5 6,3 3-11,8-3 0,8-3 11,9-10 0,6-8 0,-30-7 0,-1-4 2,0-3 1,-1-4 46,-2-4 0,-1-5-44,-2-5 1,-2-5-387,-1-4 0,-3-4 389,-1-7 1,-1-2 8,-2-1 0,-1 0 11,-2 2 0,0 1-152,-4 7 1,0 2 268,0-19-5,-6 20 0,-9 13 88,2 14-217,-6 5 755,1 11-749,-5 12-23,2 16 1,2 9-4,3-4 1,1 3-370,1 0 1,0 4 0,3-1 323,3 14 1,4-1-51,1 1 1,3-1-125,2-4 0,4 0-867,6 5 0,1-2-1160,-7-21 1,1-2 2254,3 2 0,-3-6 0,-5-14 0,-6-9 0</inkml:trace>
  <inkml:trace contextRef="#ctx0" brushRef="#br0" timeOffset="13163">19903 6581 24171,'58'-17'278,"0"0"0,-1 1 1,-3 3-254,-17 8 0,0 0-3271,18 0 0,0 0 2604,-20 2 1,-2 0-1395,10 0 0,-3 1 1770,-9 1 0,-16 1 0,0-1 0</inkml:trace>
  <inkml:trace contextRef="#ctx0" brushRef="#br0" timeOffset="15930">8323 10050 18246,'20'-54'1686,"0"0"0,-5 12 0,-3 3-431,0-16-835,-10 34-381,-4 0-123,-3 23 67,-4 9 36,-6 16 1,-2 7-23,1-1 1,-1 3-857,-10 20 0,0 3 811,4-2 1,2 1-91,2 2 1,3 0-9,5-13 1,3 0-303,3 6 0,6-1-156,6-17 0,6-3-1550,10 6 1,6-4-1790,1-13 0,3-7 3943,5-4 0,-2-6 0,4-5 0,-19-5 0</inkml:trace>
  <inkml:trace contextRef="#ctx0" brushRef="#br0" timeOffset="16305">8825 10263 21618,'-3'-39'966,"-1"1"1,-7-17-889,-12 67-28,2 10-10,3 5 10,7 1-16,6 0 16,11-5 56,9-6 214,34-14-186,-4-13 17,-8-5 0,0-4 53,-13-3 1,-2-3 53,15-26-17,-18 2-34,-14 11-16,-5 8-46,-5 8-111,-7 9-51,-6 6 17,-10 14 0,-10 13-11,-9 19-197,21-13 0,0 4 188,0 4 1,2 2-384,2 2 0,4 2 170,3 0 1,5 0-200,5-2 1,6 0-384,7-4 0,8-2-650,7-4 1,6-3-2009,11-5 1,3-5 2861,0-4 0,-3-4 0,3 0 0,-27-6 1</inkml:trace>
  <inkml:trace contextRef="#ctx0" brushRef="#br0" timeOffset="16647">9718 10138 14913,'2'-9'7192,"-1"2"-6256,-1 7-410,0 0-206,-68-45-113,31 56-315,-9-19 1,3 6 171,22 31 0,7 11-16,0 1 0,3 5-15,4-1 1,1 3-1,1-2-580,0 5 0,0 2 532,1 2 0,-1 5 0,1-2-625,0-11 0,1-1 0,-2 3 543,1-3 1,-1 3-1,-1 1 1,0 0-126,0 1 1,-1 1 0,-1 0 0,-1 0-265,-1 1 0,-1 0 0,0-1 0,-1-2 21,0 4 0,-1-3 1,-3 1-209,-1-7 1,-3 3 0,-1-2 0,1-7 508,-6 4 1,-1-6 389,-9 13 1,-1-15 389,-8-40-201,8-46-227,21 7 0,4-5-168,1 6 0,4-3 47,3-7 0,2-6 0,3 3-137,5-7 0,4 1-40,-2 4 0,3-4 0,2 4-105,2 13 0,3 3 0,2 1-237,0 3 0,3 2 1,1 2-803,14-13 1,4 4-1915,3 3 1,1 4 3167,-4 5 0,-3 4 0,13-7 0,-23 17 0</inkml:trace>
  <inkml:trace contextRef="#ctx0" brushRef="#br0" timeOffset="16998">9945 10649 24844,'40'-6'667,"0"-14"-578,-23-6 1,-2-6-604,3-5 0,-2-1 536,0-7 1,-1-2-469,-1-4 1,-1-1 481,-2-1 1,-2 0 22,-2 3 0,-2 1 199,-1 7 0,-2 1-28,-5-21 39,-3 21-101,-4 20-163,3 11 509,-1 14-537,-3 16 18,-7 26 16,6-11 0,-1 4 89,-1 11 0,1 3-131,0 8 1,3 2-452,4-18 1,2 1-1,1 0 372,1 0 0,2 1 0,1 0-64,2-3 0,1 0 1,2-1-414,4 16 0,4-3-40,1-9 0,1-3-807,0-9 0,1-5 1434,14 10 0,-15-21 0,-4-13 0</inkml:trace>
  <inkml:trace contextRef="#ctx0" brushRef="#br0" timeOffset="17173">10010 10507 15473,'-6'-4'5652,"2"0"-3628,4 4-1324,0 0-778,-13-65-196,39 40 80,-22-11 1,5 1-3918,34 22 0,9 10 3402,8-3 0,-23 2 0,-5 1 0,-5 2 1</inkml:trace>
  <inkml:trace contextRef="#ctx0" brushRef="#br0" timeOffset="18131">9354 10551 20000,'-38'12'526,"7"-3"-515,32-9 275,12 1-130,9-1-88,20-1-29,21-4-17,-8-1-28,-22 1 1,-1 0-113,1-2-363,-9 2-314,-16 3 795,-6 0 0,-2 2 0,0-1 0</inkml:trace>
  <inkml:trace contextRef="#ctx0" brushRef="#br0" timeOffset="19394">11294 10131 12152,'3'-6'6447,"0"2"-5811,15-27 0,2-5 383,-7 11-580,8-14 1,-1 4 283,-16 22-320,-1 7-324,-6 5-79,-6 9 39,-15 9-11,-17 16-6,-1 0-16,-7 5-9,4-4 0,0 0-383,15-10 1,-1 1 402,-17 12 0,3 0 5,5 2 28,17-11-16,12-12 112,11 0-12,8-8-16,9 3-113,14-4-83,2-1-457,6-3 0,5-1-2234,-5-1 1,1-1-1766,6 1 0,0 0 4534,-8-1 0,-6-1 0,-8 1 0,-10-2 0</inkml:trace>
  <inkml:trace contextRef="#ctx0" brushRef="#br0" timeOffset="20368">12050 10452 19138,'14'-50'912,"0"0"1,0-1 0,-1 4 0,-1 1 0,-4 4-594,-3 4 1,-3 3 530,0-27-524,-4 28-272,-1 16-71,-2 29 45,-5 20-11,-3 22-12,5-20 1,0 3-198,0 3 0,1 0 195,1 3 0,1-1-6,1-10 0,1 1-19,1 19 0,1-3 22,0-9 102,1 21-7,0-55-39,0-16-34,0-16 1,0-20-7,1 14 1,0-2-331,1-6 1,2-1 307,1-4 1,2-2 5,2 0 0,1 0-12,3 1 1,1 1 5,2 3 1,2 2-4,5-3 1,4 2 2,0 7 1,2 3-18,-1 4 1,0 3 370,15-3-426,-2 20 5,-17 15 17,7 11 17,-18 17-34,-10 14-34,-19 12-1584,-7-19 1,-4 0 1667,7-13 1,-2-1 10,-17 13 1,-3-3-3,12-15 1,1-2 35,-6 3 1,0-2-9,5-5 1,3-3 109,-11 1-45,16-9-68,13-6 3097,6 0-3108,11 0 724,12 3-729,20 0 86,23 5-84,-4-2 1,3 0-15,-12-2 0,0 0-268,-5-1 0,1 0 0,-3-1 271,2-1 0,-3-1-6,-3-2 1,-1-2-116,-5-1 1,-2-2 151,19-11 39,-14-7 151,-8-18-16,-15 10 38,-3-10 826,-11 21-764,-3 5 271,-1 6-377,1 4-157,0 3-135,2 11 107,-1 0-50,-3 17-96,2 3-117,0 13-202,1 2 107,4-8-8686,10 22 9044,-2-31 0,4 10 0,-8-27 0</inkml:trace>
  <inkml:trace contextRef="#ctx0" brushRef="#br0" timeOffset="20586">13232 9863 24843,'-49'-27'-110,"-1"0"0,-3 6 0,11 11-142,27 19-655,-7 18-1754,20-4-5682,12 11 8343,5-4 0,-6-15 0,-5-10 0</inkml:trace>
  <inkml:trace contextRef="#ctx0" brushRef="#br0" timeOffset="21695">13576 10062 24183,'10'-42'399,"-1"0"1,0 2 0,-9 10-299,-13 24-106,-32 8 44,-8 12-722,-8 5 685,26-3 1,1 2-3,-18 16-31,21-8 1,2 3-15,-8 19 22,15-4 131,23 0-108,5-24-3205,23 10 3216,-10-22 57,25-2 123,2-21 49,1-2 294,-2-7-159,-12-2-56,-12 6-28,4-7-229,-10 9-23,-4 3-2341,-7 11 2280,-1 3 5,1 11-17,7 25 57,-4 14-18,2 10-146,-12-11 1,-2 0 112,-3 6-45,-1-13 1,-3 5-1,1-3-101,-3-4 1,0 0-169,-8 19 1,-1 0 490,2-11 1,-1-3-1245,0-1 0,0-4 292,5-10 1,1-2-2128,-10 12-1625,25-37-2782,29-39 7337,-9 9 0,2-4 984,10-18 0,0-2-984,-8 12 0,0-2 0,1-7 0,2-7 0,-1 2 0,-5 13 0,0 2 0,2-4 527,3-5 1,3-5 0,1-1 0,0 4 1356,5-4 0,0 4 0,2 0-697,0 0 1,2 1-1,-1 4-358,-5 11 0,-2 2 0,-1 3-182,2 1 0,-3 4-1904,5-2 1700,-23 19 250,-7 11-402,-3 3 230,-3 29-443,1-11 12,-2 9 0,1 3-96,1 14 3,0-12 0,1-1 9,1 13 2,1-14 1,1-1 768,0 0-766,1-1 1,1-2 10,0-7 3420,0 4-3358,-1-20 717,-1-6-470,0-6 151,7-12-387,5-7 0,9-13 6,6 0-39,3 3-12,1 8-16,0 8-23,-8 7 50,10 11-77,-9 11 16,13 11 5,-4 12-5,-1 4 6,2 1 5,0-5 0,6-7 6,6-11 5,8-12 1,5-19 16,-17-12 0,-1-8 17,-11 2 0,-2-4-336,4-5 1,-4-3 321,-11-4 0,-4-3-716,-1-9 0,-1-2 721,0 0 1,-1-2 11,-3 17 1,-1-1 0,-1 3-115,-1-3 1,-1 5 171,-1 8 1,-2 3 129,0-11-135,-4 20 511,-1 10-656,-1 12 1519,-4 11-1452,-3 18-40,0 5-3,1 5 1,1 4-165,4-8 0,0 1 153,-1 7 1,1 3-130,3 14 1,4 0-26,2-17 1,1-1-43,3 19 1,3-1-93,2-17 0,3-3-194,0-5 1,2-4-1293,19 17-2468,0-21 4262,2-17 0,-19-8 0,-3-5 0</inkml:trace>
  <inkml:trace contextRef="#ctx0" brushRef="#br0" timeOffset="21885">14877 9971 14969,'-10'0'4840,"2"0"-4050,-52 0-303,45 0-6,-30 0-441,72-1-326,24 0-694,11 0-412,-30 0 0,-1 1 1392,27 0 0,-27 0 0,-10 0 0</inkml:trace>
  <inkml:trace contextRef="#ctx0" brushRef="#br0" timeOffset="22677">13438 10354 14381,'17'-50'1465,"0"0"1,-1 4 0,-1 5-312,-1 3-112,-3 5-269,-5 8-196,-4 5-230,-7 6-207,-6 5-72,-11 4-18,-7 3 12,-8 9-1,-4 5-27,-3 11-1,-1 8 1,2 6-250,6 6 211,6 1-6,12 0-1,10-4 7,11-12 66,24 5 46,10-20 22,22 0 55,3-21-271,-30 0 1,-1-3 268,-1-4 0,-1-3 294,18-21-444,-16 5 663,-4-18-258,-15 21 151,0-11-274,-7 20-96,-3 9-123,-1 8 280,0 3-369,0 24 5,-1 14-14,0-2 0,-2 5-499,0 8 1,-1 2 501,-1 8 0,-3 6-6,1-16 0,-1 5 1,-1 1-1,1-2-20,-2 4 0,1-1 0,-1 2-547,0-2 1,-1 3 0,-1 0-1,1-4 500,-1 0 0,-1-3 1,0-2 32,0-1 1,-1-2 0,-3-2-1111,-11 16 1,-2-6 1151,10-20 1,-2-5 8,-6-7 1,-1-10 10,-6-32 3,13-1 0,2-5 0,2-13 0,6-8 47,7 0 0,5-6 1,4-1-62,5 9 0,4-2 0,2 0 1,1 1 13,1-2 0,2 0 0,1 1 0,4 1-35,3 1 0,3 1 0,1 2 1,1 4-85,3-2 1,2 4 0,1 1-1015,4 0 1,1 1 0,-3 3 1107,5-1 0,-4 3 0,-5 5 0,-5 4 0,-9 7 0</inkml:trace>
  <inkml:trace contextRef="#ctx0" brushRef="#br0" timeOffset="25213">8031 8159 14762,'1'-5'4010,"0"0"-1198,-1 5-2330,-50-34-56,7 43-250,-2-14 1,0 4-110,16 16 0,2 7 123,-19 18 1,3 5-124,21-14 1,2 2-35,-11 10 1,8-1 33,23 13 11,26-25 23,20-12-26,-7-16 1,4-5-461,6-7 0,2-5 472,1-2 0,-2-3-37,-7 0 1,-4-3 52,-8 0 1,-4-2-73,-8-3 0,-4 0 47,10-17-11,-16 10 0,-7 2-17,-15 2-27,-3-4-35,-21 22 566,-22 19-554,12 12 0,0 2 0,-13-1 0,30 0 0,0-1 0</inkml:trace>
  <inkml:trace contextRef="#ctx0" brushRef="#br0" timeOffset="26961">18389 8319 15132,'4'-45'1887,"0"1"1,0-1 0,1 6-785,2 10-352,-1 2-398,-2 12-264,-2 9-49,-2 6 44,0 10 11,0 9 6,0 13-23,-3 9-44,0 5 10,0-1 7,7-4-12,7-5 39,9-10 74,10-10-57,-3-10 120,4-15 1,2-5-93,-1-2 25,2-5 1,0-3 170,1-8 7,4-6-18,-8 4 28,-8 9-292,-12 12-49,-4 5-6,-6 11-6,2 8-146,1 12-439,1 8 0,1 4-700,-1-5 0,-1 3 1302,3 17 0,0-1 0,-2-6 0,-1-3 0</inkml:trace>
  <inkml:trace contextRef="#ctx0" brushRef="#br0" timeOffset="29129">16831 2770 14325,'-3'-50'696,"1"-1"1,-1 2 0,0 2-619,0 14 1,0 1-596,-2-5 0,-2 0 533,-4-4 1,-1 0-59,-5-2 0,-2 0-20,-6-4 1,-5 1-834,-6-2 1,-5 1 869,7 14 1,-2-1 0,-2 1 9,-6-1 0,-2 0 1,-3 0-388,7 8 1,-1-1 0,-1 1 0,-2 1 420,-5-2 1,-1 1-1,-1 1 1,-1 0 9,7 4 0,-2 1 0,0 0 0,0 0 1,-2 0 5,-3 0 1,0 1 0,-2 0 0,0 0 0,0 1-374,-3-1 0,0 0 1,-2 0-1,1 1 1,-1 0 377,9 3 0,-1 1 0,0-1 0,0 1 0,-1 0 0,1 0-179,-2 1 0,1-1 0,-1 0 1,0 1-1,0 0 0,0 0 197,-1 0 1,1 1 0,-1 0 0,0-1 0,1 1 0,-1 1-100,0-1 0,-1 0 1,1 1-1,0 0 0,0 0 1,-1 0 68,1 1 1,0 0 0,-1 0 0,1 1 0,0-1 0,-1 1-14,1 1 0,1-1 0,0 1 0,-2 0 0,-1 1 0,-3 1-26,3 0 0,-4 1 1,-1 1-1,-2 0 0,0 0 1,0 1-1,2 0 0,3 0 15,2 1 1,3 1 0,0-1 0,1 1 0,0 1 0,-2-1 0,-2 2 0,4-1 0,-2 0 0,-2 1 0,-1 0 0,0 0 0,0 0 0,2 1 0,1 1 0,3 0 0,-10 1 1,2 2-1,3 0 1,0 1 0,0 0-1,-1 1 0,0-1 1,0 1 0,0 1 0,0 0-1,0 0 1,0 1 7,0 0 0,0 0 0,1 1 0,0 0 0,-1 0 0,2 1 0,-1 0 0,2 0 0,-1 0 0,0 1 1,1 0-1,0 0 8,0 1 1,1-1-1,1 1 1,-1 0 0,1 1-1,0 0 60,1 0 0,0 1 1,0 0-1,2 0 0,0 0 1,2-1-47,-10 4-1,3-1 1,0 1 0,-3 3 52,10-3 0,-3 1 1,-1 2-1,0 0 0,3 0 1,2-1-21,-3 3 0,4-1 0,1 0 1,-3 2-29,-3 1 0,-3 1 0,0 2 0,1-1 1,3 0 86,3 0 1,2 1-1,1-1 1,2 0-73,-11 8 0,3-1 0,2 1 268,5-2 0,1 0 1,3 1-267,5-4 0,1 2 0,2 0-92,-1 5 1,2 2 0,2-3 80,1 1 0,1 1 40,1 4 1,-1 5 0,5-6 569,7-11 1,1-1-597,-7 19 0,1-2 1314,6 0-1317,8-12 888,5-12-905,6-8 3130,5-3-3589,10-2-2652,12 1 3072,4 1 0,-11-5 0,-8-2 0</inkml:trace>
  <inkml:trace contextRef="#ctx0" brushRef="#br0" timeOffset="35234">14347 4670 10866,'0'-4'7842,"1"1"-5271,-1 3-2386,8-16 423,-18 45-412,4-9-135,-12 33 51,0 3-33,8-18-7,1 5 309,4-13-179,4-15 1389,2-9-1322,2-18-29,3-22-131,-3 0 1,-1-1-70,2-18-7,-3 16 1,-1 3 27,0 5-16,0 2-101,0 13 6,1 12 50,0 15-6,3 15 6,-1 1-5,2 18 21,3 4-10,-1-9 22,10 14-34,-6-34 46,3 2-1,-6-18 17,1-10 28,2-12-1696,1-12 0,-1-4 1668,3-10-26,-5 9 1,-1-1-1509,-3-14 1646,-3 14-6,-5-9-89,0 26-11,-6 7-74,3 10 2567,-2 4-2634,-6 22 2345,4 7-4434,6 9 1,2 5 2167,5-9 0,1 0 0,-1-1 0,1-3 0,6 5 0</inkml:trace>
  <inkml:trace contextRef="#ctx0" brushRef="#br0" timeOffset="36277">9799 4969 22369,'-9'-39'311,"0"1"0,-6-20-272,18 70 6,1 4 78,10 33-73,-4-2-22,-2-12 0,0 1-302,1 25 347,-4-7 116,-2-11 192,-4-11-140,0-15 453,-2-10-576,0-11 61,-4-12-28,-1-12-33,-2-16-17,1-14-51,2 8-5,3 11 0,0 2 17,-1-7-12,-1-11 209,2 32-310,2 13 18,1 14 55,1 13 0,2 16-27,1 13 10,3 9 1,-1-10 0,3 15 10,-1-25-4,1 8 38,-3-21 112,-3-11 57,-1-7-96,-7-13-84,-4-12 0,-8-16-17,1-2 1,1-3-15,4 11 1,1 0 5,-3-10 0,2 3 25,4 5-39,4 15-56,2 11 45,2 14 17,1 12-6,4 18-6,3 13 17,6 6 17,1-1-22,2-7 16,-2-10-5,-3-12 17,-5-11 111,-3-8-16,-3-16-67,-2-13-12,-1-23-31,1 13 1,0-1-218,0-4 1,0 0 211,1 1 0,2 1 70,1-23 0,1 19-50,-1 18-51,-1 11-11,-2 7-151,0 17-292,0 7-809,0 23 1280,2 15 0,-2-24 0,2-1 0</inkml:trace>
  <inkml:trace contextRef="#ctx0" brushRef="#br0" timeOffset="38074">10277 3021 7918,'-2'-7'6654,"0"2"-6428,-8-22 1,-3-7 1207,3-9-966,-4-7 0,3-2-180,11 13 0,4 2-551,4-6 0,5-1 395,5-4 0,6-2-576,7-3 0,6 1 517,-8 14 0,3 1 0,2 1 14,4-1 1,3 1 0,2 1-534,5-1 1,2 2 0,2 0 491,-9 9 0,0 1 1,2 1-1,1 0-365,3 0 0,1 0 0,1 1 0,1 1 330,3-1 0,1 1 1,1 1-1,0 0-257,3 1 1,0 1 0,1 0 0,0 1 251,-11 4 1,-1 1 0,2 0 0,0 1 0,1 0 2,9 0 0,3 0 0,0 1 0,-1 1 0,-4 1-5,-5 0 0,-4 0 0,1 2 0,6 1 33,-7 1 1,6 0-1,3 2 1,1-1-1,-2 2 1,-2 0 0,-6 1-19,3 2 0,-5 2 0,-1 0 0,5 1-9,-3-1 1,5 1-1,1-1 1,1 2-1,-3 1 1,-4 1 52,5 3 1,-4 3-1,-2 0 1,0 2 46,1 0 1,-1 1 0,0 1 0,-1 0-11,1 2 1,-1 0 0,0 0 0,0 1-6,-1-1 1,0 1-1,0 1 1,0-1-5,-2 0 1,1 1 0,-2-1-1,0 1-88,12 6 0,-2 1 0,-2 0 70,-4-1 1,-3 0-1,-2 1 207,-5-1 1,-2 0-1,-3 0-314,7 12 0,-4 0-105,-9-3 1,-4-2-163,5 16 1546,-8 5-1309,-12-28 2159,2 9-2032,-3-15 1768,3-3-1837,0 0 705,1-3-639,1-2 9,0 0-60,-4-7-396,-2 0-4338,-3-6 4817,-2-2 0,0 0 0</inkml:trace>
  <inkml:trace contextRef="#ctx0" brushRef="#br0" timeOffset="39773">11849 5076 9386,'0'-8'4547,"0"2"-3029,0 6-106,0 0-298,-67-23-302,45 18-551,-19-7 0,12 1 198,31 10 23,22-2-175,26-5-217,6 1-38,-16 2 0,5-1 1,-1 0-699,8 0 0,1 0 670,-3 0 0,4 0 1,-4 0 5,10-2 1,-4 1-181,-8 0 1,-4 0 356,17-5-101,-32 2-218,-37 4 45,-33 2 47,3 4 1,-4 1-596,-13 2 0,-3 1 620,14 0 1,-1-1 0,-1 2 7,-3 0 0,0 0 0,-1 1 2,1-1 0,0 1 0,0 1-2,2-1 0,1 0 0,1 0 332,-14 3 1,2 0-366,13-1 1,4-2 277,-7 4-230,43-6 39,46-6-50,-1-4 0,6-1-395,-6 0 1,2-1 0,2-1 388,7-2 0,1-1 1,3-1 14,2 0 1,4-1-1,1-1 1,-5 1-7,-2 0 1,-2 1 0,0-1 27,9-2 1,2 0-1,-11 1 72,-20 4 1,-8 0 1185,-5-4-1346,-38 6 511,-33 4-482,-7 8 0,-5 4-655,17-4 1,-3 2 672,-3 2 1,-6 2-1,4 0-4,-6 2 0,3 0-3,10-1 0,-2 0 0,2 0 186,-15 5 0,3 0-206,12-2 1,5 1-520,-12 12 550,32-11 40,30 1 10,26-11-39,-5-4 1,5-2 185,8-3 1,4-3-192,8-3 0,2-1-6,-16 1 0,0 0 0,0-1 4,1 1 0,0-2 0,-1 1 13,17-6 0,-3 1 347,-9 3 1,-5-1-96,14-5 377,-46 7-718,-41 9-273,-17 6 328,1 4 1,-5 2 13,2 2 1,-6 2 27,7 0 1,-8 2 0,-3 2 0,2-1 0,8-2 120,6-2 0,5-2 1,-4 2-144,-12 4 0,-9 2 0,9-1 0,24-4 325,28-6-143,26-1-1646,17-11 0,7-4 1444,-11 4 1,2 0-87,7-4 1,5-2-1,-2 0-1032,5 0 0,-1 0 1124,-7 2 0,3 0 0,-5 0 0,-4 1 0,-4 2 0,23-5 0</inkml:trace>
  <inkml:trace contextRef="#ctx0" brushRef="#br0" timeOffset="41711">19792 3413 18319,'-4'0'-387,"0"0"679,4 0-220,81-29-1406,-40 20 1,5 0 1275,7-5 0,7-2 1,0 1-532,-6 5 0,1 1 0,0 0 488,0 0 1,1 0-1,0 0 9,-4 0 1,0 1 0,-2 1 166,14-3 0,-5 1-470,-16 3 0,-7 1-328,-5 0 639,-59 11 112,-9 2 0,-8 1-131,4 0 0,-4 2 1,-1 0 167,-7 2 1,-2 0-1,-1 1 58,-3 1 1,1 0-1,-1 0 5,3 1 1,0 0 0,1 0 241,7-2 1,1 0-1,3 1-356,-11 4 0,7 1 105,13-5 1,6 0-92,-1 7 448,30-8-67,30-8-263,33-11-104,-18-1 0,3-2 593,10-4 1,1-2-614,-10 3 0,1-1-1,-1-2 1,3-2-1,-3-1 82,-1-1 1,-2-3 13,-4 2 1,2-2 0,-5-1 103,-3-5 1,-6-1-1,-8 0 0,-6-2 311,-1-24 146,-19 5 112,-8 6 6,-6 10 383,2 11-804,4 9 863,4 8-1294,5 4 22,1 10 45,3 12 6,5 19-23,4 18-16,-3-22 0,1 0-1711,0-6 1,-2 3 1281,0 21 0,-7 3-1073,-7-12 1,-5-1 1145,-2 15 0,-1-3 0,2-24 0,-1-5 0,-6 6 0</inkml:trace>
  <inkml:trace contextRef="#ctx0" brushRef="#br0" timeOffset="73724">14141 10535 24575,'0'-7'0,"0"-1"0,0 2 0,-3-5 0,0 5 0,-1-6 0,1 3 0,0-3 0,2 3 0,-1 0 0,2 1 0,0-1 0,0 0 0,0 0 0,0 4 0,0 0 0,0-1 0,0 1 0,0-1 0,0-2 0,0 2 0,0-1 0,0 1 0,0 1 0,0 0 0,0-1 0,0 1 0,0-1 0,0 0 0,0 1 0,0-1 0,0 3 0,0 1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A2CE3-24EA-D4B1-380E-880403B01A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78FF45-DB98-F6B4-364D-1A30C34813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1B115A-57D0-F612-9D6C-E10EFA5E0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F129B-5FC9-4F4C-A2A6-B48D3354EBC3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78CF0-DA80-C033-466C-0E01284B7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B6D8A-FD4E-ECAF-DF1C-E9154DA07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E03B8-B610-1E4F-8CE4-1D34187A8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508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D2413-EDA2-A24B-3138-4FAA51406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A3DAB-5775-0969-710D-C3AC501AF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B77E64-065A-D78E-C00F-E44EDED97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F129B-5FC9-4F4C-A2A6-B48D3354EBC3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F82C8-DAE0-EAF9-3A43-116FA307F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4D121-58FF-5389-E9C6-6711F22A8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E03B8-B610-1E4F-8CE4-1D34187A8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587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180B5-3783-A28F-850D-B965A5909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5C6169-515E-49C8-8B1B-890FD3B864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F8978-ED99-979C-9972-9B3D45425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F129B-5FC9-4F4C-A2A6-B48D3354EBC3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F6116-FF54-962B-651B-1679FCE21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EFECF0-D0C3-5E11-C666-452710B66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E03B8-B610-1E4F-8CE4-1D34187A8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198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D3191-4CA0-2377-F48B-9D55E6136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B70FD-9B89-C174-7AAF-F4AB0C6105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E36943-AFC1-2F7C-9578-2B3869642F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6E9F83-0811-00DD-C1A0-F119A0D7E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F129B-5FC9-4F4C-A2A6-B48D3354EBC3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5772F4-BE9C-3C33-216D-1DE14B25C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CF7E56-2D6B-ADC2-E7BC-7042DA820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E03B8-B610-1E4F-8CE4-1D34187A8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631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7F0F1-4B7E-BB10-080D-F7387233D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64079C-367E-7F0C-7BE3-55AF7AAC38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FA8FD2-9334-5E0E-8CA5-C9470CE9D8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57892B-6508-FB9F-D6DC-5E63AF102C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508181-56B2-41F0-8334-0B4E7BD529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24EAA9-3CEC-DCA5-E018-D3BEE356F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F129B-5FC9-4F4C-A2A6-B48D3354EBC3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6AA339-E26D-AE88-14FB-981C3656D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11AF2A-DD48-AB73-581D-B28C1F53D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E03B8-B610-1E4F-8CE4-1D34187A8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200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DC389-00A2-47C0-5AD8-9E8A84DE9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A0C0B3-CEE4-EEC9-F8E0-22907DFFF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F129B-5FC9-4F4C-A2A6-B48D3354EBC3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B649BD-82F9-1929-0B91-93FF449F1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9844A8-0A12-7CC0-0A55-B16A4433C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E03B8-B610-1E4F-8CE4-1D34187A8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317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51A5D1-A883-897F-808C-6897DE833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F129B-5FC9-4F4C-A2A6-B48D3354EBC3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430264-B325-5A36-F18D-0ED094368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3847D4-6BC6-56A6-A23A-BDE32652B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E03B8-B610-1E4F-8CE4-1D34187A8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491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C2FF9-8437-114D-6C4B-ED9DC1FEB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906A2-B0EB-6E1B-736C-43EE52869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1A9BA7-94ED-F85B-099D-2ABB530A03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6A8859-02E7-96F8-BF9D-BE0C5D7FF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F129B-5FC9-4F4C-A2A6-B48D3354EBC3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A2C034-B272-128B-E02C-2323A683E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C83FD4-91E5-2D2B-4917-0E5F23ED3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E03B8-B610-1E4F-8CE4-1D34187A8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111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702A1-6483-B462-2541-0E392D6C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63ABE9-21EA-6D25-6693-3240604ABE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185AC8-0D70-DA3B-5C46-81D4D4489A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CAB465-624B-4BC7-DD5C-344F7631C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F129B-5FC9-4F4C-A2A6-B48D3354EBC3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A37432-B924-64A7-D006-DF5D33AE0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920349-A420-53D1-958D-D54C3E80A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E03B8-B610-1E4F-8CE4-1D34187A8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777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395CC-0DF9-DF52-C9BF-F3E64CA63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E6FE52-AFDD-BC60-52A9-E3E9FDB1E5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847946-E90D-D07E-C002-6BC13478C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F129B-5FC9-4F4C-A2A6-B48D3354EBC3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5EF58F-4DC6-188B-52B1-20754DD5C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45003A-C3DE-1482-D300-64308DEED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E03B8-B610-1E4F-8CE4-1D34187A8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612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74400F-2C18-B229-A9EB-D4E631A8AA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9597A7-1742-B608-33AA-17DD095B3A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E3BEB-686D-D2E1-57B4-F6533BE16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F129B-5FC9-4F4C-A2A6-B48D3354EBC3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081D1-CB2A-4E56-356A-C1482FBC3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F3D052-9414-5C2B-9FED-B5FA1BF29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E03B8-B610-1E4F-8CE4-1D34187A8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618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E1F0DB-1BEC-8410-374C-AB1BFC6FE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82E681-9EE5-0372-EC78-FD3F496AC7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734A1-8DE6-FC29-D372-BDB5D75D6C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BF129B-5FC9-4F4C-A2A6-B48D3354EBC3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45075C-B65A-C5C1-0043-28D7059C5B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F7963-CD55-6FF6-8FB3-B9BE43AD01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2E03B8-B610-1E4F-8CE4-1D34187A8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969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blue and white gradient&#10;&#10;AI-generated content may be incorrect.">
            <a:extLst>
              <a:ext uri="{FF2B5EF4-FFF2-40B4-BE49-F238E27FC236}">
                <a16:creationId xmlns:a16="http://schemas.microsoft.com/office/drawing/2014/main" id="{6B03DED2-B197-EB18-39FA-65E2AF8CB6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C937DE5-FA15-E126-B8BA-15D0D43D9BB7}"/>
                  </a:ext>
                </a:extLst>
              </p14:cNvPr>
              <p14:cNvContentPartPr/>
              <p14:nvPr/>
            </p14:nvContentPartPr>
            <p14:xfrm>
              <a:off x="583920" y="2516400"/>
              <a:ext cx="4076280" cy="9417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C937DE5-FA15-E126-B8BA-15D0D43D9BB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4560" y="2507040"/>
                <a:ext cx="4095000" cy="960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887660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DB9D0300-C2F7-8D46-496A-D31E914736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C01F498-6305-E884-7270-E8437C72C57B}"/>
                  </a:ext>
                </a:extLst>
              </p14:cNvPr>
              <p14:cNvContentPartPr/>
              <p14:nvPr/>
            </p14:nvContentPartPr>
            <p14:xfrm>
              <a:off x="2236320" y="334800"/>
              <a:ext cx="5267520" cy="39502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C01F498-6305-E884-7270-E8437C72C57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26960" y="325440"/>
                <a:ext cx="5286240" cy="396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71449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1</cp:revision>
  <dcterms:created xsi:type="dcterms:W3CDTF">2025-11-15T13:28:36Z</dcterms:created>
  <dcterms:modified xsi:type="dcterms:W3CDTF">2025-11-15T14:40:00Z</dcterms:modified>
</cp:coreProperties>
</file>