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3:31:57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 2372 19972,'4'-36'271,"0"0"1,4 7-222,-8 52-8,0 8 0,-1 2-20,-4 4-64,-1-3 1,-2 1-192,1-4 1,-1 0-488,0 8 0,0 1-2482,2 5 0,3-2-573,3 14 3775,8 0 0,-1-43 0,-1-2 0</inkml:trace>
  <inkml:trace contextRef="#ctx0" brushRef="#br0" timeOffset="373">1901 2520 20218,'-32'3'560,"1"0"0,-20 1-409,51-4-89,2 1 61,5-1-56,3 0 39,15 0-5,17-5-50,3 0-23,-12 0 0,-1-1-12,4-1 1,-2 1 6,-18 3-40,-5 1-45,-2 1-95,-5 1-2340,-3 6-1788,0 0 3437,0 6 0,0-7 0,0 1 0</inkml:trace>
  <inkml:trace contextRef="#ctx0" brushRef="#br0" timeOffset="1923">3069 2381 11570,'9'-50'1921,"0"0"0,-1 6 0,-1 3-510,2 1-239,-4 12-478,-2 12-599,-3 9-129,0 7 186,0 13 16,-3 16-62,-2 23-81,0-18 0,-1 3-336,0 5 1,-1 0 321,0 2 0,-1 0 0,0-2 0,0 0-5,1-4 0,0-2-1,0-4 1,1-1 16,-4 18-16,3-15 72,3-13 292,2-11 487,1-6-61,1-21-684,0-4-34,0-17-11,5-8-50,0 15 0,9-12 0,2 20-17,7-4-28,5 6 5,4 3 12,2 5 6,-5 4 10,18-3 12,-12 2-11,18-6 10,-9-2-4,1-3 21,-4-6 6,-3-6 17,-8-4 45,-7 0 78,-10 5 68,-6 6 38,-6 7-5,-1 7-89,0 4-174,-1 5-85,0 4 52,-1 9 32,-1 13 1,-2 17-17,0 13-11,0-6-12,1-9 1,0 0-28,-1 2-228,0 4 1,1 1-1464,0 7 167,2-16 0,0 1 1574,1 22 0,1-27 0,0-7 0</inkml:trace>
  <inkml:trace contextRef="#ctx0" brushRef="#br0" timeOffset="2707">3810 2564 14359,'0'-3'4980,"0"0"-3648,0 3-1259,-9-14 17,11 15 50,-4-9 61,15 16 1,7-3-12,6-4-38,4-8-1,4-5 56,-1-9 51,-3-4 84,-8-4-12,-7-3-38,-7 1-40,-6 3-56,-6 2 0,-4 7-68,-6 5-77,-1 7-40,1 4 11,-11 14 6,3 6-22,-10 18-23,6 6 23,4 7-29,7 3 1,7 0-17,9-2-23,10-7 17,9-8 17,12-10 6,10-10-34,12-11 17,-22-7 0,0-2 13,3-2 1,0-4 22,5-6 1,-2-2 30,-7 1 0,-2 0 0,20-20 44,-18 0 29,-14 9 62,-1-4-1,-8 6-5,-6 7 78,-8 5-168,2 8-33,-5 3-23,-3 10 23,-2 10-51,-16 24 6,6 5 5,2 3-16,9-1-23,9-12-6,5 7-10,9-8 38,15-9 23,-5-11-11,19-8 28,-7-15 5,10-6 6,-1-9 118,-5-5-12,-15 7-61,-7 4 62,-12 9-40,-2 6-78,-2 0-57,-4 3 18,0 3-40,-7 8-106,3 6-280,-4 10-2005,-3 18-5756,3 0 8209,-1 3 0,8-23 0,3-11 0</inkml:trace>
  <inkml:trace contextRef="#ctx0" brushRef="#br0" timeOffset="3468">4504 2123 17182,'-1'-3'2717,"0"0"403,1 3-3210,0-49-571,0 40-2548,-1-28 3209,2 51 0,-1 7 0</inkml:trace>
  <inkml:trace contextRef="#ctx0" brushRef="#br0" timeOffset="4302">4826 2482 18593,'-5'-40'689,"0"0"0,1 3 0,-6 10-274,-22 25-169,-5 14-134,-4 5-23,13 2 1,0 3-37,1 1 1,0 1-359,-8 6 1,1 3 321,-3 6 0,4-1-23,11-14 0,3 1 103,4 7 0,9-4-24,27-7 45,27 0-65,-14-20 1,4-5-1609,5-3 1,1-3 1671,2-4 1,-1-2 61,-2-2 0,-3-1-99,-10 5 1,-2-2 305,2-7 0,-5-1 96,-3-8 229,1-14-470,-23 15-51,-6 6-55,-4 9 3251,1 7-3352,-1 5 94,3 15-128,-2 0 5,-2 25 1,0 10-816,2-8 1,0 2 814,-4 13 1,0 5-14,2-8 1,-1 2 0,1-4-7,2-8 0,0 2-55,-2 2 0,0 8 1,-2 1-1,1-5-41,0-3 0,-1-4 0,-1 2-513,-2 4 1,-1 2 0,-1 1 0,0-5 581,-1-1 0,1-3 0,-3-1 1,-6 5 1,-3-1 0,-1-5-190,-11-1 0,-2-7 257,3-2 0,-1-8-67,1-13 0,4-11 22,-3-39-65,25 6 1,8-5-273,7-11 1,7-3-612,2 13 0,3-2 0,3 0-1761,7-3 0,4 1 0,1 1 2726,-1 4 0,2 1 0,-1 4 0,3-2 0,-2 6 0,8-4 0</inkml:trace>
  <inkml:trace contextRef="#ctx0" brushRef="#br0" timeOffset="4906">5361 2138 20504,'14'24'767,"-7"19"-658,-14-2 0,-5 5-2847,2 2 1,-2 1 2843,-2 1 0,0-1-53,3-12 1,-2 0 526,-6 12 0,-1-2-395,-4 7 358,8-20 1,1-2-454,3-1 212,6-15 337,6-10 2999,9-14-3526,1-3 800,25-30-800,-5 4-51,-8 10 1,0 0 22,13-12-22,-2 8-40,-3 9-22,-2 8 0,-8 8 0,11 7 17,-8 8 5,12 6-22,-1 7 11,6 0-11,5-2-5,3-7 33,-2-6-11,-3-13-1,-5-11 24,-3-14 16,-2-15-17,-17 17 0,-3-2-191,1-5 0,-2-2 166,-3 6 0,-1-1 25,1-22 1,0 0-338,-4 19 1,-1 0 345,2-13 0,0 2 131,0-6 39,-3 18-66,-5 16-141,1 11 319,-3 14-313,-1 15 663,0 21-683,2-10 0,1 3-25,-1 10 0,0 3-764,-1 7 0,-1 3 560,1-15 1,0 1-1,0 0-321,-1 1 1,-1 1 0,1-1-505,-1-2 0,1 0 0,-1-1-2550,0 14 0,1-4 3607,1-13 0,1-4 0,1 4 0,2-23 0</inkml:trace>
  <inkml:trace contextRef="#ctx0" brushRef="#br0" timeOffset="5090">5820 2457 22509,'52'-21'-698,"-1"0"1,0 0 0,-6 2-1,-1 1 1,-5 5 0,21 6-1,-27 5 1</inkml:trace>
  <inkml:trace contextRef="#ctx0" brushRef="#br0" timeOffset="5715">7760 2616 17199,'4'-9'3428,"-1"2"-2899,10-25 0,0-4 194,-7 15-513,7-17 0,-7 5 20,-22 29-68,-14 11-5,-11 12-56,-7 15-85,24-12 1,1 3-11,1 3 0,4 1-1,3 1 1,3 2-17,-2 29 16,17-6 18,13-10-1,15-13 51,7-15 89,3-12 85,8-25-147,-16 3 130,7-29-28,-18 3-118,-10 13 0,-1-1-6,-1-2 0,-3-1 45,0-5 1,-1 1-40,0-13 96,-3-7-12,-11 34-90,-6 3-44,-21 13-40,-6 15 0,-4 6-16,-8 21-157,10 5-317,18-11 1,2 1-424,-11 22 366,20-1 0,4-1 0,2-16 0,5-1 0,0 0 0</inkml:trace>
  <inkml:trace contextRef="#ctx0" brushRef="#br0" timeOffset="6099">8517 2435 23423,'-45'0'143,"1"0"0,-1-1 0,-9 4 0,5 13-136,16 18 0,6 13 1,4 2-1080,4-2 0,4 1 1,1 5 1040,2 3 0,1 4 0,1 0 0,1-2-496,0 0 0,2-3 1,-1 4 392,2-9 1,1 4 0,-1 2 0,0-2-1,-1-4-288,-2 12 0,-1-5 1,-2 2 98,1-5 1,-2 1 0,-1 0 0,-1-1 200,-1-6 0,-1 0 1,-1-2-1,-3-2 259,-8 9 0,-4-2 0,0-6-62,-6 1 1,-3-10-73,2-10 1,0-12 63,-3-20 112,7-39-33,25 0 0,5-7-12,1-4 0,2-2 260,2-2 1,5-2-225,6 8 0,5-2 0,-1 6 327,0 8 1,2 1-466,4-8 0,3-6 0,2 6-18,3 4 0,5 2-145,2 2 0,5 0 1,0 2-474,-3 7 1,1 2 0,2 1-1832,8-2 1,2 0-1,-2 4 2435,7 0 0,-4 4 0,-15 7 0,-5 2 0,4 1 0</inkml:trace>
  <inkml:trace contextRef="#ctx0" brushRef="#br0" timeOffset="6740">9783 2519 21642,'24'-46'61,"-1"0"1,-11 8 0,7 6-72,16 19 1,12 7 0,-4 3-541,-3-3 0,0 2 346,19-2 0,-2 1 16,-23 3 0,-1 1-501,0-1 1,-2 2-1592,4 3-3472,-5 1 174,-35 5 5578,-7-2 196,-22 3-196,-3-4 2358,-8 1 1305,4-3 189,4-1-2406,23-3 1103,5 0-7,5-3-1612,0 2-403,0-1-326,1 2-145,1 3 151,-11 20-139,4-3 32,-13 32-61,11-16 1,1 2-372,-1 4 1,0 3 146,-1 11 0,1 2-406,4-7 1,1-1-646,2-2 1,1-1 274,3-11 1,1-3-3956,2 2 1,1-5 4597,4-1 1,-1-4 0,-5-19-1</inkml:trace>
  <inkml:trace contextRef="#ctx0" brushRef="#br0" timeOffset="7100">10386 2730 17445,'0'-9'4610,"0"2"-3170,0 7-1278,0 0-235,1-54 90,4 53 17,6-29-18,8 75 1,-2-2-26,-4-7 1,-2 3-92,-2 15 60,-4-16 1,-3 0 34,-12 14 66,-11-13 46,-6-16 33,1-15 11,5-17-28,9-11-11,11-14-45,13-8-56,14-7-11,-6 24 0,2 1-183,5 0 1,3 1 137,2 2 1,1 2-96,0 1 0,1 2-199,-1 2 0,-1 2-1067,26-8-1540,-7 6-3249,-9 6 6195,-12 2 0,-14 5 0,-9 0 0</inkml:trace>
  <inkml:trace contextRef="#ctx0" brushRef="#br0" timeOffset="7506">10931 2660 7218,'6'-1'6754,"-1"1"226,-5 0-6891,-1-21 608,0 18-681,0-9 375,0 21-352,1 17 1188,5-6-1194,3 10 23,7-11 45,2-5 39,5-6-90,-4-6 23,0-4 258,13-15-79,-12 0-12,7-10-49,-19 6-29,-7 2-55,-7 1-7,-5 3-27,0 6 34,-12 2-68,6 5-11,-7 5-16,4 7-1,0 10-50,1 10 16,1 9-10,5 7-102,7 4-229,6 1-392,13-3-684,10-4-1489,14-6-3283,12-11 6212,-3-10 0,-14-9 0,-14-6 0</inkml:trace>
  <inkml:trace contextRef="#ctx0" brushRef="#br0" timeOffset="7890">11525 2815 17496,'5'-45'1794,"1"0"0,-1 5 1,-5 8-1028,-11 17-381,-3 7-223,0 4-68,-2 10-11,-4 9-11,-5 14-23,-2 8-39,4 4-11,9 0 23,14-6-3365,22-4 3364,-3-13 29,23-4 55,2-17-16,2-4-34,-3-6 67,-9-8-28,-15-1-61,-1-1 78,-2-17 3358,-10 12-3374,0-8-34,-10 14-6,-14 11-45,-1 8 45,-23 14 0,1 11-42,14-5 0,0 1-9,-2 3 1,2 2-6,1 1 0,3 3-45,2-1 0,3 2-566,-4 32-1673,18-1-7547,25-3 8481,-1-19 1,2-14 0,-14-17 0</inkml:trace>
  <inkml:trace contextRef="#ctx0" brushRef="#br0" timeOffset="9083">1259 3970 18593,'8'23'959,"-2"-6"-360,-4-9-263,-2-4 554,0-3 292,0-1-655,-7 0-393,1 0 219,-10-2-45,5-6-207,-1-2 28,1-17-62,7 2-28,3-12-5,9 7-29,7 4-33,5 8 0,2 7-5,4 10 16,0 14 0,2 13-28,-15 5 0,-2 4-392,3 17 381,-13-4 0,-9 4-25,-13-1 0,-7-1-740,7-7 1,-3-1 820,-3-5 0,-4 2 0,-1-6 16,0-5 1,-2-3-106,-6 2 0,-1-2 122,5-8 1,1-4 78,-23 1 11,15-16-11,15-10 329,11-12-334,8-8 1608,8-5-1692,9-1 250,13 2-273,16 6 6,12 6-175,-18 16 1,1 2 151,3 3 0,3 4-1783,10 8 1,-1 4 1633,-14-4 1,0 3-650,11 10 1,-2 3-1763,-15-6 0,-2 0 2577,2 2 0,-1-1 0,5 6 0,-14-12 0</inkml:trace>
  <inkml:trace contextRef="#ctx0" brushRef="#br0" timeOffset="9260">1948 4284 20235,'49'-19'0,"0"-1"0,-10 5 0,0 0 0</inkml:trace>
  <inkml:trace contextRef="#ctx0" brushRef="#br0" timeOffset="15573">3482 4407 14230,'3'-6'2750,"-1"0"-878,-2 6-25,0 0-1107,-10-65-264,-2 33-316,0-9 0,-2 1 64,-16 12-68,-6 9-49,-4 9-34,-6 14-12,-5 13-362,22-1 0,1 3 317,-4 5 1,1 2-6,-1 4 1,1 2-7,0 1 1,2 1-9,4-2 0,3 0-13,-9 22 10,17-13 40,19-15 10,16-13 7,19-12-1,15-14-31,-21 0 1,1-2-326,-6 1 1,1-2 338,18-17 1,1-4-272,-15 8 0,0-3 271,-3 1 1,2-2 0,-2-1 27,3-14 1,-5 1-32,-6 8 1,-3-1 8,-6-2 1,-3-3-1,-2 3-11,-2-1 0,-3 1-323,2-16 1,-2 2 344,-5 21 0,-1 5 79,-2-12-62,-2 21 447,2 12-530,3 12 1162,0 13-1129,2 18 0,-1 21-20,0-19 0,-2 2-8,0 8 1,-2 2 10,-1 4 0,-1 1-508,-2 2 1,-1 1 504,-1-2 1,0 0 7,1-5 1,0-1-9,3-7 0,2-2 9,4 22-1,14-21 40,12-19 17,13-16-6,11-18-14,-20 0 0,0-3 230,2-4 1,-1-2-206,-1-3 0,-1-1 37,-4 1 0,-2-2 92,12-23 1036,-13 4-907,-9 6-213,-8 16 34,-4 7-124,-1 15-44,0 1 314,0 8-275,0 7 27,0 13-38,-1 7-23,4 5-67,4-1-247,5 1-694,6-2-1613,4-3-7193,1-6 8392,-7-11 1,-5-7-1,-9-9 1</inkml:trace>
  <inkml:trace contextRef="#ctx0" brushRef="#br0" timeOffset="15766">4114 4045 20028,'-1'9'-9831,"5"0"7866,16 23 1,-6-15 0,-11-13-1</inkml:trace>
  <inkml:trace contextRef="#ctx0" brushRef="#br0" timeOffset="16766">4563 4205 20733,'-54'2'567,"-1"-1"1,9-2 0,6 4-450,0 25 55,4 4-49,4 3-12,-1 16-84,15-19 67,16 5 67,20-23 29,17-3-12,16-9-28,7-13-62,-27 1 1,0-2 92,4-7 0,-2-1-36,11-10 16,-18 8 1,-4-1 133,-6-9-77,-1-7-28,-9 3-46,-4 8-10,-2 8-46,-1 9-89,0 6-44,-1 4 16,-1 8 28,-3 10-51,-7 25 1,3-8-124,-3 25-151,8-16-291,2 13-224,7-24 0,4 0-511,11 12 696,8-7-453,15-24 452,1-19 505,16-11 450,-18-7 1,-1-3-25,8-9-119,-20 10 1,-2 0 521,-6-6 67,-4 0 437,0-12-493,-7 13-163,-4 5-201,-5 16-252,0 7-62,-1 4 0,-3 7 6,0 2 5,-5 16-10,1 2-7,-1 2 1,-2 8 5,4-8-11,-1 14 0,4-16 0,2 3 6,2-24 78,0 1 78,3-11-22,4-6-45,5-9 6,6-19-51,0 0-33,-1-1 22,-1 2 17,2 2-28,3 0-28,5 2 12,-2 13-12,-4 8 5,5 4-16,-2 5 17,8 12-18,-8 5 18,1 15 0,-14-6-18,-1 9 12,-7-4 0,-2 7 6,-5 0 0,0-13-1,1-7 85,3-12 95,3-9-101,4-7 6,18-26-51,0 3-22,8-7 44,10 5-44,-11 17 6,12-4-12,-13 16-22,0 14-6,-4 20-50,-4 8-264,-2 13-1086,-3-4-3053,9-1 4470,0-9 0,-7-12 0,-6-11 0</inkml:trace>
  <inkml:trace contextRef="#ctx0" brushRef="#br0" timeOffset="17589">5936 4294 15451,'9'0'4005,"-1"0"-3321,-8 0 1971,0 0-2179,-15 22-51,19-14-111,-2 14-219,19-19 101,32-11-78,-11-4-60,-11 2 1,0-3 81,14-14-56,-14 2 191,-1-23-147,-18 9-94,0-9 151,-14-3-28,-9 23-112,-2-3 11,-22 19-22,4 14 22,-16 10-34,8 14-22,1 12 17,6 10-919,8 10 897,10-10 13,11-9 0,5 0-281,15 13 267,-1-15 1,4-2 16,19 3-3,0-20 1,5-6-6,-11-7 0,0-4 2,16-2 1,1-5 2,-10-5 1,-3-6-229,2-4 0,-3-4 223,-8 5 0,-1-3 22,10-16 0,-3-3-22,-12 7 0,-2-1-522,8-18 1,-1-3 526,-8 4 1,-2 0 5,-1-2 0,-2 0 79,-2 4 0,-2 1-68,-2 6 1,-2 3 309,-1-19-239,-10 23 350,-4 21-440,-7 20 1167,-3 19-1178,-6 26 13,9-12 1,1 3-391,-2 11 0,0 0 382,4-6 0,0 1-36,1 2 1,1 5-1,2-4-73,2 3 0,2 1-361,0-6 1,0 4-1,4-3 72,5 5 1,5-3-571,2-6 1,4-2-445,3-7 1,2-2-5854,21 15 7265,-8-18 0,-15-15 0,-9-10 0</inkml:trace>
  <inkml:trace contextRef="#ctx0" brushRef="#br0" timeOffset="18332">6560 4367 22071,'45'-43'41,"0"0"1,-1 4-1,1 8-35,-5 22 0,-1 5-543,1-2 1,-1 1 522,0 0 0,-1 1-9,-4 0 1,0 0 294,25-2-289,-12 2 206,-12 1-201,-13 2-10,-11 0 118,-9 3 708,-10 7-417,-7 7 92,-10 9-132,-3 2-140,2 1-106,8-2-22,10-3 49,9-4 52,11-5-7,14-5-66,12-4 5,11-9-12,5-7 12,-3-7 62,-5-6 28,-13-4-85,-14 4 242,-9-12-185,-16 14-45,-8-8-45,-13 14 5,-8 6-27,0 6-57,2 7 7,6 6-12,5 9 5,3 7 18,2 10-18,3 7 1,5 8-17,10 4 11,12 1-203,14-3 180,13-8 23,9-8 6,6-11 5,0-10 39,0-8-22,-5-7-16,-12-3 38,13-15-16,-19-4 16,15-16-28,-11-2 12,0-3 39,2 5-34,1 7 17,1 9 0,-1 9-28,-1 6 6,1 6-6,-1 8-23,1 7 198,-6 12-208,-7 12 5,-11 9-118,-13 7-509,-13 5-1535,-4 0 2097,1 2 0,6-27 0,7-6 0</inkml:trace>
  <inkml:trace contextRef="#ctx0" brushRef="#br0" timeOffset="18985">9816 4358 23702,'-37'-17'127,"0"0"0,2 3 0,4 10-55,1 42-4,1 11-18,6 8-11,8 2-33,10-5-1,10-16 68,31 4 0,7-24-17,-8-7 0,1-2 22,-2-10 1,0-4 16,0-2 0,-2-3 45,-2-5 0,-2-3 158,18-24-63,-14-10-62,-15-9-304,-15 28 0,-4 0 187,-2 1 0,-4 0 23,-14-23-127,-11 13 76,-7 14-56,-5 14-28,-2 13-180,8 14-380,9 13-538,15 17-750,13 14-48,5-24 0,1 3 1946,3 4 0,-1-1 0,3 5 1,-2-6-1</inkml:trace>
  <inkml:trace contextRef="#ctx0" brushRef="#br0" timeOffset="19366">10469 4266 19540,'-1'-46'1182,"1"0"0,-1 5 0,-4 10-891,-8 18-134,-5 14-34,0 17 6,0 19-40,10-6 1,1 3-457,0 10 0,1 3 415,1 9 0,0 3-544,2-16 0,0 1 1,0 1 508,0 2 0,0 1 0,1 0-52,-1 3 0,1 0 0,-1 1-137,-1 3 1,0-1-1,0 1-409,-1 1 1,-1 0 0,-2-1-656,-1-1 0,-1 0 1,-2-2-352,-2-2 0,-2-3 1,-1-1 88,-3-4 1,-1-3 0,-2-2 478,-11 10 1,-4-6 3030,-1-10 0,0-7-126,-11-3 1468,5-33-740,33-28-1745,7 7 0,5-5-369,5-8 1,7-5-219,2 2 1,5-3-1,0 3-62,3-5 0,2 1-181,1 4 1,2-3 0,0 5-84,0 6 0,0 2-280,6-7 1,2 2-1639,-2 7 0,0 5 1966,-5 7 0,-2 3 0,7-3 0,-15 15 0</inkml:trace>
  <inkml:trace contextRef="#ctx0" brushRef="#br0" timeOffset="19969">11545 4241 22094,'34'-33'93,"0"0"1,-2 3 0,2 5-97,8 11 0,0 4-745,18-4 706,-23 6 0,-2 2-36,5 0-645,-1 1 0,-3 2 270,-11 1-81,10 0 456,-41 3 122,-20 5 51,2 0 342,-16 6 72,17-3 163,4-2-56,10-1 17,4-1 236,-4 9-164,-6 11-167,-9 23-421,2-5-162,6-11 1,1 4 83,0 3 0,2 0-251,1-7 0,0 2 80,-4 27 1,2-1-222,5-6-546,3-4 0,2 1-4653,12 10 5552,-1-22 0,2-2 0,4 4 0,1-11 0</inkml:trace>
  <inkml:trace contextRef="#ctx0" brushRef="#br0" timeOffset="20349">12179 4472 16919,'0'-6'5450,"0"0"-3888,0 6-1517,6-31 28,14 51-67,-1-33 16,10 56-11,-1-3-11,-13-12 0,-1 1-5,9 29-9,-13-26 0,-5 0 36,-12 9 12,-4-13 89,-17-10-56,12-14 129,-11-8 22,18-22-167,2 2 33,14-22-39,10 10-45,2 9 0,3 0-56,22-17-59,-15 21 0,1 3-619,26-3-1123,1 8 882,-12 8-1397,-12 5 0,-1 1-115,1 0-1770,0 2 1,1 0 3856,-5 1 0,2 1 1,-19-2-1</inkml:trace>
  <inkml:trace contextRef="#ctx0" brushRef="#br0" timeOffset="20707">12888 4471 10136,'7'-5'9326,"-2"1"-7579,-5 4 802,0 0-2308,2-20-146,-8 20-22,1-10-62,-5 21 6,-1 14-6,8-6 11,3 8 34,10-8 11,9-4 96,14-7-90,-10-4 67,12-9 50,-14-6 17,2-7-11,-8-7-22,-6-4-95,-5 4 150,-11-11-133,-2 17-52,-4-4 91,-13 11-79,7 9-28,-11 3-28,6 10-17,2 10 6,2 11-17,5 8-17,4 7-39,6-7-975,15 23-1293,12-15-29,7 9 2381,-1-26 0,-2-6 0,-14-10 0,11 5 0</inkml:trace>
  <inkml:trace contextRef="#ctx0" brushRef="#br0" timeOffset="21116">13591 4512 14986,'1'-6'6632,"0"1"-4481,-1 5-1877,-56-18-178,33 26-77,-11-11 1,3 4 2,18 28 1,6 0 5,8-9 61,11 2 102,18-8-68,5-3-6,13-6 23,-7-13 56,-4-5 12,-9-9-6,-10-6-34,-9-8-34,-7-1 12,-8 2-34,-8 9-34,-11 11-16,-8 11 5,-8 14-17,-3 9-22,0 11 0,3 8-22,5 5-23,10 6-39,11 6-84,17 3-364,17 1-17,4-13-1639,4-17 1,4-3 1311,4-1 0,6 2 0,-26-20 1</inkml:trace>
  <inkml:trace contextRef="#ctx0" brushRef="#br0" timeOffset="22248">870 5630 11771,'-4'0'4543,"0"0"-1042,4 0-2824,-12-42-139,10 20-317,2-9 0,4-2-70,19 4-106,8 0-3,-1 11 0,1 2-25,6 1 0,-2 3 0,3 2 5,19 10-22,-3 9-6,-9 6-16,-20 27 5,-17-15-39,-6 32-22,-20-8-167,2-18 1,-2 1 258,-11 6 0,-3 0 19,4-9 1,-1-1-6,2-3 0,-1-2 168,-23 8 382,3-18-315,10-3 442,-8-15-357,31-5-225,-1-3-17,13-1-89,19-1-6,-2 2 445,31-5-451,-12 12 1,3 2-9,2 2 0,1 1 3,1 0 0,0 4-6,7 8 1,-5 3-17,-1 3-26,-6 4 0,-7 4-36,-19 7-89,-20 18 22,-16-17-266,-3-13 1,-5-2-618,-7 0 1,-2-3-869,0-1 1,-2-2 1901,-8-1 0,3-3 0,6-4 0,10-5 0</inkml:trace>
  <inkml:trace contextRef="#ctx0" brushRef="#br0" timeOffset="22449">1622 5718 19199,'4'5'2508,"-1"-1"-5714,-3-4 1,0 0-1</inkml:trace>
  <inkml:trace contextRef="#ctx0" brushRef="#br0" timeOffset="23723">3242 5750 14969,'1'-7'2585,"4"-24"1,-1-7-1539,-4 6-630,2-9 0,-3 2 329,-11 12-242,-8 9-196,-14 10-280,9 9 5,-19 15-5,11 13-22,-9 16-364,23-18 0,1 1 363,3 1 1,2 1-6,-4 27 0,14-4 5,16-6-5,13-6 12,16-6-12,11-6-219,-24-16 1,2-1 207,0-2 0,-1 0 583,22 9-578,-16-1 17,-17-2 34,-20-1-23,-9-5 23,-41 3-22,-5-6-104,13-4 0,-2 0 81,3-1 0,0-2-3,2 1 1,0-1-57,4 0 0,1-1-876,-17-1-4786,22-1 5721,17-1 0,11 1 0,3 1 0</inkml:trace>
  <inkml:trace contextRef="#ctx0" brushRef="#br0" timeOffset="24156">3521 5861 24144,'16'-27'426,"-2"35"-415,-13 13 0,7 39-5,-1-37-23,11 19 6,2-22 0,9 0-6,15-12 17,-9-9 28,15-13-6,-15-9 57,11-17 49,-14 4 85,-4-3 219,-18 12-174,-6 12-79,-5 5-84,-11 14-84,-6 12 0,-4 3-5,-9 22-6,10-11-3,-2 7 0,-1 6-123,-1 11 0,1 1-573,2-9 0,1 0 449,-1 8 1,3-3-1632,6 8-2112,8-5 3993,7-21 0,2-2 0,1 2 0,6-10 0</inkml:trace>
  <inkml:trace contextRef="#ctx0" brushRef="#br0" timeOffset="24790">4146 5966 24312,'11'18'123,"-2"18"-83,-17 27-24,3-30 1,-1 0-813,-5 4 0,0-1 819,-8 5 465,-11 1-443,16-25 427,-7 2-259,17-18-45,2-19-56,7-12 34,6-22-79,1 6-3,-2 16 1,1 0 114,15-28 677,-4 11-806,-3 16 1,2 1-12,9 2 45,6-4-51,21 5-33,-25 17-6,5 2 1,0 3-17,4 12 10,13 8 12,-22 16-22,-14 10 28,-12 9 22,-16 4-274,-7 0 263,-7-5-3324,3-14 3301,8-14 113,6-12-6,6-14-45,4-9-6,4-14 161,5-10-183,0 3 56,14-14-62,-10 25 1,18-18-7,0 16-4,2 2-7,-1 7-16,-2 9-23,4 17 12,3 7-12,3 16-10,-16-2 3212,-6 16-4832,-13 14-1490,-7 2 3034,-3-25 0,-2-2 1,-2-4-1,0-7 1</inkml:trace>
  <inkml:trace contextRef="#ctx0" brushRef="#br0" timeOffset="25423">5196 6043 22403,'50'-38'269,"-10"9"969,-42 74-1182,-2-2-45,-2 9 19,-2-18 1,-1-2 405,-5 9-408,-6 11 199,8-29-193,2-7 871,6-11-642,1-3-106,3-8-56,3-7-34,3-11 17,5-10 17,6-9-73,-2 6 11,0 7 0,2 0 6,11-9-28,-8 12 0,3 0-15,2 5 1,-1 3-3,11-5 0,14-1-11,-19 18 11,7 4 11,-3 11-22,-8 3-11,7 26 10,-19-2 1,3 22 6,-23-2-12,-11-1 17,-9-4 28,-1-12-23,8-16 119,7-10-24,9-12-49,5-10-18,8-12 1,8-12-17,0 3 2,0 4 1,3 1 14,13-9-6,-8 10 0,0 2-23,11-3-5,16 0-5,-20 15-35,13 0 1,-16 16-22,-1 8-91,-2 15-240,-4 11-655,-7 10-1328,-8 6-4217,-5 4 5744,-4-11 0,0-18 0,0-15 0</inkml:trace>
  <inkml:trace contextRef="#ctx0" brushRef="#br0" timeOffset="26065">6240 6242 18028,'4'-4'4677,"-1"0"-2280,-3 4-2336,48-50-111,-36 38 25,14-17 0,-3 9 13,-21 25 18,0 1 50,11 8-28,-2-6 34,10 1-34,-7-6 100,12-11 41,-8-3 44,6-11-23,-8-5-27,-4-5 10,-6 0 29,-3 0 257,-6-2-257,-3 15-118,-4 1-62,-5 14-22,-5 8 0,1 2-28,-19 28 17,10 7-191,8-8 1,1 3 187,6 0 0,3 0 0,4 1 0,2-2-9,6 19-8,15-23 1,6-5-4,25 0 20,-10-10 0,2-4 3,-3-8 0,0-6 19,0-3 1,0-4 13,-2-2 0,-1-4 0,-1-2 1,-2-3-9,-1-3 0,-2-2 8,0-5 1,-3-2-9,1-6 0,-3-2 3,1-5 0,-1-2-1,-1-5 1,-1 1-23,-5 10 1,-1-1-478,3-18 1,-3 0 546,-8 23 1,0 0-1,2-12 1,-3 1 86,-1-7-11,-7 19-61,-1 17-68,-1 10 298,-1 12-326,-1 15 17,-5 25 0,4-7 0,0 5-249,-3 13 0,1 2 221,1-6 0,-1 3-127,1 4 0,-2 6 0,2-4-164,0 3 0,1 0-85,0-6 1,0 4 0,2-4-460,2 4 1,2-4-785,3-8 0,3-4 1074,1-4 0,1-6 0,3 5 0,-1-15 0</inkml:trace>
  <inkml:trace contextRef="#ctx0" brushRef="#br0" timeOffset="26806">6890 6311 24872,'30'-47'18,"-1"0"1,2 4 0,3 9-19,1 23 0,2 6-344,-2 0 1,-1 0 337,27 1 155,-20 2-188,-9 2 153,-19 1-64,-2-1 141,-8 1-62,-18-7 508,-1-2-200,-13-9 39,7 1-101,6 2 12,8 4-298,4 5 29,4 3-68,0 2-55,6 4-1,1 0 6,15 11 11,4 7-5,13 12-12,-16-13 1,2 1-460,7 8 0,1 1 460,13 12 2,-13-12 0,-1-1-14,3 7-5,0 8-1,-18-3 18,-15-16 27,-25-1-11,6-18 12,-19-3 5,15-12 935,0-7-913,8-8 1,11-16-40,25-10-1704,0 17 0,3 0 1695,-3 7 1,3 1 2,19-10 1,2 2-449,-18 13 1,0 0 439,7-3 0,-1 0-17,-4 3 1,-3 3 19,3-1 84,20-18-39,-32 19 2998,6-7-2982,-21 17 1320,-3 3-1291,-1 2 16,-5 6-101,3 2-22,-8 14 12,0 10-6,-3 13-40,-1 12-100,2 1-174,7-20 0,1-2-494,0 12-1729,4 15 1719,5-27 0,-3-9 0,3-8 0</inkml:trace>
  <inkml:trace contextRef="#ctx0" brushRef="#br0" timeOffset="27022">8314 5815 22604,'-2'-5'2111,"1"2"-2609,1 3-2331,9-6-7002,11 24 9505,6-6 0,-6 10 0,-7-9 0</inkml:trace>
  <inkml:trace contextRef="#ctx0" brushRef="#br0" timeOffset="27266">8888 6115 26278,'-55'5'128,"0"1"1,1-1 0,-1 2 0,0 2 0,11 3-89,-4 20-29,3 2 11,7 10-33,20-6-39,4 11-107,27 8-218,15-14-748,0-20 0,3-4-20,22 1 1143,-4-13 0,-3-3 0,-12-1 0,21-2 0</inkml:trace>
  <inkml:trace contextRef="#ctx0" brushRef="#br0" timeOffset="28256">10679 6048 16500,'-45'-14'1335,"-1"0"0,6 2 0,10 2-123,21 6-562,6 1-9,8 1-495,22-8-118,19-4-249,10-3 229,-12 6 1,2 0-123,-3 3 1,2-1-123,-1 2 1,4-1 0,-1 0-915,10 0 1,-1 1-178,3 0 0,-4 1-3149,6-1-1057,-27 4 2491,-22 2 2774,-38 2 268,-9 1 0,-12 1 4856,-12 0-1199,29-2-1822,-5-3 618,21 0-103,6-3-518,-1-1-73,1 2-1507,0 1-196,4 4 50,-3 7 79,-5 13 5,-5 17-109,2-1 1,0 4-1089,1 0 0,1 1 1012,-1 2 1,1 0 2,2 2 1,1 0-352,3-9 1,2 0 23,-1 9 0,2 1-1048,2 3 0,4 0-882,2-11 0,2-2-62,0-4 1,1-2 1676,14 7 0,-13-26 1,1-1-1</inkml:trace>
  <inkml:trace contextRef="#ctx0" brushRef="#br0" timeOffset="28602">11303 6189 24323,'51'-8'13,"1"0"0,0 7 1,-10 8-14,-19 26-6,-6 1 0,-3 1 6,-3 3 3,-10 4 0,-5 0-9,-9-7 12,-8-1 0,-6-2 38,-10-9 18,-8 3 302,7-22-45,23-20-246,-1 1-11,19-13 38,24-15-82,-5 15-41,12-5 0,4-1-61,2 6-389,8-1 0,5 2-725,-21 14 0,0 2-527,13-5 0,0 2-3191,-12 6 1,-2 1 3619,10-3 1,-17 6 0,-18 3-1</inkml:trace>
  <inkml:trace contextRef="#ctx0" brushRef="#br0" timeOffset="29007">12030 6176 18448,'8'0'4996,"-2"0"-3797,-6 0-649,0 0-315,-4 10-224,3-4 111,-3 18-105,12-9 381,7 6-359,11-7 17,6-6 6,2-4 11,-1-7 44,-3-5-50,-10-3 96,0-13-74,-13 3 1,2-14-6,-9 6 0,-6 2 0,-2 8-62,-2 6 23,-8 6-39,1 4-17,-11 5 5,-2 10-11,-2 10-11,0 13-5,5 7 5,8-5-107,6 22-44,16-17-247,16 18-521,27-18-338,-12-24 1,4-4-1691,8-3 1,2-2 2332,-2-4 1,-3-1 0,2-2 0,-28-2 0</inkml:trace>
  <inkml:trace contextRef="#ctx0" brushRef="#br0" timeOffset="29406">12782 6189 15872,'-5'-4'6475,"2"0"-4409,3 4-1456,-61-28-228,36 26-304,-10-12 1,1 5 201,7 33-202,10-2-22,0 13 0,12-3-17,9-7 107,27 9-129,-6-18 30,9-3 1,3-3-301,14-5 292,-14-3 0,0-4 79,20-7-74,-17-3 130,3-17-56,-25 6-6,2-14-6,-16 5-16,-11 3 16,-6 4 310,-13 9-360,-8 9 0,-9 14-12,-6 11 1,-2 13-34,26-12 1,0 2-29,2 2 0,2 2-39,3 2 0,2 1-274,-4 30-594,24 1-1194,24-2-232,10-16 2350,1-17 0,0-5 0,-9-6 0,17 5 0</inkml:trace>
  <inkml:trace contextRef="#ctx0" brushRef="#br0" timeOffset="75672">13764 2095 24575,'9'0'0,"1"0"0,15 0 0,-3 0 0,9 0 0,4 0 0,3-1 0,4 0 0,19 0 0,2-1 0,-9 1 0,1 0 0,-10 0 0,1 0 0,-4 0 0,-6 0 0,0 0 0,22 0 0,-2-1 0,-1 0 0,-18 1 0,-1 0 0,3 1 0,-7 0 0,0 0 0,-12 0 0,1 0 0,-13 0 0,0 0 0,-1 0 0,-1 0 0,0 1 0,-3 1 0,-4 6 0,-6 6 0,-2 3 0,-3 5 0,-3 10 0,4-9 0,0 11 0,6-13 0,1 0 0,2 13 0,1 10 0,1 19 0,0-3 0,0-27 0,0 0 0,0 23 0,2-10 0,2 2 0,-2-12 0,1 1-347,4 14 0,0-2 347,-1-13 0,0-2 0,1 0 0,1 0 0,0 1 0,0 0 0,2 6 0,1 2 0,3 15 0,1 3 0,-4-20 0,0 0 0,0 1 0,1 9 0,0 1 0,0 0 0,0-2 0,1 0 0,-1 0 0,1 2 0,-1 2 0,0-3 0,-1-8 0,-1 0 0,1-1 0,-1 2 0,0 0 0,0 1 0,1 7 0,-1 2 0,0-4-687,1 6 0,-1-1 687,-2-8 0,0 3 0,-1-6 0,-1-12 0,-1-1 0,1 20 0,1 1 0,-2-13 0,0 1 0,2 16 0,0 3 0,0-3 0,0-3-911,-3-11 1,1 0 910,1 12 0,0-2 0,-3-19 0,0-1 184,0 1 0,1-1-184,3 27 0,-3-16 0,0 2 0,0-3 0,0 1 633,0 14 0,0 0-633,0-6 0,0-1 0,-2 1 0,0-1 0,2-12 0,-2-1 1000,0-5 0,-1 0-1000,1 30 255,-2-6-255,0 6 0,0-9 0,0-18 0,0 6 0,0-11 0,0-2 0,-1-3 0,-2-9 0,-7 5 0,-2-9 0,-3 1 0,1-4 0,1-2 0,-3-2 0,-1-1 0,-2-3 0,-4-1 0,-1 1 0,-13 5 0,8-2 0,-7 4 0,-7 1 0,-2 2 0,12-1 0,0 0 0,-20 6 0,22-6 0,1 1 0,-13 3 0,-3-1 0,-3 3 0,2-3 0,3 0 0,-5 0 0,22-7 0,-10 3 0,24-7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3:34:35.9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1821 2299 17546,'14'-61'1658,"0"1"0,-3 16 0,-3 5-627,-1-3-656,-7 34-252,1 0-140,-1 7 62,-1 17 17,-2 19-51,1 2 0,-2 23-33,2-14-264,0 13-1097,-1 1-561,0-14 1944,-2 11 0,4-37 0,-2 8 0</inkml:trace>
  <inkml:trace contextRef="#ctx0" brushRef="#br0" timeOffset="349">2301 2272 18397,'-4'-1'3742,"0"1"-2896,4 0-790,-58 10 95,48-5 73,-39 8 51,68-10-51,11 0-90,8-4-5,8-5-56,1-2-1,-2-3-21,-5-1-62,-14 5 22,-1-1-90,-16 5-363,1 0-1832,-6 3 2274,5 0 0,-5 0 0,4 0 0</inkml:trace>
  <inkml:trace contextRef="#ctx0" brushRef="#br0" timeOffset="1216">4076 2258 19112,'2'-54'1547,"1"1"1,-1 7 0,-1 7-965,-3 17-314,-1 11-258,1 8 12,1 7 17,1 9 1,0 13-30,0 15-6,0-6 1,0 1-6,-1 16-3,-1-9 1,-1-1-529,-6 14 548,2-23 0,0-1 78,-12 24-45,6-25 118,0-7 90,10-21 78,0 0-100,3-5-152,0-5-40,0-5 503,0-5-536,5-4-11,9-2-11,13-5-34,15-4 20,-15 14 0,2-1-15,10-4 1,0 0-266,15-10 299,-17 12 1,-4 2 5,-5 3 0,14-11 11,-21 12 6,8-8-6,-17 11 6,2-3 0,-5 4 294,2-6-289,0-5 40,0-4 89,1-3-73,-5 11 85,-2 1-79,-5 13-84,0 1-12,-1 13-4,-1 10-3376,-3 17 3392,2-2-84,-4 20 67,4-20-1768,-2 18 0,0 4-349,1 5-1092,3-8 0,3-2 3203,6-8 0,1-19 1,-2-13-1</inkml:trace>
  <inkml:trace contextRef="#ctx0" brushRef="#br0" timeOffset="1816">4842 2358 17938,'-1'-3'5310,"0"0"-5097,1 3-28,19-28-84,10 17-68,3-19 68,7 23 101,-18-1 27,1-6 1,-3-10-85,-7-1 35,-1-5-68,-5 9 123,-3-1 1,-2 7 49,-9-1-212,-2 6-39,-10 4-34,-5 10 11,2 2 6,-9 13 22,5 5-22,-4 11-12,-1 18-5,12-14-11,1 21-51,21-2 51,1-17-22,21 11 21,-3-39 1,26-1 17,2-10-15,-16-5 1,2-2 11,6-5 0,1-3-124,-9 0 1,-1 0 120,24-15 11,-17-5 11,-23 16 17,9-21 6,-11-2 34,0-1 55,0-4-44,-7 21 218,-2 2-213,-4 16 314,0-2-443,-1 7 40,-6 24-6,0 0 5,-3 14-33,1 14-56,5-22-778,3 34 257,4-35-3641,13 25-240,-5-34 3638,11 8 0,-15-22 0,1 0 0</inkml:trace>
  <inkml:trace contextRef="#ctx0" brushRef="#br0" timeOffset="2010">5585 2070 18145,'-4'-5'3238,"1"1"-2459,3 4-2393,-21-15-139,21 19 1753,-8 2 0,13 2 0,3 5 0</inkml:trace>
  <inkml:trace contextRef="#ctx0" brushRef="#br0" timeOffset="3099">5981 2214 15877,'7'-10'5562,"-2"2"-4498,-5 8 303,0 0-886,-90-5-391,53 11-230,-3 0 1,-10 2-1,9 5 146,2 24-1564,13-5 0,2 0 1558,6 5 0,17 7 0,19-23 6,14-1 5,-1-9 355,24-12-214,-19-11 189,15-11 153,-19-6-18,-7-3 3117,-10 7-3251,-4-4-62,-6 11 28,0-2-213,-4 11-89,0 4-12,-1 8 12,-2 11-6,-1 4 8,-3 11 0,-2 4-317,-2 10 305,-1-6 1,-2 8-1,1-2-562,-3 6 0,-1 1 429,0-1 1,0 4 0,0-2-46,0 3 0,-1 0-367,0 0 0,-2 3 0,0-4-800,-3 0 0,-1-2 1110,1-4 0,-3 2 0,0-5 107,-7-2 1,-1-6-636,3-11 0,0-7-421,-11-3-4214,12-52 977,32-22 2619,6 7 0,6-5 1326,2 14 0,3-1 0,2 0 480,4-8 0,4 0 0,1-1-247,-6 12 0,2-2 0,0 1 0,0 0 247,1 0 0,1 0 0,0 0 0,0 2 0,9-12 0,1 1 0,-1 2 430,-3 5 0,0 1 0,-1 1 608,-3 6 0,-1 1 0,-1 1 754,10-9 1,-3 2-228,-6 6 1,-1 3-351,-6 4 1,-3 3 654,9-12 157,-13 16-1579,-9 11 2363,-6 10-2581,-1 5 1998,-1 22-2015,-2 6-101,-2 26-81,3-27 0,-1 1-15,1 3 1,1 2-9,1 1 1,1 0-222,-1-1 0,1-1 241,0 20 14,-2-22 0,-3-1-9,-4 3 12,-3 8-17,3-28 387,4-11-320,16-31 17,3-5-51,0 3 1,1-3-9,1 1 1,1 1-12,2-2 0,2 1-231,1 2 1,0 3 278,22-18 394,-4 13-445,-5 13-28,-3 7-28,-1 12 56,0 11 6,-2 13-67,-2 11 5,1 5 471,1 0-482,-4-11 33,20 0-5,-13-20 34,15-7-6,-21-20 0,-2-8 22,10-22-201,-15 16 0,-3-3 170,-3-15 1,-5-2-563,-1 9 0,-1 0 546,3-20 0,-1 0 42,-1 12 0,-2 2 13,-1 6 1,-1 2 132,1-18 206,-10 20-358,2 19 241,-5 13-241,1 21-33,-1 18-51,-3 26 139,7-21 1,0 2-121,0 7 1,2 1-96,2 4 1,3-1-171,3-1 0,3 0-256,2-5 1,3-1-134,2-6 0,0-2-317,0-8 1,0-2-3546,10 12 4542,-2-19 0,-12-12 0,-2-8 0</inkml:trace>
  <inkml:trace contextRef="#ctx0" brushRef="#br0" timeOffset="3259">6980 2163 15193,'-7'-1'7501,"1"0"-7104,6 1-161,0 0-460,76-41-653,-45 32 0,3 0 562,11-7 1,5-4 0,-6 5 0,15 4 0,-8 1-1</inkml:trace>
  <inkml:trace contextRef="#ctx0" brushRef="#br0" timeOffset="3899">9274 2317 18520,'26'-34'1173,"0"0"1,0 0 0,12-18 0,-7 6-480,-15 11-151,-3-5-44,-23 13-410,-2 13 34,-28 10-50,-2 18-37,12-2 1,-1 3-15,-1 6 1,0 3-18,1 3 1,2 3-6,3 9 0,3 2-14,7-7 0,6 2 11,8 6 0,8-1 15,25 9-132,-5-27 1,6-6 127,1-7 0,1-6 9,1-4 0,-1-4 0,-2-3 0,-1-4 56,18-19 39,-16-8 17,-15-6-6,-12-18-45,-11 6-44,-3 3 16,-5 8-3265,-2 10 3259,2 7 40,-10 0-95,9 20 6,-3 0-18,-5 16-10,-5 11-113,-16 17-426,12-5 1,0 3 109,8-10 0,1 1-4454,-10 22 1,5 0 4878,9 1 1,-1 5 0,16-33 0</inkml:trace>
  <inkml:trace contextRef="#ctx0" brushRef="#br0" timeOffset="4276">10194 2000 22403,'-12'-54'1161,"0"1"0,2 5 0,-4 12-6692,-11 26 5564,7 11 1404,-6 21-1414,0 18-15,7-8 1,1 5-224,0 3 1,0 5 0,1-2 211,-2 6 1,1 2-11,1 5 0,-2 6 0,2-2-60,4-12 0,0 0 0,0 1-160,1-1 1,0 2-1,0 1 1,0 0-177,0 1 0,-1 0 0,1 0 1,-1 0-57,1 0 0,-1-1 0,0 1 0,-4 0 5,-4 7 1,-4 2 0,-1-2 0,1-5 735,0-5 0,1-3 1,-5-3 154,-8 3 0,-4-2 1,3-19 285,-15-34-429,28-15 1,8-9-183,9 2 1,8-4-293,8-19 0,7-1 373,4 5 1,5-1-65,3 1 0,3-3 1,-1 4-88,3-3 1,2 2-22,-8 13 0,5-1 1,0 0-1,-3 5-439,6-5 1,1 4-225,-1 0 1,2 0-1,-3 2-1444,1 3 0,-2 3 2092,5-1 0,-4 3 0,-6 6 0,-2 0 0</inkml:trace>
  <inkml:trace contextRef="#ctx0" brushRef="#br0" timeOffset="4693">11553 2138 15855,'-6'-1'5158,"1"-1"-3315,5 2-1647,34-63-135,-8 47 1,5 1-42,0-11 1,4-5 0,-1 6-434,9 10 0,3 4 373,0-1 1,3 0 0,-4 1-658,2 1 1,-1 1 182,-4 0 1,2 0-1,-3 2-1323,0 1 0,-4 2-5443,15 2 7280,-25 6 0,-17-2 0,-9 3 0</inkml:trace>
  <inkml:trace contextRef="#ctx0" brushRef="#br0" timeOffset="4909">12048 2021 23192,'-35'21'700,"4"6"-616,25-3 28,-3 21-61,4 5-2197,3 5 1,0 2 2072,1-22 0,1 1-288,2 23 0,3-1-544,7 2-795,-3-25 0,2-1-6595,14 24 4184,-5-21 4111,-4-12 0,-10-18 0,-3-3 0</inkml:trace>
  <inkml:trace contextRef="#ctx0" brushRef="#br0" timeOffset="5659">12363 2366 17770,'0'-6'5344,"0"0"-4364,0 6-695,-5-61 35,4 40-292,0-43 0,13 61-12,10 14-16,9 11 0,4 17 23,-1 10-23,-9-5-9,-13-9 1,-3 1-3,-5 12-1,-5-14 1,-5-2 28,-18 7 11,-14-14-11,6-13 112,-14-12 11,23-10 5,-4-10-72,23-9-50,16-7-18,18-4-30,-8 18 0,4 2-198,5-1 0,2 2 167,22-10-441,-9 9 0,0 2 237,-12 5 0,-2 1 69,7-3 1,1 1-583,4-1 0,-3 2-403,11-4 742,-16 6 0,-1-1 126,9-4 308,-16 5 313,-3-3 186,-15 7 529,0-3-271,-8 6 279,-3 1-779,-2 2 714,-4 1-842,0 0 145,-13 9-167,2 4-57,-9 15 1,7 8-35,6 6-38,6 1 33,13-4 6,8-9 33,12-8 34,10-10 6,7-10-34,-6-6 118,18-17-188,-22 1 120,6-6 141,-17-13-90,-14 11 22,-5-14-22,-13 15-34,-8 7-11,-10 8-28,-6 6-33,-3 9 5,1 8-51,3 8 177,4 10-182,5 5-11,7 6-51,8 5-67,6 1-251,10 4-500,7 1-789,9-2-1753,9-4-4829,9-11 8251,-1-13 0,-13-11 0,-10-7 0</inkml:trace>
  <inkml:trace contextRef="#ctx0" brushRef="#br0" timeOffset="6049">13733 2372 10394,'5'-7'9432,"-1"2"-7511,-4 5-677,17-68-354,-21 45-593,10-15 0,-6 4 27,-20 27-3458,-7 13 3196,7 2 22,-8 17-12,12-1-38,-1 12-23,9-2 0,12 0-11,11-5 3409,14-6-3352,9-10-1,6-8-17,5-12 23,1-7 38,-1-9 24,-8-7 16,-10-3 22,-15-1 28,-10 4-16,-15 6-51,-10 9-39,-16 8 17,-10 13-11,-6 9-23,0 12-34,6 8-33,8 6-28,14 7-39,13 5-302,21 3-189,2-27 1,5-1-874,5-1 1,4-2 1430,6-1 0,-1-2 0,5 2 0,-4-8 0</inkml:trace>
  <inkml:trace contextRef="#ctx0" brushRef="#br0" timeOffset="6701">15107 2020 23147,'-35'31'86,"1"0"0,5-6 0,10 0 233,34 18-89,9-19-96,4-3 247,-3-14 459,-11-10-615,-4-5 15,-5-10-133,-4 2-6,-2-2 67,-2 1-3359,-2-3 3242,1 5 38,-1-1-83,3 13-34,-1 0 33,-4 6-139,-8 6-835,-18 16-924,0 8-3395,-2 14-365,18-15 5653,9-2 0,7-19 0,0-6 0</inkml:trace>
  <inkml:trace contextRef="#ctx0" brushRef="#br0" timeOffset="6959">15165 2539 19843,'7'5'3215,"-2"-1"-2235,-5-4-857,0 0-33,-61 18-62,48-8 5,-42 11 79,81-10-78,-6-6 257,39 0-95,-35-4 437,18-4-185,-35-3-341,0-1-12,-11-1-95,-10 5-364,-6 0-460,-4 4 824,-8 5 0,20-2 0,-4 1 0</inkml:trace>
  <inkml:trace contextRef="#ctx0" brushRef="#br0" timeOffset="10501">1500 3577 8293,'-58'2'612,"-1"0"1,8 2-1,8 2-1015,18 2 62,12 5-75,17-4 383,18-1 94,-1-1 177,14-5 1,4-3 80,-5-1 1,2-1-700,22-2 1,2 0 676,-14 0 0,1 0 115,-3 1 1,3-1 0,2 0 3,11 0 0,3 0 1,2 1-952,-12 0 0,0 0 0,1 0 1,0 1 566,0-1 0,-1 1 0,2-1 1,2 1 10,2 0 1,5 1 0,0 0-1,-2 0 1,-5 0-549,1 0 0,-6 0 0,7 0 519,-8 1 0,6-1 0,3 1 0,1-1 0,-2 1 0,-3-1-359,9 0 0,-3 1 1,-1-1-1,4 1 357,-13 0 0,2-1 0,0 1 0,3-1 1,1 1-1,3-1 27,-7 1 1,3 0 0,3-1 0,1 1 0,1-1 0,-1 1 0,-1-1 0,-3 1 0,-3-1-126,5 1 0,-5 0 0,-1-1 0,-1 1 1,2-1-1,2 1 112,-3 0 1,3-1-1,1 1 1,1-1 0,0 1-1,-1-1 1,-3 1-1,-2 0 95,8-1 0,-3 1 0,-2-1 0,1 1 0,4-1 42,-6 1 0,2-1 0,2 1 1,1-1-1,0 1 0,1-1 1,-1 0-115,2 1 1,2-1 0,-1 1 0,1-1 0,0 1 0,0-1 0,-2 1-22,0-1 0,-2 1 0,1-1 0,-1 1 0,1-1 0,-1 1 0,0-1 3,1 1 0,-1 0 0,1 0 1,-1-1-1,0 1 0,0 0 0,-2 0-11,3 0 1,-3 0-1,0-1 1,1 1 0,2 0-1,4 0-9,-12 0 0,4 0 1,2-1-1,2 1 0,1 0 1,-1 0-1,1-1 0,-2 1 1,-3 0-1,-1 0-9,5 0 0,-4 0 1,-1 0-1,-1 0 1,1 0-1,3 0 1,4-1 3,-6 1 1,4 0-1,3-1 1,2 1 0,1-1-1,1 1 1,0-1 0,-2 1-1,-2-1 1,-2 1 0,-4-1 4,8 0 0,-4 1 0,-3-1 0,-1 0 1,1 1-1,2-1 0,3 0 0,-5 0 0,2 0 0,2 0 1,2 0-1,0 0 0,1 0 0,0 0 1,-2 0-1,0 0 0,-3-1 4,0 1 1,-1 0-1,0 0 1,-1 0 0,0-1-1,-2 1 1,0 0 0,-1 0-1,-1-1-8,6 1 0,-3 0 0,-2-1 1,0 1-1,1 0 0,2-1 1,3 1 3,-6 0 0,4-1 0,2 1 0,2-1 1,0 1-1,-1-1 0,-1 1 0,-2-1 0,-3 1 1,-4 0-12,14 0 0,-8-1 0,-2 1 0,2 0 0,10-1-47,-16 1 1,5 0 0,3 0-1,4 0 1,2 0 0,0 0-1,0 1 1,-1-1 0,-2 0-1,-4 1 1,-4-1-615,5 1 0,-4 0 0,-3 0 0,-1 0 0,0 0 0,2 1 0,1-1 661,4 0 0,3 0 0,1 1 0,1-1 0,-2 0 0,-1 0 0,-4 1 0,-6 0 0,13-1 0,-5 1 0,-6 0 0,-3 0 0,8 0 0,0 1 0</inkml:trace>
  <inkml:trace contextRef="#ctx0" brushRef="#br0" timeOffset="14532">9507 5431 21847,'4'-43'900,"1"0"0,-1 6 0,-1 7-670,-2 18-174,-1 7-274,0 7 173,1 4 84,3 17 0,2 14-44,4 22-284,-4-5-44,-4-6 0,-1 2-812,-4-13 1,-1 0-517,0 17 1,-1 0-2113,-1-11 0,0-3 3013,-1 23 1,3-27 0,4-19 0</inkml:trace>
  <inkml:trace contextRef="#ctx0" brushRef="#br0" timeOffset="14933">9770 5010 16812,'-25'-36'1089,"1"1"1,-1-1-1,-10-12 1,0 11-737,-13 17-101,-11 23-927,25 8 0,-1 6 848,-7 13 1,0 4-110,6-3 1,0 6 0,6 0 1,-2 7 0,0 1 0,3-1-654,0 5 1,2-1 0,-1 3 598,0 2 0,-2 4 0,0 1 1,5-2-4,6-9 0,3 0 1,1-1-1,3-1-19,-3 12 0,4 0 0,4-2-12,6-5 1,3-2-1,4-1-258,9 15 0,9-6 236,10-8 1,8-7-407,8-7 0,6-7 447,-14-13 1,2-4-1,2-3 19,3-3 0,2-3 0,0-4-152,2-3 1,1-4 0,-1-4 199,0-4 1,0-4 0,-2-3 29,-1-3 0,-1-4 1,-3 0-42,-10 5 0,-2-1 1,-1-3 45,-2-4 0,0-4 0,-1-1 0,-4 1-50,-2-1 1,-3 1-1,0-4-29,0 0 1,1-4 0,-1-1 0,-3 2-4,-2-8 1,-4 2 0,-2-1-2,-3 3 0,-3 1 0,-4 1-24,-7-16 1,-11 5 440,-8 11 0,-6 8-539,3 12 1,-6 7-955,-7 11 1,-6 7 0,3 3 859,1 3 0,3 3 1,-9-1-1,4 2 0,9 3 1</inkml:trace>
  <inkml:trace contextRef="#ctx0" brushRef="#br0" timeOffset="15860">9165 6603 14359,'4'-10'2996,"4"-24"1,-1-3-2106,-5 16-665,5-15 1,-5 8-132,-10 27 1,-12 16 94,-17 21-86,10-8 0,-4 4-909,-7 9 0,-4 4 834,10-12 1,-2 2 0,-1 1-18,1 1 1,-2 1 0,0 1 0,2-3-13,1-1 0,1-2 0,-2 2-2,1 0 1,-2 2-1,0 0 1,4-4-472,-5 6 0,2-4 431,-4 5 0,2-2-112,12-12 0,4-3-367,-2 1 263,25-21 258,9-13-31,17-13 1,6-7 192,-2 0 1,2-2-149,0 0 1,3-4 0,0-1 50,2-5 1,1-2-1,-3 1 19,-5 5 0,-1 1 0,-1-1-630,2-4 1,-1-1 0,-3 3 623,-4 4 1,-2 1 89,-1-4 0,-2 1 41,10-14-72,-12 22 0,0 2 76,18-15-140,-8 17 83,20 11-88,-7 15-49,-8 3 1,2 4-4,2 3 1,2 3-229,7 5 1,4 2 214,-12-5 1,2 0 0,1 2-5,3 1 1,2 1-1,0 1-1,1 0 0,0 1 1,0 2-7,-2 0 1,-1 2-1,-2 1-26,-4-1 1,-2 2-1,-3 2-322,10 14 1,-7 3-3039,-6 0 0,-6 0 3394,-7-5 0,-3-3 0,1 11 0,-9-24 0</inkml:trace>
  <inkml:trace contextRef="#ctx0" brushRef="#br0" timeOffset="16993">8315 7905 21164,'-16'6'465,"-4"1"-185,-2-1 90,-5 1 560,-9-3-516,7-9-50,-5-8-67,11-13-56,3-9 0,7-26-191,16 10-27,2 1-29,17 20-28,-4 22 12,6 4 0,4 16-1,3 13 17,-13 5 1,-2 4 5,6 17-6,-12-5 1,-5 1-298,-9-10 0,-5 0 283,-3 11 1,-5 1 8,-7 1 0,-5-1 11,3-11 0,-4 0 0,2-4 0,-2 3 0,-1-3-3,-12 9 0,2-6 42,1-7 17,3-4-84,19-15-173,13-9 150,33-18-128,14-5 42,-6 2 0,6-2-18,-5 3 0,2-1 0,0 0-717,15-7 1,1 0 647,-12 4 0,0 0 0,-1 0-286,11-7 0,-4 0 151,-11 6 1,-1-1-586,4-7 1,-2-2-283,-11 5 1,-3-3-492,8-20 1,-3-1 1450,-11 16 0,-3 0 187,-1-17 1,-5-1 310,-10 20 1,-4 0 262,-3-8 1,-4 1 229,-5 2 1,-6 3 203,-6 3 1,-4 2 62,-5 5 0,-4 3-242,-6 4 0,-3 6-299,-3 4 0,-2 6-138,-4 7 1,-2 8-118,9 5 0,-2 6 1,2 2-766,4 2 0,3 2 0,-1 3 595,5 0 1,0 2-1,1 2 1,4-2-16,2 2 0,3-1 1,1 3-9,-4 10 1,1 4 0,4 0-146,7-9 1,3-1 0,1 4 113,3-1 0,0 5 0,1 0 0,4-3 3,2 4 0,3-3 1,5 0-68,5 3 1,4-1-1,4-7 25,7-5 0,7-7-7,19-3 1,7-9 51,1-9 0,4-7 20,-7-2 0,2-3 0,1-2-381,3-4 0,1-3 0,-1-3 418,1-4 1,-1-3 0,0-2 40,-2-3 1,-1-1 0,-2-3 37,-2-2 0,-3-1 0,-1-2 31,-4 0 1,-1-2-1,-3-3-164,0-8 1,-3-4 0,-3 0 109,-7 7 1,-4 0-1,-1-2-9,-1-7 0,-2-1 0,-5 2-261,-3-10 1,-7 3 251,-2 15 0,-4 3 161,-1 7 1,-7 4-187,-25-2 0,-9 8-166,10 10 0,-3 3-214,-2 1 0,-5 0 0,3 5-1543,-7 12 0,4 5 1875,4 1 0,6 0 0,-1 3 0,25-9 0</inkml:trace>
  <inkml:trace contextRef="#ctx0" brushRef="#br0" timeOffset="17726">10570 7473 7233,'-11'-4'6699,"2"0"-3702,9 4-2459,0 0-208,-12-68 1219,19 36-1451,-2-15 0,5 2 8,27 16-55,15 1-46,-13 17 386,-7 8 0,0 4-407,17 12-10,-13-2 1,0 3 1163,-8 4 0,-3 1-1199,14 13-46,-11 11 113,-30 5 44,-17 3-197,-1-21 1,-5-2 191,-3-5 0,-2-2 11,0-3 0,1-1 140,-23 9 106,13-13 741,14-8-651,10-9-112,9-2-112,4-1 268,2 0-442,1 3-3402,6 3 3408,2 0 0,20 2-12,33 13 1,-28-7 0,2 2-82,9 4 1,-2 2 36,10 6-2323,-15 11 2323,-36-5 2127,-20 15-2374,-31-4 40,15-18 0,-3-3-669,-3-2 0,-1-3 660,8-3 1,-1-3-2534,-21-7 1,3-5 480,4-5 2324,0-8 0,6-1 0,23 6 0,-3-8 0</inkml:trace>
  <inkml:trace contextRef="#ctx0" brushRef="#br0" timeOffset="18099">10911 7069 19210,'-42'-21'266,"0"-1"1,0 0-1,-11 5 1,-3 4 0,6 10-183,5 15 0,2 8-985,1-1 0,-3 2 1,3 3 969,5 2 0,3 2 0,1 2-11,0 3 0,2 2 0,2 2-19,2 1 0,1 2 0,4 1-21,2 1 1,2 2 0,3 0-12,3 0 1,3 2 0,3-1-20,4 0 1,4 1 0,2-2-132,3 0 0,4-1 1,2-1 46,6-3 1,2-1 0,2-3 30,7 6 1,5-4-29,8-9-1,8-3 1,-1-5 65,10-4 1,2-5-230,-4 1 0,4-2 0,-3-5 341,-8-7 0,-3-4 0,-2-2 5,9-1 1,-4-4-159,6-12 0,-3-7 724,-6-9 1,-4-6-436,-15 14 0,-2-2 1,-1-3-124,1-8 0,-2-2 0,-5-1-28,-7 3 0,-4-1 0,-2 0-36,-2-2 1,-2-1 0,-2 0-4,-4 1 0,-3-1 0,-2 4-2,0-10 0,-8 4-15,-8 9 0,-8 1 0,-2 7-78,-11 5 1,-5 8-76,0 1 0,-4 2 0,-1 6-471,3 11 1,-1 6-1,0 3-2666,-1 2 0,-1 3 0,5 1 2695,-8 4 1,6 0 0,13-2-1,8-3 1,14-5 0</inkml:trace>
  <inkml:trace contextRef="#ctx0" brushRef="#br0" timeOffset="19166">7797 8942 17557,'15'-61'1673,"0"1"0,-3 8 0,-2 6-973,-5 7-313,-7 17-343,1 13-363,-5 11 162,-5 15 191,-16 25-26,7-9 1,-3 3-707,-8 12 1,-3 2 684,9-12 0,-2 1 0,1 1-29,-3 2 1,0 1 0,-1 0-15,1 0 0,0-1 0,1 0 26,1-4 0,1 0 1,1-3 45,-7 8 1,1-4 67,9-11 0,2-5 90,-4-1-118,14-28-11,7-22 39,11-26-20,0 18 1,2-4-301,4-4 0,3-2 337,4-4 0,1 1-6,2 0 0,3 2-6,0 4 1,2 2-901,5 1 1,1 5 824,-11 12 0,0 3 25,8-2 0,0 4-128,15 5 100,-15 7 0,3 1-3,3 4 1,2 3-408,7 3 1,2 3 392,6 3 1,2 3-35,-16-2 1,1 2 0,0 1-141,2 3 1,0 0 0,-2 1-154,9 4 0,0 2-1553,-7 2 0,2 3 1,-4 0 1885,1 4 0,-2-1 0,0-1 0,-4-3 0,3 9 0</inkml:trace>
  <inkml:trace contextRef="#ctx0" brushRef="#br0" timeOffset="20299">6573 9862 17249,'1'-6'4526,"0"2"-3831,-1 4-622,5-16 95,-11 40-6,-6 6-98,-2 9 1,-3 5-523,-4 4 0,-1 2 475,-1 0 0,-2 0-9,2-2 1,1-2-269,3-6 1,2-3 236,-4 20 1,12-22 201,13-18 247,10-17-73,17-18-135,17-17 17,-18 11 0,2-2-134,2-3 0,2-1-1281,3-3 1,-1 1 1207,-13 11-1,-2 1 74,24-20-56,-35 30-67,-4 3 33,-5 15 28,0 17-56,0 7 12,1 14 479,0-13-524,3 6-90,3-8-179,6 9 3072,5-3-4792,6 3 886,-8-15-2331,3-1-1574,-9-20-744,5-10 5090,10-29 712,2-12-569,1-8 569,-13 20 0,0 0 1285,-2 2 1,0 0 120,4-10 0,-1-3 576,1-9 1,-4 0-899,-4 9 0,-3 1-645,-1 3 1,-4 1 252,-7 7 0,-5 3 14,-16-15-555,4 19 0,-5 0-59,-4 4 1,-5 2 21,-19 1 1,-2 4-67,15 5 0,-2 4-436,-1 2 0,-4 3 0,2 3 500,-7 7 0,-2 5-15,-2 4 0,-5 4 0,2 3-967,6 2 1,2 2 0,-1 3 877,5 0 1,0 3-1,1 1 1,4 0-9,1 1 0,5 0 0,1 4-213,4 0 0,0 5 1,2-1-1,3-2 196,-5 11 1,5 4-347,9-10 1,1 8-1,1 4 1,3-2-1,5-6 221,5 1 0,5-5 1,3 3 26,0 6 0,3 5 0,3-2 1,5-10-27,16-1 1,9-10-41,1-13 0,6-4 0,1-6 11,-4-6 0,2-5 0,2-2 284,-3-2 1,3-1 0,1-2 0,-1-3-85,1-2 1,1-3 0,-1-2 0,1-4 88,-4-1 1,1-3 0,1-2 0,-2-1 0,-2 0-165,4-4 0,-2-1 0,-1 0 0,-1-1 144,-2 1 1,0 0-1,-2-2 1,-2-1 155,5-10 1,-3-2 0,-5-1 202,-7 7 0,-4-1 0,-1-2-365,6-10 1,-2-2-1,-1-2-30,-4 1 1,-2-1 0,-4-1 48,-2-6 0,-4-2 0,-3 5-65,0-3 1,-7 3-2,-7 13 1,-4-1 0,-7 8 209,-11 9 0,-7 7-279,-11-4 1,-7 7-173,6 12 1,-3 5 0,0 4-654,-14 6 1,2 5-598,1 1 0,3 4 1445,15 4 0,8 0 0,8-4 0,2 0 0</inkml:trace>
  <inkml:trace contextRef="#ctx0" brushRef="#br0" timeOffset="21149">9083 9570 23775,'2'-31'190,"-3"8"-190,-24 37 11,-7 4 0,-20 11 12,-2 0-6,10-8 61,-15-1-28,32-14 107,-14 2 134,29-7-179,3 0-56,6-1-207,3 0 101,0 4 61,2 6 0,1 11 0,0 0 23,-1 14-28,-3 9 5,-1 0-11,-1 5 22,2-14-27,0-9-23,1-5 33,1-8 34,1-6 6,0-5 302,2-2 68,-1-3-56,9-11-309,4-7-33,4-1 11,12-7-28,0 9 17,12-3-28,0 7-1,-8 8-4,5 3-24,1 18 24,1 4-57,2 14-34,-19 3 57,-11-5-180,-30 29-185,-22-9-457,4-12 1,-6 0 22,-4-5 1,-3-4-1023,-3-2 0,0-4-451,10-6 1,1-3 2321,0-4 0,5-4 0,9-2 0,2-3 0</inkml:trace>
  <inkml:trace contextRef="#ctx0" brushRef="#br0" timeOffset="21526">9119 9340 19826,'-2'-42'593,"1"0"1,-7 6 0,-9 8-580,-14 23 0,-8 10-698,-9 2 0,-5 8 731,10 3 1,-4 6 0,-2 2 0,4 1-619,-3 5 1,2 1-1,-1 4 580,2 1 1,-3 3 0,2 3 0,5-1-8,3 8 0,7 0 0,2 0-4,5-9 0,2-1 0,2 2-4,-1 10 1,3 3 0,4 0-35,8 0 1,3 0 0,4 0-15,2-1 0,2 0 0,5 0 5,6 2 0,5 1 1,3-8 28,6-5 1,8-7-52,6-9 0,8-3 0,-1-5 48,8-4 1,2-5 46,-3 0 0,4-2 1,-2-6-84,-9-6 0,-2-6 0,-1 0 143,8-3 0,-1-6 214,-5-8 1,1-7 0,-5-1 98,0-7 1,-2-4-210,-3 2 1,1-4 0,-5-1-98,-9 5 1,-4 0-1,-3-2-466,-2-1 1,-3-1-1,-3 0 365,-2 0 1,-3 0 0,-4 0-126,-6 0 1,-3 1 0,-3 3-346,-1-9 1,-9 4-920,-13 6 1,-10 2 0,-2 6 1398,1 11 0,-1 4 0,0 0 0,-12-13 0,2 4 0,10 17 0,-1 0 0</inkml:trace>
  <inkml:trace contextRef="#ctx0" brushRef="#br0" timeOffset="32150">7782 6198 14717,'-12'-54'1438,"-1"0"0,1 5 0,2 7-525,2 8 10,-5 8-704,4 11 50,-4 4-281,9 9-94,0 5 134,4 2 22,7 14 1,9 10-23,15 14-9,-10-18 1,4 1-12,2 1 1,4 1 2,16 13 0,1-1-1707,-18-15 0,-1-1 1696,10 8 0,-3-1 11,-2 3-13,-3 1-4,4 8-11,-3 2 17,-7-12-11,-6-6 0,-4-9 11,-7-10 101,0 0 11,-4-6 449,-3 0-421,-1-2 3334,-6-1-3502,-7-2-3382,-23 1 3421,7-1 11,-20 1 29,9-2-29,7-1-5,-8-4-11,13 1 22,-8-1-6,-5 0-22,13 3 11,-1 3-22,18 3-84,2 0 16,6 0 68,6 10 17,1-3 3386,4 9-3381,7-1-11,7 0 0,1 3 8,10-2 1,2 0 47,6-1-42,-9-2 0,0-2 25,0-6 67,-2-3 68,3-6 84,18-15-186,-16 2 4,-3-8 0,-3-1-37,-2 0 5,-3 0 1,-1-1 28,3-9-51,-8 9 1,-1 1-40,4-9-375,0-7-95,-17 29-2218,-3-4 2705,-14 16 0,7-1 0,-6 3 0</inkml:trace>
  <inkml:trace contextRef="#ctx0" brushRef="#br0" timeOffset="33718">6263 8456 15670,'-35'-47'802,"0"1"1,4 5 0,8 9-467,16 24 326,5 3-606,0 3-62,1 1 135,1 5 112,4 9-40,3 12-16,8 12-107,-1-3-2,3-4 0,2 1-20,17 13-31,-2-8 0,4 1-11,-7-10 0,0-1-194,1-2 0,-2 0 186,16 11 13,-18-11 1,-1 1-3,19 17-17,-19-17 0,0 1 14,-2 0 0,0-2-14,6 3-12,12 9 1,-11-19 34,-4-6 33,-6-6 252,-10-3 296,-5-1 462,-6 0-1083,-16 2-11,4 0 22,-33 7-5,13-3 28,-16 1 39,9-4-39,1-4 16,1-4 13,1-1-35,0 0 17,1 1-11,9 3 61,-9 0-50,21 1-5,-8-1-46,18 1-409,2 0 376,7 1 101,4 5-6,9 4 6,6 6-6,3 0 17,5 0 28,2-4-21,-6-5 133,21-8-39,-10-11-101,-10 1 0,2-2-17,-3-3 0,-1-4 20,2-1 0,-1-1-76,-1-1 1,-2 0 240,17-21 40,-15 7-1,-12 7-17,-7 7-33,-6 8-62,-2 5-95,-1 7-638,0 1 664,-2 5-222,0 1 146,-3 6 61,-3 6-44,-5 4 16,-11 8-11,-7 2-6,-8-1-11,-5 0-33,-2-5 22,0-4 22,1-6 29,3-4 33,4-7-34,3-3-27,10-2 61,-9-4-45,13 1-6,-6-2-33,11 5 6,7 0-45,4 1-90,4 0-151,0 1 22,4-2 225,6 1 61,11-2-23,15-4-105,14-5-617,11-6-1137,-26 6 0,-1 1 1175,-2 0 1,-2 0 0,8-3-1,-16 6 1</inkml:trace>
  <inkml:trace contextRef="#ctx0" brushRef="#br0" timeOffset="34625">8057 7316 17031,'-16'-40'836,"-1"-1"1,1 0-1,6 7-449,14 19-113,2-4-156,2 9-90,0 4 145,-1 9 79,1 11-140,-1 3 84,7 33-140,-1-9-17,6 18-5,1-17 11,2-11 50,2-8 84,1-9 146,10-7-61,8-11-113,5-5-95,-7-3 67,11-13-67,-14 2-50,10-5-31,-15 7 0,1 0-626,19-10 463,-21 12 0,1 0-2487,3 1 1,-1 2 2674,0 0 0,5 0 0,-28 12 0</inkml:trace>
  <inkml:trace contextRef="#ctx0" brushRef="#br0" timeOffset="35635">7122 9374 16863,'-5'-34'14,"0"0"0,-3-19 344,8 60 96,0 9-90,0 8-56,0 10-17,-3 7-77,1 5-125,-2 0-55,4-5 11,7-7 100,7-8 113,8-7 111,5-7 35,4-5-40,3-10-62,1-6-134,1-7-90,2-7-33,2-7-73,4-5-185,6-2-856,-1 0-4135,-5 6 5204,-11 10 0,-15 10 0,-9 6 0</inkml:trace>
  <inkml:trace contextRef="#ctx0" brushRef="#br0" timeOffset="38308">14729 4920 10517,'4'-44'1762,"0"0"1,0 1 0,2-19 0,1 2-1018,1 9 1,0 3-559,-1 4 1,1 3 296,-1 4 1,0 3 355,1-18 14,-3 21-658,-4 15-52,-1 12-71,-2 18 11,-4 22-54,1-4 1,-2 5-6,-2 10 1,-1 4-337,2-10 1,-2 1-1,0 1 318,0 4 1,-1 0-1,-1 1-11,-1 1 1,0 0-1,0 0 2,1-2 0,-1 0 1,1-2 4,0-3 1,1 0 0,0-3-4,-3 12 0,0-3-85,4-9 0,0-3 107,-3 16 1,4-19 150,6-17 309,2-10-107,1-12 1054,6-13-1401,6-20 5,10-19-247,-7 21 0,2 1 216,-3 5 1,2 0 14,11-15 0,2 2-3,-8 16 0,1 1 0,9-11 0,1 1 5,-7 12 1,0 3-163,22-14 109,-5 14 18,-6 12-12,-6 16-6,-6 12-22,-7 15 444,-6 11-971,-8-12 1,-1 0 80,-1 14-1045,4 15 786,1-38-970,20 9 930,-1-23 297,15-6 358,-4-16 292,-1-10 235,-6-6 246,-6-1-246,-9 6 1059,-2-8-292,-9 16-180,2-2-440,-5 12-355,0 5-117,0 12-33,-1-4 21,1 17 1,6-11 39,3 3 39,9-7-3257,13-8 3224,-6-4 72,15-13 23,-13-7 22,4-12-28,-5-8-39,-7-6 11,-7-4 6,-6 1-17,-6 3 3392,-5 7-3375,-5 9-39,-3 10-46,-2 11-55,-4 10-11,5 7 11,-11 14-17,5 14 0,-8 16-6,14-19 0,1 1-5,1 3 0,1 0 2,2 1 1,2 0-23,1-1 1,3 0-38,7 26-60,12-9-35,14-13-5,27-16 135,-15-13 16,-5-12 0,1-6 0,19-16-236,-21 5 0,0-3 269,-1-2 1,-2-3 39,1-6 0,-3-1 0,7-14-1553,-15 13 0,-3 1 1581,-8 7 61,5-16 29,-14 24 17,-1 2-74,-2 8 261,0 6-411,-1 4 22,-1 15 5,-1-1-5,-4 36 0,2-9-17,3-8 0,0-1-56,-1 12-421,3 11-1013,1-11-7460,9 12 8978,0-20 0,1-9 0,-6-21 0</inkml:trace>
  <inkml:trace contextRef="#ctx0" brushRef="#br0" timeOffset="38517">16148 4501 18638,'-48'39'-9831,"16"-2"9508,43 15-1,-2-25 1,-2-12 0</inkml:trace>
  <inkml:trace contextRef="#ctx0" brushRef="#br0" timeOffset="39607">16510 4722 12683,'1'-4'6800,"0"1"-4307,-1 3-2152,-75-18-613,46 22 291,-19-7 1,1 7-14,20 34-34,7-7 223,7 11-212,17-19 318,7 2-161,19-6 145,2-9-61,2-7 269,0-14 39,-5-12 247,12-20-426,-11 2-28,-3-2-163,-16 21 434,-6 7-636,-3 12-16,-2 1 12,1 11 49,-1 15-22,-4 22 12,-2 3-378,-3-8 0,-2 4 369,-2 1 0,-1 3-496,2-7 0,-2 3 1,0 3 298,0 0 1,-1 2 0,0 2 0,0-2-821,-4 11 0,0-1 0,0-1 855,1 0 1,0 0 0,-1-2 22,-2-2 0,-2-2 0,2-7 33,1-11 0,0-3 167,-3 9 1,-1-10 565,-9-30-619,20-36-10,0-10-66,17 8 0,6-7 0,2 0-19,6-14 1,6-2 13,-7 17 0,2-4 0,2-1 0,1 2 40,0 4 1,1 0 0,2 0-1,-1 1-15,2 0 0,0 1 1,0 0-1,1 0 24,7-9 1,0 0 0,-2 3 20,6-6 1,-2 3-50,0-3 0,-2 1 82,-6 6 1,0 1 5,-1-1 1,-1 1-1,-2 4 1,-2 1 53,-5 7 0,0 1 278,8-18-24,-2 8 1116,-5 10-1390,-11 22 1882,-5 6-1910,0 12 852,0 14-830,0 22-33,0-13 0,-1 4-343,-1 6 1,-1 2 325,-2 5 0,-1 1-518,-1 2 0,-1-2 518,1-10 0,-1 0 0,0 3 0,2-2 17,-1 12-6,1 6 50,4-26 281,1-12 798,2-18-894,4-11 926,10-12-1138,8-14-6,1-1 2,-2 5 1,2-1 36,11-12-22,-10 13 0,0 0 50,11-6-39,-10 13-45,-10 10-22,-5 9 6,-4 4 10,11 17 1,0 6-6,12 17-6,-1-2 6,3-1-17,3-6 17,1-8 23,-1-10-1,0-12 23,6-26-34,-14 1 0,-9-3 1,-2-4 16,2-26-643,-7 17 0,-2-3 629,-3 8 0,0-3 15,-3-3 1,0-4 0,-1 3 29,-1-2 1,0 1 35,0-17 0,-1 1 11,-3 21 0,-1 5 96,-4-16-45,-2 20-56,1 14-101,2 8-135,2 10 1371,-3 16-1253,-1 21 19,2-8 1,2 2-161,-1-4 0,1 4 74,1 25 0,1 2-493,0-17 1,1 1 407,0-3 1,1 2 0,0-1-202,2 4 1,2-2-314,0-5 1,3-3-881,12 22-1921,5-20 3484,7-15 0,-14-14 0,0-7 0</inkml:trace>
  <inkml:trace contextRef="#ctx0" brushRef="#br0" timeOffset="39801">17493 4604 21825,'45'-19'-757,"0"-1"0,1 1 0,-1 0 0,2 1 0,2-1 1,-3 3-1,-5 5-4159,3 5 1,-5 4 3591,0-1 1,-3 0 0,12 0-1,-35 3 1</inkml:trace>
  <inkml:trace contextRef="#ctx0" brushRef="#br0" timeOffset="39986">18245 4588 22582,'53'-23'-2524,"-21"13"1,3 1 2523,15 1 0,0 2 0,7 0 0,-5 1 0</inkml:trace>
  <inkml:trace contextRef="#ctx0" brushRef="#br0" timeOffset="40174">18470 4827 16392,'-6'1'5276,"2"-1"-5007,4 0-4352,101-48 4083,-62 33 0,0 0 0,20-13 0,-4 3 0,-1 6 0</inkml:trace>
  <inkml:trace contextRef="#ctx0" brushRef="#br0" timeOffset="40583">19371 4386 21824,'-39'-39'349,"-1"0"0,6 3 0,14 3-310,41 7-4990,30-6 4968,-11 10-6,-8 8 0,0 2 1433,9 0-1438,5 0 878,-6 7-906,-5 8 123,-3 11-208,-3 13-38,-7 16-23,-8 14 1551,-12-22 0,-3 0-1456,-5 5 1,-5-1 38,-3 2 0,-5-2 40,-5 0 0,-3-2 16,-2-3 0,-1-3 20,1-4 0,0-2 26,-20 15-40,17-13 67,14-10 157,50-11-286,21-10-501,-16 0 1,3 0 366,0-2 0,1-1-1574,9-1 0,1 1 1742,-4 0 0,-2 1 0,-4 0 0,-4 1 0,8-1 0</inkml:trace>
  <inkml:trace contextRef="#ctx0" brushRef="#br0" timeOffset="61958">20160 3881 10539,'1'-3'6738,"0"0"-4643,-1 3-1087,3-62-229,-3 44-343,2-45-430,-4 60 22,-6 14 269,-11 22-118,-3 10-820,3-3 1,-3 8 0,1 0 664,4-6 0,2 0 1,-1 3-21,0 2 0,0 4 0,0 1 0,3-2-19,1 9 0,4-1 1,4-1-518,3-3 1,5 0 0,4-1 447,3-4 0,5-1 0,3-2-367,4-2 1,3-3 0,4-2 276,2-2 1,2-2-1,2-2-121,2-2 0,1-3 0,1-2-159,1-4 1,0-2 0,1-4-408,0-2 0,0-4 0,0-3-2358,21-4 1,-1-6 3218,-9-3 0,-4-3 0,-15 1 0,-5-1 0,5-3 0</inkml:trace>
  <inkml:trace contextRef="#ctx0" brushRef="#br0" timeOffset="64317">20867 4180 19120,'1'-10'381,"-2"16"-291,-8 40-51,4 6-28,1-11 6,8 15 5,3-23 23,5 9 118,2-21 38,-3-11 622,4-9-442,-2-12-101,6-10-11,-1-12-6,-4-5-122,-5 6 290,-3-8-134,-4 19-107,0-4-179,-2 16-526,0 6 515,0 19-5,4 5-7,3 17 24,8 4-12,7 0 44,9-3-16,8-8-22,3-10 39,1-9 22,-5-12 28,-5-11 6,-9-11-6,-6-14 0,-8-8-27,-6-8 16,-5 0-17,-2 4-11,-2 9 0,-1 12-90,1 11-55,3 10-505,0 4 146,2 8-331,-1 8-1013,2 10-1994,4 9 184,1-6 3602,5 2 0,-8-23 0,-1-1 0</inkml:trace>
  <inkml:trace contextRef="#ctx0" brushRef="#br0" timeOffset="64500">21495 4250 8377,'0'-10'5014,"0"2"-992,0 8-3367,0 0 267,5-11-1085,2 17 235,7-3-1349,3 23 193,2 4 1084,-1 3 0,-9-15 0,-3-2 0</inkml:trace>
  <inkml:trace contextRef="#ctx0" brushRef="#br0" timeOffset="64718">21572 3754 16140,'-9'2'-1979,"1"7"1,8 5-1,0-1 1</inkml:trace>
  <inkml:trace contextRef="#ctx0" brushRef="#br0" timeOffset="65450">21944 3737 15093,'1'-7'5371,"0"2"-3764,-1 5-340,0 0-1368,10-45 140,-7 54-5,8-35-34,-9 58 0,-1 19-68,2-12 1,2 1-618,-1 1 1,1 3 0,1 0 205,4 18 0,0-2-6,1 2 1,0-2-66,0-4 0,1-3 312,-2-9 0,0-2-1006,7 16-123,-6-24 287,-9-20 105,-12-17 2155,-10-14-855,-10-17 235,9 5 0,1 0-11,-8-14 28,10 11 0,1 1 527,-2-8 505,-6-8-993,1 3-314,2 6-246,6 7-168,10 7 34,9 7-101,29-4 50,6 5 42,-1 0 0,1 1 54,11-5-179,-13 3 1,-2-1 234,9-13 10,-17 10 1,0-1 50,-4-1 0,0 0-1495,-1-4 1,-2 2 1606,4-9 353,-1-5 163,-15 22-203,-1 3-397,-3 7-190,-2 12 106,-1 4 316,0 24-316,0 15-20,1-13 1,2 3 1323,0 3 0,3 2-1341,1 0 1,1-1 11,2-1 0,1-1 0,-2-7 0,1-1 2,5 19 12,-5-19 112,-6-15 616,-1-10-348,-2-11-341,2-4 756,5-17-734,6-10 23,13-14-28,-4 18 0,4 2-37,-2 5 0,3 2-286,5-1 0,1 3 255,13 1 1,9 9-6,-11 14-56,-13 7 0,-1 2-89,10 9-712,-15 8 0,-4 2-1132,-8 2 1345,-3 4 1,-2-1 0,-5-14 0,1 11-1</inkml:trace>
  <inkml:trace contextRef="#ctx0" brushRef="#br0" timeOffset="66257">23698 3993 9822,'5'-4'5826,"-2"0"-4404,-3 4-448,49-81-1955,-35 49 1715,14-24-1,-5-1 91,-23 23 135,-7-9-769,-4 23 356,-15 6-316,-7 9-17,-28 9-179,16 3-15,5 8 1,2 5-403,-1 15 377,15-13 1,2 1 0,-7 29-35,16 6 18,3-11 5,16 12 738,11-30-676,11-1 123,13-13 61,-5-15 69,5-14-46,-12-17 0,-3-13-135,-9 4 146,-4 1 1,0-1-130,-2 3-61,-2 5 0,1 0 375,2-2 202,-4 11-600,1-1-33,-6 16-107,-2 8 79,1 4-11,7 22-169,6 18 18,1 1-85,3 7-815,-6-20 1,0-2-435,5 9 1507,7 2 0,0-2 0,-10-18 0,14 10 0</inkml:trace>
  <inkml:trace contextRef="#ctx0" brushRef="#br0" timeOffset="67317">23584 3916 17787,'0'9'1809,"5"3"-1349,3 3-85,6 1-28,4-1 0,5-4-11,1-5-6,2-4-44,-1-6-28,-1-8-34,-1-8-5,-4-8-18,-2-6-61,-6-4-28,-5-5-22,-9 2-17,-6 0-12,-8 5 7,-5 5 16,-5 4 0,-3 8-56,-1 6 0,-1 8 5,0 9 1,2 11-1,-1 11-16,2 12 11,3 10 0,6 11-14,13-27 0,1 3-39,2 9 0,3 1 19,4-6 1,2-1 5,-1-2 0,4-1-12,7-5 1,5-2-34,26 11-469,-11-17 0,3-2 158,5-3 0,3-4-638,4-3 0,0-4-2434,2-3 0,-1-3 3428,-7-2 0,-3-1 0,10-2 0,-25 0 0</inkml:trace>
  <inkml:trace contextRef="#ctx0" brushRef="#br0" timeOffset="68018">23585 3893 8204,'-7'-3'4374,"1"0"-2633,6 3 96,0 0-547,-5 16-533,7-3 33,-1 15-258,9-7 312,0-6 237,14 1-824,-11-11 130,14 2-3431,-1-18 3133,-4 3 91,11-17-12,-15 0-34,3-12-16,-8-7-18,-5-4-10,-4 0 84,-7-7-68,-3 15-44,-3 5 3464,-5 11-3425,0 8-23,-8 1-22,-7 6-56,8 5 6,-10 12 16,8 8-22,-7 13 17,0 12 0,13-10 0,2 2-1,3-2 1,2 1-12,0 8 1,3-1-6,1 15-11,11 8 11,9-15-5,12 9-29,-2-26 0,4-1-75,-1-7 0,1-1-175,1-1 0,0-3-318,4-4 0,0-3-2764,24-1 3366,-17-5 0,-2-2 0,6 0 0,-8-3 0</inkml:trace>
  <inkml:trace contextRef="#ctx0" brushRef="#br0" timeOffset="69742">24461 3984 20755,'-5'-47'834,"0"1"1,-3 0 0,-1 7-706,-4 15 45,-13-3-29,-19 16-100,5 3-6,4 7 1,-2 4 21,-20 10-53,24-2 1,-1 2-6,5 3 0,2 2 19,-17 22-33,15 6 11,14 0-28,15-2 22,15-2 6,28 1-5,-6-16 7,-4-12 1,2-4 2,0-7 1,-1-3-238,22-2 257,-18-4 0,-1-6 14,5-17-3,-14 0 1,-3-4-9,6-14 8,-13-6 1,-5-2-811,-6-1 816,-2-1 0,-2-5 53,-2 6 0,-2 0-771,0-1 1,0 0 722,0 4 1,0 1 100,-1 3 1,0 6-65,0 5 168,-2-22-8,3 45-227,0-1 634,1 28-651,1 17 1648,0 10-1643,0-4 1,0 1-1020,0 17 1011,1-5 1,1 3-21,1-9 1,1 2-20,2 9 0,2 1-42,2-3 0,3-2-81,1-4 0,3-1-222,0-5 0,4-2-36,5 0 1,1-5 80,12 10-241,-3-21 0,2-5-139,15-10 450,-13-6 1,2-3 142,-5-4 0,-2-4 140,1-3 1,-2-2 49,18-11 107,-21 1 0,-3-2 185,4-15-135,2-9 264,-20 2 194,-22 2-301,-15 0-188,2 22 1,-6 3-220,-5 7 1,-1 3 155,-24-4 392,24 10 1,-1 5-484,-17 11-27,7 6-1,9 15-5,22-4 335,7 20-335,7-20 31,10 25-48,9-19 34,24 11 16,-1-17 46,11-7 78,-9-25-34,-13-4 642,3-19-283,-7-13-219,-3-5-39,-1-9-100,-12 20 124,-1 2-52,-5 13-235,0 6-11,-3 6-1,-1 13 46,1 14 33,6 38-23,-3-7-530,-3-9 1,-2 6 0,-1 0 460,-5 5 0,-1 3-30,0-2 1,-1 5 0,-1-1-647,-1-5 0,-1-2 0,0-1 639,-3 11 0,0-2 4,2-15 0,0 1 0,-2-3-151,-6 4 0,-1-3 284,1-5 1,-2-4 52,-24 10-5,15-52-45,8-26-22,12-26 716,13 2-739,7 20 1,4-4-1,3 2 194,7-8 1,5 0-210,-1 2 1,2-4 0,2 3-10,-2 7 0,2 2 0,-2 2-1,7-6 0,1 1-48,-4 5 1,1-2 0,-3 3-156,-2 1 1,-1 0 191,10-14 0,-2 0-47,-15 14 1,-3 2 122,6-22 106,-11 9 0,-8 18 252,-4 10-403,-2 13 1479,-1 6-1468,1 5 1024,-1 6-1030,1 5 228,2 6-222,2 3 0,4 3 0,0-7-6,6 4 34,6-4-11,-5-7 22,11-3-11,-9-19-17,0 0 40,9-21-18,-10 2 6,4-14 6,-12 1 17,-4-1-6,-9 2 0,-6 6 0,-7 7-17,-4 6-17,-2 8 1,-2 5-12,0 9-22,-3 10 11,0 10 0,3 12 0,4 7 0,11 6-11,10 4 11,13 1-6,15 0-143,-8-28 1,3-1 148,3-1 0,2-3 0,2-2 0,1-3 0,2-4 0,-1-2 0,20 1 5,-13-12 1,0-3 17,11-11-12,-15 1 0,-1-3 23,8-25-18,-24 16 1,-3-2 3,-3-4 0,-2-1 36,-3-2 0,-1-2 11,-2 0 1,-1 0-7,-3 2 1,-1 0 10,-1 3 1,-1 1 79,-6-20 16,-1 13-62,3 14-106,3 12-34,2 8-27,1 10 50,1 12 11,0 18 0,8 19-3,-2-20 0,3 2-69,4 3 0,3 1 66,2 2 0,2-1-11,-3-10 1,1 1-130,8 12 1,-2 0-226,-2 13 63,-8-18 0,-6 0-896,-25 15-1249,-24-11 2453,11-25 0,-1-4 0,-6 2 0,2-7 0</inkml:trace>
  <inkml:trace contextRef="#ctx0" brushRef="#br0" timeOffset="70018">26268 3012 24497,'36'23'72,"0"1"1,0 0 0,3 2 0,0 2 0,-1 1-75,-1 3 0,-1 2 0,0 1-1090,3 3 1,0 2 0,-2 1 1063,0 1 0,-2 1 0,-3 1-34,-4-1 1,-2 1-1,-5 1-202,-6-3 1,-5 2 0,-6-1 48,-9 0 0,-7-1 1,-7 0-1419,-9-4 1,-8-1-1,-3-1 1,1-2 1632,-6 3 0,0-3 0,-1-2 0,0-1 0,-1-3 0,7-4 0,-15 4 0</inkml:trace>
  <inkml:trace contextRef="#ctx0" brushRef="#br0" timeOffset="72395">14485 6706 15367,'-5'-62'1641,"0"1"0,1 6 0,1 6-538,3 2 1,0 11-426,0 8-152,0 11-381,0 9-260,0 4 160,0 24 22,0 11-27,0 32-347,-1-24 1,-1 2 328,-1 8 1,-1 1-535,-2 4 1,-1 0 519,-2 3 1,-1-2-1,2-12 1,-1-1 7,-3 14 1,-1-2-85,5-22 0,1-1 79,-4 11 0,0-2 0,-2 4 6,6-18 246,3-11 949,3-12-674,1-4 790,3-10-1261,3-11 200,5-13-211,5-10-22,5-5-266,4-2 243,3 4-34,3 7 7,1 10-12,0 9-17,-1 11 0,0 8 28,2 12-5,1 10 11,4 12 16,3 6-10,3 3-97,1-2 97,0-4 5,-12-12-17,10-1 17,-18-14 28,11-2 6,-9-16 5,1-11 17,0-16-28,-2-13-20,-15 22 1,-1-2 13,2-19 23,-6 14 0,-3 1 22,-3-8 6,-5-13-29,-8 24-27,1 12 372,-9 4-422,7 11-6,-7 5 11,-4 23 22,9-2 0,-11 27-5,11-5-224,0 17 223,10-28 1,2 0-12,0 1 1,2-1-62,7 29-61,6-7-74,10-10-44,8-11 22,9-10-45,23-13 236,-15-9-147,-10-7 0,0-4 213,13-15 6,-20 6 1,0-3 2,-2-4 1,-2-1 13,-2-3 0,-3-1 22,-1-1 1,-3-1 16,-1 2 1,-3 1 237,7-27-137,-8 9 28,-5 8-11,-4 11-28,-1 11-168,-1 10 165,-1 5-193,0 19 99,-1 8-76,-1 20-1,1 6-11,0 3-50,2 1-134,-1-1-315,1-3-789,2-7-2319,5-9 3624,7-9 0,-5-12 0,2-5 0</inkml:trace>
  <inkml:trace contextRef="#ctx0" brushRef="#br0" timeOffset="72591">15772 6550 21556,'-47'6'-4245,"16"2"-2370,42 43 6615,3-13 0,-4-12 0,-4-11 0</inkml:trace>
  <inkml:trace contextRef="#ctx0" brushRef="#br0" timeOffset="73651">16156 6757 14045,'3'-3'6470,"-1"0"-3541,-2 3-2738,-38-46-29,-13 57-143,15-22 1,0 4-6,-2 32 0,6 12-36,-4 13 5,12 4 23,28-15 5,4-16 84,17-4 95,1-16-50,0-4 241,3-10 0,0-6 40,6-11-326,-9 9 0,-1-3 342,8-25-314,-18 25 112,6-16-50,-14 24-79,-2 2-285,-2 10 140,-3 6 28,-1 8 11,-1 19-11,-5 19-20,-3 3 0,-3 4-524,4-16 1,-1 3 432,-2-1 0,-2 7 0,0-1 1,1-5-746,-1 2 0,0-1 644,-3 11 1,-3 8 0,0-4-79,2-12 1,1-2-1,-1-1 252,1-2 1,0-2 0,0-1 64,-6 16 1,0-9-129,-3-10-145,19-34-275,5-26 411,11-11 1,4-7 5,0-5 0,3-3-114,-1 4 0,2-2 0,1 0 197,0 0 0,0 1 1,1 2 17,4-12 0,2 0-5,-5 12 0,2-2 1,2 1 33,0 2 0,1 0 0,-1 3-1,6-11 0,1 0 27,4 0 0,2-3 0,-4 10-8,6-6 20,-1 4 1,-2 4 1403,-10 18-1255,13-10-12,-15 16-84,-1 5 146,-10 19-61,-8 21-113,-4 26-59,-2-18 1,-1 1-12,1-4 1,0 0-1,-2 19 1,-1 0 367,3-16 0,0-1-376,-1 13 0,1 0-5,2 13 5,1-17-17,-1-17 156,5-12-5,-3-10 208,12-17-225,3-11-61,3-10-8,-5 7 0,-1-3-202,0 1 0,0-1 227,11-17 0,2-1-3,-4 9 0,-1 1 11,5-2 0,-1 4-8,4 0 871,-4 9-899,-11 16-51,6 2-11,-9 9 34,11 23-6,-8 12-33,5 9 22,-9-10 0,0 1-23,9 11 15,-7-14 0,3 0 24,14 6-4,-4-13 477,10-11-404,8-26 10,6-13-383,-22 2 1,-1-4 323,-4-5 1,-4-3-9,-3-7 0,-2-1-20,-4 6 1,-3-2 11,-3-3 1,-2-4-1,0 3 36,-1-2 0,-2 1-464,-2-17 1,-1 2 485,-2-3 130,-16 6-113,7 32-73,-4-2-78,1 19 51,8 10 606,-13 23-629,9 14 16,-2 10-64,10-13 1,3 4-518,8 12 1,4 2 87,3 2 1,4 1 65,-1-12 1,2 0-1,2-3-312,10 7 1,0-4 110,-5-11 0,-1-3-926,1-1 1,0-3 858,6 5 1,-8-9-1,-8-11 1</inkml:trace>
  <inkml:trace contextRef="#ctx0" brushRef="#br0" timeOffset="73851">17074 6512 19720,'52'-9'467,"-1"0"0,1 1 0,-8 0 0,-1 0 0,0 0-419,0 3 1,0-1 0,-2 1-1203,6-3 1,-5 1-1199,19-5 2469,-9 1 0,-34 7 0,-2 2 1</inkml:trace>
  <inkml:trace contextRef="#ctx0" brushRef="#br0" timeOffset="74326">18036 6493 21181,'43'-17'-589,"-1"0"0,1-1 0,0 2 1,1 0-1,-9 6 0,0 7 1,-1 1-1</inkml:trace>
  <inkml:trace contextRef="#ctx0" brushRef="#br0" timeOffset="74500">18040 6804 24346,'61'-15'-244,"0"0"0,1 0 0,-6-1 0,-6 2 0,-13 8 0,0 1 0</inkml:trace>
  <inkml:trace contextRef="#ctx0" brushRef="#br0" timeOffset="75200">19038 6355 20526,'31'-50'128,"1"0"1,2 1 0,0 13-84,5 25-45,11 1-28,-4 13 6,7 23-6,-17 1-17,4 16 0,-23-8 17,-7 0 28,-12 2 101,-10-2-3185,-19 1 3241,7-14 257,-14-4 74,12-14 50,-5-4 27,5-4-55,8-3-197,7-1 3197,10 0-3482,10 3-34,11 1 12,16 2-6,12 10-45,8 9 22,-26-3 1,0 4-348,0 2 1,0 2 349,-2 2 1,-2 0-23,-3 1 0,-2 0-37,5 23 7,-22-3-40,-27-3-96,-23-8-268,5-19 0,-2-3 109,11-4 0,0-2-4089,-25-3 1,2-3 4390,2-6 0,-6 0 0,39 1 0</inkml:trace>
  <inkml:trace contextRef="#ctx0" brushRef="#br0" timeOffset="75704">20488 6015 20537,'-20'-43'978,"-1"0"1,3 5-1,1 8-843,1 20 21,-2 11-32,1 20-1,-8 25-548,10-11 0,2 7 449,1 1 1,1 4-1,1-1-538,-1 4 0,1 2 508,2 0 0,1 4 1,4-2-53,6-7 0,5-2 0,-1-1-54,1 12 0,4 0-193,7-9 1,5 0 0,6-5-1500,9-12 1,6-6-1,0 0 1804,-4-2 0,-1 0 0,1-2 0,18 6 0,-5-6 0,-4-8 0</inkml:trace>
  <inkml:trace contextRef="#ctx0" brushRef="#br0" timeOffset="77234">21115 6402 16717,'11'-51'1658,"-1"1"0,2-3 0,-3 10-1232,-5 26 16,2-7-397,-6 23 28,1 10 0,0 2 16,-1 20 1,1 4-51,0 3 0,-2 6 1,-1 4-441,-5 10 409,1-21 1,-1 1 8,-2-3 0,0-2-170,-12 24 221,2-14 217,4-17 186,7-13-3285,5-27 2870,6 0 294,2-18-148,16-24-141,-6 17-139,6-7 1,3-2 166,8-7-67,-8 17 1,1 1-103,15-11 86,-2 14 3084,-3 12-3124,-3 10-22,-3 9 6,1 11 731,-7 2-743,13 24 40,-11-6-6,11 16-23,-7-9-44,2-5 11,1-6 50,4-10-5,6-8-6,9-14-101,7-8 157,0-9 51,-7-4 28,-14-3-34,-16 8 173,-8-7-89,-9 15-56,-6-3-78,-3 12-34,-8 3 0,-3 9 293,-3 6-287,0 10 22,7 1-23,4 17 1,13-3 16,1 0-16,13-1 22,3-18 6,19-1-1,-11-7 46,16-10 10,-15-9 46,6-9-40,-11-1 78,-3-10 18,-11-9-95,-2-3-35,-5-11 1,-13 9-12,-7 1 1,-17 5-12,-14 8-28,-13 14 3,27 12 0,0 3-104,-26 11-117,16 9-163,19 9-319,20 5-509,14 4-965,14 3-2877,11 0 4220,1-6 0,-12-13 0,-10-9 0</inkml:trace>
  <inkml:trace contextRef="#ctx0" brushRef="#br0" timeOffset="78308">22828 6262 21853,'-16'-50'532,"0"0"0,0 5 1,-3 11-354,-21 22-50,-7 15-40,-9 15-513,27-3 0,1 4 432,1 2 1,1 2-4,3 2 1,3 2 139,-10 26-178,15-2-1,17-5 17,16-7 196,14-10-140,11-11 73,7-11 40,5-17 38,1-12-89,-28 4 0,-1-3 11,-2-3 0,-2-3-20,-1-4 1,-3-4-40,-2-5 0,-2-3-354,-2-7 0,-2 0 320,-3 8 1,-2-1 21,0-2 0,-2-2 0,0 2 69,-1 1 0,-1 1 46,0-1 1,0-2 0,-1 5-6,-1-20 101,-4 3-106,-1 41-135,-2 2-89,3 10 433,1 18-355,0 36 11,1-4-21,4 1 0,1 4-13,1-10 1,2 1-43,3 12 1,1 2-45,1-1 0,2 1-186,4 5 1,2-1-1553,-3-15 0,1-2 1676,-1-4 1,1-3-642,15 5-67,-7-22 195,7-4 325,10-23 415,-8-9 0,-3-8 163,-9-9 168,-9 4 666,0-8-84,-5-1 2977,-7 12-3750,-4 7 84,-6 11-145,3 5-85,-2 1-111,5 3 16,2 1 39,12 0 34,8 2-17,18-1 6,5-2 50,0-7 12,-7-8-12,-11-9-22,-7-5 23,-8-8-7,-7 8-33,-10 0 0,-8 17-28,-1 5 23,-13 7 10,-9 18-27,-1 6-1,1 7-10,5 23-6,21-23 11,-4 30-12,14-19-10,6 9 5,20 2 12,10-15 10,7-7 6,15-18 1,-4-12-1,-11-8 0,1-3-1685,-7-1 1,-2-2 1684,1-2 0,-4-4 39,-3-4 1,-5-4-90,8-28 78,-13 18 1,-3-4 27,-4-9 0,-3-1-276,-4 9 0,-2 1 251,-2-4 0,-2 3 120,-8-12-83,3 18 206,0 5-257,6 21 3030,0-1-3098,3 12 226,7 18-169,8 10 5,13 24-314,-4-11 1,1 1 282,-6-13 1,-1 1-3,12 16 0,-1 0-176,-11-17 0,0-1 117,2 7 0,0 0-81,-5-4 0,-3 0-449,-4 2 1,-5-2-2353,-12 20-6879,-13 0 8166,-1-23 1,6-11-1,12-13 1</inkml:trace>
  <inkml:trace contextRef="#ctx0" brushRef="#br0" timeOffset="78558">24079 5519 22992,'55'1'183,"-1"0"0,-4 3 0,-4 9-144,-12 18 0,-4 8-791,2 2 1,-1 1 751,-5-6 0,-1 2-51,-3 3 1,0 4 0,-3-4-20,-6-6 0,-2 0-121,0 7 1,-1 6 0,-8-3-824,-14-1 0,-10-1 1014,-3-3 0,-6 1 0,5-5 0,-8 13 0,-12-11 0</inkml:trace>
  <inkml:trace contextRef="#ctx0" brushRef="#br0" timeOffset="83675">10827 5116 18396,'-24'-44'719,"0"-1"0,3 5 0,5 11-895,14 25 204,6 9 70,1 3 8,12 17 68,14 30-107,-12-20 0,0 3-507,1 1 1,0 5 489,-1 2 1,1 4-1,-1 0-535,-3-8 1,0-1 0,1 3 515,1 2 0,1 4 0,1 1 0,0-1-394,0-4 0,-1 0 0,2-1 0,0 1 377,2 1 0,2 1 0,0-1 0,0-2-533,3 4 0,0-1 1,2-1 523,-1-6 1,1 1 0,1 0-1,1-1-3,0-1 1,2-1 0,-1 1 0,0-1-9,-2 1 1,0 1-1,0-1 1,-1 2 7,2 2 1,1 1 0,-3 0 0,-4-2 10,-2 2 0,-5-1 0,-3-1-592,1 17 0,-5-3 590,-4-14 1,-4-3 7,-5 2 1,-3-2 709,-11 20-489,0-9 47,-2-14 1454,8-32-1680,5-12 85,-6-40-23,1-10 578,4 23 0,-1-3-637,-4-23 1,-1-1 789,0 13 1,0 0-844,-2-10 0,-2-1-3,-4 0 1,-3 1-332,2 12 1,-3-1 327,-2 0 1,-3-4 0,0 2-6,2 8 0,-1 1 0,-1-1-478,-6-7 0,-2-1 0,2 4 486,-1 0 1,-2 2 0,2 3 0,-2-2 1,2 3-185,0 1 0,2 0 203,3 5 0,-1-2 0,3 3-8,4 5 0,3 2 386,0-5 0,3 2-400,3 2 733,-6-16-694,13 15-45,3 8 1641,1 2-1887,3 14 1309,1 2-1220,14 27 146,-2-7-9,5 10 0,3 3-300,1-2 1,2 1 327,9 11 1,4 3-402,-9-12 1,2 0 0,-1-1 395,9 9 0,2 1-9,3 0 0,4 3 1,-2-3 1,-12-10 0,-1-2 1,2 2-390,0 1 0,2 2 0,0 0 1,-3-1 390,1 3 0,-2-2 0,-3 1-7,9 15 1,-4-1-320,-8-4 1,-4-2 321,-7-12 1,-3 0 296,-3 6 0,-2-1-303,-1 7 1,0 14 6,-2-28 633,6-5-1519,3-16 392,9 0-6558,6-11 7057,-1-2 0,-9 0 0,-8 2 0</inkml:trace>
  <inkml:trace contextRef="#ctx0" brushRef="#br0" timeOffset="84636">11736 7146 19277,'-27'-44'759,"1"-1"1,0 3 0,4 7-273,12 19-83,1 2-213,4 6-124,4 5 28,1 2 12,1 15 10,2 11-27,2 22-12,4 8-44,0-8-6,5-15 0,4-2 33,19 7-22,-6-12 1,4-4-283,1-9 0,2-4 310,2-2 0,0-3 28,-1-5 1,-1-3 13,-4-2 0,-2-3 126,20-17-112,-18 1 202,-5-16-252,-19 19 134,1-31-117,-14 24-12,-2-12 6,-4 16 565,1 7-593,2 9-50,2 5-63,2 3-122,1 2 89,-1 9 79,-3 5 22,-4 10 1,-2 4-1,-8 2 0,-9 1 0,-9-1 0,2-6-8,3-9 0,0-2 31,-15 2-15,12-7 1,2-1-3,-9-2 11,-11-12 5,20-3-16,-15-10-17,14 0 17,3-3 5,4 1-5,2 1-17,8 6 17,-5 0-17,11 8-90,0 1 6,8 5 51,7 6 21,6 6 7,9 7 5,10 4-17,7 1 28,20 1-11,-17-9 11,11-1-22,3-8 67,-8-4-28,9-3 73,3-14-39,-19-3-23,13-10 1,-17 4-29,-9 0-387,-5 3-8177,3-10-840,-8 11 9393,5-5 0,-15 19 0,-1 2 0</inkml:trace>
  <inkml:trace contextRef="#ctx0" brushRef="#br0" timeOffset="109502">2710 11949 12298,'0'-6'3837,"0"1"-1496,0 5-2089,-59-42-44,33 48-164,-9-21 1,0 7 72,13 49 1,7 17-890,4-25 1,0 4 759,0 8 1,-2 10 0,-1 6 0,1-3 0,3-7-757,0-4 0,3-6 1,-2 6 708,-1 7 1,-1 9 0,0 2 0,0 0 0,2-7-399,2-7 1,0-4-1,2-1 1,-2 2 171,0 13 1,-2 2 0,1 1 0,0-1-160,0-1 0,0-1 0,0 1 0,0-2 17,0-1 0,0-1 0,0-1 0,0-3 303,0 2 1,1-4 0,-2 0 584,-1 3 0,-2 0 1,0-9 285,0-13 1,-2-4-208,-5 8 1,-5-11 97,-23-28-414,5-15 22,8-16 1,3-10-152,12 6 1,4-3-246,1 0 0,0-3 0,3 1 152,2-5 1,7 0-18,6-4 0,4-3 1,3 3-26,7-5 0,3 1-9,1 3 1,2-3 0,1 6 3,4 1 0,3 3-54,1 6 0,4-2 1,-2 4 315,5-1 0,0 2-238,-3 2 1,3-2 0,-1 3-25,10-5 0,-1 3 0,0 2 0,-2 0 583,0 2 1,-1 1-545,-2 0 1,-1 2-170,-3 1 0,-1 0 214,-4 3 0,-2 1 657,-5 3 1,-3 2-378,10-12 1310,-15 11-1198,-10 9 927,-6 6-1190,-2 3 655,-1 1-884,0 4 72,0 1 73,-1 18-78,0 1-6,0 11 16,5-8 1,-1-8 17,8-3 39,-3-9 123,6 0 16,2-13-21,7-7 111,6-13 191,2-7 179,-3-4 12,-6 0-130,-10 3-156,-6 6-135,-5 7-123,-4 6-168,0 8-364,0 4-353,1 3-40,2 6-587,0 9-2078,1 11-4553,3 8 8003,0-2 0,0-12 0,-1-8 0</inkml:trace>
  <inkml:trace contextRef="#ctx0" brushRef="#br0" timeOffset="109892">3442 12508 9369,'2'-4'8222,"-1"1"-4100,-1 3-4016,7-45-251,-5 34 50,6-28 134,-8 51 0,0 14 0,-1 13-28,0 11 6,-3 6-28,-3-1 17,0-4 27,-2-12 34,3-11 231,2-15 632,3-8-757,7-27 1,4-2-12,10-21-3436,4 5 3391,2 0-33,1 6-61,-4 7-18,-1 8-21,-4 7-12,1 7-34,-1 3 3292,3 8-3337,-4 1-598,11 20-657,-6-2-1943,9 13-4049,-5-5 6506,-4-6 0,-12-13 0,-7-10 0</inkml:trace>
  <inkml:trace contextRef="#ctx0" brushRef="#br0" timeOffset="110709">4173 12554 9548,'1'-6'7707,"-1"0"-5657,0 6-740,8-72-134,-6 46-758,4-15 0,-3 5 2,-5 28-308,-3 9-129,-9 14 22,-10 14-5,-9 20 6,13-18 0,1 2-260,0 2 1,2 2 222,1 1 0,2 1-25,3-1 0,2 0-53,2-3 0,4-1-205,5 23-106,13-16-56,14-16 168,10-14 179,9-19 90,8-16-132,-26 3 1,-1-2 198,-5 4 0,0-4 106,10-19 0,-1-5-11,-11 9 1,-1-2-236,-1 2 1,0-3 0,-1 1 288,3-14 0,-2 1 24,0 0 1,-1 1-227,-3 2 1,0 2 242,-2 5 1,-2 1-75,-3 7 1,-2 2 280,1-15 310,-6 20-505,-3 14 873,0 9-1199,-2 6 617,-2 12-516,-5 20-22,-3 28-347,5-18 1,0 3 242,0 8 1,0 3-731,-1 4 0,1 1 481,2-19 0,0 0 1,0 0-528,-3 20 1,1-2-196,2-4 0,1-4 582,1-14 0,2-3-1215,4 0 0,3-6-902,3-5 656,4-2 1131,-3-30 1766,-4-13-114,-3-14 1602,-14-20-1305,4 16 2451,-13-16-1583,7 24-257,-2-3 15,0 6-1180,6 9-432,2 4-106,5 6-3527,15 1 3432,1 0-174,26-7-67,8-1 165,-15 6 0,2-2-14,1 1 1,-1 0 156,0-1 0,-2 1 67,24-11 493,-1-10-325,-25 13 314,1-8-225,-25 19 3697,1-3-3355,-6 7-33,0 0-370,-1 3-3418,-1 11 3178,0-1-12,-1 30-23,1-16-122,0 27-175,4-15-368,2 9-870,4-4 1035,2-5 523,4-7 0,-8-14 0,2-5 0</inkml:trace>
  <inkml:trace contextRef="#ctx0" brushRef="#br0" timeOffset="110902">5314 12301 13577,'-2'-48'795,"-1"0"1,1 8 0,-2 6-628,-7 7-140,2 16 1364,1 6-1610,2 3-902,-8 25 291,4-8 567,-5 21-5513,5-2 5775,2-3 0,1-5 0,4-12 0</inkml:trace>
  <inkml:trace contextRef="#ctx0" brushRef="#br0" timeOffset="111310">5606 12395 23371,'-40'31'-9,"1"0"1,7-2 0,0 4 0,6-2-20,8 0 0,2 1 5,-5 6 1,2 1-54,6 0 1,5-3 13,3-3-61,15 19 106,2-38 68,34-4 44,-9-22 84,18-13-56,-19-3 106,-11 0 1,-3-3 73,3-20-530,-8 13 0,-1-2 339,-7 5 0,-2 1 50,-2 0 1,-2 2 117,-2-25-79,-9 12-60,-6 12-102,0 13-61,-7 8-34,10 8-163,-8 7-1041,1 28 498,7-8-1226,-3 31-3160,17-19 1373,3 0 3775,17 5 0,-13-27 0,7 3 0</inkml:trace>
  <inkml:trace contextRef="#ctx0" brushRef="#br0" timeOffset="111676">5916 12484 9688,'7'-4'9819,"-2"0"-8156,-5 4-559,68-53-287,-45 36-506,14-13 0,-4 5-20,-27 21-246,-6 4-6,-3 10-11,-3 8 23,-5 15-51,0-3 16,-4 15-83,-6 11-22,0 2 27,1-3-44,4-6 106,11-31 173,-1 3 23,12-26 0,7-11 11,12-15-5,11-13-246,-13 19 0,1-2 125,3 0 1,1 0-9,18-16 3,-8 14 0,1 3 2,12-4-56,-16 10 1,0 2-12,9 4-5,-16 7-1,0 18-33,-14 9-95,1 20-398,-11 11-1260,-9 11-527,-2-9 2308,0-16 0,0-3 0,2-9 0,-3 11 0</inkml:trace>
  <inkml:trace contextRef="#ctx0" brushRef="#br0" timeOffset="113396">7688 12375 14605,'0'-9'2691,"-1"-29"1,0-9-1561,4-8-1509,-1-5 1,1-2 738,2 23 1,1 3-32,0 2 1,2 2 685,5-21-652,-3 16 85,-3 16-444,-5 11-139,-1 12 123,-1 13 864,0 21-842,-1 26-17,-2-19 1,-1 1-364,1-5 1,-1 1 375,-2 1 1,-2 4-1,0-2-10,-1 1 1,-1 1 7,-3 17 1,-1 0-9,3-18 0,1-3-8,0-5 0,1-2 33,-7 18 17,5-18 135,5-16 257,3-13-375,10-34-5,4-7-23,0 2 0,1-3-324,3 1 1,1 1 306,3-5 0,3 1 3,1 2 0,1 1-14,0 4 0,2 2 23,19-12 671,-9 18-705,-11 15 22,-7 11-22,-1 10 5,4 13 6,4 11-33,0 8 33,0 6-23,-2 0 1,1-4 672,0-9-678,6-6 34,-10-14 5,5-5 11,-9-13 17,6-9-5,2-10 16,7-25-33,-11 10 17,8-21 39,-14 19-28,4-7 67,-6 10 56,-5 12-56,-4 10-50,-2 8-208,-1 3 118,-5 11 17,3-5-34,-4 11 17,5-7 17,0 0-12,2-3 23,-1-3 0,1-2 0,0 0-56,1-1 34,-1 0 33,3 2-5,1-1 5,3 3 6,0-2 0,2-1-1,1-3 1,2-4 0,4-5 33,1-5 29,2-2 16,-4-3 11,-3-1 68,-5-1 39,-4 3 44,-7 2-161,-3 7-46,-9 3-39,-1 7 12,-15 14-12,0 6-11,-8 15-6,12-7-16,0 13-23,15-3-263,8 22-6,10-17-983,14-10 1,6-4-939,6-6 2235,8-5 0,-1-3 0,-14-8 0,12-1 0</inkml:trace>
  <inkml:trace contextRef="#ctx0" brushRef="#br0" timeOffset="117875">8901 12349 21506,'3'-46'677,"0"0"1,0 5 0,-1 9-437,-2 19 123,-2 7-341,1 4-96,-2 3 0,-1 8 73,-4 13-56,-7 15-442,-4 14-1334,6-15 1,1 0-1569,-5 13 2552,0 11 0,13-43 0,0-1 0</inkml:trace>
  <inkml:trace contextRef="#ctx0" brushRef="#br0" timeOffset="118068">9087 11983 19960,'-12'-49'427,"1"-1"1,3 7 0,-1 10-1548,-2 23-707,7 11-687,2 11 245,1 2 2269,0 28 0,0-26 0,1 11 0</inkml:trace>
  <inkml:trace contextRef="#ctx0" brushRef="#br0" timeOffset="119162">9438 12169 20907,'2'-50'705,"1"-1"1,-1 2 0,-7 15-611,-10 34-78,-13 14-6,-13 23-11,14-8 0,-1 3-969,-4 5 0,1 2 955,5-7 0,2 0-45,-3 4 0,5 0 208,2 19-283,13-7 151,23-12 173,21-28-55,-2-12 189,17-23 12,-23 3 0,-1-4-455,0 0 0,0-1 321,1-6 0,-2 0-6,0-6 1721,-8 3-1783,-14 25 1,1-1-180,-6 15-22,-3 8 56,-4 14 810,-8 20-799,4-12 0,-2 2-505,-3 9 1,-3 2 417,-3 10 1,0 0-696,3-8 1,-1 2 379,-2 5 1,-1 5 0,0-3 55,7-15 1,0-1 0,0 1 141,-7 15 1,0 2-1,0-4 167,-3 3 1,1-6 78,4-10 0,0-6-8,-13 5-331,12-27-571,10-30-314,17-27 123,11-6 1,8-7-265,-1 6 0,4-2 0,1 0 1167,-4 10 0,0 0 1,1 0-1,0-1 136,4-1 1,0-2-1,1 3 1,-2 3 54,-2 3 1,-1 4-1,1-1 169,7-8 0,2-2 0,-3 4-38,-1 0 0,0 0 0,-3 5 0,1-3 0,-1 3 94,3-7 1,-1 4-116,-8 10 1,1 1 720,1-1 0,-1 1 586,11-6-999,-7 6 376,-8 12-555,-16 19 2394,-2 11-2404,-1 4 100,-2 42-263,-2-1 211,0-11 1,-1 3-299,0-3 0,-2 0-14,-1 2 0,-1 0-20,0 0 1,0-1-23,0-4 0,0-1-14,2-6 0,1-1-61,-1 17 83,5-22 180,4-16-57,1-15 51,16-26-73,3-9-33,-3 6 0,1-2 137,0 0 0,1 1-165,1-2 0,1 2 5,0 2 0,0 2 28,20-13-5,-8 16-34,-9 12 22,-7 12-5,-4 12 5,-1 7-5,1 8 302,2 0-308,3-2 6,3-5 61,5-8 62,6-7 17,6-14 5,5-12 1,3-15-351,-24 11 1,0-4 282,0-4 0,-1-4-17,0-6 1,-2-3-20,0-5 0,-2-1-643,0-3 0,-1 1 760,-3 4 1,-1 1 50,-4 7 0,0 2 199,1-18-247,-8 23 202,-9 11-336,1 17 394,-6 4-467,1 19 11,-9 20 0,5-8 1,1 3 533,-2 8 0,0 3-559,1 4 0,2 2-485,2 2 1,3 0 291,3 0 0,4-1-160,4-3 0,3-3-1669,3-3 0,3-3 1257,1-6 1,2-2-2667,15 17 3473,-3-14 0,-12-18 0,-4-6 0</inkml:trace>
  <inkml:trace contextRef="#ctx0" brushRef="#br0" timeOffset="119343">10414 12098 21321,'36'-20'-165,"0"1"1,-8 2 0,2 3-2368,25 7 1,1 6 1587,-23-2 1,-1 2 0,6-2-1,-3 1 1,-9 1 0</inkml:trace>
  <inkml:trace contextRef="#ctx0" brushRef="#br0" timeOffset="119888">11562 11602 23366,'-20'43'61,"-1"-1"1,1 1-1,0 3 1,0 2 0,2-2-54,-1 14 1,3 1-847,4-11 0,1 2 0,2-2 827,2 7 0,4-1-12,3-13 1,3 2-1,3-3-134,8 14 1,7-4-441,7-7 0,7-6-1083,5-5 0,5-5 1680,8-6 0,-2-4 0,8 2 0,-5-11 0</inkml:trace>
  <inkml:trace contextRef="#ctx0" brushRef="#br0" timeOffset="120925">12406 12099 12247,'0'-5'7361,"0"1"-6505,0 4 326,3-65 90,1 36-1048,-2-8 0,1 3-84,0 20-163,-2 19 113,-3 27-45,-5 19-20,2-10 0,-3 3-359,-2 3 0,-3 2 331,-2 4 1,-1 0-1,3-11 0,-2 0-17,-8 16 1,1-2 13,10-22 1,-1-2 5,-2 7 0,0-1 5,0 13 23,10-33 174,0 4-112,4-30-74,3-1 18,2-27-29,0 4 1,0-3-17,0-5 0,1-2 76,0-1 0,0-2-62,1 2 1,1-3 0,1 3-531,1-6 0,1 0 540,-1 3 0,2-3 1,0 2-668,5-8 1,0 4 653,-3 12 0,1 2-6,2-1 0,3 2-125,0 8 0,-1 2 115,13-16 360,10 2-456,-7 29 1014,1 5-930,5 19-11,-10 18 11,-7 21 532,-15-20 1,-4 3-516,-6 3 0,-5 2 2,-5 1 1,-5 1 16,-7 0 1,-5-2 2,-4 0 0,-2-3-194,7-9 1,-2-2 182,-6 2 0,-1-3-258,3-7 0,0-3-754,3-2 0,1-1-6779,-22 4 7791,34-19 0,13 1 0,5-2 0</inkml:trace>
  <inkml:trace contextRef="#ctx0" brushRef="#br0" timeOffset="122992">13066 11999 19658,'20'-42'645,"-1"-1"1,-1 5 0,-11 10-282,-32 23-10,-16 19-264,6 7-51,11-3 0,0 4-3,2 2 1,1 2-12,-3 2 0,1 1-14,-16 19-8,15-13 0,3-2-9,2-2-16,-5 19 0,22-29 106,3-6 207,11-7 73,26-25-77,-1-11 1,6-9-1,-3 2-209,-2 3 1,0-1-479,4-6 0,2-5 1,-10 7 494,-8-1 314,-5 4-140,-14 21-134,-1 0-113,-5 11-67,-3 4 28,-7 16 1367,-6 12-1344,-1 6-6,-2 3-3,10-7 0,2 0 3,0 3-28,5 4 0,5-1-5,11-9-1,15 9 23,3-23 22,-4-7-5,9-10 10,3-13 29,-2-7 11,3-14-10,-17-4 4,-9-4 6,-8 1 11,-5 5 34,-5 8-6,-2 8-56,-3 6-5,1 6 0,0 4-18,3 3 1,2 1 34,0 2 61,1-2-79,0 0-44,0 0 11,0-1 11,0 2-11,0-1 23,0 1-1,0 0-22,-1-1 6,1 0-18,-1 1 29,1 0 6,-1 0-18,0 0-296,0 0 229,8 1 62,8 2 23,15 1-29,10-1-16,5-1 16,4-5 29,-3-4 5,-4-4 61,5-13-44,-17 5 39,-1-4 67,-19 10-22,-6 6-45,-2 4-39,-2 2-62,0 2-45,-2 4 62,0 9-11,-3 13-6,-2 12 40,0 10-57,2 7-128,3 3-197,5 2-123,5-4-302,17-2 443,-3-24-68,11-10-45,-5-26 107,4-7 140,2-12 123,0-6 89,-2-6 79,-5 0 196,-6 7 163,-9 10-34,-6 10-185,-9 5-79,-3 4-27,-2 1 100,-4 0-179,8 0-22,-1 0 11,4 0-17,10-5 34,3-2 6,12-6 44,2-6 34,2-8-73,-1-9-23,-12 8 1,-2-1-1,5-11 79,2-14 85,-15 27-23,-1 0-29,-12 8-122,2 10-7,-10 2-4,1 9-24,-8 7-10,-5 11 16,5 3 0,3 2 1,2 4-4,4 1 1,1 1 5,-1-1 1,1 1-35,4 6 1,3-1-387,5 10 205,9 11 10,7-10-89,18-9 230,-7-18-34,16-12 40,-6-20 77,13-11 9,-16 0 1,-1-3-10,-4 1 1,-2 0-144,0 0 1,-1 0 177,17-22 10,-12 14 1,3-4 313,-9 13-268,-10 9-63,-8 10-72,-4 4 12,-2 14 27,0 5-11,0 6 278,0-1-272,1 3-6,1-10-23,3 8-16,0-15 73,1-3 55,2-5 1,5-8-45,-1-1 28,11-11-17,-3 1-22,4-4-6,-5 6-6,-6 6-16,-6 5-40,-4 4-22,0 6 56,2 5-6,1 2-5,4 9 11,0-3-5,5 5 5,3-4 11,7-5 0,16-7 17,0-14 0,0-2 50,-1-16-5,-10-7-23,-6-1 1,0-3-17,8-18-317,-14 18 1,0-6 0,-1 3 346,-3 1 1,-2 1-26,5-8 0,-3 0 67,-5 8 1,-3 3-162,-3-14 172,-2 11 96,-5 8-224,-1 25-11,0 1-29,-3 13 990,-6 13-956,-9 20-8,7-3 0,1 3-15,2-1 1,1 1-178,0 1 0,2 1 85,5 1 1,1-1-144,2-9 1,2 0-765,4 11 0,4 0-67,1-11 0,4-3-1980,5 0 0,4-6 3086,17 1 0,-12-15 0,-11-9 0</inkml:trace>
  <inkml:trace contextRef="#ctx0" brushRef="#br0" timeOffset="123218">15002 11778 24435,'50'-16'61,"0"1"1,-6 1 0,1 2-51,12 3 1,-1 3-12,-20 1 0,-2 1-160,7-1 0,-4 1-1184,0 1-292,5-1 1636,-26 3 0,-12 0 0,-1 1 0</inkml:trace>
  <inkml:trace contextRef="#ctx0" brushRef="#br0" timeOffset="123527">15645 11255 26234,'22'15'78,"6"10"-75,-2 8 0,1 5-691,1 2 1,-1 2 678,2 6 1,-3 3-971,-1 5 1,-3 0 978,-6-9 0,-3 0-17,-1 10 1,-8 3-503,-12 0 0,-9 0-251,5-18 1,-3-1 0,-3-2-531,-1 0 1,-2-1 0,-2-3 1299,-17 6 0,1-8 0,6-7 0,-1-3 0</inkml:trace>
  <inkml:trace contextRef="#ctx0" brushRef="#br0" timeOffset="158579">16891 11310 15676,'0'-3'4133,"0"1"-2968,0 2-555,-60 0-21,22 14-620,-4-6 1,-1 3 310,-1 23-107,9-1 38,10-1-200,11-5-33,7-4 16,8-7 23,32 6-6,8-11 23,17 3-26,-22-11 1,-2-1 2,19 1 17,2 0 118,-21 0 196,-20 1 66,-18 5 119,-44 20-370,-4 1-595,10-8 0,-1 1 468,9-3 1,1-1-23,3 1 1,1 1-4,-1 5 1,4 0-6,-7 10 240,4 15-263,24-19-22,5 9 6,12-3 39,6-5-11,4-4 1006,-2-6-995,-3-3 46,-4-2-7,-4-2-22,-4 2 28,-4 5 5,-10 8-27,-10 10 33,-16 11-325,13-23 0,-2 0 260,0 1 1,0-1-1,4-2 1,2-2 2,-4 11 6,31-4-11,21-18-129,27-1-451,-22-12 1,2-4-51,9-3 0,-3-2 0,7 0 0,-4-5 0</inkml:trace>
  <inkml:trace contextRef="#ctx0" brushRef="#br0" timeOffset="168134">6934 13917 22744,'-13'-7'359,"0"20"-404,5 50-123,1-25 0,-1 1-953,-3 2 0,0 1-764,0-1 0,0 1 1885,1-1 0,0-4 0,0 6 0,4-12 0</inkml:trace>
  <inkml:trace contextRef="#ctx0" brushRef="#br0" timeOffset="168516">7232 13585 19787,'-35'24'28,"0"0"0,3-1 0,9 3 0,27 27 45,9-9 95,8-12 201,5-15 135,0-11-6,0-18 6,-1-11 24,-2-15-36,-4-7-60,-8-3-74,-6 3-78,-11 4-95,-4 9-96,-7 10-105,-3 10-63,0 6-55,0 15-163,-1 10-409,-1 20-1072,11-3 0,2 2-1533,-4 20 2632,10-15 1,1-6 0,1-21 0,2-4-1</inkml:trace>
  <inkml:trace contextRef="#ctx0" brushRef="#br0" timeOffset="168743">7846 13562 22856,'-32'-42'332,"-1"-1"0,3 3 1,3 15-350,3 39 0,-1 23-8,10-4 0,3 5-1185,-1 14 0,2 4 1150,4-9 0,1 1 1,1 3-152,1 7 0,0 2 0,2 2-176,0-11 1,1 0-1,0 1 1,1 3-1409,-1-2 1,1 3-1,0 0 1,0 0-1,0-3 1544,0 0 1,0-1-1,-1-3 1,1 0 0,0 12-1,0-2 1,0-10-1,-2 11 1</inkml:trace>
  <inkml:trace contextRef="#ctx0" brushRef="#br0" timeOffset="168909">7401 15223 19087,'-40'-48'424,"0"-1"1,-1 0-1,4 2 1,1-1 0,7 1-305,5-12 1,8 1-857,4 0 0,6 0 800,9 2 1,8 0-35,6 2 1,10 1-945,3 11 0,7 1 0,-1 2 905,4-2 1,3 2-30,2 4 1,5 0 0,-2 4-235,6 2 1,0 3-137,-11 5 1,1 0 0,1 0-2870,2 1 0,1 0 0,-5 2 2981,-1 2 0,-3 1 1,-3 1-1,-8 3 1,-18 8-1</inkml:trace>
  <inkml:trace contextRef="#ctx0" brushRef="#br0" timeOffset="169378">8736 13741 16622,'-1'-42'1551,"-1"-1"1,1 1-1,-1-16 1,0 9-684,-7 14-145,0 7-152,-9 5-454,-2 19-27,-12 24-56,5 11-248,0 17 0,0 8 225,6-4 1,1 3-957,1 0 0,-1 5 0,2-3 939,7-13 1,1-2 0,1 1-25,-1 10 0,3 3 0,2-4-528,3 9 1,4-1 404,2-12 0,2 0 0,3-2-486,9 15 1,7-4-2096,2-20 1,6-2-1,-2-3 2734,7 2 0,-1-4 0,-1-5 0,-3-5 0,-5-7 0</inkml:trace>
  <inkml:trace contextRef="#ctx0" brushRef="#br0" timeOffset="170160">9169 14103 20432,'4'-57'1079,"-1"0"0,-1 10 0,0 9-945,-1 18 311,-1 15-422,2 18 184,0 1-196,1 15 0,1 7-22,-2 0 0,0 2-177,-1 1 0,0 4 1,-2 3 88,-4 11 0,-2 4 0,-1-3-533,0 4 1,-2 1 610,-2-5 1,-3 3-1,2-9 24,3-17 0,0-3 16,-5 12 1,-1-3 126,-8 3 5,2-12-84,1-23-56,9-31 6,3-23-20,6 10 1,2-3-266,1-10 1,1-3 278,2-8 1,1-3 3,1 10 0,0-2 0,1-1 16,-2 2 1,0 0 0,0 1-6,0 1 0,1 0 0,-1 2-9,1-14 0,1 4 368,2 16 0,1 3-396,10-17-116,4 27 1,3 4 137,17 0-14,-13 11 0,1 3-2,17 6 33,-8 15 1102,-14 4-1147,-6 41-72,-18 5 72,-2-24 1,-3 4-121,-14 20 0,-5-2 95,9-25 0,-2-1-9,-9 12 1,-5 5-1,2-6-106,3-9 1,-1-2-374,-8 10 1,1-2-2560,-2 0 3089,18-20 0,10-11 0,7-9 0</inkml:trace>
  <inkml:trace contextRef="#ctx0" brushRef="#br0" timeOffset="172150">9933 13914 12971,'-4'-4'5047,"0"1"-6209,-26-6 1,-7 1 1373,11 9-55,-18-6 0,-1 6 1455,12 23-1528,-8 12-62,11-5-28,10-4 1,4 0 943,1 11-955,-3 14 648,15-22-614,12 0 3456,3-18-3283,12 2 150,5-22-93,6-11-102,-5-5 96,-6-2 0,-1-2 67,5-14-171,-9 12 0,0-1 70,2-13 40,-6 10 45,-7 12-68,-4 12-112,-3 6-129,-1 5-11,-1 2 33,-3 10 1,-3 12-12,-1 1-38,-3 30 4,7-14-21,3 18 10,9-16 23,8-10 0,5-9 17,-2-13 45,13-9-23,-7-12 11,11-9 6,-8-12-5,-4-6 16,-5-6-22,-6 8 56,2-14 5,-8 20 23,0-5 5,-4 16-44,-3 8-29,0 5-33,0 3 252,0 1-229,-1-2-1,-1-1-11,1-2 12,-4-3-23,2 2 0,0-2 0,0 3 5,1 1 18,1 0 10,-2 0-5,1 1 17,0 0-22,-1 1-303,2 2 218,1 3 68,5 4 22,4 7-34,14 4-5,-4-6 0,14 1-6,-7-10 17,8 0-11,0-7 22,-2-5 0,-2-7 34,-4-6 22,-6-2 17,-7 1 17,-5 3 56,-5 7-29,-2 7-122,-1 3-45,-1 3-23,1 4 57,-3 9 16,-2 12-50,0 12-202,3-2 0,0 2-605,-1 22 106,4-19 1,1-1-1350,4 13-834,6-11-348,7-17 873,7-16 1513,8-18 1205,4-10 990,-2-12 807,-5-4 62,-7-2-297,-6 3-280,-9 8-935,-4 10 778,-13 5-1289,1 9 63,-14 0-146,3 8-124,-1-1-94,9 6 111,9-4 12,9 0 5,24-5 11,4-8 23,20-9 19,-26 0 1,-1-2-15,11-9 11,-16 4 1,-2 0 84,-1-10 112,-1-9 61,-11 7 12,-15 7-57,-8 7-39,-17 8-167,6 7 16,-14 11-34,19 2-33,-27 34 0,25-16-15,-1 10 1,3 2-8,9-5-23,2 0 0,3 0-230,4 10-364,5 11-1327,13 7 302,7-17 1053,5-9 85,10-26 531,-1-22 236,12-11 268,-1-13 191,-4-5-6,-6-4-139,-3-2-107,-4 3-34,-2 4 196,-6 11-268,-9 13-219,-7 9-40,-6 8-21,-1 1-34,0 5 27,1 7 1,1 19-39,1 3-6,-1 3-11,-2 3-96,0 0 74,0-7-29,1 2 17,3-23 56,0-2 40,6-10-18,4-10 18,9-8 27,14-12-16,-3 3-40,-2 3-16,-11 9 11,-2 6-17,-5 5 33,1 7-22,-7 4 1,-2 11-12,-2 1-28,2 5 0,5-3-12,14-5 52,7-10-7,16-13 12,-10-4-1674,-7-8 0,-1-3 1713,1-6 48,5-12 0,-1-4-285,-4-6 237,-1-2 0,2-5 3,-10 12 0,-1 0-317,5-10 0,0-2 496,-4 6 0,-3 1 151,-4 5 0,-2 4-187,-1-7 128,-10 14 2595,-4 27-2908,-9 13-1,-2 15-10,-3 7-23,-5 23-20,11-13 1,1 3-37,1 2 1,0 2-119,1 13 1,1-1 16,3-18 1,2 1-659,1 23 0,2-2-165,1 2-555,0-7 1,3-1-8280,14 0 8502,-6-13 1,4-16 0,-14-24-1</inkml:trace>
  <inkml:trace contextRef="#ctx0" brushRef="#br0" timeOffset="172361">11629 13710 22218,'-42'1'433,"1"1"0,0 1 0,17-3-394,25 0 0,29-8-179,23-1-104,-9 1 1,6 0-1583,9 0 0,3 1-394,-15 3 0,0-1 0,0 1 1881,-3 0 0,-1 0 0,-3 1 0,4 0 1,-7 0-1,7 0 0</inkml:trace>
  <inkml:trace contextRef="#ctx0" brushRef="#br0" timeOffset="172560">12375 13729 20308,'-5'1'4172,"1"0"-4110,4-1-2341,45-8 2279,18 3 0,-5-5 0,-6 8 0</inkml:trace>
  <inkml:trace contextRef="#ctx0" brushRef="#br0" timeOffset="172750">12440 14032 26054,'34'-17'-4590,"-1"-1"0,10-6 4590,12 11 0,0 4 0,-19 2 0,-2 1 0</inkml:trace>
  <inkml:trace contextRef="#ctx0" brushRef="#br0" timeOffset="172983">13154 13660 25573,'-35'-3'-331,"0"0"0,14-3-122,57 6-208,9 0 0,4 0-939,-7 0 1,1 0 504,11 0 0,1 0-1054,-3 1 0,0 1-1459,-6 1 1,-2 2 3607,-8 0 0,-3 0 0,7 3 0,-21-2 0</inkml:trace>
  <inkml:trace contextRef="#ctx0" brushRef="#br0" timeOffset="173163">13540 13857 18334,'-56'24'1533,"-1"1"0,7-3 0,10-4-1096,21-8 555,9-4-567,8-5-176,8-1-182,14-5-224,18-3-128,1-1-2174,3 1 0,0 0-6917,0 1 9376,-7 2 1,-4 0 0,-15 3 0,-6 1 0</inkml:trace>
  <inkml:trace contextRef="#ctx0" brushRef="#br0" timeOffset="174137">14171 13675 16062,'-1'-8'5752,"0"1"-5262,2-25 1,2-5 186,1 13-403,0-15 1,-1 4 44,0 27-268,-1 5-29,-2 5 40,0 7-6,-2 12-23,-1 16-22,-5 15-11,1-21 0,0 2-254,-1 1 0,-1 0 254,0 1 0,0-2 11,-1-1 0,1-2 17,-3 6 17,3-10 622,8-23-566,5-10-62,9-19-28,-1 2 6,10-22-22,0 5 5,2 1-9,1 10 1,2 2-534,17-6 558,-11 12 1,0 1-28,18 2 463,-9 9-492,-10 15-22,-12 10 1,-8 14-63,-7 12-94,-7 8-213,-1 2-264,-1-2-44,9-6-3380,18-8 3849,-1-17 275,20-7-145,-10-19 174,10-11 72,-2-14 62,-3-12-70,-19 19 0,-1-2 20,1 1 0,-2 0 246,14-22 218,-8 14 34,-9 15-352,-9 11-259,-12 15 3370,-9 12-3442,-9 16-56,0 9-6,6 5-3369,15 4 3481,9-18-5,26 2 66,10-27 18,11-5 44,2-16 51,-10-12 34,-4-8 10,-4-6-22,-6-3-78,-5 0-95,-5 4-157,-2 5-488,-2 7-2425,-2 9 3064,-3 8 0,-4 5 0,-3 3 0</inkml:trace>
  <inkml:trace contextRef="#ctx0" brushRef="#br0" timeOffset="174721">15255 14044 24833,'26'-36'110,"0"0"1,-1 0 0,0 0 0,-1 1 0,-2-1-72,2-16 1,-4 1-883,-4 13 1,0 0 860,0-1 1,0-4 0,0 4 0,-1 0 1,-1 1 22,3-7 0,-1 0 140,-3 5 0,-2 2-42,2-5 629,-8 7-646,-8 29 167,-4 3-296,-9 15 34,-17 25-28,8-2-14,4-2 0,2 4-181,8-6 1,2 2 191,-2 10 1,2 2-10,2 2 1,4 2-9,6 9 1,3-2 13,-3-18 1,3-2-15,11 15 1,4-6-9,2-15-12,-1-6 1,4-4-56,14-8 42,-7-10 0,2-4 36,-4-3 0,-1-5 20,8-8 0,-2-4 8,9-18-8,-18 5 0,-1-4 2,-5 1 1,-2-2 19,6-13 0,-1-4 12,-9 12 1,0-2-1,-2 3-297,1-11 0,-3 2 302,-1 4 0,-4 3 98,-10-16 17,-4 27 84,-6 1-213,6 17-56,0 10 39,5 15 344,0 2-343,-6 42 1048,3-14-1072,-5 21 1,-2 8-1233,4-15 1,-1 0 1209,2-10 1,-1 1 0,1 0-119,0 1 1,1 1 0,0-3-708,2 6 1,1 0-3110,1 15 0,2-2 3968,2-18 0,2-4 0,2 19 0,0-39 0</inkml:trace>
  <inkml:trace contextRef="#ctx0" brushRef="#br0" timeOffset="174987">16608 13157 23248,'1'-6'2330,"-1"0"-2038,0 6-91,0 0-184,37 89-26,-24-50 1,-1 3-826,5 10 1,3 6 0,-4-1 803,-5-9 0,-3-1 0,-2-2-34,3 12 0,-4-2-133,-3-11 1,-3 2 0,-3-3-216,-9 7 1,-7 0-215,1-10 1,-4 1 0,-4-3-1646,-7-1 1,-4-2 0,-2-4 1911,2-3 0,-2-2 0,2-3 0,-4 1 1,3-5-1,-8 2 0</inkml:trace>
  <inkml:trace contextRef="#ctx0" brushRef="#br0" timeOffset="181162">17716 13585 20750,'-11'-42'844,"0"0"0,1 5 0,3 8-906,5 22-302,2 6 353,5 9 33,2 2-5,14 20-28,4 7-23,-8-12 1,1 4-130,3 11 1,0 2-170,-8-13 1,0 0 157,3 16 0,-4-1 6,-6 7 202,-11 6 89,-15-17 118,-24-18-73,2-16-95,1-9 73,13-17-57,18-4-61,5-14-67,26-17 0,-3 16 211,3 12 0,5 2-475,2 7 0,1 3-302,21-11 47,-12 11 1,2 2-927,-5 5 0,0 1-149,1 1 0,0 0-1025,6 0 0,-2 1-422,10 1 3080,2 2 0,-21-1 1137,0 1 1339,-16 0 1501,-10 1-2510,-8 1 1205,-12 4-2045,5 0 1015,-16 11-1406,15-7-12,-6 10-208,14-12 96,3 4 174,16-4-202,0-2 157,31-8-79,-11-8-50,8-5 190,-6-10 62,-16-1-44,0-14 95,-11-14-68,-8 7 6,-8-1-191,0 24 141,-7 5-96,2 12-78,-10 2-107,2 13-28,-7 12-5,1 16 2,10-4 1,2 3-12,2-3 1,2 2-1739,4 20 1,3 0 1712,6 3 17,1-18 0,5-4-56,17-1-5,20-4 77,7-8 24,0-12-4,-20-19 0,-3-5 32,1-6 4,-2-2 1,-2-5 67,5-19-1143,-11 3 1,-2-4 1094,-4 5 1,-1-2 27,0-12 1,-1 2 1050,-6 19 1,-1 0-890,2-14 1,-2 3-53,-1 3 89,-2 2 1,-1 1 49,-2 8-94,-2-5-202,0 24-90,0 9-34,-2 12 3425,-3 16-3349,0 8 1,-2 5-63,1 3 1,-1 3-628,-3 17 1,1 0 503,2-15 0,1 0-540,1 2 0,1 3 0,1-3-2041,0 0 0,1-2 864,3 19 1,1-3-1300,6 2 2698,6-12 1,-7-34 0,-1-2 0</inkml:trace>
  <inkml:trace contextRef="#ctx0" brushRef="#br0" timeOffset="181636">18736 13565 20386,'47'-36'-489,"1"1"1,-5 12-1,6 1 1,1 2 0,-5 4 35,9 2 0,-2 4 684,2-2 1,2 1 0,-18-1 845,-25-1-578,-17 6 236,-5 5-220,-6 0-22,-4 7-95,-1 6 560,-3 10-919,2 10-27,5-3-85,4 24-22,14-15 33,10 16 23,13-18 39,1-12 84,22-6 78,-14-13 152,14-8-96,-21-5 622,3-20-319,-15 2-140,3-14-118,-12 4-84,-4 1-50,-2 4-90,0 8-50,-1 10-319,0 6-421,-1 5-425,1 3-1367,0 8-3809,0 4 5504,1 2 0,0-4 0,0-5 0</inkml:trace>
  <inkml:trace contextRef="#ctx0" brushRef="#br0" timeOffset="181958">19613 13386 24340,'8'-4'17,"0"8"-23,30 43-33,-13-1-22,-6 6-23,-13 3-28,-16 1 61,-13-5 85,-13-10 5,6-16 118,-17-11-40,17-18 1,-7-10-51,21-13-78,11-7-23,9 5-576,21-20-784,8 16-391,-7 9 0,3 1-2450,1 5 1,1 3 4234,24-11 0,-19 11 0,-17 8 0</inkml:trace>
  <inkml:trace contextRef="#ctx0" brushRef="#br0" timeOffset="182301">20045 13335 24654,'-27'33'168,"4"5"-163,11 12-27,4 6-23,3 2 23,1-4 22,2-8 22,0-12 40,2-13 156,0-11 34,2-12-150,3-10-35,6-11 11,9-13 12,8-9 50,10-2 28,6 3-17,2 7 0,6 8-128,-19 15-7,4 5-38,-18 15-40,3 9-72,-4 15-230,-7 12-12,-5-5-1459,-8-5 1,-2 0 1834,-4 17 0,-1-5 0,3-16 0</inkml:trace>
  <inkml:trace contextRef="#ctx0" brushRef="#br0" timeOffset="183071">20910 13443 11782,'1'-5'7663,"0"2"-4067,-1 3-3047,11-50-504,-8 38-68,4-34 62,-18 61 1,-18 25-35,6-4-5,3-5 0,1 1 0,-2 15-5,3 9-29,21 4 23,6-23 11,23 4 17,-3-25 16,10-2 85,8-13-57,-17-5 281,15-21-12,-25-1-178,3-6 128,-10-10-40,-7 1-15,-2-12 94,-4-8-224,-3 22 68,-6-4-62,-2 23-51,-5 0-39,-7 4-84,1 9 12,2 2-191,0 10-421,5 5-1186,-2 10-4414,6 9 5425,5 0 0,4-10 0,2-9 0</inkml:trace>
  <inkml:trace contextRef="#ctx0" brushRef="#br0" timeOffset="183268">21290 13585 20033,'0'-5'3781,"0"0"-4252,0 5-4783,15-40 4191,-11 33 0,11-33 0,-15 41 1</inkml:trace>
  <inkml:trace contextRef="#ctx0" brushRef="#br0" timeOffset="183459">21448 13837 25303,'-18'55'241,"-1"1"0,6-11 0,-3-1-459,-18 7 0,-2-4-1571,15-21 1,-1-1 328,-18 22 1,-3 0 1459,10-20 0,3-4 0,-3 4 0,-3-1 0</inkml:trace>
  <inkml:trace contextRef="#ctx0" brushRef="#br0" timeOffset="188495">6081 16374 12309,'-1'6'5752,"0"-2"-2850,1-4-2538,26-29-202,-13 14-11,6-8 0,3-4 79,-1-5 0,-1 0-123,9-16-526,-5 3 0,-2-1 506,-11 14 0,-3 0-20,1-10 0,0-1-14,-4-1 0,0 2-25,-3 8 0,0 2 161,-2-5 1,-2 2 118,-7-23-163,2 14 281,-12-2-398,12 36-79,-7 0 12,4 22 39,-9 17-11,-1 7 0,-1 8 0,-1 6-636,6-8 0,1 3 635,1-1 1,-1 3 0,2 0-14,3-4 1,1-2 0,1 0-1,-1 9 0,3-1 135,0 4 0,5-1-242,8-9 1,4-3 16,-1-2 1,4-2 2,6-3 0,5-6-56,23-2 106,-8-15 0,13-16 70,-25-7 1,-1-7 55,6-8 1,-1-2-34,-5 2 0,-3-1-35,1-9 0,-6 1 239,-2-11-128,-1 1 369,-5-8-342,-8 36 1332,0-7-1455,-5 26 366,-4 9-355,-1 2-55,-17 34 33,4 1-171,5-12 1,2 2 91,-3 24-33,7-8 211,14-11-177,10-12 50,15-12 5,14-15 29,10-18-353,-22 1 1,-2-3 368,19-17 42,-19 9 1,-2-3 66,-3-5 1,-3-2-40,0-2 1,-2-2 7,0-11 1,-4 0 8,-7 4 1,-4 0 7,0-2 1,-1 1-9,-1 1 0,-1 2 12,0 5 0,-1 2 86,1 4 0,-2 2-72,0-5 384,-2 9-485,0 23-84,-4 9 38,-4 17-1560,-2 8 0,0 4 1560,-6 19-2,2-2 0,2 2 55,5-11 1,2 1-162,-2 11-1,2 2 26,1-13 0,3 0-412,1 15 0,4-2-70,2-21 0,3-2-266,2 13 0,3-3-406,11 2-8582,21-10 8847,-23-24 1,8 0-1,-24-10 1</inkml:trace>
  <inkml:trace contextRef="#ctx0" brushRef="#br0" timeOffset="188725">6805 16029 11234,'-9'0'7001,"2"0"-5920,7 0 510,0 0-1048,-25 16-241,49-13-218,-24 10-17,36-14 1,15-8-38,-19 4 1,0-1-12,13-2 1,1 0-42,-11 1 0,-3 0-74,17-4-1184,-17 3 1,-1 0 1279,10-4 0,-3 2 0,-17 4 0</inkml:trace>
  <inkml:trace contextRef="#ctx0" brushRef="#br0" timeOffset="190884">8153 16321 21937,'14'-49'1294,"-4"11"-1002,8-3-52,-3 1-136,-5 11 0,0-2-586,0-5 0,0-1 526,-1-3 1,0-2 0,0-2 0,-2 0-14,0-1 0,-2 0-1,0 0 1,-2 1 14,0 1 0,-1 2 27,-1 3 1,0 3 107,-1-21 390,-1 17-424,-1 19 18,-1 11-270,-3 10 50,-3 16 56,-8 28 0,5-8 0,-2 6-30,-2 10 0,-1 6-51,3-5 1,1 3 0,0-3-585,0 5 1,1-2 490,3-5 1,0 1-1,5-2-789,8 7 0,5-4 115,1-9 0,4-2-270,8 2 1,5-8-2165,29-15-952,2-16 246,-4-16 108,1-18 3880,-21 3 343,6-18 973,-18 7 1412,6-11 302,-3-2 124,-7 8 1394,-8 11-3932,-6 16 91,-8 7-488,-5 14 3313,-4 5-3471,-1 8-83,5-1 11,3-3 95,11-7 117,6-5 46,12-10 33,12-14-5,-3-7-79,-3-4 185,-9-4 16,-10 2 40,-2-7 313,-7-3-324,-8 13-275,-1 7-33,-5 13 27,-8 7-110,1 9-13,-11 12-33,2 19-23,11-3 0,2 3-28,-5 17 14,10-21 1,2 2-312,6-2 1,3 0-991,9 21-158,-1-17 0,4-1-8324,23 10 9286,-7-17 1,-6-13 0,-16-12-1</inkml:trace>
  <inkml:trace contextRef="#ctx0" brushRef="#br0" timeOffset="191095">9423 15790 24811,'-52'-13'182,"0"0"1,8-2 0,6 12-177,13 27 0,7 8-558,-5 11 535,4 1 1,2 6-713,4 0 1,1 2 655,2-5 0,0 2 0,0 3-876,1 0 0,0 5 0,0-1 0,1-3 557,0-1 0,1-2 0,-1 3-633,1 3 0,-1 4 0,1 0 0,0-5-1909,0-5 0,1-3 0,1 0 2934,-1 4 0,0 0 0,0-4 0,0 0 0,1-7 0,0 2 0</inkml:trace>
  <inkml:trace contextRef="#ctx0" brushRef="#br0" timeOffset="191234">8867 17340 10784,'-21'-42'799,"1"-1"1,0 1 0,2-1 0,2-1 0,5-1-177,8-8 1,7-2 0,1 1-932,0 7 0,3 0 0,1-1 365,3-7 1,2 0 0,1 4-89,2 3 1,2 4-166,6-4 0,2 5-240,-4 13 0,1 2-1452,8-5 0,1 3-109,-6 9 1,0 2 1996,3 2 0,-2 4 0,-6 4 0,-1 0 0</inkml:trace>
  <inkml:trace contextRef="#ctx0" brushRef="#br0" timeOffset="191575">9727 16461 23063,'7'-54'259,"-1"0"1,1-2 0,2 1-1384,2 10 1,1 0 1159,3-9 0,0 0-2,-1 10 0,0-1 63,2-9 0,1 1 144,-6 14 0,-2 0 5,1-5 1,-2 0 141,-3 1 1,-4 3-120,-5-16-146,-2 11 11,-1 24-83,3 16 988,0 4-1061,2 8 27,-2 35 1,0 9-23,-1 4-436,1 0 1,-1 12 0,1-5 286,-1-5 1,1-1 57,1-12 0,-1 2 0,1 0-492,0 6 1,1 0-1,1-4-838,2-1 0,0-3 525,0 10 0,1-2-3042,3-17 1,1-5 3954,1-2 0,-1-5 0,-3-15 0</inkml:trace>
  <inkml:trace contextRef="#ctx0" brushRef="#br0" timeOffset="191742">9814 16139 19455,'-55'-30'1157,"0"0"1,7 2-1,9 7-759,22 16 35,11 1-450,21-3-212,23-6-79,7-1-373,-4 2 1,5-1-2050,-2 2 0,2 1 2730,-2 0 0,3 1 0,-4 0 0,-4 1 0,-4 1 0,0 2 0,-1-1 0</inkml:trace>
  <inkml:trace contextRef="#ctx0" brushRef="#br0" timeOffset="191937">10728 15746 22823,'28'-12'-5059,"-8"2"780,16 9 0,2 3 4279,1 2 0,4 0 0,-29 0 0</inkml:trace>
  <inkml:trace contextRef="#ctx0" brushRef="#br0" timeOffset="192108">10653 16215 25786,'53'-35'-2430,"-1"0"1,-2 2 0,-3 6 2429,5 5 0,-20 10 0,-16 5 0</inkml:trace>
  <inkml:trace contextRef="#ctx0" brushRef="#br0" timeOffset="193758">11784 15583 7602,'0'-54'1913,"-1"0"1,0 4-1,-1 5 1347,-2 0-2873,-1 16 1044,3 23-1314,-4 21 135,-3 21-165,0-2 0,-1 5-4,-3 9 0,-2 4-67,2-12 1,0 2 0,1-2-12,-5 10 1,1 1-6,2-10 0,0 2 0,0-3-8,-1 6 0,1 0 1395,-2 5 1,0 0-1380,4-7 1,2-4 19,0 7 22,5-16 146,10-25 28,6-16-34,21-24-44,5-11 35,-12 11 0,3-1-123,-3 1 1,1 0-6,2-1 1,0 2-38,-6 6 1,1 1 28,10-6 0,-1 3 166,7-1-216,14-5-18,-22 24-16,-6 10 11,-8 6-34,3 13-117,-3 21-62,-2 10 164,-8-15 1,-3 1-148,-3 15-115,-2-14 0,-1-2 115,-1-3-167,1 19 335,7-39 128,6-7-16,2-12 157,15-26 11,-6 5-84,6-8 1059,0-1-891,-13 20-84,3-3-168,-11 16-28,-5 4 34,0 6-40,4 2-16,4 2 10,1-1 52,17-4-46,-9-4 56,34-13-10,-17-5 49,16-13 57,-14-2-51,-12 7 17,-7-2 477,-7-20-287,-8 13-22,-6-21-67,-11 24-56,-8 6-51,-5 7-50,-1 10-34,-2 7-10,-2 15-12,1 9-40,-2 15-1695,15-7 0,1 1 1673,-6 14-47,10-10 0,3 1-526,3 12-115,7 11-623,16-6 253,4-16-1936,6-17 1,6-4 3027,27-4 0,-8 2 0,-12-14 0</inkml:trace>
  <inkml:trace contextRef="#ctx0" brushRef="#br0" timeOffset="194375">12686 15722 14762,'2'-4'7209,"0"0"-4694,-2 4-2448,17-38 84,-11 37 40,14-21-79,-16 52-174,-1 13-408,-9 12-376,0-23 0,-2 2-2805,-3 2 1,-2 1 3650,1-4 0,0-3 0,-4 10 0,8-19 0</inkml:trace>
  <inkml:trace contextRef="#ctx0" brushRef="#br0" timeOffset="194570">12925 15623 19171,'0'-7'4228,"0"2"-3718,0 5-180,-16-66-178,9 46-203,-3-17 1,0 5-432,4 28-285,1 7-2879,0 25 50,3-5 2748,-1 21 0,3-28 0,0-2 0</inkml:trace>
  <inkml:trace contextRef="#ctx0" brushRef="#br0" timeOffset="195718">13284 15684 25562,'-14'-31'89,"0"0"1,-19-12-29,-8 70-61,16-7 0,0 3-8,0 1 0,3 0-20,-13 27-23,22-14-22,16-5 6,12-6 39,12-7 6,8-8 33,4-8 28,1-10 79,4-17-29,-17 2 175,5-18 94,-19 9 40,2-7 5,-7 3-56,-4 8-78,-2 11-112,-2 7-135,0 7-117,-2 8 89,1 3 1,-6 24-1,0 0 0,-1 2 6,-8 25-786,1-6 0,-3 4 721,1-9 1,-2 1-84,4-7 1,-2 4-1,-1 1-226,1-4 0,-2 3 1,-1 0-1,1-2-33,-4 9 0,0-2 0,0 0 214,0-2 1,0-1 0,-1-2-124,1-6 1,0-2 0,1-3 60,-5 1 0,0-4 322,-2 2 1,-1-6 55,-15-13-123,32-64 8,15 7 1,6-5-404,3 2 0,4-5 0,1 0 380,4-3 0,2 0 0,1-2-114,-4 11 0,2-2 1,0 0-1,1 1 92,1-1 1,1-1 0,0 1 0,1 1-18,1 1 1,-1 1 0,2 1 0,-1 1-15,9-11 1,-1 3 0,1 1-319,-1 4 1,0 2 0,-1 1 366,-2 3 0,0 2 1,0-1 36,3-3 1,1-1 0,-3 3 0,1-1 1,-1 0 92,-2 1 0,1-2 1,-4 5-209,4-8 356,-6 8 1,-1 2 1193,-8 10-1022,-3 4 1370,-8 15-1701,-4 8 1586,-1 19-1575,-1 10-1515,0-1 1,0 3 1425,-2 18-4,0-11 1,1 4-470,-1 0 0,0-1 461,1-7 1,-1 0-312,-3 17 0,0-1 294,1-21 1,-1-2-64,-1 10 1,-1-2 91,0 10 5,1-14 2671,7-28-2514,3-12 1156,6-9-1187,9-14 1,2-2-93,5-5 10,0-2 1,2 2 73,4 3 961,7-2-1012,-3 10 121,-3 11-182,8 17-29,-11 12 18,6 14-29,-14 4-5,-3 7-12,-2-11 35,6-3-1,-2-23 11,6-15 23,0-19-23,-8-2 1,-2-2-708,8-19 727,-8 3 0,-2-2 22,-5 9 1,-1-1 19,3-11 0,0-3 112,0-1 0,0 3-101,-3 19 0,-1 2 143,0 0 0,-1 5-76,-3 16-156,-2 1-34,-2 11 22,-1 7-11,-3 11 731,-3 21-742,2 2 0,1 4 11,1-11 0,1 2-312,-2 23 0,3 2 164,4-17 0,3 0-233,1 12 0,3 0-272,3-4 1,3-1-1319,4 0 0,1-4-1143,7 10 3131,3-8 0,-22-40 0,-2-2 0</inkml:trace>
  <inkml:trace contextRef="#ctx0" brushRef="#br0" timeOffset="195887">14234 15511 22979,'32'-27'-244,"0"-1"0,0 1 1,-7-7-1,-2 7 1,31 18-1</inkml:trace>
  <inkml:trace contextRef="#ctx0" brushRef="#br0" timeOffset="196179">15185 15088 24531,'7'-45'774,"0"-1"1,-1 6 0,-1 9-640,-5 24-46,-3 6-50,-9 13 28,-10 13 1,-2 5-35,-15 19-408,13-14 0,-3 6 0,1-1 393,5-4 1,1 0 0,-1 4-761,-1 4 0,-2 4 1,0 2-1,2-4 732,1-1 1,1-2 0,2 2-23,0-2 0,1 4 0,2-1 0,4-3-617,3 17 0,9-3-183,4-1 0,7-2-4084,12-2 1,6-7 4411,-4-21 0,1-5 0,17 3 1,-29-18-1</inkml:trace>
  <inkml:trace contextRef="#ctx0" brushRef="#br0" timeOffset="197629">15564 15551 25320,'-29'49'5,"0"1"1,2 2 0,2 4-29,8-4 1,3 3 0,0-2-1471,-1 3 0,-1 0 1349,1-1 1,-1 3-1,1-4-310,-1 1 1,0-2 48,3-10 0,-1 1 0,1-2-21,-3 13 0,0-4 551,3-11 1,2-5-120,-1 3 479,6-25-620,5-32 225,5-36-46,0 19 1,0-2 419,0-3 0,1-2-403,2-9 1,0-2-305,0 5 0,-1-1 295,-1 9 0,1-3 0,0 0 0,0 1 1,1 0 0,0-1-12,1 2 0,1-1 0,1 0-2,1 2 0,2-1 1,0 1-7,1-1 1,2 0-1,0 1-1,2 1 0,1 0 0,0 2 4,12-18 0,1 4 12,0 7 0,3 3 19,-2 8 0,3 6-25,3 7 0,1 5-42,13 1 19,-20 18 1,-2 6 25,2 28-17,-15-8 0,-1 5-3,-4 5 0,-6 4-406,-12 13 0,-9 1 406,-4-6 1,-5-3-15,-3 0 0,-6-3 14,-8-4 1,-5-5-7,-2-2 1,-1-3-12,9-5 1,-1-1-40,-9 3 0,3-6-658,1-9-504,12-3-8638,25-21 8461,14 5 1,6-7 0,-8 10 0</inkml:trace>
  <inkml:trace contextRef="#ctx0" brushRef="#br0" timeOffset="198891">16277 15531 22895,'-4'-36'350,"0"1"0,-1-19 31,-40 85-241,10 7-126,9-7 0,1 0-14,-7 16-17,14-14 1,3-2-7,4-1-38,1 24 55,14-36 90,18 5 6,5-23 5,18-12-45,-9-5 62,15-19 67,-12 2 6,-13 5 0,-2-1-414,11-19 375,-9 2 174,-14 14 240,-9 16-493,-1 5-6,-6 6-61,-7 15 0,-3 1 6,-13 20-12,-4 14-5,4-6-6,9-5 1,3 1-7,4 3 498,-1 6-514,14-10 17,11-12 5,19 0 0,5-11 17,11-12 17,-4-12-17,-11-4 34,13-19 5,-20 5-17,5-9 6,-16 12 0,-1-1 28,6-12-22,4-9 78,-2 7-67,-10 21-6,3-3-6,-8 14-21,-3 7-7,-2 3-33,-2 2 17,1 1 11,1-1-11,2 2 5,-2 0 29,1 0-18,-3-1 51,1-1-28,2 0 0,2 0-22,2 0 11,0-1-1,-4 0-4,0 1-40,-2 0 16,2 2-4,1 3 21,4 4 6,2 4 1,0 1 10,-2-2-5,5 2-23,-3-6-5,5 2 11,-1-6 6,-3-2-12,13-7 12,-6-3 33,5-1 6,0-9-1,-10 7 29,3-6 22,-8 7-5,-3 4-28,-4 3-51,0 2 6,-6 13-1,-2 6 12,-6 19-11,-2 8-11,-3 9-17,-3 4-205,10-27 1,-1 0 128,1-1 0,1 0-422,-5 28-527,6-6-768,8-10-2391,10-14-1642,2-13 5837,9-12 0,-12-3 0,2-2 0</inkml:trace>
  <inkml:trace contextRef="#ctx0" brushRef="#br0" timeOffset="199854">17273 15602 25287,'-28'-6'465,"5"2"-459,18 13 5,7 0 17,8-2-11,10-2-1,12-3 7,6-8 27,0-5 23,-5-8 22,-5-6 34,-9-6 22,-5-4 28,-8 0 1,-8 2-7,-8 5 1,-7 6-34,-7 8-51,-1 7-55,-3 5-17,-3 10-12,-2 8-16,2 11 11,3 11-45,8 8-72,9 4-152,10 4-341,14-3-421,12-5-274,14-9-90,11-15 247,6-13 588,0-17 571,-2-10 330,-8-9 259,-8-5 162,-8-4 22,-6-4-39,-5-2-90,-2-1-129,-3 6-88,-2 8-91,-4 11-95,-2 9-246,-4 4-18,1 7 29,0 8-11,2 11-6,0 14 11,-1 8-33,-2 2-6,-2-3-28,-2-5 0,0-9-28,0-10 72,2-10 40,6-8 12,5-11-12,8-8 33,5-9-33,-3 4 34,10-10-1,-11 14-16,7-4-45,-12 13-11,-6 9 11,-3 10 0,-2 8 0,2 15 0,-1-7 0,4 8 0,1-14-11,8 1 22,15-8-11,-6-5-11,18-12 39,-10-7-11,10-15-12,-10 0 20,-9-6 1,-3-2-891,2-9 885,-7 7 1,2-6 0,-3 2 37,0 0 1,-2 1 30,7-18 1,-2 0 39,-7 16 0,-2 4 207,3-20-17,-10 20-140,-7 19-134,-1 11-67,-3 9 16,-3 15 17,-6 19-39,-4 23 99,9-18 0,2 2-211,2 6 1,1 1-164,2 3 1,3 0-228,2 1 1,4 0-488,2-3 1,3-3-1339,2-4 0,4-3 2279,3-5 1,0-5 0,3 2-1,-1-12 1</inkml:trace>
  <inkml:trace contextRef="#ctx0" brushRef="#br0" timeOffset="200018">18182 15458 24228,'38'-20'-1253,"0"0"0,0 0 0,14-8 0,-4 7 1253,0 14 0,-22 4 0,-2 0 0</inkml:trace>
  <inkml:trace contextRef="#ctx0" brushRef="#br0" timeOffset="200867">18833 15466 24962,'-15'-40'-924,"3"9"364,12 31-2571,-1 2 3131,1 2 0,0-1 0,0 1 0</inkml:trace>
  <inkml:trace contextRef="#ctx0" brushRef="#br0" timeOffset="201612">18938 15809 21528,'3'-2'2773,"-1"1"-2608,18-25 0,3-10 26,0-2-1129,6-9 0,0-2 966,-9 3 0,-4 0 0,-1-3-17,-4 10 0,-1-2 7,1 1 1,1-2 0,-2 0 20,4-14 0,-2 1 0,0-1 1,-1 1 18,-1 3 1,-2 2-9,-2 5 0,-1 3 39,-2 7 1,-1 3 630,0-10-574,-2 20-208,-1 15 23,1 7 978,-4 11-939,-1 19 5,-1 6 1,-1 6-14,1 1 0,-1 3-252,-1 17 0,0-1 240,2-17 1,1 0-79,0 0 1,1 3 0,0-5 1,1-8 1,0 0-178,1 10 1,1 5 0,0-7-53,5 7-177,3-7 1,4-4 8,6-15-140,18-4 509,-14-21 91,13-17 185,-11-6 156,6-13 140,-5-5 1121,-5 0-1278,-8 11 828,-5 5-604,-4 17-245,-1 2-198,-2 6-128,1 1 23,1 8-6,6 0-1,7 6-4,13-4-13,8-5 40,7-7 17,-9-3 57,8-17-7,-18-1 12,4-14 33,-14 0 11,-6-3 18,-6 1 49,-7 5 40,-3 7-6,-5 9-56,-3 6-78,-2 7-56,-2 9 0,-4 9-17,3 4-34,-9 31-50,11-6-1749,8-10 0,1 2 1189,2 27-802,13 1-2558,10-3 4004,16-4 0,-13-26 0,3-9 0</inkml:trace>
  <inkml:trace contextRef="#ctx0" brushRef="#br0" timeOffset="201860">19946 15379 20979,'12'-60'1587,"1"0"0,-3 7 1,-2 7-905,-6 2-453,-4 20 72,-3 10-308,2 10-55,-4 11 33,3 5-11,-9 47 39,6-25 0,-1 2-734,-4 22 1,-2 5 705,4-21 0,-1 2 0,0-1-542,-2 4 0,0-1 0,-1 1 385,-1 1 0,-1-1 0,0 1-137,0-2 1,-1-1 0,1 0-213,-1-2 0,1-1 1,-1-1-593,-8 17 0,1-4 40,6-14 0,-1-2-3701,-8 8 1,1-5 4235,-2 1 0,-4 3 0,22-32 0</inkml:trace>
  <inkml:trace contextRef="#ctx0" brushRef="#br0" timeOffset="201970">19492 16296 7893,'17'-42'1002,"0"1"1,0-1-1,0 1 1,0 1-1,1 0 108,8-11 0,1 1-970,-1 3 0,0 1 491,-1 4 1,-1 3-663,-7 11 0,2 1-714,7-6 1,2 3-6560,14-5 7304,-14 14 0,-1 1 0,2 3 0,-12 9 0</inkml:trace>
  <inkml:trace contextRef="#ctx0" brushRef="#br0" timeOffset="202317">20172 15764 24766,'21'-36'132,"0"0"1,2-5-1,-2 1-87,3-17-1307,-5 6 1,-1-3 1275,-6 15 0,-1 1-3,2-9 0,-2 0 525,-4 5 0,-3 0-114,-2 1 1,-1 0-348,1 4 1,-1 1 495,-7-16-448,1 42 62,-2 3-157,1 7 1369,-6 10-1391,-4 17-43,3 5 1,0 3 8,-6 19-386,6-5 1,2 3 379,6-11 1,2 0-68,0 12 0,3 2-112,4-2 1,3-2-206,2-2 1,2-1-443,3-7 0,2-1-1577,-2-6 0,1-2 2437,9 13 0,-11-20 0,-6-15 0</inkml:trace>
  <inkml:trace contextRef="#ctx0" brushRef="#br0" timeOffset="202476">20296 15551 24867,'-13'-40'-211,"1"0"0,-2 4 0,11 8-1598,56 20 1809,-20 5 0,-1 1 0,12-2 0,0 2 0</inkml:trace>
  <inkml:trace contextRef="#ctx0" brushRef="#br0" timeOffset="202717">20587 14908 26754,'-10'-37'454,"1"-1"0,-7-23-449,19 65 29,10 13-29,1 5-11,5 11 1,5 9 0,-4-2-985,-3-6 0,-1 2 979,8 17 0,2 8 0,-6-2-59,-7 2 0,-7 1-141,-2-10 0,-3 2 0,-4 1-419,-6-1 1,-4 0 0,-3-1-2286,-6-1 1,-4-1 0,-2-3 2914,1-5 0,-2-3 0,2-4 0,-4 1 0,3-5 0,-6 3 0</inkml:trace>
  <inkml:trace contextRef="#ctx0" brushRef="#br0" timeOffset="203133">21106 15284 21119,'-10'-7'0,"2"1"0</inkml:trace>
  <inkml:trace contextRef="#ctx0" brushRef="#br0" timeOffset="203309">21066 15871 19921,'0'5'3842,"0"-2"-3660,-4 31 0,-6 11-2979,-4-13 1,-3 1 2734,2 20 1,-4 1-684,-12-9 0,-5-5 719,-5-5 1,1-3-1,13-8 1,2-2-1,-4-1 1,0 0-1</inkml:trace>
  <inkml:trace contextRef="#ctx0" brushRef="#br0" timeOffset="205620">5884 18350 20140,'12'-47'257,"-1"-1"1,1 2-1,2 2-204,0 14 1,0 1-1418,3-7 0,-1 1 1395,-2 5 0,-1-2 41,8-24 1,-1-3-177,-6 14 0,-1-1 137,-2 3 1,0-4 0,-1 4-9,-2 0 0,-2 1 48,-3-10 0,-2 4-6,-2 6 901,-8-17-951,3 47-174,-5 6 96,-2 22 55,-8 23 0,-1 5 124,-2 9 0,-2 6-126,7-11 0,1 2-166,0-2 0,0 4 0,2-1 127,3-7 0,2 0 1,2 0 1,1-2 0,1 1 1,2-1-442,1 15 0,3-1 405,4-7 0,4-3-138,2-8 0,4-3 68,21 14 936,9-20-869,6-21 84,-9-14 25,-5-12 0,-1-7 34,-9 2 0,-1-3 453,5-2 0,0-4-389,-1-9 1,-5-1 77,1-15-140,-10 24 1,-2 0 1251,-4-27-1117,-9 27 314,-3-9-341,-3 22-52,1 8-61,-1 8 316,4 2-428,-1 5 68,1 7-29,0 11 17,-1 19 17,3-8-34,0 21 6,0-16-12,0 7 12,1-4-34,3-10 28,2-9 57,6-9 44,5-8 44,7-12-10,6-10 39,6-14-28,0-7-6,-4-4 73,-6-5-11,-7-5-485,-6-8 336,-8 28 1,0-2 8,-1-2 0,-1 0 41,1-2 1,0 1 20,1-21 80,-1 17 1,-1 1 19,2-13-118,-1 16 1,-1 0 112,0-17-34,0 5-6,-3 5-10,-4 8-57,0 9 17,-2 9-78,3 10 366,1 6-512,2 7 55,0 11 80,0 19-34,2 21 2,1-19 1,-1 2-166,1 4 1,0 2 131,1 3 0,1 1-513,-1 1 1,0 2 349,0-1 1,1 1-353,0-2 0,0 0-807,0-3 0,1-1-3450,0-4 1,1-1 4813,6 22 0,-5-26 0,-2-19 0</inkml:trace>
  <inkml:trace contextRef="#ctx0" brushRef="#br0" timeOffset="205811">6600 17911 21586,'42'-34'-395,"1"0"0,-1 1 0,5-1 0,0 1 0,-5 7 0,-9 11 0,-2 4 0,0-1 0,-1 1 1</inkml:trace>
  <inkml:trace contextRef="#ctx0" brushRef="#br0" timeOffset="206809">8022 17795 14981,'0'-9'4705,"0"2"-4436,0 7 72,0 0-346,17 62-90,-1-21 30,-1 6 1,1 3-85,-3-19 1,-1 0-239,-2 9 1,-1 0 150,3 14 113,-11-15 0,-4-1 207,-13 5 325,-12 5 1154,-13-18-438,10-21-733,4-12 186,17-21-298,13-6-3471,21-28 3247,-2 15-14,10 2 0,4 0-344,-10 16 0,1 1 302,5-7 0,2 1-61,-1 2 1,0 1-5,0-2 1,-1 1 30,-5 5 1,-1 0 2,8-6 0,-4 0 14,-1-5 68,-1-3 77,-11 7 3227,-9 10-3204,-5 10 1080,-3 6-1007,-1 4 132,-2 5-312,-1 0 102,-9 18-45,2 1-6,-8 23-95,8-7-28,1 7-28,7-17-252,2 7-599,4-10-5260,5 11 6167,1-13 0,-1-5 0,-5-15 0</inkml:trace>
  <inkml:trace contextRef="#ctx0" brushRef="#br0" timeOffset="206988">8740 17684 17199,'0'-5'4867,"-1"2"-5763,1 3-5282,-17 1 6178,18 10 0,-16-7 0,19 6 0</inkml:trace>
  <inkml:trace contextRef="#ctx0" brushRef="#br0" timeOffset="208042">9235 17693 21971,'-52'0'396,"1"1"0,2 2 0,4 5-223,-6 28-126,20-8 1,1 2-423,6-4 1,1 1 382,0 3 1,3 0-20,1 4 142,11 2-170,15-19 149,8 1-65,13-14-6,-4-9 17,14-12 162,1-14 135,-2-2 190,-2-6-274,-19 15 681,-3-1-803,-8 14 82,1-3-128,-5 11-230,1 0 135,1 23 5,0-4-5,2 34-23,-2 5-794,-8-3 0,-2 5 553,-2-1 1,-2 2-102,-1-9 1,-2 1-1,-1 1-597,-2-1 0,-2 0 1,1-3 381,-1 3 0,-2-2-151,0-5 1,-2 1-1,3-7 652,-6 5 213,3-6 0,1-8-84,9-22-168,16-37 140,7-3 0,5-5 73,8-14 0,2-4-562,-6 16 0,1-2 0,0-1 507,2-2 1,0-1 0,1-1 18,0-2 1,2 0-1,-1 0 17,2-1 0,0-1 1,-1 4-38,-5 9 0,0 2 0,1-1 229,5-8 0,1-2 1,-2 4-129,-3 4 1,0 1 326,8-15 1,-2 2 278,-10 20 1,-2 2-70,9-17-213,-7 17-296,-8 14 1389,-5 9-1462,0 14 952,2 13-913,4 19-62,1 20-59,-6-24 1,-2 3-163,-1 4 1,-1 0 131,-2 3 0,-2 0-26,-1 0 1,-1-1-3,0-2 0,-2-1-55,1-4 1,-1-3 48,-1 21 0,2-18-22,3-18 302,32-38-179,-13 4-11,8-10 0,2-1 5,-2-1 39,-4 4 1,1-2 112,11-14 650,8-8-746,-8 11 9,-9 13-65,-7 12 6,-6 15-11,1 12 0,-1 13-51,2 10-16,-2 2-6,2-5-12,4-8 29,-1-12 0,16-6 73,-5-12-6,14-10-56,-12-5 95,-2-16 1,-2-8-295,-11 13 0,-2-2 283,10-25 0,-3-3 36,-11 11 1,-4 1 19,0-4 0,-1 1 28,-1 3 0,-1 1 58,-2 7 1,-1 3-25,-1-10 240,-6 11-313,3 23-174,-1 1 17,3 18 6,0 14-23,1 21 14,1-12 0,1 3-402,1 6 1,1 3 191,0 5 1,0 2-323,1 2 0,0 1-1437,0 2 0,-1 0 1461,2 1 1,-1-4-1,0 8 1,0-13-1</inkml:trace>
  <inkml:trace contextRef="#ctx0" brushRef="#br0" timeOffset="208253">9980 17638 19445,'-4'-1'4229,"1"0"-10024,3 1 5532,76-55-426,-47 43 0,3 0-807,9-9 0,6-4 1,-3 6 1495,0 10 0,-6 4 0,4-2 0,-28 6 0</inkml:trace>
  <inkml:trace contextRef="#ctx0" brushRef="#br0" timeOffset="208460">10692 17596 23657,'39'-22'-670,"-1"1"1,-2-8 0,12 19-1</inkml:trace>
  <inkml:trace contextRef="#ctx0" brushRef="#br0" timeOffset="208650">10768 17856 22957,'-6'2'2218,"1"0"-2078,5-2-521,32-18-1370,-1 5 1,3-2-485,-1-1 1,0-1 1383,15-3 1,-8 3 0,-24 10-1,-3 1 1</inkml:trace>
  <inkml:trace contextRef="#ctx0" brushRef="#br0" timeOffset="209966">12295 17328 19232,'-2'-52'1088,"0"1"1,-1 5 0,2 13-871,2 27-223,-1 5 77,2 8 197,1 9 196,1 40-364,-5-24 0,-1 2-340,0 4 0,-3 1 283,-7 5 1,-4 0 2,-8 4 1,-1-1-40,5-8 1,0 1 2,-10 10 1,2-1-46,13-18 0,1-4 18,-9 18-3229,10-6 3233,12-31 141,6-5 17,8-15-62,13-13-56,1-2 5,-5 4 1,1-2-265,-3 0 0,2 0 248,6-8 0,1-1-1,-1 0 1,1 1-12,-1 4 1,-1 3 317,22-14-323,-12 17-11,-10 15 11,-7 16-6,-3 13-5,-1 27-28,-2-3 533,-2 3-544,1-5-23,1-12-108,13 9-20,0-16 3492,11-6-3325,-10-17-3380,20-19 3436,-22 3-271,1-7 1,0-2 281,-5-2-75,-1-4 0,-2-1 165,-6 3 314,6-26-269,-15 35 218,-1-8 74,-7 19 2682,0 1-3047,-2 4 796,0 2-919,2 1 619,-4 8-625,0 5 1,1 4-1,2 10 23,3-14-28,9 11 27,3-16 35,10 1-23,-4-8-28,18-15-3342,-9-2 3409,6-7 62,-8-6 67,-10-6-22,-3-3-1,-5-6 158,-9 8-180,-7 12 3258,-8 7-3392,-7 19 5,-6 13 0,4 4 12,-9 17-6,6 12-56,3 5-107,16-21 0,3 1-100,3 21-442,13-1-590,9-7 366,4-14-3827,29-8 264,-3-21 2688,-10-7 0,0-2 1087,16-12 1433,-14-4 1,-1-3 2851,9-12-2579,-18 14 0,-1-1 1030,-2-5 0,-4 0-462,5-10-952,-8 11 0,-2 1-101,-1-4 1047,-3 2-1181,-9 17 380,0-1-560,-3 11-117,-2 2-39,-2 4 249,-12 18-305,-1 6-1,-10 17-271,12-10 0,1 1-915,-4 19-621,8-17 1,3-2 1829,4 11 0,3-20 0,2-9 0</inkml:trace>
  <inkml:trace contextRef="#ctx0" brushRef="#br0" timeOffset="210143">13767 17256 20173,'0'-6'4285,"0"1"-4744,0 5-1059,-40-22-2829,30 36-5484,-26-14 9190,39 29 0,2-10 0,-4-13 0</inkml:trace>
  <inkml:trace contextRef="#ctx0" brushRef="#br0" timeOffset="211212">14101 17342 20694,'4'-9'4240,"-1"2"-3719,-3 7-174,0 0-128,-63-24-135,22 30-269,-4-11 1,0 4 207,-3 34-46,9 5-16,14-7-62,8 12-11,16-17 56,11 7 6,18-18 33,16-10 34,8-13 56,0-7 117,-7-8 375,-13 1-168,-11 1 51,-8 5-101,-7 5-117,-4 5-252,-2 3 5,-7 17-6,-7 15 23,-15 26-11,10-19 0,-1 3-719,-5 6 0,0 2 615,-3 4 0,-1 1-283,0 4 1,-1 0-371,1 1 1,0-2 195,8-12 1,0 0-1442,-6 12 1,2-5 1620,-4-3 487,12-16 1,0-9-40,4-21 84,7-25 84,10-26-112,2 1-51,5-1 1,2-4-12,1 13 0,1-2-168,1 2 0,1-3 1,2 2-119,10-13 1,5 2 113,-9 18 1,3 0 0,-1 2 62,6-6 1,3 2 61,1 4 1,5-1 0,-2 2 74,5-2 1,0 0 25,-3 3 1,3-2-1,-3 0 294,9-5 0,-3 0 254,-5 2 0,-3 1 236,-7 2 0,-4 1-275,-6 5 1,-3-1 271,4-17-275,-13 12-302,-7 15-218,-4 10-135,0 10 1207,-2 7-1140,0 13 349,1 13-388,0 5 0,0 5-3,1 5 1,0 1-526,0-2 1,-1 1 527,-1 4 0,-3-2 11,-1-18 1,-2-2-131,-2 8 1,-1-2 118,-1-5 0,1-3 34,-7 10 11,5-15 28,8-18-39,8-10 1062,9-14-1029,12-16-27,11-12 21,-2 3-82,-5 9 1,1 0 76,10-7-11,-12 14 0,-2 1-33,5 3 5,-12 13-28,-6 7 0,0 10 33,3 6-21,3 6 462,4 3-446,2-2-6,6-5 6,7-7 6,5-7 44,5-11-38,0-9 16,-3-14-1680,-22 3 1,-2-2 1685,6-16 55,-12 6 1,-2-3-118,-7 12 1,-1 1 111,2-8 0,-1 1 157,0-23-34,-2 19-27,-2 21-141,-3 12-84,-1 12 3293,-6 14-3282,-6 19 34,-6 21 41,1-2-63,6-5 0,1 0-40,1 4-106,3 7 0,2 2-84,5-29 0,0 0 50,0 6 1,1 0-732,0-4 0,4-5 105,19 3 1,-14-1 0,14-22-1</inkml:trace>
  <inkml:trace contextRef="#ctx0" brushRef="#br0" timeOffset="211400">14971 17325 24732,'43'-29'-1967,"0"0"1,0-1 0,3 3 0,1 2 0,-6 7 884,13 12 0,-4 3 0,-41 3 0</inkml:trace>
  <inkml:trace contextRef="#ctx0" brushRef="#br0" timeOffset="212000">15692 16846 25578,'-20'47'82,"9"-8"0,1 7 1,1-2-1599,1 2 1,1 4 1509,0 2 1,-1 10-1,1 1 1,2-7-652,2-10 1,2-3 0,1 1 605,-2 8 1,0 3 0,4-4-569,10 11 0,7-8-2994,4-16 0,3-4 3613,4 3 0,0-4 0,13 4 0,-17-21 0</inkml:trace>
  <inkml:trace contextRef="#ctx0" brushRef="#br0" timeOffset="213062">16149 17571 23780,'1'-8'370,"-1"27"-228,-2 16 1,-2 7-95,2-11 0,-1 2-787,-8 27 0,-1-1 750,5-26 0,-1-2-8,-2 7 0,0 0 522,-2 22-503,6-33 321,2 4-68,3-23 5,1-12-167,0-9 742,0-3-782,-1-20 0,-1-23-31,0 25 0,1-3-244,0-11 1,0-1 220,0 1 1,1 1-432,-1-2 1,2-1 413,-1 1 1,1 2-6,0 10 1,0 0-262,3-11 0,3 2 225,9-14 25,-3 19 0,3 3-25,21-13-207,-4 21 128,24 8 79,-17 25 6,16 16 5,-17 24 14,-22-12 0,-4 3-4,-3 5 1,-4 1-30,-2-7 1,-5 0 35,-13 16 0,-7-1 22,0-16 0,-3-2-14,-11 15 1,-3-1-7,3-12 1,0-4-6,8-6 0,0-2-252,-7 4 0,1-4-97,-1-1-2790,-5 1-3555,31-20 6708,15-8 0,0 2 0,2 0 0</inkml:trace>
  <inkml:trace contextRef="#ctx0" brushRef="#br0" timeOffset="214533">16843 17365 23355,'-47'-32'349,"1"1"0,4 2 0,5 10-299,7 25-5,2 12-45,-1 16-28,3 8 17,4 5 11,8 0-23,7-12-49,9 6 83,9-19 0,11 4 28,6-16 34,8-8-11,1-11 44,0-8 28,-2-8 68,-6-5 22,-6-1-16,-7-2 44,-5 4-140,-5 8 297,-3 4-247,-2 12-78,-1 0-28,-1 7-78,-2 4 38,-2 1 7,-7 18-46,3-2-5,-2 15-11,6-5 6,5-1 10,3-7-38,12 4 61,-4-16-62,24 6 62,-10-17 17,13-8 5,-7-9 23,-4-11-45,-7 3 62,-2-22-29,-9 8-10,3-18 49,-4 8-77,1 2 44,3 4-17,4 5-33,4 7 6,-4 11 16,12 4-62,-10 11 35,9 7-12,-7 12 39,0 13-39,-2 10 11,0 4 0,1 0 12,1-3 16,4-6-28,4-8-11,3-8 28,-4-8-22,17-11 38,-12-10-27,13-9 45,-12-11 5,-6-13 6,-6-9-1,-12 22 1,-1-1 39,4-29 34,-6 9-56,-2 17 178,-7 7-72,-1 19-179,-1-1 6,-1 8-12,-1 10 0,-7 7 11,-3 14-33,2-1-118,-1 27-167,10-11-416,1 18-559,11-14-549,9-8-91,10-11 573,8-15 750,8-16 531,2-14 394,-1-10 425,-4-6 436,-7-8 796,-2-13-1411,-12 15 324,4-10-213,-11 26-156,0 2-162,-5 8-175,-3 8-150,-2 5 10,0 7 6,-1 13-27,-7 27-24,1-9-13,0-8 0,-1 1-31,-4 18-6,3-9-111,1 6 44,8-27 73,8-4 78,10-11-5,11-17 28,8-10 45,3-12 16,0-4 79,3-8-152,-16 17 35,6-4-29,-19 22-28,0 1-17,-5 9-22,-5 8 45,-1 9-11,0 16-23,-1 0 6,-1-2 5,4-5 1,4-10 33,7-2-28,10-7 5,8-13-16,8-9 28,6-15-1,-22 12 1,-1-5-468,5-11 1,-1-5 492,-2 0 0,-3-1-17,-1 0 1,-1-2 35,-2-5 1,-3-1 22,-4 8 0,-3-1 14,3-8 0,-1-1 36,-4 5 1,-2 2-12,-2 8 0,-1 3 264,-4-17-264,-1 24-123,-2 12-11,1 13-101,-4 21 117,2-3 1,-5 20-34,1 15 16,6-19 1,0 1-122,-1 11 1,2 2-31,3 2 1,1-1-113,1 0 1,3-2-213,1-3 0,3-1-2563,7 6 0,2-3 3050,6 8 0,2-3 0,-19-41 0</inkml:trace>
  <inkml:trace contextRef="#ctx0" brushRef="#br0" timeOffset="214709">18444 17091 22550,'53'-20'-812,"1"0"1,-1 0-1,-5 1 1,-2 1-1,-7 7 1,5 10 0,-18 1-1</inkml:trace>
  <inkml:trace contextRef="#ctx0" brushRef="#br0" timeOffset="214911">19140 17186 22867,'-3'0'3725,"1"0"-2739,2 0-1037,-46-16-234,35 11-802,-35-11-173,46 15-7791,0 3 9051,-1 0 0,1 0 0,0 0 0</inkml:trace>
  <inkml:trace contextRef="#ctx0" brushRef="#br0" timeOffset="215959">19525 17207 16969,'-1'-4'2823,"1"1"-2806,0 3 134,5-39 404,-2 29 817,3-30-918,-5 40 1377,0-2-1691,-1 0 62,0-3-157,0 0 179,-1-5 28,-1 1-135,0-2 220,-1-7-253,1 8 162,-1-14-156,1 14 173,-2-11-78,2 11-34,-3-3 73,-1 3-151,2 4 56,-1 0-73,5 5-185,0 0 118,7 11-17,5 8-17,10 17 34,-5-2 5,-4 0 0,-3 2-5,-2 22-195,-5-15 0,-2 2 147,-7-8 1,-3-1 32,-2-4 1,-2-2 14,-16 16 95,5-20 11,9-14-33,8-12-34,9-12 328,10-10-295,11-13-27,15-5-34,-15 18 0,2 1-147,4 0 1,0 1 107,20-12-62,-10 13 1,2 2-180,14-5 120,-16 9 0,0 0-92,13-4 101,-13 4 151,-14 3 45,-10 2 95,-9 1 56,-4-1 62,-2-1 365,-2 0-276,-2 1 162,-1 4-397,1 2-78,1 2-40,1 3-33,-3 7-45,-4 10-269,-3 11-403,-1 11-4221,2 8 1711,4 5 3266,2 1 0,4-24 0,0-8 0</inkml:trace>
  <inkml:trace contextRef="#ctx0" brushRef="#br0" timeOffset="216153">20294 16894 24990,'-32'-39'-3781,"10"22"3781,32 50 0,-4-11 0,3 1 0</inkml:trace>
  <inkml:trace contextRef="#ctx0" brushRef="#br0" timeOffset="217237">20645 17052 25802,'-44'-6'126,"0"0"0,0 1 0,-10-1 0,4 6-370,15 10 1,5 4 187,-4 16 134,27-8-95,7 5 93,14-2-109,14-5 66,13-8 6,9-8 40,1-12 61,-2-8 56,-10-10 101,-8-4 299,-10 1-58,-7 0-409,-7 12 22,-5 3-90,-2 11-117,-1 5 40,-1 4 4,-5 19-21,-6 18 38,2-10 1,-1 4-187,-3 7 0,-2 5-92,-3 2 1,-2 5-1,0 0-1334,0-3 1,1-1 0,-1 1 1253,1-2 0,-1 0 1,0-1-530,2-5 1,0-1 0,0-5-254,2-6 0,-1-4 824,-1 3 0,-1-3 468,-10 3-179,14-24-366,15-36 276,9 3 28,4-7 0,5-4-148,10-11 0,4-1-223,-6 8 1,1-2 439,3-1 0,3-5 0,-1 3 121,5-4 1,0 0 22,-7 9 0,2-3 0,0 1 37,-2 2 0,1 0 0,-2 1 88,-1 3 0,0 0 0,-1 0 258,7-12 1,-1 0 1027,3-7 0,-2 2-1204,-11 18 0,-1 3 79,1-7 0,-1 5-6,-3 10-62,-5 12-213,-7 8 1251,-1 7-1110,-3 10 1181,-1 12-1361,1 18-34,-1 14-50,0-22 1,0 1-1,0 12 0,0 2 15,1-8 1,0 1-25,-2 16 1,-1-2-8,0-2 27,-6 7 129,1-50-21,1-6-74,1-9 39,4-15 6,3-6 106,14-21-134,-1 12 5,6 5 0,2 2-16,1 6 56,25-12-3494,-8 24 3376,-8 1 0,10 6-50,-11 12 22,1 3 11,-2 5 0,-7 4 17,-10-10 3409,14 9-3358,-7-17-35,2 0-10,0-21 0,-9-9 55,4-16 6,-9 7 1,-1-2-503,2-18 507,-5 9 1,0-1 28,-2 12 0,-2 1 2,2-9 1,-2 0 41,1 1 1,-1 1 39,0-14-84,-1 14-96,0 27-55,0 9-62,0 6 84,0 11 0,0 31 11,0-4 6,1 12 0,1 1-319,-1 4 221,2 0 0,-1 1-59,1-1-384,-2-1 1,1 3-852,-1-16 0,-1-2 573,1 3 1,0-1 783,-1-4 1,0-7 0,0-15 0,0 5 0</inkml:trace>
  <inkml:trace contextRef="#ctx0" brushRef="#br0" timeOffset="217403">21495 17125 20935,'-3'-41'491,"-1"1"0,2 0 0,7 10-687,20 19-1417,35 0-31,-28 8 0,1 2-3272,18 2 1,-1 2 4745,-17-1 0,-3 0 0,22 4 0,-35-3 0</inkml:trace>
  <inkml:trace contextRef="#ctx0" brushRef="#br0" timeOffset="217633">21975 16742 21607,'-17'-52'1279,"1"0"0,-1 1 0,1 9-478,4 19-269,-1 1-252,7 12-286,2 6-5,3 6 28,3 12 33,20 37-45,-6-15 1,1 1-669,3 4 1,2 4 656,1 2 0,2 5 1,-3-5-4,-3-6 1,-2 1-27,-1 2 0,0 8 0,-1 1 0,-5-6-332,-6 11 0,-7-2-987,-3-2 1,-4 4 0,-5-6 860,-13 3 1,-4-7 0,7-16 0,0-4 0,-11 3 0</inkml:trace>
  <inkml:trace contextRef="#ctx0" brushRef="#br0" timeOffset="226887">22354 11450 12477,'-6'40'2224,"0"3"-1726,0 3-33,-2 13-266,3-23 0,-1 2-867,-2 6 0,0 4 797,-2 7 0,-1 2-725,3-14 0,1 1 0,-1 0 693,-1 5 0,1 1 0,1 0-17,-1 4 1,1-1-1,1 2-134,0 1 1,0 1-1,1 0 155,0 2 0,1-1 0,0 1-1,0 1 1,0 0 0,1 0 5,-1 1 1,1-1-1,-1 0-5,0 0 0,0 0 1,-1-1 2,1 0 1,-1-1-1,0 0 8,-1-1 0,0 0 0,0-1-17,-1-1 0,1 1 1,-1-2-9,0 0 1,0-2 0,0-1-21,-1 7 0,-1 2-466,3-14 0,-1 5 0,1-2 0,0-5 446,1 0 1,-1 0 8,-1 14 0,0 6 0,-1-6-95,2-8 0,0-2 106,-1 13 1,-1 1 4,0-1 1,1 0 5,1-1 1,0-1 10,0 0 1,1 0 2,0-1 1,1 0-9,0-3 0,1-1-3,0-4 1,1-2-21,0-4 1,2-2 493,0-6 0,2-1-471,4 27-50,1-19 50,7 15-34,-6-17-22,2 9 28,-4 12-45,-5-16 3,0-12 0,0-1 26,0 17 930,1-13-869,5 1 2875,0-18-2892,6 6 1301,-2-10-1306,1 0 185,-1 0-225,-2-1 6,-1 1 22,-2-3-28,0-2 17,-1-3 62,1-4 111,1-1 62,1-4-39,3-3-95,1-1-62,-2-1-50,-2 3-45,-4 1 34,-2 2 5,-2 0-39,2 0 6,1 0 22,1 0-40,2 1 35,0 2-1,1 4 6,0 5 23,-2 5-51,0 7-3348,-2 13 3348,-1-9-16,2 15 32,0-13-10,4 9 16,4 0-16,1 2 0,2 3 27,1 5-16,-2 4 5,-2 2-27,-3 0-29,-1-2 40,0-5-6,2 4 0,-2-17 3403,2 9-3392,-6-17 23,2 9-29,-2 1-5,-1 3-5,-2 4-23,0 5 33,0 3-16,-3 4 28,1 1 0,-2 1-40,1-1 40,1-2-73,0-1-5,1 0 38,0-19 1,0 1-388,0-3 0,0-1 407,0 0 0,-1 1 3,0 1 0,0 0-341,-5 28 341,3-22 0,-1 2-39,-2 10 0,1 1-350,0-10 0,0 0 22,0 5 1,1-4-788,-1 3 1154,3-12 0,1-25 0,1-3 0</inkml:trace>
  <inkml:trace contextRef="#ctx0" brushRef="#br0" timeOffset="234340">23327 11861 20744,'-9'-31'3008,"2"6"-2481,7 23-511,1 1-228,0 12 262,6 6-28,0 9-10,14 25-12,-9-21 8,-1 4 0,-2 2 15,-4 6 38,-2 16 29,-9-19-34,1-12 235,-7-4-16,6-16-18,-6 0-156,3-13 12,-3-3-46,2-13-151,4 1-135,5-9-123,14 0 157,3 4-27,10-1-276,3 8 1,5 0-786,6 1 1,4 0 731,6-3 1,2 1 28,0 3 0,-4 3-144,10-1-935,-26 7 1,-1 2-382,0-1 1143,7 1 969,-25 4 1658,-7 1 5921,-5 1-6888,0 2-786,3-2 290,14 0-301,-4-3 207,16-8 11,-16-1 5,1-8 23,-10 0-28,-7-2-17,-5 0-55,-5 4-68,-5 5-17,-3 3-11,0 6-23,-1 6-55,3 3-51,-12 22 0,9 4 6,-8 19 6,14 1-3421,8 1 3415,8-11-556,22 15 516,-2-29-1053,10-1 1,3-3 1109,3-8 24,0-4 1,3-4-53,-4-11 1,0-5 91,-1 0 0,0-3 17,3-6 0,-3-4 8,-11 0 0,-4-3 6,-2-3 0,-4 0 0,7-22 44,-11 8 1,-1-2 84,2-15-87,-5 18 0,0 0 137,1-12 2074,-4 12-2068,-1 15 238,-1 12-507,-1 8 3101,0 8-3191,-2 11 118,-1 16-17,-2 21-31,1-19 1,1 3 10,-1 4 0,1 0-170,-4 24 14,2-14-1,0 1-283,3-16 1,0 1-1473,-2 14 0,3-1 1932,4 14 0,-2-24 0,3-19 0</inkml:trace>
  <inkml:trace contextRef="#ctx0" brushRef="#br0" timeOffset="234967">24208 11895 22313,'54'-20'123,"3"2"-160,-25 12 1,0 2-577,29-6 271,-5 0-89,-8-2 217,-8-3 90,-4-3 197,-17 5 224,-2-3-6,-13 7 62,-2-1 141,-1 2 305,-1 3-284,0 2 107,0 3-561,-2 4 1,-5 8-40,-6 14-33,-5 14-17,1 10 11,6-8-44,13 20 10,14-22 12,13 14 22,13-21 6,6-12 50,2-13 17,-2-16 62,-6-11 100,-7-12 45,-9-8 34,-8-7-22,-9-3-135,-5 10 286,-4-10-202,-1 23-84,-2-7-84,0 18-90,-1 5-274,2 6-555,2 2-2279,9 2 728,1 0 2414,21 4 0,-19-3 0,8 2 0</inkml:trace>
  <inkml:trace contextRef="#ctx0" brushRef="#br0" timeOffset="235932">25240 11751 14213,'1'-7'7825,"0"1"-5982,-1 6-510,0 0-1445,-13-33 67,10 28 17,0-9 11,12 31-16,12 25-35,-4-2-27,1 14-22,-7 0-79,-11 4 123,-6-20-62,-15 4 18,-2-23 44,-9-2 62,2-8-34,4-14-56,12-1-280,5-12-285,10 3-315,3-6-49,5 1 190,4-2 308,5 3 364,0-1 224,2 1 45,0-1 106,-4 1 280,-2 1-190,-8 6-191,-3 4 40,-3 6 503,0 2-486,0-2 83,0 0 97,1-3 60,-1-2-73,1-1-61,-1-1-17,0 0-62,-2 2-50,0 1-44,-1 1-35,0 2-44,2 0 17,0 1-18,1 1 7,0 0 5,0-1 61,0 0 40,0-1-67,0 1-17,0 1 95,0-2-107,0 2 34,0-2-61,0 2 11,2-1 50,-2 1-56,2 0 17,0 0-28,0 0 23,3-2-18,0 0-22,1 0 29,-2 1-1,-2 1 0,0-1 11,4-3 6,-3 2 40,7-4-29,-5 3 0,2-1-28,-2 1 0,-1 1-5,-2 2 50,-1 0-202,1 0 57,0 0-645,15-2-1192,7-2-5575,14-3 7501,-6 0 0,-11 2 0,-10 2 0</inkml:trace>
  <inkml:trace contextRef="#ctx0" brushRef="#br0" timeOffset="236466">25578 11772 24161,'14'-44'297,"-3"12"-213,-11 52-17,-2 10-17,-2 22-22,-2 6-16,-4 4 4,5-31 1,0 1 11,-5 26 0,-1-9 51,2-12-29,2-18 208,4-9 151,2-9-185,3-9-190,0-1 61,13-33-34,-3 13 45,10-11 1,3 0-62,2 1 25,10-2 0,3 1 14,9 4-39,-9 11 0,0 3-45,1 5 0,4 6-28,-22 18 0,-2 1-84,1 17-992,-1 18-3730,-2 6 3986,-3 5 0,-10-25 0,-3-14 0</inkml:trace>
  <inkml:trace contextRef="#ctx0" brushRef="#br0" timeOffset="238901">27207 12041 11495,'0'-9'4940,"0"3"-2107,0 6-2497,0 0 907,15-58-1187,-11 44-22,11-44 749,-15 58 433,0 0 1051,1-7-2223,2-3-27,-1-4 73,3-10-57,-2 9 69,2-16 15,-3 13-55,-1-1 112,0 3-51,1 4-6,0-5 18,1-1-34,0-1-12,0-2-10,0 1-29,-1 4-11,0 6 6,-1 5-56,-1 4-118,0 0 67,0 4 34,-5 21 40,-2 11-10,0-4 1,-1 0 3,-5 21-1,0-7 1,-1 1 2,3-14 1,1 0-179,-6 14 0,0 1 170,5-12 0,0-3 0,-9 25 6,7-18 39,-1-2-6,9-23 84,-2 1 107,5-12-57,2-7-128,0-4-34,0-26 0,5-9-5,-1 7 0,2-2-29,4-3 1,1-2 19,3-3 1,1-1 2,-3 10 0,3-1 11,6-13 0,3 2-14,-8 19 0,1 2 3,6-10 0,1 2-22,12-3 5,-8 15-50,12 10 28,-13 11-6,11 9 11,-11 15 18,-4 16 16,-4 18-17,-11-23 0,-2 2-254,-1 3 1,-1 0 270,-1 0 0,-1-2-11,-1-2 0,0-1 401,-1 21-396,0-17 6,0-14 39,0-12-16,0-6 38,3-13 513,3-9-585,8-17 28,-1 6 0,1-1-17,8-13 0,-5 11 0,2 1-11,6-1-1,1 2-32,8 6-40,-13 16-23,7 3-78,-8 15-106,1 11-95,1 13-186,0 9 208,-3-4-504,-5-8 0,2 1-818,10 10 560,-6-13 0,3-1-572,23 6 909,6-14 800,4-12 510,-4-14 330,-6-10 107,-8-11-476,-12 4 711,7-23-510,-11 10-5,8-19-39,-11 10-57,-7 5-151,-9 9-151,-13 9-73,-14 11-128,-3 6 106,-34 18-141,15 6-41,13-3 0,1 4 3,-9 20-23,13 4 17,13 0 275,15-4-286,12-6 27,11-9 7,7-11 33,5-10 45,0-12 67,-1-10 62,-3-9-23,-7-5-17,-4-4-22,-5 2 118,-2 0-152,-6 14-100,-1 6 0,-5 11-202,-1 3 156,3 12 1,3 5 28,6 15-11,0-4-18,14 16 18,-2-16-3387,23 9 3381,-16-21-11,20-6-6,-13-17 28,0 0 17,10-25 17,-21-3-117,-9 7 1,-1-3 79,-5-2 1,-2-2-213,0-4 1,-1-2 195,0-3 0,0 0 24,-1 2 1,0 0 14,-1 5 0,-1 1 3176,2-18-3079,-3 21-83,-5 16-84,0 11 196,-3 10-157,-5 17 662,-6 20-665,3-10 0,0 3 3,2-4 0,-1 2-537,-3 22 1,1 4 415,4-16 1,1 0-328,-1 18 0,0 2-582,4-14 0,2-2 70,3-5 0,3-3-1931,9 22-576,9-20-264,1-22 544,-4-11 2699,-7-15 740,-7-8 1325,-5-15-653,-6-10 112,-7-5 415,-9-3 476,-8 4 1540,-10-1-2386,12 17 661,-5-3-538,19 18-583,4 0-474,10 1-220,30-3-40,-4 4-72,6 3 1,4 0-12,-4 2 0,2 1 47,21-5 1,0 0-31,-16 3 1,-1 0 214,21-9 1,-3-2 19,-14-2 30,-6 1 1,-2-4 193,-3-13 168,0-7 443,-14-4-163,-9 15-375,-6 6 246,-2 13-224,-1 9-212,-1 2-135,-5 15-3046,-3 3 3040,-5 12-264,-12 19 250,11-17 1,-2 2-1,-4 10 1,-2 2-1,-1 2 1,1 1-9,5-7 0,1 2 0,1-3 2,1-3 1,1-2-6,-2 8 1,4-5 2,7-12 17,3-9 72,0-3 3400,10-13-3433,1-6 442,13-14-402,3-8-1736,-1 3 0,0-2 1679,12-11 14,-1 3 0,-1 3-14,-1 5-11,-2 5 0,0 1 0,5 4-22,5 1-23,-6 9 0,-3 21-50,-12 11-62,-5 21-123,-18 8 34,-5-7-522,-13 10-1444,3-3 1041,4-11-5533,12 12 1775,10-37 4901,11 7 0,-9-19 0,0-1 0</inkml:trace>
  <inkml:trace contextRef="#ctx0" brushRef="#br0" timeOffset="239090">29958 11971 16661,'0'-5'6671,"0"1"-4346,0 4-1989,2-63-163,-2 44-170,1-16 0,0 6-25,-1 25-2555,0 3-5259,5 11 6988,-1-2 0,2 4 0,-4-6 0</inkml:trace>
  <inkml:trace contextRef="#ctx0" brushRef="#br0" timeOffset="240106">30257 11828 19860,'1'-4'4452,"1"0"-2738,-2 4-1753,11-31 50,-9 31-22,0 5 28,-17 39-14,2-10 0,0 0-9,-9 15 11,3-16 1,-1 0 5,-4 5 23,-7 10-34,17-27 50,6-9 23,7-11-39,6-8-29,1-2 23,22-30 0,0 2-290,-5 6 1,1 0 272,-1 0 0,0 1 12,15-20-9,-14 20 0,0 1-9,16-12 3,-16 18 1,1 0-4,3 3 1,-1 3-6,17-4 0,2 7-11,-20 11-11,4 18 10,-17-4 35,3 47-23,-13-27 5,-4 26-10,-10-22-18,-7 5 23,2-6 569,0-6-547,11-19-16,2-6 16,7-5 23,14-14-28,9-6 0,15-15 11,1-3-34,0 0 12,-6 6-1,-13 12-5,-6 9-45,-11 8 17,-1 5 45,-1 9-28,-2 2-11,6 21 16,-2-5-22,4 12-11,0-9-79,4-2 23,0-8-185,20 3 134,-3-14 85,18 1 27,-5-12 23,10-12 17,-16 0-1,16-16 6,-27 11 6,-1-2 0,2-2 33,6-6 62,8-12 17,-24 17-67,-14 8-51,-10 8 6,-23 6 0,-2 8-29,-17 9 12,8 7-16,5 7-1,9 4-34,11 15 51,11-21-22,12 8 22,7-30 17,1-1-6,9-9 56,3-12-22,0-6 5,2-11 1,-14 9 122,0-9-16,-9 16-22,1-4-51,-7 15-73,-1 4-196,-1 2 157,-3 11-34,-1 5-162,-1 15-324,-1 4-730,3 4-1724,4 0 3002,11-2 0,-7-16 0,6-6 0</inkml:trace>
  <inkml:trace contextRef="#ctx0" brushRef="#br0" timeOffset="240532">31834 11895 26362,'23'-32'8,"-1"0"1,2-7-37,-61 72 8,13-10 1,0 2-74,-4 4 1,1 2-722,-3 3 1,0 2-16,-1 2 0,0-1 64,6-6 1,-1-2-2423,-7 9 0,3-4 1334,4-3-606,-3 3-2072,31-36 3445,5-17 1086,3-18 0,-3-14 0,-2 1 529,-3 5 0,1-2 1882,0 14 0,0-1-174,2-12 1,1 1 1707,7-13-1879,-1 19-827,2 16-657,1 12-151,23 30-352,-4 9-46,-7-1 1,0 3-68,-5-1 0,-1 1 23,1 3 0,0 0-9,1 0 0,2-1-36,0-1 0,2-1-92,2-3 0,1-3-471,2-2 0,1-3-1429,3-2 1,1-4 1418,5 0 1,-1-3 0,6 0 0,-6-3 0</inkml:trace>
  <inkml:trace contextRef="#ctx0" brushRef="#br0" timeOffset="240823">32587 11410 22083,'0'-5'3058,"0"2"-2257,0 3-666,-20-5-68,3 15 17,-14 9 0,-3 9-59,9 3 0,2 6-528,-2 9 0,-2 5 0,4-2 503,2-1 0,4 2-6,4-1 1,2 5 0,5-3-32,7 1 1,7 0-76,-2-10 0,3 2 0,2-1-212,5-2 1,2-1 0,3-1-381,3-1 1,2-1-1,4-2-1079,3-1 0,4-2 0,-1-2 1783,16 7 0,-1-4 0,-15-11 0,-2-5 0,7 1 0</inkml:trace>
  <inkml:trace contextRef="#ctx0" brushRef="#br0" timeOffset="242000">24737 13606 22981,'3'-60'472,"1"1"0,-2 4 1,0 2-361,0 7 0,-1 2-278,0 1 0,1 0 244,1-2 1,1 0-275,1-1 0,1 1 266,0 3 0,0 1-6,0 5 1,0 2-2431,4-19 2450,-5 27 92,-2 10-198,-3 15 231,-3 5-198,-8 12 11,-11 19-19,5-8 0,0 3-8,-3 6 1,0 3-10,1 2 0,2 2-17,3 1 1,3-1-66,2 0 1,5 0-95,5-2 0,3-1-113,3-1 0,4-3 2976,12 18-4001,0-21 1,3-3-2073,13 3 589,8 4 2811,0-21 0,-31-12 0,8-1 0</inkml:trace>
  <inkml:trace contextRef="#ctx0" brushRef="#br0" timeOffset="242352">25109 13451 24256,'3'-36'271,"0"1"1,-2-19-272,-10 55-11,2 3 0,9-1 11,9-1-11,14 0 0,13-6 22,10-6 0,1-10 39,-4-8 40,-9-7 33,-10-4 34,-11-1 90,-9-5 39,-15 10-135,-5 7-78,-10 15-40,-3 15 79,-16 19-89,11 0-9,6 0 0,1 3 14,-7 17-31,13-14 0,2 2-39,3 0 0,3 2-182,-2 31-362,16-24 1,4-2-706,5 14-726,4-17 1,4-3-7815,15 2 8796,-3-3 1,-8-14-1,-17-10 1</inkml:trace>
  <inkml:trace contextRef="#ctx0" brushRef="#br0" timeOffset="242570">25733 13382 18106,'14'-49'2078,"-1"0"0,0 0 0,-2 5-1249,-5 9-196,-1 0-168,-8 12-414,-1 13-7,-19 19-32,8 5-18,-25 32-3,22-18 1,2 3-629,-7 13 1,0 3 588,0 6 1,1 4-258,5-5 1,0 3-1,1-2 11,-2 3 0,1 0-803,2-2 0,0 4 0,1-5-1444,-1-1 1,0-2 2540,2-6 0,-1 0 0,1-3 0,2-6 0,0-3 0,-8 21 0</inkml:trace>
  <inkml:trace contextRef="#ctx0" brushRef="#br0" timeOffset="242699">25140 14284 12830,'13'-41'1066,"0"0"1,0-1-1,3 2 1,2 0-1,1 2-845,14-15 0,3 2-1333,3 3 0,0 3 927,-8 12 1,1 0-4732,19-8 1,-1 5 4416,-10 8 1,-6 6 0,-6 5 0,-19 13 0</inkml:trace>
  <inkml:trace contextRef="#ctx0" brushRef="#br0" timeOffset="243050">26039 13634 25489,'22'-47'85,"1"-1"0,-5 8 1,0-2-1,-2 3-54,-4 4 0,-1 0-26,3-6 1,0-4 19,4-15 1,-2 2-214,-7 26 0,-1 0 285,3-11 0,1-7 0,-2 6 222,0-18-115,-3 20 1,-1 4-205,-5 11 70,-4 20-47,-3 28-23,-3 5 5,1 3 1,-1 5-4,1 1 1,-2 5-592,1 4 1,-1 6 0,0-1 552,1-3 1,0 0 0,0 2-76,-1 8 1,0 3 0,0-4-36,1 1 1,0-2-416,2-6 1,1 1 0,1-5 118,2-12 0,0 0-3662,1 24 0,2-5-1306,3-22 5141,4 6 0,-4-30 0,0-3 1</inkml:trace>
  <inkml:trace contextRef="#ctx0" brushRef="#br0" timeOffset="243203">26161 13533 15782,'-5'-6'6323,"1"1"-5174,4 5-500,0 0-447,-43-65-224,43 42-118,-14-15 0,8 3-1048,52 25-822,-2 2-2594,-9 6 0,0 2 4604,13 2 0,-7-1 0,-18 2 0</inkml:trace>
  <inkml:trace contextRef="#ctx0" brushRef="#br0" timeOffset="243386">26895 13439 24882,'-29'44'-568,"0"0"0,-1 0 0,3-2 0,0 0 1,3-5-4349,2-3 1,2-4 2457,-9 16 0,9-16 1,15-22-1</inkml:trace>
  <inkml:trace contextRef="#ctx0" brushRef="#br0" timeOffset="244286">26964 13347 18364,'-1'-3'3534,"0"1"-2923,1 2-577,58-11-6,-27 31-23,7-11 1,0 5 8,-16 23 0,-6 5-20,4 14-157,-8-15 0,-5-1 180,-13 8 44,-13 6 40,-17-14 39,-11-14 118,0-14 111,7-16-5,17-13-16,15-13-57,22-8-123,16-8-132,-7 21 1,3 2-26,5-2 0,2 1-1541,4 0 0,1 2 1524,2-1 1,1 2-9,1 0 0,0 2-96,1-1-1,-1 2 47,0 0 0,-1 2 16,-2-2 1,-2 1 33,-3 2 0,-3-1 25,16-13-6,-19 9 91,-7-6 38,-14 14 45,1-4-33,-6 11 3285,-2 3-3353,0 2 120,-3 5-198,-4 8 17,-6 13-17,-4 12-11,-1 12-12,4 3-122,6 3 10,4-13-968,3 15-1099,1-22-4272,3 9 6474,2-23 0,-2-11 0,0-6 0</inkml:trace>
  <inkml:trace contextRef="#ctx0" brushRef="#br0" timeOffset="244449">28005 13137 12382,'-40'-9'0,"8"1"0</inkml:trace>
  <inkml:trace contextRef="#ctx0" brushRef="#br0" timeOffset="245533">28465 13269 22772,'-52'-16'240,"0"1"1,1 0 0,-13-9 0,7 11-193,22 24 0,5 6-37,-9 10-17,-1 10 6,19 0-5,18 8 10,8-16 12,18 6 11,5-19 106,7-3 376,8-12-17,-10-14-258,-3-3 219,-6-14-79,-7 0-111,4-11-96,-1 4-62,-2 5-106,-6 14-39,-4 8-17,-7 15 67,1 14 11,-2 21-16,-4 1 0,-1 3-6,2-11 0,-1 1-601,-7 23 0,-4 2 545,0-14 0,-2 1-92,0-7 1,-2 3 0,-1-1-204,-3 0 0,-1 0 0,-4 0-602,-7 5 1,-5 1 0,3-5 546,-2 1 0,-1-3 106,-11 5 1,4-11 310,14-21-112,5-10-549,36-46-352,19-9-79,-5 17 0,3-4 0,0 2-220,3-2 1,1 0 13,3-2 1,3-4 0,-1 3-179,6-7 1,1 1 1163,-10 13 0,2-3 0,0 0 0,0 2-104,5-6 0,-1 2 0,-1 1 616,-1 2 0,0 0 0,-1 2 719,11-11 0,-1 3-187,-11 12 1,-1 1 516,8-5 1,-1 1 282,-4 7 0,-3 3 1991,21-10-2879,-24 18 909,-12 9-1283,-16 10 3240,-7 8-2826,-14 24-589,2-5-28,0 0 1,0 1 968,-6 18-1030,9-18 0,2 1-6,3 0 0,2-1-5,-2 28-3392,6 0 3391,3-24 12,2-2 84,0-25 95,7-6-45,10-11-61,11-12 22,11-11 0,6-6 50,2 0 34,-3 6-28,-7 8-67,-10 12-84,-11 7 3426,-7 19-3432,-4 7-11,-2 7 11,0 8-17,12 8 1,-5-13-1,11 6 17,8-26-5,-9-5 11,39-13 0,-30-2 13,7-10 1,0-5 20,7-21-472,-11 9 0,-1-2 426,-11 8 1,-2-1 2,7-12 1,-1-3 27,0-5 0,-2-3 14,0 1 1,-1-1-4,-1 2 1,-4 2 120,-6 3 0,-5 6-33,-1 6 156,-4-15-95,-7 38-202,1 3-10,-14 21 4,6 1-19,-8 15 1,0 3 19,-2 8-31,-1 15 0,3 3-20,7-2-157,7-6 1,2 9 0,2-9 139,4-16 0,1-1-373,2 10 0,1 5 0,2-8-629,9 6-3098,2-6 1,2-2-4565,0-6 7948,11 10 1,-23-34 0,-4-3 0</inkml:trace>
  <inkml:trace contextRef="#ctx0" brushRef="#br0" timeOffset="245719">29318 13105 22677,'56'-21'-101,"0"-1"0,-1 2 1,1 7-1054,-1 15 0,-2 5-1028,-13-4 1,0 0-317,9 3 0,-2-1 2498,14 1 0,-30-2 0,0-1 0</inkml:trace>
  <inkml:trace contextRef="#ctx0" brushRef="#br0" timeOffset="245950">29967 12706 20867,'-5'-8'4039,"0"2"-3260,5 6-270,0 0-447,6-33-51,10 38 20,12 5 0,3 6-26,-10 6 1,0 7-624,9 15 1,3 8 0,-7 0 592,-6 2 0,-5 2-84,0-2 1,-2 4 0,-7 0-585,-13 3 0,-7 0 0,-3-3-155,6-16 0,-2-3 0,-4 1 848,-8 2 0,-7 4 0,0-4 0,5-8 0,-14 10 0,9-15 0,0 0 0</inkml:trace>
  <inkml:trace contextRef="#ctx0" brushRef="#br0" timeOffset="246669">30927 13184 20358,'1'-47'1125,"1"-1"1,0 7 0,-1 7-728,-1 14-292,0 11-139,0 6 55,-3 22 6,-1 9-17,-4 24-33,0 9-87,4-27 0,1 0-596,0 2 0,1 1 29,0-2 1,1 0-467,1-2 0,0-2-3033,0 23 1246,0-18 2929,0-8 0,0-20 0,0 1 0</inkml:trace>
  <inkml:trace contextRef="#ctx0" brushRef="#br0" timeOffset="246884">30706 13334 21814,'17'-34'121,"-1"0"1,3 4 0,6 7-100,8 17 0,4 7-404,1-2 0,0 0 368,1 1 0,-1 0-143,0 1 0,0-1-602,-1 1 0,0-1-2929,0 1 0,-1-1 2743,26 1 0,-24-1 1,-17 0-1</inkml:trace>
  <inkml:trace contextRef="#ctx0" brushRef="#br0" timeOffset="247150">31645 13019 19591,'0'-4'4497,"0"0"-2755,0 4-1663,0-41-23,0 37 67,-3-21-5,-1 57-34,-1 16-28,-1 13-40,3-27 1,0 1-163,0 2 0,-1 0 157,1 0 1,-1-1-12,0-2 0,-1 0-90,-1 1 1,1-1-191,-4 10-1373,-2 8-7163,7-25 8816,1 0 0,3-13 0,0-7 0</inkml:trace>
  <inkml:trace contextRef="#ctx0" brushRef="#br0" timeOffset="247657">32101 13248 24094,'1'-35'-1041,"3"15"1,1 26 0,1 3-1</inkml:trace>
  <inkml:trace contextRef="#ctx0" brushRef="#br0" timeOffset="247833">32166 13622 20918,'0'3'1904,"-18"28"1,-10 12-1595,6-12 1,-1 0-1305,-10 18 0,-1 0 1013,8-16 1,0-3-96,2-5 0,-1 2-2011,-10 12 1,-2 1 2086,3-4 0,2-1 0,2-2 0,5-5 0,3-4 0</inkml:trace>
  <inkml:trace contextRef="#ctx0" brushRef="#br0" timeOffset="249283">23338 14401 14325,'0'-3'6402,"0"0"-5433,0 3-952,51-41 0,-17 27-12,6-9 1,1 2-12,10 15-10,-3 3 4,-5 4 35,-20 0 268,-7 4 303,-22 3-90,-15 6-319,-7 0 0,-3 1-96,-2 1 1,-1 0-54,-3 0 1,1 0 27,0 2 1,2-1 24,-12 10-38,-3 6-12,17-2-28,18-11 0,9 0 29,14-10 21,12 3-5,13-2-33,19 0-7,-15-5 12,14 3-33,-35-6 5,5 2 22,-18-2 90,-2 3 140,-17 9-129,-6 4-55,-7 2 21,-10 4-22,5-5-27,-2 5-18,8-1-11,13-5-5,8-1 5,11 2-5,12 10-6,7 6 5,2 1-22,-7-10 1,-1 0 21,1 1-16,-2 0 0,-1 0 11,1 3 78,-1 10 118,-9-12 124,-14-3-214,-5-12-10,-22 0-57,-12-2-625,2-4 1,-1-1-1191,12-1 1,0-2 1775,-13 1 0,5-1 0,16-2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3:43:53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23523 1371 27306,'19'-48'889,"1"-1"0,-1 1 0,3-6 0,-3 4-1247,-3 11 0,-3 5 276,-1-2-279,-2 1-278,-5 15-72,-3 13 161,-1 23-1128,1 2 1238,2 39 184,-3-25 1,-1 2-580,0 13 0,-1 3 354,-2 3 0,-1 0-326,-1 2 0,-2-1-629,0-4 1,-2-2-1236,2-5 0,-1-4 2671,-4 23 0,6-31 0,3-13 0</inkml:trace>
  <inkml:trace contextRef="#ctx0" brushRef="#br0" timeOffset="373">23940 966 11144,'-7'-57'2395,"0"0"1,-3 6-1,-5 6-1997,-5 15 0,-6 6-43,-6 6 1,-3 5-652,-6 5 0,-2 7 497,-6 5 1,-1 7-433,-4 7 1,1 5 263,15-2 1,1 3 0,1 3-484,0 5 1,0 3 0,3 2 469,-2 5 1,2 4-1,3 1-7,1 4 0,2 3 0,2 1-23,3 1 1,3 2 0,2-1-40,4-1 1,2 0 0,5 0-68,4-5 0,4 0 1,4-3-779,4-4 1,4-1-1,4-4 771,18 12 0,9-7 80,-11-19 0,5-4 0,1-3-75,5-4 0,2-3 1,1-5 148,3-3 1,2-4 0,-1-3 37,2-3 0,0-4 0,-1-3-93,-2-4 0,0-2 1,-2-4 230,-2-1 0,-2-3 0,-3-2-28,-3-1 0,-2-3 1,-3-3-245,1-12 1,-3-5 0,-3 2 92,0-3 0,-3-1 7,-6 1 1,-2-5 0,-3 4 532,-6 2 0,-3 0-515,0-9 1,-6 0-18,-7 10 0,-7 3 91,-9 10 1,-8 5-229,-8 7 0,-5 7-247,-8 6 1,-2 6-1042,-2 6 1,-1 4 1388,8 4 0,3 1 0,-11 5 0,27-1 0</inkml:trace>
  <inkml:trace contextRef="#ctx0" brushRef="#br0" timeOffset="1067">23180 2126 20000,'8'-41'1319,"-1"0"0,4-21-1202,-28 55-38,-11 19-29,-22 15-746,16-4 1,-4 5 698,-2 4 1,-3 4 0,3-1-448,-6 5 1,0 2 423,11-10 1,-2 4-1,-1 0 1,3-2-465,2-1 1,2-1 0,-1 0 393,-3 5 1,-2 0 0,4-1-379,-7 11 0,7-5-613,7 4 617,28-21-410,50-41 543,-18 1 1,2-3 410,13-8 0,2-5-60,-8 1 1,2-3-1,-2 0-354,-6 2 1,-1 0 0,-1-1 368,-1 1 0,-1-1 1,-1 0 96,9-17 0,-2 1 214,-10 12 0,0-1-66,6-5 0,0-1 86,-3 7 1,-1 2 63,-3 5 1,2 2 54,3 2 0,-1 3-261,13-4-59,-14 15 0,0 3 379,14 9-463,-14 5 0,1 2-31,4 5 1,2 4 314,-2 5 1,2 3 0,-2 0-361,4 3 1,1 3-8,0 2 0,2 4 0,-1-1-18,3 4 1,-1 1-54,-7-8 0,2 1 1,0-1-308,-1-2 1,0 0 0,1 0-2898,2 0 0,1 0 0,-3-3 2209,0-1 1,-4-2 0,-1-1 0,-7-6 0,-17-12-1</inkml:trace>
  <inkml:trace contextRef="#ctx0" brushRef="#br0" timeOffset="2117">22125 3109 19204,'5'-55'881,"-1"0"0,2 4 0,5 8-645,17 13 252,18 1-337,-15 18-101,7 0 29,-10 19-23,-6 20-51,-6 12 1,-5 7-18,-19-6 1,-7 1-480,0-7 0,-4 0 482,-11 16 1,-2 1 22,0-10 0,-1-3 17,1-3 0,2-3-20,7-9 0,0-1 20,-4 1 0,2-3 14,-1 1-40,-4 2-5,20-10 23,14-6 10,9 2-55,20-4-1,1-3-47,9-3 0,5-3-832,-6-2 1,1 0 787,0 0 0,3-1 0,0-1-111,17-5 1,-3 0 64,-12 2 1,0-2-383,-5-1 1,1-4 0,-4 0-818,-1-4 0,-2-3-243,14-11 0,-4-4-76,-16 2 1,-6-3 806,-5-2 0,-4-1 759,-5 10 0,-3-2 498,-5-15 1,-5 0 251,-5 16 1,-2 1-236,0-7 1,-4 0 901,-13 0 0,-5 4-535,6 13 0,-2 3-1313,-15-8 0,-2 4 775,12 11 1,-1 5 128,-13 0 1,-5 6-657,9 8 1,-2 3-1,1 0 359,-10-1 1,-3 6 69,13 3 0,-6 7 0,-2 3 0,3 0 1,7-3-93,-7 7 0,3 4-125,0 1 0,-5 6 0,1 2 0,8-1 92,11-4 1,6 1-1,1 1-35,-5 11 0,1 2 0,3 1-29,6-2 1,2 0 0,6-1-19,5-4 1,4-1-1,5-2 456,10 14 0,10-6-484,10-9 0,10-8 48,8-7 0,6-8 355,-15-10 0,3-3 0,0-4-280,4-4 1,1-2 0,1-4 40,0-2 1,1-4-1,0-2 36,0-4 0,-1-2 0,-3-2-42,-10 4 1,-1 0 0,0-5 132,11-14 1,0-6 0,-5 0-98,-13 9 0,-5-1 1,1-2-43,1-1 1,2-3 0,-2-1 0,-3 1 28,0-5 0,-4 0 1,-2 1 32,-3 3 1,-3 0 0,-2 1 472,0-12 1,-8 3-481,-10 8 1,-6 4-67,-17-14-63,-12 24 1,-5 6-203,11 12 1,-2 2-440,-16-3 1,1 3-1454,18 9 0,3 2 2117,-27 8 0,38-4 0,2 1 0</inkml:trace>
  <inkml:trace contextRef="#ctx0" brushRef="#br0" timeOffset="2849">24591 2975 16028,'0'-6'3837,"0"2"-3243,0 4-286,31-63-168,-9 42-98,3-15 0,5 4-9,16 27-27,12 9-1,-5 4-19,-9 8 0,1 6-507,-17-5 0,-1 2 515,10 8 1,-3 3 72,-5 21 409,-31-1-319,-26-2-79,3-25 0,-3-3 14,-4 0 1,-2-3 41,1-2 1,-1-3 433,-23 5-115,15-10-89,18-10-162,13-5 430,9-7-536,12-2-29,8-3-11,13 3-11,6 6-34,6 5-6,2 13 1,2 7 5,1 13-11,-4 7-33,-9 5-12,-13 2-45,-16 0-83,-18-2-225,-18-4-408,-18-7-4217,-12-10 3303,28-12 1,0-3 1719,-2-2 0,3-2 0,-4 0 0,6-2 0</inkml:trace>
  <inkml:trace contextRef="#ctx0" brushRef="#br0" timeOffset="3256">24790 2806 12559,'-43'-27'659,"0"0"1,0 1 0,2 2 0,1 1 0,2 8-280,1 12 1,2 6-548,-5 3 0,1 5 421,-5 5 1,1 4-135,9-3 1,-1 4 77,-1 5 0,-1 5 1,3-1-360,-3 7 1,3 2 247,2-3 1,-1 4 0,4 0 55,1 12 0,7 0-17,6-1 0,8 1-20,12-1 0,9-1-11,10-3 1,9-3-276,-3-14 1,4-3 0,3-1 196,7-1 0,2-3 0,3-2-537,6-1 1,3-2-1,1-2 525,-11-5 1,1-1 0,0-2 0,2 0 5,1-2 0,1 0 0,0-2 0,1-1 27,-1-2 0,1-1 0,0-2 0,0-2 120,6-4 0,2-3 0,-2-1 0,-4 0-46,-3 1 0,-3-1 0,0-3 134,9-8 1,0-5 0,-8-1-81,-12-3 1,-6-3-41,5-12 0,-5-5-59,-8-4 0,-8-5-34,-9 9 1,-5-4 0,-2 4-26,0-5 1,-5 2-2,-6 5 1,-3-3-1,-6 8-13,-13 5 1,-7 6-16,4 6 1,-5 2-1,-3 4-272,-6 2 1,-4 5 0,-2 3-7,-5 3 0,-1 3 1,0 2-1105,-2 5 1,-1 2 0,3 2 1402,7 1 0,2 0 0,4 1 0,-1 3 0,7-1 0,-3 3 0</inkml:trace>
  <inkml:trace contextRef="#ctx0" brushRef="#br0" timeOffset="3973">22041 3843 19832,'-61'8'232,"0"-1"0,11 9 1,-1 6-1,4 5-1247,8 5 0,5 5 0,-2 1 1023,2-4 0,0 2 1,-1-1-1,4-2-5,-13 13 0,2-1-16,2-2 0,-1 4 0,6-7-7,12-13 1,1 0-99,-18 20 0,6-5 322,21-20-1050,5-5 1036,13-15-610,21-19 219,17-19 198,-2-4 0,3-5-1163,-2 0 1,0-2 1221,-7 6 0,1-3 0,-2 3 11,1-3 0,-2 1 202,-6 8 1,0-2 0,-2 3 16,5-5 0,0 1-89,-4 5 0,1-2 0,0 3 254,8-6 0,0 4-380,-3 5 0,0 4 271,26 1 2212,-5 29-2417,-12 13 1,-1 5-254,-9-6 1,-1 4 124,1 4 1,2 4-1,0 1-20,-1 1 0,0 2 0,-1-1-15,7 7 1,2 2-123,2 2 1,3 5 0,-4-5-458,-5-5 0,-2-3-73,7 8 1,1 1-4239,-2 0 1,-3-5 3890,-5-4 0,8 9 0,-34-37 1</inkml:trace>
  <inkml:trace contextRef="#ctx0" brushRef="#br0" timeOffset="4940">20701 4763 21147,'21'38'330,"-21"4"1,-9 4-256,-9-3 1,-4 0-893,-2 8 1,-1 1 925,-1-6 1,0-1 21,5-9 1,0-2 154,3-3 1,1-2-248,-8 20 306,19-33-76,15-11 151,21-23-342,-1 2-5,16-18 89,-8 4 1,-2 0-79,5-2 28,3-3 0,-3 2 17,-16 14 835,2-2-941,-20 18 30,-5 15-19,-3 24-40,1-4 0,1-1 1,-1 1-12,1 4-109,2 3 0,3 1-266,8 14-36,0-17 1,1-2 147,13 4-238,-1-20 0,3-4-614,17-5 312,-11-8 0,2-5-82,-4-7 0,-1-5 160,3-6 0,-2-4 324,0-6 1,-3-5 355,-1-4 0,-3-5-837,-7 4 1,-2-4 0,-2 2 1049,2-3 1,-3-1 87,-3 3 0,-2-3 0,-2 3-46,-3 1 1,-3 1 111,-5-10 1,-4 1-54,-6 4 0,-6 4-282,-8 3 1,-6 5 287,-7 5 0,-5 5-261,-6 5 0,-4 6 299,-6 4 1,-2 6-183,19 6 0,-1 2 0,0 3-64,-2 2 1,0 3-1,1 4 361,-1 3 1,1 3-1,1 3-385,0 3 0,2 4 1,2 2-26,1 4 1,3 2 0,2 3-8,2 3 1,3 2-1,3 2-13,2 1 1,4 3-1,2-1-11,4 0 0,3 1 1,4-2-7,5-1 1,4-2-1,2-2 11,1 6 0,9-3-20,11-10 0,7-1 1,3-7 27,9-3 0,7-6-104,-1-1 0,6-1 1,-3-5 114,7-3 1,3-8 17,-14-6 1,6-3-1,0-2 1,-4-2-272,1-2 0,-4-1 0,3-3 275,1 0 1,4-2 0,-1-2 0,-3-1 35,3-5 0,-3-3 1,-3-1 5,-2-2 0,-2-1 0,-3-3-10,-2-1 1,-3-3-1,-3-1-28,-3-2 1,-2-1 0,-3-2-4,-3-2 1,-2-1 0,-3 0-20,-3 1 0,-2 0 1,-4 0-61,-5-16 0,-10 2 381,-9 10 0,-10 5-543,-11 9 0,-8 8-860,-7 7 0,-3 8 1084,-7 5 0,3 5 0,23 2 0,4 1 0,-22 4 0</inkml:trace>
  <inkml:trace contextRef="#ctx0" brushRef="#br0" timeOffset="5723">23199 4811 10802,'2'-5'5865,"0"1"-3389,-2 4-1507,-16-64-225,4 44-515,1-15 1,-3 5-56,-5 26-96,-3 11-10,-6 5-24,-8 11-21,-4 3-6,-4 2 50,4-5 73,2-5-56,13-7 387,-2-3-409,19-6-23,-4 1-28,12-2 62,0 4 84,-1 12-107,0-2 6,-1 9 101,-1 8-79,-2-1-33,-2 15-11,0-9 16,1-2-28,1-5-22,2-8-11,1-6 45,2-9 229,2-4 157,2-5-140,6-7-95,20-22-152,-10 11-16,13-12 0,-14 19 5,0 1-16,8 3-23,4 4 12,7 13-7,7 8-4,4 14-46,-4 7-67,-14 8-72,-19 6 38,-18-9-498,-18-6 0,-9-2 235,2-10 1,-4-3-253,-17 11 0,-4-2-616,6-10 0,0-4-2058,3-4 0,1-2 2710,8-4 0,5-2 1,0-1-1,24-3 0</inkml:trace>
  <inkml:trace contextRef="#ctx0" brushRef="#br0" timeOffset="6133">23102 4495 15557,'0'-5'3367,"0"1"-2935,0 4-270,-81-18-2172,22 35 2086,17-13 1,-5 0-1,3 6 8,-5 21 0,5 9-51,11-11 1,2 3 0,0 4-19,3 2 1,1 4-1,1 2 1,2-4-351,0 1 0,3-2 0,0 4 332,2 2 0,0 6 1,2-1-1,4-3-17,2 16 1,5-2-8,2-14 1,2 3 0,4-2-76,6 1 1,5-1-1,1-4 82,1 1 1,5-5 10,17 8 1,7-7 19,-6-21 1,5-6-29,14 3 0,4-4-349,-16-7 0,0-2 0,2-3 431,1-4 0,1-2 1,0-2 46,1-4 0,-1-2 0,-1-3 63,-1-4 1,-1-2-1,-1-6-381,3-10 0,0-6 1,-5 1 257,-11 12 0,-4 0 0,0-4-5,-2-2 1,-1-4 0,-1-2 0,-3 0-60,-1-11 0,-4-1 0,-1-1 66,-1 1 0,-1 0 0,-2 0-22,0 2 0,-1 1 0,-7 2 40,-11-9 1,-10 7-19,-8 17 1,-7 6-53,-15-6 1,-7 6-18,13 14 0,-3 3 0,-1 3-43,-2 2 0,-1 3 1,0 2-153,1 3 1,1 3 0,1 1-1037,-16 6 0,2 6 1246,7 6 0,6 2 0,-5 3 0,16 2 0</inkml:trace>
  <inkml:trace contextRef="#ctx0" brushRef="#br0" timeOffset="6640">25222 3711 15383,'19'-45'993,"0"0"0,-3 1 1,-3 19 224,-9 31-916,-7 9-11,-8 18 0,-5 9-229,-2-1 0,-4 3-825,-1 2 0,-2 4 0,-2 0 688,-1 0 1,-1 1-1,0 0-259,-1 3 0,0 1 0,2-3-139,5-10 1,1-1-1,2 1 473,2 6 0,2 2 0,3-8 0,-1 5 0,4 14 0</inkml:trace>
  <inkml:trace contextRef="#ctx0" brushRef="#br0" timeOffset="7806">24834 5035 12461,'2'-4'5735,"0"0"-520,-2 4-5137,-21-19-16,-16 41-40,-10-16-788,15 19 0,-3 13 0,1 0 796,-6 6 1,0 2-20,2-3 0,-1 3 1,2-2-5,8-6 1,3-2-1,2 0-10,-6 13 1,6-1 158,7-8 0,6 0-156,9-7 0,4-2 22,16 18-5,15-11-6,8-10-17,2-8 51,0-8 56,-2-7 22,-3-11 17,-2-9-22,-9-3 145,6-25-129,-17 5-5,1-19 22,-14 9 1786,-13 7-1903,-2 13 274,-26 3-291,13 16-29,-7 4 1,-2 3-50,-8 9-175,-14 5-576,24 5-1233,15 2-3164,16 2 5209,11-4 0,-2-5 0,1-6 0</inkml:trace>
  <inkml:trace contextRef="#ctx0" brushRef="#br0" timeOffset="8233">25165 4695 17591,'-33'-43'1056,"1"0"1,-7-1 0,-4 8-791,8 23 0,-2 6-366,-15-2 0,-3 4 338,-5 8 1,-2 6-808,19 0 0,0 2 1,-1 3 633,1 5 0,0 2 1,0 4-31,0 4 1,1 3-1,1 3-26,0 5 1,2 4-1,1 2-14,9-7 1,1 1 0,2 2 0,1 0 0,1 2 0,1 1 0,2 1 0,2 0-252,2 0 0,2 0 0,2 0 0,3 0 244,0 11 1,4 0 0,6-1 3,4-5 1,6-2 0,4-2-14,4-3 0,5-3 1,4-3-8,4-4 0,4-2 0,3-3-327,2-3 0,4-4 1,1-2 348,3-4 0,2-3 1,1-2 16,1-3 0,1-4 1,1-2-246,1-5 0,0-4 0,1-3 293,0-4 1,0-3 0,-2-3 46,1-5 1,-2-3-1,-1-3 28,-2-3 1,-3-2-1,-2-4-28,-3-1 1,-2-3 0,-4-3-325,-2-1 0,-4-4 0,-2-1 264,-3-2 1,-2-2 0,-3-1-19,-2-2 0,-3-1 0,-1 0 52,-3 1 0,-2 0 1,-4 1-68,-2 4 0,-3 0 0,-6 2 67,-2 6 0,-5 1 1,-8 3-373,-17 1 1,-11 5 0,1 4-133,11 10 0,1 3 0,-7 4 424,-13 2 0,-9 4 0,0 3 0,13 3 0,12 2 0,2 3 0,-21 1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3:45:10.0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1221 8187 17776,'0'-59'1094,"-1"0"0,1-2 0,0 4-534,0 20 1,1 3-234,0 1 1,1 0-71,0-2 1,1 4 184,3-4-352,-3 17-168,-2 8 33,2 25 73,0 16-26,-1 1 1,-1 2 3,0-3 0,-2 2-1,-2 18 1,-4 4-712,-4 5 1,-3 1 691,1 0 0,-2-1 6,5-17 1,-2 1 0,2-4-111,0 0 1,2-4 117,-2 18 0,6-23 90,3-13 341,5-18-314,1-5 1442,23-33-1442,1-4-95,-11 16 1,1-2 144,0-1 0,-1 0-117,0 2 0,-1 1 18,16-25-24,1 4-16,-11 24-33,-6 11-1,9 7 1,-4 12-7,10 10-16,0 10-16,0 10-7,-6-6-89,2 9-50,-7-7-197,6 13 96,-5-12 112,-1-4 157,-8-20 22,0-7 28,4-21 22,2-4-5,0-8 112,1-10-34,-9 14 39,2-6-55,-8 16-74,-3 9-83,-1 4 44,0 13-16,3 1-6,0 5-28,11 4 78,1-9 17,11 0-33,-4-7 33,14-10 17,-2-7-42,-8-2 0,0-4 31,16-18-9,-21 13 1,-3-2 75,2-20 5,-9-1 1,-9 3 0,-11 5-29,-7 11-10,-23 11-63,9 10 7,-24 16-34,11 10 5,-9 17-225,26-15 0,3 3 231,1 2 0,4 1-6,-10 28-3242,14 0 3225,10-15-177,26 9 132,8-22 12,-2-9 0,1-3-28,19-1-31,-4-11 1,2-4-142,-13-4 0,0-2 261,16-3 1,0-4 19,-12-2 0,-2-3-3,-2-1 1,-2-2 2,-3-1 1,-3 0 319,17-23-216,-12 3 44,-11 6 3156,-8 9-3172,-7 11 86,-5 8-159,-2 6 574,-4 6-636,-5 9-22,-4 10-33,-3 11-18,2 7-106,5 3-313,6 1 33,6-10-2806,13 12-3523,3-20 6581,5 6 0,-10-21 1,-4-6-1</inkml:trace>
  <inkml:trace contextRef="#ctx0" brushRef="#br0" timeOffset="166">2703 8029 20755,'-25'-39'145,"-1"-1"1,2 6 0,2 14-700,1 35-1972,5 15 2526,9 11 0,4-18 0,3 0 0</inkml:trace>
  <inkml:trace contextRef="#ctx0" brushRef="#br0" timeOffset="1166">3146 8055 23024,'-56'4'153,"1"1"0,3 2 0,5 8-145,16 11 1,5 6-219,3-2 1,2 1 198,-6 24 126,17-11-115,21-14 104,17-15 13,14-15 90,5-12 96,1-10 61,-5-9 0,-6-1-11,-7 1-11,-9 7 200,-9 7-486,-6 9-23,-4 5-27,-2 6 22,0 8 0,0 14-28,-2 2-17,-2 6 0,-2 5-5,-2-6 0,-2 3-629,-5 20 0,-3 4 429,-3-1 1,-2 1-87,6-16 0,0 0 0,-2 1-56,-1 0 0,-1 1 0,0-2 160,-1-1 1,0-2 0,-1-1 217,-10 11 0,0-4 99,6-14 1,0-6 21,-9-5-135,22-43-23,17-11-125,15-16 0,8-7-1029,0 6 1,4-2 981,-8 13 0,2-2 1,1-2-1,0 1-241,9-10 1,0 0 0,1 0 417,-7 13 0,0-1 0,0 1 0,0 1 29,1-1 0,-1 1 0,2-1-197,6-8 1,3-2-1,-5 5 346,-3 3 0,-1 1-189,-4 4 0,2-2 0,-3 3 239,-1 0 0,-2 3 759,-1 1 1,-1 3-757,3-4 39,-1 6 1634,-18 22-1819,0 8 57,-4 28-113,0-3-9,0 3 1,0 2-3,-6 26 203,2-19 0,-2 1-212,-3 2 1,-1 1 13,-1-1 1,-1 0-1167,-2 2 0,1-3 1172,-3 11 6,1-3 100,12-38 208,1-3-56,6-16 467,7-15-612,18-27-91,-5 9 12,-3 8 0,1 0 56,12-8 16,9-6 23,7 8-106,-17 17 17,13 4-51,-27 14 0,13 8 0,-10 11-11,4 12-1,0 9-11,-1 3 51,1-4-5,3-7 3375,3-9-3381,2-11-68,7-23 96,-6-11-6,3-24-16,-15 7-300,-11 9 0,-2-3 285,0 1 1,-1-2 5,4-11 0,1-3 64,2-11 1,1 1-35,-6 20 1,-1 2 67,2-8 0,-3 6 101,-5 10-6,-7 2-184,0 15-29,-5 11 6,-1 17-6,-6 18-25,5-5 1,1 5-141,-1 7 0,2 6-1961,3-2 1,1 5-1,1-4-361,0 6 1,1-2 2492,2-4 0,2 1 0,-1-8 0,2 0 0,1-3 0</inkml:trace>
  <inkml:trace contextRef="#ctx0" brushRef="#br0" timeOffset="1375">3995 8074 24014,'46'-21'-138,"-1"0"0,1 0 0,11-2 1,3 2-1,-5 4-1676,1 7 0,-1 2 1814,2-1 0,4-1 0,-12 3 0,-2 0 0,-14 2 0,0 0 0</inkml:trace>
  <inkml:trace contextRef="#ctx0" brushRef="#br0" timeOffset="1893">5370 7573 19628,'-2'-47'670,"1"1"0,0 4 1,-6 13 82,-25 34-580,-5 26-109,9 1 1,1 4-43,6-3 1,1 4-524,-4 14 0,-2 9 0,3-2 501,5-10 0,3-1 0,-2 4-23,1 1 1,-1 5 0,1-1-1,2-3-18,2-4 0,1-3 0,6 1-530,6 9 0,6 2 0,8-9-2064,14-5 0,7-5 2635,-6-6 0,3 0 0,-2-6 0,4-8 0,-2-7 0,10 0 0</inkml:trace>
  <inkml:trace contextRef="#ctx0" brushRef="#br0" timeOffset="2832">6159 7886 18610,'0'-55'1619,"-1"0"0,2 6 0,-1 5-1239,0-5 488,0 11-604,-2 26-248,0 2-27,1 22 17,4 18-23,4 24-8,0-16 0,1 2-652,2 7 1,0 3 466,-1 4 0,0 2-367,-2 2 1,-4 1-651,-5 2 0,-3-3 443,1-11 0,-4-1-813,-13 12 1,-4-4 1212,7-25 1,-3-3 498,-7 6 0,-1-5 58,-6-10 477,-3-40 33,23-10-246,-2-12 266,19 9 0,5-1 115,7-16-634,-5 21 1,2-1 269,4 0 0,1 2-163,5-7-230,6-6-49,5 8-180,7 10 84,0 1 1129,13 5-1073,-19 10 553,2-1-502,-14 5 173,-7 0 5,-11 4 135,1-4-100,-3 3 375,2-4-6,-2 2-208,3-1-201,1 2-101,5 0-33,7 2-23,5 3-39,7 7-11,3 9 0,4 10-40,2 10 18,-4 8 16,-6 6-6,-19-20 1,-4 0 17,0 11 21,-15 9 24,-7-31 38,-8-1 62,-2-12 62,3-13-23,6-11-95,8-4 129,11-23-135,12 10-33,11-14-51,11 12-78,11 5-246,7 5-350,-23 14 1,1 1-32,18-6-1160,-10 7 0,-1 2-3758,12-1 5629,-14 3 0,-2 2 0,-6 1 0,-7 3 0</inkml:trace>
  <inkml:trace contextRef="#ctx0" brushRef="#br0" timeOffset="3592">7081 7954 10623,'4'0'9136,"0"0"-5714,-4 0-3260,-46 5-55,33 2-18,-33 7-33,45-3 107,10 7-34,4-7 16,11 2-5,6-8-33,8-6-23,4-7 22,1-6 17,-5-7 23,-7-5-73,-13 4 156,-6-13-78,-11 11 45,-6-7-122,-3 14 83,-14 4-68,4 9-27,-8 3-45,9 4-17,-7 16 0,7 2-6,-6 15-16,10 2-40,7 3-162,6 3-521,12 1-6,2-11-3209,26 13 2028,-15-26-1751,7-3 0,4-5-1296,12-10 4788,-12-5 1,1-4 190,-6-3 0,-2-3 2879,26-19 2319,-12-4-1736,-12-2-62,-8-7-2588,-11 15 515,-5-4-358,-7 18-291,-4 1-247,-2 6 171,-1 5-496,-2 3 3,3 4-86,-2 5-18,4 1-5,2 11-11,7-5 6,5 6-7,9-8 24,8-4-12,-3-4 44,17-5-9,-11-6 9,11-6 29,-11-9 84,-6-14-107,-10 7 23,-5-14 34,-9 12 38,-3-5-5,-4 9-50,-8 12-29,-6 8-38,-10 16-6,-7 11-6,-3 13-17,4 8-243,8 1 204,13 2-139,11-1-444,16-1-1226,14-1-6198,18-4 8052,1-8 0,-15-13 0,-11-9 0</inkml:trace>
  <inkml:trace contextRef="#ctx0" brushRef="#br0" timeOffset="3760">8141 8205 22307,'0'-5'2616,"0"2"-650,0 3-2179,-8-26-509,5 21-2729,-8-15 3451,7 27 0,1 0 0,0-2 0</inkml:trace>
  <inkml:trace contextRef="#ctx0" brushRef="#br0" timeOffset="4809">8435 7918 24469,'-2'-5'1569,"0"1"-1519,2 4-5,5-7-34,3 15-33,14 11 10,4 24 6,-10-15 1,-1 4-1742,-1 9 1,-2 1 1707,2 17-26,-10-15 1,-3-2 48,-9-6 32,-1 3 24,-11-24 49,3-14 29,-3-10 3391,7-13-3408,6-14-45,14-12-48,7 13 1,3 2-539,13-14 527,-2 15 0,6 3-1633,1 8 0,0 4 1619,-6 2 0,2 0-11,12-3 0,2 3-615,15-1 626,-22 7 1,1 0-48,-2 1 0,-2 0 72,-3 1 1,-1 0 36,16-4 326,-18 3-315,-16 3 2988,-12 3-3050,-8 2 941,-7 4-902,-11 7 185,6-2-173,-11 15-45,18-11-34,-8 33 6,20-5 6,1 5 5,21-2 34,20-16-39,-7-7 24,-4-10 1,0-3 70,-1-6 28,13-12-23,-22-5-33,-5-7-23,-9 0 40,-2-18-28,-2 2-6,-1-8 16,-1 3 96,-9 7-72,1 6-7,-21-2-61,14 23-28,-11-1-33,13 9-46,4 6-44,4 4-62,14 7-330,26 7 129,15-5-558,8-2 829,-22-12 0,1-1 81,-6-1 0,1-2 54,8 0 0,0-2 24,4-3 1,-3 0 22,-9-1 1,-2 0 10,20-7 124,-21 4 403,-16 3-459,-3 1 881,-8 2-943,-6 4-3386,-21 7 3347,7-1 0,-24 14-23,4 7-5,4 6 11,5 9-6,19-13-16,18 3 22,20-5 5,8-6 1,14-5 16,-17-12 68,11-11-34,-23 0 101,14-13 56,-17-10-157,-5 5 3414,-5-26-3436,-11 18-18,-3-7-4,-7 8-63,-3 10-167,0 6-365,1 5-1114,5 18 6,3 1 1691,3 17 0,1-16 0,2 6 0</inkml:trace>
  <inkml:trace contextRef="#ctx0" brushRef="#br0" timeOffset="5143">10285 8201 21243,'7'1'3349,"-2"0"-2576,-5-1 168,0 0-700,20-85-157,-13 47-616,2-9 0,1-11 1,-1 3 584,-5 9 0,-2 0-12,1 1 0,1-4 0,-2 2 54,0-14 1,-1 3 27,-2 6 0,-2 4 136,2 13 0,-2 3 32,-9-19-246,7 34-40,-6 2-10,1 25-7,-8 16-4,-3 26-1,3 1 6,8 4 0,2 4-43,4-11 1,2 0-16,-1-2 0,1 2 0,2-1-147,3 11 1,3-3-219,1-5 0,4-3-412,2-7 0,4-4-795,1-6 0,2-4-8190,23 10 8828,-11-17 1,-10-13 0,-17-6 0</inkml:trace>
  <inkml:trace contextRef="#ctx0" brushRef="#br0" timeOffset="5309">10219 7890 25987,'48'-20'-343,"0"-1"0,1 1 0,12 1 0,3 2 0,-12 7 0,-1 11 1,-12 1-1,1 0 0</inkml:trace>
  <inkml:trace contextRef="#ctx0" brushRef="#br0" timeOffset="5866">11270 7381 15984,'0'-6'5919,"0"0"-4904,0 6-270,0 0-673,-55-24 18,50 42 22,-26-5-73,46 19 0,17 10-1164,-2-3 0,3 2 0,-1-2 1122,4 5 1,1 1-2,0 0 0,2 3 0,-4 0-667,-11-9 0,-4 0 0,-1 0 645,8 9 1,-7 2-442,-14 15 1,-18-4-882,-22-19 1,-12-6 1347,11-8 0,-3 0 0,2-2 0,-8 0 0,3-3 0,-15 3 0</inkml:trace>
  <inkml:trace contextRef="#ctx0" brushRef="#br1" timeOffset="19637">6002 7792 15468,'-22'-15'2772,"4"-3"-2514,14 9 196,2-9-34,1 2-44,0-8 49,1-9-251,1 1 11,0-6-6,1 7-67,2 1-62,0 8 51,4-3 33,9 2-72,4 0-1,14-2-44,-6 10 22,16-2 6,-4 4-17,13-2-9,-21 8 1,-1 0-14,13-1 0,11 2 16,-22 4 17,8 0 0,1 2 6,13-2-17,-4 2-22,-2 0 11,-3 2-3393,-5 3 3382,-6-1 0,14 6 16,-20-5-5,4 1 44,1-1-5,-4-2-11,17 1-22,-7 0-1,4 0-5,-11 0 3386,-8-1-3403,8 4 0,-16-3 28,21 6-17,-15-2-11,12 3 0,-13-4 17,6 1-11,1 0 10,0 1-10,-1-1-23,-1 0 17,-15-3 45,10 6 0,-12-3-34,1 1 40,8 6-3392,-6-6 3380,4 3-6,-2-5 40,0-3 39,5 1-67,-5-2-6,1-1-16,-12 0 3380,3 0-3302,0 0-40,-2-2 29,8 2-1,-2-1-49,1 0 27,4-1-39,-6 0 5,3 0-33,-7 0 12,-1 0-12,-6 1 0,1 0 16,1 0 18,1 0-12,1 0-10,1 0-12,-2-1-6,-1 1-1008,-1-1 1014,3 3 0,-4-2 0,4 3 0</inkml:trace>
  <inkml:trace contextRef="#ctx0" brushRef="#br1" timeOffset="20537">7996 7537 8052,'4'-7'6794,"-1"2"-5102,-3 5 2094,0 0-3075,8-37-268,-6 27-466,5-28-257,-7 38 12,-2 3 234,-1 2 208,-14 17-102,-2 0 1,-11 13-11,1-4-34,1-3-17,6-6-50,6-8-191,8-5 124,5-6-432,2-2 230,3-7 157,1-2 123,2-9 45,0-1 5,-2 3 90,0-6 28,-2 7 0,1-5 40,-1 6 38,1 3-39,0 2-84,1 2-39,3 2 6,6-1 5,6 1-39,9 1 6,5 1-6,2 7 16,0 3 1,-3 7 6,-4 3 5,-2 1-23,-2 1 6,-2-1 17,0-2 0,1-5 17,0-2-28,0-5-34,-3-1-39,-2-2-190,-6 1-510,-3 0-1927,-3 1 2655,-3 0 0,0-2 0,-2 0 0</inkml:trace>
  <inkml:trace contextRef="#ctx0" brushRef="#br1" timeOffset="22037">8376 7557 16958,'-6'3'1019,"-3"0"-520,2-3-242,-1 2 231,3-2-113,2 1-139,1 0-158,1-1 163,0 1-140,-1 1 16,-3 1 107,-4 0-106,0 0-29,0 1-44,6-3 45,1 0 1702,2-1-1579,4 1-106,-1 0-40,5-1-50,-1-1 16,4 1-16,2-1 22,7 0 23,6-1-17,6-2-23,5-1-11,8-2 12,7-2-15,-18 3 0,-1 0 4,13-2 7,-12 1 1,-3 2-20,-8 0 11,18-3-5,-28 6 10,10-2-10,-8 2-6,13-2-11,-9 1-12,11-1 23,0 1 6,-7-1 0,19-1-6,-24 2 28,21-3-23,-23 3 6,8-3 1,2-1-7,-6 2-5,12-3-3397,-8 4 3397,-6 1-6,5 0 12,-6 1-6,11-1 5,-6 1 6,5 0-11,-10-1 3392,5 0-3380,0-1-35,15-2 34,-10 1-11,15-3 12,-19 4-12,4-2 11,-5 2-22,-10 2 11,4-1-6,-8 1 12,6-2-1,-5 2 1,9-2-17,1-1 44,0 1-27,-2-1-12,-4 2 6,-7 1 11,2 0-16,-4 1 10,1 0-21,2-1 21,8-1 6,2-1-11,3 0 6,-5 0 22,8-4-22,-11 4 5,10-4 11,-17 6-16,0 0-12,-3 1 12,3 0-6,0 0 45,14-4-34,-1 0-11,10-4-6,-8 3 17,5-3-5,-10 4-12,1-1 18,-10 5-18,-3 0-33,-3 1 67,4 0-17,4 1-5,7 3-12,4 0 0,-3 2-10,11 0 21,-12-2 1,23 1 5,-12-4 0,12 1-61,-7-2-96,-7 0-1563,5 0 1709,-1 0 0,-10 0 0,0 0 0</inkml:trace>
  <inkml:trace contextRef="#ctx0" brushRef="#br1" timeOffset="24129">8379 7116 8842,'1'-5'8906,"-1"2"-7024,0 3-1344,0-64 380,-1 36-552,1-10 1,-1 1 228,1 20 15,0 4-487,0 7-27,-1 2-248,1 4 85,-1 4 84,0 6 33,0 11-16,-2 11 11,-1 18-34,0-14 0,-2 13 0,1-21-16,1 2 27,0-8 79,2-8 319,0-8-196,2-3 717,0-3-796,-1-7-83,-1-4 0,-4-19-51,2 7 22,0-19 23,3 8 0,1-7 18,2 7 27,-1 10-90,1 13-84,-2 7-45,0 5 79,0 7 11,1 17 28,1 5 0,1 6 0,3 1 0,1-9 0,3 7 11,0-4-6,-2-3-10,0-2 5,-5-10 0,1-3 78,-4-9 287,1-3-298,-2-13-50,-1 3 5,-2-22 17,-3-11-16,3-5-12,0-1 23,3-5-23,2 29 39,-1-12-50,1 28-123,0 2-28,-1 8 89,-2 19 62,1-3-11,-2 28 5,1-7-5,-1 21 22,2-10-547,-1 3 542,2-24-12,2-1 6,-2-14 40,2-3 111,-2-6 196,2-8-285,-2-2-34,1-13-6,-2 2 581,-5-42-586,2 13-6,0 9 0,0-1 17,2-13-11,0 15 28,2 2-51,0 22-162,-1 0 17,0 13 129,1 10 27,1 1-16,3 18-17,4-1-33,3 12-741,0 3-46,-2 11 0,-4-27 0,-2 2 0</inkml:trace>
  <inkml:trace contextRef="#ctx0" brushRef="#br1" timeOffset="27592">1880 2451 8707,'-56'8'1779,"0"-1"1,3 0-1,13-3-603,30-6-716,3-1 470,4-1-785,3 1 180,1-5-185,0 3 230,1-4-359,-2 7-829,2-1 802,-4 13 206,-1 7-28,-5 18 57,-4 14-93,3-15 0,-2 1-705,-3 8 1,0 0 631,2-6 1,-3 2 43,-1 1 0,-2 4 0,0-3 1,-1 2 0,0 0-251,1-2 0,-1 2 0,2-2 217,-2 5 1,3-2-29,3-3 1,3-2-9,3-5 0,4 0 45,10 23 39,11-9-40,2-15 231,22 3-107,-7-20-146,19 2-308,0-12-2383,8-8 2641,-4-3 0,-20 1 0,-15 0 0</inkml:trace>
  <inkml:trace contextRef="#ctx0" brushRef="#br1" timeOffset="54979">22407 1436 7366,'-46'43'628,"0"1"0,1-1 0,-2 0 0,1 0 0,1-2-70,6-7 0,0-2 0,0 1-982,-6 4 1,0 0-1,-2 2 791,9-8 0,-1 1 0,0 0 1,-1 1-489,-2 2 0,-1 0 0,0 1 0,0 0 358,-2 1 1,0 1 0,0 0 0,0 0 8,-1 2 0,0 0 1,0 1-1,0 0 57,0 0 1,0 0-1,0 1 1,0 0-112,0 0 0,-1 1 1,0-1-1,0 1-88,9-9 0,0 0 0,0 0 0,-1 0 0,0 0-21,0 0 0,-1 0 0,0 1 0,-1-1 0,1-1 4,-1 1 0,0 0 0,-1 0 0,1-1 1,0 0-101,0-1 1,0 1 0,0-1 0,0 0 0,1-1-264,-8 6 0,1 0 0,0-1 0,1-1 248,5-3 0,1-1 0,1-1 0,2 0-29,-5 4 1,3-1-1,3-1 74,-5 7 1,6-4-363,12-9 0,4-3 1970,-1 4-1924,11-19-135,2-18-26,-4-13 1308,-4-12-1333,-4-18 2928,6 15-2443,-1-19-6,7 19-22,1-13 40,3-2-1443,3 21 0,2 0 1494,0-9 127,5-9 40,-4 31-213,0 2-174,-3 11 146,-5 16 89,-6 14-44,-9 20-1,-3 15 1458,12-26 1,1 1-1439,3 1 0,1 1 39,1 1 1,3-1-4,4 1 1,1-1-23,3 0 1,1-3 5,9 17-6,3-19 0,3-3-140,22 2-1039,-7-11 0,3-3 1112,-3-8 0,-2-3 0,15-1 0,-18-4 0</inkml:trace>
  <inkml:trace contextRef="#ctx0" brushRef="#br1" timeOffset="65490">22061 533 23906,'-6'-6'-3442,"0"1"1500,6 5 4247,0 0 404,-8-10-3455,19 15 1237,2-4 4695,39 30-6200,3-1 849,-18-11 1,2 1 240,-1-3 0,-1 0-1288,-4-4 0,-1 1 540,0-2 1,1 0 975,3-1 0,2 0-986,12 2 1,2-1-56,-1 0 0,0 0 358,3-1 1,-5-2 151,8 0 1136,-25-5-844,-19-4 298,-11-3-1348,-18-14 1085,-10-3-748,-7-5 293,2 4 0,-1-1-393,-15-11 552,18 13 1,0-1 130,1-4 0,3 1-255,2 0 160,-6-8 39,23 22-201,5 7 226,0 1 102,10 9 449,0-1-511,27 20 33,-1-3 26,-8-4 0,0 2 5,-1-2 1,-2 2-15,0 0 1,-1 2 5,19 23-6,-11-1-28,-12-1-134,-13 1-940,-21 4-4550,-16 5 875,-1-12 3935,-3-7 0,22-24 0,6-5 0</inkml:trace>
  <inkml:trace contextRef="#ctx0" brushRef="#br1" timeOffset="66171">21053 711 26387,'-11'44'-879,"-1"0"1,0 1-1,-1 0 239,1-5 1,0-1-700,-2 2 0,0 0 1153,0-1 0,0-1 106,2-3 0,0-2 384,-7 25-332,6-11-762,6-14 1277,1-13 463,4-11-388,-2-8 491,-2-11-1337,-8-11 195,-7-17-260,-7-17 200,12 20 1,2 0 88,2 4 0,1-1 8,1-21 1,3-3-476,8 15 1,4 0 448,3-18 0,6-1 7,7 13 1,6 3 30,6 3 0,3 3 12,3 4 0,1 3-268,1 5 0,-1 3 279,-9 7 1,-1 3-152,12 3 0,-3 5 106,-6 4-50,23 13 6,-39 7 67,-3 13 78,-12 8 6,-18 9-23,-15 5 93,8-27 0,-4-1-118,-3 0 1,-2-1-150,-3 1 1,-1-2-765,-1 0 0,-1 0 916,0 3 0,2-2 0,-5 3 0,8-3 0</inkml:trace>
  <inkml:trace contextRef="#ctx0" brushRef="#br1" timeOffset="90576">15059 7429 18840,'-1'-58'854,"-1"0"1,1 0 0,0 5 0,-1 2 0,2 11-71,2 4-174,1 6-369,2 3 78,-2 9-291,-2 13-213,0 5 118,-1 13 106,1 3-5,4 43-23,-2-18-209,1 4 0,-2 5 198,-3 2 0,-1-1 3,0-8 0,0 1-2,-3 1 1,-2 3 0,1-6-785,-1-9 0,0-2 791,-2 6 1,1-1 24,-7 13 113,9-30 353,-1 2 156,5-20-2,5-13-529,3-13 1633,7-17-1729,1 2 0,0 3 0,3-2-17,0 8 0,1 0-11,-2-1 0,2 0 23,18-19-57,-16 33-44,1 2 27,-7 10-33,7 16 34,-2 8-51,12 18-39,2 8-129,0 9-149,-15-25 1,-1-1 33,0 1 0,0-1-454,5 2 0,2-2-451,16 11 640,0-8-701,-2-19-325,-7-14-447,7-6-377,-4-9-1393,-7-4 795,-9 4 3097,-3-1 0,-10 12 0,0 0 0</inkml:trace>
  <inkml:trace contextRef="#ctx0" brushRef="#br1" timeOffset="91532">16140 7069 17619,'13'-45'1616,"-1"0"0,1 0 0,-2 2 0,-1 4-1423,2 2 0,-2 9 249,-6 18-447,-3 6 78,-9 37 27,-7 23-1147,0-4 1,-2 5 1062,4-14 1,-1 1 0,0 1-8,-1 4 0,0 1 1,1 0-20,2-1 1,1 0 0,3-1-38,2-2 1,2-2-1,5-1-167,9 14 0,8-4-495,11-7 1,8-7-1558,13-5 0,5-7-2243,-11-8 1,0-4 4508,2-3 0,-5-5 0,-11-3 0,-12-2 0</inkml:trace>
  <inkml:trace contextRef="#ctx0" brushRef="#br1" timeOffset="92216">17153 7292 19081,'0'-9'2487,"4"-27"0,-1-1-2263,-1 19-157,2-19 0,-2 6-33,-2 29-169,0 3 102,3 9 72,3 13-34,3 20 7,0 19-425,-5-23 1,-2 1-36,-1 4 0,-2 2 448,-3 5 0,0-3 0,-1 8 0,-1-9 0</inkml:trace>
  <inkml:trace contextRef="#ctx0" brushRef="#br1" timeOffset="92490">17643 6861 25556,'46'20'6,"1"0"1,0 0 0,-2 4 0,-2 3 0,-4 5-15,-7 8 1,-5 7-1,-4 1-1533,-2 2 1,-5 3 0,-3-2 1394,-4-8 1,-3-1-1,-7 2 146,-12 8 0,-9 6 0,-3-3 0,5-10 0,5-8 0,-1-4 0,-11 9 0,0 0 0,1 0 0</inkml:trace>
  <inkml:trace contextRef="#ctx0" brushRef="#br1" timeOffset="93134">16188 8720 14742,'3'-63'1204,"0"0"0,0 0 0,0 7 1,-1 2-1,-1 7-709,-3 8 1,-1 7 1011,-2-8-1177,-4 18-32,4 22-298,-2 20 11,1 28-23,3-10 1,0 3-579,0 12 1,1 3-156,1-13 0,0 0 1,1 0-2099,0 12 0,1-2 2843,0 8 0,1-7 0,1-10 0,0-2 0</inkml:trace>
  <inkml:trace contextRef="#ctx0" brushRef="#br1" timeOffset="93666">13391 9151 10654,'55'-5'254,"0"1"0,-1-1 1,4 0-1,0 1 0,0 0-1639,-2 2 1,0 2 0,1-2 1575,-7 1 1,2-1 0,0 0 0,3 0-247,-7-1 0,2 1 0,1-1 0,1 1 0,0-1 343,7 0 0,1-1 0,1 1 0,1-1 0,2 1-204,-6 0 0,1 0 0,1-1 0,0 1 1,2 0-1,0 0 25,-4 0 1,1 0-1,0 1 1,1-1 0,0 0-1,1 1 1,0 0-191,-4-1 1,1 1 0,0 0 0,0 0 0,1 0 0,0 1 0,0-1 0,1 0 122,-5 1 1,1-1 0,0 1 0,0 0 0,1 0 0,0 0 0,0 0 0,0 0 0,0 0-25,2 0 0,-1 1 1,1-1-1,1 0 1,-1 1-1,0-1 1,1 1-1,-1-1 1,1 1 27,-1 0 0,0 0 0,0 0 0,0 0 0,1 0 0,0 0 0,0 0 0,1 0 0,1 1 3,-4-1 0,0 1 0,2-1 0,1 1 0,0 0 1,0-1-1,0 1 0,-2 0 0,0 0 0,-3 0 0,-1-1-27,11 1 1,-4 0-1,-1 0 1,-2 0-1,1 0 1,2 0-1,3 0 3,-9 0 0,3 1 0,1-1 1,1 0-1,1 1 0,-1-1 0,0 1 1,-2-1-1,-2 1 0,-3-1-7,12 1 1,-3 0 0,-3-1 0,0 1-1,1 0 1,3 0-22,-8 0 0,2-1 0,0 1 1,2 0-1,-1 0 0,1-1 0,-1 1 1,0 0-63,-3 0 1,0-1-1,-1 1 1,1 0 0,-1 0-1,1-1 1,0 1 0,1 0-957,5 0 0,2 0 0,0 0 0,1 0 0,-1 0 0,-1 0 1,-1 0-1,-4 0 1021,4 0 0,-1 0 0,-3 0 0,-1 0 0,-1-1 0,-1 1 0,5 0 0,1 0 0,-3 0 0,-4 0 0,-8-1 0,2 1 0,0-1 0</inkml:trace>
  <inkml:trace contextRef="#ctx0" brushRef="#br1" timeOffset="94424">12543 9283 10578,'-58'1'1127,"-1"1"1,5-2 0,17 2-1094,35-1 302,3 1 2045,17 0-337,35-1-1618,-14-2 0,5-2-1077,-2 0 0,3 0 1,-1-1 703,11-2 0,2-1-20,-2 0 1,4 0 0,0-1-85,-4 1 1,0 1 0,2-1-289,-3 1 0,3-1 0,1 0 0,0 1 128,5-1 0,2 1 0,-1 0 0,-7 0 0,-7 2 0,-5-1 0,-1 1 0,16-1 0,0 0 0</inkml:trace>
  <inkml:trace contextRef="#ctx0" brushRef="#br1" timeOffset="95209">12408 9567 16096,'-2'-53'1530,"0"0"1,0 5 0,-2 4-332,-3 1-291,0 10-483,1 15-643,3 9 39,1 9 44,2 26 214,0 18-587,0-5 1,1 2 507,0-6 0,-1 1 8,1 11 1,0 1 2,0-11 1,-1 0 71,-4 13 1,-1-1-37,1-12 1,-2-3 22,-2-1 0,-1-4 238,-4-1-6,6-15 342,3-12-436,6-16-186,8-30 17,3-14-186,-3 17 1,0-3 176,-1 1 1,-1 0-17,-2 9 0,0-1 36,1-13 1,-1 2 162,0-2-17,1-11-134,-6 40-275,-3 13 28,-3 17 191,-8 18-102,-10 28-207,9-17 0,-1 3-4613,-1 6 1,2-2 4018,2-9 1,3-4-1,-3 14 1,10-34 0</inkml:trace>
  <inkml:trace contextRef="#ctx0" brushRef="#br1" timeOffset="97476">10954 10652 17423,'-8'-49'1159,"0"0"0,1 0 1,-4-17-1,4 12-458,6 25-180,0 10-398,0 4-537,-2 10 475,4 35 12,-1 14-54,1-3 1,0 3-229,0 3 1,-3 3 226,-1-6 1,-3 2 0,1-2-477,-1 3 1,-1-1 461,-2-3 0,-1 1 0,-1-5 12,1-4 1,-1-2-87,-2 4 1,0-1 103,-6 15 95,6-19 481,7-17 744,4-12-1024,3-6 947,5-24-1227,5-13-17,0 1 1,2-3-6,5-14 129,-4 16 0,1 3 39,0 4-61,1 3-147,-8 16-234,-5 11 67,-2 2-96,10 9 264,14 6-67,22 14-105,-17-10 1,2 0-305,3 4 0,0 1-348,2 2 1,0 0-809,-1 1 0,1-1-2091,-2 0 1,0-2 3393,-5-4 1,-3-3 0,7 5 0,-17-12 0</inkml:trace>
  <inkml:trace contextRef="#ctx0" brushRef="#br1" timeOffset="97725">11800 10559 22335,'-10'-53'926,"0"1"0,0 2 0,-1 15-892,2 34-57,-10 12 29,-6 18-12,-7 22-5,3 1-12,13-5 1,4 1-233,2 6 149,9 5 0,7 1-475,4-25 0,5-3-24,8 16 0,3-3 140,-5-17 1,3-3-1012,10 2 0,4-3-3440,4-5 1,1-3 4307,-11-2 1,-1-1-1,3-2 1,-7-4-1,-16-4 1</inkml:trace>
  <inkml:trace contextRef="#ctx0" brushRef="#br1" timeOffset="98065">12446 10669 16325,'-6'-4'6106,"2"0"-5104,4 4 6,0 0-868,-34-64-56,31 40-56,-14-13 0,6 4-45,21 24-44,2 5 10,3 6-16,9 9-62,17 19 45,-12-5-39,10 21 67,-25-11 45,-2 1 56,-18 17-29,-11-17-10,-12 15 16,-5-15-33,5-6-50,7-7-180,10-6-902,23-7 219,5-6-3327,37-10 4251,-16-1 0,0-2 0,11-3 0,5-2 0</inkml:trace>
  <inkml:trace contextRef="#ctx0" brushRef="#br1" timeOffset="98292">13098 10462 22400,'-35'-49'933,"-1"1"1,5 4-1,5 9-541,15 21-39,4 5-358,5 6-110,1 2-25,6 4 134,14 11 6,4 2-17,11 9 0,3 6 3,-4 7 0,-1 3-496,3-3 0,-4 3 420,-4 15 1,-13 1-491,-19-12 0,-7-1-4336,-8 13 1,-5-1 4525,4-13 0,-2-4 0,1-9 0,3-5 0,6-10 0</inkml:trace>
  <inkml:trace contextRef="#ctx0" brushRef="#br1" timeOffset="112892">11865 11921 12937,'1'-35'3607,"-1"0"0,2 6-3129,-1-11 1,0 2 238,1 20-179,0 0-258,-2 7-341,0 6-253,0 5 163,0 10 246,-1 17-33,-2 21-37,-1-5 0,-1 2-20,1-2 1,0 0 0,-1 1 0,0-3 5,0 19-6,1 2 7,2-20 116,0 13 460,1-36 432,1-7-645,0-14-95,-1-10-179,-2-24-57,0-12-32,-1-7 10,2 10 0,1 1-452,0-6 438,3 4 1,1-2-3227,6-11 3235,-1 12-51,3 7-151,-9 33 107,1 5 11,-3 16 362,0 18-295,1 2 0,-2 4 0,0 19 1568,-1-10 0,0 1-1571,-1-8 1,1-3 2,-3 26 5,3-27 1,1-2-6,0-4 95,1-6 336,0-11 63,0-15-348,0-4-85,0-18-3136,-5-31 3092,2 7 11,-1-3 0,0-1-619,-2-5 602,3 21 0,1 1 51,-4-6-18,2 22-256,1 6-24,0 11 3156,1 19-3116,1 3-1720,1 13 1,0 4 1915,3 12 0,-1 8 0,1-33 0</inkml:trace>
  <inkml:trace contextRef="#ctx0" brushRef="#br1" timeOffset="113815">9181 12411 8334,'54'-1'511,"-1"0"1,1 0 0,-6 1-1,1-1 1,0 0 0,-2 1-270,5-1 1,-3 0 0,4 0-1044,-1 0 0,3 0 0,1 0 0,1 0 899,4-1 0,2 0 0,0 0 0,1 0-16,-9 0 1,0 0 0,1 0 0,0-1 0,0 1-213,3-1 0,1 1 0,-1-1 0,2 0 0,-1 0 289,-6 0 1,0 1 0,1-1-1,-1 0 1,-1 1 0,-1-1-112,0 0 1,-2 0 0,0 1 0,2-1 0,3 0 132,0 1 1,6-1-1,2 1 1,0-1 0,0 1-1,-4 0 1,-5 0-365,5 0 1,-7 0 0,1 0-1,9 1 252,-13-1 0,6 1 0,4 0 1,2 0-1,2 0 0,0 0 0,-2 0 1,-3 0-1,-5 0-76,14 1 1,-5 0-1,-2 0 1,1 0 0,4 1 14,-11-1 0,2 1 1,2-1-1,1 1 1,1 0-1,-1 0 0,-2 0 1,-2 0-11,8 1 0,-2-1 0,-2 1 0,0 1 0,-1-1 1,1 0-36,-2 1 1,-1 0-1,1 1 1,-1-1 0,-1 1-1,0-1-192,7 2 0,0-1 0,-1 1 1,-1-1-1,-1 1-1738,-6 0 1,0-1 0,-1 1 0,-2 0 0,-3-1 1926,12 2 0,-3-1 0,-6 0 0,3 0 0,-11 0 0,-17-3 0</inkml:trace>
  <inkml:trace contextRef="#ctx0" brushRef="#br1" timeOffset="114840">9177 12597 8578,'-4'-8'7910,"0"3"-6163,4 5 191,0 0-2072,-15-45-712,11 38 835,-11-26 117,17 48 29,4 19-34,-1 6-17,2 16-277,-4 6 249,-1 0-6,-4-4-11,0-8-5,-1-11 67,0-12 408,2-12 656,0-9-442,1-4 459,0-13-838,-2-8-311,-2-16 7,0-12-1,-1-8-28,2 11 6,1-17 0,2 35 22,1-15-179,0 32-398,0 1 555,0 36-17,-1 8 5,1-2 1,0 2-341,-2 0 0,0 1 338,-1 3 0,0-1 5,0-1 0,0-2-11,0-2 1,1-4 7,-1 13 63,2-9 72,0-23 733,1-2-570,-1-21-275,1-15-6,-1-24-17,0 17 1,0-3-25,-1-6 1,-1-2 23,2-3 1,-1 0 8,-1 1 0,1 2 8,1 6 1,0 2 27,2-17-67,-2 23-319,2 17-73,-2 15 191,0 21-370,0 21-709,0-10 0,0 4 1297,0 12 0,0-2 0,0 8 0,0-3 0</inkml:trace>
  <inkml:trace contextRef="#ctx0" brushRef="#br1" timeOffset="121330">7676 13773 15776,'2'-43'1653,"0"0"1,0 0 0,0-10 0,2 4-982,3-13-201,-2 30-309,-1 15-369,-3 10 73,0 16 246,1 21-17,0 29-67,0-16 0,-2 3-602,-4 9 0,-1 2 588,-2 3 0,-2 1-14,-3-2 0,-2-2-353,1-5 0,0-3 361,1-7 1,1-3-33,-4 20 46,8-20 202,3-20 454,4-11 840,0-8-845,8-18 215,5-11-860,14-23-14,-11 23 0,2-1-3,3 0 0,0 0-328,1 2 0,0 2 351,21-18-444,-6 13 404,-6 11-11,-2 10-5,2 12 0,5 11-29,6 11-66,1 11-334,-3 9-37,-5 8-41,-20-24 0,-2 2-379,-1-1 1,-2 1-1994,9 26-4101,-2-10 7002,-2-16 0,-5-14 0,-4-10 0</inkml:trace>
  <inkml:trace contextRef="#ctx0" brushRef="#br1" timeOffset="121954">8558 13852 17974,'3'-56'1532,"0"1"1,-1 6 0,-2 8-788,-4 13 117,-3 13-728,0 8-17,2 7-151,-3 10 124,-3 14-107,-10 36-37,5-10 46,6-7 0,1 2-37,3 17-1673,4-23 1,1 0 1529,3-3 1,3-1-172,2-3 1,3-2-756,18 22-382,8-11-413,10-13-202,7-14 974,5-19 1056,-27-3 0,-1-5 518,5-12 0,-2-4 117,12-14-391,-13-2 1,-4-1 721,-5 4-107,-4 2 1,-1-1 2536,-1-6-2497,-1-9-180,-8 8-100,-4 14 59,-4 12-407,0 11 2935,0 9-3299,-2 12 180,-1 3-6,-2 36 6,2-5-1,0 11-16,4-6 49,12-10-49,-4-10 22,8-3 22,-5-22 51,2-2 35,9-9 26,14-12-72,-11 1 157,9-13 83,-20 12 62,-1 0-83,-8 8-147,-3 5-128,-3 5-336,0 1 112,-3 8 184,0 8 29,-4 27-169,1 8-83,0 4-306,4-23 0,2 1-1156,9 19-418,3-16 1,3-2-7706,18 12 8500,1-10 0,-15-26 0,-13-8 1</inkml:trace>
  <inkml:trace contextRef="#ctx0" brushRef="#br1" timeOffset="122187">9650 13792 23259,'-17'-40'700,"-1"0"0,1 1 1,-4-8-1,3 8-448,8 6 118,6 23-264,3 5-324,0 3 150,4 8 35,4 4 50,35 37-563,-9-10 531,-5-3 0,4 8 0,-5-3 6,-6-9 1,-4 3-76,4 15 0,0 9 0,-9-3-1322,-15 1 0,-6 0 1102,5-12 0,-1 1 0,-5 0-1984,-13 2 1,-6-1 0,0-3 1861,-7 2 1,0-4 0,4-3-1,1-3 1,-7 2 0</inkml:trace>
  <inkml:trace contextRef="#ctx0" brushRef="#br1" timeOffset="136894">8421 14950 21741,'-3'-47'530,"-1"1"1,1 4-1,0 11-446,2 22-470,0 6 352,1 21 62,2 11-22,0 28-6,0-23 0,-1 1-292,0 1 0,0 1 286,-1-1 1,0 0 28,-1 25 10,-1-11 6,0-15 157,0-14 370,1-11 117,1-10-392,-1-10 382,-1-12-617,0-3 51,-4-33-79,3 23 5,0-6 1,1-3 5,-1-5 3,2 16 0,1 1 71,-2-5 4,2 16-94,-2 11-180,0 7 61,1 5-72,-2 14 168,1 12-11,0 20-112,1 10-311,0-25 0,1 0-1507,0 4 0,1-2 1093,1 28 0,-1-23 0,1-18 0</inkml:trace>
  <inkml:trace contextRef="#ctx0" brushRef="#br1" timeOffset="137504">6293 15343 10461,'-55'-9'1603,"0"1"1,3 0 0,13 1-1088,31 5-701,3-1 291,12 2 225,13 1 240,37 3-375,-8-1-957,0 1 0,4-1 957,-4 0 0,2-1-64,-6-1 1,4 1-1,3 0-679,3-2 1,5 1-1,-1-1 1,-2 0 600,0-1 0,-2 1 0,5-1 5,-8 0 1,6 0-1,1 0 1,-1-1-1,-2 0-454,1 0 0,-3-1 1,0 1-1,3-1 438,0 0 1,2 0 0,2 0 0,0 0 0,1 0-131,-10 1 0,0 0 0,1-1 0,0 1 0,0 0 0,1-1 147,0 1 1,0 0 0,-1-1 0,2 1 0,0 0-1,2-1-35,0 1 1,1 0 0,2 0 0,0 0 0,-1 0 0,-2 0 0,-3 0 22,4 0 0,-3 0 0,-2 0 1,1 1-1,3-1 21,4 0 0,3 0 0,2 0 0,-1 0 0,-1 1 0,-6-1 72,5 1 0,-5 0 1,-1 0-1,3 0-104,-4 0 0,3 0 0,0 0 0,1 0 0,-2-1 3,-3 2 1,0-1 0,0 0 0,-1 0 0,0 0-30,9 0 0,0 0 0,-2 0 1,0 1-57,-4-1 0,-1 0 0,-2 0 0,0 1-236,10-1 1,-3 0 0,-1 1-745,-11-1 0,-1 1 0,-3 0 1025,7 0 0,-7 0 0,3 0 0,-26 1 0</inkml:trace>
  <inkml:trace contextRef="#ctx0" brushRef="#br1" timeOffset="138428">6119 15555 9341,'0'-9'6323,"0"2"-4144,0 7-28,3-62-1546,-2 44-155,1-18 1,0 6-115,-1 26-465,-1 1-380,0 11 576,0 9 28,-1 20-33,-1 17-226,-1-22 0,1 0 180,-1 3 1,0-1-5,-1 16-7,0 8 1,2-34 72,1 10 387,1-26 1501,0-5-1675,-2-30 245,-1-4-385,-2-25-5,-2 2-74,2 11 130,0-19-73,3 28-28,1-6-62,1 25-90,0 10-464,-1 9 448,1 12 67,5 15 0,-1 1-11,9 28 5,-6-29-16,5 27 11,-8-37 61,2 3 34,-5-17 263,0-6 79,0-4-230,0-15-184,0 1 21,-2-35-5,0 12-17,-1-6 12,0 9-23,0 22-280,1 1-432,0 13-576,0 15-650,1 2 1938,8 35 0,-5-32 0,5 16 0</inkml:trace>
  <inkml:trace contextRef="#ctx0" brushRef="#br1" timeOffset="140750">5399 16682 16353,'4'-52'1245,"-1"-1"1,1 1 0,-2 5 0,1 2 0,-1 8-664,1 1-268,-3 16-253,0 12-671,0 8 442,0 5 118,0 29 89,1 11-34,0-9 1,-1 4-1683,-1 2 1,-1 0 1684,1-8 1,-1 0-4,-3 9 1,0-1-76,0-11 0,0 1 81,-2 5 1,-1 0-12,-3 22 5,1-18 191,4-16 409,4-15 756,1-7-1148,0-17 3233,-1-5-3390,0-19-33,3-4 16,7-3-11,7 1-6,8 4 232,5 6-243,6 6-22,4 5-17,3 9-17,3 7 17,-8 9-112,22 20-34,-17 8 25,-12-6 1,-1 4-115,-8 1 0,-4 1-258,-2 4 0,-3 2-619,-2 0 0,-3 1-151,0-1 1,-2-1-721,2 18 1209,8 6 1,-9-41 0,6 9 0</inkml:trace>
  <inkml:trace contextRef="#ctx0" brushRef="#br1" timeOffset="142200">6354 16583 12809,'0'-9'4097,"-4"-23"0,-2-4-3386,1 11 123,-3-17 0,0 1-173,2 21-312,-2-1-338,4 16-206,0 11 134,0 3 44,-5 23 6,2-3 5,-2 9 0,-1 3 6,3-8 0,-1 0-91,-2 15-1,1 2 72,3-10 1,2-1-418,1-1 1,1-1 296,1 18-483,6-19 0,3-2-263,11 6-206,15 10-45,6-28 219,8-12 312,8-18 359,-26 0 0,1-3 317,1-4 0,-1-3 384,3-7 0,-2-1 11,9-12 50,-17 9 0,-4-2 1363,-4-12-718,-1-10-225,-8 6 80,-4 11-550,-5 11-168,-1 10-168,-1 7 417,1 4-743,2 3-150,-1 5 224,-2 16 95,0 11 17,-1 6-1,-1 12 35,2-11-23,1 7-6,2-9 17,5-10-22,0-9 6,3-6 5,-2-5 33,-3-4 29,0-2 577,-2 0-678,1-3 33,-1 1 0,-1-6 12,-1-2-12,0-4-10,1-4 49,0-13-33,2 8 11,3-18 17,2 11 0,3-5 51,-2 7 50,-2 11 5,-2 9-56,-2 5-313,-1 2 6,0 6 138,0 5 98,-1 5-30,1 14 23,1 3 34,-1 21-34,2-17 22,-2 11-11,0-24-33,0 1 28,0-10 150,1-8-77,-1-4 274,4-5-258,-3-1-34,3-5-21,4-16-3388,8-14 3354,-1 0-222,1 9 1,1 3 209,0 4-33,15-16-17,-12 24-146,7-1 12,-6 9-40,2 11 17,-4 13-213,5 24 169,-9-8-572,5 24 247,-13-28-1513,9 30 223,-1-25 999,3 7-774,5-23 465,-4-15 880,7-11 1081,3-21-214,-8 2 863,2-21 3561,-9 9-3001,5-18-1501,-7 19 791,4-7-673,-11 31-432,0 0-61,-5 12-325,0 2-117,0 8 341,0 7-5,1 13-12,1 4-5,1-5-6,2 3 6,-1-10-34,4 4 45,-1-11 0,0-4 95,0-7 57,0-5 55,11-9 6,-1-6 44,6-11 46,-5-2-147,-5 4 248,3-17-225,-5 17-56,0-8-50,-4 19-163,-4 8-89,-2 6-1977,-1 2-2449,3 17 573,0-5 4032,4 17 0,-3-19 0,-1 0 0</inkml:trace>
  <inkml:trace contextRef="#ctx0" brushRef="#br1" timeOffset="142773">7628 16924 23159,'17'-3'1993,"1"-8"-1673,3-24-163,1-6-101,-1-4-1164,4-12 1153,-9 20 44,1-3 1,0-1 246,-1 1-104,0 0 1,-2 2-82,-5 11 291,0-17-369,-8 34-28,-2-3-67,0 12-264,-2 6 191,0 1 918,-9 26-828,1 5-12,-4 25-28,5-1-592,10 0 609,5-15-259,20 9 220,3-25-23,16 8 34,-1-23 62,1-10-6,1-15 33,-13-4-5,-8-7 0,-2-4 6,1-5 16,1-11 1,-1-5-32,-10 13 1,-1-1-231,5-18 1,-1-1 288,-6 8 1,-2 1 30,-2 3 1,-2 3 13,0-16 146,-13 8-124,2 28 518,-4-2-669,6 15 70,3 4-192,2 1 492,0 14-358,8 13-17,5 30 5,-3-20 0,1 4-535,-1 5 1,0 3 430,-2 4 1,-3 2-451,-2 1 0,-2 1-1630,-4 3 0,-1-2 1578,-1-8 1,0-3-1,-3 13 1,3-29-1</inkml:trace>
  <inkml:trace contextRef="#ctx0" brushRef="#br1" timeOffset="143017">8637 16272 26110,'44'33'-86,"1"0"0,-6 4 1,-6 6-134,-14 13 1,-10 4-1428,-6-17 0,-5 1 0,-2 0-1631,-4 2 0,-3-1 0,-1-2 2334,-5 7 1,-1-5 0,1-10 0,2-7 0,5-10 0</inkml:trace>
  <inkml:trace contextRef="#ctx0" brushRef="#br0" timeOffset="150777">6922 15867 16689,'11'-43'1178,"0"-1"0,-1 4 1,-5 7-564,-9 17-413,-2 5-45,-1 8-252,0 6-17,-9 7 67,-9 11 17,1 3-76,3 7 1,2 2 52,4 0 6,2 2 1,4-1 5,10-8-29,18 22 52,6-21 94,19 8-5,-9-19 117,14-7 135,7-12-6,0-8 174,3-9 90,-25-8-113,-13-5-122,-11-7-119,-8-7-89,-8-2-39,-8 0-39,-6 5-34,2 13 33,-9-1-195,12 19-404,-6-1-840,4 23 1378,-11 22 0,12-13 0,-5 9 0</inkml:trace>
  <inkml:trace contextRef="#ctx0" brushRef="#br0" timeOffset="158475">11804 4466 9313,'-35'9'772,"1"1"1,1 0 0,5 2 197,8 6 189,-7 17-778,4-3-253,4 2 35,7-6 106,7-3-113,1-5 623,13 4-56,3-16-387,7 0 185,11-5-85,16-11-184,3-2 45,10-8 106,-18 0-184,-15 3 190,-4-3-50,-13 3-40,0-5-50,-9-5-185,-6 1 28,-6-3-45,0 9 17,0 2 196,-8-2-219,5 7-167,-9-3-45,10 11-745,-8 7 896,-9 13 0,11-8 0,-3 6 0</inkml:trace>
  <inkml:trace contextRef="#ctx0" brushRef="#br0" timeOffset="168500">11247 15185 18464,'6'-54'1075,"-1"-1"1,0 3 0,1 10-493,-2 24-191,0 2-347,-1 7-191,-3 7 112,0 15 90,-1 16-61,-4 21 5,2-17 0,-1 3-315,-2 3 0,0 1 318,0 1 0,1 1-6,0-2 0,0 0-11,2-2 0,0-2 14,-1 26 0,3-15 39,2-16 768,0-16-135,0-15-549,1-9-39,1-22-34,2-12-25,-2 11 1,-1-2 2,1-3 0,0-1 0,0-1 0,1 0 337,-1 3 0,1 1-219,4-22 33,-2 18-78,-2 17-280,-3 13 5,-1 12 129,0 4-44,0 19-376,-1 12-3117,-2 2 0,-1 3 3016,1-7 1,-1-2 0,1 0 0,-1-4-1,1-2 1</inkml:trace>
  <inkml:trace contextRef="#ctx0" brushRef="#br0" timeOffset="170157">10631 16093 17232,'11'-57'1701,"-1"1"0,-2 13 0,-1 7-1107,2 2-476,-7 28-174,-1 4 16,0 12 113,0 15-11,-1 24-43,-6-4 1,-2 3-12,4-11 1,-3 0-452,-8 23 1,-4 0 442,4-16 0,-2-2 3,-3 10 0,-1 0 2,2-5 1,0-2-6,4-7 0,2-1-3,2-5 0,3-3 9,-1 7 134,4-10 515,5-21 123,2-7-486,4-14-253,0-2-2390,21-39 2385,-8 21 5,10-8 0,2-1-16,1 5 30,4-2 1,2 1 13,1 4-388,-13 13 1,0 3 348,2 3-39,7 11-6,-2 23 17,-1 0 0,0 15-28,3 19 0,-12-18-112,10 11 0,1 0 0,-5-9 1470,2 1 0,1-2-1924,5-6-257,9 3-252,-2-13 469,-10-9-1214,20-25 1221,-16-10 1263,8-11-622,-26 10 0,-3-3 134,-4 2 0,-1-2 359,6-16 0,-2-3 16,-4 10 1,-2 0 11,1-5 1,-3 2 287,-2-14-207,-6 8-118,-3 9-280,0 15 264,-3 5-398,3 13-174,-1 1-22,1 12 112,-2 3 0,-11 36-33,0 4-395,3-9 0,1 2 414,0-1 0,1 1-3,1 0 1,1 1-329,1-1 0,2-2 54,1-2 0,3-3-874,10 26-471,14-15 454,3-16-2131,5-18 0,4-5-2053,18-10 4145,-13-3 1,1-3 1203,-8-6 0,-2-3 1465,-3-2 0,-2-3 551,-2-1 1,-2-1-225,-3-2 1,-2-1 835,10-29-719,-6 3-480,-9 8 528,-5 10-1279,-4 11 351,-2 7-530,-1 7-216,1 5-188,0 3 112,0 2-319,0 10 118,0 9 22,3 15-11,0 8 11,0 6-11,-2-1 0,-1-4 0,0-5-22,-2-6 22,0-11 33,0-2 152,0-13 448,1 1-571,2-24-40,1 4 85,7-41-68,1 25 8,2-8 1,3-1 36,5-2 6,8-15 5,-6 22-95,-9 15-34,5 3 1,-3 13-18,8 3 23,-2 5-67,14 22-50,-11 3-191,9 21-438,-11-1-704,-1 0-1043,0-5-2105,5-10-5205,12-9 9266,-9-13 565,15-10 0,-13-15 4313,7-9 722,-2-11-3789,2-14-311,-13 13 499,5-12-392,-16 21-191,1-1-218,-6 10-314,-6 7-375,-1 5 3432,-9 20-3382,-2 7-16,-5 22 22,3 3 5,4-11-27,6 10-1,4-27 1,11 15 39,1-23 11,10 0 5,-1-13 29,4-10 28,0-7 38,0-11 35,-2-7-28,-4-8-51,-3-3-17,-6 4-61,-5 8-281,-4 11-1103,-6 12-1630,-2 9 2160,-6 14 0,4-7 0,-1 8 0</inkml:trace>
  <inkml:trace contextRef="#ctx0" brushRef="#br0" timeOffset="170708">12996 16652 23789,'20'-48'106,"1"1"1,0-1-1,-1 1 1,-1 0 0,-2 3-29,-4-2 1,-2 2-204,0-1 0,-1 0 346,-1 5 0,-2 1-36,2-12 842,-5 9-904,-4 29 104,-2 0-306,-2 17 332,-5 13-264,-6 21 5,-5 21-233,8-22 0,1 3 225,1 4 0,2 0-25,0 0 0,4 0-26,7 2 1,2-2 14,6 12-15,4-25 1,3-5-54,14-3 62,13-3 40,3-12 27,4-19 62,0-14-51,-26 5 0,-2-5-399,1-6 0,-3-3 402,1-7 0,-2-4 23,-1-5 0,-2-2 5,0-3 0,-3-1 22,-3 2 1,-1 1 30,-3 6 1,-2 2 5,-4 8 0,-1 2 78,-3-17 29,-5 17 866,3 16-1090,0 8-91,4 10 46,0 2 824,2 10-796,5 14 11,6 24 5,-3-14 0,0 3-536,1 7 1,0 3 524,1 2 1,-1 3-184,-2-10 0,-1 1 1,-1-2-79,1 1 1,-1 0-1028,-1 2 0,-1 3 0,-1-6-2156,-1 11 3461,-1-10 0,-2-5 0,0-17 0,0-2 0</inkml:trace>
  <inkml:trace contextRef="#ctx0" brushRef="#br0" timeOffset="170950">13989 15860 25657,'50'-6'29,"-1"-1"1,-1 7 0,-6 13-30,-13 25 0,-8 13-1212,2 4 0,-3 3 1180,-8-13 0,-2 1 1,-3 0-130,-4 3 0,-2 1 1,-6 2-1417,-5-5 0,-6 2 1,-1-1-1,-1-2 1224,-2 2 1,-2-3 0,0-2 0,-1-2 0,-1-2 0,2-7 0,-11 8 0</inkml:trace>
  <inkml:trace contextRef="#ctx0" brushRef="#br0" timeOffset="180732">12355 15456 11799,'39'-48'2007,"0"0"0,-1 2 0,-9 9-1486,-21 26-95,1-2 258,-5 8-639,-2 2-90,-1 2 174,-7 13 139,-4 11-100,-9 18-89,-4 10-34,0 5-40,4-1-10,8-5-1,6-14-11,12 2 56,3-18 68,12 5 150,3-14 174,6-6 113,2-11 44,0-7 12,-3-11-40,-4-7-3544,-10-5 3124,-6 5 163,-7-18-191,-8 15-23,-2-11-16,-3 14-50,0 6-46,3 9-1343,-1 4-4835,6 9 6201,-2 4 0,3 0 0,1 3 0</inkml:trace>
  <inkml:trace contextRef="#ctx0" brushRef="#br0" timeOffset="181840">12633 15377 17440,'6'-17'2666,"-3"2"-1966,-4 13-387,-1-2 466,-1-2-342,2 1-67,-2-2-68,1 1-83,-1-1-18,-2 0-111,1 0 140,-6-4-74,1 2 1,-5-3-3398,3 2 3297,2 3 112,-1-1-106,4 4-40,-1-2-16,2 3-12,2 1-78,-1 2 3191,3 0-3908,-3 0-1938,-3 3 2739,-5 5 0,4-3 0,-1 3 0</inkml:trace>
  <inkml:trace contextRef="#ctx0" brushRef="#br0" timeOffset="193982">9401 6255 6904,'-6'0'963,"2"0"-100,4 0-560,39 2-242,-7-1-38,25 2 5,-4 1-17,-8 0 11,11 1 1,-5 0-29,-16-1 185,-3 0 622,-21-3-84,-2 1-645,-19-2-56,-17 0 34,-3 0 0,-4 0 0,-18 0-295,6 1 1,-2 0 333,13 0 1,1 1-1473,-16 2 1,1 1 1449,16-3 0,2 2-135,-7 1 0,5 1-183,12-1 140,0 2 112,18-2 673,9-1-284,8 1-44,30-1-218,10-3 2512,8-2-2587,-25-1 0,1 0-12,-7-1 1,1 0 33,12-2 1,-1 0 27,12-3 863,2-2-488,-42 6 203,-2-2-909,-22 2 47,-15 0 129,-22 1 68,2 4 1,-2 0-156,13 0 1,-1 0 216,-19 2 0,2 0 67,-7 4-252,-2 0 473,24 0-632,24 3 193,14-2-1080,23 4 334,23-2 0,-19-3 0,9-2 0</inkml:trace>
  <inkml:trace contextRef="#ctx0" brushRef="#br0" timeOffset="203388">10247 12781 14885,'3'-49'1996,"0"-1"0,-1 3 0,0 15-1744,-1 29-185,-1 1-28,0 12 34,0 1 84,-3 39-84,-1 1-54,1-11 1,-1 2-1,-1-3 1,0 0-160,0-2 1,0 1 147,0-3 1,1-1 36,-4 22-28,4-12-6,2-17 23,1-8 453,1-11 309,1-3-264,2-11-404,4-18-88,0 2 289,1-15-251,-1-19-38,-1-1-159,-2 15 0,1 0 141,-1 7 0,0 2 46,5-26-12,0 14-40,-2 14-16,-2 14-134,-3 8 89,4 18 328,-1 0-272,8 25 6,-7-9-12,0 6 1,-1 5-6,-2 18 0,-1-22 0,-1 1-6,-3 5 1,-1-2 11,-3 8-18,-2 14 12,3-26 34,3-11-6,1-11 683,1-7-644,1-18-33,-1-7-17,0-22-23,0-9-3,0 22 1,-1-1 14,1-2 0,-1 1-1,-1-18 23,1-7 23,0 30-29,-1-4-89,1 21-129,0 8 78,0 11 113,0 13-12,1 17 28,0 14-5,-3 8-1,0 2 12,0-6-28,1-9 0,1-13-1,1-13 74,0-7 151,1-10-56,0-8-129,1-3 16,1-30-21,-2-6-15,1 7 1,0-1-4,-1-1 1,1 1-1,1-1 1,1 0-1,0 4 1,1 1 33,5-18 34,-3 16-39,-3 16-73,-2 11-6,-5 14 45,0 4 0,-12 38-395,5-13 0,0 3-375,0-3 0,0 3 519,-2 22 1,2-5-1,3-20 1,-1 19-1</inkml:trace>
  <inkml:trace contextRef="#ctx0" brushRef="#br0" timeOffset="222189">4120 6245 24575,'11'0'0,"2"0"0,14 0 0,14 0 0,15 0 0,5 0 0,-18 0 0,2 0 0,-14 0 0,3 0 0,5 0 0,-3 0 0,5 0 0,21 0 0,-16 0 0,-14 0 0,0 0 0,13 0 0,11 0 0,0 0 0,-23 0 0,-2 0 0,12 0 0,-1 0 0,-16 0 0,4 0 0,16 0 0,-11 0 0,-2-1 0,-1 2 0,7 0 0,19 1 0,3 2 0,-11 0 0,-11-1 0,-2 1 0,4 2 0,18 4 0,-17-4 0,-1 1 0,-2-2 0,-4-1 0,4 2 0,2 0 0,9 1 0,-2 0 0,2 0 0,2 0 0,-4 0 0,3 2 0,-4-1 0,-1 1 0,5 2 0,-16-4 0,7 3 0,-14-4 0,3 0 0,20 0 0,11 3 0,0-2 0,-19-1 0,-1-1 0,10 0 0,-19-2 0,-1 0 0,13 1 0,11 0 0,-15-1 0,18-1 0,-20 2 0,3-2 0,-3 2 0,0 2 0,-1-1 0,0 1 0,1 0 0,-1-2 0,3 0 0,8-1 0,7-3 0,-1 0 0,-1 0 0,3 0 0,-24 0 0,14 0 0,-7 0 0,-8 0 0,12 0 0,0 0 0,-7 0 0,12 0 0,-13 0 0,12 0 0,-10 0 0,10 0 0,-18 0 0,3 0 0,-6 0 0,2 0 0,-1 0 0,0 0 0,0 0 0,-3 0 0,-1 0 0,-3 0 0,1 0 0,8 0 0,-9 0 0,8 0 0,-10 0 0,1 0 0,-3 0 0,-1 0 0,-1 0 0,2 0 0,0 0 0,6 0 0,-4 0 0,4 0 0,-8 0 0,-1 1 0,-1 1 0,-3-1 0,-2 1 0,0-2 0,-1 0 0,3 0 0,-4 0 0,3 0 0,-4 0 0,-1 0 0,-2 0 0</inkml:trace>
  <inkml:trace contextRef="#ctx0" brushRef="#br0" timeOffset="254722">14445 12606 14857,'6'-59'2478,"-1"0"0,0 1 0,-1 16-2170,-4 35 89,0-1-173,0 7-431,0 1 5,0 9 264,0 7-40,2 15-10,-2-1 49,2 15-10,-4 2-35,-3 0-10,0 0-6,-1-21 11,3-6 135,1-13 330,1-1 213,1-6-292,1-9-346,-1-2-12,2-18 11,0-29-27,-1 17 19,0 6 0,-1 1 92,-2 7 0,1-2-94,-1 15-119,1 6-262,1 8 77,-1 6 248,1 10 32,4 17-4,-2 1 4,8 28 1,-4-19-11,3 16-6,-6-28 11,-1-6 23,-1-17 279,0 0-5,0-9-100,2-5-163,0-12-12,1-12-16,-1 0 0,2-23 28,-1 19 39,2-11 56,-2 22-28,-3 10-140,0 8-207,-1 5 195,-6 28 40,-3 7-286,1-3 1,0 4-1298,2 2 1,-1 0 1582,3-1 0,0-3 0,-1 12 0,5-20 0</inkml:trace>
  <inkml:trace contextRef="#ctx0" brushRef="#br0" timeOffset="255791">14008 13246 20923,'5'-38'350,"0"0"0,3-19-462,-11 68 163,0 4-6,-5 22 39,-4 25-452,5-28 1,0 2 411,-2 8 1,-1 2 11,2-8 0,-1-1 12,-4 21 38,3-18 1,0-1-34,-1 0 93,2-5 1,0 0-50,-3 6-50,4-6 275,2-10-6,4-18 566,3-5 614,3-10-1432,4-9-45,9-16-11,7-12-22,0 7 8,0 7 0,2 0-393,14-10 390,-12 13 0,2 1-11,15-5-45,-7 11 17,-12 12-33,-3 7 16,0 19 28,-5-3-28,17 35-78,-10-9-350,4 8-59,1 0-1210,2 2-515,3-1-191,-14-22 0,0-2 2448,9 6 0,-10-14 0,-10-8 0</inkml:trace>
  <inkml:trace contextRef="#ctx0" brushRef="#br0" timeOffset="256064">14931 13290 20173,'-13'-40'846,"-1"0"0,3 4 0,1 10-1076,6 22 135,1 12 140,-2 2 44,-5 22-55,-4 10-15,3-12 1,0 3-306,-2 2 0,1 1 269,0 3 1,1-2-12,-4 22-90,9-19 1,5 0-287,11 12-75,0-17 0,3-1-400,16 4-2882,3-16 0,4-5 3761,9-1 0,6 1 0,-29-13 0</inkml:trace>
  <inkml:trace contextRef="#ctx0" brushRef="#br0" timeOffset="256641">15703 13339 12135,'1'-5'7417,"-1"1"-4942,0 4-2487,5-42 7,-7 34 27,1-31 108,-25 50-57,-4-1-12,-17 6 51,1-3 84,1-5 45,4-2 22,7-4-22,9-2-84,10 0-118,8-1-39,4 1-39,1 1 22,-6 9 23,2-1-23,-8 12 0,5 3 34,0-3-12,1 10-5,4-9 6,1 5-6,1-2 0,2-4 0,0-6 22,0-7 141,0-5 257,1-2 123,1-2-341,0 0 38,3-4-178,5-8-28,4-3-23,3-2-45,17-4 45,-3 8-16,18-3-18,-2 10 12,2 8-45,1 10-22,-5 8-12,-10 12-33,-15 5-90,-18 6-285,-21 2-589,-18 2-311,12-24 1,-2-1-1989,0-2 0,1-2 3386,-18 8 0,19-11 0,13-9 0</inkml:trace>
  <inkml:trace contextRef="#ctx0" brushRef="#br0" timeOffset="256914">15905 13019 23366,'35'29'41,"0"-1"0,-1 2 0,0 0-16,-4-3 0,-2 2-488,-1 3 1,-3 2 482,-5 2 0,-5 2-26,-6 2 0,-7 1-338,-10 3 0,-8 0-3432,-10 3 1,-6-1 3229,-2-2 0,-1-5 0,9-11 1,2-5-1,-7 6 0</inkml:trace>
  <inkml:trace contextRef="#ctx0" brushRef="#br0" timeOffset="262028">8487 5593 6658,'-9'-2'2655,"2"1"-1804,7 1-571,0 0-571,-31-3 375,26 3 269,-17-3-1,40 3 68,13 0-44,15 0-369,15 0 97,-24-1 0,3 1-624,5 0 0,3 0 646,5-1 0,3 0 8,5 0 1,1 1-74,-16-1 1,1 0 0,-2-1-23,10 1 0,2 0 21,0-1 0,5 1 0,-4-1-13,5 1 1,1 0-550,-6 0 0,5 0 1,-3 0 517,-11 1 1,-2 0 0,0 0 0,-2 0 0,1 0 0,-1 0-227,0 0 1,0 0 0,-1 0 229,0 0 1,0 1 0,0-1-1,-1 2 1,0-1 0,0 0 1,19 2 0,-1 0-5,-6 1 0,0 0 11,-6 0 0,-1-1 5,-7 1 1,0-2 41,-5 1 1,-1-2 27,-3 0 1,0 0 131,28-3 6,0-2-51,2-4-123,-30 3 1,0-1 938,30-6-945,-3 1-38,-8 3 1473,-8 3-3126,-11 3 1630,-10 1 0,-12 1 0,-5 0 0</inkml:trace>
  <inkml:trace contextRef="#ctx0" brushRef="#br0" timeOffset="268791">15210 14299 19456,'3'-37'675,"0"0"0,2-22-310,-5 58-533,0 2 120,-1 8 104,0 1 52,-1 25-102,0-5 268,0 8-262,2 6-7,1-16 12,1 8 5,0-15 57,-1-8 178,-1-6 338,0-3 323,0-4-263,0-4-526,0-2-34,-1-23-39,-1-3 45,0-19 6,0 2-68,2 12 78,2-5 74,1 9-29,2 4-50,-1 7-95,-3 15-263,-1 4 27,0 5 135,0 5 101,0 1 11,0 12-6,0 8-22,0-3-22,0 4-376,0 3-38,0-13-1458,0 17-3376,2-17 5270,1-1 0,-1-7 0,1-6 0</inkml:trace>
  <inkml:trace contextRef="#ctx0" brushRef="#br0" timeOffset="269306">14183 14457 14365,'51'-2'4066,"-28"0"-3863,14 2 1,13 1 0,1-1-1878,-2 0 0,1 0 0,-2 0 1713,-6 0 0,-1 0 1,3 0-1,6 1 0,4-1 0,1 0 0,-3 1-66,3 0 1,-2 1 0,2-1 34,-2 1 0,2 0 1,1 0-1,0 0-12,0 1 0,1-1 0,0 1 0,1 0-65,-1 0 0,0 0 1,0 0-1,-1 1 65,-1-2 0,0 1 0,-1 0 0,-1-1 6,-2 1 1,-2-1 0,0-1 0,-1 1-2,11 0 1,-1-1 0,-3 0-186,-5-1 1,-2-1 0,-1 0 208,12 0 0,-2-2-14,-2-1 1,-5 0-12,11-3-39,1-2 1602,-38 4-2902,-3 2 1684,-13 0 1,-6 2 0,-3 1-1</inkml:trace>
  <inkml:trace contextRef="#ctx0" brushRef="#br0" timeOffset="270557">14248 14549 20979,'11'-46'258,"-3"9"-667,-8 40 269,0 5-3898,-1 22 4099,0-5 843,-1 16-792,-2 11-84,2-10-22,0-8 0,0-1 27,1 5 6,1-6 62,0-20 420,-1-6 1574,1-5-1966,0-16-84,0 4 3408,0-22-3413,0-8-24,1 8 46,0-16 22,2 14-11,0 5-17,0 6-51,-1 16-111,-2 6-112,0 3 106,0 12 123,0-2 6,0 32-23,-1-18-56,0 26-234,-1-16-1334,0 19 140,1-18 1490,0 13 0,1-35 0,0 5 0</inkml:trace>
  <inkml:trace contextRef="#ctx0" brushRef="#br0" timeOffset="271223">14100 15080 12897,'-2'-3'6537,"1"0"-4790,1 3-1999,-5-23 190,4 20 146,-4-11 12,5 32-96,1 2 33,-1 20 6,1-18 79,-3 33-62,0-23-28,-2 15-6,1-20 1,1 2-6,1-18 274,1 4 258,1-13 230,0-1-40,1-1-285,1-4-292,2-5-84,3-5-10,4-6-52,-2 4 46,13-10-28,-2 8-29,4-3 34,17-1-55,-11 12 10,12-3-5,-14 12 5,-5 8 29,-8 2-18,5 17-38,-7-2-51,6 14-252,-1-3-34,-4-7-968,13 5-1183,1-10 2521,28 3 0,-28-13 0,7-4 0</inkml:trace>
  <inkml:trace contextRef="#ctx0" brushRef="#br0" timeOffset="271523">14902 15015 23332,'-12'-24'17,"1"12"33,7 34 12,-3 12-23,-1 10-16,-1-5 16,-2 14-78,4 5-118,5 1-440,5-26 1,4 0-1135,19 14-1943,15-8 336,-1-12 3338,8-10 0,-29-12 0,1-1 0</inkml:trace>
  <inkml:trace contextRef="#ctx0" brushRef="#br0" timeOffset="272314">14045 15132 21024,'-4'-46'721,"0"1"0,1 3 0,-1 8-229,0 18-100,3 3-78,0 2-96,1 3-83,0 1-40,0 3-33,0 2-242,1 1 68,-4 10 124,-1 8 10,-5 18-5,2 8-28,3-6-40,1 17 51,7-22-11,1 11 0,4-19 22,-3-9 118,-1-7 252,-3-6 196,-1-9-465,-1-6-73,0-5 23,-1-14-34,0-4-17,0-15 0,3-7-11,3 3 23,2 5 10,0 14 18,-3 13-12,-1 12-140,-3 6-201,-1 4 44,0 7 185,-2 10-336,-2 16-1506,1 17 1915,3-15 0,1-1 0,-1 6 0,2-2 0</inkml:trace>
  <inkml:trace contextRef="#ctx0" brushRef="#br0" timeOffset="273365">15413 15232 10998,'0'-5'8386,"0"1"-11891,0 4 3875,-5-62 2002,4 40-2184,-2-12 0,0 3 716,3 25-1262,0 6 290,0 11 96,0 7 3364,0 30-3380,-2 10-12,0-6-386,-2-5 398,-1-17 10,2 1-5,-1-8 61,2-4 230,2-17 263,0-1-145,2-7-325,4-8-73,9-23-3001,4-3 2978,1-4 18,4-1 16,-4 12 0,6-3-17,-9 13-229,4 7 56,-7 12 61,3 3 3214,3 10-3505,1 9-498,11 18-141,-5 0 308,-1 2-2245,0 5 1759,-11-22-1312,13 11 370,-2-22 2140,2-7 225,-2-7 761,-3-15 716,-8-4 236,3-8 493,-4-8-1770,-6 13 487,-1-3 79,-5 19-1042,0 2-942,-2 5 640,-7 24 105,1 10-38,-2 19 0,6-6 22,4-12-23,9-11 40,-2-11 95,18 0 50,-3-11-61,5-3 134,1-12 321,-3-15-338,-7 5 370,4-25-308,-17 21-157,2-7 51,-6 8-73,-2 12-73,-1 0-656,0 9 180,0 4-482,0 5-1209,0 11-723,1 5-2398,-1 14 992,1-5 3448,0 4 0,-1-17 0,0-2 0</inkml:trace>
  <inkml:trace contextRef="#ctx0" brushRef="#br0" timeOffset="274148">16223 15453 13379,'4'7'7080,"-1"-2"-5792,-3-5-22,0 0-622,44-73-498,-28 41-254,12-19 0,1-5 276,-15 20 0,-2 0 42,1 0 0,0-2 3,0-5 0,-1 2 241,1-18-62,-7 13-84,-3 12-78,-6 11-118,2 12 142,-3 6-439,1 6 57,-3 8 122,-4 12 6,-3 17-11,-3 16 8,9-21 0,0 1-515,1 3 0,1 0 490,-2 24-26,5-18 1,2-1-548,7 11 511,-1-17 1,4-2-130,25 12 174,-9-21 40,8-5 16,-1-22-17,-1-9 29,15-12 10,-7-14-10,-9 1-1,-12 9 1,-1-3 30,1-7 0,-1-2 20,0 1 0,-2-2-112,0-4 0,-2 1 280,-1-14 832,-10 13-995,-5 17 553,-4 5-564,2 14-33,0 0-45,3 7 423,1 1-390,0-3 87,0-1-81,0-2-16,0 1 16,0 3 28,0 1-34,0-1 0,0 0-16,0-1 11,0 1-280,-1 0 184,-1 11 96,-2 7-34,-3 16 6,-3 14 5,-4 12-202,5-25 0,-1 1 56,1 3 1,1 0-410,0 0 1,3 0-862,2-3 0,5 0 1422,6-2 0,2-3 0,1 3 0,8-8 0</inkml:trace>
  <inkml:trace contextRef="#ctx0" brushRef="#br0" timeOffset="274399">17139 14943 26295,'-27'-39'190,"-1"1"1,1 1-1,10 13-240,17 23 0,2 6 61,7 10-6,11 17-21,11 21-656,-13-17 0,0 3 664,0 6 0,-2 3-82,-2 5 0,-6 2-540,-6 3 0,-7 2 287,-7-15 1,-5 0-1,2-4 1,3-3-1,-2-4 1,-7-1 0,0-1-1</inkml:trace>
  <inkml:trace contextRef="#ctx0" brushRef="#br0" timeOffset="275255">16193 14521 14841,'47'1'810,"1"1"0,-1-1 0,2 0 0,0 0 0,-1-1-613,-4-1 1,-1-1 0,0 0-1506,13-1 0,4 1 1375,-8-2 0,7 1 1,1-1-1,-2 0-691,-7 1 1,-2 1-1,0-1 1,1 0 634,9 0 0,2 0 0,0-1 1,2 1 4,-10 0 1,1 1 0,1-1 0,0 1 0,1 0-186,5 0 1,0 0-1,2 0 1,-1 1-1,1-1 184,-1 0 1,1 1 0,0-1 0,1 1-1,0-1-189,-6 1 0,2 0 0,0-1 0,-1 1 0,-1-1 0,-3 1 267,8-1 1,-2 0 0,-4-1 0,-2 1-5,1 0 1,-3-1 0,-2 0 91,-3-2 0,-2 0 0,-4 0 243,-5 0 0,-3-1-309,5-1 0,-3 0 1434,3 1-1645,-14 1 2286,-20 5-2689,-4 0 566,-2 8-67,-8 5 0,5-3 0,-4 2 0</inkml:trace>
  <inkml:trace contextRef="#ctx0" brushRef="#br0" timeOffset="278776">16476 15973 15378,'0'-3'6727,"0"1"-6401,0 2-388,-8-12 28,-6 19 34,-7-7 17,-4 22 0,-3 8-20,6-6 0,-1 1-3,-5 4 1,1 2-51,1 4 0,5-1-67,6 9 27,5 15 34,27-21 74,17-10 60,20-12 12,-21-13 1,2-3 80,2-4 1,0-3 86,22-8 260,-25-1 0,-3-4 65,-2-10-218,3-21-147,-24 4-77,-11-3-40,-7 2-22,-9 7-23,-6 7-111,-3 9-404,-3 7-1445,1 10-7921,1 7 9121,9 5 0,7 0 1,8-1-1</inkml:trace>
  <inkml:trace contextRef="#ctx0" brushRef="#br0" timeOffset="282803">19410 14546 19563,'13'-38'722,"0"0"0,-1 2 1,-4 12-897,-8 22-95,0 5 247,-1 12 56,0 0-12,-1 19-16,1-4 10,1 8-10,0-9 16,5 5 107,-2-19 353,2 1 454,-3-12 290,-1-9-1069,0-1-84,-1-17-34,0-6 23,0-12-23,1-4-17,0 9 29,2-2 38,3 14-78,-3 3-223,1 9-270,-3 11 174,-1 11-230,-4 14-980,-4 19-297,-1-12 1,-1 2 1135,-5 10 1,0-2-1,-3 6 1,-2 0 0</inkml:trace>
  <inkml:trace contextRef="#ctx0" brushRef="#br0" timeOffset="283461">18590 15247 19708,'8'-44'857,"-1"1"0,1-1 0,2-15 0,0 5-342,5-4-78,-4 16-202,-4 15-235,-3 14-212,-2 7 60,-1 12 208,6 23-33,-2 0-9,-1 3 0,0 4-6,-3-3 1,-2 0-98,0 0 1,-1 2 136,-6 20 0,-3 0-431,2-18 0,-2 0 385,-3 15 1,-1-1-9,3-15 1,2-4-6,-8 19 17,8-16 50,4-17 240,4-11 885,1-5-1030,9-21 653,5-11-830,4-3 1,4-2-394,9-15 408,-1 13 0,2 1 16,-6 14 1,2 2-1,5-4 1,2 2-17,-2 5 0,-1 3-29,22-4-27,-10 14 22,-8 15 17,-2 14 12,-8 2-86,-6 2 1,-1 2-257,8 18-114,-8-12 1,1 1-67,-3-5 1,1-2-261,1-1 0,1-1-530,1-3 1,3-2-1533,2-4 1,1-2 2130,20 7 1,-15-12-1,-14-9 1</inkml:trace>
  <inkml:trace contextRef="#ctx0" brushRef="#br0" timeOffset="284477">19787 15194 15978,'-1'-8'5886,"1"1"-5183,-9-25 1,-2-3-391,4 16-131,-4-19 0,1 6-143,8 30-151,0 2 79,-4 18 22,2-2-23,-9 30 6,2 2-189,4-15 0,0 1 217,2 2 0,0 0-17,1 0 1,2 1-66,2 5 1,3-1-42,2 12-76,4-19 1,2-5-32,4-7-566,35 8 667,2-28-864,5 1 1043,-6-18 45,-18-11 157,-4-9 56,4-15 446,-7-5-441,-13 23 1,-2 0 112,5-17-3027,-3 2 2792,-8 25 847,-3 8-1066,-2 11-271,0 2 215,-1 5 90,-3 12-1,1 1-5,-1 18-11,2 11-11,0 4 11,5 8 3408,0-22-3391,3-1 5,-2-17 11,0-1 247,-1-10-73,2-10-123,2-10-56,2-3 11,7-19 28,6-7-28,-3 6 124,13-14-96,-18 31 16,12-12-16,-11 17-50,0 2-6,-2 4-78,9 5 5,-7 7 45,7 2-23,-8 13-11,-3 4-190,4 18-145,-2-3-225,2 7 247,-4-19-392,6-2 100,2-14-90,18-9 578,-2-11 190,0-5 258,1-16 275,-14-1-314,0 2 279,-6-3 74,-10 17-1,-1-2-123,-3 6-195,-2 5-304,0 4-615,0 3 543,-1 13 112,0 4-22,0 7-174,0 14 89,1-18-206,6 23 156,-1-23 84,7 5 129,-1-14 123,2-9 34,4-9-95,-3-2 291,11-19-163,-8 3-22,10-15-129,-10 13 157,6-11-134,-11 17-62,2-4-146,-10 16-408,-3 5-493,-1 4-550,2 4-1276,3 6-2779,1 9 790,0 2 4806,-1 5 0,-3-15 0,-1 0 0</inkml:trace>
  <inkml:trace contextRef="#ctx0" brushRef="#br0" timeOffset="285002">21015 15578 24559,'21'-39'193,"1"0"0,-1 0 0,6-10 0,-2 3-81,-10 6 1,-2 2-1020,6-19 1058,-7 18 0,-2 1 584,0-8-467,-5 21-46,-5 14-390,0 9-39,-6 17 201,-1 0-11,-6 15-5,-4 11 16,5-9 1,1 1-4,-1 1 1,2 0-6,-1 6 0,3-2 520,5 20-574,16-6 52,13-10-7,16-9 1,11-14 22,6-9 11,-12-11 25,-14-8 1,-2-4-15,-1-8 11,2-11 1,-1-6-12,-12 7 1,-2-1-578,10-18 0,0-3 597,-5 2 0,-1 0 16,-2-3 1,-1-1 14,-3 2 0,-4 1-300,-2 5 0,-3 3 319,-4 8 0,-1 2 82,-6-13-84,-2 20-102,0 15-100,3 7 1087,-1 13-970,-3 12-21,0 36 4,2-8 205,3-4 0,3 2-202,3-10 1,1 0-348,0 11 1,1 1 184,1 1 0,-1-1-311,0 0 1,-2-1-561,-2-1 0,-1-1 17,-1-11 0,-2-1 1025,-4 7 0,0-5 0,0-11 0,-3 9 0</inkml:trace>
  <inkml:trace contextRef="#ctx0" brushRef="#br0" timeOffset="285260">22061 14895 24427,'14'-39'177,"0"-1"1,-2 2-1,1 14-153,3 29-19,8 14-8,-2 7 1,0 5-4,13 17-24,-16-11 0,1 7 1,-4-5-670,-5-7 1,-2 0 606,0 8 1,0 5 0,-5-2-287,-9 2 0,-5-1-790,-4 12 0,-6-1-3748,-7-2 1,-3-6 4460,6-11 1,1-4-1,-13 7 1,26-29-1</inkml:trace>
  <inkml:trace contextRef="#ctx0" brushRef="#br0" timeOffset="285836">20455 16159 21618,'-3'18'353,"-5"8"-275,-13 24-22,2 4-38,6 0-13,10-5 34,14-6 45,14-10 157,15-11 162,12-10 157,6-17 107,-1-13-1184,-6-16 870,-18 0-1609,-16-8 1,-5-1 1423,-3 1 437,-5-1 1,-5 1-494,-13 8-78,-10-1-219,-9 13-968,-7 11-573,5 10 1266,-8 9 0,25-3 1,0 2-1</inkml:trace>
  <inkml:trace contextRef="#ctx0" brushRef="#br0" timeOffset="299945">13362 13095 9682,'5'-8'9242,"0"2"-14034,-5 6 5503,21-65 1411,-13 30-1769,4-8 0,0 0 1060,-7 7-988,0 7-77,-1 9-186,-2 10 3027,0 5-3318,-2 9 539,0 10-354,0 17-39,0 17-17,0 14-205,-1-30 1,0-1 209,-1 19-17,0 13 12,0-26 5,1 11 7,1-23 88,0-13 332,0-6 38,0-10 140,2-9-537,0-12 13,2-15 9,-1-12-11,0-9-56,-2 27 0,-1 0 5,1 0 1,-1 1 67,0-28 28,0 14-28,0 16-84,0 15-382,0 11 287,0 8 67,0 5 22,0 18-28,0 13 17,1 20-6,0-26 1,-1 1-200,0-1 0,1 0 194,-1 27 17,0-10 10,1-12-16,0-13 68,1-12 133,0-8 41,0-8-130,1-10-101,0-12 28,0-29-39,-1 10 99,0 8 1,0-1-78,0-16 0,3-5 18,0 16-18,-2 18-72,-2 14-141,-1 8 23,0 11 151,-1 2 229,-3 39-212,1-18 0,0 0 0,0 0 0,0 1-3,-1 6 0,0-2 25,1 3-27,-1 4-18,2-13 46,2-13 184,0-10-95,0-6 34,2-12-113,0-10 12,3-17-1722,-2 2 1,-1-1 1727,3-17-299,-3 11 1,-1 0 331,3-5 67,-3 0-67,1 21-201,-2 15-102,0 14 3182,-2 14-3490,0 20-2615,-3 22 2499,1 2 1,1-19 0,2-19 0</inkml:trace>
  <inkml:trace contextRef="#ctx0" brushRef="#br0" timeOffset="307312">1601 4686 22541,'-35'-43'-1209,"0"0"0,0-1 1,4 6-1,1 2 1,5 7-434,2 3 928,7 10-3990,3 6 4801,4 4 0,3 4 1,3 2-1</inkml:trace>
  <inkml:trace contextRef="#ctx0" brushRef="#br0" timeOffset="325354">13292 9757 17036,'-5'-41'536,"1"0"0,1 2 0,3 4-233,9-1-141,9 1-72,9 3-45,5 6-34,5 6-11,-1 7-11,0 7-12,-2 4-5,-10 6-257,5 21 257,-18 3 33,2 11 18,-22 11-18,-10-4 0,3-17 1,-2 1 2,-7 4 1,0-3 2,-10 12-122,11-17 1,1-1 121,-2 5-11,-2 4 0,6-5-22,10-6 0,5-6 61,8-4 56,5-4 289,7-2-250,10-3-39,25-7-134,6-6-437,3-2 190,-23 2 1,1-2-600,-5 2 0,1-1-1600,11-3 1,0 1 2484,-4 1 0,-4 1 0,12-4 0,-23 8 0</inkml:trace>
  <inkml:trace contextRef="#ctx0" brushRef="#br0" timeOffset="348762">20538 9016 13138,'-16'-3'28,"4"1"-381,13 2 320,0 0 274,6 3 229,12 5-168,9 2-10,17 3 32,10-2-189,-6-3-1,-13-3 1,4-1 58,8 0 0,2-1-572,4 0 1,2-1 424,-11 0 1,2 0 0,-1 0-1078,17 0 0,-4 0 1067,-10-1 1,0 1 21,9 1 1,2 0-459,1 0 0,-1 0 467,1 1 0,0 0-28,-15-2 0,0 1 1,-2 0 7,9 1 1,-2 0 2,0 0 1,-2 1-26,-11-2 0,1 1-32,16 1 1,1 1 48,-17-2 0,-1-1 20,17 3 0,1-1-588,-11 0 1,-4-1 547,-8-1 1,-1 1 19,4 0 0,0 1 719,-1 1 1,0-1-714,7 2 0,0 1-29,-8-2 1,-1 0 976,22 4-940,-1 0-51,-19-3 12,7 0 0,2 1-6,14 2-160,-14-3 0,1 0 160,-6-1 1,0-1-7,2 0 1,-1 0-1,-8-1 1,-1-1 5,6 1 1,2-1-29,3 0 0,-1-1 11,-7 0 1,1-1-7,24 2 1,2-1 11,-24 0 0,0 0 6,17 0 0,2 0-15,-8 1 1,-2-1 8,-10 0 0,1-1-12,19 2 1,2-1 0,-19-1 0,1 1 11,19 0 0,0-1 0,-23 0 0,-1 0-23,18 0 1,0 0 13,-16 0 1,-1 0 8,17 1 0,0-1-11,-11 1 0,-2-1 2574,23 2-2552,-18-2 0,-1 1-28,16-1-202,-17 0 1,0 0 201,-9-1 1,-1 0-15,-1 1 0,0-1-246,30 0 254,-4 0 12,-15 0 596,6 0-585,-3 0 17,-9 0-23,20-1 1,-23 1-6,19-2-17,-4-1-12,4 0 539,-10 0-530,-10 1 1,-1 1-4,11 0-5,19 0 16,-26 1 225,13 2-264,-19 1 1,12 3 27,-15-1 57,-3 0 10,-1-2 29,2-1 5,2 0-22,4-1-17,2 1-23,2 1-5,-2 1 0,-5 0-33,-5-1-46,-8-1-195,-7 0-807,-5-1-590,-3-1 0,0 0 0</inkml:trace>
  <inkml:trace contextRef="#ctx0" brushRef="#br0" timeOffset="350698">26116 9425 11060,'21'11'1641,"5"0"-1120,10 1-106,15 2-250,-17-6 0,3 0-881,9 0 0,1 0 814,9-1 0,1 1-297,-15-3 1,1 0 0,0-1 243,1 1 0,0-1 0,0 0-2,0 0 0,-1-1 0,-1 0 46,17 1 1,-4 0-29,-15-2 1,-1 0 425,4 0 1,-3-1-57,3-1-302,0 0 151,-23 0 11,-17 0-4397,-2 0 4544,-5 0-830,2-1 1034,-5 0-1118,0 0 90,-4 0 207,-5 0 117,-3-1 62,-4 0-112,-1-1-1692,1 0-828,7 0 2632,3 1 0,9 2 0,1-1 0</inkml:trace>
  <inkml:trace contextRef="#ctx0" brushRef="#br0" timeOffset="351172">26586 9503 8382,'-2'-2'3524,"0"0"-735,2 2-1932,108-11-2613,-54 7 1842,0 0 0,10-2 0,-3 2-13,-2 3 0,-1 0-38,-5 0 0,3 0 1,1 1-378,2 1 0,2 0 0,3 0 360,-4 0 0,4 0 0,0 0 0,-5 1-16,0-1 0,-4 1 0,3 0-2,1 0 0,5 0 0,-1 0 0,-6 1-546,-4-1 1,-5 0 0,2 0 552,9 0 1,1 1-1,-1 0 0,-7 0 1,-2 0 0,0-1-330,-4 1 1,-1 0 0,-3 0 290,-3 0 0,-3 0 106,0 1 1,-7-1-1628,-15 0-1461,-5 0 3013,-12-1 0,1-1 0,-2 0 0</inkml:trace>
  <inkml:trace contextRef="#ctx0" brushRef="#br0" timeOffset="352114">27406 9396 9363,'-1'-6'4929,"1"1"-941,0 5-3512,32-27-352,-24 21 128,25-15 705,-46 62-772,4-9-205,0-2 1,-1 1 333,-8 25-1832,7-17 0,0-1 1548,2-7 1,0 2-115,-1 16 0,1-2 129,5 1-6,-1 9 62,4-17 134,0-16 231,0-4 78,0-8 3040,0-10-2946,1-2 129,0-5-711,0-19-50,0 2-1,2-29-5,4-11 5,-2 30 1,0-1 2,0 1 1,1 1 36,3-30-28,-4 34 33,0-14-106,-4 27-179,0 4 151,0 9 67,-6 15 40,-9 25-18,-2 8 6,-1 7-8,11-16 0,2-2-3,1 3-6,3 4 1,2-1 22,3-1-12,2 6 29,0-16 156,-3-22 73,-1 1-167,-1-13-40,-1-10-40,1-13 18,4-35-17,0 14-3,2-2 0,1 1-9,0 6 6,0 5 1,1 0 44,4-6-11,-1 5-51,-3 9-302,-7 17-196,-1 10 252,-3 4-2028,-8 25-806,0-4 2238,-11 22 0,13-28 0,-1 0 0</inkml:trace>
  <inkml:trace contextRef="#ctx0" brushRef="#br0" timeOffset="353165">26084 10559 12500,'17'-57'2307,"1"1"1,-1 1 0,-3 11-1748,-6 28 285,2-4-414,-5 13-363,-2 1-175,-2 6 124,-1 7 140,0 12-101,0 6 50,0 26-487,-5-12 0,0 1 406,2-7 0,-2 1 25,-5 8 1,-2 4 0,0-3-18,-2-1 1,-1-3-20,-3 10 0,0 0 19,0-6 1,1-3-54,1-5 0,0-2 37,2-1 0,0 0-12,0-2 1,2-3 11,0 3 123,5-13 442,4-10 180,3-8 465,6-10-1165,5-14-34,10-18-20,-5 14 1,0-1-197,4-5 1,1 1 204,3-2 0,1 2 5,0 0 0,2 3 3,-1 3 1,0 1-55,-2 5 1,0 2 17,17-9-34,-9 12-6,-5 10-16,-4 15-11,1 10 511,2 16-596,-1 11-106,1 10-227,-14-25 1,0 1 209,0 0 1,0-1-575,13 28-350,1-8-790,0-9-1450,2-13 739,-6-11 1923,11-10 1,-22-5 0,8-2 0</inkml:trace>
  <inkml:trace contextRef="#ctx0" brushRef="#br0" timeOffset="353423">26969 10786 15247,'8'-56'1635,"1"0"1,-1 6 0,-3 7-595,-5 15-197,-1 9-412,-1 8-350,-1 7-110,-2 7 111,-7 11 6,-9 15-25,-1 3-31,2 4 1,1 4-31,6-7 0,1 1-511,-6 17 0,2 2 491,6-6 0,2-1-31,1 1 1,4-1-250,4-1 1,4-1 128,3-3 0,5-2-255,4-2 0,6-3-577,4-3 1,3-4-1785,6-4 0,2-3 2784,-3-4 0,-1-4 0,12 2 0,-20-9 0</inkml:trace>
  <inkml:trace contextRef="#ctx0" brushRef="#br0" timeOffset="358513">27401 10923 16790,'-9'-35'565,"0"0"1,2-24-487,25 43-46,3 5 1,21-1-40,-8 8-44,16 0-45,-10 8-62,-5 7-78,-7 8 44,-9 6 124,-10 4 61,-11 3-5,-6-5 11,-21 13 73,1-14 61,-14 8 85,10-14 145,7-7 129,8-6 191,7-3-516,6-4 112,3 0-168,9 1 0,4 2-68,11 3-27,7 3-11,7 7-40,5 6-5,-3 9-56,-6 6-34,-11 3 62,-11-1 11,-20-7-17,-20-6-17,-24-9-8,18-12 0,-1-2-449,-5-2 0,0-2-81,-1-2 1,1-2-1995,2-1 1,3-1 1824,-19-8 1,25 6 0,17 3 0</inkml:trace>
  <inkml:trace contextRef="#ctx0" brushRef="#br0" timeOffset="358816">27846 10607 11502,'0'-3'6962,"0"0"-5544,0 3-953,37-5-73,2 17-272,0-4 0,3 3-781,-2 11 0,-1 4 692,5 5 0,0 3-54,0 6 1,-2 3-34,-1 3 0,-6 5-84,-13-7 0,-4 3 0,-3-2 5,2 2 1,-7 0-144,-8-3 0,-6 3 0,-6-6-694,-12-2 0,-8-4 972,-1-4 0,-4 0 0,3-3 0,2-3 0,1-3 0,-3-5 0,0 1 0</inkml:trace>
  <inkml:trace contextRef="#ctx0" brushRef="#br0" timeOffset="364655">26828 11608 10360,'2'-5'4609,"0"0"-2183,-2 5-2516,29-37 1,-22 30 234,22-20-22,-29 38 191,-3 33-180,-3 0-81,0-9 1,0 2-158,-3-2 0,0 0 168,-1 0 1,-1 0-15,-1-2 0,0 0 46,-13 23-7,3-10-5,6-14 231,8-12 552,4-11 57,4-7-554,0-11-314,1-1 370,6-27-398,2-1-14,-2 8 0,1-2 31,3-28 6,-1-2 33,-3 5-12,-3 12 1,-2 13-168,-2 14-291,0 10 122,-2 10 147,-3 12-247,-7 12-498,-6 16-1351,-6 10-627,3-7 1992,-2 7 0,14-32 0,1 0 0</inkml:trace>
  <inkml:trace contextRef="#ctx0" brushRef="#br0" timeOffset="365273">24324 12141 7458,'-5'-4'1575,"2"0"368,3 4-935,70-10-296,-10 7-1074,-19 0 1,5-1 0,-1 1 568,14 3 1,-1 3-541,-13-2 1,0 1 0,1 0 408,5 1 1,0 1 0,2 0-25,3 0 0,2 0 1,0 1-30,-11-1 1,0 0 0,1 1 0,2-1-13,2 1 0,2 0 0,2 0 0,-1 0 1,-4 0-15,-2-1 0,-4 1 0,1-1 1,5 1-14,3 0 0,7 1 0,2 0 0,0-1 0,-4 1 0,-7-1-526,4 0 1,-6 0 0,6 0 523,1 1 0,7 0 0,3 0 1,-1 0-1,-6 0-445,-5-1 1,-4-1 0,0 1-1,2 0 445,-2-1 0,2 1 0,1 0 1,0-1-1,-1 1 2,11 0 1,-1 0 0,0 0-1,0-1-231,-4 1 1,0-1-1,0-1 1,-1 1 244,-4-1 1,0 0 0,-1 0-1,-1 0 7,12 0 1,-1 0 0,0-1-141,-13 0 1,0 0-1,-1-1 1,-3 1 136,17-1 1,-2 1 85,-12-2 1,3 1 0,-6-1-114,-6 1 0,-1-2 539,7 1 1,-1-1-650,-7 0 1,-2-1-370,25-1-303,-14-1-514,-12 1 372,-10-1-1341,-8-1 2290,-9 2 0,-3 1 0,-3 1 0</inkml:trace>
  <inkml:trace contextRef="#ctx0" brushRef="#br0" timeOffset="366388">24590 12129 6848,'-1'-5'7097,"0"0"-6722,1 5-476,0-20 443,-3 25-174,-1-14 532,-19 63-257,4-9-762,5-14 0,0 1 492,-6 12 124,-1 3-277,9-17 0,0 1 87,-10 28-1,4 0 12,11-26 94,4-11 533,3-11-118,0-6 864,0-7-1256,1-10 688,1-10-850,2-14-39,2-13 5,5-10-28,-2 8 3,1 13 0,1 1 59,6-9 33,5-12 213,-10 30-538,-5 16 96,-5 7 50,-6 19 85,-5 11-1,-6 19-34,-4 10-27,3 3 47,10-23 0,2 0 20,-1 10-11,6 1 5,3-17 386,0-13-94,1 2-29,-4-14 101,-1-17-352,0 3-1,-5-35 12,0 8 16,-3-18 12,2 14 51,4 10-69,2 14-263,0 7 57,0 9-73,0 10 67,2 13-572,-1 20-2430,1 14 3170,-5-2 0,2-17 0,-3-16 0</inkml:trace>
  <inkml:trace contextRef="#ctx0" brushRef="#br0" timeOffset="368916">23997 13242 20648,'7'-31'-70,"-1"-1"0,5-16 388,-11 65-189,-1 13-48,-4 1 0,-2 3-45,-1-1 1,-1 2-458,-6 9 0,-1 0 443,0-6 1,-1-2-12,-8 20 3,10-24 0,0-2 256,-4 13-225,-6 12 22,11-19 245,2-9-55,9-19 1385,2-5-1480,10-22 638,-2 6-665,16-27-40,2 6-17,-3 7 1,1 0-23,10-10-6,-9 12 1,2 2 38,7-1-33,23-5-61,-7 14 10,0 4-50,2 18 17,-20 9 0,9 15-39,-17 11-50,-6 8-7,-7-8-290,-4-8 0,-1 2-846,3 14-62,-1-14 1,0-1-3574,11 15-4235,3-12 9130,-3-16 0,-5-10 0,-10-10 0</inkml:trace>
  <inkml:trace contextRef="#ctx0" brushRef="#br0" timeOffset="369607">25037 13310 20767,'2'-42'733,"-1"-1"1,0 5 0,-1 10-627,-3 23-79,-3 5 33,-4 13-10,-10 13 5,-10 19-37,11-14 1,0 2-20,2-5 0,1 0-3,0 1 0,0 3-498,-6 18 1,0 1 447,9-15 0,2 0-76,-8 22 0,2-1-78,9-3-414,13-21 1,5-2-696,13 4-639,22 10-953,8-26 876,-5-9-1777,-3-12 0,2-3 3809,-10-1 0,0-3-300,18-5 1,2-4 299,1-7 0,-5-3 0,-15 9 0,-2-2 344,12-9 1,-4-1 3447,2-6-2126,-20 14 1,-2 1 1111,11-19-779,-12 5-469,-9 3-354,-7 5-325,-6 6 519,-8 5-1214,0 7 283,-18 5-316,0 11 641,-17 9-708,-1 15-50,19-10 0,0 3-658,0 3 0,2 1 646,-14 19-287,14-9 1,3 1 158,-2 14-5,9-17 0,2 1-79,5 10 11,14-9 89,9-11 129,10-8 45,5-9 157,8-17-118,-13 0 1302,8-17-1156,-18 2 607,0-9-556,-8 1 77,-11 2-134,-22 3-185,3 12-5,-23 3-73,10 16-67,-10 7-230,7 9-476,8 7-1221,13 2-2744,17 0 4766,21-3 0,-9-13 0,7-3 0</inkml:trace>
  <inkml:trace contextRef="#ctx0" brushRef="#br0" timeOffset="369856">26034 13386 22520,'-5'-44'787,"0"1"1,1 5 0,0 7-592,4 17-196,2 7-22,4 9 44,10 12-22,12 19-22,-8-7 0,1 6-1744,5 22 0,-3 3 1712,-6-15 1,-3 2-97,-4 1 1,-2 3 0,-8-1-1950,-10-4 1,-7-2 0,1-1-521,-2 11 0,-2 0 2366,-4-10 0,-5 0 0,5-8 1,-3-1-1,-1-3 0</inkml:trace>
  <inkml:trace contextRef="#ctx0" brushRef="#br0" timeOffset="371506">24087 13128 16381,'12'-38'1094,"-1"0"0,4-2 1,-2 8-782,-5 23 269,9-10-55,-11 10-79,0 0-146,-3 4-184,-2 3-342,-1 2 196,-9 9 17,-4 6 22,-12 12 6,-2 6-17,1 5 0,-2 4-6,4 1 17,-1 1-5,1-4-6,2-4 0,4-7 0,4-8 61,6-9 1,5-6 370,2-5-208,4-6-179,2-8 16,6-11-33,3-12 0,2-8-3,-4 8 1,-1-1-9,4-7 16,2-14 51,-12 33 62,-2 3-17,1 1-129,-4 10-213,1 7 112,-1 4 34,-1 16 89,-3 9-27,-4 20 10,-6 7-5,-4 5-380,-3 1 291,-1 0-35,6-15-1175,-8 10-365,14-28 1664,-7 17 0,13-31 0,0 2 0</inkml:trace>
  <inkml:trace contextRef="#ctx0" brushRef="#br0" timeOffset="373107">24516 14405 12685,'-1'-5'4077,"0"1"-4559,1 4 634,-5-12 128,-2 24 0,-5 2-23,-2 36-72,-2 10-135,2-8 0,4-13 1,1 1-12,-2 8-19,4-14 0,0-2 19,2 3 381,2-12 50,2-12 763,1-5-555,1-11-511,0-7 69,2-18-180,0 3 33,1-24-10,-1 4 5,2-16 2,-1 31 1,0-1 232,7-27 68,2 10 0,-2 16-118,-1 12-297,-6 14-157,-3 5 79,-1 8 145,0 6-17,-1 12-33,-2 10-34,0 7-224,-4 9-465,-4 6-253,3-24 0,-2 0-1386,-1 1 1,-2 1 2372,-9 22 0,7-22 0,6-15 0</inkml:trace>
  <inkml:trace contextRef="#ctx0" brushRef="#br0" timeOffset="373539">23709 14931 15748,'8'0'2336,"28"0"-2110,12 1 1,6 1-988,-8-1 1,6-1 809,-7 0 1,8-1-1,3 1 1,-1-1-1,-7 0-423,-2 1 0,-5-1 0,8 0 357,3 0 0,9 0 0,4-1 0,1 1 0,-4 0 1,-10-1-412,0 1 1,-8 0 0,5-1 394,1 0 1,6 0 0,2 0-1,-1 0 1,-5 0-58,5 0 1,-5 0-1,2-1-34,-6 1 1,1-1 0,0 1 0,-2-1-555,7 0 0,-1 0 1,-3 1-900,13-3 0,-4 2 1290,-10-1 1,-6 2 0,2-2 0,-16 2 0</inkml:trace>
  <inkml:trace contextRef="#ctx0" brushRef="#br0" timeOffset="374356">23608 15043 7464,'0'-6'2168,"0"2"957,0 4-2184,-40 65-252,10-23-1629,-3 5 1,0 1 1118,-2-7 610,-2 2-604,17-17-33,1 1 1018,12-11 477,10-9-538,9-13 1014,1-2-1591,13-15-36,-3-3-104,4-12-90,0-18-145,-7 6-62,-3 1 140,-4 12 270,-4 14-236,-2 5-230,-2 7-285,-4 9 134,-1 3 45,-2 15 72,-2 8-10,-2 8 5,-4 14 0,-4 7 5,-1 2 1,1-4-1,3-12 23,5-17 90,0 0 156,3-11-66,1-6 77,2-9-268,0-6-331,2-18-369,0-2-1423,2-6-1322,-2 16 3428,-1 5 0,-1 10 0,0 2 0</inkml:trace>
  <inkml:trace contextRef="#ctx0" brushRef="#br0" timeOffset="379149">22930 16227 16605,'17'-52'1111,"0"1"0,0-1 0,-2 7-2,-3 11-163,0-2 85,-4 7-588,-5 12-309,-1 6 34,-2 7-414,0 4 150,-3 7 136,-2 12-29,-3 4-6,-2 9 1,-2 3 5,-9 24-484,5-14 0,0 2 495,1-5 1,0 0-20,0 1 0,-1-1-9,4-9 1,0 1-15,-7 12 0,1-3-582,0-1 613,2-6 1,1-1-29,-3 8 11,2-4 939,3-7-843,9-20 162,2-7 84,2-5 525,3-7-794,5-8-50,1-2 28,19-28-39,1 6-253,-6 10 1,1-1 251,-1 5 1,0 0 8,2 1 0,0 1-17,0 1 1,-1 1-3,24-15-6,-12 13 11,9 9-12,-23 10-10,27 14 11,-18 9-34,6 6 39,2 13-78,-4 6-39,-1 2-140,-3 8-269,-12-13-1306,-3 5 629,-5-17-3193,4 2-600,-6-21 5002,6-1 0,-8-6 0,0-2 0</inkml:trace>
  <inkml:trace contextRef="#ctx0" brushRef="#br0" timeOffset="380565">23872 16154 13317,'0'-7'6324,"0"2"-5047,0 5 168,0 0-1450,-6-55 111,-4 55-39,-5-41-5,-4 64 0,-1 16-48,3-11 0,-1 1-512,-8 16 1,0 2 466,6-7 1,3 0-49,3-2 1,4-1-15,4-4 1,6-2-127,19 20-72,19-12 100,3-14-623,-4-12 0,2-3-249,16-2 74,-16-4 0,1-2-2198,19-12-1042,-5-9-389,-6-9 4618,-7-7 884,-11-2 292,-12-1 3451,-10 2-958,-11 2-1059,-4 1-880,-2 2-823,2 8 695,1-5-1193,4 15 583,0-8-572,1 16-241,0 0-213,1 4 90,-1 23-33,-2 3-7,-3 24-21,-2-1 10,-3 0-10,2-10 5,-5 5 5,7-20-10,-3 5 50,7-17 145,1-6 23,3-6-107,5-9-22,6-10-39,4-3 56,14-18-3,-9 14 0,1-1-14,1 1 0,0-1 19,4-3 1,-1 3 126,8-6-68,-11 14-128,-10 10-46,-7 7-4,-1 5 4,-1 3-4,11 16-1,-5 1-78,7 15-174,-4-3-196,-1 0-291,2-6-235,0-6-136,2-10-222,3-8-24,3-10 500,3-8 626,1-9 281,-6 2 375,6-13 78,-9 12 174,6-10 297,-8 11 291,-3 3-78,-5 7-432,-4 5-521,-2 3 230,-1 3-442,1 5-45,1 6 16,0 4 40,0 1 0,-2-7 84,2-2 336,-2-5 179,1-1-432,0-5-66,-1-1-6,1-5-6,-1 0 18,0 0-34,0 1-45,0 2-23,0 1-33,0 2 11,0 0 0,0 0 17,0 1-6,1 1 0,-1-1 73,2 1-34,-1 1-78,0-1 40,-5 12 10,-2 4 12,-9 20-40,5-10-5,-3 14-23,8-15 6,1 5 17,4-4 0,3-8 44,3-6 18,4-6-18,5-5 23,4-9-11,8-9-11,2-15 5,4-9-11,0-6 11,-2 2 34,-4 6 28,-8 7-17,-6 9-34,-6 8-27,-3 6-180,-3 7-11,0 2-398,-1 2-577,0 6-1277,-1 8-3796,-2 14 5368,0 2 0,-1-9 0,2-8 0</inkml:trace>
  <inkml:trace contextRef="#ctx0" brushRef="#br0" timeOffset="381157">24966 16551 23657,'46'-29'478,"1"1"0,-5 1 0,-7 1-389,-8-11 85,-1-14-39,-4 0-674,-8 16 1,0-1 588,0-3 0,-1 1 23,-1-2 0,-1 3 405,4-22-271,-10 24 0,-1 2 40,-1 0 118,-4-6-326,-2 26-78,-2 8-28,-3 12 648,-6 11-603,-10 18-29,-3 16 40,13-20 0,2 2 2,1 10 1,3 0-14,-1 18 8,6-20 0,3-1-26,6 7-27,5 6-6,6-12-27,7-12 88,-8-16-16,7-8-16,-6-17 49,10-13 1,4-21 19,-13 15 0,1-4-200,1-6 1,2-1 188,0-4 0,1 0-315,-5 9 1,0 0 367,5-7 1,-2 2 139,-1-10-78,2-2-17,-18 25-79,-6 18 6,0 5-61,0 3 340,0 5-329,2 7 682,3 12-665,1 2-29,10 21 3,-2-15 1,1 2-26,-1 2 0,-1 1-145,2 0 0,-2 0-9,-3-1 1,-6 0-648,-12 3 0,-4-1 163,5-6 0,-2 0 363,-21 16 1,-1-6 0,10-16 0,-13 9 0</inkml:trace>
  <inkml:trace contextRef="#ctx0" brushRef="#br0" timeOffset="381414">25961 15906 25668,'7'-5'22,"3"21"-30,-2 17 0,-2 7-429,3 5 0,-2 1 274,-1 7 1,-2 1-1030,-3 3 0,-3 1-726,-7 1 0,-4-2-1440,2-12 0,-4-1 3358,-7 0 0,-1-5 0,3-9 0,-1-2 0</inkml:trace>
  <inkml:trace contextRef="#ctx0" brushRef="#br0" timeOffset="382098">24463 17656 13222,'4'-1'6929,"-1"0"-4269,-3 1-1596,37-71-526,-28 47-314,11-15 0,-4 3-62,-16 29-55,-9 7-107,0 5 61,-42 21-55,3 6-17,10-7 0,0 3-280,6-2 1,3 2 245,4 0 0,3 1-56,-7 26 29,18-5 16,23-8 39,18-11 45,20-13 16,-18-15 1,1-4-17,3-4 0,0-5-118,0-3 0,-2-5 180,-1-3 0,-3-3 39,-4-1 0,-3-3 41,-4 0 1,-4-1 171,2-25-112,-19 4-124,-20 8-89,-6 14-43,-3 11 1,-4 3-722,-17 0 492,20 5 1,0 1-9577,-27 3 9749,32 4 1,-2 1 0,21 0 0</inkml:trace>
  <inkml:trace contextRef="#ctx0" brushRef="#br0" timeOffset="386388">11539 4499 14544,'0'-8'2246,"0"3"-880,0 5 1351,0 0-2056,-9-38-213,5 26-179,-5-29-56,8 36-134,1 3-40,0 1 106,0 10 79,0 11-11,1 22-11,0 13-121,-1-22 0,0-1-25,0 20 5,2-18 1,1-1 0,4 4 61,7 11 432,9-29-348,-4-16 134,21-25-100,6-20-1116,-12 9 1,2-4 946,7-7 1,1-3-40,-13 12 1,1-1 0,-1-1-14,2-2 1,-1-1 0,1 0-18,-1-1 1,0 1 0,-1 0-8,-1 3 0,0 0 1,0 1-408,10-13 1,-1 4 368,-5 7 0,-2 4-110,-6 6 1,-2 4-683,14-8-1132,-12 16-3378,-8 19 5344,-10 8 0,-4-1 0,-4-1 0</inkml:trace>
  <inkml:trace contextRef="#ctx0" brushRef="#br0" timeOffset="388393">25286 14992 14107,'32'10'1368,"-1"1"1,8-2-1,2-2-992,12-2 0,4-3-1426,-11 0 0,3-1 1,1 0 1119,9-1 1,2 0 0,-1 0-56,-9 0 0,0-1 0,4 0-12,-2 0 0,5 0 1,3 0-1,-1-1 1,-3 1-544,1 0 0,-2 0 0,0 0 0,4 0 531,-5 0 1,2 0 0,3 0-1,1 1 1,-2-1 0,-1 1-11,4 0 0,-1 1 0,0 0 0,-1 0 0,0 0 2,1 0 0,-1 0 0,0 1 0,1-1 1,-2 1-1,-1 0 0,0 0 0,-1 1 0,0-1 1,-1 0-41,-3 0 0,-1 0 1,0-1-1,-1 1 1,-1-1 37,7 1 1,0-1 0,-2 0 0,-1 0-27,10-2 0,-2 0 1,-2 0-26,-7-1 1,-2 1 0,-2-1-423,15-2 0,-4-1 5,-9 2 0,-2-1-299,-9 2 1,-3 0-8456,19 0 9241,-24 1 0,-17 1 0,-12 0 0</inkml:trace>
  <inkml:trace contextRef="#ctx0" brushRef="#br0" timeOffset="389060">27434 15084 21366,'-1'-49'50,"1"18"169,-2 57 44,-3 19-103,1-15 0,-1 3-29,-1 4 1,-1 2 5,-1 10 0,0 0-89,2-7 0,0-1-29,0-2 1,2-1 47,1 21-5,2-21-6,1 5-84,0-16-17,0-8-392,0-9-1065,-1-3-4127,-1 2 5629,0-2 0,1-2 0,1-2 0</inkml:trace>
  <inkml:trace contextRef="#ctx0" brushRef="#br0" timeOffset="389744">27092 15928 22032,'1'-34'221,"0"1"1,3-12-3,2 73-141,-1 2 85,-1 22-32,-4-17 1,-3 1-82,0 1 1,-1 2-253,-1 6 0,-2-1 221,-1-8 1,1-3-20,-4 19 11,1 3 17,5-18-6,1 6 6,3-21 129,1-4 409,4-16-404,0-4 51,10-10-2966,14-23 2759,-4 6-147,3-6 1,1 0 207,11-9-45,-17 18 1,2 0 41,3 2 0,-1 4 9,6 0-17,12-4-56,-16 16 6,2 20-6,-10-1-11,4 14 16,-2 9 12,3 8-37,-4-7 1,-1 3 2,-2-6 0,-1 1-22,-1-2 0,0 1-174,11 24-789,-3-5 279,-4-9-5182,5 11 5905,-14-34 0,0 1 0,-7-14 0</inkml:trace>
  <inkml:trace contextRef="#ctx0" brushRef="#br0" timeOffset="390051">28157 15911 16583,'1'-6'5534,"0"1"-3860,-1 5-1444,6-24-12,-11 36-111,-3-3-68,-4 19 0,-2 7-279,2-6 1,-1 1 259,-4 10 0,-1 3-15,5-9 1,2 3-54,-3 15 1,3 2-15,5-12 0,4 0-70,5 3 1,5-3-440,21 14 106,3-18-1271,-2-17 0,4-5-4986,19-4 6722,-19-5 0,0-2 0,1-6 0,-15-2 0</inkml:trace>
  <inkml:trace contextRef="#ctx0" brushRef="#br0" timeOffset="391168">28679 16224 18476,'-3'-47'1411,"0"-1"1,1 5 0,-2 7-712,-3 12-348,1 11-296,4 7-44,1 7 88,1 11 29,0 25-73,0-5-28,0 31-5,-1-12-12,-1-18 0,-1 1-138,0 0 1,-2-1 148,-7 29-22,-1-11 28,0-12-11,4-17 73,3-7 223,4-13-240,4-3-11,6-14-6,8-8 214,3-5-223,1-2 1,3-2-3,15-19-216,-11 15 1,1-1 226,-6 10 0,-1 3 56,15-15-22,-8 12-101,-8 11-34,-2 8 6,-3 10 11,5 18 28,-7-2-40,3 22-38,-9 5 33,-1-7-106,0 15 312,2-21-698,6 3-292,8-6-101,7-11 252,8-7 403,5-10 259,1-10 139,1-9 95,-5-12 96,-4-8 101,-6-3 78,-4-1 84,-7 6-12,-6 8 79,-6 6-498,-3 10-34,-3 4-51,0 8-66,-5 8 22,-1 0-6,-11 18-28,1 3-17,-1 11-178,6 12-270,12-7 79,4-3-734,15-9-785,3-13-229,10-2-128,4-10 128,2-12 1031,-1-5 807,-4-6 542,-3-4 404,-6-2 672,-4-3 560,-4-3 158,-3-2-265,-5 0-476,-1 3-766,-4 7 615,0-3-638,-2 9-106,2-4-247,-2 7 156,2-1-150,-2 4-23,2 0-5,-2 3-50,-1 4 744,0-1-801,0-2 22,1 1 7,1-4 44,-1 3-23,-2 0 68,1 1-23,-1 1-100,0 0 16,1-2 18,-1 1-813,0-1-208,-3 4-1802,-2 5 2783,-3 5 0,3-3 0,2 0 0</inkml:trace>
  <inkml:trace contextRef="#ctx0" brushRef="#br0" timeOffset="391852">29901 16600 23685,'55'-9'913,"-15"4"-700,3-33-73,-10 2-525,-9 8 1,0-3 409,1-5 0,1-2-651,0-6 1,0-2 650,0-3 0,-3-1 31,-1-1 0,-3-1 123,-2 4 1,-2 0-1,-2-2 0,-3 2-67,-4 14 0,-1 1-34,1-19 34,-6 27-89,-1 16 265,-3 4-271,-1 8 1247,-19 25-1247,7-6-28,-2 5 0,-1 3-261,3-2 0,0 1 249,-4 10 1,-1 5 16,-2 12 1,2 3-4,7-7 1,1-1-1,2-2 1,3-1-20,7-5 0,6-4-6,12 19 3,1-21 1,2-1 24,11 8 3,-2-20 1,1-4-21,-3-10 18,28-3-1,-15-19-1282,-8-3 0,0-4 1288,13-13-1129,-8-10 1,-2-3 1128,-5-6-196,-1-2 0,-2-3 221,-11 16 1,-2 0 4,2-9 1,-1 0 28,-4 6 0,-1 0 36,-4 4 0,-2 3-55,1-6 27,-5 7-67,0 29 1999,-1 0-2010,-3 19-12,-1 10 6,-1 8 3104,-2 25-3107,4-15 1,-1 3-6,1-9 0,0 3-80,-1 8 0,-1 5 1,1-6 6,2-13 0,1 0-485,-2 11 1,0 6-1,1-7 351,2 11-693,0-16 1,1 1 924,1 12 0,0-28 0,0 8 0</inkml:trace>
  <inkml:trace contextRef="#ctx0" brushRef="#br0" timeOffset="392094">31118 15888 24990,'29'-8'330,"0"24"-330,-14 41-297,-5-12 1,-2 6 245,-6-9 1,-2 3 0,-1-2-537,2 11 0,-5 1-123,-5-9 0,-3 5 1,-4-1-1,-1-5 382,-7-4 1,-2-4-1,1-1 1,-5 19-1,0-5 1,3-20-1,0 0 1</inkml:trace>
  <inkml:trace contextRef="#ctx0" brushRef="#br0" timeOffset="392968">28713 17360 16415,'1'-6'4794,"0"2"-3567,-1 4-964,-66-25-89,23 40-1213,-8-15 0,-1 4 1090,3 36-15,10-7 0,2 1-256,14-10 0,2 1 220,-6 4 0,3 2-147,2 23 130,23-13 6,21 7 64,6-25 0,7-5 48,0-5 0,1-4 721,2 1 0,1-6-475,8-11 1,-3-5-63,-1-4 68,1-9 0,-3-6 654,-7-13-881,-12 13 0,-3-3 14,-4-19 115,-10 7-244,-12 5-425,-9 10-2051,-13 7 2465,-15 8 0,19 9 0,-3 3 0</inkml:trace>
  <inkml:trace contextRef="#ctx0" brushRef="#br0" timeOffset="402649">25474 12509 16941,'5'-49'829,"-2"10"-594,-4 47 174,-6 10-213,-6 14-123,-5 10-12,-1 7-33,2 1 6,3-1 23,5-3-7,3-7 34,3-9 73,1-11 381,1-10 486,2-5-206,2-6-527,4-10-235,2 0 84,11-30-67,-1-9-316,0 0 285,-9 19 1,-2 1 7,0-7-22,1-6 50,-2 12-33,-4 10-134,0 12-102,-3 7 151,-2 12 351,-2 9-322,-6 14 11,-3 11 22,-4 6-33,-1 3 11,1 2-5,1-4 10,6-13 12,-1 5-17,7-22 34,-1 3 150,5-16 556,0-5-707,3-20 1,2-3-12,4-20 17,0-2-27,-1 0 27,-1 1 11,-2 6-22,0 8 17,-2 10-123,-2 8-197,0 6 46,-1 6 173,0 9 72,-2 9 1,0 12-6,-2 6 12,0 2-29,0-4 17,0 1-5,2-16-6,0-3 151,1-13 297,0-3-403,1-15 22,2-20-56,0 0 6,4-22-6,-2 27 79,9-25 78,-6 25 6,3-5-180,-6 22-162,-3 7 34,-1 8-18,-2 12-643,-2 15-6862,-5 21 7657,0 2 0,5-26 0,2-17 0</inkml:trace>
  <inkml:trace contextRef="#ctx0" brushRef="#br0" timeOffset="408127">29080 12375 19300,'-14'-1'1579,"-3"16"-1428,-1 24-34,4-9 1,0 3-2814,-1 6 1,0 0 2734,2-8 0,0 2 56,-6 21 0,1-1 470,0 1-537,8-22 0,0 0 1077,-1 10-864,6-22 286,2-1 245,1-10 2857,6-17-3557,-1-2 1243,7-21-1264,-1-6-18,1-20-16,-3 14 0,-1-1 19,0 5 1,0 1-15,-1-1 0,1 2 57,8-22 117,-1 19-51,-3 8-89,-1 10-100,-6 16-46,-3 6 84,0 7-38,-2 6-388,-2 20-973,-2 2-696,2 3 1253,-1-3 0,4-21 0,-1 1 0</inkml:trace>
  <inkml:trace contextRef="#ctx0" brushRef="#br0" timeOffset="408944">28339 13472 16975,'24'-39'952,"0"-1"0,0 1 0,7-14 0,-3 10-117,-8 19-516,-10 12-10,-6 5-287,-4 11 62,-3 4 73,-5 21-28,-6 12-59,4-11 0,-2 3 19,-4 14 1,-1 1-518,5-14 0,0 0 467,-5 16 0,0-1-11,7-18 0,0-1-9,-1 7 1,0-1 19,-3 16 57,2 5-35,6-27-27,1 4-1,3-21 337,2-6 761,0-6-426,4-3-671,-1-3 5,9-9-5,4-4 5,10-8-5,7-4 5,8-1-6,6 0-16,5 5-20,-20 14 1,-1 3 2,12-1-40,12 7-27,-26 12 11,-2 1-185,4 27-83,-14-4-253,7 19-314,-9-5-493,1 0 472,-4-10-3250,7 17-2699,-5-18 6861,6 9 0,-10-25 0,-3-10 0</inkml:trace>
  <inkml:trace contextRef="#ctx0" brushRef="#br0" timeOffset="409236">29412 13537 19417,'8'-53'987,"0"0"1,-2 11 0,0 7-383,-3 13-258,-2 17-263,-1 2 101,-2 3 33,-4 9-10,-9 12-52,-11 19-108,7-12 0,-1 3-389,-1 5 1,-1 1 351,2 4 0,1 2-17,3 0 1,4 0-9,4-1 0,5 0-42,7-3 0,5-1-93,5-1 1,5-3-283,8-1 0,3-3-1269,5-1 0,1-3 1700,-3-4 0,-1-2 0,9 4 0,-19-12 0</inkml:trace>
  <inkml:trace contextRef="#ctx0" brushRef="#br0" timeOffset="410611">29864 13560 10130,'-2'-7'6425,"1"2"-5300,1 5 2947,0 0-3982,3-31 89,-3 29 51,-2-14 50,-6 53-162,-2 3-79,-1 3 17,2 0-22,3-6-1,1 7-10,1-5 5,2-8 28,0-11 168,2-8 5,0-8 365,5-8-3846,10-18 3280,-1 1-690,3-9 0,2-2 696,-1-2-248,1 0 1,2-2 236,9-9-59,-12 18 0,2 1 42,18-14 2403,-6 12-2454,-7 13 1855,-6 10-1877,-3 12 869,-2 10-880,0 17-169,0 23 118,-4-13-28,-4-10 1,0-1-376,7 11-208,8 10-240,6-6-67,8-12 280,3-11 533,2-13 133,0-14 213,-4-11 230,4-25 34,-9-4-388,-14 13 0,-2 1 309,2-11 397,-1-2 56,-8 16-66,-2-1-297,-4 11-342,-2 8-113,0 6 585,-5 9-528,-2 7-34,-4 17 50,4-1 18,5 7-23,6-15 5,5-3 18,15-2-1,3-7 62,23-4 28,-11-16-3330,5-12 3307,-21-1 107,-3-11-11,-10 5-39,-2-13-135,-5 11-33,-2 5-186,-1 11-1338,0 9-3864,0 1 5410,1 18 0,-1-10 0,0 11 0</inkml:trace>
  <inkml:trace contextRef="#ctx0" brushRef="#br0" timeOffset="411204">30927 13905 14303,'-6'10'5383,"1"-2"-3692,5-8-201,0 0-1047,38-61-236,-24 33 0,0-3-160,11-13 1,0-1-6,-10 11 0,-3 1 104,4-8 0,-1 2-486,3-12 628,1-2 1,-1 1 109,-2 4-50,3-12-214,-12 35-22,-4 10-146,-3 11-22,-7 6 51,-20 23 10,-8 9-10,-6 8 2,15-7 0,4 1-8,-1 17 85,10-14 0,4 2-68,18 21-12,11-26 1,5-3 5,16 12-6,-12-21 0,2-3 12,5-7 0,1-4 16,25 0-5,-18-6 0,0-5 2,-10-7 1,-4-4-9,0-6 0,-3-4-11,13-18-1647,-15-6 1,-3-2 1651,0-8 4,-9 13 1,1-8-1,-2 2-9,-2-6 0,-1 2 14,0-2 0,0 1-62,-3 9 1,-1 4 136,-3-6 102,-1 0-74,-1 6 161,-1 9-312,0 21 3184,0 8-3206,0 3 270,-2 19-202,1-1 13,1 14 0,-1 6-22,2-5 0,0 1-139,0 5 1,1 4 90,4 20 0,1 0-562,1-17 0,0 0 435,-1-3 0,2 3 0,0-3-206,2 8 0,0-4-272,0-4 1,-1-1-710,-1-7 1,0-2 1358,7 18 0,-8-26 0,1-11 0</inkml:trace>
  <inkml:trace contextRef="#ctx0" brushRef="#br0" timeOffset="411445">32048 13092 19025,'0'-7'2901,"0"2"-2475,0 5 336,0 0-555,58 10-112,-34 8-675,22 16 1,-1 11 551,-26-3 0,-5 5-54,0-3 0,0 4 0,-3 0-137,-5-4 1,-3 0 0,-2-2-122,-1 10 1,-7-1-1808,-11-4 0,-6 1 0,-5-5 2147,-14 2 0,-3-5 0,7 3 0,1-5 0,7-18 0,-1-1 0</inkml:trace>
  <inkml:trace contextRef="#ctx0" brushRef="#br0" timeOffset="412820">30333 14587 20100,'1'-37'277,"0"0"1,3-21-99,-43 67 34,4 7-1,-15 12-159,22-9 1,1 1-21,-16 14-19,15-5 0,3 1-14,-1 12-3,11-13 1,2 0 24,7 15 57,18-4 27,15-5 73,20-7 96,13-11-121,-25-12 0,0-3-71,1-4 0,0-4 200,-1-3 0,0-2-12,-4-4 1,-1-5 19,-3-9 0,-3-1-179,4-14-28,-17 11 0,-6 0-50,-15-9-96,-13-8-210,-1 24 1,-4 3-1857,-26-10-3479,-1 6 5607,10 16 0,28 7 0,1 2 0</inkml:trace>
  <inkml:trace contextRef="#ctx0" brushRef="#br0" timeOffset="419174">25017 9997 15233,'8'-23'2302,"0"1"-1849,-1 10-38,9-6-214,0 1 338,28-15-259,-3 10-180,-10 5 1,1 2 34,24-4-90,-13 6-12,9 6-94,-24 9 16,8 9 45,-21 14 22,-7 15-33,-18 14 0,0-21 0,-5 1-399,-6 2 1,-3 1 406,-4 2 0,-3-1-11,-1-2 0,-1 0 3,3-3 0,1-2-1,-13 13 7,13 1 212,26-25 84,20 0-106,34-25-132,-11-3 0,4-2-886,11-4 1,3-1 746,-16 5 0,1 0 1,1 0-412,1 1 0,1 0 0,0 1 497,4-1 0,0 2 0,-5-1 0,-4 2 0,-4 0 0,-3 2 0,0-1 0</inkml:trace>
  <inkml:trace contextRef="#ctx0" brushRef="#br0" timeOffset="428382">2700 6536 6635,'5'-5'1322,"-1"2"-1104,-4 3 1138,0 0-902,22 0-34,-9 0-17,21 0 28,-11 0 23,11 0-40,13-2-66,13-2-552,-24 1 1,1-1 270,3 0 1,1 0-32,4-1 0,-2 1-16,-9 0 0,1 0 72,17-1 0,1 0-11,-16 1 1,0 0-12,17-1 0,2 0 0,-11 2 0,-1 1 16,1 1 1,0-1-25,-2 2 0,0-1-26,-2 1 0,-1 0 0,-2 0 1,-1 0 13,-2 0 1,-1 0 19,0 0 0,-2 0-124,31 0 144,0 0-23,-1 0-11,-2 0 11,-2 0-22,-5 0-22,-2 0-12,-3 0 11,-1-2 6,-1 0 11,2-2 6,0-2-22,4 0-1,3-1 12,0 1 5,0 2-6,-4 1-27,-3 1 5,-3 2 62,3-1-11,-14 1 94,11-2 24,-11-1-17,11-4-110,-13 2 0,0 0-42,13-3-8,-13 2 0,0 1-20,8 0 631,6 1-625,-4 2 28,-5 2 193,0 1-188,-2 1-5,3 0-17,1 1 23,5-3-12,3 1 0,5-1-5,2-1-9,-22 0 0,0 0 3,10 0-6,10 0-10,-22 1 21,7 0 12,0 0 0,1-1 5,1 0 1,1-1-1,1-2-16,2 0-6,4-2 11,3 2-28,1 0 17,-11 2 39,13 1-50,-21 0-6,11 1 12,-16 2 16,-5 0-6,-2 2 7,0 1 10,5 0-5,12 1 5,-9-2 17,19 0-22,-12-3 17,14 0-1,0-2 57,10-3-62,-20 1 6,10-4-1,-17 0-27,8-1 5,2 0-5,11-1-6,-17 4-12,16-2-21,-16 1-1,14-2-27,3-2-9,-17 3 0,0-1 8,13-1-28,-15 2 1,0 0-202,7-1 83,-1 0-1511,9-4-6179,-13 2 7898,-3 0 0,-13 5 0,-16 3 0</inkml:trace>
  <inkml:trace contextRef="#ctx0" brushRef="#br0" timeOffset="433441">19104 7027 9766,'0'-5'4509,"0"2"-1680,0 3-2320,-37-24-10,20 28-51,-32-9-44,27 42-18,-2 16-221,9-10 0,0 5-137,3-4 0,1 2-282,0 0 0,2 1 234,4 0 1,3-3-43,4-8 1,3-1-54,4 7 0,4-1-75,6-4 0,4-2 69,-3-9 0,3-2-344,21 5 1,4-4-130,-11-11 0,1-2-1056,19 3 0,3-3-1308,-7-8 1,-2-4 2367,-4-2 0,-5-2 0,15-1 1,-27 0-1</inkml:trace>
  <inkml:trace contextRef="#ctx0" brushRef="#br0" timeOffset="434016">19709 7245 18285,'16'-35'308,"1"0"0,0 3 1,3 7-152,24 9-101,1 7-84,-2 5-39,-5 11-57,-6 6 1,-3 13 6,-3 7 66,-5 7 79,-5 2 129,-8-1 162,-12-5-117,-4-11 352,-28 3-257,-1-12-28,-19 4-51,7-9-61,7-4-6,14-3-17,13-3-44,10 0 257,7-1-168,4-1-100,8-4-34,9-1-22,10-1 10,5 2-33,1 5-16,-1 6 32,-2 6-10,2 7-45,4 5-12,2 5-11,2 2-16,-6-1-12,-9-3 0,-15-3-234,-27 1 94,-5-9-699,-33 5-1995,17-15 0,-2-2 2924,-25 4 0,7-3 0,32-5 0</inkml:trace>
  <inkml:trace contextRef="#ctx0" brushRef="#br0" timeOffset="434347">20284 6954 16628,'42'-9'179,"1"0"0,0 4 0,-2 7 491,-8 13 1,0 6-623,12 11 0,0 3-48,-13-10 0,0 2-199,13 15 1,-2 3 97,-18-12 0,-3 1-67,4 9 0,-5 3 51,-5 0 1,-9 1-1318,-15 11 0,-8-2 210,4-16 0,-4-2 1224,-10 0 0,-5 1 0,4-7 0,-2-2 0,-16 12 0</inkml:trace>
  <inkml:trace contextRef="#ctx0" brushRef="#br0" timeOffset="435081">18607 8078 14387,'-52'9'545,"-1"-1"0,2-1 1,21 0 1218,40-1-621,23-2-869,2-2 1,3 0-203,-1-1 1,3 0-681,3-1 0,6 0 0,2-1 623,-2 1 1,2 0-1,1 0 1,1 0-347,4 0 1,0 0 0,1 0 0,3 0 322,-4 0 0,2 1 0,1-1 1,0 1-1,-2 0-368,-4-1 1,-1 1-1,-1 0 1,0 0-1,-3 0 356,4 1 1,-4-1-1,1 0 1,4 0-50,3 1 1,4 0 0,1 0 0,-2-1-1,-7 1 33,-2 0 1,-6 0 0,4-1-6,10 1 1,7 1-1,0-1 1,-6 0-301,-5 1 0,-5 0 0,-1 0 277,-1-1 0,-2 1 1,-1 0-18,12 0 0,-6 2-451,1 1 730,-34-1-921,-26 4 1620,-11-3-1455,-26-2 1,-7-1 456,20-1 0,-2-1 174,-15 0 1,-6-1 0,0 1-184,8-1 0,0-1 0,-4 1 95,4 0 1,-4-1-1,-2 1 1,0 0-1,1 0 38,-6 0 1,1 0 0,-1 0 0,-3 0 24,9 1 1,-3 0-1,-2 0 1,1 0 0,3 0-1,4 1-472,-15-1 1,6 1 0,-1 0 459,11-1 0,-1 2 1,0-1-1,3 0 119,-7 2 0,3-1 0,1 1-98,-9 0 0,0 1 144,7-1 1,-2 0-1,5 0 48,1 1 1,5 0-21,-18 2-245,28-2 251,19 0 1854,26-1-1002,48 0-947,-15-2 0,3-1 670,5-1 0,4-1-781,-5 0 1,4-1 0,-1 0-30,-3 1 0,-1-1 0,5 0-15,-5 0 1,4 0-1,2 1 1,0-1 0,-5 0 11,-3 1 0,-4 0 0,1 0 0,4-1-4,0 1 1,6 0-1,2-1 1,0 1 0,-5 0-1,-6-1-339,0 1 0,-6-1 1,4 1 349,12-1 0,6-1 0,1 1 0,-8-1 3,-12 1 1,-5-1 0,3-1-263,10 1 0,3-1 1,-4 0 209,3-1 0,-3 0-335,-4 2 1,-5 0 49,-5 1-556,-14 2-3264,-19 0 4549,-7 1 1,-2 0 0,-1-1 0</inkml:trace>
  <inkml:trace contextRef="#ctx0" brushRef="#br0" timeOffset="436974">5868 9035 13939,'-45'7'981,"1"1"1,-1 0 0,-21 3-1,27-4-858,43-6 45,6-1 101,27-4-123,22-5-508,-12 0 0,7-1 367,2-1 1,7-1 0,0-1-761,-16 4 1,0 0-1,1 1 1,0-1 755,2 0 0,-1 0 1,2 0-1,0 0-1,6 0 0,1 0 0,0 0 0,-1 0-546,-4 2 0,-1 0 0,1 0 0,2-1 514,0 1 1,1-1 0,2 0-1,1 0 1,1 0-245,0 1 0,2 0 0,1 0 1,0 0-1,-2 0 0,-3 1 265,7-1 0,-4 0 0,-1 0 0,4 1 4,-10 1 0,3-1 1,1 1-1,-1 0 1,-2 1-1,-5 0-19,15-1 0,-5 0 0,1 1-118,-9 1 1,3 0-1,-1 0 1,-2 0 115,9 1 0,-2-1 0,-3 1 290,-8 1 0,-1 0 1,-3 1-302,10 0 0,-4 0 791,-11 2 0,-4 0-1015,9 3 2518,-22 2-2222,-24 1-10,-39 2-29,11-5 0,-4-1 313,-19 1 1,-3 1-342,10-3 0,-1 0-46,1 0 0,-4-1 0,-3 2-39,4-1 0,-2 0 0,-1 1 0,-1 0-461,-5 1 1,-2 0 0,0 0 0,0 0 556,1 0 1,-1 0 0,0 0-1,-3 1 8,10 0 0,-4 0 0,-2 0 0,2 1 0,2 0 1,5-1-605,-11 1 1,6 0-1,-7 2 625,10-2 1,-5 0-1,-4 2 1,0-1 0,2 1-1,4-1 22,-5 2 0,4-1 0,1 1 0,-3 1 10,3-1 0,-1 0 0,-1 1 0,-2 0 1,1 1 1,5-1 0,-1 0 0,-1 1 0,1 0 0,0 0 0,3-1-10,-1 1 0,2 0 1,1-1-1,0 1 1,1 0-13,-8 1 0,0 1 0,1-1 0,4 1 23,-4 0 0,3 0 1,4 0-130,0-1 0,3 0 96,-2 1 1,2-1 62,-9 4-535,32-8 3071,34-6-2327,13-6-104,9-4 1,8-3 30,7-2 1,8-4-1,1 1-205,-8 2 1,1-1 0,2 1 0,3-1-326,-7 1 1,2 1 0,1-1 0,2 0 0,0 0 0,0 1 315,0 0 1,2 0-1,0 0 1,0 1-1,-1 1 1,-1-1-226,2 0 0,-1 0 1,-1 1-1,2 0 1,4 0 189,-7 1 0,5 1 0,3-1 0,0 1 0,1-1 0,-2 1 0,-4 1 0,-4 0-306,12-1 0,-6 0 0,-1 1 0,7 0 300,-13 1 0,5 0 1,2-1-1,3 1 1,-1-1-1,-1 1 1,-2 0-1,-5 0-17,5 0 0,-4 1 0,-2-1 0,0 1 0,2 0 32,9-1 1,1-1 0,1 1-1,-1 0 1,-2 0 71,-6 1 1,-2-1-1,0 1 1,-2 0-1,0 0-41,4 0 1,-2-1 0,-1 1-1,0 0 245,11-1 1,-1 0 0,-5 1-418,2 0 0,-5 1 252,-8 0 0,-8 2-414,-12 3 1787,-34 8-3445,-35 7 852,-11 1 431,7-8 0,-13 2 1,-4-1-1,3 0 716,7-3 1,2 0 0,-1 0-1,-3 0 14,-1 1 0,-1 0 0,-2 0 0,-3 0 1,-2 0 74,5-1 1,-3 1-1,-3-1 1,0 0-1,1 1 1,3-1-1,5-1-300,-9 2 0,8-1 0,-1 0 0,-8 2 406,12-2 1,-5 0 0,-3 2 0,-3-1 0,0 1 0,1 0 0,3-1 0,4 1-16,1-1 1,5 1-1,1-1 1,0 0-1,0 1 1,-4 1 204,-3 0 1,-3 1-1,-1 0 1,-1 0-1,1 1 1,2-1-1,5-1-281,-1 1 1,4-1 0,2-1 0,0 1 0,0 0 27,-5 2 1,-3 0 0,2 0 0,5 0 0,11-3-183,6-2 0,6 0 28,-22 7 477,88-26-231,4 0 1,6-2 214,-1-1 0,6-2-361,-8 4 0,6-2 0,4 0 0,0 0 0,-6 1 98,4 0 0,-4 1 1,9-1-192,-13 3 0,7 0 0,4-2 0,3 1 1,1-1-1,-1 1 0,-2 1 0,-3 1-82,10-2 1,-3 1 0,-1 2 0,1-1 0,5 0 1,-12 2 0,3-1 1,2 0-1,1 0 0,0 0 1,0 0-1,-1 1 0,-2 0-373,-1 1 0,0 0 1,-1 0-1,-1 1 1,-1-1-1,1 1 0,-1 0-575,7 0 0,0-1 0,-1 1 0,0 0 0,-1 0 0,-3 0 1038,2 0 0,0 0 0,-3 1 0,-2 0 0,-3 0 0,8-1 0,-5 1 0,-6 1 0,-9 0 0,1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3:53:22.7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1564 1969 23170,'-6'-11'-247,"1"-1"222,2 41 0,0 15-137,-2 0-892,-1 3 1,0 3-885,1-15 0,1 0-2059,-2 13 1,1-1 2581,0 12 0,3-26 0,2-17 0</inkml:trace>
  <inkml:trace contextRef="#ctx0" brushRef="#br0" timeOffset="275">1489 2365 17288,'-13'-54'911,"0"-1"1,0 1 0,2 6 0,2 2 0,4 5-789,6 4 1,5 3 52,5 2 1,4 3 75,20-14-476,-10 19 0,3 2 311,13 2 0,1 4-54,18-2-19,-14 11 0,1 6-6,-13 6 1,-1 3-18,1-2 1,0 5-97,3 12 1,2 8 0,-6 0-31,-7 1 1,-4 4-794,2 2 0,0 5 0,-9-3 905,-10-3 1,-11-1-608,-13 1 1,-10 3 0,0-6 637,2-5 1,-5-2 6,-10 6 0,-8 3 0,0-5-235,4-9 0,-1-2 0,0-2-137,2-1 0,1 0 1,0-2-305,-18 6 0,5-6 661,20-11 0,7-3 0,11-2 0,-1-4 0</inkml:trace>
  <inkml:trace contextRef="#ctx0" brushRef="#br0" timeOffset="749">2498 2275 21673,'5'-51'1015,"1"0"1,-1 7 0,-1 10-713,-3 19-219,-1 11-168,0 4-28,-1 7 101,0 10-73,-4 30-51,0-9-713,0 3 0,-1 1-469,0-3-3076,2-3 1,0 0 4392,2-3 0,1-4 0,1-16 0</inkml:trace>
  <inkml:trace contextRef="#ctx0" brushRef="#br0" timeOffset="941">2786 1968 20576,'-29'-25'-5847,"7"16"5847,27 49 0,-3-13 0,2-12 0</inkml:trace>
  <inkml:trace contextRef="#ctx0" brushRef="#br0" timeOffset="1942">3180 2170 22447,'-52'-18'106,"0"0"1,-10 13 0,6 12-107,29 13 0,4 5-6,-7 1 0,2 3-95,6 7 1,7-1 33,4-5 11,4 18 0,30-34 72,-4-8 85,41-11-73,-28-6 73,7-10 0,1-3 39,-6-4 162,2-7 1,-2 0-74,-10 4 62,-1-3 1,-3 1-147,-7 6 326,10-22-315,-18 33 96,3-4-89,-7 16-224,0 2-41,-4 14 114,-1 8-57,-3 18-39,1-4-314,0 17-1478,3 10-421,4 2 636,2-28 1,4-2-2776,14 10-784,11-14 3321,9-15 1899,6-18 1003,4-12 2829,-1-14-1687,-12 2-21,-14 3 1,-2-2-332,5-11-1093,4-8 1042,-9 5-829,-12 23-297,0-5-375,-8 16 306,-2 5-547,-5 21 249,1 5-249,-5 24-6,4-9 0,0-6 1,0 0-6,-2 13 0,-1 15 0,3-26 50,4-14 129,1-12-23,5-14-72,5-11 0,8-14 22,8-12 40,5-8-85,-4 7 28,-4 10 1,0 3-34,1-1 22,2 3 0,-1 1-11,-2 7-28,9-4-34,-10 15-10,-7 6-7,11 10 18,-7 7-23,11 25 16,-15-10 7,0 24-6,-12-16-6,0 14 17,-2-19 0,-2-2 33,1-22 191,-1-2-184,6-23-7,4-3-5,10-20 0,5 3 6,6-1-12,1 5-5,-2 9-17,-4 8-11,-4 9 22,-1 5-11,-2 10-22,-2 7 16,-5 4-33,-1 14-292,-4 10-548,1 4-1418,3 9-3438,6-13 504,1-11 4383,7-6 0,-14-18 0,1-1 0</inkml:trace>
  <inkml:trace contextRef="#ctx0" brushRef="#br0" timeOffset="2543">4708 2386 23338,'19'-36'252,"-4"12"-224,-20 43-17,2-3 6,11 8 11,8-11 5,13 2 1,8-9-6,4-9 17,0-8 28,-2-10-12,-12 1 163,3-24-78,-19 9 22,2-19 50,-13 12 68,-9 5-51,-7 10-66,-11 10-85,2 10 72,-22 13-105,13 10-29,-14 17-22,19-2 8,13 1 1,3 2-20,2 17 11,4-13 0,3 1-11,16 19-6,14-8 0,19-12 11,14-14 12,-26-17 0,1-4-1,3-4 1,-1-4-218,2-3 0,0-4 215,1-5 0,0-4-563,1-4 0,-1-5 576,1-6 1,-2-4-9,1-5 1,-3-3-4,-11 13 1,-1-2 0,-2-1-1,0-1 1,-1 0 0,-2-1 10,-2 0 1,-2-1 0,-1 1 44,2-17 1,-5 1-152,-4 5 0,-5 2 199,-5 8 1,-3 3 158,-9-18-60,-3 22-119,4 17 272,6 11-356,-5 27 1,4 0-4,-7 26 1,-2 11-464,2-5 0,0 3 427,0 1 0,-1 5 1,2 0-68,1-4 0,2 0 0,1 1-140,2-2 0,1 0 1,3-1-276,4-4 1,2-1 0,3-1-414,3-6 1,1-1 0,3-2 328,2 4 1,5-3 132,14 6 0,-1-7 1,-10-13-1,18 10 0</inkml:trace>
  <inkml:trace contextRef="#ctx0" brushRef="#br0" timeOffset="3342">5252 2416 21948,'50'-27'287,"1"1"1,5-1 0,-5 5-276,-8 14-71,3-1 0,2 0-179,-14 4 0,1 0-563,20-2 0,0 1 134,7 2 81,-25 2 1,-3 1-53,-4 1 453,-2 1 353,-15 2 375,-9-1 432,-7 0 224,-3-1-158,-3 0-267,-1 1-276,2 0-229,3 0-90,2 2-33,1 3-40,0 6-50,3-4 174,17 11-101,10-11-85,4 3 12,11-10-22,-20-5 44,17-5-5,-9-8 6,6-7 44,-8-4 17,-12 1-39,-13 3-45,-17 8 5,-16 7-16,-16 12-11,-7 11 22,1 10-68,8 8 29,11 4 39,11 4-45,10 4 9,20-12 0,4-1-20,6 7 5,2-12 1,4-4-1,25 0-461,9-3 467,-23-10 0,3-1-3,3-3 1,-1-2 13,-7-4 1,-2-1-17,24-3 27,-12-12 29,-14-3 11,2-9-17,-12-16-45,-9 13 17,-11-16 22,-4 18 458,-1-5-363,1 1-78,8 9-39,2 5 34,13 4-17,10 3 22,15-1-28,10 4-39,-19 7 0,0 3-5,22 10-7,-25-1 1,-2 4 11,3 10 34,0 18-29,-17-13-25,-1 10 1,0 3-378,0 15-979,-3-10 1,0-1-3324,1 7 3886,1 0 1,-11-40 0,-1-4 0</inkml:trace>
  <inkml:trace contextRef="#ctx0" brushRef="#br0" timeOffset="4033">8269 2320 15578,'-2'-4'4055,"1"1"-1362,1 3-2525,-84 53-95,50-11-233,3-15 0,-5 3 1,9 0 175,12 29 12,20-7 289,15-9-233,20-11-33,-2-13 77,-2-15 1,-1-5 341,2-5-204,0-7 0,-1-6 137,-5-16-218,-12 8 0,-3-4 96,-5-30-422,-11 27 0,-4 0 247,-2-1 1,-3 0-32,-2 3 1,-3 2 563,-17-20-588,-4 17-23,-1 16-295,1 17 272,8 7-131,-9 27-98,16 2-61,-3 9-619,12 10 904,21-22 0,1 0 0,-7 6 0,19 7 0</inkml:trace>
  <inkml:trace contextRef="#ctx0" brushRef="#br0" timeOffset="4394">9058 2248 19714,'1'-51'1501,"1"1"0,-1 5 0,-3 9-980,-7 15-336,-4 13-107,-5 19-61,1 6 13,0 15 1,0 8-14,5-1 0,2 4-677,0 0 0,0 5 1,2-3 647,0 9 1,4 1-90,4 5 0,2 5 1,0-3-94,0-15 0,1-2 0,-1 2-58,0 2 0,1 3 0,-1 1 0,-1-5 61,0-5 1,-1-2-1,-3 2-560,-8 15 1,-6 2 0,-3-5-753,-9 0 0,-6-4 1180,2-5 0,-4 1 1,1-7 378,-3-5 0,-3-11 546,-12-10 0,3-14-346,21-11 1,4-8 261,-10-11 0,6-8-20,13-9 0,11-6-95,7-6 1,6-1-247,0 10 0,5-1 27,8 4 1,7-2 0,-3 7-149,-3 9 1,1 1-22,10-7 0,6-3 0,-2 6-150,-3 10 1,0 4-127,6-6 1,3 1-3103,1 7 0,0 4 3363,-10 5 0,-2 1 0,22-7 0,-22 9 0</inkml:trace>
  <inkml:trace contextRef="#ctx0" brushRef="#br0" timeOffset="4961">9661 2141 23391,'46'-20'125,"1"0"0,-1 0 1,2 1-1,1 1 1,0 3-108,-4 5 1,0 4 0,1 0-1108,3-1 1,0 0 0,0 1 1080,-1 1 1,0 0-1,-1 1-45,17-1 0,-3 1 173,-11 2 1,-4 0-1235,16 1 17,-30 3-1166,-30 2-37,-21 2 759,-18 3 707,-12-1 660,8-2 690,-18 1 845,25-4 1531,-6 1 894,11-2-1648,16-2-1041,-6 1-425,8-1-319,1 0-241,3 1 78,-2 15-128,3-2 72,-6 26-44,1 5-255,5-13 1,0 2 130,1 4 1,1 1-127,1 1 0,1 2-467,3 1 0,1 0-1070,2-1 0,2 0 1042,3 2 0,1-3 0,2 4 1,0-8-1</inkml:trace>
  <inkml:trace contextRef="#ctx0" brushRef="#br0" timeOffset="5326">10811 2292 24631,'-37'-34'73,"-1"1"0,2 1 0,15 14-45,32 31-23,11 13-5,12 13-11,5 10 8,-19-22 1,-1 0-7,-1 1 1,-3-1-9,7 24 17,-10-7 17,-17-12 5,-3-12 40,-22-8-12,8-11 34,-9-6 23,13-10-12,9-9-34,8-6-33,12-2-16,8 2-119,23 3-447,6 10-197,-12 9 1,0 2-500,22 1-1438,-16 3 0,-1 1 1840,15 0 0,-7 1 0,-24 0 0</inkml:trace>
  <inkml:trace contextRef="#ctx0" brushRef="#br0" timeOffset="5733">11563 2295 25422,'-49'-20'106,"1"14"-128,32 33 10,3-3-4,2 12 32,19-13-21,8 4 16,13-6 17,7-9 11,5-6 6,0-11 17,3-12-34,-17 0 39,-1-12 6,-19 5 11,0-8-12,-12 1-10,-7 3-6,-12 7 28,-4 7-34,-5 6-33,0 8 6,2 7-35,-4 17-4,7 6 10,3 4-28,8 7-117,11-4-353,6 12-969,13 1-3322,3-21 1,2 0 4794,12 11 0,-2-8 0,-17-21 0</inkml:trace>
  <inkml:trace contextRef="#ctx0" brushRef="#br0" timeOffset="6160">12190 2324 24906,'-32'-15'14,"1"0"0,-24 9-14,45 33-5638,6 24 5649,9-29 1415,13 16-1404,4-21 12,20 1 10,-2-12 850,0-5-794,-4-14 52,-11-6 67,3-9 290,-7-10-352,-10 11 3577,-6-14-3533,-12 21-33,-17-9-151,3 16 5,-11 3 18,-8 11-29,7 10-11,-8 0 11,7 15-33,11 3-23,-1 13-157,14 17-229,17-8-543,17 7 183,7-24-1998,20 0 2789,7-13 0,-19-5 0,-1-7 0</inkml:trace>
  <inkml:trace contextRef="#ctx0" brushRef="#br0" timeOffset="6559">12944 2171 23938,'-44'6'33,"1"-1"1,4 1 0,9 6 356,14 32-385,17-7 175,12-1-90,12-16 83,4-10 35,4-9-101,-9-5 218,4-11 90,-8-13 4,-5-4-245,-5-9-57,-12 9-27,-3 5-12,-5 6-38,1 9-40,-3 3-28,3 7 5,-1 2-173,-4 16-5,7-2-1794,-9 38 287,9-22 1029,-1 7 1,1-1 0,2-13 0,-3 12-1</inkml:trace>
  <inkml:trace contextRef="#ctx0" brushRef="#br0" timeOffset="6860">13042 2583 24273,'-27'22'41,"0"1"0,2 3 0,10-2 60,22-5 179,5 4 162,3-12-10,1-8-45,0-9-197,-5-3 269,1-15-285,-8 2-113,-1-3 96,-13-7-118,0 12-27,-8-7-259,1 11-1293,2 8-1227,4 4 2767,0 6 0,7-2 0,0 3 0</inkml:trace>
  <inkml:trace contextRef="#ctx0" brushRef="#br0" timeOffset="7509">1261 3245 17848,'-47'-6'-219,"1"0"1,3 0 0,17-1 207,28 1 157,12 0 652,29 3 0,11 2-193,-6 1 0,2 1-1103,-6-1 0,3 0 0,2 1 761,11 2 0,4 0 1,2 0-742,-15 0 0,2-1 0,1 1 0,3 0 541,-7-1 1,2 1 0,2-1-1,2 1 1,1-1 0,0 1-21,-3-1 0,2 0 0,0 0 0,2 1 1,0-1-1,0 0 0,2 0-253,-4 0 0,1 0 0,1 0 0,1 0 0,0 0 0,0-1 0,1 1 0,1 0 232,-4 0 0,1 0 1,1 0-1,0-1 1,0 1-1,1 0 1,0 0-1,0-1 1,1 1-130,-3 0 1,0 0 0,0-1 0,1 1 0,0 0 0,0 0 0,0 0 0,1 0 0,0 0 0,0 0 133,-3-1 0,0 1 0,0 0 0,0 0 0,1 0 0,0 0 0,0 0 0,0 0 0,0 0 0,1 0 0,0 0-46,1 1 0,1-1 0,0 0 0,0 0 0,0 1 0,1-1 0,-1 1 0,1-1 0,0 0 0,0 1 0,0-1 48,-4 1 1,0-1 0,1 1 0,-1-1 0,1 1 0,0-1 0,0 1 0,0-1 0,0 1-1,0-1 1,0 1 0,0-1 1,2 1 0,0 0 0,-1-1 1,1 1-1,0 0 0,0-1 1,0 1-1,0 0 0,1 0 1,-1-1-1,0 1 0,1 0-3,0 0 1,0 0-1,0 0 1,1 0-1,-1 0 1,1 0-1,0 0 1,-1 0-1,1 0 1,0 0-1,0 0 1,-1 0-7,-3-1 0,-1 1 0,1 0 0,0 0 0,-1-1 0,1 1 0,0 0 0,-1 0 0,1 0 0,0-1 0,0 1 0,0 0 0,-1 0-3,1 0 0,0 0 0,0-1 0,0 1 0,0 0 0,0 0 0,0 0 0,0 0 0,-1 0 0,1 0 0,0 0 0,0 0 0,0 0 1,4 0 1,1 0-1,-1-1 1,0 1-1,1 0 1,-1 0-1,0 0 1,1 0-1,-1 0 1,0-1 0,0 1-1,0 0-3,0-1 0,-1 1 0,2 0 1,-1-1-1,0 1 0,0-1 1,0 1-1,-1-1 0,-1 1 1,0-1-1,-2 1 0,0-1-9,7 0 0,-3 1 0,-1-1 0,-1 0 0,-1 1 1,1-1-1,2 0 0,0 0 0,4 0 2,-11 0 0,2-1 1,2 0-1,1 1 0,1-1 1,0 1-1,1-1 1,-1 0-1,-1 0 0,-1 0 1,-1 0-1,-2 0 0,-3 0-3,12 0 0,-3 0 0,-2 0 0,-2 0 0,0-1 0,1 1 0,2-1 0,2 1-5,-6-1 1,3 1-1,1-1 1,1 1 0,1-1-1,0 0 1,0 1 0,-2-1-1,0 0 1,-3 0-1,-3 0-11,12-1 0,-2 1 1,-2-1-1,-1 0 0,-2-1 1,-1 1-1,-1 0-132,2-1 0,-1 0 0,-1 0 0,-1 0 0,-3 0 0,-3-1-198,7 1 1,-4-1-1,-3 0 1,-1-1 338,4 0 0,-2-2 0,-11 2 0,2-1 0,-10 0 0</inkml:trace>
  <inkml:trace contextRef="#ctx0" brushRef="#br0" timeOffset="10900">9839 4824 17882,'-4'-52'1520,"-1"0"0,1 5 0,1 9-798,1 21-279,0 7-253,0 3-257,-1 5-40,2 9 141,-2 15 28,-2 23-57,1-12 1,0 4-284,-3 6 1,0 3 162,-1 4 0,0 0-746,-1 3 1,1-1 89,2-3 1,1-1-398,1-4 0,3-1-1208,2-7 0,5-3 2376,12 17 0,-7-24 0,4-13 0</inkml:trace>
  <inkml:trace contextRef="#ctx0" brushRef="#br0" timeOffset="11299">10146 4560 12642,'-22'-41'1148,"1"1"0,-1 0 1,-9-15-1,-2 9-1154,7 20 0,-3 6 379,-1 4 0,-2 5-93,-4 2 0,-2 5-87,-3 6 0,-1 5-59,-5 5 1,0 6-6,-3 10 0,1 7-522,13-6 0,2 4 0,0 2 417,-1 6 0,2 4 1,1 1-29,-1 6 0,2 2 1,3 3-48,7-5 1,2 3-1,1 1 1,3-5 7,-1 0 0,2-4 0,6 2-54,2 13 0,6 2 0,13-10 44,13-20 1,8-8 0,0 0 32,7 10 1,5-6-56,8-10 1,9-7-1,-2-6-7,-12-7 0,-1-6 0,1-1 65,-3 1 0,2-2 0,1-2 1,-2-1 49,0-3 1,-1-1-1,-1-2 1,-1-2-281,11-6 1,-1-4-1,-3-1 404,-6-1 0,-1-1 0,-5-3-18,-4 0 1,-4-2 0,-2-1-225,-6-1 0,-2-1 0,-3-2 135,-5-1 0,-2-2 1,-3 1-12,-2-2 0,-2 1 1,-3-1-140,-3 2 1,-3 0 0,-2 1 149,-7-16 0,-5 4-11,-5 6 1,-8 6-40,-14 5 0,-4 7-26,14 10 1,-2 5-129,-19 1 0,-1 8-229,18 10 1,1 5-2556,-10 4 0,0 3 2738,7 3 0,5 2 0,-11 8 1,24-9-1</inkml:trace>
  <inkml:trace contextRef="#ctx0" brushRef="#br0" timeOffset="12202">9345 5461 15555,'-56'20'207,"1"0"0,7 7 1,-1 5-1,3 4-1511,5 4 0,3 4 0,0 0 1328,-3 1 0,0 1 1,-2 3-10,8-11 1,-1 3 0,-2 1-1,1-1 1,3-3-302,-7 8 0,2-4 0,-2 3 277,1-1 1,-3 4 0,1-2-1,4-5 355,-5 7 0,5-5-470,5-6 1,7-3-817,10 3 901,8-11 2189,20-17-2078,15-23 1,5-11-50,13-7 799,-13 7 1,5-4 0,0-2-741,1-3 0,0-3 0,1-1-798,2-3 1,1-2 0,-1 0 746,-1 1 1,0-1 0,0-1 17,-4 3 0,1-3 0,-1 2 0,-3 4-128,3-4 0,0 0 276,0 3 1,6-7-1,0 2 1,-7 7-350,-4 5 0,-1 3 361,4-4 0,3-3 0,-3 5 82,-1 4 1,-1 4-197,1 1 0,-1 2-50,24-9 436,-5 23-431,-20 16 0,0 5-16,24 6 1062,-11 6 0,2 7-1078,-14-8 1,1 3 0,1 0-307,2 0 0,2 1 0,-1 0 280,1 1 1,-1 0 0,2-1-10,1-1 0,2-2 0,-1-2-164,12 4 0,3-1-848,-1-3 1,3 2-1,-2-2-2248,-11-5 0,-2-2 0,-1 0 2339,17 6 0,-7-3 1,-7-2-1,-35-15 1</inkml:trace>
  <inkml:trace contextRef="#ctx0" brushRef="#br0" timeOffset="13266">7755 7019 17871,'16'-53'741,"1"0"0,-2 5 1,2 7-602,11 11-185,-4 13-78,3 8 39,-7 18 106,-1 28 1,-8-2 5,-10 2 0,-6 4-386,-5-4 0,-6 0 358,-5 12 0,-5 0 11,-3 2 0,-3-2 6,1-5 0,-1-1 13,4-7 1,2-3 16,4-6 1,3-3-36,-2 3-7,10-11 130,12-15 173,8-1-152,2-2 119,32-12-219,3-2-340,-9 2 1,3-2 288,0-1 1,1 1-4,4-3 1,0-1-11,1-2 0,0-1-20,0 0 0,-2-3-37,-1 0 1,-3-1-9,-4-3 0,-2-1-39,-6-2 0,-3-1-20,-5-3 1,-4 0 25,1-23 38,-14 14 1,-5 1 78,-5-1 56,-7-1 1,-4 1 44,-15 2-90,7 15 1,-3 2-26,1 10 0,-3 5 0,-3 2 0,-3 3 11,-5 7 1,-3 6 8,-6 5 0,-2 6-313,14 0 0,0 3 0,0 3 292,-4 5 1,0 3-1,1 3-9,-1 4 0,0 3 0,2 2 0,0 3 0,2 1 0,2 2-21,3 0 1,2 1-1,3-2-5,-3 7 0,6 1-45,12-11 0,5 1 0,6-5-295,9-3 0,8-3 314,7 12 1,9-4 44,13-18 1,5-7 13,-7-4 1,4-5-35,6-5 1,6-4 0,-1-3-786,-2-5 1,0-3-1,0 0 832,0 3 1,0-1 0,-2-1 6,-2-4 1,-2-1 0,-4-2 24,3-6 0,-4-4 182,4-11 0,-2-6-34,-6-1 1,-3-2-107,-5 2 1,-9-3 108,-16-14 0,-10 0-86,-5 20 0,-3 0-43,-7-16 1,-6 2-32,-3 18 1,-6 6-9,-13 4 1,-3 5-23,15 8 0,0 3-23,-17 1 1,0 5-202,-11 9-129,27 1 1,1 2 598,-14 7-10077,6 23 8810,28-19 1,-2 10-1,16-22 1</inkml:trace>
  <inkml:trace contextRef="#ctx0" brushRef="#br0" timeOffset="13968">10465 6484 12074,'13'-52'1280,"0"0"1,-1 4 0,3 8-469,12 9-352,8 3-220,6 4-189,3 7-118,1 13-29,-6 16 63,-11 5 27,-6 37 17,-17-4 11,-5-12 1,-4 2 5,-3-6 0,-3-1 28,-2-2 0,-1-2 202,-11 20 307,1-10-341,8-17 477,2-4 358,9-14-63,2-1-201,2-3-251,4-7-521,1 1-1,9-8-11,4 4-11,11-2-33,6 5-29,7 4-22,3 10-50,-1 7-79,-9 10 123,-12-2-17,-17 26 57,-27-8 13,2-9 1,-5-2-242,-24 12 99,1-15 0,-2-2-657,14-11 0,-1-1-374,-13 4 0,-1-4-3706,16-7 1,2-4 4751,-13-7 0,21 0 0,15 0 1</inkml:trace>
  <inkml:trace contextRef="#ctx0" brushRef="#br0" timeOffset="14358">10782 6000 9072,'-50'-10'1297,"0"0"1,-8 4 0,2 8-643,15 10 0,1 7-1007,4-2 1,-1 3 0,-1 4 694,1 4 0,-1 3 0,0 2 0,3-2-265,0 0 1,2 0 0,0 3-26,-2 3 0,-1 5 0,0 1 0,6-2-31,4 1 1,4-2 0,1 3-12,-3 7 0,2 3 0,4 1 69,5 4 1,5 1-1,8-2 52,9-6 1,7-1 0,1-4-812,5 13 1,7-7 737,10-11 0,6-8 55,2-15 1,4-5-242,8-2 0,4-3 168,-8-1 1,2-2-1,3-4 9,-5-4 1,3-4-1,0-1 1,-2-1 6,-6 0 1,-1-2-1,-1 0 1,-1-2 3,15-4 1,-1-2-1,-3-3 118,-6-3 0,-4-4 1,-4-1 164,5-9 1,-5-6-43,-6-1 0,0-5 1,-5-1-178,-9 7 0,-4 0 0,-3-1-52,1-7 0,-4-2 0,-6 2-3,-10-10 0,-6 4-53,0 13 0,-5 4-12,-14-3 1,-9 6-34,-1 12 0,-7 5-670,-5 5 1,-7 2-1,3 3 642,-5 0 0,-1 5-8,11 5 1,-1 2-1,1 3-349,-7 7 1,0 6 412,5 4 0,-2 4 0,5-3 0,0-5 0,3 1 0,-5 9 0,-1-1 0</inkml:trace>
  <inkml:trace contextRef="#ctx0" brushRef="#br0" timeOffset="15242">7238 8074 13544,'5'-41'1353,"1"-1"1,-2 2 0,-7 14-261,-15 37-1060,-21 16-11,12-1 1,-3 4-764,-8 9 1,-2 3 747,9-8 1,-1 2-1,0 0-22,-3 5 0,0 1 0,-1 0-19,0 3 1,0 0 0,0 0 14,2-1 0,1 0 1,2-1 3,3-5 0,1-1 0,2-3 293,-1 3 1,3-3-705,-6 12 337,21-33 744,18-18-604,22-29-40,-3 3 0,4-4-371,-5 5 0,1-1 1,2-2 372,3-4 0,1-2 0,0 0-296,3-3 0,1 0 0,-1-1 331,1 1 1,-1-1 0,2 0 29,-8 7 0,1-1 1,0 1-1,-3 3-16,13-15 0,-2 3 5,1-2 0,-3 4 55,-16 16 1,-2 2 47,4-1 1,0 1-118,0 2 1,1 2 7,28-9-50,-9 25-19,-11 16 0,-1 4 13,17 10-490,-8 6 1,0 4 478,-19-14 1,0 1-27,11 11 0,5 4 1,-2-2 696,3 4 0,0 1-917,-1-3 0,2 4 0,-3-4-578,-1-1 1,-2 0 829,9 9 0,-4-4 0,-11-12 0,11 11 0</inkml:trace>
  <inkml:trace contextRef="#ctx0" brushRef="#br0" timeOffset="16301">5944 9194 20179,'-36'23'39,"0"0"0,0 6 0,3 6-19,8 15 0,4 6-707,-3 1 0,0 1 695,3-3 0,3-1-14,3-6 1,3-3-1,4-9 1,5-2 526,9 11-314,12-22 73,15-19-45,11-23-143,-15 1 1,1-3-335,3-6 0,1-3 387,2-3 1,-1-1 11,-1-1 0,-1 1 11,-5 3 0,-3 1 236,13-16-68,-17 19-264,-12 15 450,-7 14-511,-5 16 6,-3 19-12,-4 17-2,5-22 0,0 1 280,-1 2 1,2 1-388,1 0 1,1 0-93,0 1 0,3-1-90,2-1 0,3-1-481,11 27-241,9-17-123,11-17-163,11-25 582,-16-11 1,1-6-523,7-8 1,1-4 995,5-9 0,0-4 254,-13 9 1,-2-1 0,0-2 76,-1-2 0,-1-2 1,-3-2 42,-1 0 0,-3-3 1,-2 1 42,-3-1 1,-3 1-1,-2-1 106,1-19 1,-6 1-15,-8 6 1,-5 2-65,-5 6 1,-6 2-281,-8 5 0,-6 3 157,-3 4 0,-5 4-23,-5 3 1,-3 6-489,-4 4 1,-2 5 585,-4 5 1,-1 6-7,17 3 1,-1 4-1,0 3 7,-12 10 1,-1 5 0,1 3-117,5 1 1,2 3 0,1 2-661,0 0 0,1 2 1,1 3 630,11-5 0,1 3 1,1 1-1,2 0-6,-5 8 1,3 0-1,-1 3 35,4-5 0,-1 3 1,0 1-1,2 2-85,1 6 1,2 3-1,1 0 1,3-4-276,0-3 0,4-4 1,2 3 214,3 13 0,3 1 0,9-6-109,11-11 0,8-4 265,7 6 1,8-5-123,8-12 0,6-8 81,6-9 0,4-9 320,-16-8 1,1-6-1,1-2-302,2-4 0,1-3 0,0-3-224,3-5 1,1-3 0,-1-2 273,2-4 0,0-3 1,-1-2 8,-12 9 0,-1-1 0,0-2 0,-1-2-140,6-8 0,0-2 1,-2-1-1,-2 0 179,-6 5 0,-2 0 0,-1 0 1,-2 0-59,9-12 1,-2 0 0,-5 0-39,-7 3 0,-3 0 0,-4 2 83,-2-6 1,-3 1-31,0-8 0,-4 2-93,-8 12 1,-7 4 160,-6 10 1,-5 6-288,-9 7 1,-4 7-57,-4 5 1,-2 5-228,-3 6 1,2 5-814,1 3 1,3 4 1227,-18 17 0,24-9 0,16-10 0</inkml:trace>
  <inkml:trace contextRef="#ctx0" brushRef="#br0" timeOffset="17135">8805 8875 12500,'0'-4'4570,"0"0"-2469,0 4-1821,-51-36-118,28 31 28,-17-11 1,0 5-23,8 24-23,-6 2 1,-3 3-96,9-5 1,-1 1-369,-15 7 0,-1-1 385,8-4 1,3-1 86,4-3 0,3-1 350,-13 3-437,23-8 39,14-6-50,12-4-33,2 0 44,9-5-39,1 4-56,2-1 742,-1 7-703,-6 7 17,1 9 6,-7 3 100,0 36-83,-5-12-34,-2 17 28,-7-8-12,-4-8 1,-5 7 28,0-8 50,3-13 168,5-13 212,4-11 85,4-5-347,1-2 61,0-3-162,-1-6-45,0-14-73,0 0 6,5-7-17,2 12 11,13-3 6,18 1-6,-5 4-17,29 1-38,2 14 7,-31 4 1,1 1-20,27 8-84,-18 14-56,-22 17 67,-18 7-333,-10-15 1,-8 0 281,-9 0 1,-4-2 50,3-5 1,-3 0-315,-3-2 0,-5 1 1,3-4-387,-3-1 0,1-2-1193,-16 6 1,2-2 2021,-10-6 0,26-11 0,18-6 0</inkml:trace>
  <inkml:trace contextRef="#ctx0" brushRef="#br0" timeOffset="17569">8594 8591 11446,'0'-10'4151,"0"3"-3622,-32-25 1,-17 1-365,17 28 0,-4 4-1672,-10-14 1,-5-3-1,1 11 1654,9 17 1,3 10 0,-1 1-35,-3 4 1,0 2 0,1 2-38,-1 5 1,0 2 0,2 2-23,0 4 0,1 3 0,3 2-9,1 2 0,1 2 0,3 1-124,3 0 0,3 2 0,3 1 82,3-2 1,2 1 0,5-1-8,3-2 0,3-1 1,2-2 3,2 7 0,8-1-12,10-12 1,6 1 0,1-7 11,-1-9 0,5-3 18,18 4 1,11 0 0,0-7-2,5-10 0,2-7-7,-17-2 0,4 0 0,0-2 0,-4-1 1,-1-2 0,-3-2 0,2-3 22,3-3 1,5-4 0,-2-1 0,-6 1 13,5-3 1,0-3 68,0-3 0,6-5 0,1-3 1,-8 2 62,-9 0 0,-5-1 0,1-2-13,1-1 1,3-3 0,-1-1 0,-4-1 27,0-7 0,-4-1 0,-2-2-66,-2-1 1,-2-2 0,-3 1-45,2-9 0,-4-1 149,-7 4 1,-4-3 0,-5 4-60,-7 1 0,-6 2-148,0 5 0,-2-1 1,-7 5-308,-16-1 1,-7 10 285,7 8 1,-5 5-31,-4 9 1,-4 3 0,2 3-85,-2 5 0,-1 4-71,5 0 1,-3 1 0,3 4-513,-5 9 0,5 5-2105,5 6 1,4 4 2796,6-2 0,4 0 0,-5 12 0,16-17 0</inkml:trace>
  <inkml:trace contextRef="#ctx0" brushRef="#br0" timeOffset="18218">10543 7375 19546,'-12'-21'409,"-12"25"-353,-2 26 0,-1 12-1868,-5 3 0,-1 3 1782,10-12 0,-1 0 0,0 2-79,-1 3 1,1 1 0,0 0-449,0 1 1,0 1-1,2-1-547,0 1 1,2-1 0,1 0-3813,-4 16 1,2-4 4683,6-15 1,3-5-1,0 10 1,9-34-1</inkml:trace>
  <inkml:trace contextRef="#ctx0" brushRef="#br0" timeOffset="18659">10337 8478 21825,'-19'-26'75,"0"0"1,-37 11-37,22 58-42,9-9 1,0 3-859,6-2 0,2 2 853,1 2 0,3 1-23,1-1 0,3 0 8,1-2 1,4-1-17,9 26-11,12-12 566,12-13-493,6-11 55,-1-11 474,-7-8-121,-9-8-50,-7-8-57,-6-6 857,-5-5-1024,-10 0-73,-7 4-23,-11 6-38,-6 4-35,-3 5-21,10 2-320,1 3-246,17 2-1132,0 4-5293,18 0 6176,4-1 0,0-3 0,-3-5 0</inkml:trace>
  <inkml:trace contextRef="#ctx0" brushRef="#br0" timeOffset="19068">10695 8117 17103,'-48'-27'573,"1"-1"1,-1 1-1,10 3 1,2 2 0,-4 6-302,-10 13 1,-4 8 0,6 1-896,9 0 0,-1 2 697,-13 5 1,-7 3 0,6 3-14,4 7 1,4 5-373,7-4 1,-2 2 0,2 4 315,1 2 1,2 4 0,2 1-12,0 5 1,3 2-1,3-1 4,5-7 0,2-1 1,3 4-16,3 4 0,2 4 0,3 1 1,3-3-24,4-3 1,3-2 0,3 3-12,2 16 1,3 4 0,6-6-1,6-14 1,5-5 0,4-2-20,4-3 1,4-4 0,3-3 9,4-3 0,3-4 1,2-4 16,2-3 0,2-3 0,0-3 33,0-3 1,2-2 0,-1-5 53,-1-3 1,0-3 0,-1-3 31,-3-3 1,0-2 0,-1-6 126,4-9 1,0-7 0,-5 0-87,3-2 1,-4-3 33,-7-2 0,-1-4 1,-6 0 30,-3-7 0,-5-3-115,-5 8 0,0-2 0,-3-2-36,-2 0 1,-2 0 0,-4-2 13,-4-6 0,-3-1 0,-3 5-40,0-2 1,-7 3-18,-5 14 1,-5 0 0,-6 10-182,-11 10 0,-7 9-121,-16-3 1,-4 6-1043,15 11 1,-1 5 0,0 1 1355,4 1 0,0 2 0,4 0 0,-4 3 0,5 1 0,-6 4 0</inkml:trace>
  <inkml:trace contextRef="#ctx0" brushRef="#br0" timeOffset="28225">14850 1940 17042,'11'-46'265,"0"0"0,-2 4 0,-2 12-399,-5 24 235,-5 11 543,-7 18 163,-18 29-553,5-9 1,-3 4-653,4-7 1,-2 3-1,0 2 435,-3 6 1,-1 2-1,2-1-22,3-8 0,1-1 0,1 3-14,2 2 1,0 4-1,1 0 1,4-4-34,4-5 0,2-3 1,3 2-20,-1 14 1,2 3-1,7-6-55,11 0 0,13-8-94,14-15 0,11-7 0,-2-2-1180,-2-1 0,2-4 1245,0-5 1,5-4 0,-3-3-611,9-9 0,-2-4-848,-16 2 0,0-2 1,2-1 1592,13-4 0,2-2 0,-5 1 0,-5 1 0,-5 1 0,-6-1 0,1 0 0</inkml:trace>
  <inkml:trace contextRef="#ctx0" brushRef="#br0" timeOffset="30377">15722 2522 8214,'-7'1'5725,"2"-1"-4616,5 0 1759,0 0-2381,-48 70 74,37-45-66,-16 16 1,11-6 1329,29-27-1500,3-10-67,22-19-140,6-15-872,3-4 841,-7-3 0,1-6-40,-12 10 1,-2-4-574,0 2 1,0-4-1,-1 0 543,-5 3 0,-2 1 0,-1-1-6,0-1 0,-2-1 0,0 0-273,-1 2 1,-1 0-1,-1 1 284,4-17 1,-3 3 19,-4 6 0,-3 3 36,-4 9 1,-3 2 78,-7-13 454,-4 20-790,0 18 1635,-3 21-1467,-10 25 13,7-6 1,-3 5 8,-3 9 1,0 4-9,-2 5 0,3 1 0,2 3 0,3 0 2,5-2 1,3 1-18,5-5 1,5 0-9,4-3 1,5-2-344,2-5 1,5-2 334,3-3 0,5-3-213,1-4 0,5-5 126,4-4 1,2-4 49,-6-5 1,3-3-65,25-6 0,3-6 98,-16-3 1,-1-4-252,-2 1 1,1-1-1,-2-3 338,4-7 0,-5-3 28,-6 0 0,-4-2 402,-8 1 0,-4 0-352,3-18 569,-15 14-742,-20 1 337,-4 19-343,-15 0 1109,0 21-1069,1 11 16,3 12-67,10 6 62,8 2-17,13-3 22,10-4 17,11-6 45,8-8 56,6-10 5,3-11 12,3-16-1697,-18-4 1,-2-4 1639,9-12-213,-13 2 0,-3-2 225,-5-18-39,-2 0-1041,-14 15 1,-5 2 1012,-4 6-4,-5 3 1,-4 3-31,-13 12-22,-11 3-17,-4 13-68,2 10 6,3 11-83,8 9-102,13 4 2052,12 4-2393,18 1-309,12-1-251,19-4-9,12-7 591,-18-19 0,1-3 213,2-2 0,1-3 333,0-4 0,-1-3 300,27-10 123,-10-10 3356,-13-7-3172,-8-4-15,-8-2 27,-3 0 23,-3 4-7,-3 7 213,-3 9-957,-5 8 109,-3 8 37,-2 10 106,-1 13 33,-3 31-89,0-11-11,0-8 0,-1-1 17,0 11-29,1 7-5,2-11 67,5-13 449,0-14 330,3-10-420,4-14-337,6-9 29,6-12-6,4-5-34,3-2-3442,14-3 3375,-13 16-56,17-1 33,-26 20-77,23 4-40,-16 12-39,10 8-134,-11 20 156,-10-10 3140,1 19-3487,-5-16-4001,20 11 3973,-7-16-537,29-2 256,-4-18 718,-16-5 0,1-3 126,2-3 0,0-2 75,-1-3 1,-1-2 100,-3-3 1,-2-2 437,20-19-46,-15-4-223,-15 0-40,-12 0-56,-14 5-73,-9 6 3346,-24 10-3497,-2 16-39,-3 7 0,1 20-23,12 6 205,-4 12-176,7 12-34,13-18 22,7 8 96,15-25 263,5-1 202,7-9-130,6-13-10,10-15-141,-6-7-134,-2-3 129,-9 2-68,-10 12-229,0 0-156,-4 13 139,-2 8 22,0 9-10,5 23-1,2 16-8,-4 1 0,-1 6-430,-1-1 1,-2 2 319,-3-8 1,-2 2 0,0-3-761,-2 7 0,-4-2 598,-1-8 1,-3 1-1,-2-1-22,-1-8 0,-1-2 0,-2 0 130,-5 8 1,-1 0 0,-2-3 180,0-6 1,-2-3 0,-2-4-1153,-17 2 1,-1-8 1215,17-13 0,1-7 45,-5-14 0,5-10-171,7-36 64,17-2 1,6-5-26,2 16 1,6-2-315,7 3 1,7-6 0,1 0 0,0 7 240,4-1 1,5 2-68,-3 4 0,5-4 1,2-1-1,1 4-351,7-1 0,2 4 1,0 0 128,1 0 1,1 0 0,0 1 170,-4 4 0,0 1 1,0 1-418,0 4 1,1 2 0,-4 2 139,-2 1 1,-3 1 355,8-3 1,-1 1 232,7-7 528,-27 13-310,-5 3 1487,-14 5-1162,-10 6 808,-3 1-679,-3 4 2428,2 2-3055,1 4 285,4 7-207,4-5 1888,7 9-1636,10-6-145,15 0-68,25-8-179,-14-8 70,-5-9 0,-3-5 8,-1-14-106,5-7 35,-17-7 177,-11 0-10,-3 3-17,-10 0-45,-6 20-129,-3 8-5,-12 5-51,10 7 39,-14 10-27,6 11-7,-6 14 12,0 12 6,3 8-31,16-17 0,2 0-461,4-5 0,3 0 464,5 28-12,21-12 16,12-20 9,-3-13 1,2-3-8,16 1 21,-7-15 1,0-7-349,6-13 354,-14 3 1,-2-4 10,-8-3 0,-5 0 1,11-19-1,-19 14 1,-2-2 30,-5 0 0,-2 0 3,4-20 98,-5 18 0,-3 2 86,-1 8 780,-1-3-1037,-1 19-77,1 6 44,0 5 411,0 16-384,1-2 1,4 28 5,3-2-31,0-4 1,0 2-294,-2-3 1,-1 1 76,0 8 1,-4 1-1165,-12 0 0,-4-3 27,6-13 1,-2-3 1372,-11 7 0,2-7 0,6-13 0,1-2 0</inkml:trace>
  <inkml:trace contextRef="#ctx0" brushRef="#br0" timeOffset="30800">19501 2592 12018,'3'2'6446,"0"-1"-2082,-3-1-4224,26-20-50,-15-7-23,24-25 11,-19-6-274,-5 24 0,0-1 246,3-4 1,1 0 7,1-5 1,0 0 58,1 0 1,-2-1 207,-1-6 0,-3 1-802,-3 11 1,-3 2 579,-2 4 1,-3 2 306,-8-10-169,0 23-281,-1 2-111,3 14 101,1 7 44,-9 33 6,1 12-9,4-8 1,1 4 110,2 3 1,2 2-165,3 6 1,3-1 5,0-10 0,3 1-206,5 2 1,4 3 0,-1-6 490,-3-14 0,0-1-610,11 28 0,-1-4-891,-8-17-2402,0 0 761,-7-19-6793,-3-16 9706,-2-7 0,0-4 0,0 5 0</inkml:trace>
  <inkml:trace contextRef="#ctx0" brushRef="#br0" timeOffset="30933">19592 2409 22221,'41'-25'-1039,"0"-1"1,1 1-1,-1 1 1,0 2-1,-1 8 1039,2 12 0,-3 6 0,14-4 0,-24 2 0</inkml:trace>
  <inkml:trace contextRef="#ctx0" brushRef="#br0" timeOffset="34500">21106 2597 15866,'10'-60'1407,"0"-1"1,2-1 0,-1 9-92,0 13-509,0 3-499,-6 20-336,-6 15 67,-5 21 45,-11 25-50,3-6 0,-1 4-866,-4 11 0,-1 3 832,6-13 0,-1 2 0,0 0-13,1 3 0,-1 1 0,2-2-18,-4 10 0,1 1-138,2-3 1,0 3 0,0-4-73,2-1 1,0-1 109,1-5 0,-1 1 1,1-3 29,1-4 0,1-4 62,-5 10 0,1-26-68,2-27 63,3-24 83,4-25-23,4 16 1,1-3-308,1-7 0,1-4 334,2 3 0,0-3 0,0 2 25,0-5 1,1 0-27,0 2 1,1-3 0,0 3 16,1-2 0,0 2-35,0 9 0,-1-1 1,2 1-278,0 1 1,1 1 0,0 2 272,1-7 0,3 2-9,2 4 0,3-1 0,1 5-6,4 1 1,3 4-34,13-15 0,4 5 0,-3 19 0,3 8 34,2 4 0,3 7-29,9 13 1,0 7 8,-18-4 0,-1 3-9,4 7 1,-4 7-59,-9 8 0,-6 4 39,-8-6 0,-3 3 19,3 15 1,-9 0-139,-16-11 1,-11-4 176,-9-1 1,-6-5-9,1-7 1,-4-3 11,-4-4 1,-7-1 0,2-2-10,-14 0 0,1-1-3,-1 1 1,2-1-202,5-4 0,9-3-590,15-4-3748,12-1-2750,36-5 7281,15 0 0,-5 0 0,-8 1 0</inkml:trace>
  <inkml:trace contextRef="#ctx0" brushRef="#br0" timeOffset="35659">22099 2303 19462,'-43'-8'339,"1"0"1,2 4 0,3 7-222,-8 37-481,5 6 397,12-11 27,7 9-38,14-24 424,3 10 331,18-22-587,-1-1 0,13-10 16,23-16-72,-5-1-63,-12 4 1,0-2 151,11-11-2978,-10 0 2899,-16 12 68,-6 4-190,-10 11-35,-2 3 24,-11 15-7,3-2 18,-12 21-1,7-4-22,2 11-22,6-2 3419,11-3-3397,9-5 23,12-9 21,11-9-10,12-17 16,10-13-1690,-18-5 0,-1-5 1657,-11 8 0,-1-3 28,10-15 0,-1-5-342,-14 7 1,-3-2 324,6-12 0,-1-3-9,-3-2 1,-2-2 2,-2 0 1,-3 1 13,-3 1 1,-1 1 27,-4 6 1,-1 1 38,-3 6 1,-1 3 170,0-15-95,-3 20-207,0 18 2998,-3 10-3003,-3 18 1003,-5 20-970,4-6 0,0 4 0,-2 9 0,0 2-721,0 6 1,1 2 680,0 3 1,2 1-42,1 1 0,1 1-408,2-14 0,2 1 0,0-3 391,0 2 0,2-1-288,1 9 0,2-5-723,3-2-522,1-2-464,-1-20-2553,1-28 1727,-2-30 1532,-4-16 1694,-13 3 1,-3 1 254,-6-6 336,-5 12 0,-1 5 320,0 12 1349,-19-12-1450,21 20 1540,-11-11-1933,23 15-610,23-4-106,10 10-15,10 2 1,5 1-12,-2 1 1,1 0 369,12-2 0,1 1-345,1-1 1,1 0 19,-4-2 1,0-1 4,-5-1 1,-1-2 25,-5-3 0,-4-2 73,20-22 62,-13-6-29,-12-3 460,-9 2 431,-4 1-773,-7 17 168,-1 0-218,-4 20-247,0 1 39,-1 20 29,-5 15-40,0 8 3,-1-7 0,-2 2-81,1-1 0,-1 1 78,-5 10 0,-1 3-14,-2 1 1,0-1 10,-1 0 1,-1-1 10,2-4 1,1-2-6,3-7 0,1-2 201,-4 14-92,8-19 577,6-14-493,4-12 40,18-25-191,-5 6-20,3-4 0,2-2 743,15-14-707,-7 11 1,2-1-28,-7 8 0,1 1-3,3-1 0,-1 4-20,2 0-27,5 9-1,-18 10-27,14 12-40,-11 11-151,13 27 101,-10-11-207,-5-7 0,-1 1-263,6 13-673,-6-13 0,0-1-750,5 10 2016,7 5 0,-21-36 0,3 1 0</inkml:trace>
  <inkml:trace contextRef="#ctx0" brushRef="#br0" timeOffset="35966">23727 1679 25163,'55'28'133,"1"1"0,-18-11 0,0 5-109,8 16 0,3 9 0,-7-5-877,-11-9 0,-3 2 849,-4 3 0,4 8 0,-3 0 0,-7-5-8,-2-1 1,-10 1-58,-6 2 0,-5 7 1,-5 1-1,-3-6-310,-8-5 0,-4-5 0,-4 2-1603,-1 1 1,-3 2 0,-2 0-1,0-4 1982,-4 0 0,-1-4 0,4-4 0,-4 2 0,4-5 0,-3 1 0</inkml:trace>
  <inkml:trace contextRef="#ctx0" brushRef="#br0" timeOffset="37992">16111 3459 10770,'-61'-2'387,"0"-1"0,-1 0 0,1 0 0,0 1 1,0-1-1,9 0 0,6 1 0,1-1 0,-4 1-935,-6 0 0,-6 0 0,0 0 0,7 1 1,12 0 1107,-14-2 408,6-1 416,21 2-2358,9-1 2013,50 3-507,7 0-179,19 1 0,12-1-828,-16 1 0,4-1 0,4 1 535,-13 0 1,3-1-1,3 1 1,2 0-1,2 0-21,0 0 0,3 0 1,3 1-1,1-1 0,0 1 1,-2-1-1,-3 0-132,-4 1 1,-3-1 0,-2 0 0,1 0 0,2 1 0,4-1 103,-5 1 1,3-1 0,2 1 0,2 0 0,1 0 0,-1-1 0,0 1 0,-2 0-1,-2 0-231,4-1 0,-3 1 0,-1 0 1,-1 0-1,2-1 0,0 1 1,4 0 228,-4 0 0,2 0 1,1 0-1,2 0 0,0 0 1,0 1-1,1-1 0,0 0 1,0 1-113,-5-1 0,1 0 0,0 1 0,0-1 0,1 1 0,-1-1 0,1 1 0,0-1 0,0 1 0,0 0 103,1 0 0,0 0 0,1 0 0,0 0 0,0 0 0,0 0 0,-1 0 0,1 1 0,0-1 0,0 0-21,-1 1 0,1-1 0,-1 1 0,0-1 0,1 1 0,-1-1 0,0 1 0,0-1 0,0 1 0,-1-1 17,-1 0 0,0 1 0,0-1 0,-1 0 0,1 0 0,-1 1 0,0-1 0,0 0 0,-1 0 0,0-1-3,3 1 1,0 0 0,0 0 0,-1-1 0,0 1 0,0-1 0,-1 0-1,0 0 1,0 0-12,2 0 1,0 0-1,0-1 1,-1 1 0,0-1-1,-1 0 1,0-1-1,-1 0 42,2 0 0,-1 0 1,0 0-1,-1-1 0,0 0 1,0-1-1,0 0-89,0 0 0,1-2 0,0 1 1,-1-1-1,0 0 0,-2 0 0,-2 0-53,7-1 0,-1-1 1,-3 1-1,1-1 1,0-1-55,1 1 1,2-2-1,-1 1 1,-3-1 0,-4 2-81,2-2 0,-5 2 0,2-1-1322,11-1 0,2 0 0,-9 2 132,-14 1 0,-1 0 1442,5-1 0,2-1 0,-8 2 0,-8 0 0,5-3 0</inkml:trace>
  <inkml:trace contextRef="#ctx0" brushRef="#br1" timeOffset="53366">5778 7975 20711,'-15'-16'5,"11"17"-313,29 48-230,-9-21 1,2 0-2902,9 5 0,1-1 2997,-5-8 1,-2-1 0,18 13 0,-22-23-1</inkml:trace>
  <inkml:trace contextRef="#ctx0" brushRef="#br1" timeOffset="53617">5754 8469 14575,'-7'-51'151,"0"1"0,5 1 1,9 4 242,19 14 0,8 5-394,-1-4 0,1 2-87,0 0 1,0 2-200,-2 3 0,-2 1 689,13-8-4425,-8 6 4162,-24 15 1,-1 2 0,-10 7 0</inkml:trace>
  <inkml:trace contextRef="#ctx0" brushRef="#br1" timeOffset="53858">6090 7672 20940,'-31'-31'171,"0"-1"0,-9-11 36,64 62-67,12 15-112,-9-3 0,0 1-34,12 17-687,-13-10 0,-1 1 424,-9-11 0,0-1-2770,9 15 1,0-1-6793,7 11 9476,3-2 0,-26-40 1,-5-5-1</inkml:trace>
  <inkml:trace contextRef="#ctx0" brushRef="#br1" timeOffset="54675">7800 5659 15199,'-2'-4'3882,"0"0"-3406,2 4-442,-4 8-29,13 19-66,3 16-183,1-14 1,3 1-562,1 1 1,2-1-336,2-2 0,0 0-1305,2-3 1,0 0 2444,0-1 0,-2-2 0,4 2 0,-7-5 0</inkml:trace>
  <inkml:trace contextRef="#ctx0" brushRef="#br1" timeOffset="54850">7792 5993 7470,'-4'-3'5119,"1"2"-4525,3 1-1378,37-72-835,0 34 517,-8-5 1,2-1 1101,4 18 0,-2 6 0,-9 4 0,12-8 0</inkml:trace>
  <inkml:trace contextRef="#ctx0" brushRef="#br1" timeOffset="55050">8250 5281 13245,'-3'-5'5987,"1"2"-3668,2 3-2325,-24-28 56,27 36-44,-11-9-84,38 50-191,-11-20 0,2 1-484,1 2 0,2 0-2057,2 1 0,1-1 2810,-4-3 0,0-3 0,6 7 0,-13-14 0</inkml:trace>
  <inkml:trace contextRef="#ctx0" brushRef="#br1" timeOffset="60259">4247 8900 9984,'-2'-43'280,"0"-1"0,0-1 0,3 4 11,8-1-22,4-13-34,4-4-15,-8 27 1,1 0-132,-1-1 1,1-1-12,0-2 1,0 0-324,0-1 1,0 0 300,1-2 0,0 2 5,7-22 54,-5 16 0,3-1 25,-1 3 0,1 1-87,-1 0 0,0-1 64,4-8 1,-1 0 22,-1 4 0,-1 1-81,1-4 0,0 0-322,-1 2 0,0 0 330,-2 2 0,-1 2 8,-1 8 1,0 1-1408,2-8 1,1 0 1409,-1 3 1,1 2-9,-1 2 0,0 2-14,7-16 30,-5 13 1,0 0 31,8-16-40,-1 5 1,1 0 5,4-9-6,-5 14 1,1 0-1,-6 11 1,1 0-1,5-8 1,2-1-37,-5 9 0,0 0 47,5-6 1,1 0 211,0 2 0,1-1-226,6-7 1,-1 0 1241,-6 8 0,0 0-1298,1-2 1,-1 0 14,9-13-20,-12 17 0,0-1 5,-1 0 1,0 0-12,-5 7 0,1-1 6,10-15 0,2-1 11,-8 12 1,0 0 2,11-13 0,0-1-3,-5 10 0,-1 2-3,-2 1 1,0 1 5,-2 3 0,0 0-98,-2 2 0,-1 1 98,0 0 0,0 1-6,0-1 0,-1 0 229,1 0 1,-1-1-224,1 0 0,1 0 16,0-1 1,2 0-132,1 0 1,2-1 108,1 0 0,1 0 0,1-1 1,0 1-4,0 1 1,0 1-6,-1 1 0,-2 1 570,15-11-550,4 0-1,-2 3 7,3 0-15,-20 13 0,2 0-48,22-13 34,-23 15 0,1 0-555,3-1 0,0 1 555,21-11 8,-11 7 1,2 0-10,-12 7 1,0-1 3,13-6 0,2 0-3,-11 4 0,-2 1 6,-2 1 0,-1 1 33,23-11-84,-6 5 101,-2 1 236,1 1-253,4-4 1,7-3 242,-26 10 1,2 0-289,1-1 1,1 0-6,3 0 0,-1 0 217,-8 3 0,0 0-195,12-4 1,-1 0 5,10-4-12,-16 7 1,0 1 0,6-3 103,-9 4-92,-8 2-22,-2 1 0,-5 1 44,21-11-11,0 0-28,-7 5 1,1-1-7,-2 0 1,1 1-4,2-1 1,-1 1 602,16-6-588,-15 7 0,-2 1 6,7-1 5,12-4 5,-18 8 12,-6 0 11,0 2 6,3-3 16,7-2-11,9-3-11,7 0-28,3-1 0,1 3-11,-4 2 6,-2 4-7,-3 2-10,-1 0 0,-12 2-12,16-1 17,-16 2 12,17-2-7,-7 2 12,3-1 6,5 2-6,4 0-28,-10 1 17,-12 1 0,0 1 27,10 1 1,18 4 6,-18 0-4,-1-1-27,-11-2 22,17 1-11,-15-3 11,16 1-16,-11-2-12,-5 1 23,-1 1-28,-5 1-1,-4 1-5,-1 2-6,-3 0 33,1 1 0,3 0-5,2-2 17,2 0 3,1-1 25,0 0-12,-1 0-11,-1 1-14,-3 2-4,-3 2 11,-1 1 8,0 1-2,-1 1-43,3 0 22,0 0 46,4-1-3,2-2-7,2-1-18,2-1-30,0 0-8,-8-1 34,6 4 6,-12-1-6,8 5 17,-5 0 56,3-1 6,1-1-23,3-3-28,2 0 17,10 2-61,-13-3 22,11 5-23,-16-1 0,7 7 12,-4 2-6,0 3 17,-2 3 28,4 5-45,-9-9 22,7 6 0,-9-10-5,5 4 6,1 1 44,5 5-66,-9-9 21,9 9-5,-10-8 0,5 4-6,0 0-6,2-3-5,0-2 0,0-1 0,0-2-11,-3-1-6,-2-1-11,-1 0 12,-2 1 10,-1 2-16,-1 1-1,2 3-16,0 1 11,11 11 0,-11-14 0,5 7 17,-10-10-6,-1 1-11,1 0 22,-1 8 12,-5-8 11,2 9-28,-2-4-1,-1-2-4,1-2-1,4 3 0,1-4 0,-1-2 6,0-2-11,-3-3 16,1 2 23,0 4-28,-2-2-12,1 1 12,1 1-6,-1-2-5,4 6-6,3 7 5,-4-9 12,7 13-6,-9-18 6,4 11 17,-4-8 11,0 5 22,0 8-34,-2-4-27,-1-1 0,1-3 10,1-5 7,3 10-12,-2-8 45,5 14-45,-7-18 12,2 14 16,-4-8 106,-2 20-117,-3-16 12,0 14-1,-2-20-34,1 0 23,-1 3-5,1-6-12,0 8 0,0-7 6,0 5-6,1-7 0,-1 4 12,-2 0 44,-4 7-22,-2-3-23,-5 5 6,3-9-5,-3 2-1,2-1-22,2-5 11,-2 7-11,7-9 6,1 0-1,-1 1 1,1-4 0,-3 9 10,-1-2-10,-3 4-12,5-7-5,-3 3-6,1-1 6,0-1 11,1 1 11,4-6 1,0 1-7,1-1-10,-3 6 5,-4 7 0,-2 4-12,-5 8 12,1-3-5,3-7 50,0 1-12,6-9-38,0 6 5,3-4 22,2 1-16,1-6-18,-1 6 29,-3 6 11,-4 11-22,2-6-3387,-5 5 3392,7-21 28,-4 14-33,6-17 0,-2 14-1,5-13-10,-1 7 21,0 0 3388,0-3-3365,-1 9 22,-3 3 1,-3 8-45,1-7-6,1-1-5,4-12 16,0 4 12,2-2-12,-1 1 6,2-5-22,-1-1 72,0 16-28,-2-8-16,1 12 28,-2-8-18,-2-3-4,0 5-29,-1-6 17,-1 6-6,1-7 17,-1 10-11,0-6 12,2 2-12,2-7-28,-1 0 5,1 0 29,-2 2-12,1 2-11,-2 3 23,-1 0-12,-1 3-5,1-1 6,1 1-1,0-2-22,2-3 0,1-3 11,0-5-11,0 9 6,-1-7 16,-2 9-16,2-9 33,-4 14-11,1-9 0,-3 13-34,1-7 1,1-1-1,-1 4 12,6-12 22,-3 6 5,5-9-27,-4 5-6,1 1 34,-2 2-18,-2 0-10,0 2 11,-2 0-5,0-1-12,2-3-12,2-6 1,3-6 11,3-5 11,0-3 12,1-1-12,0 3 11,0 4 29,-4 5-40,-2 6-5,-7 3 5,-2 3-22,1-3-1,3-5 12,5-9 0,3-3 12,2-5-24,1 0 35,0 2-6,0 2 16,0 4-27,0 4-17,-1 1 16,1 0 1,0 0 11,0-4-17,3-2 11,1-3 6,6 0-6,-2-3-22,11 0 27,-3-3 7,12 1-40,-1-2-11,4-3 28,5-5 6,3-5-18,-7 1-10,17-12 16,-17 7-33,14-9-6,-15 7 6,-7 4 22,-9 5 29,-7 4 100,-4 4-68,-3 0 12,-1 2-22,-4 0-23,-4 1-22,-4 2 17,-4 4-12,-1 5-16,0 4 22,3 0 11,-2 5 11,3-3-27,1-2 16,3-2-39,7-9 50,1-1 1,-2 2-7,-5 5 7,-9 5-12,-12 4-22,-13 2-51,-9-2-44,7-7-1485,10-10 0,1-4 1591,-5-8 0,-3 2 0,25-2 0</inkml:trace>
  <inkml:trace contextRef="#ctx0" brushRef="#br1" timeOffset="61609">11061 5329 19630,'-17'-26'342,"4"18"-309,13 46-83,1 10-51,0-8-717,8 21-202,1-19-195,5 17-85,-3-19 371,-4-13-4145,-2-1 5074,-12-16 0,5 1 0,-5-9 0</inkml:trace>
  <inkml:trace contextRef="#ctx0" brushRef="#br1" timeOffset="61782">10764 5661 13972,'39'-33'-127,"1"0"0,0 1 1,-3 2-1,0 1 0,-2 7-55,-1 11 0,-2 5-624,29-7-2129,-7 4 2935,-7 2 0,-23 4 0,-5 0 0</inkml:trace>
  <inkml:trace contextRef="#ctx0" brushRef="#br1" timeOffset="61960">11433 5302 17759,'-6'-10'84,"0"20"1102,8 44-1614,0-21 0,1 1-875,1 2 1,1 1-3614,1 1 1,1-2 4393,2 16 0,-2-16 0,-5-27 1</inkml:trace>
  <inkml:trace contextRef="#ctx0" brushRef="#br1" timeOffset="62566">12147 7739 17361,'-20'-48'1559,"0"1"0,4 8 0,2 7-1379,5 11-270,5 15-258,4 6 225,0 12 78,8 28-221,-2-4 131,1-1 1,0 2-415,4 21 70,-5-21 0,0 1-266,0-1 0,0 1-1339,-1 3 1,0-1-337,0 12-3539,-5 11 5959,-5-41 0,1 1 0,-1-17 0</inkml:trace>
  <inkml:trace contextRef="#ctx0" brushRef="#br1" timeOffset="62727">11861 8073 19636,'1'-46'-32,"0"1"0,4 1 0,9 7-167,11 18 1,7 4-650,3-1 0,4 0-1238,13-1 0,0 2 293,-15 5 1,0 1 1792,11-2 0,-6 3 0,-16 3 0,-2 1 0</inkml:trace>
  <inkml:trace contextRef="#ctx0" brushRef="#br1" timeOffset="62899">12525 7623 9173,'0'-5'8843,"0"1"-7027,2-56-512,0 32-511,-1-11 0,0 2-172,1 19-548,-2 6-95,0 14 67,7 26-141,4 12-21,4 13-270,-4-17 1,2 3 386,0 3 0,2 3 0,-2-4 0,-2-8 0,0-1 0,5 17 0,0 1 0</inkml:trace>
  <inkml:trace contextRef="#ctx0" brushRef="#br1" timeOffset="63884">14681 7974 16633,'47'-11'-541,"-1"0"0,0 0 0,2 1 0,1 1 0,0 2 162,1 4 0,0 2 0,-2 0-490,10 1 0,0 0-311,-11 3 0,2 0 0,-8 1 228,14 3 260,-14 1 1,-13 3 828,-41 9-137,-17 3 0,-9 1 0,-7 1 0,-4 0-80,5-2 1,-3 1 0,1-1 680,4-1 0,1 0 0,0-1 95,1 0 1,1-1 0,1 1-182,-12 7 0,4-1-457,11-6 1,5-1-199,1 10 364,43-14-152,14-8 12,14-12 0,6-6 22,-9 1 1,-1-2-115,9-2 1,1-3 584,4-9 1,-5-4-133,-19 6 0,-4-2-129,10-11 1,-6-2-130,-16 2 1,-5 1 623,-5-23-593,-7 23 1,-4-1 599,-3 1 0,-3 0-110,2 0 0,1 1-131,-3-1 1,3 3 280,1-4-438,6 16-358,5 12-73,4 6 317,11 7-222,14 8-33,19 13-57,-7 0 0,2 3-11,-12-8 1,-1 2-66,16 14 1,-3 3-195,-17-10 0,-4 1 10,2 8 0,-5 4-1160,-9 12 1,-8-1-1572,-3-16 1,-3-1 2996,-9 14 0,-2-7 0,2-18 0,-1 0 0</inkml:trace>
  <inkml:trace contextRef="#ctx0" brushRef="#br1" timeOffset="64608">16920 7772 15793,'0'-58'1863,"0"-1"0,1 8 1,-1 5-900,0 1 49,2 14-878,-2 16-214,0 7-111,-2 9 179,0 11 89,-5 16-50,-6 23-28,5-17 0,-1 1-378,-2 6 0,1 1 369,1 0 1,1 1-15,2-3 1,2-1 5,4-5 1,3-2 10,3 11 40,21-7 67,-3-25 33,18-6-11,2-21 51,7-15-57,-23 10 1,0-2-167,-1-1 0,-2 0 183,-1-1 1,-2 1 78,14-17 626,-7 12-839,-10 13-33,-7 10 16,-3 15-17,2 13-78,6 17-129,7 15 25,-9-23 1,1 1-329,1 3 0,1 1-22,0 3 1,0-1-306,0 4 0,0 0-477,0 0 1,-1 0-1938,-1 0 0,-2-1 3285,-1-7 0,-3-4 0,4 10 0,-9-21 0</inkml:trace>
  <inkml:trace contextRef="#ctx0" brushRef="#br1" timeOffset="64840">16467 8679 21371,'46'-22'43,"0"0"1,-1 0 0,10-2 0,3 1 0,-3 4-59,-8 7 0,-2 3 0,3 0-1417,11-3 0,4 0 1,0 0 1164,-2 1 0,1 1 0,0 0-387,-4 1 1,-1 1-1,-3 1-197,7-1 0,-2 1 851,5 2 0,-8 1 0,-18 1 0,13 1 0</inkml:trace>
  <inkml:trace contextRef="#ctx0" brushRef="#br1" timeOffset="65058">16872 8912 14238,'-37'22'941,"0"0"0,0 0 0,-12 5 0,16-4 1301,33-11-1188,31-12-282,30-12-486,-17 2 0,3-3-804,9-3 0,3-1 607,-17 4 1,0 1-1,1-1-31,0 1 0,1-1 0,0 1-12,-2 0 1,0 0 0,-2 1-28,5-2 1,0 0-20,10-3 0,-2-1-47,-20 7 0,-2 0-348,12-5 0,-1 1-5021,12-7 5416,-17 5 0,-17 6 0,-12 6 0</inkml:trace>
  <inkml:trace contextRef="#ctx0" brushRef="#br1" timeOffset="114888">14972 10934 20979,'8'-53'676,"-1"0"1,0 0 0,-1 5 0,1 2 0,-2 8-162,5-4-168,-5 19-325,-2 12-22,-3 26 28,0 1-11,-2 18 0,-1 4-28,1 9-727,-3 3 1,0 5 286,0-11 0,0 0-857,-2 13 0,0 3-2823,0 1 1,1-2 3794,0-7 0,1-4 0,0 12 1,3-29-1</inkml:trace>
  <inkml:trace contextRef="#ctx0" brushRef="#br1" timeOffset="115270">15174 10461 15270,'-16'-51'832,"0"1"0,0 0 1,-1 7-1,-2 1 1,-4 9-581,-13 10 0,-4 10-650,-9 7 1,-3 10 607,-7 8 1,-1 8-431,17-1 0,-1 4 1,3 4 258,-2 5 0,1 5 0,3 3-359,-1 6 1,3 3 0,2 4 329,10-10 0,2 2 0,1 1 0,3 1-9,0 3 0,3 0 1,2 2-1,3 1-15,4 6 0,3 4 0,3-1 0,4-3-10,3-10 0,2-2 1,3-1-1,2-1-1,3 13 1,3-3 0,7-6-53,9-11 1,7-6 0,4-6-764,10-5 1,4-5 0,-1-2 755,-9 0 0,-3-2 0,5-2 28,2-3 0,4-2 0,1-3 0,-6-4-97,-3-4 1,-5-5 0,2-1 282,10-4 1,1-2 0,-3-4 48,-4-4 0,-2-4 0,-3-2-21,-3-4 1,-3-3 0,-3-3-75,-3-3 0,-4-2 0,-2-3-28,-2-2 0,-3-2 0,-3-1-19,-2-2 1,-3 0-1,-2 0-11,-3 3 0,-2 0 1,-5 2-13,-3 4 1,-3 2 0,-9 3 120,-11 2 1,-8 3 0,0 5-220,-5-1 0,-5 6-508,-5 9 0,-8 4 1,2 5 591,-10 7 0,4 4 0,13-3 0,4 1 0,5 4 0,0-1 0</inkml:trace>
  <inkml:trace contextRef="#ctx0" brushRef="#br1" timeOffset="116203">14288 11978 9934,'20'-41'2457,"0"-1"1,0 0-1,4-9 1,-4 6-1360,-1-2-292,-13 26-576,-5 11-118,-9 12-123,-13 20 41,-1 0 1,-4 5-781,-12 12 1,-3 6 764,5-6 0,-1 2 0,-1 2-727,5-6 1,-2 2 0,1 0 0,0-1 701,-4 5 1,2 0 0,-3 2-123,1 2 0,-3 4 0,0 1 1,6-5-476,5-7 0,4-2 1,-1 2 154,-8 12 0,-1 2 1,7-5-729,8-6 1,7-4-170,3 7-2466,27-22 681,11-29 1,8-10 3133,7-4 0,3-6-81,-2 0 1,4-4 0,-1-3 80,1-3 0,0-2 0,0-1 0,-10 6 0,1-1 0,-1 0 0,-2 1 129,3-4 0,-1 1 0,0-3 1638,-2 0 0,2-5 0,-2 1 0,-3 2-253,-4 5 1,-3 1 0,1-1-735,8-12 1,0-2-1,-2 3 302,-3-1 0,-3 4-573,-6 8 1,-2 2 174,12-15-337,-8 17-263,-6 16 1968,10 12-1951,3 14-40,24 15-56,-9 5 1,4 6-375,-14-10 1,0 0 0,0 2 336,2 1 0,0 1 1,0-1-90,10 11 1,1 1-1361,-5-5 0,2 2 1,-2 0 1480,-5-5 0,-1-1 0,-1 0 0,1-1 0,0 0 0,-4-3 0,-5-2 0,0 0 0</inkml:trace>
  <inkml:trace contextRef="#ctx0" brushRef="#br1" timeOffset="117155">13362 13108 16073,'-3'-5'4498,"1"1"-4137,-2-25 0,2-7 160,9 3-291,-7-8 0,4 1 39,12 12-174,0 11-106,-3 9-23,2 10 23,1 13 22,0 16 28,-4 17-17,-8-17 1,-4 2-140,-5 4 0,-5 1 145,-3 3 0,-5 0-341,-4 0 0,-3-1 341,-1-2 0,-1-1-20,2-4 1,2-2-3,-13 18 10,15-13-16,11-13 17,14-8 6,10-6 281,16-5-287,21-7-51,-15-3 0,2-1-13,7-4 1,3-2-33,5-2 1,1-2-559,2-1 0,1-1 463,-3 0 1,0-2-136,-4-1 1,-1-1-176,-7-3 0,-2-2-255,-5-2 1,-5-3 222,-4-3 1,-5-2 291,-3-2 0,-4-1-2,-4-1 0,-4 0 397,-3 2 0,-5 0 50,-4 2 0,-5 2 3,-5 1 1,-4 2-1,-7 2 0,-4 3-40,-7 2 1,-3 3-42,-7 4 0,-4 4-322,-6 3 0,-3 5 281,16 5 1,-1 4 0,2 0-25,-11 2 1,-1 4 34,1 9 1,-4 6 0,5 2-77,15-2 1,3 1-1,-2 3-23,-1 2 0,-2 2 0,1 3 0,3 1-296,-2 9 1,4 3 0,3 2 281,2 2 0,3 2 0,4 1-21,3 0 1,3 0 0,5 1-25,4-4 0,4 1 0,5-1-289,5-5 1,5-1-1,5-2 252,4-4 0,4-3 0,5-3 1,6-4 1,3-3 0,4-4 24,4-4 0,3-4 0,1-3 37,4-3 0,1-3 1,2-6 46,-6-4 0,3-6 0,-1-1 0,-3 0 11,-2 1 0,-3-1 1,2-4 51,-2-3 0,2-4 0,-1-1 0,-6-1 180,9-14 1,-5-3-103,-8 6 1,-1-3 0,-2-2-73,-4-1 1,-3-2-1,-3-1-41,-2-2 0,-2-2 0,-3 0-17,-2-1 0,-2 0 1,-2 1 17,-2 2 1,-2 0 0,-3 1 48,-5-15 1,-5 4 10,1 16 1,-7 4-116,-22-2 1,-8 8-51,7 16 1,-4 4 96,-17-5 0,-2 5-1671,9 11 1,2 4 1443,8-1 1,4 2-1,-6 4 1,22-3-1</inkml:trace>
  <inkml:trace contextRef="#ctx0" brushRef="#br1" timeOffset="117838">15758 12804 18767,'-5'-12'3204,"2"3"-2593,3 9-320,5-66-50,4 36-169,-2-11 1,3 1 0,13 13-22,6 6-40,10 6 0,23 10-33,-15 8 5,10 10-25,-28 4 0,-2 3-9,14 22 34,-14-12 1,-3 4 5,-5 26 55,-23-1 40,-19-5-317,-18-6 294,16-27 1,-3-3 120,-4-1 0,-1-3 182,-16 2-71,8-10 121,19-14-61,14-4-111,0-5-41,18-6-184,-1 9 248,24-8-265,-10 14 17,26-5-6,-2 9-16,16 4 10,-3 11-10,-7 10-1,-14 12-16,-15 7 5,-33 17-11,-6-16-308,-7-10 0,-6-2 212,2-8 1,-2-3-146,-6 4 1,-4 0-1766,-14-2 1,0-4-56,21-5 0,1-3 1690,-11-3 0,7-3 0,20-3 0,3-4 0</inkml:trace>
  <inkml:trace contextRef="#ctx0" brushRef="#br1" timeOffset="118204">16233 12176 18414,'-59'-2'119,"1"-1"1,-1 1-1,10 4 1,-1 2-1,2 3 1,4 5-1,2 8 1,4 5-1,0 3-838,0-3 1,0 3 0,-1 1-1,1 4 782,-6 9 0,1 4 0,0 2 0,4 0-620,7-5 0,2 1 0,1 0 0,2 0 569,1 0 1,0 0 0,3 0-1,5 0 16,1 8 0,6 0 0,7-1-13,10-6 0,7-2 0,3-1 9,1 0 0,2-1 1,4-3-12,1-1 0,4-3 0,3-5 11,7-5 0,5-4 1,3-5 45,6-2 1,2-6 0,0 0-21,-9 0 1,-1 0 0,2-4 70,1-4 1,3-1 0,0-4 0,-4-2 89,-3-4 0,-3-4 0,3-5 4,-2-1 0,4-6 0,1-2 0,-1-1 0,-4 1-158,-1-2 1,-2 0-1,-2-1 1,1-4-40,0 1 0,1-3 0,-1-2 0,-2-1 0,-5 1 17,-2-6 0,-6 0 0,-2-1 0,-2 2-6,0-5 1,-3 2 0,-4-1-27,-3-2 1,-4-1 0,-9 7-46,-15 0 0,-11 8-56,-15 7 0,-7 8-17,5 8 1,-4 4-342,3 6 0,-5 4 1,2 2-2503,5 3 0,2 3 0,-1 0 2958,-5 0 0,0 1 0,4 0 0,-2 2 0,7 0 0,-7 4 0</inkml:trace>
  <inkml:trace contextRef="#ctx0" brushRef="#br1" timeOffset="118921">12916 13987 10954,'1'-5'8917,"0"1"-6935,-1 4-1920,-57 10-2166,27 6 1,-2 4 2114,-14-3 0,-5 4-11,5 9 0,-1 8 0,2-2-466,11-8 0,1-1 1,-2 1 476,-1 1 0,-2 2 0,0 1 1,3-2-206,-3 3 0,3-2 0,0-1 194,-10 11 0,4-3-28,12-11 1,2-3-230,-8 10 2174,33-28-1861,23-18-56,5-5 0,5-5 1142,14-9 0,6-5-1113,-14 10 1,3-2-1,1-2 1,-2 3-145,0-1 0,-2 2 0,2-2 190,1-1 1,3-2 0,-1-1 0,-4 3 140,9-9 0,-4 0-386,-9 9 0,1-2 0,-3 0 391,9-10 0,-4 1-126,-11 11 1,-1 1 116,1-4 1,-2 3-34,1 1-140,3-3 488,-11 25-499,0 16 1569,14 16-1572,-9-5 0,2 4-17,6 5 1,3 2-47,6 6 0,2 2-10,5 3 1,0 0-29,-8-8 0,1 2-540,-2-1 0,2 3 0,-2-1-3092,-1 1 0,-1 0 3708,-5-6 0,0 2 0,-3-5 0,9 17 0,-20-23 0</inkml:trace>
  <inkml:trace contextRef="#ctx0" brushRef="#br1" timeOffset="119879">11751 15063 16874,'11'-51'1856,"1"0"0,-2 7 0,-1 6-1274,0 7-531,-6 17-270,-3 13 191,-8 23 67,-2 6-8,-9 16 0,-3 6-626,2-9 1,-1 1 592,2-1 0,-3 3 0,2-2 2,-6 8 0,2-3-81,4-7 0,1-1 115,-5 16 11,12-20 196,12-19 246,10-13-95,15-17-196,15-15-129,1-3 3,-6 2 0,2-1 812,10-5-843,-16 12 0,0 1 223,1 4-267,-12 13 5,-7 15 22,-2 13-16,0 15-1,-2 9-44,0 8 375,-4-10-459,1-9 0,2-1-292,7 11 0,-2-13 1,2-2-970,18 5-536,10-16-595,11-20 484,-21-8 0,0-5-431,4-8 1,-1-4 314,2-8 1,-3-5 2146,-1-5 0,-3-3 518,-3-5 0,-3-3 896,-4 0 0,-4-1-73,-3 0 0,-5 0 110,-5 3 0,-6 1-441,-5 4 1,-6 2-468,-6 3 1,-7 3-46,-19-3 1,-5 5-797,14 12 1,-4 4 439,-2 5 0,-5 2 0,2 5 37,-9 7 0,-2 6-97,8 1 0,-3 3 1,0 3-506,-3 4 1,0 3 0,3 2 433,7-4 0,3 2 1,-3 6-11,3 4 0,-5 6 0,0 3 0,2-1 0,6-3-261,4-2 0,5-2 1,-3 5 245,-2 4 1,-5 6-1,0 2 1,3 0 0,7-2-19,6 4 0,6-2 1,2 2-152,-3 9 0,1 3 1,6-1 116,6-5 1,5-1 0,4-2 16,5-5 1,5-2-1,4-4 26,6-4 1,4-4 0,7-4-382,15-2 0,8-7 1,-2-3 410,-14-3 1,-1-3-1,4-2 1,4-5 1,5-3-1,0-2 1,-3-3 39,0-3 1,-3-4-1,2-2 22,-4 1 0,1-2 0,0-1 0,-1-2 47,-2-1 1,0-1 0,-2-2 0,0-2 70,9-8 1,-2-2-1,-3-3-46,-4 0 0,-3-3 0,-3-1-68,-4-1 1,-2-2 0,-3-1-25,-2-1 1,-4-1 0,-1-1-7,-2 1 1,-2-1 0,-2 1 7,-2 3 0,-3 0 1,-2 1 532,-6-20 1,-7 5-623,-5 16 1,-6 6-12,-1 5 1,-5 6-429,-37 6-1681,10 20 2157,-7 15 0,26-6 0,10 7 0</inkml:trace>
  <inkml:trace contextRef="#ctx0" brushRef="#br1" timeOffset="120603">14149 14658 24715,'-28'-41'0,"-17"19"28,-3 33-25,14 0 0,1 0 8,-18 6-296,18-7 1,0-1 334,-20 4-25,22-6 0,0-1 59,-24 6-67,24-6 188,8-1-217,20-3 63,1 0-135,2-1 33,0 5 63,0 0 330,3 19-325,2-2 0,3 14 0,1-4-12,-2-1 1,-3-1 11,-1 2-6,-2-12-11,0 4 11,-1-15 51,0 0 50,0-4 348,0-5-242,1-1 208,1-2-90,0-1-79,3-4-229,-1 2-17,17-11-5,-5 7 0,26-12-23,2 8 11,1 1-19,3 8 0,1 4-26,11 10 31,-17-6 1,-2 4-121,10 18-78,-26 1 22,-5 12-112,-44 18 81,3-28 0,-7-2-575,-17 8 1,-3-3 496,9-9 0,-2-2-726,-13 2 0,-1-2-3885,4-6 1,3-3 3238,9-2 1,3 0-1,-26 1 1,53-11 0</inkml:trace>
  <inkml:trace contextRef="#ctx0" brushRef="#br1" timeOffset="120988">13940 14388 18123,'0'-6'4033,"0"1"-3781,0 5-151,-81-5-79,52 17 1,-2 4-558,-11-5 1,-6 1 0,4 6 528,10 9 1,2 5-1,3 0-3,-10 8 1,2 2-3,6-3 0,0 3 0,2 1-45,4 5 0,3 2 0,0-2 33,3-8 1,0-2-1,5 5-16,3 2 0,4 6 0,3-1 0,6-6-18,12 6 1,9-4-327,-2-2 1,4 2 0,2-6 328,6-4 1,7-5-147,4-7 1,5-2-1,-4-4 63,-6-5 0,1-4-48,17 1 0,9-2 0,-5-6 191,-5-9 0,-2-5 122,-3 2 1,3-3 0,-5-2 42,-2-4 0,-4-5 232,-7-2 0,1-5 1,-5-1-108,-1-5 1,-2-3-185,-4 1 0,2-3 0,-4 0-67,-6 1 0,-3 0 0,-2-1-32,-2-4 0,-2 0 0,0 0-16,1-9 0,-4-2-7,-8 3 1,-4-4 0,-2 8-11,2 11 1,-6 2-104,-12-9 0,-8-4 0,-3 10-764,-6 14 1,-5 7-1362,2-1 0,-4 1 0,1 5 1932,-9 3 0,5 5 0,14 2 0,5 2 1,-5 1-1</inkml:trace>
  <inkml:trace contextRef="#ctx0" brushRef="#br1" timeOffset="122104">11156 16069 9111,'1'-7'9830,"0"2"-9163,-1 5-147,0 0 135,0-5-72,-17 26-331,0-7-45,-8 11 0,-3 6-81,-2-4 1,-2 2-501,-11 9 0,-4 3 413,5-5 0,-2 1 1,2-1-37,-3 1 0,0 1-13,-3 1 1,-3 2 0,6-4-25,10-9 0,2-1-19,-8 5 0,2 0-2398,12-7 0,5-3-193,5-3 2126,-2 8 0,16-22 0,2 0 1</inkml:trace>
  <inkml:trace contextRef="#ctx0" brushRef="#br1" timeOffset="122721">10272 17210 20968,'-62'-14'61,"0"0"1,1 6 0,5 14-65,16 23 0,4 11-1034,-3 1 1,0 3 1005,1 3 1,2 1 10,7-10 1,3 1-6,4-3 1,1 3 0,2-2-16,3-2 1,2 1-25,-5 13 0,5-1-26,9 14 623,18-15-566,11-15 111,11-15 445,2-15-227,1-17 130,-4-13 89,-4-16-268,-10 4 61,-8 2 0,-3 0-84,0-2 157,-1-2 0,-2 2 22,-4 10 855,-5-5-1263,-5 27-96,-27 19 28,-4 12 8,7-2 1,0 2-48,-16 17-146,13-8 1,2 2-611,-4 12-1617,13-9 1,5 1-7347,7 7 9027,10-8 1,7-23 0,-2-11 0</inkml:trace>
  <inkml:trace contextRef="#ctx0" brushRef="#br1" timeOffset="123121">10402 17012 12321,'-20'-58'2133,"-1"0"1,-2 6 0,-2 5-1801,-3 12 1,-4 5-889,-4 8 1,-3 5 677,-6 5 1,-3 6-667,-8 10 0,-1 7 617,14 1 1,0 4 0,-1 3 3,-4 7 1,-1 3-1,2 5-32,9-5 0,1 4 1,0 0-1,2 0-270,-4 5 0,2 1 1,1 5 217,7-2 0,-1 4 1,2 4-1,1-1 1,4-2-462,3-2 0,4-1 0,1 0 0,0 3 427,-2 2 1,0 3 0,1 2 0,2-1 0,4-3-36,3 0 1,4-2 0,3-1 0,2-1-97,5 9 0,4-2 0,4-3 40,5-7 1,3-3-1,5-3 67,2-6 1,5-3 0,6-6 144,5-9 0,8-6 0,2-5 1,-3-2 91,5-4 1,-1-5-1,1-4-89,-11 0 1,3-2 0,1-2 0,-2-2 0,-4-2 122,0-7 0,-3-2 0,-2-3 1,0-1-136,1-1 0,1-3 0,-2 0 1,-1-2 102,0-1 0,-1-2 0,-2-1 0,-1-1-56,-1-1 0,-1-2 0,-2 0 0,-2 1-63,2-3 0,-3 0 0,-1-4 36,-4-2 0,-1-5 1,-3-1-1,-3 5 225,-3 6 1,-5 2-1,-1-2-281,-1 1 1,0-4-1,-3 1 1,-6 5-19,-6 3 1,-5 5 0,-6 4-33,-18-10 0,-9 10-76,-6 10 0,-6 9-263,-3 8 1,-1 7-1292,0 9 0,2 5 1644,10 1 0,4 3 0,-10 7 0,28-8 0</inkml:trace>
  <inkml:trace contextRef="#ctx0" brushRef="#br1" timeOffset="126404">14436 15523 9878,'-3'-3'7298,"2"0"-2610,1 3-4071,-44-43-365,33 32-190,-33-32-12,44 43-39,2 0 152,7 7 77,23 16-133,9 10-62,6 6-17,-19-12 0,-2 1-6,-4-3 0,0 3-2,8 17 0,0 3-9,-5-5 0,-1 0-1244,3 10 0,-1-2 1205,-9-16 0,0-2-236,6 8 1,1 0-1867,-2-9 0,1-1 2130,3 3 0,0-1 0,7 7 0,-13-19 0</inkml:trace>
  <inkml:trace contextRef="#ctx0" brushRef="#br1" timeOffset="126870">14984 16769 22564,'26'-37'100,"1"0"1,-1 5 0,0 13-50,19 36-12,6 19-39,-8 1-23,-15-7 1,-1 4-62,0 8 0,-2 2-661,2 2 0,-2 2 196,2 10 0,-5 0-653,-9-8 1,-4-3 212,-3-10 1,-4 1-3928,-9 12 1,-5-3 3829,-6 0 0,-5 5 1,13-38-1</inkml:trace>
  <inkml:trace contextRef="#ctx0" brushRef="#br1" timeOffset="127404">15160 17188 13317,'-8'-3'7713,"2"1"-6497,6 2-247,0 0-829,-41-61-73,56 31-39,-17-11 0,6 1-488,30 19 1,11 7 442,3-4 1,2 0-63,4-1 1,-1 1-6,-11 4 0,1 0-367,14-7 0,-3 0-293,-21 6 1,-2 0 317,11-6 1,-3-1-280,0-14 206,-16 0 292,-14-2 162,-12-4 68,-3 8 47,-6 4 0,-5-1 473,-14-17-431,5 13 0,-3 2 5,-1 4 1,-3 5 30,-6 2 1,-2 3-37,7 5 0,-3 3 143,-7 4 1,-4 3 0,3 3-156,7 0 1,-2 5-353,-4 2 0,-7 4 0,-2 2 1,6 1 314,3 5 1,3 3-1,-1 2-35,-3 1 0,-2 3 0,-1 2 0,4 1-456,6-1 0,2 3 0,2 0 0,1 3 423,1 1 1,2 2 0,1 0 0,3 0-8,-3 3 1,3-1 0,4 4-1,5 4 1,2 4 0,3 1 0,4-3-325,4-3 1,5-2-1,1 3 312,2 0 0,2 3 1,2-1-1,2-5-1,9 14 0,11-8-11,12-12 1,10-4-1,1-7 43,-7-12 1,1-7 0,4-2-164,3 0 1,4-1 0,2-2 0,-2-5 180,-2-4 0,1-5 1,-2-1-1,-2-2-12,7-1 0,-1-2 0,1-5 44,-11 3 0,4-4 1,-1-1-1,-1-1 1,-5 0 172,6-7 1,-4 0 0,0-3 5,1 1 1,2-3 0,-2-2 0,-6 0 26,-5-5 0,-6-1 0,-5-1-118,-4 0 1,-5-2 0,-4 0-94,-4 0 0,-5-1 1,-2 2-48,-3-9 1,-9 0-92,-15 5 0,-10-1 0,-5 7-764,0 15 1,-4 7 0,-2 0 849,2-1 0,-2-1 0,0 2 0,3 4 0,-15 2 0,5 6 0,19 7 0,-1 0 0</inkml:trace>
  <inkml:trace contextRef="#ctx0" brushRef="#br1" timeOffset="129662">16078 17314 10147,'-10'-5'9830,"2"1"-9354,8 4 11,0 0-425,-23-17 307,38 23-234,-20-15-29,28 18 1,13 8-40,-5-3 0,3 0-719,13 5 0,1 1 666,-7-3 0,2 0-22,5 1 1,4 2-1,-2-2-17,8 1 0,2 1-584,-3-2 0,4 0 1,-1 0 395,-8-5 0,-2-2 1,1 0-388,-1 0 1,1-1 0,-2 0-659,9 0 1,-3 0 1257,1-1 0,-7-1 0,-12-2 0,-3-2 0</inkml:trace>
  <inkml:trace contextRef="#ctx0" brushRef="#br1" timeOffset="130388">17843 17814 24363,'-53'4'22,"6"15"-45,34 10 1,5 7 8,0-1 0,2 1-554,1 0 1,3 0 528,2 0 0,4 0 11,3-2 0,4 0-14,6-2 0,5-2 5,7-2 1,4-4 11,6-3 0,4-3-1,3-5 1,1-4 70,14-6 0,-2-4-20,-23-1 0,-2-2 28,9-7 1,-6-4 305,-20-4-308,1-21 5,-16 0-28,-7 0 11,-14 9 0,-7 2-8,0 8 0,-4 2-391,-15-9 1,-4 2 387,0 4 0,0 4-17,10 3 0,-1 0 48,-18-6 0,1-2-12,22 8 1,0-1-12,-13-8 1,3 0 24,0-7 51,13-13-56,26 16 464,14-11-481,24 13-11,19 8-48,-19 11 1,1 4-145,5 4 0,1 5 152,2 4 1,0 3-23,1 7 1,-1 3 84,0 5 0,-2 3-253,-3 3 1,-1 2-315,-5 1 1,-4 2-698,-4 0 1,-3-1-1223,-5-2 1,-2-2-7397,3 24 9608,-8-24 1,-4-15 0,-2-15-1</inkml:trace>
  <inkml:trace contextRef="#ctx0" brushRef="#br1" timeOffset="130744">18640 17547 18213,'-29'-46'533,"0"1"0,0-1 1,1 8-1,-2 2 1,0 4-431,-11 0 1,-4 8 51,1 11 0,-4 5 0,1 4-60,-8 7 0,-2 7-731,1 0 0,-3 2 0,1 6 682,6 5 1,2 6 0,1 2-535,10-4 1,1 2-1,1 2 1,2 2 485,-1 2 1,1 2 0,1 1 0,2 2-23,1 1 0,3 1 0,1 2 0,2 0-17,3 0 1,2 0-1,2 2 1,3-1-14,0 13 0,4 0 0,7-1-12,6-4 1,7-2 0,6-2-183,6-5 1,6-3 0,6-4 228,9-4 0,6-5 1,3-4 8,-7-9 0,3-2 0,2-4 1,1-1 11,4-3 1,2-2 0,0-3 0,1-2 18,2-1 0,0-3 0,0-1 0,0-3-83,-1-1 1,0-1 0,-1-3 0,-1-1 124,-3 0 0,-1-2 0,-2-2 0,-1-1 79,10-7 0,-4-3 0,-2-2 444,-9 0 1,-2-3 0,-4-1-404,-8 0 0,-3-2 0,-4-2-60,-6-1 0,-5-1 1,-2 1-88,-1-8 1,-9-2-28,-12 0 0,-9-4 1,-5 6-98,0 13 0,-4 5 0,-4-1-99,-3-2 0,-4-2 1,-3 2-1,-4 5-1780,-2 8 1,-4 5 0,-3 1 0,1 3 0,5 0 1368,-9-4 1,3 3-1,-1 2 1,-8 1-1,0 2 1,15 3 0,17 3-1</inkml:trace>
  <inkml:trace contextRef="#ctx0" brushRef="#br0" timeOffset="143991">9548 16337 5639,'-42'46'405,"0"0"0,3-5 0,10-9 1357,22-24-1151,3-5 1261,5-4-1087,4-10-167,7-17-114,9-22-260,-7 17 0,1-2-311,4-4 1,0-1 211,2-3 1,1 0-43,2-2 1,1 0-31,2-3 0,1-1-20,1-4 0,1 0-16,-8 14 0,0-1 1,0-1-710,2-4 0,-1 0 0,2-2 711,0-3 0,1-1 0,1 0 0,0-3 0,0-2 1,1 0-21,-7 14 1,0-1 0,0-1-1,0 1-7,1-2 1,0 1 0,-1 0 0,1-1-8,-1 0 1,0 0 0,0 0 0,2-2-607,4-8 1,1-3 0,0 1 0,-1 3 592,-2 2 1,-1 3 0,2-2-13,0-1 0,2-3 0,0 1 0,-1 4-341,-1 3 1,-2 3 0,2-2 325,-2 2 0,2-2 0,0 0 0,-1 2-97,1-2 1,-1 1 0,4-4 69,0 1 0,5-7 1,1-1-1,-2 2 1,-3 7 41,-3 3 1,-2 5-1,3-5 9,-3 4 1,5-5 0,1-3 0,0 0 0,-1 1 0,-3 5 119,9-13 1,-3 4 0,1-2-98,-2 4 1,1-2 0,1 0 0,-1-1 9,-1 2 0,0-1 1,0 0-1,0 1 42,0 0 0,-1 0 1,1 0-1,-2 3-40,2-4 1,-1 2-1,1-2 13,-5 8 1,2-2 0,-1 0 0,2 1 18,0-1 0,0 0 0,1 1 0,0-1-120,1-2 1,0 1-1,1 0 1,0-2 85,-3 6 0,1-1 1,0 0-1,0 1 1,0 1 3,2-4 1,-1 2 0,1 1-1,0 0 4,0-1 1,1 0 0,0 0 0,0 0-23,1 0 0,1 0 0,0 1 0,0-1 43,0 1 1,1 0 0,-1 0 0,1 1-3,0-1 0,1 0 0,-1 1 0,0 0 7,0 0 0,0 1 0,0-1 0,0 2 14,-1 0 0,0 0 0,0 0 0,0 1 0,0 2 0,-1 0 0,0 0 0,0 1 116,10-8 0,0 0 0,1 1-141,-2 3 0,0 2 0,0 0-21,-2 3 0,0 0 1,0 2-22,-2 1 1,1 1 0,-2 1-4,0 2 0,-1 0 0,0 1 100,-2 1 1,0 1-1,0 1-114,17-10 0,0 3 5,-1 2 1,0 2-14,-2 3 0,-1 2 2,-1 3 0,0 3-33,-4 3 0,0 2-9,-5 3 1,-1 3 10,-4 2 1,-1 4 1191,21 8-1208,-8 9 28,-5 9 0,3 14 39,-15-11 17,9 15 5,-11-13 28,8 10 12,7-1 1644,7-3-1698,-20-19 1,3-2 542,4 0 1,1-1-538,-6-4 0,2 0 11,23 8 0,1 1-11,-15-5 0,0 2-13,-2-2 0,3 2 0,-2 1 7,9 6 0,-3 3 3,-1 1 1,-1 2 4,-2 2 1,-2 1-9,-1 2 1,-3 0-9,-8-8 0,-1 1 17,2 5 0,1 4 0,-3-3-9,-1-1 0,0 1 0,9 12 1,1 0 10,-9-10 1,-2-2-207,-4-6 1,0 0 208,5 7 1,2 3-804,-2-2 1,2 4 0,-2-4 800,-1-1 0,-1 0 2,11 15 0,-1-2-115,-12-15 0,0-1 121,2 2 0,2 2 146,5 8 1,3 3-112,-7-14 1,0 1 0,0-1 39,8 9 1,-1-3-37,-2-2 0,-1-1 84,-5-6 1,-3-1 173,7 18-73,-13-20 1,-1 2 55,7 24-17,-5 0-241,-10-22 2751,-1 0-2661,-6-24 1722,0-2-1487,-2-6 1445,2-1-1551,-2-3 239,-2-4-485,-8-9-12,-8-8-6,-24-12-292,8 12 284,5 7 0,-3 3 20,-19 1-9,16 5 1,-1 1 7,-1 2 1,-1 0 5,1 0 1,0 0-4,2 0 1,0-1 22,-2-2 0,2-1-8,-10-4 44,-2-6 40,30 8-23,2-1-78,8 5-258,5 3 140,2 3 260,3 2-159,7 6-3381,19 13 3387,-4-2 0,23 17-200,-9-5 182,-12-11 1,0 1 11,17 9 11,-9-10 1,4-2 32,-1-8 1,1-2 14,7 3 0,1-4 22,0-5 0,-1-7 101,-1-9 0,-4-3-47,14-13-77,-25 10 1,-3-4 92,-5-6 1,-3-2 32,12-21 835,-10 15 1,-2 0-980,1-5 276,-2-1-316,-6 13-930,9-12-436,-6 15 1366,11-8 0,-18 27 0,4-2 0</inkml:trace>
  <inkml:trace contextRef="#ctx0" brushRef="#br0" timeOffset="145041">9696 16007 20716,'9'30'-17,"1"0"1,14 27-152,-2-33 0,2-3-179,8 10-522,-7-10 1,-1-1-4290,5 6 5158,8 9 0,-17-17 0,-6-2 0</inkml:trace>
  <inkml:trace contextRef="#ctx0" brushRef="#br0" timeOffset="145241">9743 16408 20828,'16'-41'1,"0"1"0,0 0 0,2 1 1,1 0-1,4 3-161,20-7 1,3 3-657,-3 3 0,-1 0-173,-6 5 1,-2 1-1252,-8 6 0,-3 1 2240,8-19 0,-16 22 0,-10 4 0</inkml:trace>
  <inkml:trace contextRef="#ctx0" brushRef="#br0" timeOffset="145414">10075 15721 21780,'-1'3'174,"9"9"-152,21 20-89,8 10-255,-15-18 0,-1 0-2227,2 2 1,0 0 2548,16 20 0,-15-17 0,-11-14 0</inkml:trace>
  <inkml:trace contextRef="#ctx0" brushRef="#br0" timeOffset="145990">11565 13552 14230,'-4'-4'6324,"1"1"-6285,3 3 34,17 5-51,18 24-67,1-7-285,-4 8 0,-1 3-1250,3 10 815,-13-19 1,-2 3-4095,-5 6 0,-4-1 4859,-2 4 0,-2 6 0,-6-28 0</inkml:trace>
  <inkml:trace contextRef="#ctx0" brushRef="#br0" timeOffset="146308">11607 13971 18431,'-8'-43'-244,"0"0"0,0 0 1,-3-16-1,10 8-260,21 24 0,8 4-1095,8-9 0,2-2-23,-1 1 1,-1-1 176,5-2 0,-4 0 955,-15 10 0,-3 2 988,2-12 1939,-11 1 1192,-16 12 1574,-6-11-2044,-7 3-2475,4 6 408,1 3-375,9 14-498,2 2-326,1 3-61,2 6 146,4 10 55,8 14-33,1 4-16,16 21-501,0 1-1531,-3-12 1,2 1 1973,-1-4 0,-1-2 0,-5-8 0,-2-2 0,7 3 0</inkml:trace>
  <inkml:trace contextRef="#ctx0" brushRef="#br0" timeOffset="146765">12934 11501 21035,'43'41'12,"1"2"-136,-21-18 1,-1-1-145,13 16-797,-12-8 1,-2 1-2650,1 12-439,-8-12 0,-1-1 4153,-5 10 0,-5-16 0,-3-14 0</inkml:trace>
  <inkml:trace contextRef="#ctx0" brushRef="#br0" timeOffset="147124">12934 11916 9694,'-5'-2'7074,"1"1"-4996,4 1-2443,5-54-324,21 21-474,-7-7 1,1 0 568,27 5-202,-14 8 1,-2 1 409,4-9 221,-13 9 1,-3 1 310,-5-5 946,-11-12 174,-8 15 44,-5-9-167,-2 13 302,-2 1-1042,4 9 1222,-1-2-1003,4 6 783,-1-1-890,2 4-251,2 2-208,1 3-157,3 2-6,0 4 91,1 3 60,12 25-49,5 2-82,-2-7 0,1 1-628,2-1 1,2 0 362,6 5 1,-2-3 0,5 5 0,-1-4-1</inkml:trace>
  <inkml:trace contextRef="#ctx0" brushRef="#br0" timeOffset="148024">16192 11435 12853,'-4'-4'7762,"0"0"-7997,4 4 213,-19-13 78,22 22-39,-2 9-157,26 25-62,2 3-716,2 4-1161,-5-8-1668,5 9-2347,-6-6 6094,-9-13 0,-9-14 0,-5-10 0</inkml:trace>
  <inkml:trace contextRef="#ctx0" brushRef="#br0" timeOffset="148358">16163 11730 18908,'6'-50'-232,"1"0"0,1 3 0,8 4-1227,14 15 0,6 3-832,-6 2 1,0-1-197,6-3 0,-1 1 1924,6-6 563,-1-3 184,-20 10-184,-4-3 648,-13 2 5199,-13-4-4149,1 11 1315,-7-6-739,9 13-448,1 0-885,1 4-493,4 4-465,0 3 22,6 14 35,7 6-29,2 8-28,13 19-269,-2 3-1594,-8-14 1,1 0 1879,-3-2 0,-1-2 0,5 10 0,-9-18 0</inkml:trace>
  <inkml:trace contextRef="#ctx0" brushRef="#br0" timeOffset="150083">19043 11613 13177,'0'-3'3036,"0"1"459,0 2-3304,86-66-1467,-53 48 1,2-1 1004,12-10 1,7-6-1,-2 5-1206,-10 11 0,-2 3 0,1 0 1114,16-7 1,-3 1 0,-15 7 0,-5 2 0,7-2 0</inkml:trace>
  <inkml:trace contextRef="#ctx0" brushRef="#br0" timeOffset="150457">19550 11589 20414,'47'-23'-168,"-1"1"0,1-1 0,-4 0 0,0 0 0,-5-2 134,6-10 1,-7-2-499,-6-2 1,-6-3 629,-7 0 0,-8-1 61,-8 1 1,-8-1 150,-10-3 1,-5 2-179,4 14 0,-1 1 170,-10-5 0,-1 3 266,-3 3-232,2 3 498,8 9-946,15 12-23,1 0-55,13 15 771,3 0-567,12 11 0,3 3-9,9 5-269,-6-3 1,5 5 0,-3 0 246,-3 2 0,-3 3-24,-2 0 0,1 3 0,-5-1-52,-2 2 1,-7 2-483,-9 2 0,-6 5 0,-1-6-33,0-8 0,-3 0 608,-8 14 0,-5 6 0,4-11 0,-2-5 0,3-8 0,0 0 0</inkml:trace>
  <inkml:trace contextRef="#ctx0" brushRef="#br0" timeOffset="150848">21024 10714 23355,'-36'52'24,"0"0"0,5-3 0,7-2-32,14-8 0,7-2-9,10 24 50,14-17 113,13-16 145,13-17 84,8-21-442,-23-3 1,-1-3 270,2-5 1,-1-3 87,-3-2 1,0-2 51,-1-3 0,-3 2-125,6-9 49,-4 2-155,-20 27-113,-2 2-79,-5 10 424,2 3-351,6 35-218,1 15-381,-4-7 0,0 5-2604,-3 7 1,-1 2 3208,-2-1 0,-2-4 0,2-16 0,0-5 0,-4 9 0</inkml:trace>
  <inkml:trace contextRef="#ctx0" brushRef="#br0" timeOffset="160981">14268 13826 21366,'-12'-34'109,"0"1"0,-8-22-333,20 62 286,6 6-51,-2 5-17,10 15-167,3 13-191,1 3-162,1 9-51,-9-16 252,-5-13-549,-3-2-1070,-9-9 29,-2-5-258,-9-4 811,-2-13 1133,1 0 391,-16-9 505,7 6 700,-13-4 441,9 7-26,8 0-959,8 2 527,6-1-314,7 1-896,5-5-123,8-4-6,11-9-22,16-8 0,-1 2-20,-1 1 0,4 0-343,-11 7 1,2 1 135,12-9 0,2 1-555,-9 7 1,-1 2-2376,-2 1 1,-1 2 2369,19-5 0,-21 8 1,-15 7-1</inkml:trace>
  <inkml:trace contextRef="#ctx0" brushRef="#br0" timeOffset="161481">15206 14966 14124,'-6'-6'6693,"0"2"-6178,-22-20 0,-5-5 169,12 11-519,-13-12 1,4 4-278,23 20-219,4 4 186,7 10 162,2 2-17,20 30-73,0 1-222,-6-10 0,1 2 29,-1-3 0,-1 1-221,0 0 0,-1 1-258,-2-1 0,-1 0-381,-3 0 1,-1 1-2239,-4 2 1,-2-1-222,1 9 3585,-7-1 0,2-34 0,-1-2 0</inkml:trace>
  <inkml:trace contextRef="#ctx0" brushRef="#br0" timeOffset="161657">15095 15379 10545,'-6'-1'7847,"2"0"-6402,4 1-1490,-12-54 12,35 18-1,-12-6 1,4-1-332,15 14 1,6 3-26,0-1 1,1 0-918,-1 2 1,0 1-2228,-1 2 0,0 2 3534,19-10 0,-22 13 0,-16 9 0</inkml:trace>
  <inkml:trace contextRef="#ctx0" brushRef="#br0" timeOffset="163400">14648 13626 7201,'0'-7'6116,"-1"2"-5348,1 5 1511,0 0-968,-3-47-981,2 35 23,-2-35-364,3 47-633,0 0 705,3 10 40,6 17-84,1 13-3471,4 21 3331,-4-13-726,-4-5 1,0 2 700,-1-8 1,-1-2 0,1-1 0,-2-3 0,3 12 0</inkml:trace>
  <inkml:trace contextRef="#ctx0" brushRef="#br0" timeOffset="164115">15630 14428 17154,'-10'-36'504,"0"0"0,-6-19-493,14 65 191,-1 14-118,-1 22-79,1 1-22,2-1 1,2 2-1144,4-11 0,2 0 628,3 18 0,3 0-216,-2-20 0,4-1 748,9 11 0,-1-6 0,-4-11 0,8 11 0</inkml:trace>
  <inkml:trace contextRef="#ctx0" brushRef="#br0" timeOffset="164683">16828 16466 11088,'0'-5'7365,"0"1"-3943,0 4-3226,-25-53-498,18 41 134,-19-38 28,26 72 140,0 6-50,1 19-141,4 1-5,1-10-1125,11 20-562,-5-16 93,-4-10 1,-1 0-5139,0 18 6512,-7-10 0,0-16 0,-2-13 0</inkml:trace>
  <inkml:trace contextRef="#ctx0" brushRef="#br0" timeOffset="164823">16605 16753 16137,'31'-54'-2659,"0"0"0,3 3 0,2 7 2659,-1 24 0,-2 6 0,13-8 0,-21 10 0</inkml:trace>
  <inkml:trace contextRef="#ctx0" brushRef="#br0" timeOffset="165024">17287 16110 23360,'-31'-5'-61,"16"44"-163,20-9 0,6 4-1343,1 15 0,1 2 1567,1 0 0,0-3 0,2 6 0,-1-5 0</inkml:trace>
  <inkml:trace contextRef="#ctx0" brushRef="#br0" timeOffset="167753">18902 14429 12734,'7'-52'1171,"0"0"1,-1 1 0,1 2-1,1 2 1,1 2-326,8-10 0,0 4-1204,-2 11 0,-1 2 587,-1 3 1,0 3 1120,1-6-830,-10 21-115,-1 6-427,-4 17 117,-6 22-33,-1 7-26,-2 1 1,-1 5-387,-1-1 0,0 3 358,-4 13 1,1 2-6,2-1 0,1 2-2,5-16 1,2 0 0,0-2-5,0 0 1,3-1 10,2 7 0,4-2 787,4-1-800,7 4 27,4-9-5,-5-16 5,0-6-22,-8-11 39,-3-2 34,-2-3 880,-1-1-920,0 4 39,0-2-55,-1 2 5,1-2 213,0-1-2285,-1-5-1266,0 0 3316,0-5 0,0 5 0,0 0 0</inkml:trace>
  <inkml:trace contextRef="#ctx0" brushRef="#br0" timeOffset="168371">18990 14103 7957,'-2'-4'5019,"0"1"1792,2 3-6173,-15-57 146,11 35-583,-4-10 1,2 2 179,6 19-195,0 7 138,0 2-307,-2 2-39,0 5 22,-1 1 95,-16 49-56,7-20-22,1 1 0,-1 1 11,-1 5-3,2-1 0,0 5-589,3 3 0,0 1 575,-1 8 0,2-1-8,2-12 0,4-2 11,7-1 0,5-3 14,11 8-341,-1-16 0,3-3 353,13 1-84,-1-17 0,2-5 240,16-4-70,-15-5 0,0-4 154,14-15 22,-13-13-22,-15-5-168,-13 6 1147,-12-6-1114,-20 4-106,-9 1-19,0 15 0,-3 3-15,-11 0 9,10 8 0,1 3 9,-10 2-29,-7 3-5,8 4 671,8 4-890,8 6-65,8 5-1155,8 5-1429,6 5-4835,17 0 7714,4-5 0,-1-10 0,-4-7 0</inkml:trace>
  <inkml:trace contextRef="#ctx0" brushRef="#br0" timeOffset="168694">19697 14099 21511,'8'-20'892,"17"-2"-834,10 10 1,6 2-450,-3-1 1,-1 0 432,-3 2 0,-2 1 311,19-6-258,-13 4 160,-2-4-260,-16 6-35,2-2-480,-11 5-2326,0 2-6985,3-1 8096,-4 1 1,-4 2 0,-4 0 0</inkml:trace>
  <inkml:trace contextRef="#ctx0" brushRef="#br0" timeOffset="169279">20090 13814 19406,'-55'-26'944,"0"0"1,7 3 0,7 4-491,19 10-208,9 3-279,7 4-135,5 1 117,7 3 96,12 5 22,28 11-56,-9-5 1,1 1-12,-3-2 0,-1 1 14,4-1 0,-1 2-12,-8-1 1,-1 2 3,23 17-1,-23-11 1,-4 3 5,4 25-281,-28 4 250,-10-23 1,-4-1-63,-6 2 1,-3 0-244,-2-1 0,0 0-977,2-4 0,2 0 1302,-9 19 0,15-22 0,10-7 0</inkml:trace>
  <inkml:trace contextRef="#ctx0" brushRef="#br0" timeOffset="169781">20826 13664 23371,'3'-39'490,"0"0"0,1-25-635,-4 64 44,0 8 157,0 14-22,0 18-6,0 17-14,-1-23 0,0 0-142,0 0 1,0 1 144,0 28-23,3-17 17,12 2 6,4-24 28,12 2 100,3-18 29,4-17-17,6-14-6,5-17-471,-24 13 0,0-3 418,0-1 0,-2-2 48,-1-1 0,-1 1 183,-2 3 0,-2 1 24,8-17-140,-8 16-73,-7 12-95,-5 10-96,-3 5 758,-1 5-769,1 12 85,0 0-18,4 23 7,8 17-24,-2-8-55,-2-7 0,2 1-443,5 15-137,-4-20 0,2-1-1109,6 1 0,2-2-327,10 7-2351,-5-19 1,3-6 4433,7-7 0,-6-3 0,-12-5 0</inkml:trace>
  <inkml:trace contextRef="#ctx0" brushRef="#br0" timeOffset="170229">22126 13550 20234,'-40'-10'134,"0"0"1,2 1-1,13 3 272,24 5-344,7 2 234,2 0-150,28 1-124,-9-1-17,4-2 1,3-1 0,23-4-109,-20 1 0,1-1 111,-4-1 0,1-2 34,-1-1 1,-2-1 30,8-5 489,-3-9-327,-28 5-50,-7-8-6,-15-6 174,-19-13-163,5 14 303,1 6 0,0 3-297,7 9-40,-10-8 63,21 19-202,5 2 208,-1 2-292,4 4 56,-1 1-12,8 13 12,19 14 11,11 7 0,7 0-6,-9-13 1,-2-2-363,1 2 368,-4-3 0,-2 3-44,-4 10-427,-3 15-1921,-14 6 2392,-14-21 0,-3-2 0,1 4 0,-9-1 0</inkml:trace>
  <inkml:trace contextRef="#ctx0" brushRef="#br0" timeOffset="170961">22948 13516 12567,'-4'-4'6397,"1"1"-5843,3 3 336,-29-63-543,22 39 11,-5-22 1,5 1-191,17 22 151,30-24-240,-2 29-68,-8 5 0,3 3-11,30 3-14,-30 9 0,0 3-31,27 13 1,-11 15 32,-20-1-19,-21-1 1,-8 3 7,-21 20-306,3-15 1,-5 1 339,-5-8 0,-3-3 8,1-1 1,1-3 14,-15 9 22,2 0-51,24-14 1,1 1 5,12-7 12,8 0 11,6-3 39,11 4 652,4-7-869,19-8 1,6-3-142,6-2-281,-13 0 1,5-1-1,-2-2-666,1-3 0,-1-2-2035,14-3 0,1-2 3267,-18 4 0,0-1 0,-4 1 0,-4 2 0,-2 1 0,23-11 0</inkml:trace>
  <inkml:trace contextRef="#ctx0" brushRef="#br0" timeOffset="171447">24006 13294 13726,'-3'-2'5893,"1"1"-4387,2 1-1069,-61-15-208,42 11-249,-15-4 1,6 1-199,26 7 184,4 0 286,21-1-129,16-3-101,-6 0 1,4-1-192,5-1 0,2-2 183,3-1 0,0 0 2,-2 0 1,-2-1 22,-5 0 1,-3 0 168,16-9 66,-19 1-78,-18-2-107,-18-1-83,-5 3 16,-34-10 23,1 8-243,9 6 1,-1 0 404,-24-9 461,8 3-366,12 5-100,15 4-152,14 7-139,5 2-270,4 2 846,8 2-437,21 10-28,14 5-11,-10-4 1,2 2-434,0 0 1,1 0 427,1 2 0,-1 0-6,1 1 0,-2 1-1557,-2 1 1,-1 0 1544,14 13-217,-21-8 0,-4 2-382,-4 14-1128,-8 20-5060,-31-8 6799,-10-8 0,6-16 0,8-13 0</inkml:trace>
  <inkml:trace contextRef="#ctx0" brushRef="#br0" timeOffset="172612">25461 13005 20240,'-8'-29'661,"-9"5"-527,-17 19-22,-8 2 23,-9 1-96,11 3-33,7 2-6,8 9 0,14-1 22,-9 14-28,7-3 18,-1 10 21,3 3-22,4 1-22,4 2 11,4-2-3386,4 4 3391,-1-14-10,2 4 22,-4-16-12,-1 0 18,0-5 559,0-6-133,0-1 3951,2-2-3840,1-7-420,8-10-123,-4 3 22,15-12-34,-12 18-27,12-5-17,3 9 44,5 6-16,0 4-28,15 23 0,-15-1-6,6 6-67,-15 3 28,-15-7 17,-21 17-51,-17-8-154,-4-12 1,-6-4-592,-2-5 0,-1-3-1030,1-3 0,1-2-3641,-20 0 5534,30-14 0,22 2 0,2-2 0</inkml:trace>
  <inkml:trace contextRef="#ctx0" brushRef="#br0" timeOffset="173119">25684 13305 17930,'41'-16'50,"-1"0"1,1 0-1,2 0 1,0 0-1,-5 2-2,-6 4 0,-1 0 55,14-6 1,-1-1 309,11-6-155,-19 4 0,-5-1 229,-11-4-274,3-5 186,-23 0-192,-22-5-33,-6 1 162,-17-3 267,4 14 59,6 6-189,10 7 138,7 3-477,12 4-235,1 0 51,5 2-1,6 5 79,9 6-5,3 3 10,23 13-16,6-1-675,-15-8 0,2 1 646,22 11 6,-22-13 1,0 2-1489,-5 0 1,-2-1 1481,17 13 12,-4 12-316,-37-1-642,-15 5-174,-9-1 740,-8-14 0,0-4 0,8-8 0,-18 14 1</inkml:trace>
  <inkml:trace contextRef="#ctx0" brushRef="#br0" timeOffset="173561">26916 12927 14846,'-4'0'6402,"1"0"-3797,3 0-2420,-13-51-51,19 26-101,-7-8 1,4 2 6,26 9-3421,10 7 3370,-5 6-277,-1 11 0,3 6 277,-5 1 0,1 4-9,16 8 0,0 5-19,-5 3 0,-2 3 14,-9-6 0,-3 3-31,2 17 0,-6 1 33,-8 1-75,-12 4 0,-9-1-495,-25 5-518,5-18 1,-5-2-1621,0-8 1,-1-4 2730,-22 13 0,21-17 0,15-11 0</inkml:trace>
  <inkml:trace contextRef="#ctx0" brushRef="#br0" timeOffset="173761">26916 13216 9371,'-3'-3'7500,"1"0"-5207,2 3-2231,67-60-82,-38 47 0,3 0-413,7-10 1,6-5 0,-2 6-47,10 9 0,0 4-1017,1-1 1,0 1 1495,3-1 0,-5 1 0,6 0 0,-10 1 0</inkml:trace>
  <inkml:trace contextRef="#ctx0" brushRef="#br0" timeOffset="174269">27948 12839 13407,'-4'-1'2540,"-27"-2"0,-6-1-2002,9 3-272,-11-2 0,-1 0 1044,2 3-918,15 0-408,-1 0 88,22-1 192,14 0-68,17-4-101,20-3-1766,-8 1 0,2 0 1682,20-3 0,-18 2 1,0-1-324,5-4 413,7-5 117,-13-2 85,-15-1-62,-12-2-40,-17-11-134,-6 9 174,-24-19-134,11 24 3393,-18-15-3108,17 16 480,0 1-682,11 8-135,4 6-139,5 3 22,0 1-67,6 5 141,7 8-52,15 13-10,13 10-190,-18-13 1,1 0 233,0 3 1,-1 1-9,-1 1 0,-3 0-20,10 17-257,-15-13 0,-3 1-1339,-2 13-1835,-5-13 1,-3 0 2654,-9 12 1,5-22 0,0-16 0</inkml:trace>
  <inkml:trace contextRef="#ctx0" brushRef="#br0" timeOffset="175013">28680 12773 19602,'-4'-42'808,"0"-1"0,0 5 1,0 9-534,1 23-236,1 4-196,1 2 61,0 6 113,1 10-39,-1 12 22,10 11 22,10 9-16,0-22 0,3-1-147,7 3 1,3-2 134,7 0 1,3-2-340,4-1 1,2-2 338,-1-3 0,1-2 71,-3-4 0,-2-3 64,8 1 123,-14-7-146,-33-10-162,-9-4 183,-16-8-183,-23-6 56,13 11 0,-2 0-122,-14-4 1,0 1 135,14 5 0,0 0 16,-12-5 1,1 0-3,-5-7-3,20 8 1,0-2 41,-18-19-17,11-11-38,17 15-1,8-4 56,24 3-17,9 7-38,19-11-7,-11 23 1,0 2-17,13-2-34,18 5 28,-24 19-39,10 11 11,-3 16 45,-20-5 0,-2 2-426,6 14 415,-12-11 0,-4 0-241,-5 13-381,-4-18 0,-2 1-6783,-5 31 7416,-1-11 0,0-19 0,2-16 0</inkml:trace>
  <inkml:trace contextRef="#ctx0" brushRef="#br0" timeOffset="176170">28828 12979 8388,'1'-3'7495,"0"1"-5031,-1 2-1551,-3-24-661,3 18 348,-4-18-449,3 24-90,0 0-49,-2 2 44,-3 4 22,-6 11-28,-7 6-33,0 2 5,-9 16-16,15-10-6,-2 13 62,21-8 94,13-2 12,19-2-22,17-5-79,-5-9 64,-10-10 1,1-3 81,13-1-84,-18-4 0,0-3-386,11-7 386,-15-5 84,-2-9 50,-9-13-112,-2-2 17,-7-9-45,-12 10-33,-9 4-45,-9 0 487,-1 8-521,-26-11-11,16 19-14,-7 0 0,-4 3 31,-10 2-207,14 4 1,1 1 183,-6 1-39,-1 0-61,25 5-325,-1-1-51,14 2-1591,3 1 1,1 0 0</inkml:trace>
  <inkml:trace contextRef="#ctx0" brushRef="#br0" timeOffset="201774">12098 15422 8562,'0'0'0</inkml:trace>
  <inkml:trace contextRef="#ctx0" brushRef="#br0" timeOffset="202041">13479 13437 12858,'0'0'0</inkml:trace>
  <inkml:trace contextRef="#ctx0" brushRef="#br0" timeOffset="202633">14167 15205 7201,'0'0'0</inkml:trace>
  <inkml:trace contextRef="#ctx0" brushRef="#br0" timeOffset="202932">15505 17081 5739,'0'0'0</inkml:trace>
  <inkml:trace contextRef="#ctx0" brushRef="#br0" timeOffset="210227">10094 16320 6484,'-7'0'-745,"2"0"745,5 0 0,0 0 0,0 0 0</inkml:trace>
  <inkml:trace contextRef="#ctx0" brushRef="#br0" timeOffset="210566">11933 14079 12948,'-4'0'-1367,"1"0"-581,3 0 1,0 0 0</inkml:trace>
  <inkml:trace contextRef="#ctx0" brushRef="#br0" timeOffset="210916">14592 13840 12612,'-51'11'-1205,"0"0"1,2 0-1,7 3 1205,5 11 0,14-9 0,12-6 0</inkml:trace>
  <inkml:trace contextRef="#ctx0" brushRef="#br0" timeOffset="211217">15314 15329 16084,'-3'0'-1927,"0"0"0,3 0 1,0 0-1</inkml:trace>
  <inkml:trace contextRef="#ctx0" brushRef="#br0" timeOffset="234412">30056 12380 14729,'-10'0'2893,"-32"-2"0,-5 0-1790,19 0-848,-17 0 0,6-1 490,31 2-297,13-3-414,2-1-3460,23-7 3376,-1 1-1306,18-1 1,4 2 1217,-19 4 1,2 1-426,18-1 0,9 0 1,-4 1 226,-4 3 0,-2 1 168,-4 0 0,2 0 0,-5 0 78,-6 2 1,-4 0-1548,20 2 1430,-36 3 1513,-20 9-1272,-27 4 13,-1-3 1,-4 0-12,5-2 1,-2 0 940,-15 6 0,-3 0-731,-5 2 1,2 0-177,9-5 0,0 1 31,-15 7 0,7-2-113,19-2 915,0 5-948,44-14 3230,8-5-3459,19-6 0,7-4-1,-6-1 1,2-2-389,-1 0 1,4-1 0,-2-1 611,13-7 1,-3-2 52,-11 2 1,-3-2 28,3-7 0,-5-4 125,-10-6 1,-4-2-90,-2 8 0,-3-2 146,-2-19 0,-8-1 173,-19-6-8,-5 11 0,-4 1-103,-13-3-130,10 22 1,-1 3 627,-21-6-358,11 10 1501,-6-2-1810,24 13 191,10 5-286,7 8 34,7 12-28,8 16 0,11 18-9,-10-20 1,1 2-359,0 3 1,0 2 327,-1 2 0,-1 0-141,-4 2 1,-4 2-1706,-8 0 0,-5 1 1235,-3-5 0,-2-3 0,-10 11 0,5-21 0</inkml:trace>
  <inkml:trace contextRef="#ctx0" brushRef="#br0" timeOffset="236436">31855 11934 18767,'1'-6'706,"-11"5"-527,-9 8-16,-13 5-18,-10-1-89,4-1 17,8-4 0,-2 0 92,-7-1 0,0-1-260,0-1 0,-1 0 288,-3-1 0,3-1 149,-5-2-23,20-1-285,16 0 22,7 1 39,2 1-39,5 10-6,2 5-11,5 15 18,-3 7 425,-3 5-415,-4 4-5,-6-1-1,-1-1-5,-5-5-11,2-5 11,0-6 28,3-8 62,2-8 162,1-6 235,2-4 515,0-1-912,5-12-85,4-3-38,4-6-12,21-12-33,-2 11 44,19-7-22,-5 14 6,-1 7-18,-2 9 7,-3 8-1,-12 2-5,9 23 0,-17-5-34,3 17-67,-23-6-224,-18 2-353,-19 2-111,11-23 0,-2-1-91,-3-1 0,-2-2-985,-2-1 0,-1-4 1876,-1-2 0,2-2 0,-5 1 0,8-6 0</inkml:trace>
  <inkml:trace contextRef="#ctx0" brushRef="#br0" timeOffset="236678">31904 11880 21786,'51'-29'37,"-1"1"0,-1 1 1,-2 5-240,15 9-301,-31 8 0,1 1-1502,23 0-4026,-14 8 6031,-19 2 0,-13 2 0,-9-3 0</inkml:trace>
  <inkml:trace contextRef="#ctx0" brushRef="#br0" timeOffset="237269">32422 11614 12830,'-3'-58'1999,"-1"0"1,-5 0-1,-9 12-1393,-32 22-926,13 13 1,-5 2 540,-8 5 0,-2 4-1045,-8 6 1,0 6 899,15-1 1,0 3-1,-1 3-24,-3 3 1,1 4-1,-1 3-34,-2 3 1,1 4 0,0 2-12,12-7 0,1 1 0,0 1 0,2 4 11,-5 7 0,1 3 1,2 2-1,3-4 0,1-1 1,3-2 0,2 3 18,4-1 1,1 4 0,3 0 0,4-3 29,5 13 1,6-1-44,4-9 0,2 1 0,3 0-6,3-2 1,3-1 0,4 0-225,3-1 0,3-1 0,2-1 195,2-2 0,2-1 0,2-1-16,0-2 1,3-2 0,1-3-19,17 11 1,2-5 18,0-8 1,2-5 28,-1-7 0,2-6-271,-10-10 1,2-4 0,-1-3 311,17-7 1,-2-3-17,-1-4 0,-1-3 9,-16 2 1,0-2-1,0-1-219,-4 0 1,0 0 0,2-2 196,-2 1 1,1-2-1,1 0 1,0-2 10,1-1 1,0-1 0,-1-1-1,0 0 0,-1-1 1,-1-1 0,0 0 0,-2-1 68,8-11 1,-2-1-1,-4-1 56,-5 2 0,-4 0 1,-3-2-11,-7 2 1,-3 0 0,-5 0-34,-5 0 1,-5 0-1,-5 1 84,-4 0 0,-4 1 0,-5 2-144,-3 0 1,-5 1-1,-2 2-17,-5 1 1,-2 3 0,-2 1-17,-2 3 0,-3 2 0,-1 1-38,-1 3 1,-1 1 0,-1 2-193,-1 2 0,-1 1 1,-1 2-262,1 2 0,0 1 0,-1 2 476,-5 2 0,0 1 0,4 2 0,6 0 0,4 2 0,2 3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4:05:55.1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A020F0"/>
    </inkml:brush>
    <inkml:brush xml:id="br3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30438 1177 32767,'17'-57'-1508,"-4"22"-73,-14 81 123,0-8 990,-1-2 1,0 1-1514,-1 22 1405,1-22 1,1 0-287,-1 1-1,1-2-1025,1-1 0,-1-1-2246,1 26 4027,1-7 0,-1-26 1,1-8-1</inkml:trace>
  <inkml:trace contextRef="#ctx0" brushRef="#br0" timeOffset="417">30645 1117 11413,'-8'-60'2440,"1"0"0,3 15 0,-4 6-1481,-22-4-265,-4 32-201,-19 7-300,20 9 0,-1 5-561,-5 5 0,0 3 449,-6 9 0,1 2-374,8-4 0,-1 4 338,-1 4 0,-3 6 0,4-1-649,-1 7 1,1 1 593,4-2 1,-2 4 0,5 0-8,9-9 0,4 1 1,3-1-437,-1 18 0,8 0 324,9-4 0,9-2-95,9-1 0,8-5-132,12-1 1,7-5 75,-9-14 0,3-3 0,1-1 130,3-3 1,3-3 0,-1-1 180,2-3 1,1-3 0,-1-3 78,-1-3 0,-1-2 1,0-4 30,-4-2 1,0-3 0,-1-2 82,16-12 0,-3-6-62,-3-6 1,-4-5-104,-18 10 1,0-1 0,-3-2-10,0-1 1,-3-2-1,-1 0-181,-1-1 0,-2-1 0,-2 0 243,3-17 0,-4 0 25,-5 3 0,-8 2-25,-8 4 0,-8 3-37,-7 4 1,-6 3-90,-11 4 0,-4 4-23,7 7 1,-4 3-289,-1 2 0,-5 2 0,3 2-1577,-1 3 1,-1 2 1678,-11-4 0,2 2 1,3 6-1,24 3 0</inkml:trace>
  <inkml:trace contextRef="#ctx0" brushRef="#br0" timeOffset="1577">30076 2193 14849,'26'-40'853,"-1"1"0,-1 3 0,-9 10-875,-14 23 1594,-9 11-1348,-12 12-146,-2 3-16,0 0 0,-3 3-15,1-2 1,-1 3-651,-18 18 0,-1 0 614,14-14 0,1 1 28,-16 14 1,4-2 369,7-5-404,-1 0 893,23-22-534,15-18-224,2-3 29,25-26-69,6-8 688,-14 15 1,1-2-722,10-15 0,1 0-31,-10 11 1,0 0-12,4-7 1,2 1 83,1 0 0,0 4-2,10-4-45,6-3-3189,-2 18 3160,-23 15-437,26 9 449,-16 14-2063,19 19 2024,-15-3-434,-3 0 0,2 2 358,-6-10 0,0 0 695,4 6 0,4 0-2547,13 7 1,0-4 1921,-21-13 0,0-2 0,6 4 0,-4-2 0,-7-5 0</inkml:trace>
  <inkml:trace contextRef="#ctx0" brushRef="#br0" timeOffset="3275">29425 2948 20089,'9'-42'304,"0"-1"0,0 4 1,4 9-216,22 18-55,-1 5-40,0 11-27,-3 10 33,-4 12 11,-8 11-45,-12 8-10,-18 10 16,-3-26 0,-3 0-148,-7 1 0,-2 0 176,-5 0 0,-1-2-11,1-1 0,-1-1 11,3-2 0,1-2-12,-14 14 18,16-9 72,18-12-27,12-7-6,23-7-85,14-7-33,-9 1 1,3-1-437,6-2 0,2-2 282,5-1 0,0-1-134,2-1 0,0-1-415,-1-1 0,-1-1-1159,-4-1 0,-2-3 1935,-1-2 0,-5-1 0,5-2 0,-11 0 0</inkml:trace>
  <inkml:trace contextRef="#ctx0" brushRef="#br0" timeOffset="3675">29606 2609 11334,'-43'0'1140,"0"-1"0,0 0 0,-9-1 0,2 4-709,8 7 0,2 4-984,4 2 1,1 3 759,-11 6 1,0 4-40,1 4 0,2 4-28,12-4 0,2 4 0,2 0-84,-5 14 0,5 0-45,3 0 0,5 0-28,9 2 0,8-1-67,6-11 0,5 0-50,2 9 0,7 0-211,17 3 1,7-4 218,-13-15 0,4-4 10,2-4 0,6 0 1,-1-6 33,7-3 1,2-4-165,-8-3 1,1-1 0,1-1 362,0-4 1,1-3 0,-2-1-107,21-8 0,-1-5 328,-2-5 0,-2-5-48,-3-7 1,-3-4-430,-3-6 1,-4-3 268,-4-3 1,-5-5 8,-11 10 0,-2-3 0,-4 1 28,1-12 0,-5 2-76,-1 2 1,-8 2 72,-14 7 0,-8 5 149,-5 10 1,-5 2-296,-9-7 1,-5 3-132,-2 4 0,-3 4-1007,-10 2 1,0 3-515,17 7 1,2 2-2233,-3 1 0,4 2 3865,8 5 0,13 0 0,7 0 0</inkml:trace>
  <inkml:trace contextRef="#ctx0" brushRef="#br0" timeOffset="4585">31085 2892 7761,'-3'0'6195,"0"-1"-353,3 1-5500,-5-58-208,12 39-75,-6-14 0,4 2 176,40 14-151,-2 8-68,-10 2 1,0 3-6,11 6-14,-12 7 1,-1 2-15,0 5-25,0 5 0,-1 3-31,-6 10 12,3 15 27,-28-6 40,-8-10 61,-17 4 123,-13-7-106,8-7 207,-21-1-67,25-17 17,-9-4 168,11-10-263,10 0 157,4-4-118,9 7-129,4-1-23,8 2-27,3 2 33,35 5-39,2 8-363,-11-1 0,2 2 352,-3 3 0,0 3-45,3 5 0,-3 1 0,-12-3 0,-3 1-17,13 16-17,-35-11-513,-44 4 398,15-18 1,-3-1-124,-18 5 1,-4-1-854,1-6 1,-1-2-257,-1-2 1,0-1-1799,2-3 0,2-2 3235,9-1 0,4-1 0,-9-2 0,24 1 0</inkml:trace>
  <inkml:trace contextRef="#ctx0" brushRef="#br0" timeOffset="5009">31435 2532 10870,'-43'-12'714,"-1"-1"0,1 0 0,-20-3 0,3 8-266,19 15 0,2 5-1878,-5 5 0,1 2 1603,8-1 1,-1 3 74,2 3 1,-2 5-1,3 2-458,-6 16 1,3 1 234,-3-2 1,2 3 229,16-11 0,4 3 0,3-2-239,6 1 1,4 0-14,5 11 0,5 1-42,8 0 0,7-3-189,10 1 1,7-3 145,-7-15 0,3-3 0,2-1-17,5 0 0,3-2 0,2-2 20,3-2 1,2-2-1,1-3 92,2-2 0,1-3 0,0-3 328,0-2 1,0-3 0,-1-4-185,-1-4 0,0-3 0,-4-2-1,10-1 1,-3-7 138,-9-7 0,1-6 0,-7 1-192,-9 6 1,-4-5 23,7-15 0,2-8 0,-9 1 618,-9 0 0,-6-2-699,-1 4 1,0-3 0,-6 1 23,-7-11 0,-9 3-25,-7 3 0,-9 4-26,-9 3 1,-8 5-37,8 17 0,-2 2 1,-3 3-65,-3 1 1,-3 4 0,-1 1-447,-2 3 0,-2 2 0,0 2-926,1 2 1,-2 2-1,3 1 1453,-17 2 0,7 2 0,0-1 0,39 2 0</inkml:trace>
  <inkml:trace contextRef="#ctx0" brushRef="#br0" timeOffset="5584">28995 3580 19714,'-31'37'599,"1"-1"0,-6 2 0,-1-1-395,-3-1 1,-2-2-729,-7 2 0,-2 0 647,16-13 0,-2 0 1,1-1-556,-18 10 1,1-2 467,5-3 1,2-1-54,7-4 0,4-1 394,-14 14-887,23-8-353,18-9-794,22-9 999,5-7-2986,15-10 1,5-4 3643,1-2 0,-2 0 0,-3 1 0,-2 1 0,20-10 0</inkml:trace>
  <inkml:trace contextRef="#ctx0" brushRef="#br0" timeOffset="5808">29019 3670 10685,'4'-11'7175,"0"1"-5646,-4 10-594,28-61-414,-15 42-395,5-15 0,0 6 76,-5 28 100,1 12-33,5 12-137,0 1 0,3 1-59,11 13-508,1-6 0,5-1 427,-3-8 0,2-1-41,-3-4 0,2 2 0,3 0-308,14 5 1,4 1 0,-3-2-348,-15-7 1,-2-1 0,2 1-699,14 7 0,4 1 0,-8-3 1402,-12-5 0,-5-1 0,-1-1 0,-5-2 0,0 0 0</inkml:trace>
  <inkml:trace contextRef="#ctx0" brushRef="#br0" timeOffset="6602">27770 4515 18588,'23'-41'797,"0"1"0,-3 3 0,-4 10-724,-8 20 22,-6 8 174,-2 14 17,-7 14-169,-1 3-1681,-6 2 0,-3 1 1626,-3 4-9,-4 7 0,1-1-117,3-7 75,5-4 0,3-2-17,6-7 320,10 12-157,3-26 246,28-4-325,-11-15 68,34-15 16,-9-2 1444,-17 9 1,1 0-1487,-3 1 1,0-1 36,0 2 0,-2 0-78,5-2-1,-3 4-16,-21 13-3143,-2 16 3109,-4-2 250,-2 23-290,-1-2 48,-2 12-182,0 4-140,1 0-251,8-3-320,10-7-701,11-11-1158,11-13-2745,8-16 5461,-4-10 0,-15 0 0,-11 1 0</inkml:trace>
  <inkml:trace contextRef="#ctx0" brushRef="#br0" timeOffset="6985">28574 4471 10394,'-32'-35'1119,"1"0"0,-1 0 0,-8 0 0,-2 0 0,1 7-2120,4 7 1,-2 5 1388,-2 1 0,-5 2 1,2 3 140,-7 2 0,-2 5-152,-2 2 0,-4 3 1,3 1-255,-4 2 0,2 2-62,14 0 1,0 2 0,1 5 31,5 6 1,3 4-1,2 2-60,-7 9 1,2 4-29,4-2 1,0 4 0,5 2-26,11 5 0,5 3 0,3-3 3,0 4 1,5 0-12,6-3 0,4 2 0,7-3-53,5-9 1,5-2 0,3-2-23,1 1 0,2 0 1,1-2 38,0-2 1,1-1-1,4-4-84,12-1 1,4-5 0,-3-3-48,-9-5 0,2-2 191,8 1 1,6-1-1,-4-6 46,1-7 0,0-7 60,1-3 1,5-4 0,-5 0-25,3-2 1,-1-6 38,-12 1 1,3-5 0,-1-2-1,-7 3-44,-3-1 0,-3-3 7,6-7 0,3-6 1,-6 2 50,-4-3 1,-6-2 28,-4 6 1,-2-4 0,-2 3-89,1 0 1,-7 0 53,-16-15 0,-12 5-107,-4 26 1,-5 3-40,-5-7 1,-4 3-102,-9 6 1,-1 6-387,-11 2-3473,-2 4 1,0 4 3979,-3 4 0,25 0 0,4 1 0,11 2 0</inkml:trace>
  <inkml:trace contextRef="#ctx0" brushRef="#br0" timeOffset="7835">30149 4488 13205,'0'-4'6027,"0"0"-9940,0 4 3992,-35-49 1441,14 39-1484,-3-13 1,-2 5 935,-15 40-894,-1 4-39,13-9 0,0 1-346,-15 6 447,-13 3-28,24-13 174,-18 4 3803,10-8-3759,12-4-123,5-3-134,22-3-45,2 0 17,4 6 518,3 2-535,5 8 6,1 6-18,-4-3 46,2 18-56,-6-17 44,-1 29-22,-3-27 0,-1 23-17,0-29 6,1 12 28,-1-21 235,2 1-95,0-8 218,9-8-258,7-10-117,1 1 12,10-9-18,-7 13-22,6 0-17,-1 7 12,1 7 5,2 10-6,2 11-11,-3 12 0,-8 9-16,-14 8-34,-22 3-277,-1-25 0,-4-1 234,-9 1 1,-1-2 47,2-5 1,0-1-76,-11 2 0,-1-3-45,7-6 0,-2-2-367,-14 2 0,-2-5-3697,8-10 0,1-5 4246,6 1 0,4-4 0,-4-13 0,28 10 0</inkml:trace>
  <inkml:trace contextRef="#ctx0" brushRef="#br0" timeOffset="8258">30128 4231 8830,'0'-6'6509,"0"1"-5568,0 5-145,-72-42-150,32 41 1,-2 2-1342,-13-18 0,-1 3 1059,-4 25 1,3 12-82,16-3 0,1 5-1167,-2 4 0,-2 5 1,3 0 933,-2 1 1,2 3-5,4 2 1,-1 4 0,5-2 138,4 3 1,4 0-166,6-6 1,0 1 0,3-1-21,-1 5 0,5 2-38,8-3 1,5 4 0,4-4-47,8 1 0,5-1-6,0-2 0,3 2 1,3-4-74,17 5 1,7-5 59,-4-13 1,3-2-1,-1-3 100,2 1 0,2-4 49,-3-6 1,3-3 0,-3-5 65,1-8 0,-2-6 39,13-3 1,1-7-27,-21 3 0,-1-3 0,-2-2-13,1-3 0,-2-2 0,-1-3-26,0-3 0,-1-2 0,-2-1-33,5-7 0,-2-4 72,-4-2 0,1-6 0,-5 3 99,-3-1 1,-5-2-334,0 4 1,-1-4 0,-6 3 304,-11-7 0,-10 3-62,-7 3 1,-9 3-57,-7 4 0,-8 5-52,2 13 0,-4 3 1,1 3-36,-2-1 1,-1 3-37,2 5 0,-2 2 1,3 4-129,3 3 1,2 3-372,-7 1 1,1 4-1510,7 6 0,3 3 2053,-14 14 0,22-5 0,14-6 0</inkml:trace>
  <inkml:trace contextRef="#ctx0" brushRef="#br0" timeOffset="8785">31455 3887 16140,'13'-45'1631,"-1"0"1,-1 4 0,-3 9-876,-6 16-498,-2 8-100,-3 8-2,0 5 516,-13 23-218,-1 6-272,3-7 0,-2 2-42,2-1 0,-2 0-53,0 1 0,-1 0-62,-3 5 0,0-2-42,-6 11-145,-6 10-421,15-20-1019,0 10-4620,5 3 6222,6-7 0,2-14 0,4-10 0</inkml:trace>
  <inkml:trace contextRef="#ctx0" brushRef="#br0" timeOffset="9326">31299 4897 12349,'3'-5'6665,"0"1"-4397,-3 4-1635,8-64-190,-23 46-259,8-17 1,-5 5 230,-49 43-320,15-1-232,11 3 1,0 5 214,-10 17-58,15-11 0,1 3-29,1 2 1,2 2-15,1 2 1,3 1-51,5 5 0,3 0 17,-3 14 17,17-19 0,6-3-6,19 5-1568,2-14 1,2-2 1646,13 3 8,-10-14 0,-1-6 86,4-12 7,5-8 21,-8-13 63,-7-16-146,-11 12 134,-5-21-157,-9 33 275,-8-12-275,-8 22 3348,-15 1-3415,-12 13-73,9 4 1,0 3-79,-16 7-196,16-2 0,2 2-1642,0 9-7825,3 14 7651,14-15 1,9-3 0,6-19 0</inkml:trace>
  <inkml:trace contextRef="#ctx0" brushRef="#br0" timeOffset="9736">31676 4594 8083,'-26'-37'1089,"-1"-1"1,1 1-1,-1-6 1,-4 7 422,-20 11 0,-4 12-1201,17 9 0,0 3-193,-8 0 0,-1 3 47,1 7 0,2 6-67,9 3 0,0 4-37,-10 8 1,0 7-36,9-1 0,2 4 1,1 2-26,5-3 1,2 1 0,1 1 150,0 0 0,1 0 0,3 2-180,5 0 0,4 1 0,4 0-73,8 20 1,6-2 49,-4-10 1,6 1-77,10-4 0,8 2 0,2-8 15,5-7 0,3-5 70,5 10 0,4-4-6,3-10 1,2-6 331,-9-10 0,2-3-203,11-1 0,3-6 100,-10-9 0,1-5 0,-4-1-47,5 0 1,-2-6 29,-3-3 0,2-6 1,-6-2-9,1-7 1,-3-5-51,-1-4 1,1-4 0,-4 1 720,1-2 1,-3-2-724,-7-4 1,-1-5 0,-8 8-58,-8 19 1,-7 1-13,-8-9 1,-7-6-1,-6 9-119,-12 8 0,-8 7-243,0 0 1,-3 0-1,-2 4-2950,2 8 0,-1 3 0,3 2 2611,-9-1 0,5 2 1,-16 1-1,44 5 1</inkml:trace>
  <inkml:trace contextRef="#ctx0" brushRef="#br0" timeOffset="15278">1330 12549 17949,'-17'-43'1023,"1"-1"0,0 5 1,0 8-935,0 15 1,-13 11-79,0 18 6,-19 20-6,6 7-505,12-5 0,-1 3 494,5-5 0,0 3-25,-9 17 0,3 1-9,9-13 1,4 0-1458,2 0 0,6-3 1474,11-1 85,32-14-12,7-28-28,-7-4 0,2-5 0,1-9 0,0-4-331,3-7 1,-1-2 400,1-5 0,-1-2 30,-1-4 1,-3-2-20,-2-2 1,-3-3-20,-1-2 0,-2-2-25,-9 19 0,-1-1 1,0 1 40,7-21 1,-2 2-4,-2 3 1,-1 2 8,-3 6 0,-2 3 133,-2 8 1,-2 2-61,1-14 2882,-6 21-3078,-5 25 28,-5 25-6,-2 9-101,1 0 1,-2 4 94,-2 14 1,-1 2 136,0 3 1,0 2-145,3-12 0,0 2 0,1-1-21,0 10 1,3-3-9,1-4 1,3-3 7,4-5 1,3-4 215,11 19-221,12-21 28,-1-17 56,33-27-11,-16-15-217,-13 9 1,-1-3 216,-5-4 0,-1-1 72,12-18 161,-3 1 175,0-11-16,-21 26 703,2-5-949,-12 21-135,-1 6-62,-2 6 393,-1 6-387,-1 3-6,-4 24-16,2-5-57,1 17-184,3-8-538,7-2-1171,6-3-3113,12-5-3715,-5-10 7952,1-7 0,-13-10 0,-3-1 0</inkml:trace>
  <inkml:trace contextRef="#ctx0" brushRef="#br0" timeOffset="15893">2207 12258 14673,'-3'-6'5517,"0"0"-4644,3 6-402,-35-63-370,24 46-194,-10-21 1,1 11-222,16 34-111,-2 13 94,4 4-1377,1 31-152,8-13-739,6 20-963,13-15 28,10-8 2156,13-12 1378,10-13 0,-9-14 1209,-10-8 1,-3-4 270,2-4 1101,-1-4 1,0-3 460,-8-4-891,7-10-757,-25 11-447,-9 5-364,-9 6-331,-7 5-196,-3 6 73,-25 12-68,4 10-50,8-3 1,0 3-1,-17 22-28,7 3 6,13-9-56,8 10 11,13-19 28,2 4 16,18-12 96,6-12 6,18-9-6,3-13 118,4-14 139,-5-6 68,-6-2-6,-11 3-16,-10 4-45,-7 10-113,-5 9-128,-2 8-246,0 4 61,-8 18 67,-1 3-11,-5 19 5,3-2-33,6 1-61,2-3-209,8-2-435,5-1-645,10-4-868,10-8-1333,9-9-1614,8-17-906,7-10 5279,-6-5 0,-17 7 0,-14 6 0</inkml:trace>
  <inkml:trace contextRef="#ctx0" brushRef="#br0" timeOffset="17143">2996 12265 23041,'-19'28'140,"1"4"-118,9 10 29,-1 1-6,-1 3-34,1-4 6,1-5 11,2-7 56,5-11 257,0-9 281,4-8-185,2-11-253,4-10-10,4-15-51,4-10-33,4-7-17,3 1-34,2 6 1,2 5-12,1 9-17,0 8-22,1 7-29,1 8 24,2 8-12,2 10 33,1 9-10,-6 9-23,-7 6 44,-11 12-16,-6-14-16,-6 11-7,-2-25 40,0-2 185,1-9-85,2-13-83,1-1-6,4-13-11,2-3 5,6-6-11,4-1-5,5 3-12,3 4-16,1 7 27,-1 7-16,-1 6-6,0 9 1,1 8-7,1 17 18,-10-8 10,0 14-10,-10-12-23,6 8 0,-4-13 11,9-1 17,12-21 0,-3-4 17,22-18-1,-13-7 12,-10 4 0,-2-1 0,6-10 51,1-19 50,-18 11-73,-2 9 151,-5-9 34,-5 25-68,-5 0-117,-5 9-67,-2 6 11,-25 24-17,12 5-11,-16 22-33,21 1 5,12 2 22,8-10-44,17 7-79,11-11-1651,-1-13 0,4-3 1746,13 5-129,-1-14 0,1-6 169,-3-7 33,-3-4 0,0-3 79,6-16 13,-13 0 1,-2-3-31,-6 3 0,-1-2 33,2-10 1,-2 1 5,-1-5-2065,-4-1 2070,-15 33 6,-1 1-235,-2 8 2228,0 8-2133,-1 0 208,0 17-191,2 7 3392,-1 14-3417,3-13 0,2 2-31,6 22 39,0-24 0,3-2 1,7 4 27,6-10-45,14-14 57,-3-13-15,-3-8 0,0-4 3,-8-4 1,-2-2-286,0-2 1,-1-2 284,-1-6 1,-2-2 4,-3 2 1,-2-3-17,4-11 0,0-3 35,-6 8 1,-1-3 0,-1 3-492,0-3 0,-2 0 509,1-14 1,-5 0-57,-9 18 1,-4 2 75,2 1 0,-2 2-6,-13-23 51,-3 24-124,12 22-22,-2 0 458,6 19-453,-6 32-27,1 20-473,4-10 0,1 2 501,3-11 0,3 2-71,0 17 1,2 2-238,4-11 1,1 1-762,0 0 1,1 3 0,0-4-332,1 2 1,1-2 1421,0-5 0,1 2 0,-2-9 0,0-4 0,2 10 0</inkml:trace>
  <inkml:trace contextRef="#ctx0" brushRef="#br0" timeOffset="17942">4490 12376 19753,'-6'-1'3484,"2"0"-2683,4 1-880,22-36-49,0 24-418,21-10 0,8 1-264,-11 15 0,3 3-415,-2-2 1,3 0 0,-1 0-252,10-3 1,-2 0 147,-1-1 1,-2 0 875,-12 1 0,-2 0-1363,9-3 0,-4 0 1054,-4-1 1674,19-5 2072,-42 12 896,-1 0 489,-17 7-3143,0-1 481,-6 3-218,1-1-1142,2 0 329,-1 1-509,7-3-140,-1 0-33,4 2-18,0 4 1,0 0-23,1 7 79,7-3 94,7 1-27,3-6 246,18-4-156,-8-9 16,12-4 79,-11-7 50,-8-3-168,-8 4 275,-9-8-242,-9 10-117,-7-5-50,-10 11-1,-10 6-27,-9 11-12,-5 9 6,9 3-33,-8 16-1,21-8-5,-4 15 0,19 4 39,9-14-51,15 13 18,12-17 27,16 6-579,14-7 537,-24-16 1,1-4 5,1-2 0,0-2 25,18-2-137,-18-7 1,-3-3 164,7-8-48,12-12 127,-22-2 56,-7-5-90,-10 6 89,2-19-50,-3 16-11,6-14 505,1 15-561,3 4 11,4 6-11,2 5 266,0 5-255,0 6 13,1 12-80,3 8 28,-7 5-89,11 23-236,-13-7-1098,2 20 1423,-16-2 0,-5-24 0,-5-2 0</inkml:trace>
  <inkml:trace contextRef="#ctx0" brushRef="#br0" timeOffset="18637">6738 12155 19120,'8'-58'1682,"0"1"0,-2 7 1,-1 8-1303,-2 13 108,-3 12-393,-4 14-146,-6 14 40,-13 24 8,4-3 1,-1 6-642,-6 11 0,0 4 631,8-14 0,1 2 0,0 0-21,3 0 1,1 1-1,3-1-72,-1 16 0,8 0-477,16 3 1,8-4 120,-6-19 0,6-3-1412,23 8 1,10-8 1873,1-17 0,0-6 0,-18 1 0,-1-2 0,1-4 0,1-1 0</inkml:trace>
  <inkml:trace contextRef="#ctx0" brushRef="#br0" timeOffset="18871">7571 12056 25478,'-34'17'-73,"7"-10"47,24 33 1,9 11-149,-3-15 1,0 0-1208,1 10 0,0 2-960,2-3 0,-1 0 2341,0-7 0,0-3 0,3 8 0,-5-21 0</inkml:trace>
  <inkml:trace contextRef="#ctx0" brushRef="#br0" timeOffset="19114">7877 11962 25808,'-11'-37'299,"0"0"1,-7-23-339,28 66 67,17 12-25,-2-1 0,2 3-6,9 9 0,1 3-791,3 7 1,-2 4 692,-1 5 0,-5 3-199,-6 4 1,-7 1-877,-8 3 0,-9 2 1176,-11-15 0,-4 0 0,0-5 0,3-3 0,-1-4 0,-8 0 0,-1-1 0</inkml:trace>
  <inkml:trace contextRef="#ctx0" brushRef="#br0" timeOffset="30059">1686 1879 17454,'-1'-3'-994,"1"1"-2006,0 2 5867,-35-8-1646,18 10 550,-30-4-725,24 13 703,-5 4 158,-3 2 876,-5 3-110,-3 1-1698,-1 1 349,4-1-732,6-1-193,12-2-579,8-2-701,7-1-705,3 0-475,3 0-147,0 0 20,0 6 36,-1-5 211,-5 10 795,-3-4 662,-3 10 701,0 3 408,3 4 12,3 4-27,5 4-414,3 3-99,5 4-525,1 4-274,-1 5 375,-7-30 0,0 1 117,-1 2 0,0 0 139,-2 2 1,-1 0 134,-1 0 1,0 1 182,-1 0 1,0 1 59,-1-1 0,0 2 56,0 11 0,1-1-77,1-15 0,0 0-24,0 15 0,1 4-14,1 6 1,0-2-172,0-15 1,0 0-53,0 2 1,0 4 0,0-5 19,-1-4 0,0-2-38,0 0 0,-1 2 88,-1 10 0,-1-1 75,-1-7 0,0 0 24,-1 13 0,-1 2 15,0-2 1,0 2-46,2-13 0,0 3 0,0-3 14,-1 14 1,0-3-78,1-1 1,-1-1-6,1-5 1,1-3 1004,1-8 0,0 2-1184,-1 18 0,0 3-49,1-8 0,0-2-26,0-3 1,1 0 14,-1-1 1,0-2 14,1-9 0,-1 1 15,0 7 1,0 2 16,0-2 0,0 0-222,0-2 1,0 0 243,1-1 1,0 0 5,0-1 1,0 1 2,0-2 1,0 0-12,0 0 0,1-1-8,-1 0 1,0 0-7,1 0 1,-1 1 185,0-1 1,1 1-97,-2 8 1,0-1 178,-2 17-68,2-22 0,-2 0 139,-2 10-361,2-13 0,0 1 89,1-6 1,-1-1 2,1 6 0,-1-3-189,-1 11-16,-3 9-17,2-12 4,-2 12-223,2-3 481,-1 10-180,3-20-2,-1 15-8,4-23 533,0 8-616,2 2 687,2-10-892,0-4 630,4-5-635,-4-4 233,1 4-165,-1 4 46,-2-4 25,1-2 43,-1 0 179,-1-3 24,0 17 33,0-4-47,0 0-13,3 5-35,0-18 102,3 18 138,-2-12 35,1 19 28,-2-1-86,-5 14-23,-2-14-4,0-14 0,-2 2-64,-2 2 1,-1 0-74,0-1 1,0 2 2,-2 8 0,0-3-122,-1 4-17,1-1 118,7-16-3372,1 10 3338,0-6 155,2 23-40,2-20-27,1 15 11,2-19-337,13 9-100,5-21-471,19 0-5186,15-29 5776,3-8 1,-17 0-1,-16 6 1</inkml:trace>
  <inkml:trace contextRef="#ctx0" brushRef="#br0" timeOffset="31943">1030 9653 8853,'21'12'1597,"-2"-2"-881,15-1-91,7-1 130,20 1-947,-17-3 0,4-1 433,-3-1 1,0 1-117,0-1 0,1 0 78,5-1 0,0-1 5,-6 0 1,2 0-60,1-1 0,5-1 1,0 1-27,-7 0 0,-1 0 0,2-1-1021,8 1 1,2-1-1,-4 0 897,1 0 1,-2 0 27,-11 1 0,2-1 1,1-1-628,0 1 1,1 0 0,-1 0 656,10-1 0,2 1-131,-6-2 1,3 0 0,-1 0 107,-6-1 0,-2-1 1,-1 0-84,13 0 1,1-1 87,-5 0 0,3 0 0,-4 1 18,3 0 0,-1 0 27,-9 2 1,1-1 0,2 1-99,6 0 0,2 1 0,-5 0-62,4 0 1,-2 0 25,-7 2 1,1 0 0,-4 0 45,-3 1 1,-2 0 36,16 0 1,0 1 13,-9-1 1,-1 0 1,7-2 1,-1 0-77,-5-3 0,-1 0 51,3 0 1,2-2-22,14-1 0,0 1-20,-19 1 0,0 0-126,16 0 0,-2 2-991,-23 1 0,-2 0 1093,3 2 1,-3-1 0,7 0-1,-20 2 1</inkml:trace>
  <inkml:trace contextRef="#ctx0" brushRef="#br0" timeOffset="35809">19273 5882 20420,'0'-62'459,"0"20"-112,-2 61-17,-4 20-50,-4 21-727,-2-3 539,4-16 1,-2 3-9,-1 4 0,1 0-70,1-9 0,0 1 14,-2 22 0,2-2 17,4-2 32,2-23 0,1-2-33,4 14 40,1-19 51,0-6 1080,1-8-392,-1-17-604,2-11-175,3-15 424,5-17-457,0 3 25,1 7 1,3-1-275,11-12 269,-6 14 0,1 1 2,9-4-10,17-1-57,-17 25-28,15 0-5,-14 28 28,1 12-6,-8 5-269,-6-1 1,-2 4-1468,5 19-2022,-7-13 1,0 0 3802,3 18 0,-7-22 0,-6-17 0</inkml:trace>
  <inkml:trace contextRef="#ctx0" brushRef="#br0" timeOffset="36159">20498 5974 15760,'0'-4'4648,"0"1"-3836,0 3-291,-81-6-887,46 13 538,-3-1 0,-10 2 0,10 4-105,2 15-22,2 10 0,2 4-51,9 13-19,9-13 0,3 0 184,7 11-367,12-16 1,5 0-365,19 10 131,-5-14 0,5-2-590,2-8 1,3-5-1701,5-3 1,0-2 2307,-2-4 1,-3-2 0,12-1 0,-22-4 0</inkml:trace>
  <inkml:trace contextRef="#ctx0" brushRef="#br0" timeOffset="36408">21211 5772 18700,'0'-6'4257,"0"2"-3882,0 4 23,-68-2-152,29 31-900,-8-8 1,1 5 684,22 15 0,8 8-26,-1 2 1,4 3-32,3 1 1,4 0-62,4-2 1,5-1-127,5-4 0,5-3-283,9-3 1,3-4 58,-2-9 0,5-3-1897,6-4 0,6-2 0,-2-3 2334,0-4 0,-2-1 0,7 3 0,-3-3 0,-6-6 0</inkml:trace>
  <inkml:trace contextRef="#ctx0" brushRef="#br0" timeOffset="38683">20476 6085 8270,'8'-10'3792,"-2"2"-1607,-6 8 1999,0 0-3713,0-14-96,-7 11 112,-5-11 96,-11 13-40,-4 0-34,-3-1-55,0 1-106,0 0-79,-1 2-56,1 6-29,-1 6-60,2 7-52,3 5 1,4 5-22,5 3 10,4 3-5,4 2 6,3 2 22,3 1 0,4 3-6,6-2-33,8-1 39,21 1-34,-6-15-5,-2-11 0,1-3 0,6-3 69,17-4 1,2-3-70,-8-3-23,-1 0 1,-3-2 95,-14-5-6,-11 1 212,3-4-139,-13 4 6,0 0 5,-6 3 39,0 2-218,-5 2-50,-4 0-18,-10 3 62,-11 5 12,-10 4-29,-9 2 29,-1 2 21,3-3-27,12-3 39,-6-3 0,19-5-5,-6-2-40,14-8 11,2-6-11,0-10 1,1-9 16,3-8-12,2-7 1,3-4 11,2-2 6,2-1-23,1 0-17,2 0 12,0 5-17,2-1 16,2 11-10,0 7-12,3 6-22,3 8 33,6-3 6,7 3-39,5 2 0,1 5 22,-3 4-11,-6 4 0,-7 3 11,-9 0-22,-4 1 11,-3 1 28,-1 0 17,0 0-23,0 1-22,0 0 23,0 3 21,0 5 1,-1-2 17,-7 10 27,-26 18-41,9-13 0,-2 0-20,-5 5 0,-1 0 0,5-6 0,2-1-23,-20 19 23,13-10 11,-4 9-11,7 0-5,6 14-1,10-16 1,4 19 5,16-9 5,1-9 34,20 10-27,-5-30-24,22-2 1,6-5 0,1-2-325,7-4 0,1-3 271,-27-6 1,-2-2-477,5 0 1,-1-3-9291,16-9 9202,-23 4 0,-15 4 0,-11 6 0</inkml:trace>
  <inkml:trace contextRef="#ctx0" brushRef="#br0" timeOffset="43618">22057 6310 12987,'0'-7'5354,"-1"2"-4757,-2-24 0,0-6 310,2 5-717,-2-7 1,0 0 475,2 11-84,0 9 270,0-1-784,0 9-102,-2 3 6,1 12 106,-5 13-55,-1 5-21,-2 6 1,-1 4 3,-4 16-1,5-13 1,0 1 5,2 17 6,3-7-6,5-16 62,2-3 241,0-19 447,1 1-139,0-14-432,0-10-139,-1-3 61,3-31-56,-4 3-39,2-10 19,0 18 0,0 1 15,4-12 5,4-15-11,-3 28-62,-1 14-123,-4 11 95,-2 16 62,0 4 0,-9 38-17,-2 0-206,2-11 1,-2 1 207,2-6 1,1 0-3,-5 29 0,7-7-28,8-11 62,4-14 73,2-11 83,0-12 23,0-13-78,3-9-35,-1-15 367,-2 2-366,-2-32-51,-6 11-42,0 14 1,-1-1 36,1-15 28,0 10-40,-1 15-77,1 12-164,-1 10 158,-1 6 28,-2 12-51,-1 8-146,0 14-280,2 8-413,8 4-662,5 2-1277,11-2-4666,4-7 6747,-2-12 1,-8-13-1,-7-10 1</inkml:trace>
  <inkml:trace contextRef="#ctx0" brushRef="#br0" timeOffset="43868">22392 5856 19031,'0'-8'2900,"0"2"-2255,0 6-146,51-59-107,-18 43-258,5-16 0,2 6 34,10 37-33,6 16-540,-26-4 1,0 6 440,0 6 1,-1 5-40,-1 8 0,-4 3-8,-2 5 0,-5 2-915,-5 1 0,-5 0 861,-2-13 1,-7 1-803,-8-2 1,-6 2 0,-1-5 866,-3-2 0,0-3 0,-4 8 0,1-5 0,-1-7 0</inkml:trace>
  <inkml:trace contextRef="#ctx0" brushRef="#br0" timeOffset="49401">4590 5626 7436,'-8'1'3770,"1"-1"-3367,7 0 617,0 0-612,-46 16 348,38-10 124,-30 12-253,59-15-212,13 2-113,13 1-506,13 2 341,-25-3 0,1-1 11,3 2 1,1 0-1,5 0 1,2-1 13,4 1 1,2-1-674,5 0 1,2-1 601,-15-1 0,0-1 1,2 0-535,3 0 1,2-1 0,1 0 496,5-1 0,1 0 0,1-1-36,-11 0 0,-1 0 1,2-1-1,-1 0-10,4 0 0,0 0 1,0 0-1,0 0-530,2-1 1,0 1 0,-1-1 0,1 0 528,-1 1 0,0 0 0,0 0 0,-1 0 4,-1 0 0,0 0 1,-1 1-1,0 0-278,12-1 0,0 1 1,-1 0 284,-3 0 1,0 1 0,-4-1 73,8 1 0,0 0-72,-6 0 1,1 0 0,-3 0-18,2 0 0,-1 0 12,-4-1 0,4 1 0,-3-2-21,10 0 0,-3-2 9,1-1 0,-1-1 544,1-2 0,-1-1-550,-1 0 0,0-1 22,-2 1 1,-1 0 8,-4 2 0,-3 1 573,-5 2 0,-2 0-582,-9 2 1,-1 2 727,14 3-758,-17 3 1463,-13 2-1553,-7-1 1040,-4-2-4305,-1-2 3366,0-2 0,-1-1 0,0 0 0</inkml:trace>
  <inkml:trace contextRef="#ctx0" brushRef="#br0" timeOffset="50485">20941 7364 8802,'-1'-5'8302,"0"1"-7566,8-27 0,5-7-102,-5 9-321,5-12 1,-1-1 1019,-3 4-106,-1 2-213,-1-6-264,-3 10-296,-4 10-410,-2 10-167,-1 13 112,0 6 67,-3 23-3442,-5 30 3380,2-8 6,3-9 0,0 3-1120,4-6 0,0-1 1125,1-6 1,-1-1-43,2 11 1,0-3 59,1 2-18,0 4 23,0-15 2334,0-12-1970,0-12 3386,1-8-3599,2-11 70,2-16-249,2-17-11,2-16 42,-4 24 0,1 0-3,-1-2 0,1 1 16,-2 2 1,1 2 90,0-22-1,-4 17-50,-4 16-134,1 13-118,-2 6 72,1 13 91,-1 10-18,-3 17-103,2-2 0,1 1-154,-2 16-345,2-8 1,3 1-4334,1 20 4958,1-29 0,1-1 0,0 9 0,2-20 0</inkml:trace>
  <inkml:trace contextRef="#ctx0" brushRef="#br0" timeOffset="51684">18724 7777 9414,'-60'1'1795,"0"0"1,4-1 0,16 1-1286,33-1 146,17 0 279,19 1-313,31-2-585,-18 0 0,3 0 97,11 0 1,2 0-887,-14-1 0,3 0 0,-3 1 822,12-1 0,3 1 68,-13-1 1,5 0 0,0-1 0,-2 1-14,4-1 0,-3 1 1,2-1-67,10 0 1,2 0 0,0-1 15,-12 1 1,0 0 0,0 0-1,-1-1-12,11 1 1,0-1 0,2 0-45,-15 2 0,0-1 0,2 0 0,2 0 0,1 1-13,-1 0 1,2-1-1,1 1 1,0 0-1,0 0 1,-1 0-506,3 0 1,-1 0 0,-1 0 0,1 1-1,2-1 494,-6 0 0,3 1 1,0 0-1,0 0 1,-2-1-1,-2 1 10,14-1 1,-2 1 0,-2-1 0,-3 1-345,4-1 1,-3 0 0,3 1 347,-2-1 1,4 0 0,-1 0 0,-4 0 1,-4 0 0,-3 0 1,3 0-209,1 1 1,4-1 0,0 0 0,-3 0 196,6 0 0,-4 0 0,1 0-4,1 1 0,-1-1 1,0 0 72,-1 0 0,1 1 0,0-1-77,-1 0 1,1 0 0,-1 0 7,0 0 0,0 0 0,-1 0 5,-1 0 1,-1-1-1,0 1 4,-3 0 1,1-1-1,-2 1-4,-3-1 1,-1 1 0,0-1 464,-3 0 1,-1 1-1,-1-1-464,20-1 0,-2 0-18,-2 1 1,-3 0 11,-13 0 0,1 0 0,17 1 0,2-1-14,-11 2 0,-1-1 11,1 0 1,0 1-4,-9-1 0,-1 1-14,-1 0 1,-1 1 8,-5-1 0,2 1-6,15 0 0,1-1-76,-9 1 1,-2 0-177,-2-1 1,1 0 268,8-2 0,-4 0 0,0 1 0,2-4 0</inkml:trace>
  <inkml:trace contextRef="#ctx0" brushRef="#br0" timeOffset="52783">17984 7909 16118,'-46'-3'2705,"10"2"-2374,37 1 352,6 0-72,13-3-242,22-4-246,5-1 0,3 0-392,-12 2 0,1 0 289,3 0 1,4 0 0,-3 0-450,2 1 1,-1 1 439,8-1 0,0 1-6,-9 0 1,-2 1-435,21-1 547,-29 1 296,-15 2 91,-16 0 870,-1 0-1481,-6 1 798,-2 0-832,-13-1 72,-13 6 46,-20 4 98,17-1 0,-1 0-59,-6 1 0,-2 0 8,-13 1 0,1-1-17,17-3 1,2 1-1620,-17 1 0,5-1 1616,15-2-86,-15 4 87,39-8 28,-1 2-12,10-2 424,2-1-721,12-2 247,-2 0 3224,28-5-3537,7 2-85,-1 0 0,3 1-98,-3 1 1,2 0-1069,9-1 1,0 1-1711,-9 0 0,-3 1 3302,-6 1 0,-3-1 0,8 1 0,-20 0 0</inkml:trace>
  <inkml:trace contextRef="#ctx0" brushRef="#br0" timeOffset="53200">17509 7991 16191,'-40'0'1901,"0"0"1,-18-2-1420,76-1 83,26-5-350,-7 2 1,4 0-1063,15 0 0,5-1 867,-14 2 1,3 1-1,-2-1-15,13 1 1,2-1-17,-1 1 0,4 1 0,-8 0 5,-12 0 1,0 1-63,14-2 1,7 0 0,-7-1-278,-12 2 1,-2-1-821,-3 0 0,2 1 0,-3-1 1165,1 0 0,-6 1 0,11-2 0,-23 3 0</inkml:trace>
  <inkml:trace contextRef="#ctx0" brushRef="#br0" timeOffset="54193">17418 8158 20722,'-9'-31'655,"1"1"0,-7-19-660,17 47 72,-1 8 113,1 11-113,-1 5 123,1 40-86,-2-25 0,-1 2-82,0-1 0,0 0-5,-1 0 0,0-1 16,0-2 1,1-1 22,-1 19-37,2-18 1,1-1 14,-1-1 246,3-8 414,-3-18 741,0-1-1363,1-29-44,-2-6 0,-2-28-16,-1 11-1,0 4 0,0-1 6,1-20-1,1 20 1,0 0 56,2-11-11,0 19-96,0 16-184,1 12 4,-1 9 170,0 10 49,0 4 1,2 34 11,2-6-6,0 11-693,2 7 687,-3-32 12,1 23 39,-4-36 186,1 2 211,-1-15-279,0-6-34,-1-20 547,-2-9-675,-1-25-12,1 11 5,4 8 1,2 0 16,3-8-5,3-13-28,-4 33-443,-3 12 191,-1 12-796,-12 25-711,-5 15-289,2-6 1,-1 4-2858,1 2 1,1 0 3265,-7 19 0,10-18 0,7-29 0</inkml:trace>
  <inkml:trace contextRef="#ctx0" brushRef="#br0" timeOffset="55666">16722 9335 18800,'-4'-52'657,"0"1"1,0 0-1,1 8-282,3 23 404,0-9 11,0 11-123,1 2-264,-1 6-566,1 7 225,-1 17 44,-1 27-61,-1-1-230,0-2 1,-1 1 234,0-6 1,-2 1 8,-2 19 0,-2 3-34,1-9 0,-1-1-8,-1 6 0,0-3-12,-3 5-5,2-6 140,6-20 219,1-8-18,2-8 937,2-13-1155,4-19-22,4-22-56,6-14 458,0-1-478,-3 20 0,2 0-2,9-10-35,4-10-3380,13 12 3398,-18 27-23,22-8-28,-2 25 34,4 11 17,0 7-29,-1 21-61,-11 4-31,-10-7 1,0 3-546,-4-6 0,-2 0 444,0 0 1,-1-1-1505,13 22-3170,-1-17-4234,-2-3 9124,-2-10 0,-16-17 0,-3-3 0</inkml:trace>
  <inkml:trace contextRef="#ctx0" brushRef="#br0" timeOffset="55933">17758 9061 18986,'0'-5'3971,"-1"1"-2929,1 4-667,-69-8-62,32 27-226,-9-9 0,0 5-37,13 29 26,11-1 0,4 4-54,7-10 0,2 0-424,-3 18 0,3 3 354,8-10 1,4-2-62,5-1 0,4-2 16,-2-10 1,4-2-516,20 8 1,5-5-334,8-2 661,-4-13 1,8-1 0,-9-3-1,0-3 1,-3-5 0,0 0 0</inkml:trace>
  <inkml:trace contextRef="#ctx0" brushRef="#br0" timeOffset="58825">17861 9175 7509,'4'-8'7567,"0"2"-6620,-4 6 2677,0 0-3070,-14-40 404,4 23-258,-10-31 45,5 33-426,2 3-151,0 3-128,2 6 32,-4 3 35,-5 7-23,-11 6 95,-17 17-56,4 2-81,18-10 0,-1 2 8,1 4 1,3 0-29,-10 13-155,14-10 0,1 1 177,2 12-27,3 1 16,9-10 1,2-1-11,3 3-9,2-3 0,2 2 8,11 17-11,4-1 6,9 1-979,4-19 1013,-3-10 1,-1-10 1,3-4 110,20-1-127,-21-3 0,2-2 28,9-7 1,1-4-499,-11 2 0,-1-2 454,6-1 0,0-2 19,-5 1 0,-3 0 146,10-7 934,-7 3-901,-12 3 35,-16 7-119,-3 2 1337,-1 1-1487,-4 0-46,-2 0 12,-11 1 27,-10 3 23,-11 3-11,-10 4-6,-5 1 40,0 2 5,1-2 11,-5-2-28,21-5 34,-4-2-17,21-7-6,-2-3-16,1-9-1,6 1 7,-6-11-7,4-9 1,-1-5 16,3-12-5,8 4-23,3-4-5,3-1 17,3 12-29,5-5 12,6 1 11,2-1 11,5-4 12,-1 12-23,-5 10 5,7-7-10,-10 16-12,3-4 17,-8 12-6,-3 7-89,-3 3-375,0 1 341,0 1-756,9 10-1115,6 4-520,3 5 2520,4 1 0,-13-13 0,0 1 0</inkml:trace>
  <inkml:trace contextRef="#ctx0" brushRef="#br0" timeOffset="59392">18654 8718 21831,'-22'-53'992,"-12"27"-760,10 45 0,-1 14-39,-5 2 1,-1 4-1101,-1 6 0,1 3 972,10-13 0,1 2 1,2 3-12,-4 14 0,2 3 0,3-2-877,-2 3 1,2 1 820,5-2 0,1 4 1,3-5-41,5 0 0,4-3 170,2-10 0,2 1 0,2-1-291,9 16 1,7-3-546,8-5 0,7-4 332,4-4 1,5-4-589,4-6 1,4-6-1720,2-6 0,-1-6 2683,-5-6 0,-5-4 0,14-2 0,-28-6 0</inkml:trace>
  <inkml:trace contextRef="#ctx0" brushRef="#br0" timeOffset="60075">18923 9252 11637,'-8'0'7243,"0"0"-6532,8 0 2369,0 0-2660,-18-68-302,22 37-129,-12-8 0,5 1-34,28 15-45,1 11-16,10 3 50,10 12 39,-15 5-5,4 17 38,-24 6-4,-7 17 4,-22 9-10,3-25 0,-4 0 8,-5 1 0,-1-2 2,0-1 1,-1-2-3,4-3 0,0-1-36,-11 12-17,15-11-1,10-9 124,21-8-50,2-4-56,33-11-102,10-6-13,-17 1 0,3 0-696,3-3 0,0-2 225,-1 0 1,1-2-1984,5-7 1,-3-1 411,-16 8 0,-2 0 2179,6-8 0,-5 2 0,-14 10 0,-2-1 0</inkml:trace>
  <inkml:trace contextRef="#ctx0" brushRef="#br0" timeOffset="60316">19387 8790 16286,'-4'-4'5018,"0"2"-2357,4 2-2711,-22-32 83,21 30 18,-2-12-35,38 47-13,-9-7 0,2 3-250,-1 0 1,2 4 0,-1 1 201,2 6 0,0 1 1,-1 0-777,-4-5 0,0 0 1,-3 1 719,9 16 0,-9-1-255,-13-12 1,-8 1-945,-8 1 1,-6 3 1299,-4-6 0,-4 1 0,1-3 0,1-4 0,0-3 0,-6-3 0,0 0 0</inkml:trace>
  <inkml:trace contextRef="#ctx0" brushRef="#br0" timeOffset="65638">10285 5598 6736,'-58'4'575,"-1"-1"1,0 0 0,7 0 0,1 0 0,4 0 79,0 1 1,5-1-1116,-13 2 1043,5-1 0,1 0 582,-5 1-1093,11-2-662,13 1 652,28-4 1366,13 5 129,17 0-2360,10 0 0,4-2 957,-9 0 0,2-1 6,20-1 1,9 1 0,-2-1-747,-14-1 1,-1 0 0,2 0 607,9 0 0,2 1 1,1-1-174,-11-1 0,0 1 1,2-1-1,0 0 159,8 0 1,1 0-1,2 0 1,0 0 1,-9 0 0,0 0 0,0 0 0,2 0 0,1-1-216,-3 1 1,2 0-1,2 0 1,-1 0-1,-1 0 1,-1 1 212,4-1 1,-1 0 0,-2 0 0,1 0 0,0 0 1,-1 0 0,1 1 0,-1-1 0,-1 1 0,-2-1 36,0 1 1,-2-1 0,-1 0 0,1 1-25,2-1 0,2 1 0,-2-1 1,-3 1 359,-2-1 1,-4 0 0,1-1-310,11 1 1,2 0 0,-4-1 84,8-1 0,-6 0-96,-12 1 1,-5 0 55,5-1 793,-29 1-675,-6 1 2103,-1 0-2500,-5 0-496,-3 0 1,0 0 0</inkml:trace>
  <inkml:trace contextRef="#ctx0" brushRef="#br0" timeOffset="69530">17307 10543 8186,'-2'-8'8122,"1"1"-7229,1-23 1,2-6 473,1 5-844,-1-11 1,1 2 243,3 13-106,-2 8-151,-1 6-185,-1 7-526,-2 3 189,-3 17 85,-3 13-22,-5 24-35,4-19 1,0 0-11,-5 23 2,4-12 1,1-1-21,0 14-283,2-16 0,0 0 295,1 16 11,1-10-28,0-14 28,1-13 583,1-9 996,1-8-1422,0-20 479,0-7-613,-1-12-9,0 3 0,1-1 9,-1-4-252,0-7 0,1-1 246,-1-6 14,1 15 0,0 1-2,-1-5 111,0 0-101,0 26-139,0 0-293,0 14 404,0 30-5,1 6-34,0 5 1,0 3 13,0-7 0,0 0 3,0 0 0,0-1 0,1-1 0,0-2 498,1 5-532,3 27-11,0-29 34,0 8 61,-2-24 220,-2-8 251,0-10-348,-4-37-150,1 14-9,-1-8 0,1-3-20,-1-9 40,0-9-29,3 13 12,0-2 22,0 23-89,0-2-29,-1 15-352,1 8 364,-2 12-11,0 17-388,-3 19-332,0-17 0,0 2-2378,-2 5 0,0 1 3176,1-2 0,0-3 0,-3 14 0,5-22 0</inkml:trace>
  <inkml:trace contextRef="#ctx0" brushRef="#br0" timeOffset="73772">15627 11171 6865,'-44'3'834,"-1"-1"1,0 1-1,-16 1 1,8-2-62,12-1-387,12-1 499,-12 1 953,18-1-1077,7-1-806,8 0 124,13-1 458,10-3-222,4 0 161,12-2 0,5-1-213,10-1-563,-4 2 0,9-2 0,-2 1 398,4 1 0,1 0-39,0 0 1,3-1 0,0 1 14,-5 0 1,-1 1 0,1-1 7,4 1 0,1-1 1,0 0-775,5 0 0,1-1 0,1 1 736,-14 1 1,2 0 0,0 0 0,0 1-19,2-1 1,1 0 0,1 0 0,-1 1-549,3-1 1,1 1 0,-1 0 0,-2 0 526,6 0 1,-4 0 0,5 1 0,-9 0 1,4 1 0,1 0 0,-2 0 0,-7 0-236,0 1 1,-6 0 0,7 0 231,5 0 0,8-1 1,3 1-1,-1-1 1,-4 1 4,-5 0 1,-3 1-1,-1-1 1,1 1-211,0-1 1,1 1 0,-1-1-1,-1 1 202,10-1 0,-1 0 0,-7 0 3,-13 1 0,2-1 35,0 1 1,6-1 0,2 0-1,-3 0-36,1 1 0,-4-1 0,5 1-1,6-1 0,5 0 1,0 0-1,-5 1 6,-1-1 1,-4 1 0,-1 0-5,0 0 1,0 0 0,-1 0-205,0 1 0,-2-1 1,-1 1 200,7-1 0,1 0 282,-5 1 0,4 0 0,-2 0-282,-7-1 0,-1 1 0,2 0-6,8-1 1,2 1-1,-3-1 3,11 0 1,-3 0-4,0 0 1,-4-1 7,-22 1 1,2 0 6,12-1 1,6-1-1,-2 0-9,5 0 0,1 0-6,-4-1 1,4 1-1,-2-1 132,-10 0 1,-1 0-1,-1 0-136,0 1 1,0-1 0,0-1 7,-2 1 0,-1-1 1,1 0-19,19-1 0,-1-2-19,-2 1 0,-1-1-43,-2 1 1,-3-1 8,-12 2 0,0 0-445,13-4 0,-3 1-338,0-1-1734,-1 0 0,-1 0 2590,-8 2 0,2-1 0,-29 6 0</inkml:trace>
  <inkml:trace contextRef="#ctx0" brushRef="#br0" timeOffset="74822">15131 11325 20459,'6'-48'-213,"-1"11"359,-5 52 27,0 11-5,0 15-48,-2-9 1,-1 1 13,-4 26-92,2-25 0,0-1-19,-1 5 27,3-1 23,2-18 1120,1-3-453,1-9 704,3-17-1309,0 0 61,6-23 117,-3-16-172,-1-4-96,-3 0 123,-6 0-67,1 25-1,-2-5-105,1 22-326,2 6-56,0 9 264,1 12 151,0 3-22,0 26-6,0 1 2,0-9 1,0 1-8,0 14 5,1-13 0,-1-2-6,0-9-3352,0 14 3442,0-32 331,0 0 206,0-11-262,0-17-314,-3-11-23,1-9-5,-3-4 2,3 10 1,1-1 14,-1-19-9,2 14 0,0 1 9,0 1-57,2 11-173,-2 20-437,0 10 3880,0 4-4939,-5 40-3786,-1 9 4799,1-18 1,0-1 0,-1 7-1,2-17 1</inkml:trace>
  <inkml:trace contextRef="#ctx0" brushRef="#br0" timeOffset="75755">14016 12540 13329,'-17'-42'2367,"1"0"0,1 4 1,4 6-940,9 16-380,1 3-712,0 3-23,1 6-363,-1 3-230,0 9 347,0 11 23,0 21-51,1 20-23,0-23 1,-1 2-1010,-1 4 0,-1 0 1004,1-8 1,0 1-7,-3 5 1,-1 2-238,2-3 0,0 0 246,1-2 0,0 0-6,0 0 1,1-3 13,1 5 57,1-15 257,0-14 2336,0-7-1831,0-5 151,1-9-958,1-13-12,4-19 1,5-12 5,7-6-384,7 1 373,1 9-1,2 9-21,-2 12-29,-1 10-22,2 9-5,4 9-1,5 12-56,14 22 12,-15-4-66,-9-2 0,-1 2-1189,8 17-558,-14-16 1,1 2 1918,1 1 0,-2-1 0,2 4 0,-3-7 0</inkml:trace>
  <inkml:trace contextRef="#ctx0" brushRef="#br0" timeOffset="76029">14964 12464 23856,'-42'11'95,"0"-1"0,0 1 0,-19 7 1,8 8-57,20 11 0,6 5-505,0 0 0,2 0 477,4-1 0,5 1-17,3-3 1,5 0 5,8-3 0,7-3-17,5-2 0,7-3-81,10-3 0,5-5-370,8-3 1,4-5-2054,7-3 1,1-3 1795,-5-4 0,-2-1 1,13-2-1,-27-2 1</inkml:trace>
  <inkml:trace contextRef="#ctx0" brushRef="#br0" timeOffset="77055">15639 12176 17619,'2'-44'1561,"-1"0"0,0 3 0,-2 11-1427,-3 26-72,-2 2-40,-3 15 107,-13 20-56,5-3 0,-2 6-1422,-2 4 1,-3 5 0,2-2 1376,-3 8 0,1 1-2,-1 2 0,-1 6 1,3-4-110,9-13 0,1-3 1,2 2 89,-3 9 1,1 1-1,3 0-15,2-4 1,2-1 0,3-1-16,7 16 1,8-4-178,6-7 1,10-4-701,6-14 0,8-3 1,2-4 899,2-3 0,3-3 0,-2-1 0,9 5 0,-2-5 0,-13-10 0,0 0 0</inkml:trace>
  <inkml:trace contextRef="#ctx0" brushRef="#br0" timeOffset="79554">15932 12756 17338,'19'-60'1536,"0"-1"1,-2 3 0,-2 7-937,-4 11-119,-4 8 45,-5 22-431,-2 6-72,-1 5-85,-5 14 164,-4 14-63,-8 27-33,2-5 8,4-12 0,0 1-9,1 1 1,1 0-6,2-1 0,0 0 89,1-4 1,2-3-118,9 14 79,2-29 21,5 1 113,8-22-39,11-14-74,0-4 1,1-2-5,17-13-687,-5-1 1,-1 0 708,-7 3-3,-5 5 0,-1 1 109,-2 0 6,-1 2-219,-14 14-45,-7 10 40,-5 7 44,0 15-10,1 23-12,-1-6-180,1 0 1,1 1-555,4 10 1645,3 8-2546,8-6-824,6-17-6889,21 0 9348,-7-17 0,-4-9 0,-20-7 0</inkml:trace>
  <inkml:trace contextRef="#ctx0" brushRef="#br0" timeOffset="79772">16691 12396 23623,'30'12'80,"0"-1"1,0 8-1,-3 6-321,-7 7 0,-5 6 267,-1 5 0,-3 5 1,-4-1-1057,-4 9 1,-5 2 185,-2-2 0,-3 4 0,-4-2-2433,-3-8 0,-4-1 0,-1-4 1959,-4 9 1,-1-6-1,4-12 1,3-7 0,5-12-1</inkml:trace>
  <inkml:trace contextRef="#ctx0" brushRef="#br0" timeOffset="86546">14700 13957 18700,'1'-47'984,"0"0"1,0 0-1,-1-9 1,1 5-330,1-10-409,-1 36 79,-1 10-381,0 11-201,-1 2 77,-1 15 236,-2 10-16,-3 24-40,1-4 0,1-10 0,1 2 5,0 2 1,1 1-611,-1 1 1,1-1 604,1-3 0,1 0 0,1-2 0,2-2 0,-1-3 34,4 16 128,-2-30 415,1-3 617,-1-12-981,1-14-174,0-26-2223,1 5 2201,-2-16-107,-1 19 1,-1 1 139,0-28-11,0 18 1,0 1 4,-1-9 91,0 5 10,1 20-173,-1 7 3086,1 8-3288,-1 14 537,0 2-291,3 17-16,3 10 17,3 15-28,1 6-70,-5-22 0,1 1-721,3 24-2477,-2-25 1,-1 0-2160,2 8 4871,3-1 0,-7-25 0,1-1 0</inkml:trace>
  <inkml:trace contextRef="#ctx0" brushRef="#br0" timeOffset="87088">13120 14290 12662,'-52'7'918,"0"0"1,6-1-1,6-1-732,13 0-316,13-2 646,12-2 173,8 1 1597,37 2-1256,16-2-1004,-8 0 0,5-1 88,-15-2 0,2 0 0,1 0-433,5-1 0,2 0 0,1 0 360,5-1 0,1-1 1,2 0-727,-11 0 0,2 0 0,0 0 0,2 0 700,4 0 1,1-1-1,1 1 1,1-1-5,-7 1 0,0 1 0,1-1 0,1 0 1,0 0-387,3 1 1,0-1 0,1 1 0,1 0-1,0 0 371,1 0 1,1 0 0,1 0 0,-1 0-1,0 0-1,0 1 1,1-1 0,-1 1-1,0-1 1,0 1 0,-3-1 1,1 1 0,-1 0 0,0-1-1,-1 1-155,-3-1 1,-1 1 0,0-1 0,-2 0 0,0-1 155,8 0 0,-1 0 0,-2-1 1,-3 1 2,1-1 0,-4 0 0,2-1 5,7-2 1,1-2 0,-6 1-202,-5-1 1,-2 1 153,8-2 0,-1-1-750,-11 1 0,-6 0 792,3-3 0,-1 1 0,-24 6 0</inkml:trace>
  <inkml:trace contextRef="#ctx0" brushRef="#br0" timeOffset="88409">12835 14469 14034,'10'-45'2485,"-1"-1"0,1 5 0,-3 8-1521,-6 20-466,0 5-492,-1 2-336,0 5 162,0 10 263,-2 14-34,-3 18-1718,-1-6 1,1 2 1673,-5 18-6,3-15 0,0 0-64,0 10 70,0 9 11,4-14 28,3-13 263,0-16 510,1-8 72,0-9 2838,1-10-3667,0-13-4,1-31-40,-2-3-187,2-5 187,-1 0 0,2 17 51,1-7-5,0 13-52,-1 18-72,-2 8-298,-2 13 247,5 22-940,3 24-324,1 3-1898,-5-7 0,0 0 3263,-2 13 0,-2-8 0,0-19 0</inkml:trace>
  <inkml:trace contextRef="#ctx0" brushRef="#br0" timeOffset="89334">11542 15521 19708,'-3'-46'1027,"0"1"0,0 2 0,1 13-876,1 27-145,0 2-107,0 9 151,1 13-27,-1 24-4,0-12 1,0 2-161,0-4 1,-1 2 168,-4 23 0,0 2-14,0-16 0,-1 0-14,-1 18 0,-1-1 0,3-22 0,1-2 16,-1 7 1,2-4 23,1-1 16,0 5 823,3-28 370,0-12-1193,3-26-16,0 6 2,2-13 0,1-2-31,2 0 11,4-5 1,4-1-18,10-6 315,5-7-320,9 8 0,-20 26-22,21-9-56,-13 23 44,-2 2-62,2 18-77,-12 7 33,0 2-751,3 22 382,-9-22-2309,14 33-1063,-3-28 3881,15 12 0,-18-25 0,1-6 0</inkml:trace>
  <inkml:trace contextRef="#ctx0" brushRef="#br0" timeOffset="89601">12408 15635 10671,'0'-4'7500,"0"1"-4472,0 3-2675,-69-9-202,42 13-17,-18-2 1,-1 5 66,12 30-145,2 4-28,6 9-45,15-8-5,7-9 306,6-3-827,26 15-880,17-11 950,-22-12 0,3-2-2191,8-7 1,0-4 2663,6-2 0,-5-2 0,-16-4 0</inkml:trace>
  <inkml:trace contextRef="#ctx0" brushRef="#br0" timeOffset="90058">12962 15485 19697,'1'-49'1460,"-1"0"0,-1 5 0,0 6-726,-5 11-314,-1 10-257,1 9-152,-2 10-6,-6 14 7,-9 21-1,6-7 0,1 4-555,-4 11 0,2 3 544,0 7 0,1 3-4,7-17 1,1 1-1,1 1-13,2-1 0,1 1 1,1 0-33,1 0 0,2 0 1,2 0-196,4 18 0,5-1-453,5-4 0,5-2-1104,7-6 1,5-4 1800,12-5 0,0-6 0,6 5 0,0-15 0</inkml:trace>
  <inkml:trace contextRef="#ctx0" brushRef="#br0" timeOffset="91290">13197 15892 10786,'-1'-3'7947,"0"0"-6428,1 3-405,-22-70-240,15 40-513,-5-13 1,1 2 181,10 19-269,0 8-235,1 7-72,-1 7 33,1 8 22,1 8-5,0 28-23,1-10 1,-3 29 10,-5-18 12,-3 11 0,-2-2 0,4-22 78,1-6 263,5-22 118,3-4-235,3-11-179,4-12-23,7-13 8,-3 8 1,0-2-25,8-12-9,-5 13 0,1 0-3390,11-10 3382,-5 8-45,7 0-28,-14 23 5,4 0 28,-6 9-33,4 10-78,-1 10-376,11 23-224,-3 3 202,2 1-1155,3-1 534,-10-21-3412,24 16 1590,-14-23 4670,14 1-2155,-11-23 958,-3-13 864,-4-11 743,-3-8 1099,-3-11-1686,-6 9-298,-2 0-694,-7 19 146,-3 8-739,-2 8-174,0 4 229,0 8 46,-1 8-34,1 9-23,-2 5-11,2 1-50,5-3-56,9-4 145,-1-11 85,13-5 100,-5-11 90,6-9 403,3-17-95,-8-5-286,-3-2 253,-8-4-113,-5 8-90,-2-6-5,0 2-229,-4 12-135,2 5-364,-2 13-112,0 3-1261,1 1 1765,15 15 0,-10-11 0,9 11 0</inkml:trace>
  <inkml:trace contextRef="#ctx0" brushRef="#br0" timeOffset="91875">14345 16028 25096,'-7'-59'143,"4"19"0,3 1-36,5-10-4,-1 15 1,0-3 142,0 4 1,0 3-90,1-10 117,-2 1-67,-3 25-128,-1 4-147,-1 6-77,-2 6 94,-3 10-3329,-6 15 3368,1 2 12,-5 25 0,6-3-17,5-10 1,2 1-455,4-8 1,2-1 448,2 28-17,14-19-28,13-17 55,-4-6 2947,23-11-2927,-21-18 1,1-5 27,0-1 0,1-1-22,0-3 0,0-5 11,3-16 1,-5-2-479,3-8 469,-11 9 1,3-6 0,-3 2 203,-4 1 0,-1 0-178,-1 4 1,0-3 0,-2 3 44,-2-6 0,-4 4 16,-1 6 1,-3 4-9,-4-12 174,-7 6-179,2 25-85,-3-1-21,5 13 339,0 7-340,-4 15 17,0 6 3,-3 15 0,0 7-6,3-5 0,1 3 100,0-3 1,-1 4 0,2-1-112,1 16 0,2-2-39,1-14 0,3 0-440,4-5 0,3 3 0,2-4-2898,3 1 0,2-2 2755,5 13 0,0-4 0,3-3 1,-10-23-1</inkml:trace>
  <inkml:trace contextRef="#ctx0" brushRef="#br0" timeOffset="92433">14376 15899 11704,'-6'3'7612,"1"-1"-3394,5-2-3630,-10-27-112,8 3-202,-7-31-78,12 5-402,0 19 1,0-2 278,0-4 0,0-1 45,0-2 0,0 0 27,-1 1 1,-1 2 13,0 2 1,-1 3 126,-3-20-40,-2 15-89,-3 14-140,1 12-129,0 10 89,1 7 563,-7 20-534,-2 16-15,5-9 1,1 2-331,0 6 1,2 3 324,2 2 0,1 1-14,4 0 0,3 1-434,6 7 0,4-2-34,-3-17 0,2-2-437,4 5 1,4-4 932,4-8 0,-1-5 0,-2 0 0,12 6 0</inkml:trace>
  <inkml:trace contextRef="#ctx0" brushRef="#br0" timeOffset="92909">15213 15288 19451,'-2'-8'5360,"0"2"-4951,-1-26 0,0-3 134,2 12-417,-3-14 0,2 5-137,2 26-107,0 6 62,4 13 84,9 17-17,4 8 1,2 4-622,-4-9 0,-1 1 606,3 6 0,1 5 1,-3-4-17,-3-6 1,-2 1-123,1 12 0,-2 7 0,-3-2-349,-8 6 1,-5 0-889,-2-2 1,-3 4 0,-6-3 1378,-11-1 0,-5-2 0,1-6 0,5-3 0,0-4 0,-6-3 0,0 0 0</inkml:trace>
  <inkml:trace contextRef="#ctx0" brushRef="#br1" timeOffset="105244">13725 14877 12556,'1'-6'6480,"1"2"-5304,-2 4-285,15-65-231,-11 43-528,5-14 0,-2 4 76,-7 26 128,0 5-275,-6 12 62,-8 11-33,-13 18-45,-7 10-40,17-23 1,0 1-28,-10 28-62,11-6-17,16-8 34,15-10 11,16-13 39,23-12 62,-13-9 117,18-14 107,-24-7 224,6-9 207,-9-7 263,-10-14-727,-11 16 172,-10-14-144,-9 23-136,-7-4-21,-9 6-180,5 12-577,-10 3-5225,2 12 5875,-3 2 0,9 0 0,8 1 0</inkml:trace>
  <inkml:trace contextRef="#ctx0" brushRef="#br1" timeOffset="110725">16037 14137 8450,'-9'-2'5131,"2"0"-3317,7 2-677,0 0-974,-40-6 1646,50 7-1361,-33-5-100,61 7 161,18-2-344,-17-3 1,4 0-1048,17 0 1,5-2 918,-15 1 0,2-1 1,2 0-18,5-1 1,1 0-1,1 0-20,-12 1 0,0 0 0,1 0 0,1 1-6,1-1 1,1 0-1,0 0 1,1 0-458,0 1 1,1-1 0,-1 1 0,1 0 453,-2 0 1,1 0-1,-1 0 1,0 1 6,-3-1 1,1 1 0,-2-1 0,0 0-1,11 0 0,-1-1 0,-2 1-325,-7-1 1,-1 0 0,-2 0 331,13-1 1,-4-1-78,-13 1 1,-4 0 76,12-3 911,-26 4-4472,-20 1 1750,-10 5 1806,-7 2 0,6-1 0,-1 0 0</inkml:trace>
  <inkml:trace contextRef="#ctx0" brushRef="#br1" timeOffset="111292">17303 14258 11855,'0'-9'6285,"1"2"-5182,4-23 1,1-6 268,-1 7-868,1-11 0,-1 2 437,-2 19-756,-2 9-252,0 5 5,-1 5 23,0 9 117,0 14-10,4 39-63,-2-28 1,1 2-1680,1 13 1,0 0 1681,0-15 0,-1 0 23,1 6 0,0 0-324,1-4 1,-1 0 334,0-3 0,0 0-211,3 28 220,-5-32 21,-1-8 29,0-14 2832,-1-1-3331,0-5-598,1-2 996,5 0 0,-4 0 0,3 0 0</inkml:trace>
  <inkml:trace contextRef="#ctx0" brushRef="#br1" timeOffset="112051">16929 15375 12090,'-4'-5'7243,"0"2"-5378,4 3-571,-32-60-745,24 43-437,-10-16 0,5 6-84,13 25-90,0 2 124,4 18-12,3 7 1,4 25 5,-2 11-273,-5-24 1,-1 1 241,-1 3 0,0 0-5,-1 1 0,0-2-15,1 21 3,0-23 1,0-2 2,0 4 40,2 11-18,-3-29 813,1-10 23,-2-9-808,1-16 68,0-7 416,0-18-506,9-4-6,8-4 29,13 1-17,8 3-28,5 7-270,3 6 248,-13 10 16,14 5-33,-16 13-34,14 10-62,-6 11-190,1 13-275,-16-8 1,0 0-186,8 13-705,-10-9 0,-1 0 1252,7 14 0,-9-13 1,-4-5-1</inkml:trace>
  <inkml:trace contextRef="#ctx0" brushRef="#br1" timeOffset="112341">18027 15442 16286,'0'-6'5573,"0"0"-3579,0 6-1832,-64-33 309,13 54-379,4-24 1,0 5-824,15 27 0,6 7 748,-7 10-23,16-9 0,5 0-66,3 15-62,6-15 0,4 0-235,17 21 35,-2-29 1,3-3-188,4 0 1,4-2-399,2-2 0,3-3-913,1-2 1,2-4 1831,4-4 0,-2-3 0,5 1 0,-6-7 0</inkml:trace>
  <inkml:trace contextRef="#ctx0" brushRef="#br1" timeOffset="112626">18509 15279 22212,'-23'-41'939,"1"0"0,1 4 0,4 9-693,10 20-173,2 5-62,0 9-11,-1 4 63,-14 38-3422,-1 7 3367,7-11 1,-1 4-12,3-1 0,3 1-221,1 0 0,2 1 167,4-1 1,3 0-230,3-3 1,5 0-2024,9 8 1,4-2 1271,-6-16 1,3-2 1036,16 17 0,0-7 0,-12-17 0,12 7 0</inkml:trace>
  <inkml:trace contextRef="#ctx0" brushRef="#br1" timeOffset="113609">18789 15710 17230,'13'-50'765,"0"-1"1,-1 5 0,-2 7 1648,-3 11-2050,-2 11 518,-3 9-938,-1 6 369,-1 9-296,2 2 1327,3 19-1327,1 8-17,3 14 5,-1 4-21,0-2 10,-3-5 0,-1-10 40,-1-13 112,-2-11 94,1-9-54,3-11-102,2-10-23,5-12-16,5-11-28,3-6 11,6-2-11,2 2 61,7 0-83,-7 15-12,-3 9-45,-5 13-117,1 16 89,-3 1-302,15 29 201,-18-13-329,13 30-214,-11-12-358,6 12-666,2-2-163,4-7 168,7-10 873,3-15 813,0-15 403,-4-18 443,-4-11 419,-4-11 152,-3-5-168,-3-1-253,-4 2-144,-4 5-174,-5 11-170,-3 9-587,-5 11 96,0 5 22,-4 11-3526,0 12 3486,0-2-27,1 11 73,9-13-6,4 2 22,9-4 29,5-8 21,7-5 80,9-17-57,-13 2 3515,7-17-3335,-17 2 27,0-7-33,-5-2-84,-7-5-180,-3 11-61,-2 3-532,0 12-1014,0 8-1579,2 3 3209,2 12 0,-2-6 0,2 4 0</inkml:trace>
  <inkml:trace contextRef="#ctx0" brushRef="#br1" timeOffset="114193">19977 15850 23842,'44'-45'439,"-23"21"1,-1-2-311,8-27-68,-5 6-2732,-6 3 1,0 0 2844,-1-3 697,-2 4 1,-1 0-272,-5-5 554,-2 6-1065,-5 12 34,-4 18-151,-2 9 3371,-1 4-3343,-5 11-22,-8 27 5,4-5 14,3 0 0,3 2-198,5 22 190,5-22 0,4 2 2,7 4 1,6-1 8,1-8 0,2-2-3,2-2 1,1-3 2,2-5 0,2-4-1638,2-5 0,1-3 1632,18 7-28,-10-12 0,0-7 67,1-13-22,7-6 6,-14-18-17,-20 10 0,-2-3 5,1-3 1,-2-3-197,-1-9 0,-1-2 224,-4 8 1,-2 0 16,0 1 1,-1 2-6,-2-17-908,-1 23 1,-1 2 946,-1 4 2208,-4-15-2242,5 31 31,-1 1-103,3 8 422,0 11-439,-1 25-11,0 15-29,0 9 405,4-9 0,1 1-572,1 5-249,0-15 0,1 6 0,0-4-902,0-6 0,1-1-1608,1 13 0,1-1-6002,3 1 9007,-3-15 0,-5-25 0,-1-3 0</inkml:trace>
  <inkml:trace contextRef="#ctx0" brushRef="#br1" timeOffset="114383">20915 15283 25357,'28'37'-112,"0"0"0,-2 4 0,-5 4-216,-9 8 0,-8 3-2855,-7-7 1,-6 2-1,-1-3 3183,-3 9 0,-3-4 0,-3-3 0,0-7 0,-3-7 0</inkml:trace>
  <inkml:trace contextRef="#ctx0" brushRef="#br1" timeOffset="118852">18237 14720 16062,'27'-46'1477,"0"1"0,-1 4 0,-9 7-789,-19 16-184,-2 6-246,0 5-213,0 5-185,2 1 2,-3 4 144,-4 8 19,-4 10-14,-6 13 0,2 7-27,3 4-18,7-1 6,10-4 62,7-4 61,10-8 140,14-7 23,1-11-106,1-6 212,-1-12 67,-9-7 0,2-9-33,-6-8-57,-7-7-33,-6-5-45,-6-1-111,-3 2-85,-2 12 124,-8-11-174,4 25-23,-6-11-314,6 23-766,-2 0-2124,-5 13 3210,-2 3 0,3 1 0,3-3 0</inkml:trace>
  <inkml:trace contextRef="#ctx0" brushRef="#br1" timeOffset="133919">6398 7308 12029,'-46'-1'463,"0"-1"0,5 0 0,9 1-502,20 1 526,17 3-5,20-3-197,23 2-190,-14-2 1,3 0-428,6-1 0,1 0 346,4 1 0,1-1-28,0-1 0,0 1-8,-2 0 0,0 0-15,-2 0 1,-1 0-1,-2 0 1,0 0 11,-3-1 0,0 0 8,-3 0 0,-1 0 193,25-1-48,-16 0 102,-19 2 336,-19 0-510,-23 1 56,-19 0 56,-23 1-67,5 0 103,2 1 1,-2 1-422,14 0 0,1-1 331,-9 1 1,-1 0 159,-4 1 1,4 0-370,-11 0 209,21-1 1,2 1-25,1-1-23,10 1-257,18-3 223,4 2 634,32-1-538,1-1-93,8-1 1,6 0-172,3-2 0,2 1-246,-5-1 0,2 1 0,1-1-422,3 1 0,1-1 0,0 1-1592,1-1 0,-1 2 1,-1-1 2394,14 0 0,-6 1 0,-18 0 0,-6 0 0,3 0 0</inkml:trace>
  <inkml:trace contextRef="#ctx0" brushRef="#br1" timeOffset="141433">19184 14010 13379,'-2'-6'6010,"1"2"-4834,1 4-1299,-6-50 5,7 39 152,-1-33 0,12 57 5,3 8-11,-2-1 78,-3 17 0,-9-10 18,-4 12 27,-6-12 39,-2-6 454,2-9-245,4-6 88,3-4 627,2-5-879,0-7-67,1-8-50,1-10-28,1-7-29,1-3 6,0 2-16,0 4-23,0 8-23,2 6-38,4 8 16,11 3 6,10 5-12,11 4 7,5 7-1,-2 7-17,-7 6-11,-16-3-27,-6 14 72,-13-10-6,-2 6 17,-11-4 28,3-13 51,-2 2 123,7-11 5,4-4-106,3-6-95,5-5 0,5-4 5,3-1-27,-1 3-1,-1 6-33,-4 4-28,0 6 5,2 7-39,4 8-50,1 11-140,1 6-264,2 5-525,5 1-640,7-2 611,-4-11-1269,1-11 0,3-2-1531,23-3 2588,-15-3 0,2-4 1279,-6-6 0,-1-3 736,-2-3 1,-2-3 719,-3-3 1,-2-4 1800,17-20-841,-11-4-811,-13 3-459,-9 3-377,-8 6-132,-11 3-472,1 10 11,-9 3-94,3 10 260,-8 2-255,-9 11-45,8-1 0,-4 7-11,8 6 11,5 2-17,-4 12 11,9-2-27,3-2-23,5-3 22,8-5 51,1-10 140,18-8-12,-2-13 85,15-9 117,-4-9 79,-1-6 11,-2-1-57,-6 1 35,-6 6-51,-8 7-252,-8 9-39,-4 6-224,-2 5 67,-3 9 118,-3 11-46,-7 15-77,-5 13-74,0-5-815,4-7 1,1 1-3939,5-4 1,1 0 4873,-1 2 1,0-2 0,4 11 0,4-31 0</inkml:trace>
  <inkml:trace contextRef="#ctx0" brushRef="#br1" timeOffset="141793">20705 14056 23976,'-54'-2'-101,"16"-4"-11,19 30 0,2 9-403,-3 10-516,-4 12-475,4-3-561,3-4 1837,8-21 404,0-7 241,4-22 173,-3-9 162,-1-9 331,-2-15-420,4 4-341,1 0 307,8 4-78,4 9-174,4-2-179,4 6-123,6 6-73,-5 6-28,11 13-180,-5 9-581,8 12-2213,4 7 3002,2 7 0,-15-20 0,-3-3 0</inkml:trace>
  <inkml:trace contextRef="#ctx0" brushRef="#br1" timeOffset="142010">21142 14073 23097,'22'-21'-7780,"6"9"7780,22 30 0,-22-7 0,-6 1 0</inkml:trace>
  <inkml:trace contextRef="#ctx0" brushRef="#br1" timeOffset="142184">21207 14241 20711,'-48'15'1077,"1"1"0,3 0 1,13-6-770,26-10-415,15-4-234,11-3-572,22-5-818,13-2-92,-5 3-497,-18 5 1,0 0 2319,26-6 0,-18 5 0,-6-1 0</inkml:trace>
  <inkml:trace contextRef="#ctx0" brushRef="#br1" timeOffset="142493">21705 14117 9884,'8'-5'9830,"-2"1"-7125,-6 4-1540,0 0-739,-22-1-337,2 12-33,-19 3-28,11 15-33,9-5-12,6 5 11,19-2 23,0-6 28,20 1 50,4-18-33,-1 0 257,20-10 112,-16-5 113,15-10-258,-20 2 559,4-18-598,-21 16 111,3-20-145,-23 9-191,0 7-207,-21-5-839,8 23-556,-6 1 1580,-3 21 0,20-9 0,-7 9 0</inkml:trace>
  <inkml:trace contextRef="#ctx0" brushRef="#br1" timeOffset="152351">16478 11436 14275,'0'-3'6727,"0"0"-5820,0 3-969,-2-33-33,2 24-218,-4-19 307,2 33 157,-7 21-84,-3 5-16,-7 19-29,-2 1-22,3 0-421,5-2 421,5-14 0,5 1 0,4-13 179,2-4 516,-1-8 470,2-8-370,-1-9-93,0-5-546,0-14-55,0-12-34,0-11-33,1-9 16,2-5-327,2 0 407,1 7 32,0 11-89,-2 16 11,-4 12-202,-1 11-302,-2 10 392,-1 15 11,-1 18 6,-4 16 11,0 9-6,1-11 11,2-16 1,2-1-11,1 8 16,3 14 350,1-27-327,2-11 44,-3-11 471,0-6-190,-2-8-225,4-19-111,-1 2 33,3-30-23,-1 5-11,-1 16 1,0-1-562,0 1 0,0 0 562,3-15-15,1-4 59,-6 28-73,0-1-179,-2 18-106,-3 8 185,0 11 1211,-4 15-1105,-1 3-3,0 3 0,-2 4-2,-6 20-390,4-16 0,0 1 378,3-9 0,0-2 17,-5 23-5,4-13 10,5-14 141,3-14 481,1-9-571,3-31-22,0-7-26,0 1 0,0-3-5,-1-1 0,1 0 8,1-26 28,-1 16 1,0 2 860,0 1-825,-1 5 1,0 2 14,-1 12-68,-1-2-168,0 20-50,-2 10 146,0 3 28,-6 32 16,0 5-3,1-8 1,1 2-149,-1 1 1,1 0-2568,0 6 1,0 0 2723,1-2 0,1-4 0,-1 15 0,3-24 0</inkml:trace>
  <inkml:trace contextRef="#ctx0" brushRef="#br1" timeOffset="159467">13801 5254 15883,'0'-6'1573,"0"0"-1405,0 6-1120,0 0 1300,-5-23 100,7 36-68,-5-5-49,8 46 5,-3 4 62,-1-5 33,-2-9 6,0-12 62,-1-11 296,1-10 370,0-6-146,1-6-582,5-7-342,7-12-55,20-21-10,-5 9 1,4-3-278,-3 4 0,3 0 1,1-2 249,8-6 1,3-1 0,1 0-568,-6 7 1,2 0-1,1 0 1,0 0 564,3-1 0,1 1 1,1 0-1,0 1 2,0 1 0,0 2 0,0 0 0,-1 2-7,10-6 0,-1 3 0,-2 1-118,-10 6 0,-1 1 0,-3 3-74,4-1 0,-6 3-1075,3-1 27,-23 15 1384,-25 26 1,6-15 0,-8 14 0</inkml:trace>
  <inkml:trace contextRef="#ctx0" brushRef="#br1" timeOffset="165168">21905 10711 7856,'-5'0'4487,"2"-1"-8070,3 1 3936,-50 4 1829,31-1-1353,-39 3 207,42 0-767,6-2 1061,1 0-697,7-2-431,0-1 761,2 0 3068,12-1-3505,12 0-274,29 0-182,-13-2 0,3-1-1738,15-1 0,4 0 1686,-11 0 1,2 0 0,2-1-7,-9 1 1,2 0 0,1 0-1,1 1-451,4-2 1,2 1-1,0 0 1,0 1 435,4-1 0,0 0 0,1 0 1,0 0-4,2-1 0,0 1 1,0 0-1,-1 0-375,1-1 1,-1 1 0,0-1 0,0 0 377,-2 0 0,-1-1 0,-1 0 0,0 1 0,-4-1 0,0 0 1,-1-1-1,-1 1 6,10-3 1,-1 0 0,-2-1 0,-8 2 0,-1 0 0,-4-1-55,10-2 1,-5 1 41,-15 2 1,-6 1-731,3-2-208,-31 5 947,-31 5 0,13 0 0,-11 1 0</inkml:trace>
  <inkml:trace contextRef="#ctx0" brushRef="#br1" timeOffset="165886">23031 10787 20515,'5'-43'858,"0"1"1,-1 3 0,-1 10-730,-2 25-454,0 3 370,0 17 28,2 9-56,2 22 16,-1-13 1,0 0-6,1 16-14,-2-13 0,-1-1 20,-1 10-12,0 10 12,-3-10 66,-2-7-4,0-17 716,0-8 95,3-12-537,1-3 56,1-8-320,2-26-84,0 5 3,1-3 1,0-2 24,2-25-19,-3 22 0,1-1 16,0 3 1,-2 1 109,3-24-12,-3 19-49,-1 15-130,-1 14-218,-2 13 235,0 6 23,-3 18-17,0 10-15,1-1 1,0 0-70,-1 18-266,3-11 0,2 0-2430,12 17 2791,-1-17 0,2-2 0,2 4 0,4-5 0</inkml:trace>
  <inkml:trace contextRef="#ctx0" brushRef="#br1" timeOffset="166570">22468 11796 19216,'0'-56'1264,"0"0"0,0 6 0,2 7-581,1 4-328,-1 17-131,1 11-455,-3 10 153,1 12 212,0 17-22,0 23-79,-1-15 1,0 2-3,-3 6 0,-2 3-6,-1 4 0,-1 1-344,-3 0 0,-2 0 327,0-1 0,0-2 3,1-5 1,0-3-4,2-6 1,1-3 13,-3 14 152,6-19 430,2-14 187,3-9-355,4-12-352,5-12 632,4-4-708,5-6 1,3-3-4,-3 7 1,3-1-226,8-11 0,1 0 220,-4 9 0,0 3 11,17-14-72,-5 15-1,-16 14-95,3 10-106,-7 12-353,8 12-605,2 11-975,5 7-1551,3 3-4940,3-2 8687,-2-11 0,-13-12 0,-10-11 0</inkml:trace>
  <inkml:trace contextRef="#ctx0" brushRef="#br1" timeOffset="166820">23488 11832 24195,'-46'-13'22,"0"1"0,4 2 1,5 11-34,3 49-40,10 6-1005,12 5 879,9-28 1,2-1-230,5 1 0,2-2-221,6 18-1084,9-18 0,7-2-3205,5-11 1,1-2 3518,-4 2 1,0-1-1,22-2 1,-42-13-1</inkml:trace>
  <inkml:trace contextRef="#ctx0" brushRef="#br1" timeOffset="167043">24171 11682 23612,'-44'-28'71,"1"0"0,2 4 0,5 13-110,1 57 22,12-7 28,7-3 0,3 3-537,7-8 0,3 1 495,-2 10 0,2 1-87,3 1 1,2 0-379,4-1 1,4-1-4421,9 5 1,3-3 3859,7 11 0,5-10 1,-27-38-1</inkml:trace>
  <inkml:trace contextRef="#ctx0" brushRef="#br1" timeOffset="167634">24877 11771 23248,'-45'-19'235,"13"1"-156,-17 28 27,9-7 101,-12-1 79,1-4 106,-1-4-258,16-1-78,8-1 51,14 3-29,6 3-33,2 0-79,3 2-10,1 1 49,-1 6-5,0 5 11,-3 12-22,1 18 17,-1 0-824,0 10 824,0-17 2,0 3-8,0-13 11,0 3 6,2-9-3039,2-9 3140,2-5 1353,0-4-1169,5-9-196,13-13-67,8-5-28,3-2 12,10 2 10,-5 9-22,6 0-61,-4 8 22,-15 5 3392,-3 13-3364,-5 11 6,5 14-29,-3 12-1754,-12-14 0,-3 0 1648,-5 14-989,-11-9 1,-5-2 282,-3-8-770,0-4 1,-3-2 1604,-10-4 0,11-4 0,5-8 0</inkml:trace>
  <inkml:trace contextRef="#ctx0" brushRef="#br1" timeOffset="167869">25045 11471 21495,'2'-4'2285,"-1"1"-1669,-1 3-285,71 88-247,-40-45-177,-1-3 0,7 8 0,-6 1 109,-10 10 1,-7-1-413,-1-16 0,-6 1 134,-9 2 1,-6 4 0,-5-8-1115,-8-12 0,-6-3 1376,-17 15 0,-1-3 0,4-8 0,-2-1 0</inkml:trace>
  <inkml:trace contextRef="#ctx0" brushRef="#br1" timeOffset="173077">23868 12889 23467,'4'-34'476,"0"0"0,1-20-510,-5 54 12,0 3 61,0 16-22,-1 9-1,-2 21-4,1 6 4,1 0-10,0-12 22,1 5 0,0-25 95,0 3 51,0-18 633,-1-8-589,2-10-162,2-12-5,2-17-7,3-15-33,-4 22 1,1-1 7,0-2 1,0 0 25,0 1 0,1 1 78,2-22 22,-3 17-66,-2 16-158,-3 14-83,-1 6 89,-2 13 73,-2 10-11,-2 14 17,0 9-12,2 2 0,3 0 23,5-6-17,0-9 6,2-10 33,-2-12 123,0-6 113,0-12-236,1-9-5,2-19 5,-1-14-353,2-11 322,-4 30 0,1 0 9,5-27 17,-1 11 16,0 15-50,-4 14-185,-3 11 113,0 7-18,-2 11 359,0 14-761,-3 18-1290,-2 20-2007,4-26 1,-1 2 3788,1-3 0,0-1 0,0 10 0,2-18 0</inkml:trace>
  <inkml:trace contextRef="#ctx0" brushRef="#br1" timeOffset="173476">23545 13282 11626,'-46'-4'1520,"-1"0"1,1 0 0,-16-1-1,3 1-845,16 2 1,4 0 461,-21 0-208,20 2-268,17 0-336,13 0-145,9 0 133,12 0-117,3 0-28,14 0-36,8 1 1,10-1 0,1-1-710,-5 1 0,1-1 0,4 0 588,9 0 0,7 0 0,1 0 1,-1-1-451,-2 1 0,-1-1 1,1-1-1,1 1 444,-8 0 1,2 1 0,0-1-1,0 0 1,1 0-439,3 0 1,0 0 0,0-1 0,0 1 0,0-1 432,0 0 0,0 1 0,0-1 0,0 0 0,-1 0-253,-4-1 0,1 1 0,-1-1 1,-1 1-1,-2-1 255,7-1 1,-1-1 0,-2 1 0,-1-1 101,6-1 0,-3 0 0,-3 0-653,9-3 1,-6 0 548,-15 2 0,-6 0 0,1 0 0,-19 4 0</inkml:trace>
  <inkml:trace contextRef="#ctx0" brushRef="#br1" timeOffset="174150">23242 13384 23259,'-4'-36'162,"-1"-1"1,-4-17-73,5 67 39,-4 18 5,-4 19-78,4-18 0,0 1-516,0 4 1,-1 0 481,-4 21-1455,7-15 1,1-3 1455,2-5 50,2 23 33,2-47 426,2 2 309,-1-13 200,2-6-867,7-19-135,-3 2 3415,9-29-3404,-3 3-22,-5 18 0,0-2-197,0 0 0,-1 1 259,7-23-6,-3 15 0,-6 14-45,-1 14-112,-5 7-55,1 8 77,-2 7 361,0 25-792,-2 10-167,1 8-1547,0-18 1,0 1 2195,1 15 0,0-6 0,1-20 0</inkml:trace>
  <inkml:trace contextRef="#ctx0" brushRef="#br1" timeOffset="174793">23015 14225 21982,'-2'-47'812,"0"1"0,0 5 1,0 9-539,2 24-324,0 6 100,0 25-5,-2 5-23,-3 29 6,-4 3-5,0-9-4,-1-11 1,-1 0-15,-3 12 1,6-21 0,-1 0 22,-2 21-34,8-30 45,-1 7 449,4-22-180,0-4 246,6-15-475,4-10-46,5-6 23,10-18-22,-8 19 0,0-1-12,11-17 11,-5 13 1,0 3 11,-2 7-34,2-2-16,-15 18-85,-3 5 51,2 8-23,8 7-179,5 11-436,5 7 99,-5-3-5710,18 17 4536,-16-22-2105,2-2 1,2-2 3289,6-2 0,-5-3 0,-11-8 0</inkml:trace>
  <inkml:trace contextRef="#ctx0" brushRef="#br1" timeOffset="175017">23811 14311 24704,'-2'-39'415,"0"0"0,-12-20-348,-12 68-17,-12 13-22,-1 14-20,14-7 1,2 1-20,-7 16-831,12-12 0,5 0 797,5 0-260,7 0 1,4 0-1779,16 10-1143,-2-13 0,3-1 3226,21 8 0,-11-17 0,-13-10 0</inkml:trace>
  <inkml:trace contextRef="#ctx0" brushRef="#br1" timeOffset="175251">24235 14177 23215,'-6'-47'952,"-1"1"0,4 8 0,-1 8-862,-5 18-90,7 13 45,-16 26-23,7-8-2134,-4 8 1,0 3 2099,-2 4 317,1 5 1,0 5-466,5-1 1,1 0-113,-2-1 0,3 1-789,2 5 0,6-3-2793,17 4 3854,15 4 0,-9-26 0,2-11 0</inkml:trace>
  <inkml:trace contextRef="#ctx0" brushRef="#br1" timeOffset="175993">24510 14365 25954,'-1'-60'196,"0"12"-236,-2 55 52,-4 13-12,2 0 11,-3 19-34,4-6 12,-1 12-17,1-10 17,2 8 28,1-24-40,1 10 51,0-23 12,4-1 44,5-13-34,6-8-16,8-13 16,4-11-39,5-7 40,1-2 21,-13 23 1,1 0 39,11-10-95,-3 8-11,-11 15-29,-11 10 6,0 0-72,0 15 38,-2 10-27,1 20-185,-5 12-504,-6 7-617,-1-1-61,0-8 851,5-18-538,22-9 1138,-6-22 140,26-12 33,-19-8 308,1-5 1,1-5 369,11-14-421,-11 9 1,0 0-33,4-9 604,7-12-526,-18 25-68,5-8-117,-14 20-179,-4 8-242,-4 5 80,-4 17 44,-2 7-17,-5 18 11,2 5-11,2 1 6,6-2 11,8-8-67,2-10-17,11-3 73,4-12 39,4-8 17,7-13 5,-6-13 45,2-8 40,-4-4 100,-2-7-151,-11 15 45,-4-2-62,-8 19-78,-1 0-359,-2 5-1154,-1 4-2509,-1 2-2335,0 2 6368,-1 4 0,4-4 0,-1 0 0</inkml:trace>
  <inkml:trace contextRef="#ctx0" brushRef="#br1" timeOffset="176560">25454 14535 25506,'38'-22'907,"-2"-6"-627,-7-9-101,1-13-118,-16 19 1,0-1-570,1-4 0,-1 0 586,-1 0 1,0 0 72,0-2 0,-1 1-50,4-9 477,-2-1-387,-10 30 123,0 3-253,-4 8-89,-1 4-5,-4 8 616,-8 12-566,-11 18-6,0 3-23,1 2 1,1 4-6,8-12 1,2 1-1,-5 14 0,3 2-11,7-12 0,4-3 8,5-2 1,4-3-37,14 22-17,10-14 51,6-16 22,3-16-6,7-21 6,-10-4 8,-5-7 1,-1-7 2,-4-4 0,-1-2-3,1 2 1,-1 0 36,0-11 0,-5 2 72,-1-5 35,-3-3-7,-9 18-27,-6 14-51,-1 12-67,0 6-39,-2 3 0,-1 7 27,-2 12 1,-2 16-42,1 0 0,2 3-59,-3 19-612,3-10 1,-1 2-470,3-15 0,-1 0 1193,0 10 0,-1 0 0,0 3 0,1-9 0</inkml:trace>
  <inkml:trace contextRef="#ctx0" brushRef="#br1" timeOffset="176776">26310 14056 27964,'21'18'-78,"-4"-1"66,-6 22 1,-5 11-2901,-2 11 1,-3 1 2718,0-11 0,-5 3-1983,-7-8 0,-4 4 0,-3 1 0,0-8 1996,-11 3 0,-2-4 1,-2 11-1,0-6 1,-2-13-1</inkml:trace>
  <inkml:trace contextRef="#ctx0" brushRef="#br1" timeOffset="180317">24033 15420 24699,'-48'30'87,"1"0"1,3-2 0,8 0-83,2 14 12,14-11-45,9 8 56,13-17 56,11 7 73,16-15 45,16-9 22,11-13 118,3-11-982,-6-13 841,-18 4 289,-3-19-216,-21 17-33,1-10-118,-14 16-139,-4 8-158,-6 7 316,-7 5-6388,-7 5 6246,-3 5 0,10-1 0,6 0 0</inkml:trace>
  <inkml:trace contextRef="#ctx0" brushRef="#br1" timeOffset="181826">25097 13180 11682,'-46'5'1443,"0"0"0,4-1 1,10 0-168,23-2 1721,5-1-2336,18-2 235,19-7-605,-1 2 1,4-1-337,10-2 1,5 0 171,1 0 0,4 0 0,1 0-1150,0 1 0,1-1 0,0 2 1043,1-1 1,0 0 0,3 0 1,-9 2 1,1 0-1,1 1 1,-1-1-504,-3 2 1,-1 0-1,0 0 1,3 0 485,-2 1 1,2-1 0,1 0-1,2 0 1,0 1 4,-3 0 0,3 0 1,0 0-1,-1 0 0,0 0 1,-2 0-3,1-1 1,-1 1 0,-1 0 0,-1 0 0,0 0 3,9 0 1,0 0 0,-2-1 0,-4 0 44,2-1 1,-4 0 0,-4-1-80,-3-1 1,-4-1 144,3 0 0,-3-1 451,10-5-468,-28 7-167,-13 3 1650,-9 4-8271,-4 0 7403,0 1 1,-1-1 0,2 1-1</inkml:trace>
  <inkml:trace contextRef="#ctx0" brushRef="#br1" timeOffset="183059">27697 13005 18627,'2'-6'3927,"0"2"-4000,-2 4-5,14-24 106,-11 30 33,11-10 1,-14 40 5,0 6 0,-1 9-33,0-16 83,-1 6 113,-2-19 112,-1-1 111,1-7 202,1-9 668,3-3-1150,-1-16-61,0-6-45,-1-20 29,0-6 66,2-16-89,2 19 78,2-11-39,0 29-34,0 2-89,-2 12-106,0 7-12,-2 7 78,0 9 74,0 13-29,1 12 17,0 7 29,2 6-35,-2-17-16,-1 4 11,0-22 0,0 0 67,0-9 56,0-3 73,0-4-498,0-5-1345,0-1 1647,-1-4 0,1 5 0,-1 2 0</inkml:trace>
  <inkml:trace contextRef="#ctx0" brushRef="#br1" timeOffset="183652">27571 13856 23019,'10'-60'926,"0"-1"0,2-2 0,0 12-697,-1 27 107,2-6-184,-11 23-360,-1 3 220,-2 25-1,-1-4 11,-7 36-5,-3 2-141,3-18 0,0 2 149,-3 9 0,0-1-297,2-7 0,1-1 286,0 2 0,2-3-8,0 5-224,3-1 235,3-27 89,0 2 214,1-14 446,3-8-694,0-3 536,7-16-574,7-8-15,1 3 1,2-1-12,-1 4 1,1 0-361,5-4 0,0 2 364,6-1-35,5 1-10,-15 18-18,7 1 29,-12 12-34,7 20-45,-8 7 28,3 7-240,-6 10-1446,2 8 583,-2-9-2733,4-9 1,4-3 3908,4-6 0,4 4 0,-14-23 0</inkml:trace>
  <inkml:trace contextRef="#ctx0" brushRef="#br1" timeOffset="183885">28466 13938 21590,'-8'-44'1127,"1"0"1,-3-1 0,0 9-612,-1 20-343,-2-1 68,3 12-140,-6 7-73,-5 9-11,-11 13-12,4 2-11,6 3 1,1 2-12,-5 18 6,11-20 0,2 2-471,5 6 1,5 1-1390,11 16-241,1-13 1,4-1-2805,5-10 1,2-3 3310,13 12 0,-8-18 0,-18-16 0</inkml:trace>
  <inkml:trace contextRef="#ctx0" brushRef="#br1" timeOffset="184118">28974 13767 24351,'-5'-40'622,"0"0"0,1 3 0,-2 11-499,-1 20-95,-2 9-6,-6 10 12,-8 16-23,-7 22-11,13-18 0,1 3-378,-1 5 0,1 2 319,2 3 1,2 0-273,3 1 1,1 1-1642,3-1 0,3 0 1972,6 4 0,1-4 0,-1 6 0,7-8 0</inkml:trace>
  <inkml:trace contextRef="#ctx0" brushRef="#br1" timeOffset="185103">29206 14092 23306,'17'-41'414,"1"-1"1,-2 3-1,-4 11-156,-11 26-336,0 0 93,-1 9 13,-2 6 25,-3 15-42,-4 9 6,-5 18-6,3-16 81,-3 11-86,7-26 16,2 0 113,2-11 240,3-8 68,3-7-197,5-8-139,9-11-7,8-11 18,8-8-40,3-1 18,-4 5-1,-7 9-84,-10 12-67,-6 6-45,-7 7 34,0 4 11,2 9-112,4 11-129,3 13-274,2 9-382,3 3-323,4 1 15,10-6 510,12-9 533,7-14 313,4-12 348,-6-15 291,-9-9 44,-9-10-38,-9-4-46,-6 0-84,-5 3-167,-5 7-185,-3 7-292,-1 7-72,0 4-203,-2 7 270,-4 10 50,1-2-44,-1 19 10,4-17 35,5 12-1,7-13-6,2-1 74,17-2 33,-6-9 68,10-7 4,-6-9-38,-5-10-62,-4-3-28,-4-2-39,-6 4-213,-4 7-129,-3 8-6419,-1 5-1893,0 24 8637,-1-3 0,0 6 0,-1-10 0</inkml:trace>
  <inkml:trace contextRef="#ctx0" brushRef="#br1" timeOffset="185610">30083 14425 9811,'4'1'9830,"0"0"-6318,-4-1-2414,71-43-846,-50 22-222,20-12 0,-2-5 255,-25-12-184,-4 14 1,0-3 15,0-4 1,1-1-197,0-1 0,-1-1 342,-1 3 0,0 1-39,-2 6 0,-1 1 95,0-17-11,-5 16-280,-1 19-123,-2 8-78,-2 11 334,-5 12-161,-18 36 226,6-7-229,0 0 1,-1 3-7,8-10 1,2 0-37,-3 20 0,4-1 23,4-17 0,4 0-26,5 10 0,6-3-69,20 2 61,-9-21 0,4-2-1594,6-7 1,2-5 1649,11 0 22,20-24-11,-34-8 0,-3-3-338,20-17 349,-14 2 1,-2-3-118,-9 5 1,-2 0 138,5-12 1,-1-2 28,-2 1 0,-3-2 75,-2-4 1,-4 2-99,-3 18 0,-2 2 45,-3-4 1,-1 4 139,-2 8-207,0 7 2920,0 10-3065,-2 14 94,0 3 23,-4 23-14,2 2 0,0 3-23,0 3 1,-1 3-340,-1 14 1,1 0 195,1-17 1,0-1-594,-2 11 1,-1 0-1573,0-11 1,0-1 1875,-1 3 1,0-2 0,-3 8-1,5-24 1</inkml:trace>
  <inkml:trace contextRef="#ctx0" brushRef="#br1" timeOffset="185818">31114 13718 24475,'1'-9'1535,"1"3"-1373,-2 6 17,0 0-145,61 3 38,-44 25 1,-2 7-42,22-1 0,-2 3-805,-21 13 0,-9 4 538,-5 6 1,-6 1-1669,-11-6 0,-4-1 1904,5-14 0,-2 2 0,1-5 0,-5 4 0,1-6 0,-9 7 0</inkml:trace>
  <inkml:trace contextRef="#ctx0" brushRef="#br1" timeOffset="187622">29040 15126 25825,'-33'3'3,"0"1"1,0 4 0,1 7 1,2 15 1,3 6-496,0 0 0,3 0 493,4-2 0,4 1-15,3-3 1,6-2 299,13 22-288,19-13 11,21-16 34,12-15 14,-25-12 0,-1-5-27,-1-2 0,0-5 164,-3-4 0,-2-2-34,-3-4 1,-3-3-51,-1 0 0,-3-2-40,-3 0 1,-1 0 17,4-26-51,-7 10-157,-16 13-206,-15 11-4885,-24 10 5209,-6 7 0,14 4 0,13 2 0</inkml:trace>
  <inkml:trace contextRef="#ctx0" brushRef="#br1" timeOffset="200680">27568 12978 7067,'-3'0'3898,"1"0"-846,2 0-178,-14 5-2281,9-3 438,-10 4-241,13-5 1540,2 0-2129,3-1 97,1 1-85,6-2-57,7-2-3424,10-2 3329,0-2 74,24-4-1,-18 3 101,9-3 62,-22 5-79,-9 1-156,-8 4 2580,-3 0-3505,2 0-2459,9-2 3322,5-1 0,-3 0 0,-2 2 0</inkml:trace>
  <inkml:trace contextRef="#ctx0" brushRef="#br1" timeOffset="201831">28293 12957 17641,'0'-4'3742,"0"1"-1434,0 3-2460,-2-39 102,2 29 33,-4-19 79,3 46 39,-2 30-90,2-17 6,1 14 16,-1-21 6,0-1-16,-1 1 61,-1-7 185,1-8-45,1-4 1075,1-3-1192,5-14-51,1-5-11,9-18-6,3-8-11,4-7 17,3 0-6,-1 7-45,-2 10-33,-4 14-17,-3 10 0,1 9 28,3 11 22,-2 3-27,12 24-1,-12-5 12,3 14 16,-11-10 6,-6-7 6,-3-7 27,-1-8 113,0-7 16,1-5-128,7-15-28,5-8 16,13-18 6,5-1-17,4 2 17,1 7-28,-13 14-67,-4 6-62,-15 10 84,-1 2-16,2 15-23,-1 5-51,0 16 29,-1-7-253,0 7-436,6-2 128,6-4-61,13 0-11,12-16 150,14-7 410,-5-7 123,-16-3 0,1-4 176,-2-2 1,0-4-26,27-12 70,-28 7 1,-3-2 193,4-16 21,-9-2 7,-7 2-12,-8 4-56,-7 7-151,-6 6-112,-7 6 196,-9 5-218,-8 7-6,-8 10-28,5 1-17,-16 24-28,22-6-22,-6 16 11,22-9 34,13-5 22,11-5 33,10-8 74,17-7-46,-11-8 135,10-10 51,-18-8-34,1-8-62,-3-6-22,-5-3 22,-2 1 51,-3 6 11,-4 8-84,-3 8-169,-2 6-128,0 2 56,-5 11 101,0-2-22,-5 11-298,-4 15-263,4-2-532,-2 17-1042,7-8-1965,5-4-3607,8-9 7740,2-10 0,-1-11 0,-3-4 0</inkml:trace>
  <inkml:trace contextRef="#ctx0" brushRef="#br1" timeOffset="202205">29445 13022 14590,'36'-47'1949,"0"0"0,-4 6 1,-5 4-623,-4 8-316,-10 11-524,-7 10-490,-5 6-137,-1 4 166,-5 8 53,-6 13-62,-8 13-51,-5 12-145,-2 2-140,3-3 22,3-8 40,5-10 21,5-9 186,2-11-40,1-9 23,1-10 89,-2-12 51,2-11 84,2-9 96,5-4 156,5 2 128,2 8-27,0 10-208,-2 10-363,-3 9-102,-1 5 130,4 12 16,6 9-62,8 14-240,8 11-442,9 4-35,-16-24 0,2-1-1229,2-1 1,1-2-7807,27 13 9498,-15-13 0,-14-8 0,-18-10 0</inkml:trace>
  <inkml:trace contextRef="#ctx0" brushRef="#br1" timeOffset="202406">29962 12827 22105,'30'-14'-3277,"0"1"0,5 2 0,0 6 2786,3 14 0,-4-1 0,-15-4 0</inkml:trace>
  <inkml:trace contextRef="#ctx0" brushRef="#br1" timeOffset="202580">30058 12973 20923,'-10'15'-5808,"18"-7"3086,29-9 0,12-8 2722,-2 1 0,-3-1 0,5-1 0,-5 0 0</inkml:trace>
  <inkml:trace contextRef="#ctx0" brushRef="#br1" timeOffset="202872">30689 12809 21948,'-38'9'52,"1"-1"1,0 5-1,7 3-69,8 10 6,6 19 45,15-26 101,10 12 218,18-14-225,-3-4 393,26-3-50,-18-12-214,5-2 286,-7-8-67,-12-2-5,0-15-375,-10 7-35,-5-11-616,-18 5-257,3 4-1277,-13 0 2089,4 12 0,15 8 0,1 1 0</inkml:trace>
  <inkml:trace contextRef="#ctx0" brushRef="#br2" timeOffset="229791">1678 7279 7179,'-8'2'3063,"1"-1"-2491,7-1 1231,0 0-985,-43 8-73,31-6-236,-34 6 102,40-7 235,-4 0-129,1 1-471,1 0-464,3 0 44,4 0 269,5 3 129,10 4 96,15 2 10,24 1-930,-14-7 0,4-1 732,11 0 0,3-2-69,-12 0 1,1-1-1,2 0-24,2-1 0,2 1 1,0-1-18,0-1 0,1-1 1,0 1-14,-2-1 0,0 0 1,-1 0 3,-4-1 0,0 0 0,-1-1 6,16-1 1,-3-1-83,-8 2 0,-3 0 68,-7 0 1,-4 1-28,16 0 33,-22 1 141,-17 2-57,-9 0 17,-6 0 1421,-7 3-1489,-18 3-32,1 0 4,-26 2 12,4-3-11,14-3 0,-2 0-275,-6 0 0,-2 0 258,-4 0 0,-3-1 0,6 1 0,-3 0 0,2 0 5,-17 0 1,2 1-488,0 0 0,1 0 476,4-1 1,3 1 5,13-1 0,0 0-42,-8 1 1,0 0 35,-1 1 1,2 1-251,-15 1 256,23-1 0,0 0-12,5 1 1,2-1 6,-22 4 295,17-3 0,2 0-262,-3-1 17,0 0 807,17-3-1250,11-1 365,16-2 162,16-2-90,22-3-39,-12 2 0,4 0-8,17 1 0,4 0-1234,-2 1 1,-1 0 1146,1 2 0,0 1-617,4 0 1,2 2-2566,-14-2 0,1 1 0,-2 0 3006,7 0 1,-1 0 0,4-1-1,-10 0 1,-27-1 0</inkml:trace>
  <inkml:trace contextRef="#ctx0" brushRef="#br2" timeOffset="234048">6583 7233 7257,'-9'0'2213,"2"0"-2040,-30 2 1,-7 2 16,2 3-162,-6-2 0,-1 1 39,2 8-201,20-3-23,-1-1-184,17-5 156,10-4 308,0 0 1462,9-1-516,8 1-570,19-1-303,16 0-151,-18-1 0,3 0-206,4 0 0,2 0 155,2 0 0,1 0-8,1 0 0,-1 0-319,0 1 0,-1 0 316,-2 0 0,-1 0 17,-3 0 0,-2 0 5,-3 0 1,-1 0 6,20 0 16,-14 0 308,-14 0 1050,-12 0-271,-8 0-230,-8 0-1087,-6 0 146,-13 0 106,-16 0 51,-17-1-28,4 1-183,5 0 1,-2 0 212,13 0 1,0 0 22,-16-2 0,-1 1 14,13 0 0,1-1-37,4 0 1,2 0-53,-24-1-79,13 2 0,16 1-263,0 2-129,16 2-91,-2 2 80,11 1 656,3 1-163,6 3 184,8 0-106,5-2 180,32 1-174,5-8-448,-11-1 1,3 0 301,1-3 0,1-1-3,4-1 0,0 0 11,-1-1 1,0 0-1,-3 0 1,-2 0-4,-4 1 1,-3 0-31,-6 0 0,-4 0-558,18 1-2352,-19 3 2143,-14 6 0,-9-3 0,-4 2 0</inkml:trace>
  <inkml:trace contextRef="#ctx0" brushRef="#br2" timeOffset="236996">7570 7312 6837,'-5'0'3881,"1"0"-3416,4 0-650,-15-3-89,12 2 397,-8-2 734,23 2-611,0 1 405,30 0-439,-13 0-13,5 0 0,3 0-584,-2-1 1,1 1 462,15 0 1,1-1-48,-8 1 0,2 0 17,3 0 1,5 0-1,-3 0 44,7 0 1,0 1-500,-2-1 1,5 0 0,-3 1 467,-7-1 1,-1 1-1,0-1-18,2 0 0,0 1 0,0-1-15,1 0 0,1 0 0,-1 0-15,1 0 0,-1 0 0,-1 0-7,9 0 0,1 0 10,-3 1 1,3 0 0,-3 0-12,-15 0 1,-3 0 0,3 1-5,15-1 1,3 1 0,-3 0 2,-12-1 0,-1 0 0,-2 1-321,16-1 1,-1 1 318,-8 0 1,-3 0 19,-6-1 1,-3 0-16,-5 0 1,-2 1 193,21-2 806,-9 1-738,-11-1 1392,-9 0-1555,-9 0 779,-8 0-818,-3 1 153,-3-1-176,1 0-38,0 0-353,11-2-68,-3 0-4788,24-6 5203,-12 3 0,2-1 0,-13 4 0</inkml:trace>
  <inkml:trace contextRef="#ctx0" brushRef="#br2" timeOffset="240537">21583 11693 19273,'-7'-49'908,"-1"1"1,0 0 0,-2-18 0,3 7-321,11 1 72,0 14-396,2 15-4298,-3 15 3910,-1 7 789,-2 10-743,0 8 211,3 14-83,-1 19-22,0 16-118,-3-24 0,-1 1 95,0 0 1,-1 1-3,0-2 0,-1-1-3,-2 25 3286,2-15-3230,3-17 190,0-14 382,1-10-57,1-8-380,-1-12 184,2-14-319,0-18-22,1-15-589,-1 27 1,1 0 568,0 0 0,1 0 5,1 2 1,0 2 14,2-21 5,0 14-22,-4 17-96,-2 11-397,-1 8 443,-1 28 33,-1 11 0,0-4 0,0 3 308,-1 1 0,0 1-314,0 1 1,-1 0 8,2-2 0,0 0-20,-1 22 11,2-14 34,1-19 112,0-13 594,1-8-600,1-25-72,1-11 464,3-31-509,-1 17 0,0-2-9,2 6 0,-1 0-199,1 0 1,0 2 224,7-15 11,-8 30-107,0 5-364,-5 19 331,-1 10-258,-3 29-2666,-1 24 3019,2-23 0,-1-1 0,0 16 0,0-18 0</inkml:trace>
  <inkml:trace contextRef="#ctx0" brushRef="#br2" timeOffset="247400">24796 10309 16062,'0'-6'6178,"0"1"-5388,0 5-236,4-60-302,-3 45-213,4-46-128,-5 61 50,1 8 72,1 8 1,3 24-23,-2-9 28,1 22 0,-4-15-33,-3 9-6,-1-6 39,-3-9 73,0-10 275,2-11 391,3-5-128,2-7-403,0-7-119,0-11-27,1-14-11,3-15-34,5-10-159,-2 26 0,2 1 147,0 0 1,2 1-11,14-21-6,0 10-17,-4 16-67,6 9 11,-9 12 29,4 5-18,9 20-22,-9 9 45,8 18 33,-11 1-39,-8 2 23,-6-5 284,-4-9-290,-1-11 34,0-13 78,1-7 89,1-6-66,1-8-74,4-9 6,3-13-44,6-10 5,4-4-6,2 1-39,2 7 17,-1 9-16,-4 11-40,0 8-45,0 9 67,-3 4-61,17 18-95,-9 3-214,13 15-352,-8-1-443,0 1-268,2-1 44,7-7 382,9-11 576,12-10 183,-27-13 1,1-4 325,1-1 1,-1-4 106,-2-3 1,0-2 413,21-20-58,-12-2 104,-9-2-63,-8 0-38,-5 1 11,-5 3 5,-6 5-33,-4 7-157,-7 9 242,-6 8-545,-13 11 1,-12 10-51,-11 13 6,-1 10-6,6 5-33,14 1 128,14-4-123,13-7 45,10-9 17,9-11 50,8-9 17,6-13 34,3-9 56,1-12 44,-6-4-10,-5-4-18,-9 3 45,-5 5 17,-4 8-106,-5 10-124,-2 7-134,-1 4-22,-1 6 95,-1 2-1,-9 28-122,-3 3-183,3-5 1,-2 1-737,-1 1 0,-1 0-2412,0 3 0,-1 0 3493,3-4 0,1-2 0,-4 8 0,10-20 0</inkml:trace>
  <inkml:trace contextRef="#ctx0" brushRef="#br2" timeOffset="247775">26256 10342 24687,'24'-37'62,"-12"19"-135,-39 64-417,10-16 0,1 2-2243,-9 26-1350,1-4-5748,2-4 8521,2-19 1310,-3-3 0,0-25 1115,9-20 1590,5-8 2028,6-13-1434,9 0 134,14-19-1987,1 10-903,4 7 258,-10 17-376,-7 15-285,-2 2-117,0 7-12,-3 5-22,17 22-224,3 5-177,-3-8 0,1 2-596,0-3 0,1-1-1521,2 0 0,1-1 2529,4-2 0,-2-2 0,4 2 0,-4-6 0</inkml:trace>
  <inkml:trace contextRef="#ctx0" brushRef="#br2" timeOffset="248183">26717 10260 24251,'41'-35'-2521,"4"9"1670,0 23 0,3 6-55,-16-2 1,-1 1-437,4 3 1,-3 2-4524,11 15 1116,-12 4 4937,-23 7-188,-28-4 154,-6-5 1750,-17 4 3064,4-6-851,-13 4-1154,2-5-353,-2-3-2016,19-9 229,2-3-9,22-4-730,11-3-336,17-3-532,22-4 112,2-1-379,-8 3 1,2-1-1003,-4 2 1,0-1 1801,12-2 1,-2 0-1,6-1 1,-10 1 0</inkml:trace>
  <inkml:trace contextRef="#ctx0" brushRef="#br2" timeOffset="248526">27414 10279 25259,'14'-36'13,"-1"1"0,1 3 0,5 9-8,12 23 1,2 11-6,10 12 3,-18-2 0,-5 5 41,-15 35 1,-13-26 1,-6-1-300,2-4 1,-4-2 289,-14 5 1,-4-2-4,-4-2 1,-1-2-28,1-1 0,1-1-4,3-2 1,2-3 126,-2 3-39,28-16 167,46-10-218,-8-4 1,6-1-650,21-5 0,6-1 576,-20 5 1,1 0-1,0 0-885,2 1 0,2 0 0,-3 0-422,10 0 0,-1 1 1341,3 2 0,-7 2 0,-11 0 0,-1 2 0</inkml:trace>
  <inkml:trace contextRef="#ctx0" brushRef="#br2" timeOffset="258389">19428 8125 7520,'-4'-4'8710,"0"1"-5512,4 3-2363,-27-39-645,20 21-67,-4-36-56,43 29-39,13 4-22,10 3-12,-18 12-44,5 10 39,-25 3 16,8 21 57,-28 10-28,-11 13-29,-9-6 12,-18 1-6,14-20-11,2-3 0,1 0-11,2-4-11,-9 10 100,25-22 437,14-1-263,14-8-196,8-1-39,26-9-291,2 0-1131,-18 5 0,0 1 1405,-4 1 0,-2 1 0,10 0 0,-20 2 0</inkml:trace>
  <inkml:trace contextRef="#ctx0" brushRef="#br2" timeOffset="278318">24098 7514 6714,'-10'-2'3254,"3"0"-2756,7 2 3277,0 0-2593,-21-3-515,16 2-370,-16-3-124,22 4 40,3 0 95,12 0-218,0 0 78,23 0 0,3 1-6,19 1-273,-25 0 1,2 0 233,4 1 0,1-1-396,5 1 1,2 0 417,5-2 1,3 0-47,-15-1 0,0 0 1,0 0-41,10 0 0,3-1-590,3-1 1,5 0 0,-3 1 578,-15 0 1,-3 0 0,4 0-10,0-1 0,4 1 0,0 0 0,-2 0-326,6-1 1,-2 1-1,0 0 345,0 0 0,0 0 0,-1 0-10,0-1 1,0 1 0,0-1-14,0 1 0,-1-1 1,-2 1-5,9-1 0,0-1 26,-2 1 1,2-1 0,-2 0-19,2 0 1,1 0-27,-4 0 0,4 0 0,-2 0 0,-11 0 0,-2 1 0,0 0-2,-1 0 0,0 1 1,-1-1-1,20 0 0,-1 0-3,-2 0 1,1 1-1,1-2 1,0 1-4,-18 0 1,0 0-1,0 0 6,3-1 0,0 0 1,0 0 3,3 0 0,-1-1 0,1 1-2,0-1 0,0 0 0,0 0-2,0 0 0,-1 0 1,2 0 1,7-1 0,1 0 0,-3 1-8,2 0 1,0 0-3,-7 0 1,1 0 0,-3 1 10,-1-1 0,-2 1 8,10-2 1,1 1 53,-3-1 0,1 0-91,-12 1 0,1-1 0,-1 1 6,14-1 1,-1-1-49,-2 1 1,0 0 62,0 1 0,-2 0-1,-6 1 1,-1 1-1,13-2 1,2 1-3,-1 0 0,1 0-5,-12 1 0,1 0 0,-2 0-1,2 0 0,-1 0 1,-5 0 0,3 0 1,-4 0 1,1 0 0,-1 0 5,10 0 1,3-1-340,-12 1 1,2 0 0,-1 0 333,13-1 0,-1 0 0,-1 0 0,-1 1 406,-3 0 1,0 0-438,2 1 1,-1-1 18,-8 2 1,0-1 11,15 0 0,0 0-140,-22 1 1,0-1 150,10 0 0,1-1 6,-2 0 0,1-1-1,0 0 1,1-1-3,0 0 0,1-1-6,0 0 1,3 0-9,11-2 0,0 1 3,-20 1 0,1 1-3,17-2 0,-1 0 11,-23 2 0,0 0-708,16-2 1,-1-1 704,-18 2 1,0 0 979,18-5 0,-2-1-960,7-2-20,-16 2 0,1 1 4,8-3 4,9-2 1,-13 2-17,-11 4 0,1-1 0,23-4 57,-3 0-57,-7 6 33,-7 0-22,-8 1 469,10-3-441,-25 5 3283,3-1-3266,-10 2 206,-8 3-570,0 0-5383,-5 0 5691,-3-1 0,2 1 0,0 0 0</inkml:trace>
  <inkml:trace contextRef="#ctx0" brushRef="#br2" timeOffset="279814">30556 7308 23091,'3'-51'544,"-1"10"-578,-2 44 23,0 7 56,2 22-45,1 8 5,1 5 23,-2-12 0,0-1 0,-1 3 5,0-3 1,-1 1 34,-5 10-1,1-3-17,-2-10 521,3-19-151,2-8 399,2-4-444,3-9-230,7-22-5,9-27-123,-3 5-190,-5 16 0,-1 0 257,2-13-3264,1-8 3247,-5 17 103,-1 5-109,-6 23-61,1 1-44,-3 11 210,0 6-171,1 3 3378,2 15-3435,1 13-280,-1-1 1,0 2-520,0 19-4055,-2-1 1,0-2 2457,-1-11 0,0 15 1,0-46-1</inkml:trace>
  <inkml:trace contextRef="#ctx0" brushRef="#br2" timeOffset="280698">30221 8256 23271,'1'-38'775,"0"-1"1,1-23-782,-2 61-27,0 3 49,0 9 35,1 12-29,-1 19 17,-5 16-309,0-23 0,-2 0 284,-3 2 0,-1 0 25,-3 0 1,-1-2-64,1-3 1,0-3 74,-11 19 22,8-16-23,7-15 544,7-9 89,2-7-251,5-7-309,4-10-84,10-16 23,11-14 93,-10 20 1,1-1-156,2 0 0,0 1 28,20-21-23,-11 16 67,4 5-88,-16 18-24,9 3 12,-7 14-39,1 10-123,0 11-258,-1 7-420,-1 5-482,0-1-610,1-3-492,2-10 732,-2-11-5427,19-12 2218,-2-14 4929,21-8 0,-29 4 0,-2-3-249,1-1 1,-1-2 1673,-1-2 0,-1-1 880,-2-2 1,-2 0-330,12-14 1267,-1-9-873,-15 15 33,-1-9-1479,-12 14-392,-11 6-286,-5 13-150,-6 5 463,-7 7-463,-6 8-63,-6 13-22,-1 10-11,5 10-28,9 6-693,9 4 581,7-11-605,8-12 0,5 0-2162,11 10-1017,-1-13 1,3-1 3330,18 5 1,-11-15 0,-9-9 0</inkml:trace>
  <inkml:trace contextRef="#ctx0" brushRef="#br2" timeOffset="280945">31524 8098 25735,'-31'18'48,"-1"0"1,-1 13 0,5 6-44,13 4 1,5 3-12,-1-1 1,3 0-135,7 8 0,6-4-118,5 1-1764,16 8 0,8-2-2622,-8-31 1,2-3 3964,12 13 1,0-4 0,-1-15-1,-17-9 1</inkml:trace>
  <inkml:trace contextRef="#ctx0" brushRef="#br2" timeOffset="281706">31070 8205 8298,'3'-2'4398,"-1"1"3941,-2 1-7111,2-11-915,-1 9 141,-1-9-202,-4 11-135,-6 0 12,-7 3 39,-12 4 84,-19 14-179,11-3 30,6 5 1,2 1-42,5 4-18,4-1 1,1 4 11,3 14-33,2 15-9,10-22 0,3-1 11,4-4 0,1-1-14,7 27 1,17-9-52,-5-25-2707,26-3 0,7-5 2747,3-6 0,-11-2 0,-5-2 0,-16-7 0</inkml:trace>
  <inkml:trace contextRef="#ctx0" brushRef="#br2" timeOffset="282554">32093 8201 14152,'-7'0'5394,"2"1"-3989,5-1 1391,0 0-2337,-10-47-146,12 26-133,-4-37-63,20 38-72,4 4-34,4 3-22,4 6-28,-1 4 39,0 10-34,-3 7-27,-4 13 44,-9-3-28,-8 25 45,-14-12-3375,-9 18 3358,-2-23 101,-21 7-17,12-19 23,-12 7 72,14-15-39,9-6 270,7-4-191,8-4 3268,3-2-3425,5-5-23,7-2-11,9 0 1,8 3-1,-2 3 0,18 6-39,-14 6-6,12 9 1,-15 6-113,-8 5-111,-8 2-153,-12 1-379,-12-2-701,-12-3-1731,-13-8 3221,-14-8 0,22-5 0,0-4 0</inkml:trace>
  <inkml:trace contextRef="#ctx0" brushRef="#br2" timeOffset="282822">32547 7914 20901,'0'-4'3294,"0"1"-2000,0 3-1221,45-20 5,-21 33 34,38-2-56,-44 16 0,-6 6-433,2 5 1,-2 3 404,-2 5 0,-3 2-62,-5 5 1,-5 0-326,-5 2 0,-5-1-103,2-11 0,-5 0 254,-9-1 1,-6 2 0,5-7-1,-2 4 1,-2-6 0,1 0 0</inkml:trace>
  <inkml:trace contextRef="#ctx0" brushRef="#br2" timeOffset="287462">10268 5264 5739,'0'0'0</inkml:trace>
  <inkml:trace contextRef="#ctx0" brushRef="#br2" timeOffset="289662">30832 9242 8153,'0'-6'9830,"0"1"-6223,0 5-2632,-4-42 16,1 27-789,-3-29 39,3 39-191,3 5-184,-1 0-23,1 3 134,-1 9 57,1 22-28,0 4-12,0 12 6,0-17 6,0 5 5,0-21 34,0 7 106,0-18 39,0-1 908,0-5-913,2-22-112,1-2-3403,2-25 3363,-1 14 90,1-10 85,-1 4-85,-1 3-28,0 4-67,-1 19-101,-2 8-151,1 5 185,-1 17 0,1 15 16,2 13 3393,0-2-4104,1 16-39,-3-28-2946,-3 27 3719,-5-20 0,3-11 0,-2-5 0</inkml:trace>
  <inkml:trace contextRef="#ctx0" brushRef="#br2" timeOffset="290614">30278 9451 6193,'-9'-2'896,"2"0"-672,7 2 532,0 0-1534,-1-3-617,1 3 1238,-1-4 157,2 4 0,5-1 0,-3 1 0,1-1 0</inkml:trace>
  <inkml:trace contextRef="#ctx0" brushRef="#br2" timeOffset="291289">30274 9398 9148,'-44'1'844,"-1"0"1,1 0-1,-9-1 1,8 1 174,14 2-357,24-2-141,2 0 33,4 0-296,1-1 933,4 1-267,7 1-350,14 1-227,19-1-221,-10-1 0,2-1-475,12-2 0,5 0 390,-11 0 0,2 0 0,3-1-785,5 0 1,4-1-1,1 0 1,-4 0 750,1 1 1,-2-1-1,4 0-2,-7 1 1,4 0 0,2-1 0,-2 1-1,-3 0-554,12-1 0,-4 0 1,3 1 546,-7-1 1,2 0 0,1 1-1,-2-1-127,-3 0 0,-1 0 1,-1 1-1,-1-1 131,10-2 0,-2 1 0,-1 0-10,-7 0 1,-2 0-1,-1 1-107,11-3 1,-3 1-592,-12 1 0,-3 0 805,17-2 1,-29 3-1,-13 3 1</inkml:trace>
  <inkml:trace contextRef="#ctx0" brushRef="#br2" timeOffset="292395">30152 9526 10102,'0'-5'5854,"0"0"-1111,0 5-3735,2-25-733,-2 18 347,2-21-454,-2 25 123,0-1-78,0 1-22,0 1-40,-1 1-73,-1 0-117,-1 1-23,-5 2 68,-9 5 16,-8 3-44,-8 6 0,11-4 33,6-4 22,13-6 7,3-2-40,0 2 5,0-1 12,0 3 17,1 0-12,-1-1 56,0-1 930,0-2-632,3-4-259,2-4-55,5-7 22,5-11-44,-2 5-18,-2 1-22,-7 11-95,-2 6-35,-2 3 97,-7 18 44,1-1 17,-14 35-17,9-23-5,-9 26-23,12-24 39,-2 9-33,5-18 34,1-2 44,4-16 208,-1-1 122,1-9-341,-1-8-39,1-3 0,-3-29-17,1 17 0,1-2 0,1-2-6,-1-21 6,2 11 6,-1 1-129,1 33-17,0 2 162,-7 40-89,0 2-62,-4 20-1171,5-17 1,1 0 1299,1 22 0,-1-5 0,4-21 0</inkml:trace>
  <inkml:trace contextRef="#ctx0" brushRef="#br2" timeOffset="294587">29389 10182 19613,'13'-43'1025,"0"1"0,-2 4 0,-1 8-655,-3 19-359,-4 6-5,-2 11 128,-4 14-22,-4 19-39,-6 19-1722,2-11 1,-2 1 1665,4-14 0,-1 0 2,-5 17 1,-1-2-119,5-18 1,-1-2 123,-2 6 1,0-1 13,-11 23-22,4-13 28,8-14 128,5-12 443,6-10 3446,2-8-3697,5-11 96,5-12-371,10-15-17,8-11-241,-10 22 0,0 1 179,2-1 0,-1 2 34,18-17-45,-7 12-39,-9 13 5,-6 11 17,-4 14 6,1 10-62,2 14 258,2 6-740,0 5-800,3 1-1541,4-3-5410,3-5 8306,-1-11 0,-8-12 0,-8-7 0</inkml:trace>
  <inkml:trace contextRef="#ctx0" brushRef="#br2" timeOffset="294829">30106 10252 16756,'0'-4'4638,"1"0"-3517,-1 4-539,-56 25-285,22 14-278,0-16 1,1 0 14,7 24-6,13-8-51,4 0-173,2 10-1233,23 4-1040,10-11 206,8-7 2263,17-10 0,-32-18 0,10 1 0</inkml:trace>
  <inkml:trace contextRef="#ctx0" brushRef="#br2" timeOffset="295104">30613 10178 24475,'-42'12'113,"1"0"1,6-4 0,6 3-58,-6 41-2870,22-21 1,1 0 2813,-8 21 654,10-10 0,4 0-1130,10 3 826,2 9-2501,19-11-4122,7-13 6273,5-1 0,-11-13 0,-11-9 0</inkml:trace>
  <inkml:trace contextRef="#ctx0" brushRef="#br2" timeOffset="295505">31125 10293 19652,'0'-4'3899,"0"0"-2908,0 4-924,-68-13 62,17 46-121,4-24 1,2 3-2842,19 14 0,7 4 2833,-5 13 1301,4 11-1318,10-9-11,3 16 897,13-26-875,11-1 6,4-13 28,11 0 45,-7-10-17,-2-9 3531,-4-16-3335,-9-2 34,2-13-202,-8 11 139,-5-2-89,-10 8-72,-2 3-51,-9-1-28,-3 5-22,9 2-437,-3 4-6,14 1-1652,-1 6-157,5-2 2291,10 7 0,-7-9 0,8 2 0</inkml:trace>
  <inkml:trace contextRef="#ctx0" brushRef="#br2" timeOffset="295741">31308 10183 21052,'-3'-7'4061,"1"1"-3523,2 6-129,0 0-370,16-27-28,4 50-16,14-6-7,-20 9 1,-4 7-1766,-1 21 0,-4 0 1559,-8 6-1480,-8-13 1,-7 8 0,-2-7 1319,-3-8 0,-1-4 0,-4 9 0,1-4 0,-2-8 0</inkml:trace>
  <inkml:trace contextRef="#ctx0" brushRef="#br2" timeOffset="297130">30133 10362 7156,'0'-3'5837,"0"1"-2225,0 2-2665,8-21 5,-6 11-504,6-16 784,-11 16-599,1 4-275,-2 0-156,1 5-168,1 1 16,0 0 12,-4 3 22,-6 5 11,-6 6-22,-6 6 11,-1 7-56,5-4 33,-9 21-27,9-13 5,-8 15-22,8-13-23,5-4 29,5-6 39,5-6 61,8-3 168,7-3 23,11-2-157,12-3-101,9-2-398,5-4-3994,-1-5 3488,-12-2 0,-14 1 0,-11 2 0</inkml:trace>
  <inkml:trace contextRef="#ctx0" brushRef="#br2" timeOffset="298254">29796 11004 9621,'3'-6'7763,"-1"2"-4638,-2 4-2576,58-54-409,-43 40-82,17-17 1,-6 9 81,-29 31 157,-2 13-17,-6 16-89,-5 15-112,2-6-21,4-10 1,0 0-47,1 12-1,3-15 0,1-1 6,2 6 33,3-12 314,0-14 454,0-7-85,2-7-453,2-9-184,4-11-1,2-14 0,3-13 6,2-9-59,-8 25 0,0 1 8,0 0 1,1 0-216,4-26 232,-3 19 146,-2 3-135,-4 22-106,-1 1-151,-2 10 173,-3 22-10,-1 6-80,-3 24-313,-1 2-1154,0 9-1508,3-30 1,2 1 3070,-4 23 0,3-21 0,3-15 0</inkml:trace>
  <inkml:trace contextRef="#ctx0" brushRef="#br2" timeOffset="298671">29318 11440 17966,'-39'-3'1176,"1"0"1,-24-3-858,61 6-45,3 0 107,9-1 5,18-1-128,31-5-1222,-14 2 0,5 0 983,-10 1 0,3-1 0,6 0-13,0 0 1,7 1 0,3-1 0,-1 0-1,-5 0-2,9 0 0,-4 0 0,4 0-8,-12 1 1,5 0-1,1 0 1,-1 0 0,-4 0-858,13 0 1,-4 1 0,1-1 844,-14 1 1,0 0-1,1-1 1,1 1 3,8-1 1,3 0 0,-1 0 0,-1 0-268,-5 0 1,-1 0 0,-1 0 0,-2 0 208,8-1 1,-1 0 0,-5 0-589,11 0 1,-7-1-2183,-18 3 0,-6-1 2840,1 1 0,-21 3 0,-10 0 0</inkml:trace>
  <inkml:trace contextRef="#ctx0" brushRef="#br2" timeOffset="299538">29164 11539 11276,'1'-6'7831,"0"2"-5439,-1 4-2282,19-43-198,-14 33 44,14-29 100,-20 51 5,-4 12-104,-2 11 99,-3 7 16,0 2-10,1-10 44,-1 1 181,2-11 105,0-3 168,3-7 168,3-10 39,1-3-341,1-7-331,0-8-22,2-9 16,1-7-44,3-1-23,1 3-10,-1 8-152,-3 8-448,-1 7-454,-2 8-1378,-1 10-4060,-5 12 6480,-1 5 0,0-8 0,3-8 0</inkml:trace>
  <inkml:trace contextRef="#ctx0" brushRef="#br2" timeOffset="300113">28632 12010 15799,'-1'-6'4559,"0"1"-3327,1 5 264,2-73-1115,-1 51-227,0-19 0,1 5 305,0 32-571,-1 1 117,2 17 29,-1 10 33,0 38-281,-2-15 222,-2-9 0,-3 1-2,-8 14 11,4-21 0,0 0-1,-7 13-4,-4 4-7,10-25 18,-2 4 27,8-19 1166,3-5-811,11-19-360,4-5-6,15-19-6,9-4-21,7 0-1,-6 9 6,14 0-45,-24 21 0,9-1-28,-20 21 0,-4 8 16,-5 14-72,-2 7-773,1 14 163,-3-16-1782,8 11-3114,4-23 5618,6 0 0,-7-10 0,-4-7 0</inkml:trace>
  <inkml:trace contextRef="#ctx0" brushRef="#br2" timeOffset="300363">29271 12083 24256,'-6'-46'482,"-3"13"-437,-12 58-51,0 4-5,-7 10 5,11-6-67,3 1-251,6 1-589,0 7-6982,21-1 3027,-1-17 4706,16-3 0,-18-17 0,1-1 0</inkml:trace>
  <inkml:trace contextRef="#ctx0" brushRef="#br2" timeOffset="300839">29625 12131 22263,'0'-24'571,"0"5"-487,0 19-1115,0 0-3887,-3-1-1086,2 1 6004,-4-1 0,5 1 0,-1 0 0</inkml:trace>
  <inkml:trace contextRef="#ctx0" brushRef="#br2" timeOffset="301362">29364 12104 18050,'16'-21'3310,"-4"4"-2834,-12 15 208,0 1-589,-5 1-83,-1 0 32,-8 2-4,-3 2 16,-8 4 50,-3 4 23,-2 3 22,-6 8-117,13-8-12,0 4 6,9-4-6,1 8 1,2 0-12,2 4 0,5-7-5,3-6 27,8 4 18,5-6-29,5 0-61,25-4-224,-4-5-780,18-6-340,-19-1 1383,5-12 0,-28 11 0,5-5 0</inkml:trace>
  <inkml:trace contextRef="#ctx0" brushRef="#br2" timeOffset="301763">29739 11905 14409,'1'-3'6531,"-1"1"-3999,0 2-2465,0-34 17,-4 33 34,-7-17-45,-2 38 100,-14 26-105,6-6-249,6-9 0,0 1 215,-5 28-43,11-29 1,2 1-68,-3 29-58,6-3-57,8-15-1270,26 9-993,-4-34 1,3-3-1596,25 18 4049,-19-22 0,-3-5 0,-11-4 0,-1 0 0</inkml:trace>
  <inkml:trace contextRef="#ctx0" brushRef="#br2" timeOffset="302322">30092 12013 16180,'-1'-3'5242,"0"0"-3449,1 3-1737,-7-18-73,4 17 73,-7-9 22,3 29-11,-3 9 1,-3 10-24,-2 3-10,0 1 0,0-3-23,3-12 0,-1 4 17,8-20 162,0 3 382,4-11-18,6-7-358,5-7-95,9-11-51,0-1 68,19-24-45,-6 9-40,-10 11 1,2 0 34,11-10-24,-7 10-49,-9 12-34,-10 8 5,-3 6-5,-1 9-23,2 7-33,-3 13-146,0 9-487,-7 5-964,1 0-2313,-2-3-5589,9-10 9594,2-9 0,1-10 0,-2-7 0</inkml:trace>
  <inkml:trace contextRef="#ctx0" brushRef="#br2" timeOffset="302620">30411 12175 13911,'2'-4'7416,"0"1"-4907,-2 3-2531,20-40 22,-22 41 5,10-25-33,-26 51-22,2 2-34,6-2 28,8-5 50,14-4 6,6-8 6,5-5 22,9-8 11,-5-5 40,6-9 61,-6-3 39,-5-5-22,-7 1-79,-4 1-84,-4 3-195,-3 4-729,-3 7-1271,-1 5-2941,-4 7 5142,-3 9 0,2-5 0,-1 4 0</inkml:trace>
  <inkml:trace contextRef="#ctx0" brushRef="#br2" timeOffset="303187">30687 12261 24251,'22'-50'1299,"-3"0"-1091,-14 13-1,3-8 28,1-3 39,2 1 23,-1 8-34,-4 9-72,-2 10-96,-2 10-106,-2 5-191,0 5 152,-3 11 44,-1 10 12,-4 18-18,3-7 1,1 2-28,-2 27 34,1-1-1,4-10-16,6-17 5,0-1-56,19 5 84,-10-24-11,17 6-5,-8-24 16,9-9-11,3-11 16,-12 1 1,-2-3 6,9-12-161,-9 5 0,-2-1 189,4-18-9,-10 21 0,-1 0 92,6-26 51,-6 4-68,-7 21-61,-3 8-16,-2 18-24,0 5-55,0 2 220,-2 6-193,-1 2-10,-5 19 22,1 10-34,-1 18-1847,6-13 1,0 0 1521,0 17-1002,3-10 0,1-3-572,-2-8 1933,2-4 0,-1-2 0,-1-15 0,0 5 0</inkml:trace>
  <inkml:trace contextRef="#ctx0" brushRef="#br2" timeOffset="303421">31336 11836 22436,'0'-9'3865,"0"2"-3613,0 7-269,0 0-5,2-33 44,11 57-16,2-17-20,-2 28 0,-3 10-128,-2-13 0,-1 0 108,0 14 1,-4 0-242,-4-6 1,-4 1-1946,-7 0 0,-4 3 0,-1-2 2220,-5 5 0,-2-2 0,-1-4 0,0-6 0,-1-8 0</inkml:trace>
  <inkml:trace contextRef="#ctx0" brushRef="#br2" timeOffset="304604">31328 11174 15978,'-49'5'1232,"9"-1"-420,40-2 1087,16 0-1524,0 0 62,32 0-207,11-3-146,-4-2 0,4 1-598,-17-1 1,1 1 539,1-1 0,3-1 0,-2 0 13,4-2 1,0 0-12,13-2 0,1 0 0,0-1 0,-1-1 0,-3 1 0,-3-1 25,-4 1 0,-3 0 28,-7 0 0,-2 0-39,-7 2 0,-3 0 110,17-6 5,-13 4-11,-10 2-29,-10 4-27,-6 1 990,-5 1-946,-2 1-4243,-5 2 4109,0 2 0,-1-1 0,3 0 0</inkml:trace>
  <inkml:trace contextRef="#ctx0" brushRef="#br2" timeOffset="304970">32331 11134 15620,'-1'-3'4721,"1"0"-1489,0 3-3170,3-20-40,-1 18 73,5-10 45,2 30 11,5 14 12,3 10-18,-1 10-44,-3 4-45,-6 1-45,-5-2-559,-7-2-5479,-3-4 6027,-2-9 0,3-17 0,4-10 0</inkml:trace>
  <inkml:trace contextRef="#ctx0" brushRef="#br2" timeOffset="306422">31834 12042 22021,'15'-35'826,"0"1"1,9-21-844,-24 53-89,0 4 78,-1 8 67,-5 11 11,-9 29-33,-3 4-318,5-19 0,-1 0 312,-3 12-11,-3 3 0,7-15-5,-1 3 10,3-5 18,6-15 100,2-5 22,3-10 709,0-3-75,3-4-578,8-14-128,6-7-50,3-5 16,11-4 11,-1 5-3346,12-7 3324,-14 13 11,2 4-61,-19 15 11,0 1-23,-2 10-62,4 14 7,-3-3-281,4 17-1400,-4-4 3997,-1-4-6769,2 6 4542,0-17 0,-5-4 0,2-5 0</inkml:trace>
  <inkml:trace contextRef="#ctx0" brushRef="#br2" timeOffset="306671">32373 12064 23416,'-27'19'230,"-8"13"-230,14-2-28,-8 14-174,17-16-78,2-2-1037,7 2-2530,12-10 3847,9-1 0,-5-8 0,2-5 0</inkml:trace>
  <inkml:trace contextRef="#ctx0" brushRef="#br2" timeOffset="306912">32597 12038 24760,'7'-32'252,"-7"13"-224,-16 35-11,-12 20-56,1 2 16,2 2-486,8 11-51,11-26-4498,3 29 5058,15-26 0,-5-1 0,4-14 0</inkml:trace>
  <inkml:trace contextRef="#ctx0" brushRef="#br2" timeOffset="307773">32913 12064 24833,'-16'0'17,"-3"10"-6,-2 27 0,-2 3-44,4-7 38,-5 10 1,13-21-23,-7 15 28,13-24 6,-1 2 56,7-12 33,6-8 1,7-6 10,8-10 35,6-6-1,2-4-50,0 1-45,-7 6 118,5 0-107,-12 12-62,2 0-55,-8 7 33,-6 10-16,1 6-18,-4 9-16,-6 9-17,0-5-712,-11 12 236,10-19-2644,-2 14-498,17-23-202,8 0 1826,13-13 2100,5-6 1670,0-6 952,-4-1-230,-8 0-616,-6 1-1098,-6 3 420,-4 0 118,-2 3-611,-1 1-50,-1 2-129,-1 5-235,-1 1-224,-6 10 28,1-1 5,-9 17-11,5-8 0,-2 8-11,5-13 6,3-1 50,1-6 151,0-1-67,2-2 152,6-8-219,3-2-6,6-8 23,1-1 10,-1 1 18,-1 1-12,-2 3-10,-4 2 38,-2 1 0,-1 2-27,-2 1-18,-1 1 1,0 0-12,-1 1-10,0 1-18,0 0-39,-1 1 0,1 0 23,-1-1-28,-1 3-3261,0 0-2346,0 5 5601,-1 1 0,1 1 0,0-3 0</inkml:trace>
  <inkml:trace contextRef="#ctx0" brushRef="#br2" timeOffset="308371">33229 12363 17025,'5'4'4038,"-1"-1"-201,-4-3-3378,21-23-94,-9 5-79,18-22-174,-19 14 117,12-17-55,-9 15 39,8-12 11,-10 19-51,-4 7-66,-4 6-63,-3 4-178,-1 3 39,-3 5 89,-3 5 17,-3 8-16,0 5 22,1 7-34,3 1 0,3-1 11,5-1 6,2-3 0,6-5-5,1-4 33,2-7-6,1-5-5,-2-5 17,11-14 5,-4-6 6,10-17 5,-2-7-1721,-8 13 0,0-1 1716,9-14 22,3-7-5,-9 16 122,-9 13-88,1-4-46,-10 20-72,-5 6-18,-1 5 3318,-2 8-3272,-1 2 232,-8 31-300,3-5-72,-4 21-354,6-10-654,3-5-1003,3-8-2812,3-11-4874,0-11 8984,0-8 0,0-6 0,-2 0 0</inkml:trace>
  <inkml:trace contextRef="#ctx0" brushRef="#br2" timeOffset="308555">33758 12135 26760,'11'-34'75,"0"-1"1,8-15-31,-15 64-39,4 15 5,1 15-45,-2 14-229,-15-14 0,-4 1-183,3-12 1,-4 0-4095,-21 18 1,-6-3 4539,10-19 0,-1-4 0,3-1 0,3-2 0,-10 1 0</inkml:trace>
  <inkml:trace contextRef="#ctx0" brushRef="#br2" timeOffset="310162">30115 11541 16992,'1'-4'4755,"1"0"-4256,-2 4-555,11-30 22,-13 29 85,1-16-18,-20 42-22,-6 8-22,3 3 0,9-3 11,11-5 22,8-10 74,11-3 475,24-12-146,-3-7-189,7-5 228,-12-10-38,-13-1-107,0-7-117,-9-1-62,-5 1-23,-4 4-55,-1 8-124,-2 7-178,-1 5-91,-3 7-828,-4 9-8672,-6 9 8455,2-1 0,5-6 1,6-11-1</inkml:trace>
  <inkml:trace contextRef="#ctx0" brushRef="#br2" timeOffset="310855">32951 11341 10494,'2'-4'7063,"0"1"-3898,-2 3-2163,28-59-256,-21 42-567,9-16 0,-4 6-89,-13 25-45,-6 9 22,-9 7-45,-1 3 23,-23 22-56,15-11-3409,-6 12 3414,20-16 45,13 4 90,11-13 101,12 3 83,10-11 68,6-11-162,-8-2 245,3-12 40,-13-8 3057,-3-2-3488,-7-7-129,-12 5-202,-3 12-1708,-10 0-2128,-1 14 4094,-11 1 0,13 3 0,-1 0 0</inkml:trace>
  <inkml:trace contextRef="#ctx0" brushRef="#br2" timeOffset="313365">32598 10668 21097,'4'-11'73,"-1"11"-12,-3 24 46,0 5 55,-5 1 29,0-3-1,-6-3 52,1-6 4,2-7 185,3-5 605,3-5-812,2-3-5,0-8-12,0-7 0,0-11-33,2-8 27,5-13-117,-1 15 107,6-9-23,-5 24-61,1-1-79,-2 10-68,-1 6 12,1 2-5,11 14 22,-2 1 5,3 6-28,-2 8 51,-7-9-17,1 4-22,-5-8 27,-3-7 23,0-2 163,-1-3-107,1-4 22,2-4-72,3-7-29,9-12 18,-4 5-6,6-4-17,-7 12-6,-3 3-44,-1 4-29,-5 4 12,0 1-123,8 4-405,7 3 226,1 1-79,3 0-739,0-2 32,4-2 186,15-3 874,-12-3 151,9-7 62,-26 3 207,5-4 240,-13 3-206,0-1-179,-3 1 290,-2-2-347,1 4 202,-2-4-11,1 6-34,0 0-252,0 3-45,0 1 11,0 1 17,-2 6-5,-1 3-6,0 5-22,1-1-12,2-2 12,5-3 38,0-5 7,2-2 83,15-12 6,-5 0 123,9-8-78,-13 7 134,-3-2 113,-6 5-315,0 2 18,-2 2-387,0 3 173,-3 7-369,-2 8 39,-1 1-358,-1 5 795,-1 4 0,5-14 0,-3 8 0</inkml:trace>
  <inkml:trace contextRef="#ctx0" brushRef="#br2" timeOffset="313721">33278 10542 22251,'-34'34'-756,"1"3"-829,16-13-1014,2 1 1255,8-13-824,0-6 2134,4-4 1339,-2-11 381,3-2 190,0-9-111,4-1-242,3 1-324,2 3-403,2 5-584,-2 6 57,4 4-185,0 10-67,2 2 33,3 15-307,-1 3-591,11 22 0,-14-24 0,3 4 0</inkml:trace>
  <inkml:trace contextRef="#ctx0" brushRef="#br2" timeOffset="324080">32946 10949 8086,'-3'0'6077,"1"0"-2173,2 0-3137,-8-1-643,8 1-584,-1-4 46,11 1-1546,16-4 1960,26 1 0,-23 1 0,13 2 0</inkml:trace>
  <inkml:trace contextRef="#ctx0" brushRef="#br2" timeOffset="324274">32947 11029 15076,'55'-12'-1153,"7"1"1,-31 7 0,1 2-1</inkml:trace>
  <inkml:trace contextRef="#ctx0" brushRef="#br2" timeOffset="324664">33323 10921 17692,'23'-23'319,"0"0"0,17-14-381,-30 36-33,3 5 0,1 7 11,-2 2-207,4 19 84,-11-3-23,-1 15 152,-16-6 173,-9-1 45,-6-5 17,-1-7-90,10-8 101,3-3 0,11-9 397,2-1 142,12-3-472,16-5-656,9 1 1,2-2-918,22-3-3578,-6 0 1,-3 1 3650,-5 0 0,-2 0 0,-31 4 0</inkml:trace>
  <inkml:trace contextRef="#ctx0" brushRef="#br1" timeOffset="339951">30612 9733 13345,'-1'-6'5327,"0"1"-3535,1 5-1153,16-61-253,-12 46-375,12-46-89,-16 60 55,0 6 107,0 7-33,0 12-1,0 10 1,-1 7 16,-3 2-17,-1-1-11,-1-5 17,1-8-16,1-7 161,1-8 18,1-8 868,1-3-505,0-5-375,-2-5-39,-1-8-39,-3-10-39,1-11-6,2-6-73,2-2 28,0 5 56,3 8-44,0 13-85,0 9-167,-1 6 234,-2 24-16,-3 4-6,-2 24-33,-4-1 11,2 0-1,2-4 12,4-4 0,1-17 45,2-3 95,0-17 157,0 0 12,2-10-287,-1-1 23,3-18-6,0-18-39,1 6 11,2-24-22,1 19-3381,3-12 3420,-2 22-22,-1 4-79,-6 24-45,-1 2 45,-1 11 67,-1 9 17,-2 14 3409,-2 10-3414,-1 6 0,0 0 5,0-3-17,2-9 6,2-12 17,2-8 90,0-10 151,0-2-79,2-9-146,2-10-44,1-14 28,2-9 84,-1-10-62,-1 19 28,-1 0-84,-4 24-587,0 2 604,3 7 0,-2-3 0,2 4 0</inkml:trace>
  <inkml:trace contextRef="#ctx0" brushRef="#br1" timeOffset="344862">32206 9223 18190,'-10'-2'1451,"7"-3"-1160,34-3-156,9-2-102,9-2-2,-17 7 0,2 0-1000,28-4 994,-21 3 0,1 1-1426,9-2 1,-1 0 1411,-16 2 1,-1 1 2,10-2 0,-2 1-14,4 0 16,4-1-4,-12 2 16,-13 2 22,-9 1 547,-9 0-502,-4 1 1224,-2 0-2685,-5 2-6061,-3 3 7427,-1-1 0,3 2 0,3-4 0</inkml:trace>
  <inkml:trace contextRef="#ctx0" brushRef="#br1" timeOffset="345239">32751 9177 22347,'3'-11'168,"0"10"-79,-3 18 85,1 12-6,-1-2-39,-1 10-79,-1-9 12,-2 4-40,1-15-11,0 21-95,3-18-621,-1 11-539,1-18 1244,0-1 0,0-7 0,0-1 0</inkml:trace>
  <inkml:trace contextRef="#ctx0" brushRef="#br1" timeOffset="346171">32190 9781 21959,'6'-33'370,"0"0"0,3-20-526,-9 54 133,0 6 85,0 7-17,0 9 22,-3 7 6,-3 5-23,-5 2-5,-4-1 0,-1-1-34,4-9 0,0-1 6,6-10 246,0-3 342,4-5 11,2-8-426,1-3 1,8-16-107,1-2-23,9-13 23,-1 5 23,2 2-12,-3 8-50,-7 8-17,-2 5-45,-4 6 11,2 0 1,3 6-12,4 4-101,6 14-145,-1 1-6,-2 1-812,-1 0-1333,-4-5-3854,0 3 6268,-5-5 0,-3-9 0,-3-5 0</inkml:trace>
  <inkml:trace contextRef="#ctx0" brushRef="#br1" timeOffset="346430">32570 9755 11581,'0'-2'6553,"0"-1"-2570,0 3-3765,-1-19-117,-1 16 140,-12-1-174,-2 24-56,-9 13-72,4-1-29,8-7-689,5 11-363,9-14 268,3 5-5606,17-9 6480,-4-11 0,1 0 0,-10-6 0</inkml:trace>
  <inkml:trace contextRef="#ctx0" brushRef="#br1" timeOffset="347155">32784 9782 21982,'4'-44'101,"0"11"-85,-6 41 19,-3 7-35,-3 9 0,-1 5-17,1-1 5,3-1 18,3-5 0,2-6 0,2-5 22,0-6 72,3-3 18,2-6 0,5-5 55,4-8 23,3-6 6,4-4 33,0 0 23,0 3-141,-8 7 102,-2 6-231,-9 7-94,0 1 33,-4 6 23,0 6-141,0 7-335,1 6-556,-1 3-1012,1-1-1451,2-2-1334,3-5-218,5-7 4604,4-5 493,2-7 0,1-4 952,-4-5 2644,-1-3-599,-4 0-594,-2 2-415,-1 1-447,-3 3-589,-2 4-555,0 2-1147,-1 1 705,0 6 28,1 1-11,0 2-151,4 4 73,0-5 50,5 3 44,3-7 63,3-2 66,1-7 147,2-3 172,-3-7-144,-4 4 676,1-9-385,-6 8-146,2-6-218,-6 8-141,-2 3-128,0 3-404,-1 3-3137,0 1-3864,0 6 7455,0 1 0,0 1 0,0-3 0</inkml:trace>
  <inkml:trace contextRef="#ctx0" brushRef="#br1" timeOffset="347684">33220 9876 12073,'6'6'5449,"-2"-1"-3682,-4-5 2148,0 0-3035,39-69-768,-27 42-35,9-13 0,0-1 152,-14 9 59,1-2 143,5-15-122,-4 11-147,0 6 96,-5 15-57,-2 10-369,-1 2 168,-6 23 11,0-4-5,-12 30-6,5-16-20,0 2 1,0 2-26,-1 17 11,-1 0-33,14-7 5,9-23 12,6 1 39,6-7 0,9-9 5,-8-6 6,11-13 11,-11-9 23,5-14 22,3-10-12,-14 20 1,-1 0 19,2-1 1,0-1 2,-1 2 1,-1 1 94,11-18 17,-9 13-72,-9 15-102,-5 10-83,-3 5-6,-5 14 101,0 0-6,-12 27 0,-1 3-157,3-6 1,0 1-214,-4 15-574,8-14 1,3 0 879,9 16 0,-2-16 0,6-6 1</inkml:trace>
  <inkml:trace contextRef="#ctx0" brushRef="#br1" timeOffset="348014">33764 9424 24083,'-8'-31'16,"4"8"52,23 39-29,14 10-34,-14 18-13,-5-16 0,-3 3-18,-11 14 1,-4 3-1063,4-4 0,0 0 830,1 0 1,-2 0-4659,-1 8 1,-4-4 3331,-8-6 1,3 14 0,-2-48-1</inkml:trace>
  <inkml:trace contextRef="#ctx0" brushRef="#br1" timeOffset="348896">31940 9624 8063,'0'-10'5439,"-1"3"-4330,1 7 3272,0 0-2791,10-51-1243,-8 38 62,9-37-275,-15 50-55,-7 8 44,-12 9 6,-9 11-34,-4 7-62,3 2-27,11-3 5,11-2-16,11-3 49,11-4 74,10-5 140,7-6-62,-4-6 471,10-8-197,-13-6 17,6-8-111,-10-7-175,-3-7-100,-2-6-6,0-3 34,1-4-84,-4 16 39,-2-1-95,-5 19-773,-3 1-6190,-7 7 6974,-4 4 0,2-1 0,2 1 0</inkml:trace>
  <inkml:trace contextRef="#ctx0" brushRef="#br1" timeOffset="364129">32864 8794 19535,'-9'-38'1696,"0"7"-1662,5 36 61,-5 6-44,-7 10-35,0 6 1,2-3-17,2 4-17,7-4 23,1 0 16,1-2 18,3-12 284,0-4-77,0-4 302,0-2-224,1-5-185,3-6-28,3-9-17,4-5-5,2-3 28,1 2 10,-3 4-10,-2 8-79,-4 6-112,-2 5 6,-1 2 34,2 4 5,2 4-12,3 6 7,-2 7 33,-3 2 0,-3 0-6,-2-2 17,-1-2 1,0-6 16,0-3 50,1-6 146,1-2-218,6-11 16,1-2 12,8-11 16,6-4-22,-6 9-6,10-5-5,-10 11-17,3 0-33,-5 6-51,-3 3-12,-3 3 29,-2 6-84,1 4-196,1 7-398,-1 3-678,0 2-3573,0 4-3524,1-5 8520,0-2 0,-3-11 0,-1-4 0</inkml:trace>
  <inkml:trace contextRef="#ctx0" brushRef="#br1" timeOffset="364322">33206 8805 18599,'-8'-30'-683,"9"7"-2034,26 19 96,-5 3 2621,17 0 0,-27 1 0,6 0 0</inkml:trace>
  <inkml:trace contextRef="#ctx0" brushRef="#br1" timeOffset="364504">33237 8887 11469,'-3'1'6777,"1"-1"-5987,2 0-2493,36-8-4055,-16 4 2935,30-7 2470,-24 5 1,-12 3 0,-1 1 0</inkml:trace>
  <inkml:trace contextRef="#ctx0" brushRef="#br1" timeOffset="364887">33552 8708 21511,'13'-56'325,"-1"12"-398,-6 47-27,6 5-29,1 7 73,-2 2-23,-3 8 68,-7-1 62,-9 5 66,-16 4-89,5-11 34,-14 4-34,15-12-11,-2 2-12,9-7 214,6-1 84,13-7-191,0 0-23,20-1-206,7-4-1267,28-2-195,-18 0 1579,-11 2 0,-3 0 0,-14 3 0,7-2 0</inkml:trace>
  <inkml:trace contextRef="#ctx0" brushRef="#br1" timeOffset="371054">32728 2439 7235,'-1'-3'3433,"-1"0"-240,2 3-2678,-70-46 258,27 24-631,1-4 1,-1 1 418,4 9-68,18 7-118,-1-3-56,3 0-168,6 5 168,-10-5-184,4 5-1,-10-5-16,1 3-34,-3-1 0,-4 2-34,-2 0 12,-13 1-45,17 2 27,-14 0 12,18 1-5,-9 0-18,-1 0 1,-5 1 11,-5 0 0,-6 1 5,-1 2-792,-3 0 770,15 1-160,12 3 0,1 1 143,-10 4 7,-15 7-1,15-1 22,2 2 28,-3 1-11,-1 2 0,-3 0-5,-2 4-1,2 1 6,1 4-28,2 2-12,-1 12-6,14-12 22,-5 13 84,14-13-17,-6 10 22,-1 2 21,-2 5 22,-2 3-62,14-24 0,-1 0 272,0 1 0,-1-1-244,0 1 0,0-1-37,0 0 1,2 1 59,-13 25 6,8 0-11,8 0-17,5 1-82,2 5-56,3-28 1,-1 2-25,-1 1 1,-1 1-17,-3 1 1,-1 0-75,-8 23 97,1-16 0,-1 1-13,6-15 1,-1 1-61,-5 11 0,0 1 112,5-11 1,2-1-145,-9 27 241,7-2-53,8 1-28,4-13 7,2-8 0,1 1-2,-2 17-21,-1-13 0,0 0-59,-2-4 0,-2-2 48,-1 1 1,0 1-37,-2-2 0,0 0 46,1-1 0,-1-1 14,-5 26-17,6-14 473,3 5-406,5 6-11,-1 4-173,1-24 0,0 0 162,-1 24 6,-3 1-34,1-12 8,1-13 0,0 2 37,0 13-34,2-13 1,3 0 27,7 23 17,8 1-48,-4-31 1,1-1-6,2 1 0,2 0-3,1 0 0,2-1 2,1 0 1,0 0 3,2-1 0,0-1 5,1-3 0,-1-1 0,15 12 8,-10-16 1,2-1 14,15 3-31,-12-7 0,2-1-1,-4-4 1,0-1-3,2 0 0,1-1-14,2 0 0,1-1 14,2 0 0,1-1-14,1-1 0,1 0-3,2-2 1,0 0-334,0 0 0,-1-2 341,0 0 1,0-1-9,-3-1 1,0 0-17,-4 0 1,-1-1 21,-4 0 0,0-1-1429,1 1 1,-1 0 1428,10-2 163,14-3-119,-12 0-36,-13 2 1,3-1 7,15-4 1,0-1-23,-12 3 0,0 0-127,20-5 1,2 1 112,-17 3 0,0 0 6,10-2 0,1 0 19,-3-1 1,-2 1-79,-4-1 1,-2 0 94,-4 0 1,-3-1 1213,-3-1 1,-1-1-1210,-4-1 1,-1-2 83,-1-1 0,-1-3-109,0-2 1,-1-2-9,2-4 0,1 0 112,2-5 1,2 0-113,2-2 0,2 0 6,3-3 0,0 1-3,2 1 0,-1-1-14,0 1 0,0-1 0,-3 0 0,-1 1 11,-2-1 0,-2 0 11,-4 0 1,-1-1 2,-3 0 0,-2-1-17,-1-1 1,-1-1-4,0 0 1,0-1-1,0 0 1,0 0-3,1 1 0,-1 0 0,-1 4 0,-1-1 174,0 3 0,-1 0-177,-3 1 0,0 1 0,0 0 0,-2-1-3,0 2 0,-1-1 6,-1 0 0,1 0-12,-1 0 1,0-1-9,0 0 1,0 0 4,1-2 1,-1 0-6,0-2 1,0 0-4,0-1 0,-1 0 9,-1 0 0,-1 1 17,2-22-15,-9 21 1,-4 0-20,-12-12 2,2 16 1,-3-1-14,-3 8 0,-2 3 16,-4-1 1,-2 0 13,-2 1 1,0 0-6,-2 0 0,-1 0-14,1 0 0,1-1-6,2 2 1,1-1 191,2 2 1,2 1-165,3 2 1,0 1-17,-15-17 22,5 4-17,5 1-17,3 0-38,0 1-24,-1 1 35,-3 0-18,-1-1 46,0 0 895,0 1-901,2 2-51,3 2-33,2 3 294,2 1-428,-1 2-169,-2 2-403,-3 3-1193,-9 5 2022,-18 5 0,25 5 0,-5 2 0</inkml:trace>
  <inkml:trace contextRef="#ctx0" brushRef="#br1" timeOffset="394678">29267 7820 15916,'-3'-2'2828,"1"1"-2037,2 1-114,27-66-150,3 33-688,-2-10 0,5 1 295,-4 24 0,2 5-67,2 0 1,0 2 51,-2 3 0,0 3-125,23 8-44,-15 14 50,-15 16 34,-18 14 16,-25 13-306,1-26 0,-5-1 295,-7 1 0,-3-3 9,-2-1 0,-1-2-6,3-5 0,0-2 25,-16 11 488,19-10-358,18-7 295,20-5-49,18-4-225,26-3-182,-16-4 1,3-2-431,8 0 1,2-2-274,5-1 1,-1-1-572,-10 1 0,-1 0 1238,2 1 0,-5 0 0,-8 1 0,-2 0 0</inkml:trace>
  <inkml:trace contextRef="#ctx0" brushRef="#br1" timeOffset="419875">28303 2605 10770,'41'-20'448,"0"0"0,1-1 0,5-1 0,2 1 0,-4 3-180,3 5 1,-3 3-3076,0-1 1,1 0 2843,3 1 0,1 3 397,8 3 1,0 2-38,-6 0 0,1 1-266,-3 1 1,2 1 0,-1 2 111,11 1 1,-4 3-37,-12-1 0,-2 1 298,-4 0 1,0 2-76,9 4 0,2 1 127,4 4 1,1 1-378,-12-4 1,0 0-1,0 1-11,-2 1 0,1 1 0,-5-1 62,1 1 0,-1 0 16,8 4 1,1 2 176,3 0 0,-1 1-15,3 1 0,0 1-462,-14-7 0,2 0 0,-3 0 94,6 6 0,-2 0-16,-2-1 0,-1 2 6,5 7 1,-3 0-35,-13-10 1,-1 0 1196,3 3 0,-2 3-1330,-3 3 1,-3 1-126,-4-1 0,-2 3 475,6 17 0,-4 4-573,-6-6 0,-5 2-1248,-1 3 1,-1 0 1158,-1-13 1,-1 2 233,1-1 1,0 4 0,-1-3 14,2 4 0,0 1 8,1 5 0,1 6 0,-1-3-47,2 6 1,-1-2-207,0-2 1,0-2 346,-2-4 0,-2-3 59,-4-11 1,-1-1 109,-3 10 0,-3-1 99,-4-3 0,-4-2 54,-6 0 0,-3-2 71,-5 0 0,-5 0-683,3-6 1,-4 0-1,3-1 719,-4 1 1,0 1-117,2-3 0,-3 2 0,4-3 801,1-1 1,1-2-761,-6 7 0,-2-1-58,3-4 1,1-2-14,9-8 1,-2-1-63,-17 4 0,-4-1-177,12-8 1,-3-1-96,3-1 0,-5 0 0,2-1-34,-17 2 1,1-2 7,-4-1 0,0 0-20,0-2 1,0 1-32,0-1 0,0 0-113,14-1 0,-1 0 0,3-1-177,-2 1 0,0 0 31,-15 2 1,1-1 161,23-3 0,1-2 11,-12 1 0,-1-1 22,-1-1 1,-2-2 45,-3 0 0,-2-3 94,16 0 1,-1-2 0,0 0-274,-5-1 1,0-1-1,1 0 448,-11-3 1,-1-2-1,11 2 1,-2-1-1,2 1-514,-9-5 0,-1 0 495,2 0 1,-3-1-1,2 1-5,10 0 0,1 1 0,0-1 263,-6-2 1,-1 0 0,4 0-268,1 0 0,2-1 20,-10-5 0,0-2 9,10 3 0,-1-3 13,-1 0 1,-3-3-1,2 0 160,6 3 0,1 0 0,-1-1-150,-6-5 1,0-1 0,1 1 1,10 4 0,1 0 0,1-1 570,2 1 0,0-1 1,2-3-534,-2-7 1,2-3 0,3 3 181,-2-3 0,5-2-260,8 3 0,2-5 1,4 2-106,8-4 0,5 0 57,2 6 1,2-3 0,3 0 35,2-3 1,3 0 0,2 0 35,2-2 0,3-1 1,0 1 9,2-2 0,0 2 0,2-1-159,0 1 1,1 0 0,0 0 146,2 1 1,0-1-1,1 1 3,2-2 1,2 0-1,1 0-559,3 0 1,1 1 0,2 0 547,4 1 0,1 1 1,1 3 7,-9 9 0,0 2 0,5 1-201,5 3 0,6 0 0,0 3 1,-1 2 310,2 3 0,-1 3 0,3 0-39,3-1 0,4-1 0,2 1 0,-2 2-9,-6 5 0,0 1 0,0 1 1,1 1-53,2 0 1,1 1 0,0 0 0,1 1-114,1 1 1,1 0-1,-1 1 1,2 1-312,-1 0 0,1 0 0,-1 2 1,1-1 455,-10 2 0,2 0 0,-1 0 0,-3 0 0,-4 0 0,4 0 0,-5 1 0,-2-1 0,15 2 1,1 0-1</inkml:trace>
  <inkml:trace contextRef="#ctx0" brushRef="#br1" timeOffset="430225">28850 1162 9360,'-42'29'374,"0"0"0,0 0 0,0 0 0,0 0 0,-1 1 0,-2 1 0,1 1 1,2-2-1,2-1-1444,-5 6 0,3-1 1,-2 2 1154,-1 0 1,-3 3-1,-1 1 1,-1 1-319,5-6 1,-1 1 0,0 0-1,-1 0 1,0 0 382,-2 1 0,0 0 0,0 0 0,0 0 1,0-1-101,1 0 0,0-1 1,1 0-1,0 0 1,0-2 114,3-3 1,0 0 0,0-1 0,2 0-1,2-1-1,-1 0 0,3-1 0,0 0 0,-2 2-30,-2 3 0,-3 1 1,-1 2-1,2 0 1,1-1-75,-1 2 0,2-1 0,1 0 0,0 1-31,-4 4 1,0 1-1,0 0 1,3-1-12,-5 4 1,3 0 0,2-3-16,8-7 1,1-2 0,-2 1 10,-2 1 0,-4 3 0,1-2 0,3-4-9,-2 3 1,-2-1 8,0-1 0,-5 4 0,-2 0 0,7-6 6,-6 1 0,2-4 25,5-2 0,-3 0 0,3-5 67,2-4 0,4-7 54,-18-17-127,24-11 17,18-14 0,8-6 12,10-23 374,0 15 0,2 0-381,4 10 1,0 3-12,9-18 1192,-9 22 1,1 0-1193,5-12-22,2-3-6,-9 16 2273,-8 17-2317,-4 8 56,-1 6 5,-7 14 683,0 4-692,-5 9 1,-1 4 14,-4 22-1736,6-13 1,1 1 1702,3 13-141,14-17 0,7 0 107,20 9-65,-4-15 0,6-3-618,3-10 0,5-6-808,5-2 1,2-6 1512,12-4 0,-3-4 0,-25 2 0,-3-2 0,0-2 0,0 1 0</inkml:trace>
  <inkml:trace contextRef="#ctx0" brushRef="#br1" timeOffset="432033">25973 1916 20347,'13'-43'828,"0"0"0,0-1 0,3-10 0,0 7-1010,12 7 144,1 9-399,-1 3 147,8 1 105,6 9-14,-9 14-369,-3 10 58,-9 26-84,-13 20-1326,-10-2 1,-4 3 1810,2-15 1,-4 2 39,-5 4 1,-4 4-1,1-7-287,-8 10 263,2-9 1,2-3-69,6-13-2060,2 6 2288,14-22-64,22-7-38,23-23-80,-9 2 1,4-3 143,12-7 1,4-2-990,-14 6 0,2 0 1,-1 0 714,-2 2 0,-1 0 0,-2 2 0,3-3 0,-5 4 0,7-3 0</inkml:trace>
  <inkml:trace contextRef="#ctx0" brushRef="#br1" timeOffset="434028">32476 1290 14723,'-3'-4'1923,"0"1"434,3 3-2086,16-58-491,1 32 97,-2-10 0,3 2-107,14 14 11,0 7-843,-2 6 687,-5 9 249,-7 11-126,-7 12 190,-7 14 79,-12 6 16,-1-6 54,-4-10 0,-2-1 19,-8 11-44,-9 13-6,12-19 56,8-10 280,8-10 140,12-8-325,15-8-302,21-5-124,-14 1 1,2-1-424,5 0 1,0-1-530,2 0 1,0 1 511,2 0 0,-2 0 1,3 0-1,-7 2 0</inkml:trace>
  <inkml:trace contextRef="#ctx0" brushRef="#br1" timeOffset="434461">32946 801 9094,'-5'-5'1994,"1"1"-767,4 4-443,-82-35 106,27 27-1132,15-2 0,-6-1 0,3 5 603,-1 11 1,1 8 22,-14 12 0,2 4-256,16-7 1,2 3 41,2 4 0,-2 4 0,6 1-214,0 8 0,4 2 124,6-7 0,-1 2 0,4 1 63,-4 19 0,6 1 70,9-2 0,9-1 14,9-3 0,9-2-37,9-4 1,8-4-7,10-4 1,6-5-56,-13-14 0,2-2 0,1-3-32,2-2 0,2-3 0,1-3 11,7-2 0,2-3 1,-3-4-24,-8-2 1,-3-3 0,0-2-22,17-2 1,-5-6 52,-11-10 1,-7-6-85,-10-1 1,-3-4-54,3-12 1,-3-5-4,-6-3 1,-5-2-68,-5 0 1,-8 0-141,-8 16 1,-7-1-1,1 4 9,-2-2 0,-4 3-338,-7 7 1,-5 0 0,-2 6-2324,-8 5 1,-2 5 2881,-7-2 0,3 3 0,13 6 0,4 3 0,-7 3 0</inkml:trace>
  <inkml:trace contextRef="#ctx0" brushRef="#br1" timeOffset="435111">26451 1171 8102,'-57'0'498,"1"-1"1,3 6 0,-4 2 0,7 2-1063,11 0 0,1 2 948,-11 6 1,-4 3-1,1 4-643,7 6 0,1 3 0,2 0 453,6-7 0,0 1 1,1 3 8,1 3 0,-2 4 0,2 2 0,6 0-91,3 9 0,5 2 1,5 2 71,0 4 1,5 2 0,4 0-34,6-3 0,5 0 1,6-4-310,9 5 0,12-8 311,1-23 0,6-6 0,2-4-220,0-4 0,2-5 0,0-1 102,0 3 0,0-2 1,4-3 15,7-6 1,5-5 0,1-3 0,-5 0 7,1-4 1,-4-1 0,3-4 80,1 0 0,4-3 0,-1-1 0,-5-3-133,2-5 1,-5-2 0,-4-3-16,-7 1 1,-3-2-1,-6-2-319,-7 2 1,-5-1 0,-5 0 278,-2-6 0,-10 1-109,-13-4 1,-13 3-465,-21 8 1,-9 6-170,16 10 0,-1 1 0,-4 4 790,-14-1 0,-5 4 0,8 3 0,9 4 0,5 2 0,3 4 0,-1 0 0</inkml:trace>
  <inkml:trace contextRef="#ctx0" brushRef="#br1" timeOffset="465520">23495 6504 16297,'46'-29'-346,"0"-1"1,12 0 0,-1 8-680,5 13-1068,-18 4 1,1 1 1167,10 1-2040,5 6 2433,-40 1 769,-7 7-47,-41 3 140,-23 8-117,18-9 0,0 1-357,-4 1 0,2 1 435,-21 9 48,25-9 0,0-1 1201,-20 10-986,12-6 1545,4-2-984,34-14-503,18-5-432,27-10-391,6-2 278,5-3 0,3-2-712,-16 4 1,0 0 733,-2 1 1,1-2-1,-2 0 152,1-3 1,-4-2-7,-9 0 0,-4-1 17,0-24-218,-21 8 50,-16 9 0,-7 2 313,-20-9-86,11 12 0,-1 1-2091,-17-6 2156,17 13 328,11 4-732,14 9 1533,3 1-1443,12 9 30,7 7-64,16 16-34,9 11-16,-4-2-51,-12-5 0,-2 2 3297,-3 19-3586,-11-7 1,-5 1-401,-11 6-1908,-6-16 1,-3-2 2669,-6 0 0,3-7 0,8-14 0</inkml:trace>
  <inkml:trace contextRef="#ctx0" brushRef="#br1" timeOffset="466619">24568 6194 16174,'2'-5'1702,"-1"1"-873,-1 4-537,17 37-34,-17-1-163,7-2 0,-1 4 56,-12 22-67,2-2 23,2 2-57,1-23 68,1-1 83,0-23 376,0-3 358,0-6-352,0-7-325,0-9-124,0-2 219,0-32-146,3 3-95,0 9 0,0 1-5,4-13 268,7-14-145,-5 28-62,2-8-84,-6 23-140,-2 9-12,-2 6-44,2 3 112,6 8 12,9 7-24,10 9-10,5 6 11,7 9 5,-15-13 1,0 4 27,-18-20 79,-1-1 78,-4-6-61,-1-6-96,0-3 23,0-19-28,3-2 5,6-18-5,7-1-12,0 9 7,20-12-7,-10 24-3453,16-5 3409,-22 19-11,2 14 10,-10 10-16,3 11-5,0 9-57,1 4-78,0 1-95,3 1-157,4-2-174,6-5-95,11-5 73,10-10 241,11-9 313,-28-9 1,0-3-347,2-2 0,-1-2 441,0-4 1,-1-2-81,-1-3 1,-1-1 124,-2-2 1,-1-1 24,-2-1 1,-1-1 50,18-23 171,-9 1 134,-12 2 2856,-12 8-3024,-13 7 1012,-10 10-1202,-13 8 343,-10 7-343,-9 14-23,-6 13-45,25-7 1,0 3-6,2 1 0,1 2-16,-14 26-12,13-2 0,11-4 138,14-7-77,8-9 74,10-12-51,1-8 95,22-16-17,-9-8 40,15-15 67,-14-7-6,-8-7 17,-5 1 34,-8 3-12,-6 7-33,-4 11-118,-4 8-140,-2 9-89,0 4 44,-4 10 62,-4 9-39,-4 11-34,-1 11-67,0 6-140,2 6-218,2 5-606,1 0-431,4-4-991,5-6 706,6-17-7109,22-9 8929,-1-15 0,2-2 0,-13-3 0</inkml:trace>
  <inkml:trace contextRef="#ctx0" brushRef="#br1" timeOffset="466846">26232 6236 17165,'17'-50'1536,"0"0"1,-1 6 0,-7 10-1161,-13 25-253,-6 9-28,-7 12-28,-8 13-67,-4 16-11,4-3-1755,11 2 0,3 1 1688,3-2-24,1 1 1,3 1-196,9-3-335,1 5-606,3-10-1518,1-11 2756,-3-10 0,-3-6 0,-1-5 0</inkml:trace>
  <inkml:trace contextRef="#ctx0" brushRef="#br1" timeOffset="467039">26148 6217 11043,'-4'-6'7382,"1"1"-5415,3 5-1559,0 0-290,-22-17-51,27 27-112,-6-5-184,43 34-357,-4-11 1,2-1-301,-11-8 0,1 0-400,15 7 1,1-2-6075,11 3 7360,-26-13 0,-2 0 0,5 1 0,-17-7 0</inkml:trace>
  <inkml:trace contextRef="#ctx0" brushRef="#br1" timeOffset="467279">26778 6101 21052,'35'-29'-430,"1"-1"1,5 2 0,2 9-764,19 24-773,-19 0 0,1 3-1272,-10 1 1,-3 0 812,20 10 2157,-27-5 0,-18-9 1,-2-2-1</inkml:trace>
  <inkml:trace contextRef="#ctx0" brushRef="#br1" timeOffset="467454">26962 6274 12141,'-43'15'2434,"-1"0"1,-1-1 0,9-2-2149,21-8-135,-2 0-140,20-4-39,14-1-946,42-9 318,-9 1-1071,10-3 0,1-1 758,-1-1-253,-4 2 1,2-3-2008,-14 3 1,-4 1 2604,-8 2 1,-2 0-1,24-7 1,-46 13-1</inkml:trace>
  <inkml:trace contextRef="#ctx0" brushRef="#br1" timeOffset="467862">27754 5973 21959,'-50'6'460,"-3"13"-342,21 27-96,6-7-11,11-3 1,4 0 27,5 2-5,3 8 72,13-15 191,14-9-45,6-4-11,13-6-40,-1-11 23,4-9 6,2-7-29,0-8 7,-1-4-124,-12 4 112,4-1 168,-11 6-247,-6 5 35,-6 4-163,-13 8-17,-2 11 17,-1 0-23,0 30 6,0-14-118,-1 30-269,0-10-285,1-6 0,0 1 40,1 17-259,6-10 0,3 0-492,13 0-172,-5-15 1,2-2 734,23 7 0,-21-18 0,-1-7 0</inkml:trace>
  <inkml:trace contextRef="#ctx0" brushRef="#br1" timeOffset="468094">27421 6708 18044,'-51'-7'220,"0"0"1,7 0-1,12 2 492,25 5-325,16-1 178,34-1-386,-10 0 0,4 1-824,16-1 0,2 1 659,-6 0 0,2 0-37,2 1 1,4 0 0,-4 0-172,3 0 1,-3 0 45,-11 0 1,2 0 0,-1 0-1861,18 1 0,-3 0 2008,-21 2 0,-1 0 0,0-2 0,-4 1 0,3 3 0</inkml:trace>
  <inkml:trace contextRef="#ctx0" brushRef="#br1" timeOffset="468338">27757 6890 20280,'-38'5'1680,"0"0"0,-18 4-1288,72-10-112,39-6-207,-8 2-405,1 0 0,1-1 405,-12 2 0,-1 0-15,9-1 1,-1-1-37,-5 1 1,-2 1 132,23-4-452,-15 4-1651,-13 2-1771,-15 1 3719,-8 2 0,-8-1 0,0 1 0</inkml:trace>
  <inkml:trace contextRef="#ctx0" brushRef="#br1" timeOffset="475810">8214 9477 20627,'-8'-2'358,"1"28"-347,9 23 17,2-16 0,4-3 118,14-2 156,17-1 124,18-15-1611,-18-15 1,2-4 1332,12-8 1,3-5-77,-12 2 1,1-3 0,6-4-16,-1-1 0,6-4 0,2-3 0,-1 2 1,-4 1-708,-7 5 0,-3 1 0,0 0 0,5-3 654,2-1 1,6-3 0,2-2 0,0 1 0,-3 1-1,-8 5-110,5-3 0,-8 5 0,5-3 102,-3 3 1,3-3-1,3 0 1,0-1 0,-2 1-295,-3 2 1,0 0 0,0 1 0,-1 0-1,-2 0 299,4-1 1,-1 0-1,-1 1 1,1-1-2,6-3 0,2-1 0,-2 1 0,-7 4-283,3-2 1,-6 4-141,-6 2 0,-2 3-240,7-3-1740,-38 25 2403,-10 10 0,2-6 0,-2 3 0</inkml:trace>
  <inkml:trace contextRef="#ctx0" brushRef="#br3" timeOffset="480442">4055 10622 8561,'-46'-10'1232,"0"0"0,1-1 0,-9-1 0,0 1 1,7 2-544,12 3 0,2 2-135,-15-2 1,0 1-147,10 3 1,1 1-171,2 0 1,-1 3-2622,-5 3 1,1 1 2427,-13 3 547,19 0 0,2 2-586,2 0 784,3 0-835,15-4 396,22-3-121,21-2-79,31-5-109,-16 0 0,3-1-42,11-1 0,4-1-231,-17 2 0,1-1 0,1 1 225,2 0 1,0 0-1,1 0-4,-1 1 1,1-1 0,-1 0-2,-2 1 0,0 0 0,-1 0-6,-3 0 0,0 0 0,-2 1-105,14-1 0,-4 1 96,-9 1 1,-4 0-25,12 1 100,-26 0 2862,-22 3-2861,-23 6 1376,-24 4-1396,-3-1 0,-7 0-23,-4-1 1,-1 0-593,-3 0 1,-3-1 592,16-4 1,-3 0-1,0-1 15,-7 0 1,-1-1-1,1 0-21,9 0 1,2 0 0,-2 0 14,0-1 0,-4-1 1,2 1-1,4-1 69,-11 1 0,4-2 50,-9 1 0,2 0-214,16-1 1,4 0 255,-9-1-229,29-2-17,24-1 78,20-4-11,23-1 5,-14 2 1,4 2-12,24-2 1,1 2-64,-17 2 1,2-1 60,3 2 1,5-1-1,-3 1-23,11 0 1,0 0-15,-8 0 0,3-1 0,1 0-509,1 0 0,0-1 0,0-1 496,0 1 0,-1-2 0,-1 1 35,-5-1 1,0 0 0,-3 1 33,13-3 0,-5 0 213,-16 0 0,-5 1-112,-2-2-129,-42 0 1,-41 4 27,6 2 0,-8 1 116,-4 3 0,-7 2 1,1 0-128,1 1 0,1 0 0,-1 1 254,-1 1 0,-1 0 0,1 1-223,2 2 1,1 0 0,3 0 38,-6 3 0,2 0-35,16-4 1,0 1-1,2 1-203,-7 2 1,6 0 139,-1 2 90,28-3 83,45-10-109,4-3 1,7-2-35,0-2 0,5-1 1,4-1-338,7 0 0,7-1 1,2-1-1,-5 1-832,2 0 1,-3-1 0,3 1 1166,-1 1 0,4-1 0,-3 1 0,-12 2 0,-13 2 0,-6 1 0,0 0 0,1 0 0</inkml:trace>
  <inkml:trace contextRef="#ctx0" brushRef="#br3" timeOffset="482390">27434 6700 15445,'-55'0'1032,"0"-1"1,2 0 0,18 1 211,33 0-830,54-6-305,-18 3 1,4-1-927,12-1 1,5 0 845,-5 1 1,3 0 0,0 1-649,-3 0 0,-1 1 1,3 0 623,-6 0 1,3 0 0,1 1-1,-1-1-5,13 1 0,-1 0 0,-1 0-6,-5 1 1,-3 0 0,0 1-197,-4 0 0,0 1 0,-5 0 146,-2 0 0,-4 1-213,26 5 22,-55-5-117,-42 3 286,5-2 0,-6-2-308,-23 2 0,-3-1 386,9-1 0,-2 0 13,5 0 0,-3-1 0,-1 0 50,-6-1 1,0 1-1,-1 0-2,-1 0 1,0 1 0,0 0-34,4-1 0,0 0 0,1 0 41,0 3 0,2 0 0,6 0-47,13-2 1,1 1 16,-20 3 0,5-1 1422,17 0-1421,7-2 1430,17-1-1129,35-4-285,-1 0-31,11-1 1,8 0-73,-2 0 0,5 1 1,1-1-279,4 1 0,2-1 1,0 1 215,1 0 1,1 0 0,4 1-563,0 0 0,5 1 0,-2 0 1,-8 0 143,-1 1 1,-1 0 109,6 0 1,5 0-1,-9 1-2923,-18 2 1,-6 1 511,1 0 2263,1 5 0,-33-8 0,-2 1 0</inkml:trace>
  <inkml:trace contextRef="#ctx0" brushRef="#br3" timeOffset="482541">27591 6894 13118,'-49'10'1335,"0"-1"0,3 0 0,19-3 1232,35-6-2058,26-8-425,1 2 0,4 0-267,-5-1 0,4 0-13,14 1 0,7 0 0,-2 1-2010,-11 1 0,-2 2 0,2 0 2206,14-1 0,3-1 0,-7 2 0,-8 1 0,-6 0 0,5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4:15:30.382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 1786 12724,'-1'-3'3450,"0"1"-2688,1 2 1238,-118-8-1606,86 12 1,-2 1-1590,-18-3 0,-8 0 0,9 4 1318,18 4 0,4 3 39,-6 5 1,2 3 831,-10 15-938,1 9-17,19-2 0,25-5 45,19-5-6,9-14 1,3-3-34,17 6-205,-4-9 0,1 0 180,-14-5 0,0-1-20,12 5 0,-2 0 0,10 4 28,-7 5 3287,-41-6-3187,-17 6-10,-24 4-375,6-12 1,-4-1 315,-5 0 0,-2 0-6,-4-2 0,1-1 9,0-1 0,2-2-183,3-2 1,3-1 87,-18-2-221,22-8-2423,24-7 2677,28-13 0,-10 12 0,12-2 0</inkml:trace>
  <inkml:trace contextRef="#ctx0" brushRef="#br0" timeOffset="408">1807 2025 22302,'20'28'554,"1"3"-487,-1 8-44,7-1-12,6-3-11,4-7-28,1-8 6,-1-7 50,-13-9-17,-5-5 0,-8-10 45,-1-5 56,4-9 39,2-4 40,0-2 27,0 0 73,-2 4 23,-3 6-73,-3 5-107,-3 8-123,-3 4-11,-1 3 84,-1 11 0,0 10-17,-7 23-31,1-13 1,-3 2-32,-5 8 1,-3 2-686,-3 5 1,-2 2-1640,-2 3 0,1 0 2319,2-5 0,2-4 0,-5 12 0,13-25 0</inkml:trace>
  <inkml:trace contextRef="#ctx0" brushRef="#br1" timeOffset="3700">1641 1785 8405,'4'-3'6564,"0"1"-2155,-4 2-3709,31-39-79,-23 25-357,22-28 184,-35 33-56,-9 0-258,-8 1 0,-12 2 13,-8 8-80,5 4-8,3 5 0,-1 3 13,-16 12-647,15-5 1,0 1 591,-8 9-244,19-6 1,3 1 220,2 1-5,6 3 0,5 0 16,9-4-47,9 3 0,7 0 76,24 4-32,-6-11 1,3 0-3,-9-9 0,4-2-13,7 0 0,5 0 0,-4-1 24,-7-2 1,0 0 261,16 4 0,-4-1-262,-14-2 574,-26 7-524,-19 0 1,-24 11-37,7-13 0,-4 0-341,-7 2 0,-3 0 316,-4 1 0,-1-2 2,-1 1 1,0-1-42,3-3 0,1 0-329,6-3 1,2 0-2731,-22 0 3098,24-4 0,19-5 0,13 0 0</inkml:trace>
  <inkml:trace contextRef="#ctx0" brushRef="#br1" timeOffset="4533">1920 2126 13897,'-1'-10'4951,"0"3"-4326,1 7 321,0 0-702,14 18-154,-3 1-26,14 16-64,-9-11 84,13 9-129,-9-15-16,8 5-7,-8-13 57,-2-6 34,0-11 38,2-8-16,-5-4 201,7-24 34,-7 11 157,5-15 191,-5 15 307,-4 7-733,-4 11-23,-3 6-173,-4 7 39,1 8 83,-1 11 18,-4 20-17,-8 20-93,1-20 1,-3 2-691,-5 7 0,-3 1 654,-4 4 0,-2 0-70,-1 2 0,-1 0-801,1-1 0,2-2 871,2 2 0,3-4 0,-1 5 0,9-11 0</inkml:trace>
  <inkml:trace contextRef="#ctx0" brushRef="#br1" timeOffset="12179">2494 2097 16471,'0'-6'4044,"0"1"-1736,0 5-2140,4-39-12,3 41-72,1-30 180,6 76-74,-9-2-98,-1-11 1,-3 1 92,-9 27-1,-5-5-4,-6-10-68,6-17 336,0-7 90,9-18-45,1-3-286,2-15-146,1-13-16,2-18-6,4-12 1,4-7-337,7 2 319,2 7-3287,2 12 3265,-4 14-40,0 10 40,-1 11-11,2 10 0,4 10 5,-1 15 18,-4-1-7,1 28 1,-10-14 209,0 21-249,-7-17 3426,-1-15-3369,0-6 55,0-16 51,0-3-34,3-23-78,0 2 17,8-28-23,-4 17 11,17-30-39,-6 22 40,11-11-12,-7 23-17,-3 9-16,2 8 0,-7 5 10,4 12-16,-3 6-67,2 12-235,-2 8-57,-3-5-2279,3 25-7165,1-9 9747,0 3 0,-4-20 1,-6-22-1</inkml:trace>
  <inkml:trace contextRef="#ctx0" brushRef="#br1" timeOffset="12763">3305 2208 24329,'13'-33'403,"-3"19"-352,-11 57-18,-1 9-16,1-11-17,-3 17 6,2-24 16,-2 9 62,1-22 235,1-10 40,1-10-219,1-11-45,0-21-61,1 2 44,3-29-50,1 24 6,2-2 0,3-1 38,6-9-38,-3 15 0,-1 1-12,6-1 6,7 3-17,-8 17-28,8-1-11,-1 13 23,0 10 5,-1 12 0,-2 11 17,-7 10-12,-5 6-10,-5 0-1,-7-4 12,0-11 5,-1-12 196,2-13-50,1-9-68,6-26-61,1-2-16,6-21 4,2 8-16,4 6 12,2 4-12,-2 11-6,17-3-5,-4 13-23,14-2 12,-8 17-12,-5 8-44,-6 14-213,-6 9-107,-10-3-1499,-7-3 1,-1 2-6617,-3 13 8513,1 13 0,-1-31 0,1-15 0</inkml:trace>
  <inkml:trace contextRef="#ctx0" brushRef="#br1" timeOffset="13355">4100 2353 21366,'19'-40'987,"0"-1"1,-1 4 0,-6 11-809,-10 22-61,-2 6 33,1 7-50,0 7-34,3 6-28,2 2-11,5 0 11,-1-9 163,15-1-61,-3-12-13,11-8 35,-4-10-1,-2-12-33,-2-10-34,-2-7-5,-4-7-271,-2-3 338,-5 4 73,-4 8 11,-4 13-45,-5 12-73,-2 10-95,-3 8-28,-7 12 17,-10 16-6,-9 21-11,12-16 0,1 2-231,-1 5 0,2 0 233,3 2 1,3-1-6,5-2 1,4-2-74,8-4 1,5-4 64,28 15 5,-9-30 1,4-4-12,5-5 0,2-4-181,4-6 1,-1-4 194,2-5 0,0-4-439,-1-5 1,-1-4 449,-1-4 0,-1-5 10,-9 2 1,0-4 0,-2 1-353,2-3 1,-2-2 340,-3-1 1,1-4 0,-3 3 8,-3-4 1,-2 1-263,2-9 1,-2 0 245,-6 10 0,-4 2 355,-5-18-243,-14 25 714,-8 20-815,-6 16 1481,-2 18-1480,-2 41 385,9-7-397,9 0 0,2 4-575,5-8 0,1 2 552,0-8 1,0 2 0,0 1-34,1 0 0,0 1 0,1 0-96,-1-1 1,0 1 0,1-1-284,0-1 0,1-1 1,0 0-835,1 16 0,1-1 1269,2-6 0,0-4 0,1 3 0,0-15 0</inkml:trace>
  <inkml:trace contextRef="#ctx0" brushRef="#br1" timeOffset="14047">4792 2328 19781,'-5'-6'4352,"1"1"-4184,4 5-50,-17-66-90,68 31-40,-44-3 1,3 2-183,26 21 1,9 8 16,0 1 1,-2 1 47,13 0-325,2 0 0,-2 0 130,-14 2 91,-7 2 0,-3-3 312,-3-4 212,-9-1 461,-15-2-399,-15 4-2938,-11 1 2982,7 4 668,-8-4-528,12 4-201,-1-1-240,9 3 27,1 0-106,9 5 3391,8 6-3419,17 13 6,11 15-4,-18-14 1,1 3-43,3 15 1,-2 1 11,-8-14 0,-3 2-37,2 19 0,-7-1-933,-15-3 1015,-13 11-3015,-30-33 3037,15-16 33,-13-17 23,34-25-17,7-8-55,8-4 32,17-3-22,5 18 1,3 2-23,11-13 157,-4 12 1,2 3-158,7 5 0,1 4 3166,9 2-3171,-14 8 22,6-1-23,-11 2 73,-9-3-22,-14 2 67,-2-8 573,-8 2-316,1-6-208,-1 7 40,1 0-161,-2 8-40,1 1 28,3 12-23,1 8 6,1 6-33,0 31-135,-5-7-33,-1 12-2397,-4-25 1,-2-3 1247,0 1 1049,-3 18 1,5-37 0,-1 1 0</inkml:trace>
  <inkml:trace contextRef="#ctx0" brushRef="#br1" timeOffset="14229">6101 1874 21713,'-3'-6'3282,"0"1"-3259,3 5-1804,-13-14 1781,12 34 0,-12-29 0,16 32 0</inkml:trace>
  <inkml:trace contextRef="#ctx0" brushRef="#br1" timeOffset="14497">6654 2076 27382,'-49'15'57,"-1"0"1,-7 12 0,8 5-35,14 18-1339,13-13 1,4 0 1298,4 9 827,23 2-906,33-16-16,-15-18 0,4-3-493,14-1 1,0-4 63,-10-5 1,1-2 540,16-5 0,-3 0 0,-13 0 0,18-5 0</inkml:trace>
  <inkml:trace contextRef="#ctx0" brushRef="#br1" timeOffset="16608">7681 1895 15905,'-7'-3'4436,"1"1"-2890,6 2-370,0 0-901,-23-20 55,58 4-212,-5-16-104,5 21 0,7 3-511,10-3 1,2 0 403,-6 2 1,2 0-552,-8 2 1,3 0 0,-1 0-60,-1 1 1,1-1 0,-1 2-1561,18-3 1,-3 2 2262,-4 1 0,-6 1 0,8-1 0,-21 4 0</inkml:trace>
  <inkml:trace contextRef="#ctx0" brushRef="#br1" timeOffset="16793">8234 1733 24256,'-26'-4'1239,"7"14"-527,23 46-784,-3-22 1,0 4-995,-3 5 0,0 5 0,-1-3 930,0 1 0,-2 0-99,-3 9 1,-1 3-1424,0-16 1,1 1 0,-1-3 1239,1 4 1,-1-1 0,-1 9 0,1-6 0,3-9 0</inkml:trace>
  <inkml:trace contextRef="#ctx0" brushRef="#br1" timeOffset="17192">8477 2137 25903,'18'-22'-45,"7"16"6,14 53-17,-19-21 0,0 1-123,10 27 106,-12-13 12,-19 5 89,-17-23 5,-14 3 46,-7-17-12,10-7 50,1-10 23,16-5 17,5-14-112,15-3-34,15-9-22,18 3 2,-14 18 1,2 1-99,11-3 1,1 3-555,18-6 215,-17 9 1,0 3-1420,11 1-1664,9 1-4430,-14 5 7959,-16 4 0,-16 0 0,-10 1 0</inkml:trace>
  <inkml:trace contextRef="#ctx0" brushRef="#br1" timeOffset="17550">9062 2127 25478,'12'-7'123,"-2"3"-140,-10 25 11,1-7-5,8 11 11,9-10 23,21-2-12,1-7 0,9-10 17,-14-9 39,-8-6 12,-10-4 33,-8-2-6,-7 0 12,-7 1-6,-4 6-34,-3 5-67,0 7 62,-10 4-56,9 5 22,-21 19-28,11 6-11,-6 22 0,13-10-11,7-6 0,2 2-224,1 14-157,3-12 0,2-2-337,6 10-2441,25 5 1557,-5-32-3303,10-7 1,1-4 3830,-5-10 0,12-3 0,-35 3 0</inkml:trace>
  <inkml:trace contextRef="#ctx0" brushRef="#br1" timeOffset="17934">9798 2147 22604,'-45'-4'978,"0"-1"1,5 0-1,6 4-877,11 10-67,11 1 44,8-1 17,12 1-44,1-1 38,15 1 1,19-3-51,5-2-25,-16-4 0,0-2-25,23-6 22,-15-3 6,11-15 5,-23 1 29,6-12-29,-20 3-11,-14 4-11,-17 8 23,-17 10-12,-15 15-22,-9 11 19,28-3 0,1 3-164,1 2 1,1 2 143,-21 22 52,10 4-63,11 1-117,13-2-330,16-1-35,7-13-2598,38 8-1730,4-19 4690,-8-6 1,-1-2-1,1-3 1,-4-6-1</inkml:trace>
  <inkml:trace contextRef="#ctx0" brushRef="#br1" timeOffset="18441">10712 1947 17479,'8'-8'3909,"-2"1"-2586,-6 7 194,0 0-1338,-36 9-55,15 9 10,-28 17-106,34-6 17,4 8-17,10-22 61,9 10 51,1-15 79,8 1-90,-3-9 213,11-13-96,-8-4 40,7-10-40,-12 2-50,-6 2-67,-5 5-56,-2 5-28,-2 5-73,0 4-12,-3 3 1,-5 8-224,-7 9-795,-5 12-2146,-1 10 3204,2 13 0,10-23 0,4 0 0</inkml:trace>
  <inkml:trace contextRef="#ctx0" brushRef="#br1" timeOffset="18751">10753 2514 16893,'5'-4'4122,"-1"1"-1132,-4 3-2995,-37 4 521,26 3-510,-27 4 252,36 0-230,3-3 826,1-3-842,1-2 27,0-1 1226,-3-2-1209,1-3-22,-1-1-493,0-3-1670,0 3-828,0 2 2957,0 0 0,0 1 0</inkml:trace>
  <inkml:trace contextRef="#ctx0" brushRef="#br1" timeOffset="19383">0 3243 15277,'40'6'1544,"1"0"0,11-1 1,9-1-1300,-16-2 0,5 0 1,4-1-1,0 0 0,0 0-1315,0-2 1,0 0 0,1 0 0,0 0 0,1-1 1090,0 1 0,-1 0 0,2-1 1,2 0-1,6-1 10,-15 1 0,5-2 1,3 0-1,2 0 1,1-1-1,1 0 0,-2 0 1,-1 1-1,-5 0 1,-3 0-233,14-1 0,-8 1 0,-1-1 0,1 1 0,7-1 209,-9 1 1,3-1 0,4 1 0,2-1-1,0 0 1,1 0 0,-1 0 0,-3 0-1,-3 1-41,2-1 0,-2 1 0,-2 0 0,-1 0 0,0 0 0,1 1 0,1-1 72,-2 0 0,-2 0 0,1 0 0,1 1 1,0-1-1,3 0 0,1 0 0,3 0-73,-7 1 0,3-1 1,2 1-1,2-1 0,1 0 1,1 0-1,0 0 1,0 0-1,0 1 0,0-1 1,-2 0-1,-1 1 72,0 0 0,0-1 0,-2 1 0,1 0 1,-1-1-1,0 1 0,0 0 0,0 0 1,2 0-1,0 0 0,1 0-11,-4 0 0,2 0 0,1 0 0,1 0 0,1 0 1,-1 0-1,1 0 0,-1 0 0,-1 0 0,-1 0 1,-1 0-1,-2 1 0,-3-1-10,14 0 1,-3 1-1,-3-1 1,-1 1-1,0-1 1,0 1-1,1-1 1,3 1 8,-6 0 0,1-1 1,0 1-1,2 0 0,-1 0 1,2 0-1,-1 0 0,1 0 1,-1 0-1,1 0-4,-5 0 1,0 0 0,0 0 0,1 0 0,-1 1 0,1-1 0,0 0 0,0 1 0,0-1 0,0 0 0,0 1-17,2-1 0,-1 0 0,1 1 0,0-1 0,0 1 1,0-1-1,0 0 0,0 1 0,0-1 0,-1 1 0,0-1-4,3 1 1,1-1 0,-1 1 0,0-1 0,0 1 0,-1-1 0,0 1 0,-1 0 0,0-1-1,-1 1-2,2 0 1,-1 0 0,0 0-1,0 0 1,-2 1 0,0-1 0,-1 0-1,-2 1 1,-1 0-109,11-1 1,-3 1 0,-2 0-1,0 0 1,1 1 0,1 0 107,-8-1 0,3 1 0,0 0 0,1 1 0,-1-1 0,-2 0 0,-3 0 0,-4 0 0,16 1 0,-6-2 0,-3 1 0,-2 1 0,2 1 0,0 0 0,0 0 0</inkml:trace>
  <inkml:trace contextRef="#ctx0" brushRef="#br1" timeOffset="36645">12198 1773 17944,'-12'-39'1319,"0"-1"1,2 2 0,-2 13-1078,-6 35-24,-9 15-111,-1 6-1,6 2 1,2 3-537,3 2 0,1 3 461,3 4 1,1 4 0,1 0-869,4-5 1,1 0-1,2 0 831,0-1 1,2 0-1,4 1-110,5 4 1,4 0-1,3-4-316,4 1 1,3-2-94,-2-4 1,3 2-1,2-3-2028,18 5 1,1-7 1622,-13-12 0,0-4-227,5-1 1,1-6 1156,17-15 0,-29 2 0,8-7 0</inkml:trace>
  <inkml:trace contextRef="#ctx0" brushRef="#br1" timeOffset="37561">12667 2275 11946,'19'-47'1795,"-1"-1"0,0 1 0,4-10 0,-4 5-59,-3 0-1153,-16 44-60,-4 21-388,-8 31-85,2 1 101,-1 5-129,3-9 11,1 6 1,-1 3-23,4-17 1,1 1-1,-4 23 0,1-3 93,3-6 42,0-11-1,2-24 360,0-10-309,-2-20-95,0-9-6,-2-25-34,3 6 1,4 12 0,2-3-1,5-5 1,2 0-18,0 0 1,2 0-20,1 2 1,1 2 30,4 1 0,0 5-17,8-6-11,10-10-22,-5 24-1,0 10 29,2 15-23,1 14-22,-8 4 8,-8 6 0,-2 3 14,0 4-5,-3 9 0,-2 1-1,-4-3 9,-6 6 0,-3-1-8,-3-13 39,-8 21 11,8-43 263,-1-3-241,3-13-22,0-10 0,1-16-33,2-12 16,10-7-34,2 9 6,4 14 1,5 2 10,14-4-27,2-1 5,-3 17 0,-21 13-28,9 9 50,0 15-3408,0 9 3386,-1 3-167,-5 12 156,-5-16 0,3 9-6,-2-15 0,-2-11-16,3-5 44,-1-14 3321,6-6-3321,1-15-11,-4 1 22,13-24-27,-9 16 21,11-11-10,-15 23 204,-3 8-210,-9 11 17,0 9 5,-3 13-28,-3 14 1,-3 23-1,2-15-8,3-8 0,3-1 3,5-7 0,7 10-12,19-16 12,1-11-6,17 0-5,-9-16 28,-11-2 10,0-13 24,-8-5 4,-4 2 40,-4 0 17,-10 15-62,-3 6-111,-2 4-158,-3 5-492,0 3-2841,0 13 959,1-7-7227,2 7 9181,0-15 1,0 1 0,0-6-1</inkml:trace>
  <inkml:trace contextRef="#ctx0" brushRef="#br1" timeOffset="37754">13740 1857 17669,'-5'-8'3064,"2"2"-1787,3 6-1798,0 0-890,-48-32-3401,44 40 4812,-35-24 0,49 35 0,-4-7 0</inkml:trace>
  <inkml:trace contextRef="#ctx0" brushRef="#br1" timeOffset="38795">13914 1988 23371,'19'-24'79,"6"17"-68,6 50-22,-2 13-545,-17-24 0,-2 2 491,-3 1 1,-3 1 33,-2-2 0,-3-1 43,-8 22 382,-7-16-243,-6-18 247,-3-13-146,3-15-23,7-12-5,12-16 516,13-10-605,11-4-102,12 1-38,9 3-57,7 6-438,6 8 360,-26 18 0,1 2-370,28-6-341,-6 9-158,-10 5 57,-9 6 375,-7 0 588,-8 0 264,-6-4 134,-6-5 78,-4-2 22,-3-4 35,-2 0-12,-1 0 305,-2 1-355,2 2-158,0 3-195,3 2-106,3 6 10,6 8-16,7 8-23,10 12-16,7 19 16,-9-13-33,1 21 0,-16-27-90,-2 28 129,-12-23 28,-13 9 6,1-26-1,-17-7 29,13-14 11,-3-8-28,10-9-17,10-8-40,15-5 18,14-2 11,15 1-28,12 2-347,-22 17 1,2 1 340,1 0 0,2 1-14,1 1 1,1 1-26,1-1 0,1 1-17,1 1 0,0-1 6,-1 0 0,-1-1 22,-1 1 0,-1-1 62,-1-1 0,-2 0 78,9-6 28,-12 5-95,-22 9 17,-10 3 28,-10 6 50,-20 11-88,7-2 21,-16 16-28,19-4-13,1 9 6,9 2 1,17 7-22,12-7 692,6-3-698,15-10 11,-2-10 40,9-2 24,-4-9 11,-5-10 127,-9-17-123,-12 3 96,-13-28-152,-7 24 5,-12-27-16,6 27 274,-20-26-240,17 32 5,-15-14-67,15 29-90,-3 4-274,1 10-1653,5 22 470,5-5-6490,7 27 8048,6-21 0,-1-4 0,-1-13 0</inkml:trace>
  <inkml:trace contextRef="#ctx0" brushRef="#br1" timeOffset="39138">15548 1896 19328,'-2'-6'4503,"1"0"-4257,1 6-145,0 0-68,36-27-21,-5 40-18,22-23-31,-26 39 1,-6 9-20,-1 2-45,-5 0 1,-5 1-203,-16 15 219,-1-21 0,-5-2 98,-11-1 0,-4-4 20,-11 7 145,-19-11 79,30-26 139,3-21-251,15 1 50,14-7 0,9-3-39,19-13-260,-5 11 1,5 1 102,3 4 0,1 3-260,-6 5 0,1 2 89,8-2 1,2 2-1533,2 5 0,-2 3-215,-6 0 0,-1 2 1918,9 0 0,-5 3 0,-16 3 0,-1 1 0</inkml:trace>
  <inkml:trace contextRef="#ctx0" brushRef="#br1" timeOffset="39571">16605 2109 15148,'20'-43'1037,"0"1"1,-1-1 0,8-12-1,-1 4-474,-6 16 0,-1 6 277,6-10 231,-12 21-780,-8 12 559,-7 28-537,-5 16-240,-1 13-54,-4 1 1,-2 3-232,2-11 1,-1 3-478,1-3 0,-2 7 0,1 1 0,0-6-1410,-2 9 1,1-3 1071,2-4 0,-1 3 0,3-5-3889,3-3 1,2-4 4140,-2 13 0,1-1 1,5-38-1</inkml:trace>
  <inkml:trace contextRef="#ctx0" brushRef="#br1" timeOffset="40463">16573 2289 19272,'-4'-38'-56,"0"0"0,16-23-292,24 55 0,8 10 12,19-5-872,-10 1 0,0 1 888,-16 0 1,-1 0 470,-1 0 0,0 0-213,7-1 1,-3-2 391,1-6 253,4-1 755,-28-14-380,-13 9 62,-6-5 814,-3 9-1206,0 6-353,3 3-174,2 1-40,2 5 6,9 15-50,-1-2-11,21 35-23,-8-13-142,-7-9 1,0 1 119,1 18 33,-6-12 28,-15-3 74,-22-14 10,-8-5 96,-15-10 83,9-16 29,12-8-68,13-8-89,16-5-67,17-2-57,14 1-55,15 2-45,-4 9-68,-11 10 1,1 2-510,28-4 165,-22 7 0,2 0-739,8 1 0,0 2 184,-8 1 1,-1 1 16,4 0 0,-2 0-304,15 0 985,-12-2 795,-13-2 802,-12-2 671,-8 1 84,-5-1-381,-4 3-169,-2 1-839,-4 2-263,-1 1-134,-5 4-90,-3 5-90,-3 9-44,1 7-12,6 4 12,8 1 5,12-3 11,8-5-10,0-10 44,9-5 72,5-13-16,0-6 12,4-12-18,-11-7-50,-9 4 185,-2-25-140,-10 27 128,-1-21-38,-13 30-68,-5 0-50,-10 9-12,-7 5-5,-4 10-33,-2 7 0,4 10-7,4 7-44,8 6-67,7 4 22,8-7-347,17 21-364,14-20-2195,7-8 0,6-2 1619,17-1-567,-5-13 0,2-4-1919,-12-7 1,-1-2 3845,5-1 0,-2 0 0,12-2 0,-24-1 0</inkml:trace>
  <inkml:trace contextRef="#ctx0" brushRef="#br1" timeOffset="40836">18558 2232 10931,'1'-5'8077,"-1"1"-3887,0 4-3664,-44-52-313,23 40-171,-6-14 0,1 7-3,11 30-28,5 8 17,5 4-5,6 2-6,8-1 134,18-2-106,-3-9 11,20-4 0,-10-13 33,15-12-50,-17 1 40,1-15 33,-23 6 5,-2-7 46,-11 3 27,-8 5-72,-12 8-17,-11 8 17,-9 10-45,-4 8-45,0 11-3432,-1 18 3404,21-8-1187,11 0 0,4 0 1075,6 0-251,10 28-399,17-23-554,20 5 223,-13-24 1,4-3-1348,5-3 1,3-4 2439,9-3 0,-3-2 0,7-1 0,-2-4 0</inkml:trace>
  <inkml:trace contextRef="#ctx0" brushRef="#br1" timeOffset="41054">19232 1716 26234,'-38'-22'117,"21"31"-103,27 18 0,11 11-753,-1 8 1,0 4 729,1 6 1,-4 2-749,-2 2 0,-6 2 443,-6 1 1,-7 0-331,-3-21 0,-4 1 0,-4-1 644,-8 3 0,-4 1 0,1-5 0,4-4 0,-1-3 0,-4-3 0,-1-1 0</inkml:trace>
  <inkml:trace contextRef="#ctx0" brushRef="#br1" timeOffset="66128">5411 4334 11631,'1'-55'3276,"0"0"1,1 15 0,-2 4-1927,-2 2-1232,0 29-56,-1 4 27,0 25-61,0-4-9,0 16 1,0 3-20,1 5-289,0 3 0,1 2 216,1-12 0,1 1-543,1 19 0,2 2-712,0-9 1,1-2-2031,2 5 1,2-3 3357,4 11 0,-4-26 0,-4-19 0</inkml:trace>
  <inkml:trace contextRef="#ctx0" brushRef="#br1" timeOffset="66496">5574 3993 12920,'-30'-33'1453,"0"1"0,-1-1 1,-13-11-1,1 14-1072,10 29 1,2 9-30,-21 6 124,7 15 0,2 8-275,10-1 1,2 3-836,1 1 0,-3 4 0,4 2 664,5 1 0,2 1 0,3-1-23,2-6 1,2-1-1,2 2 0,0 10 1,3 2 0,2-1 6,4 9 0,5-1-7,1-12 1,3 0-1,5 0-7,7 0 0,6-2 0,4-4 0,1-9 0,2-3 0,2-3 0,16 12 0,6-9-4,2-17 0,6-7 1,-5-3 6,-9-2 0,2-5 26,3-4 0,8-2 1,1-4-1,-8-1-591,-10-4 1,-4-2 0,0-1 613,9-1 1,1-1-1,-3-6 159,-4-10 0,-4-5 1,-7-1-597,-4-8 1,-5-2 413,-3 12 1,1-1 0,-7-3-12,-10-15 1,-8-4 0,-2 7-27,-1 9 0,-5 1-15,0 5 1,-3-4-1,-3 0 1,-5 5-90,-11 1 0,-6 6 0,-2 1-200,-2 1 0,-2 1 0,-3 4-1826,5 8 0,-4 2 1,0 2-1,2 5 2138,-3 4 0,1 4 0,4 2 0,-4 0 0,6 3 0,-8 4 0</inkml:trace>
  <inkml:trace contextRef="#ctx0" brushRef="#br1" timeOffset="69067">5225 5120 17384,'-24'14'2016,"-16"23"-1828,5 5 0,-3 7-587,8-13 0,-2 1 0,-1 1 449,-3 3 0,-1 1 1,-1 1-611,-2 0 0,0 1 0,-1 0 573,2 0 0,-1 0 0,3-2-11,7-10 0,2-1 0,0 1-4,-4 5 1,1 2-1,4-4-202,5-5-1,3-1-557,-7 8 1,5-1-3966,5 0 4232,14-19 0,2-9 1,5-7-1</inkml:trace>
  <inkml:trace contextRef="#ctx0" brushRef="#br1" timeOffset="69734">5503 5112 15154,'23'-4'1081,"17"14"-880,-2 13 1,4 5-62,7 2 0,6 2-75,-3-4 1,4 1-1,1-1-50,-2-2 0,-1-1 0,2-1-13,-2 0 0,2 0 0,2-1-58,-5-5 0,3 0 0,-1-1 0,-3 0-329,-4-2 1,-2 0-1,2 1-1287,-1 1 1,3 0 0,-1 1-1,-5 0 1672,11 7 0,-8-1 0,8 8 0,-33-14 0</inkml:trace>
  <inkml:trace contextRef="#ctx0" brushRef="#br1" timeOffset="76116">3780 6614 20302,'-3'-46'451,"1"0"1,2 3 0,7 7-217,17 14 1,5 7-29,21-11-140,-19 14 1,0 3-18,6 2-5,2 11-6,-15 12-5,1 18-20,-19-1 0,-7 5-12,-5 0 1,-3-1-240,-2 4 1,-3-1 239,-10 3 0,-4-1-1,5-9 1,-1 0 5,-5 6 1,0 0-1,4-6 1,2-1 8,-10 19-6,19-9 0,15-18 23,22-8-17,18-20-76,1-8 0,4-3-962,1-2 0,0-2 942,2-1 1,1-2-144,2-3 1,-1-1-191,-12 4 0,1-3-111,-3 0 1,2-2-1,-4 0-625,1-1 1,-3 0 802,2-4 0,-5-3-758,-11-2 0,-7-2 528,-4 5 0,-4-1 499,-2-15 1,-6-1 212,-10 10 0,-7 3 118,-7 1 1,-7 4 119,-2 8 0,-5 2 0,-1 3-175,1 4 0,-1 2 0,-1 1-319,0 0 0,-1 1 0,-1 3 261,-3 3 0,-1 4 0,2 2 96,-15 5 0,0 5-245,12-2 1,-2 2-1,0 5 289,-6 7 0,1 6 0,3 2-154,9-1 1,3 1 0,1 4 104,-3 9 1,1 4-1,7-1-214,2 5 1,8 3-5,12-10 1,2 5-1,2 0 1,3-5-13,-1 5 0,6 0-20,7 1 0,5 6 0,2 0 0,2-9-11,4-5 0,6-4-34,11 5 1,7 3 0,2-10 10,-5-17 1,2-6-1,2-2 8,13 3 0,3-3 1,4-5 14,-4-7 0,3-5 0,2-3 0,-2-2 44,-6 0 1,-1-2 0,0-1 0,1-3-217,-5-1 0,1-1 0,0-2 0,-2-1 0,-2-1 316,2-5 0,-2-1 0,-3-1 0,-2 1-25,3-3 1,-2 0 0,-3-3 66,2-7 1,-2-2 0,-5-2 219,-12 9 1,-3 0 0,-2-4-327,3-17 1,-3-4-1,-3 3-35,-2-1 0,-8 0 12,-11 4 1,-8-2 0,-7 10-24,-13 15 0,-5 6-15,-4-9 1,-5 5-110,-12 16 1,-4 9-1043,1 9 1,1 5 1159,-1 1 0,3 2 0,12-1 0,7 0 0,0 9 0</inkml:trace>
  <inkml:trace contextRef="#ctx0" brushRef="#br1" timeOffset="76840">7029 6198 13715,'-9'-8'4117,"2"0"-2689,7 8-532,0 0 0,36-79-677,-17 54-35,10-22 1,1 4-28,-6 32 84,15-2-95,-5 11-90,-1 9-11,-1 11-6,-14 11-11,-6 10-17,-6 7 12,-11 5-1,0-10 79,-16 12 95,-3-19-101,2 0 185,-4-11 107,13-17-7,0-2-128,5-8-128,5-3-74,7-3-11,6 2-11,11 2-22,8 3 11,10 10-1,5 5-16,-7 4-6,-10 2 1,0 4-28,5 15 10,-10-9 1,-4 4-309,-3 24 96,-26 1-258,-22-6-20,6-27 1,-4-2-1063,-4-3 0,-3-2 1575,-6-2 0,3-3 0,-7 2 0,7-7 0</inkml:trace>
  <inkml:trace contextRef="#ctx0" brushRef="#br1" timeOffset="77200">7296 5788 14253,'-2'-6'1677,"-26"-11"1,-11 2-1096,-9 13-1011,-6-5 1,-3 4 672,15 17 0,2 7-468,-4 6 1,0 4 388,-2 6 1,3 5-122,14-9 1,0 2 0,3 1-10,0 5 1,1 1 0,3 2-280,1 3 1,2 1 0,3 1 297,2 0 0,3 1 0,3 0-13,2-2 0,3 1 1,4-1-29,3-3 0,5-1 0,3-2-23,4-2 1,3-2 0,4-2-10,6-3 0,5-3 1,3-4-1,6-2 0,3-4 1,3-3 21,6-3 1,2-4 0,2-5-502,3-3 0,1-5 0,1-4 562,-16 0 1,1-2-1,-1-3 1,-1-2 56,0-2 1,0-3 0,-2-1 0,0-2-105,-2-2 1,-1-1-1,-2-1 1,0-2 224,9-11 1,-3-1 0,-3-3-111,-4-2 1,-3-2 0,-4-1-89,-4-2 1,-4-1 0,-2-1-40,-5-2 1,-2 0 0,-4 0-14,-3 2 1,-4 0 0,-4 2-44,-5 4 1,-5 0 0,-5 4-130,-7 6 1,-4 2 0,-6 5-716,-9 4 1,-5 6 0,-1 3 723,-1 3 0,-1 3 1,3 3-1,-6 2 1,6 2-1,-13 3 1</inkml:trace>
  <inkml:trace contextRef="#ctx0" brushRef="#br1" timeOffset="78259">3564 7354 17686,'-47'27'467,"0"1"0,-4 6 0,-1 4-424,13-4 0,-1 3 0,0 1-1432,-3 5 0,-2 1 0,0 2 1391,9-9 1,0 0 0,-1 1 0,2-1-3,-4 3 0,2 0 0,-3 2-3,1 0 0,-3 3 1,0 0-1,5-5-297,3-3 0,4-4 0,-2 2 135,-9 11 1,-2 1 0,5-3-283,4-3 0,6-4-4319,-6 14 4766,19-23 0,11-16 0,4-9 0</inkml:trace>
  <inkml:trace contextRef="#ctx0" brushRef="#br1" timeOffset="78498">3632 7387 14947,'5'-7'4985,"-2"2"-4484,24-18 1,8-1 332,2 11-506,7-12 0,2 5 176,7 31-1414,6 13 1086,-27-3 1,1 5-63,4 6 1,1 4-726,4 7 1,1 3 606,-12-10 0,1 0 0,0 2-91,3 2 0,1 1 0,1 1-651,1 0 0,1 1 1,0 0 745,5 4 0,1 0 0,-4-4 0,-3-5 0,-4-3 0,-3-3 0,0 0 0</inkml:trace>
  <inkml:trace contextRef="#ctx0" brushRef="#br1" timeOffset="82209">1945 8744 18285,'-19'-5'1759,"-2"16"-1227,1 42-319,2-3-48,5-13 0,-2 1-486,1-3 0,-1 1 391,-5 18 0,-1 1-330,5-11 1,2-2 273,0 3 0,4-3 36,7 5 491,14-21-176,12-15-181,2-14 203,29-30-180,-9-3-104,-11 8 0,0-1-8,-7 3 0,-1 0-22,-1 1 0,-2 1-17,8-11 677,-1 5-694,-18 23 29,1 13-46,-10 12 12,-1 28-15,-4-13 1,-1 3-34,1 1 0,0 3-147,-2 8 1,0 1 42,1-8 1,0-2-77,1 0 1,0-2-232,4 26 167,2-22-689,14-14 197,1-26-197,16-17-61,8-28 560,-5-3 98,-2-3 0,-1-5-330,-11 11 0,-1-1 753,-1 0 0,0-3 0,-2 0 52,-5 6 0,-3-1 0,-1 0-82,-2-1 0,-1 0 0,-1 0 149,-3 1 1,0 0 0,-2 2-67,-1-8 0,-4 1 179,-10-13 0,-8 4-140,1 23 0,-5 4-50,-11-12 0,-7 7-17,0 16 0,-3 9 11,-7 8 0,-2 7-51,14 3 0,0 4 0,0 2-799,-4 7 0,0 4 0,2 1 759,6-4 1,3 1 0,-1 5 3,-4 8 1,-1 7-1,1 2 1,4-1-336,1 3 0,4 0 0,-1 4 300,6-10 1,-2 3 0,0 3-1,2 0 1,4 0-42,0 11 1,4 2 0,3-1 0,1-3 21,1-3 1,2-2-1,5 1-30,5 10 1,5 2-1,9-10 189,13-12 1,7-8-195,-3 2 0,8-6-174,9-12 0,8-6 0,0-5 31,-12-5 1,-1-5 0,4-1 172,1 0 1,4-2 0,1-1 0,-3-3 289,8-7 0,-2-3 0,-1-4-154,0-2 0,-2-3 0,-2-3 37,-3-2 0,-1-3 1,-2-1 19,-4-2 1,-2-1 0,-2-4-38,-8 4 0,-2-4 0,-2 0 0,-2 3-95,0 1 0,-4 2 1,0-3 1,2-16 0,-2-4 0,-5 4 16,-4-1 0,-5 1-301,-4 8 1,-2-3-1,-1 4 298,-2 0 0,-5 4 34,-10-3 0,-9 8 114,-28 16-271,16 14 0,-2 4-342,-2 8 1,-1 6-2680,-1 6 1,2 3 3104,6 1 0,3 2 0,-8 8 0,21-11 0</inkml:trace>
  <inkml:trace contextRef="#ctx0" brushRef="#br1" timeOffset="83041">5177 8640 15165,'0'-5'5691,"0"1"-4340,0 4-1155,-23-44-124,0 39-83,-26-26 17,3 52 39,-6 6-6,0 2 22,3-3 74,7-3 61,9-8 28,11-7-62,10-5-106,7-3-89,4 0 21,0 4 24,-1 9-1,0 8 45,-3 12-23,0 5-10,0 2-1,2 0-5,0-3-6,2-1 0,2-1 34,-1 3-17,1-13 17,-1 1 145,0-16 253,0-3-68,-1-7-179,-1-8-123,1-1 84,-2-18-135,6 5-5,6-9 33,9 8-44,11 5 5,6 9-11,8 6-28,4 13 6,0 10-23,-7 13-62,-13 12-150,-21 10-219,-27-4 0,-10 1 347,13-20 0,-2-1-296,-17 14 0,-3-4 83,10-19 1,0-4-421,-1-1 0,-3-3-2700,-13 1 1,0-4 3461,13-6 0,2-3 0,-20-2 0,36-5 0</inkml:trace>
  <inkml:trace contextRef="#ctx0" brushRef="#br1" timeOffset="83442">5006 8268 19115,'-48'-1'207,"-1"-1"0,1 0 0,-13 13 0,-1 6 1,11 4-1341,17 3 0,5 6 1189,-10 7 0,-4 7 0,5 0-471,12-8 1,4 0 0,-1 2 447,-5 11 1,1 3 0,2 3-13,6-4 0,2 4 0,1 0 0,3-3-12,-1-1 1,3-3-1,2 2 2,3 0 0,1 3 1,2-1-1,4-5-204,8 14 1,6-4 160,-2-12 0,2 1 1,4-3-246,2-4 1,4-3 0,4-2 205,12-3 0,7-3 0,-3-5 57,5 1 0,2-5 45,0-8 1,5-4 0,-4-6 21,3-8 0,-2-7 139,-10 1 0,0-3 1,-1-3 40,-2-3 0,-2-3 1,-1-7 65,-2-7 1,-1-8 0,-2-1 0,-3 3-250,-3 6 1,-3 1-1,0-4-8,2-11 0,0-6 0,-2 0 0,-6 8-17,-3 0 0,-5 1 1,1-5 0,-1-6 1,-2 3 10,-4 14 0,-1 2 1,-3-1 8,0-7 1,-3 0 0,-4 2-28,-10-12 1,-8 6 165,-8 12 0,-9 8-320,-8 8 1,-5 9-146,14 9 0,-2 5 0,-1 2-824,-3 5 1,-1 3 0,1 2 938,3 0 1,2 2-1,2 0 1,-2 2 0,5 0-1,-5 5 1</inkml:trace>
  <inkml:trace contextRef="#ctx0" brushRef="#br1" timeOffset="85991">7968 6606 8483,'-7'0'4196,"1"0"-3580,6 0 3366,0 0-2010,68 17-1625,-37-9 1,3 0-817,10 3 0,7 2 0,-4-1 519,4 0 1,0 1-18,-2-1 1,4 1 0,3 2-13,-5-1 0,2 1 0,1 1 0,-2-1-439,7 1 0,-3 1 0,6 2 421,-12-4 1,5 3 0,3 1 0,-1 1 0,-4-2 0,-6-2-3,3 2 1,-7-2 0,4 2-3,0 0 0,5 2 0,2 1 0,-2 0 0,-5-3-1,0 3 0,-5-1 0,1 0 4,6 3 0,1 0 0,-4 0-8,8 6 0,-5-1-8,-15-7 0,-3-1-594,7 9 306,-21-14-1973,-9-8-7556,-6-6 9281,-1-2 0,0 1 0,0-2 1</inkml:trace>
  <inkml:trace contextRef="#ctx0" brushRef="#br1" timeOffset="86951">10323 7731 20442,'4'-48'821,"0"0"1,2 2 0,-5 18-1080,-9 41 320,0 3-12,-8 19 20,1-1 0,0 4-48,2-4 1,1 1-18,-4 6 1,2 2 11,3 3 0,5-2 22,2 8-6,5-17 1,2-3 28,5 0 408,14-9-5,-2-19-135,18-13-128,7-18-96,-17 7 1,0-2 7,1-2 1,1-1 2,-3 1 1,0 0 113,16-17-142,-16 16 1,-11 9-129,-11 16 11,-3 11 22,-2 5 17,0 39-11,-2-4 0,0-11 0,0 1-28,-2 18-118,2-11 0,1-1-44,3 4-138,5 3 1,4-1-579,16-4 676,-6-18 1,5-5-214,26-6-10,11-28 276,-27-6 1,0-5-376,3-9 0,-2-5 535,2-7 0,-3-4 62,-1-7 0,-4-5 40,-10 6 1,-2-3 0,-3 1-33,1-3 1,-4-2 15,-4 3 0,-2-3 0,-4 6-19,-4 13 1,-4 2 35,-5-21 1,-10 0 0,-16 9 0,-9 5-65,13 13 1,-2 3-1,-4 2-745,-12-1 0,-3 4 1,1 4 766,-6 3 1,-1 7 18,-2 7 1,-5 6 0,7 2-45,11 0 1,0 5-5,-7 5 0,-6 4 0,5 8-486,9 8 1,4 6 0,2 4 464,8-9 0,0 1 1,0 2-1,2 1-1,0-1 0,0 1 0,2 1 0,2 4-16,4 3 1,1 4 0,2 1-1,2-1 1,2-6-10,1 0 0,3-5 1,2 6-76,2 6 1,1 9 0,2 3-1,3-4 1,2-10-43,6 8 1,10-4-67,6-5 1,8 7 0,3-4 0,0-11 158,4-9 0,7-9 7,5-4 0,10-2 0,3-3 0,-5-9 90,-4-9 0,-3-9 0,3-2 67,1 0 0,5-2 0,-1-3 0,-4-4 23,-8-2 1,-4-3-1,-1-3 1,-1-2-39,-2-2 1,0-2 0,-3-2 0,-1-1-59,-3-1 0,-1-2 0,-2 0 0,-1-2-407,-2-1 1,-1-1 0,-2 0-1,-2 2 377,1-4 1,-1 1 0,-3-2-23,-2 2 0,-2-3 1,-1 0-1,-4 4-257,-1-12 0,-5 2-175,-3 6 1,-2-2 0,-6 5 384,-18-3 0,-5 8 0,-5-4 0,-8 13 0</inkml:trace>
  <inkml:trace contextRef="#ctx0" brushRef="#br1" timeOffset="88132">6802 7421 8842,'22'-42'1465,"0"-1"0,1 1 1,-1-1-1,6-12 1,-1 4-1411,1-2 1,-4 7 1787,-6 10 25,-9 12-1292,-1 4-481,-11 22-17,-10 22 135,-14 31-82,4-14 1,-2 5-616,4-7 0,-1 3 1,-1 0 544,-3 7 1,-2 2 0,0 0-39,6-9 1,0 0 0,0 0 0,0 2-12,-3 6 1,-1 3 0,1-2 0,2-3-6,1-3 1,2-2-1,-1 0 15,-2 8 1,1 0-1,3-6 62,-4 14 367,1-2-87,11-27 207,6-17-291,9-25-252,8-22-20,-1 6 1,1-4-410,5-10 1,2-3 402,3-8 1,1-2 4,-7 14 1,1-1 0,0 0-8,0-3 0,0 1 0,0-1 181,0 0 0,0 1 1,-1 1-152,6-18 1,0 3 17,-3 7 0,-1 2-90,-4 8 1,-1 3 92,2-6 49,-7 14-172,-7 25 681,-3 6-715,-5 15 95,-6 11 0,0 5-1,-10 19-226,-1 3 1,-2 5-368,4-9 0,-2 2-2672,1 4 0,-1 4 0,1-5 1800,-1 1 0,3-4 0,-2 5 1,6-10-1,11-29 0</inkml:trace>
  <inkml:trace contextRef="#ctx0" brushRef="#br1" timeOffset="88874">6968 8475 13659,'1'-5'6761,"-1"1"-5720,0 4-991,-22-23-16,9 22 39,-38-4-62,27 22 45,-26 16 62,-1-2 50,-4-1-40,3-3 422,4-11-343,28-12 152,-4 0-158,20-4-94,1 0-102,3 0-10,1 2 16,4 6 17,5 14-6,1 7 1,2 13-1,-4 0-11,-3-8 68,-3 22-51,-2-31 28,-1 20 28,-3-31-17,1-1 174,-1-8 638,3-3-801,0-12-55,0-2-23,1-6 22,6-4-33,8 2 11,23-10 17,-8 11-6,26-4-11,-13 17-23,12 3 1,-2 11-90,2 17-6,-17 8-55,-10 20-118,-35 3 120,-6-23 0,-6 0 0,-7 1 0,-6-2-444,-3 0 1,-3-3 157,-2-2 1,-1-4-690,2-3 1,-1-4 1145,1-5 0,4-3 0,-6 1 0,11-8 0</inkml:trace>
  <inkml:trace contextRef="#ctx0" brushRef="#br1" timeOffset="89241">6878 8071 19194,'-42'-18'159,"0"1"1,1 0-1,-11-8 1,1 14 62,6 29 0,-1 15 0,4 0-1414,4-5 1,-1 3 1270,2-1 1,-3 4 0,-2 3 0,5 1-19,4 1 1,4 3 0,0 0-1,2 2-676,0 0 1,0 1-1,2 1 1,1 1 625,1-3 0,0 1 0,3 1 0,6 1 10,7 2 0,4 1 0,5 0 0,4-5 108,10 15 0,10-3-112,0-5 0,4 2 0,3-8-6,9-4 0,6-9 11,-6-13 1,6-3-1,0-3 1,-4-2 2,7 1 0,1-5 50,3-2 1,10-2 0,0-1 0,-10-3 13,-3-3 1,-1-5 92,1-3 0,7-4 0,-1-2 0,-6-2-14,-11-2 0,-6-2 0,3-3-287,0 0 0,3-3 1,-1-1-1,-4-1 214,1-9 0,-4 0 1,-3-3-31,-2-3 0,-3-1 1,-4-2-31,-2-1 1,-4-1-1,-3-1-24,-3-1 0,-4-1 1,-2 3-18,-2-11 1,-8 2-27,-9 8 0,-9 0 0,-6 6-407,-9 12 1,-6 7 0,0 0 307,3-5 1,1 1-1,-5 5-540,-2 10 0,-4 4 1,-1 4-1,5 2 671,-13 5 0,5 3 0,4-2 0,5 1 0,-6 5 0</inkml:trace>
  <inkml:trace contextRef="#ctx0" brushRef="#br1" timeOffset="93382">1910 9863 8360,'2'-4'6570,"-1"0"-5332,-1 4-728,-43 44-236,22-19 1,-1 3-744,-4 3 0,-4 4 1,0 0 580,4-1 0,1 1 0,-1 1-58,-1 1 0,0 1 0,1 1-51,-1-1 1,0 1 0,2 0-43,0-1 0,2-1 0,0 0-149,-6 13 0,3-2-313,7-6 0,3-3-552,-2 13 431,20-6 1,0-32 0,6 3 0</inkml:trace>
  <inkml:trace contextRef="#ctx0" brushRef="#br1" timeOffset="93608">1981 9951 19406,'12'-39'831,"0"-1"1,13-15-166,0 70-290,6 17-286,-4 1-45,-1 4 0,2 6-648,-5-8 1,1 4-1415,7 9 1,3 7 0,-3-5-2900,-2-3 1,-1-2 4755,-4-7 1,1 1 0,-6-8 0,-2-3 0,-7-11 0</inkml:trace>
  <inkml:trace contextRef="#ctx0" brushRef="#br1" timeOffset="94567">1233 11278 20257,'-42'-1'226,"1"0"0,0 6 0,3 10-170,7 22 0,4 8-735,4-10 1,1 3 668,3 2 1,0 4 0,3-2-28,3 2 1,3 0-9,-4 17 0,6 0 22,12-19 1,6-4 14,3-6 0,6-5 2,6-7 0,3-4 17,5-5 1,2-4 78,1-7 0,1-3-54,0-4 0,-1-4 14,-4-4 1,-3-3 78,17-26 50,-18-5 28,-13-1 287,-17 2-349,-16 7-66,-16 11-49,3 23 1,-3 5-19,-14 3-12,8 10 0,1 4-439,-10 20 372,20-12 0,1 3-222,3 6 1,3 2-838,-3 21-1999,14 5-616,17-28 3741,10-4 0,-7-19 0,1-2 0</inkml:trace>
  <inkml:trace contextRef="#ctx0" brushRef="#br1" timeOffset="94967">1435 11112 6643,'-36'-26'903,"0"0"0,0 0 1,-18-6-1,0 15 502,13 25 0,0 13-1217,-3 10 1,-1 9 0,3-1-172,1-2 0,1 4 19,10-5 1,-3 7 0,3 0 0,5-5-46,4 1 1,3 1-15,-1 5 1,0 4 0,2 0-71,1 12 1,4 1 13,3-13 1,0 2 0,7-1-284,9-1 1,5 0 0,1-4 313,0 0 0,9-6-29,15-10 1,11-5-1,-3-7 644,-9-10 0,1-5-586,12-2 1,6-3-1,-3-4 19,2-7 0,-1-6 65,-3-2 1,4-5-1,-4-2 23,-9 3 0,-3-1 0,0-3 24,2-5 0,-1-3 0,-4 0 67,1-16 1,-7 1-108,-7 10 1,-4-1 56,-2-11 0,-6-1-26,-5 10 1,-5 0-13,-3 2 1,-3-3 0,-1 4-31,0-1 1,-3 2 64,-10-8 0,-8 6-10,0 23 0,-5 5-161,1 1 1,-2 3-180,-6 5 0,1 6-1131,-21 18-8476,15 13 9559,18-4 1,13-6 0,11-14 0</inkml:trace>
  <inkml:trace contextRef="#ctx0" brushRef="#br1" timeOffset="95440">2593 10942 18314,'7'-42'158,"0"0"1,-2 2 0,5 12 1285,19 31-1405,-10 5 17,15 29-28,-14 13-712,-5-3 0,-2 3 650,-3-14 1,-2 1-99,4 18 1,0 3-405,-3-8 0,0-2-204,-1 1 1,-1-1-606,1 5 1,-4-1-953,-5-16 1,-4-2-1361,-4 15 3163,-10-9 1,11-26 0,0-3-1</inkml:trace>
  <inkml:trace contextRef="#ctx0" brushRef="#br1" timeOffset="95975">2625 11505 15144,'-14'-51'1338,"-1"0"1,2 7 0,3 8-852,9 16-406,9 10-98,1-2-196,35-4-106,3 4-91,-10 2 1,3 0 47,-1 1 1,0 0-191,2-1 1,-1-1-236,-1-1 0,-1 0-90,17-8-905,-25 4 1,-2-2-806,-2-11 697,2-16 1498,-20 11 292,-20-28 256,3 26 435,-7-7 0,-2-2 1230,-9-11-626,7 17 1,-1 0 14,-8-7 274,4 17 1,-3 3-108,-20-1-936,11 9 1,-3 5-89,1 8 1,-2 6-125,-4 5 1,-1 5-79,-4 5 0,0 6-1235,-2 8 1,1 4 1116,11-5 1,1 4 10,3 6 1,0 7 0,5 7-69,14-3 1,4 6-1,3 4 1,1-1 0,1-3-3,-2-2 1,1-3 0,2 0 0,4 3 8,2 4 0,2 5 0,4 1 0,5-6 1,6-11-368,12-7 1,6-10 0,4-4 343,3-2 1,3-5 0,1-2 7,4-4 0,2-3 1,0-3 23,2-3 1,0-3-1,0-3 40,1-2 0,-1-4 0,0-2 68,-3-2 1,0-4 0,-2-2 83,-3-3 1,-1-3 0,-3-2 67,-3-2 0,-3-3 0,-2-1-25,-3-3 1,-2-1 0,-4-3-86,-2-1 0,-4-3 1,-1 1-79,1-9 1,-4-3 2,-6-3 0,-4-5 0,-3 3-53,-4-2 0,-5 0-29,0 6 0,-1-3 0,-6 6-117,-11-1 1,-9 9-270,-8 11 1,-4 9 2,5 7 1,-3 8 362,-4 9 1,-4 6 0,7-1-1,-8 0 1,11 3 0,1 1 0</inkml:trace>
  <inkml:trace contextRef="#ctx0" brushRef="#br1" timeOffset="99751">9949 9123 18030,'-29'45'190,"1"-1"0,-1 0 1,0 1-1,0-2 1,-1 0-1,1 0 1,-1-3-134,-5 5 1,0-3 0,1 0-891,-1 0 1,1-1 0,1 1 595,3-4 0,1 1 0,2-1-1530,-7 16 0,5-1 1767,8-10 0,5-3 0,-2 10 0,13-24 0</inkml:trace>
  <inkml:trace contextRef="#ctx0" brushRef="#br1" timeOffset="100183">8865 10568 20097,'20'-53'371,"-1"1"0,5 2 1,3 11-176,21 20 1,-2 9-6,-4 26-68,-10 15-305,-12-5 1,-1 3 181,-1 4 0,-2 3-20,-2 5 0,-2 1-334,-3 3 0,-3 3 174,-4 2 1,-3 1-121,-4 1 1,-5 2-123,-1-13 0,-2 2 1,0-4 113,-1 2 0,-2-2-659,-6 10 1,0-6-2550,-1-4 3516,-3-6 0,14-16 0,4-12 0</inkml:trace>
  <inkml:trace contextRef="#ctx0" brushRef="#br1" timeOffset="100683">8925 11066 20599,'30'-47'-73,"0"0"0,3 0 0,5 6-17,8 12 1,2 4-1012,2-3 0,-1-1 907,0 0 1,-2-1-143,4-8 0,-4-1 221,-17 13 0,-2-1-11,1-4 0,-6-2-66,-13-2 1,-7 0 68,-11-26 128,-1 17 1,-7-1 64,-7 10 0,-5 2 285,-3 0 1,-3 3 11,-10 1 0,-1 3-250,13 9 1,1 3 81,-12 1 0,-1 9 86,3 16 1,2 6-208,5-5 0,0 2 35,-1 9 1,-2 5 0,1 2 4,-7 13 0,1 4-76,5-5 1,-2 3 0,0 4-708,4-1 1,0 3-1,0 2 1,3-4 667,1 0 1,1-2 0,2 3-6,1 1 1,1 4 0,1 0-1,6-4-4,7-5 1,4-3 0,3 2-190,0 7 1,4 1-1,5-1 210,5-8 0,5-1 0,6-3 0,6-5 0,5-3 0,4-4-275,6-3 0,5-5 1,1-3 257,7-2 0,3-3 0,1-5-377,4-4 1,2-4 0,0-3 380,-14-2 1,-1-1 0,1-3 0,-1-1 23,-1-4 1,0-2 0,-1-2 0,-1-2 228,-2-1 0,0-3 0,-2-2 1,-2-1-96,11-12 1,-4-3-1,-3-4-256,-10 2 0,-3-4 0,-1-2 0,-4 1 190,-4 6 0,-4-1 0,-1 0 0,-1-2-37,-1-8 0,-1-1 1,-2-1-1,-3 5-98,-3 3 1,-2 3 0,-3-1 55,-3-8 0,-3 0 0,-4 3 552,-5-4 0,-8 3-767,-5 10 1,-6 0-1,-1 4 194,-2 2 1,-4 6-1080,-5 11 0,-6 5 1,3 6 1084,2 6 0,3 5 0,2-4 0,5 2 0,-8 5 0</inkml:trace>
  <inkml:trace contextRef="#ctx0" brushRef="#br1" timeOffset="101592">10716 8833 19126,'-2'-7'2217,"0"2"-1881,2 5 164,0 0-304,90 21-997,-60 0 1,2 3 828,13 0 0,8 1 0,-5 4-39,-11 2 0,-4 4 0,1 0-467,4 1 0,1 1 0,0 0 179,2 1 0,0 0 0,-1 1-1103,1 1 0,0 1 0,-2-2 1056,-5-4 0,0-1 0,-4-2 1,1 2-1,-3-4 0,1 3 1</inkml:trace>
  <inkml:trace contextRef="#ctx0" brushRef="#br1" timeOffset="102109">12103 9862 22498,'-44'32'155,"0"0"1,0 1 0,3 0-1,1 0 1,5 2-100,2 14 0,7 2-1367,0 2 1,5 1 1318,5 0 1,4-1-18,4-3 1,5-1 80,6-7 1,5-2-85,3-7 1,4-3 0,27 15 95,11-16 702,1-15-355,-3-19 45,-12-13-45,-16-16-83,-15-5-168,-22-4-91,-16 2-38,-20 7-12,-9 13 1321,-4 16-1377,8 15-39,11 12 459,14 10-751,15 3-228,11 5-472,18-2 141,3-8-2269,12-14 0,4-3 3176,12-4 0,6 2 0,-28-11 0</inkml:trace>
  <inkml:trace contextRef="#ctx0" brushRef="#br1" timeOffset="102442">12443 10009 11878,'-8'-48'1595,"0"0"0,0-1 0,-2 6 1,-1 1-1,-4 3-971,-10-5 1,-7 7-742,-7 7 0,-6 7 422,-8 6 1,-3 8-724,8 3 0,-1 7 608,-4 9 1,-5 6 0,3 5-121,6 5 1,3 5 0,-1 0-60,-1-4 1,0 1-1,2 7-4,5 7 0,0 7 0,4 2 0,6-5-10,3 2 0,5 3-7,6-7 0,0 8 0,0 3 0,2-2 0,4-7-398,0 11 1,7 0 383,2-8 0,3 6 1,3-1-1,5-7-21,17 9 1,10-8 17,-3-10 1,6-3 0,3-5 1,7-5 1,4-7 0,2-4-2,5-4 0,2-5 0,1-5 26,-15-2 0,0-3 0,0-3 0,1-3 35,6-7 0,2-4 0,-2-2 0,-4 1-463,-1-1 0,-4 1 0,0-6 496,-2-2 1,1-6 0,-2-1-1,-6 0 33,-6 0 0,-6-1 0,0-3-34,5-9 0,-1-4 0,-4-1-52,-5-1 0,-4-1 0,-4 0-40,-3-1 1,-4-1 0,-5 1-53,-4 2 1,-5-1 0,-6 2-175,-4 12 0,-5-1 1,-3 2-1,-2 5-1301,-10-4 1,-5 6 0,-2 4 1307,-5-1 1,-4 4 0,5 7 0,1 8 0,6 5 0,-13 6 0</inkml:trace>
  <inkml:trace contextRef="#ctx0" brushRef="#br1" timeOffset="117208">7181 6513 7520,'-4'-1'7141,"1"-1"-4917,3 2-1826,-30-21 470,16 9-672,-20-13 213,19 8-190,5 4-113,-1-3 163,1-4 190,5-8-257,5-6-85,9-12-27,12 2-28,11-1-29,-2 10 6,-6 13 1,0 1-40,5 1-56,11-4 28,-19 21 56,-4 16-12,-6 5 1,-1 30-12,-6-8 1,-2 3-23,0 3 1,-1 3-510,-2 12 1,-1 2 488,-3-9 1,0-2 19,0-11 1,-1 0-1,-3 13 0,0-2-260,4-19 1,0-1 276,-2 5 0,0-1-17,-3 19 0,5-32 11,0 3 141,5-20-57,3-10 1042,19-21-1097,10-11-26,-5 6 0,3-2-116,3-3 1,1 0 53,5-3 1,-1 0-26,-6 7 1,0 1-511,0 1 1,1-1 0,-2 2-1804,-1 1 0,-1 1 1779,9-8 1,-3 2 0,-4 5 0,-18 14 0</inkml:trace>
  <inkml:trace contextRef="#ctx0" brushRef="#br1" timeOffset="117716">6965 6565 10774,'-44'-19'1473,"-1"-1"0,6 6 0,7-3-201,8-14-661,16 3-197,4-16-95,18 2-78,10 0-62,8 1-67,4 4-61,2 5-51,0 9-17,3 11 11,2 12 6,4 17 11,-2 15-195,-24-8 1,-3 3 216,-3 4 1,-3 3-4,-4 5 1,-4 1-20,-3-7 1,-3 1-29,-8 20 0,-5 1 6,-1-7 0,-2-1-251,1 1 1,0 0 269,-2-1 1,2-3-43,4 1 6,2-4 23,9-7 290,10-24 153,9-7-125,14-24-133,16-20-124,-18 12 0,2-3-1132,5-6 1,0 0 1086,-7 6 0,1-1-47,2-1 1,3-3 0,-2 2-262,4-3 0,1 1-6,-2 2 1,3-1-1,-2 2-1086,7-4 1,-2 3-632,-11 10 1,-1 2 2019,20-15 0,-34 26 0,-3 2 0</inkml:trace>
  <inkml:trace contextRef="#ctx0" brushRef="#br1" timeOffset="118217">6894 6619 6983,'-6'0'3965,"1"0"-957,5 0-1743,-44-80-1196,39 49 241,-12-20 1,7-1 120,36 18-100,12-8-74,3 4-89,4 4-95,1 6-22,4 7-29,2 8-11,1 14 51,-4 15 78,-10 17 56,-16 22-107,-11-4-25,-18 3 1,-7 4-71,0-14 1,-3 1-362,0-1 0,-1 2 1,-1-2 366,-6 8 0,1-2-9,4-6 1,1-2-6,5-7 0,3-3-3,0 15 471,27-15-225,-4-19-4,19-11 72,3-22-163,10-15-178,-14 8 1,2-3 34,4-5 1,0-3-49,4-5 0,1-1-74,-12 13 0,0 0 1,1-1-175,1 0 1,0 0-1,1 0-1247,5-3 1,1 0 0,-3 3-2062,0 0 1,-2 2 3039,3-1 1,-8 6-1,-16 13 1,-6 6-1</inkml:trace>
  <inkml:trace contextRef="#ctx0" brushRef="#br1" timeOffset="118641">6912 6552 11474,'-4'0'672,"0"0"-66,4 0 1018,-23-71-1243,18 43-185,-8-13 0,4-2 627,14 9-67,7-3-151,8-9-381,-1 11 101,14-6-286,-10 20-44,10-3-23,-7 16 28,1 11 44,3 14 108,0 18-40,-8 2 58,-14 16 1,-6 4-137,-5 3-396,-2-18 0,-2 6 1,-1-4 347,-3-2 0,-1-2 16,-1 9 1,0 0-404,2-5 0,3-3 395,1-6 1,4-3 16,3 15 207,11-19 220,13-17-63,14-21-157,16-18-199,-10-7 1,3-6-819,-14 12 1,-1-1 0,1 0 652,1-2 0,0 0 1,1-1-1403,6-4 0,2-1 0,-2 3 1270,5-3 0,-2 2 0,-3 4 0,-4 3 0,8-4 0</inkml:trace>
  <inkml:trace contextRef="#ctx0" brushRef="#br1" timeOffset="138232">5295 8865 7604,'3'0'398,"0"1"5965,-3-1-6223,-2-3-124,2 0-27,-2-1-258,2-1-22,0 4-794,0 0 0,0 1 1</inkml:trace>
  <inkml:trace contextRef="#ctx0" brushRef="#br1" timeOffset="139375">7416 6319 12875,'4'8'1630,"0"-1"-729,-4-7-1741,0 0-549,-16-1 45,14 1 1344,-9 4 0,13-3 0,2 4 0</inkml:trace>
  <inkml:trace contextRef="#ctx0" brushRef="#br1" timeOffset="139798">7279 8667 13452,'0'0'0</inkml:trace>
  <inkml:trace contextRef="#ctx0" brushRef="#br1" timeOffset="147595">11466 4666 21892,'-28'-19'358,"-1"0"1,4-4 0,10-4-253,21-7 1,9-2-79,-2-5 0,2-1-644,0-2 1,2-1 630,-2 2 0,1-2 0,-1 4-531,-4 7 0,1-1 519,1-7 1,1-4 0,-1 3 16,-3 6 0,-2 1 284,1-7 1,-5 3-277,-13-9-28,-5 19 0,-14 27 16,-4 20 12,-4 15-11,8 6 0,2 6-300,4 1 0,3 4 281,6-6 0,0 2 0,4-1-1,0 4 1,5 2-28,3-2 0,3 4 0,3-3-21,5-1 1,3-2-19,-1-4 0,1 2 0,4-4 357,7 1 1,5-6-841,6-4 0,2-5 31,14 4-1392,-15-19 1,0-6 1565,-1-10-102,3-11 1,0-5 364,0-7 126,3-11 0,-3-3 56,-20 14 0,-3 1-25,5-6 0,-2 0 308,1-23 1297,-13 17-1090,-2 7-126,-8 11-277,-5 16 3148,-1 8-3181,-4 8 409,1 13-494,3 2-11,5 7-45,8-13 56,9-3 23,5-9 67,17-10-107,-8-6 84,24-30 23,-25 3-6,7-19-61,-21 16 179,-13-14-185,-5 28 145,-19-15-128,0 30-11,-14 2-73,12 11-3370,-10 19 3375,21-7-140,-12 34 130,21-24 2,3 7 0,3 2-9,9 11-8,-2-13 1,3 0-4,14 19 12,5-7-6,-5-15 11,12 1-11,-18-18 3339,12 4-3294,-14-12 249,0-2-278,1-3-32,-6-2-24,0-1-116,-1-2-231,1-2-699,4-2-2292,4-4 3378,9-3 0,-12 7 0,2 0 0</inkml:trace>
  <inkml:trace contextRef="#ctx0" brushRef="#br1" timeOffset="148196">12524 4314 16662,'0'-7'3030,"0"1"-2411,0-25 0,0-5 194,-3 3-333,1-9 1,-4 2-61,-9 15 0,-13 9-330,7 9 67,-16 12-135,20 4 122,-10 21-127,14 7-17,1 21-281,8-23 0,2 1 286,2 6 1,1 1-320,2 4 1,0 0 316,2 2 0,0 1-17,1 1 0,0 1-37,1 0 1,0 1-96,-1 0 1,-1 0-169,0 1 1,-1 0-335,-1-1 1,-3-1-412,-4-2 1,-3-1-68,-2-4 1,-3-2 309,-4-7 0,-3-4 715,-24 11 375,-2-29 90,-3-32-120,23-2 0,2-5-124,3 1 0,2-3 168,-9-24 1,3-4-130,12 16 1,1-1-369,-3-17 1,5-1 298,12 14 0,5 3-45,6 1 0,5 3-51,7 0 1,4 3-186,7 2 0,1 2-134,-5 7 0,1 2 325,17-4 0,-5 4 0,-11 5 0,16-3 0</inkml:trace>
  <inkml:trace contextRef="#ctx0" brushRef="#br1" timeOffset="148578">12747 4730 23530,'22'-39'146,"1"-1"1,-1 1 0,-1-1-1,-1 0 1,-2 2-100,-2-8 1,-3 1-879,-1-7 1,-2-2 858,-3-2 0,-1 0 22,-2 1 0,-3 2 73,-3 6 1,-2 2 338,-2 9 0,-2 3-198,-13-14-191,1 23 305,-7 14-344,2 28-23,2-1 0,-2 36 17,13 3-303,6-15 0,2 2 264,3 3 0,2 2-51,4 3 0,2 1-194,4 0 0,2 1 32,3-2 0,1-2-115,1-4 0,0-2-435,-2-5 0,0-2-1086,12 20-941,-8-14-1327,-7-18 3548,-5-14 0,-5-8 0,-2-4 1</inkml:trace>
  <inkml:trace contextRef="#ctx0" brushRef="#br1" timeOffset="148711">12806 4551 12001,'-4'-3'8094,"1"0"-5977,3 3-1910,-2-65-212,27 33-654,-9-11 1,5 3-210,32 14 868,3 8 0,-1 2 0,-17 5 0,-1 2 0,0 0 0</inkml:trace>
  <inkml:trace contextRef="#ctx0" brushRef="#br1" timeOffset="148896">13483 4426 25107,'-26'-17'-9831,"13"3"7404,25 11 0,-1 2 0,-7 0 0</inkml:trace>
  <inkml:trace contextRef="#ctx0" brushRef="#br1" timeOffset="149581">13732 4625 19568,'8'-1'3322,"-1"1"-2477,-7 0-464,17-72-129,-8 23-185,-1 5 0,3-7 1,-2 5-1228,-4 10 1,0 1 1178,3-10 1,-1-2 16,-1-8 1,-1-1-12,-2 9 0,-1-2 14,-1 0 0,-2-5 1,0 7-7,0 6 1,-3 3 47,-3-4 0,-3 5 842,-4 8-782,-9 4 267,3 21-397,-4 19-11,8 8 22,-6 27-22,8 8-501,6-16 0,3 3 439,1 4 0,4 3-123,3-8 0,4 2 0,-1-3 25,0 3 1,3 0-281,7 15 1,3-2 16,-6-24 1,2-3-413,3 6 1,1-1-315,1-8 1,2-4-1961,24 8 1250,-7-18-2426,23-21 4157,-19-15 670,-12 5 1,-2-5 2084,11-26 700,-9 0 1722,-13 3-4092,-9 19 1184,-12 5-1245,-5 14-162,-7 2-594,6 2 261,1 2-389,7 0 191,12 2-164,7-2 6,30-7 0,-2-7-12,1-3 62,-11-12 17,-20 0-28,-2-11-67,-11 7 163,-25-13-90,-1 28-62,-12-7 44,-4 25 18,-6 18-62,-3 6-25,21-4 0,1 3 2,-7 25-22,12-5-259,10 12 108,17-6-264,8-12 1,6 0-277,3-6 0,3-2-858,11 3 0,5-4 1566,3-6 0,-1-4 0,7 1 0,-4-5 0</inkml:trace>
  <inkml:trace contextRef="#ctx0" brushRef="#br1" timeOffset="149919">14972 3984 18964,'-1'-12'4385,"0"2"-3789,-27-21 1,-6 0-418,11 16-36,-20-13 0,1 11-48,17 48-65,6 0 1,3 3-11,5-5 0,3 3-225,-2 17 1,3 7 179,4-11 1,1 3 0,1 1-1153,0 4 0,0 3 0,0-1 1020,1-1 0,1 1 0,-1 1-667,1-3 1,0 4 0,0-2 0,-1-7-332,0 7 1,-2-2 33,0 8 1,-2 6 0,-5-8 700,-12-7 0,-5-8 918,2-4 1,-5-7-26,-6-7 1,-1-13 100,-15-38-149,17-12-108,19 0 0,6-8-82,6 5 0,3-3 0,2-1-105,0 1 1,1-2 0,2 0-161,2-7 1,2-1 0,3 3-41,8-4 0,3 5-320,0 8 1,4 4-1636,10 2 0,3 4 658,-13 11 1,1 2-780,9-1 1,-1 4 2145,13 1 0,-22 8 0,-2 1 0</inkml:trace>
  <inkml:trace contextRef="#ctx0" brushRef="#br1" timeOffset="150236">15177 4434 12797,'4'3'6794,"0"-1"-2795,-4-2-3529,48-94-369,-34 53-330,4-8 1,3-12-1,-6 5 240,-10 13 1,-5 0-198,3 0 1,-1-2 0,0 1 342,-2-12 0,-1 2 92,-1 6 0,-2 2-17,-1 8 1,-1 4 81,-9-13-101,2 20-135,0 16 465,4 13-543,-6 20-5,-1 16 5,0 7-128,7 6 0,3 5 94,4-6 1,2 1-38,2-1 0,0 4 0,2-1-570,2-5 0,1 0 0,3-2 385,0 1 0,3-2 0,0-1 7,1 5 0,4-1-880,9 8 0,1-5-1856,8 0-345,-12-20 0,1-3 2707,2-9 0,-12-12 0,-8-7 0</inkml:trace>
  <inkml:trace contextRef="#ctx0" brushRef="#br1" timeOffset="150395">15205 4215 23976,'47'-26'-394,"0"0"1,0-1 0,-2 3 0,-1 1 0,-1 7-3284,7 9 0,-2 5 2544,-9-1 1,-3 1 0,7 0 0,-22 2 0</inkml:trace>
  <inkml:trace contextRef="#ctx0" brushRef="#br1" timeOffset="151419">3958 6825 10657,'-37'6'-553,"9"-7"0,25 12 0</inkml:trace>
  <inkml:trace contextRef="#ctx0" brushRef="#br1" timeOffset="151803">2184 9272 10920,'-6'7'996,"1"-2"1287,5-5 1128,0 0-2220,-4-17-514,1 11-52,-5-13-373,4 16 322,1 0-1139,0 2-1407,2 0-5293,1-1 7265,4 1 0,-3 0 0,2 1 0</inkml:trace>
  <inkml:trace contextRef="#ctx0" brushRef="#br1" timeOffset="154210">16238 3982 22268,'-18'-11'-505,"35"-7"-276,29 5 0,10 2 350,-14 1 0,1 0-1712,3 3 1,4 0 0,-6 3-2417,16 3 699,-23 3 0,-4 2 3860,-9 3 0,-16 1 0,-7-6 0</inkml:trace>
  <inkml:trace contextRef="#ctx0" brushRef="#br1" timeOffset="154370">16298 4203 21091,'23'11'-1931,"32"-13"719,-15-9 0,5-4 0,-1-1-1673,13-2 0,-1 1 2885,7-2 0,-6 2 0,-13 4 0,-2 1 0</inkml:trace>
  <inkml:trace contextRef="#ctx0" brushRef="#br1" timeOffset="154745">17101 3883 15720,'-5'0'4207,"0"0"-3435,5 0-1511,36-23-1165,14 7-1101,-5-1 0,4 0 2154,-5 8 1,-3 2 0,16-2-1,-24 4 1</inkml:trace>
  <inkml:trace contextRef="#ctx0" brushRef="#br1" timeOffset="154911">17311 4232 21087,'54'-31'-611,"0"1"0,0-1 1,-6 4-1,-1 0 1,-7 7-1,13 4 1,-22 7-1</inkml:trace>
  <inkml:trace contextRef="#ctx0" brushRef="#br1" timeOffset="167596">4792 10272 2183,'-52'18'823,"1"0"0,-1 1 1,0-1-1,0 0 0,0 0 1,0 0-1,5-1-368,0-2 1,3 0 0,3-1-370,-13 4 1,10-4 1702,21-7-1492,45-12-87,7-2 0,7-4-197,20-6 0,9-3 22,-9 2 1,4-1-1,3-2-222,-9 3 1,2 0 0,2-1 0,4 0 195,-7 2 0,3-1 1,3 0-1,0 0 1,-2 0-1,-3 2-170,-4 0 0,-4 2 1,0-1-1,2 1 1,5-2 162,-2 1 1,6-1 0,3-1 0,1-1 0,1 1-1,-3 1 1,-4 0 0,-6 3-436,7-2 0,-7 1 0,-1 2 0,6-3 433,-4 2 1,6-1 0,2-2 0,2 1 0,0 0 0,-4 1-1,-4 2-138,11-3 1,-6 2-1,-1 1 1,3 0 124,-6 0 1,2 1 0,1-1-1,-2 1 1,-2 1-15,4-1 0,-2 2 1,-2-1-1,-2 2-26,2 0 1,-3 1 0,-5 0 466,1 1 1,-9 3-123,-10 3 1237,-55 12-1549,-8 1 1,-8 1-15,2-1 0,-4 1 1,-3 1 83,5-1 1,-3 0 0,-1 1-1,-1-1-109,-6 3 0,-3-1 1,0 1-1,-1 1-84,7-3 0,-1 0 1,0 0-1,-1 1 1,0-1 108,-4 2 0,-1-1 1,0 1-1,0-1 1,-1 1-254,8-2 1,0-1-1,-1 1 1,1 0-1,-1 0 1,0 0 290,-1 0 1,-1 0 0,1 1-1,0-1 1,-1 0 0,1 1-172,0-1 0,-1 1 0,1 0 0,0 0 0,1-1 1,3 0 195,-13 3 0,4-1 1,0 1-1,-3 1 55,2-1 1,-4 2 0,0 0 0,3 0 0,5-3 8,-4 2 1,6-2-1,-3 1-114,1 0 0,-3 1 1,2 0-1,8-3-125,1-1 0,9-3 727,-11 6-413,66-14 90,30-4-216,-3-4 1,8-3-34,-8-2 1,7-2 0,1-1 0,-4 0-10,4-1 0,-3 0 0,5-2 6,-4 0 0,6-2 0,2-1 1,0 0-1,-4 1-44,4-2 0,-3 2 0,0-1 0,4-1-26,-10 3 1,1 0-1,2-1 1,0 1 0,1-1-1,0 0 8,1 1 0,1-1 0,0 0 0,0 0 0,0 0 0,1 1-144,-1-1 0,1 0 1,-1 1-1,1-1 1,-1 1-1,0 0 183,-2 0 0,-1 1 0,1 0 1,-1 0-1,0 0 0,-1 1 40,5-2 0,0 0 1,-1 1-1,-1 0 0,-2 1-141,4-2 1,-1 1-1,-1 1 1,-4 1-294,4-1 1,-3 2-1,-5 1-539,1 0 1,-8 3 663,-7 8-1473,-55 20 894,-17 4 865,-15 5 0,0-1 0,13-6 0,6-4 0,0 0 0</inkml:trace>
  <inkml:trace contextRef="#ctx0" brushRef="#br1" timeOffset="167745">5111 10653 12453,'55'-28'-206,"1"1"1,-1-1-1,-12 7 1,-1 0 0,2 0-1,2 1-153,-1 1 1,4 1 0,1 0 0,-2 1-1,-2 0-1129,11-5 1,-4 2-1,3-1 1488,-4 2 0,3-1 0,-2 1 0,-11 3 0,-9 4 0,-5 2 0,31-10 0</inkml:trace>
  <inkml:trace contextRef="#ctx0" brushRef="#br1" timeOffset="174195">0 4306 16493,'0'-49'56,"0"0"0,0 3 1,0 16-399,0 29 471,0 19-206,0 22-14,0 24 48,0-25 1,0 3-256,-1 3 1,2 0 108,6 0 0,4-2 90,-2-4 0,5-3-47,6-7 0,4-5 204,26 5 227,-20-22 0,3-7 172,6-6 0,2-7-492,9-6 0,3-7 293,-12 2 1,2-4 0,1-2 0,-2 2-584,1-1 0,-3 2 0,5-5 600,-4 3 0,3-4 0,2-1 1,0 0-1,-2 2 118,1-1 0,-1 2 0,-1 0 0,3-2-473,-1 0 1,2 0-1,1-1 1,1 0-1,-2 0 301,2 0 1,-1 0 0,0 0 0,1 1 0,-1-1-97,-2 2 1,1 0 0,-1 0 0,0 1-1,0 0-47,7-4 1,0-1 0,-1 2-1,-2 1-300,-4 3 1,-1 2 0,-2 0-1,0 2-391,5-2 0,-2 1 0,-2 4-1852,8-3 0,-6 5 2561,9 0 1,-28 14 0,-21 6 0</inkml:trace>
  <inkml:trace contextRef="#ctx0" brushRef="#br1" timeOffset="190024">3940 6891 11617,'0'-5'856,"0"0"-464,0 5-571,-18-35-2028,13 26 96,-13-25 1903,18 36 228,1 11 0,-1-7 1,1 6-1</inkml:trace>
  <inkml:trace contextRef="#ctx0" brushRef="#br1" timeOffset="190375">2146 9941 12275,'-4'0'583,"1"0"1489,3 0-2761,-25-7-2486,16 5 3175,-17 1 0,23 3 0,3 4 0</inkml:trace>
  <inkml:trace contextRef="#ctx0" brushRef="#br1" timeOffset="191273">6239 6262 17155,'0'-4'-59,"0"1"-61,0 3 212,0-16-280,2 15 190,3-8-579,7 22-792,3 0 1302,24 10 0,-24-15 1,12 4-1</inkml:trace>
  <inkml:trace contextRef="#ctx0" brushRef="#br1" timeOffset="191657">10847 7486 19652,'-2'-3'-1384,"0"0"-166,2 3 1,0 0 0</inkml:trace>
  <inkml:trace contextRef="#ctx0" brushRef="#br1" timeOffset="192833">7150 6449 14751,'-14'-16'-6374,"13"7"6374,17 14 0,-2 1 0,-2-2 0</inkml:trace>
  <inkml:trace contextRef="#ctx0" brushRef="#br1" timeOffset="194641">18056 3799 18840,'-11'-43'668,"0"-1"1,1 4-1,3 10-763,6 25-101,2 2 168,10 11 39,12 9-50,20 16-423,-13-10 0,0 0 378,-3-3 0,0 1-126,8 7 0,-1 1-23,-6 0 1,-2 1 181,-3-2 1,-3 0 106,6 29 90,-34-26 61,-15-11 78,-9-11 7,0-15-96,9-11 627,9-4-610,12-25-163,13 12-84,5 5 1,3 1-12,10-2-36,-2 12 0,1 2-221,16 0-174,12 0-269,-2 6-286,-5 3 112,-10 5 561,-11 0 475,-9-1 175,-8-3 150,-5-2-140,-4 1 819,-1-5-286,-1 7-119,1-2-279,-1 5-241,0 1-190,0 6 38,0 11-66,1 7-180,4 13-761,6 3-2397,6 4 3360,8 4 0,-10-22 0,0-2 0</inkml:trace>
  <inkml:trace contextRef="#ctx0" brushRef="#br1" timeOffset="194807">18822 3693 13866,'-3'-8'2577,"1"3"-3098,2 5-3266,0 0 3787,-4-26 0,3 19 0,-3-19 0</inkml:trace>
  <inkml:trace contextRef="#ctx0" brushRef="#br1" timeOffset="195824">19411 3665 18913,'-56'-24'381,"0"1"0,-6 8 0,6 12-331,7 24-28,14 1 1,3 4-12,0 12 0,1 11-16,18-3 10,20-7 107,25-6-28,-4-16 196,23-6 73,-18-19 44,8-8 74,-6-12 11,-8-7-62,-7-3-73,-8 1 1,-5 5 16,-3 8-196,-3 10-202,0 7 45,2 16-11,-1 2 11,6 35-11,-4-15 6,1 2 0,-2 6-60,-4 7 1,-2 0-475,1-7 1,-2 2 402,-3 3 0,-1 5 0,-2-3-94,-6 6 1,-2-1 132,4-12 0,-1 2 1,-1-2 59,-5 9 1,1-5 48,-9 9-124,2-28-633,13-32-526,-2-18-364,14-32 500,7 18 1,5-6-1275,3 0 0,3-5 0,1 3 1958,2-5 0,2-2 276,-1 9 0,4-5 1,0 1-1,-3 7 111,0 2 1,0 2 223,4-6 1,3-5 0,-3 4 251,-3 7 1,-1 0 386,0 1 0,1-3 0,-1 3-463,-3 5 1,-1 1 333,6-8 0,-3 6-54,-8 19 96,1 1-393,-9 12 471,1 23-560,-2-2-30,1 17 1,-2 4-150,1 6-145,-2 4 0,0 1 116,-1 2 12,0 3 0,0 2-11,2-1-20,-1-14 0,1-4 8,2-12 275,1-11 319,0-13 2611,4-10-3087,4-14 12,11-30-57,1-1-22,2-2 123,1 6 33,-2 17-66,4-2 1021,1 12-1150,-3 11 609,1 11-626,1 9-12,1 10-5,-1 9 28,6 9-11,-3-9 0,0-3 33,3-11 107,4-12-23,2-9-22,5-13-50,-19-5 11,1-20-28,-13-8-12,-6 3 1,-3-3-171,-2 16 1,-2-2 178,1-25 0,-1 2 104,-2 4-32,1 21 1,-1 2 9,-2 7 16,-1 12-152,-3 13 1,-11 18 0,2 1-14,-2 13 0,1 5-26,1 5-1949,3 17 0,2 2 1496,8 0-318,5-17 1,4 6 0,2-6-1414,6-6 1,2-3 1223,3 8 1,3-1-2666,5-10 1,1-6 3675,9 5 0,-6-6 0,-15-12 0</inkml:trace>
  <inkml:trace contextRef="#ctx0" brushRef="#br1" timeOffset="196015">20083 3555 17723,'42'-24'36,"-1"0"1,1 0 0,-1 2 0,0 1 0,-1 5-31,9 9 0,-1 4-43,-1-1 1,-2 0-228,-6 1 1,-2 1-2279,20-1 2542,-21 4 0,-19 0 0,-10 1 0</inkml:trace>
  <inkml:trace contextRef="#ctx0" brushRef="#br1" timeOffset="196790">2952 7304 13216,'-23'16'-1002,"2"5"-326,13 1 0,3-6 0,3-11 0</inkml:trace>
  <inkml:trace contextRef="#ctx0" brushRef="#br1" timeOffset="197099">1553 9896 18476,'-33'16'89,"0"-1"1,-18 11-740,46-26-308,5 0 0,0 0 1</inkml:trace>
  <inkml:trace contextRef="#ctx0" brushRef="#br1" timeOffset="197975">6896 6553 22352,'-15'5'-2458,"7"1"0,25-1 1,-5-3-1</inkml:trace>
  <inkml:trace contextRef="#ctx0" brushRef="#br1" timeOffset="199174">20939 3733 19557,'-14'-14'-781,"4"0"1,10 19 0</inkml:trace>
  <inkml:trace contextRef="#ctx0" brushRef="#br1" timeOffset="199864">21195 3334 22431,'-4'-54'504,"0"11"-516,4 42-374,0 1 420,4 4-12,3 4 23,5 8-34,0 0-5,13 23 5,-5-1-17,-6-9 1,0 2-202,-3-1 1,-3 0 192,-1 2 0,-1 1-31,-1 29 23,-8-8 28,-2-18 55,-8-7 107,3-21-22,-6-3-34,1-18 5,0-12-21,3-10 350,6-7-441,12-3-38,11 2-51,13 5-84,13 7-68,8 8-111,7 3 157,-11 8-94,-6 3 1,-1 0 227,4-4 68,16-5 133,-31-4-50,-19 9 169,0-10 392,-10 5-494,0 6 146,-3-2-196,1 12-28,0-1-95,1 3-12,0 6 29,0 8-12,0 5-246,2 38 28,2-26-89,3 26-864,5-18-7211,7 10 4198,-5-10 3623,5 3 0,-13-32 0,0-1 0</inkml:trace>
  <inkml:trace contextRef="#ctx0" brushRef="#br1" timeOffset="200031">21802 3062 16572,'-3'-6'694,"0"2"-1596,3 4-3484,0 0 3323,-29 5 0,22-4 1,-21 5-1</inkml:trace>
  <inkml:trace contextRef="#ctx0" brushRef="#br1" timeOffset="200497">22233 3281 12976,'0'-3'4436,"0"1"-3344,0 2-660,-72-5-124,17 30-1383,5-15 1,1 2 1096,2 30 17,25 1 551,20-11-445,12 5 231,21-8 256,10-17-419,-4-8-6,-5-14 303,-11-13 62,0-6 178,5-25-313,-9 6-11,-2-6 10,-8 18 1477,-1 14-1645,-3 8-245,-1 11-46,-1 10 46,-1 16-1,-1 18-11,0 2-260,0-8 1,-1 2 225,-1-3 1,0 3-104,-4 22 0,-1 1 31,3-18 0,0-1-98,-2 15 0,1-4-199,3 2-62,0 1-61,1-23-1642,-3-22-453,0-21-1031,2-21 1093,5-4 2548,6 1 0,0 1 0,-1 9 0,8-17 0</inkml:trace>
  <inkml:trace contextRef="#ctx0" brushRef="#br1" timeOffset="201066">22504 3021 19854,'41'26'739,"-6"16"-700,-28-2 0,-5 3-28,2-9 1,0 1 7,4 12 1,1-2 19,0 9-387,-1-20 0,-1-1 387,-3-4 890,0-10-476,-3-14 315,5-13-689,3-11-7,7-18 18,5-4 5,4-1 614,2 8-586,-2 9-78,-4 12-12,-7 7-33,2 9 6,-3 6 11,9 6 5,3 4 23,6-1-23,8-3-22,7-7 0,-6-4 14,-9-10 0,0-2 31,2-3-20,0-9 1,-3-7-43,-2-19-367,-10 9 1,-4-4 391,-6 0 1,-4-1 16,-4-3 1,-3 2-7,1 9 1,-3 1-1464,-5-8 0,-3 5 1573,0 4 274,-14-20-230,13 39-128,-5-2-45,2 20 515,0 11-521,0 16 0,4 2-19,7 1 0,4 4-26,3-7 1,3 2 1120,3 17 1,3 0-1183,-1-16 0,4 0-557,11 17 0,3-3-14,1 1-603,2-3 1,1-2-1019,-3-12-1258,5 5 230,-20-28 3332,-8-13 0,-5 2 0,0-4 0</inkml:trace>
  <inkml:trace contextRef="#ctx0" brushRef="#br1" timeOffset="201217">22938 3148 20224,'37'-43'309,"0"0"1,-9 5 0,4 8-299,19 20 0,3 10-936,-14-2 1,1 1 672,16-1 0,1 2-790,-16 0 0,-3 2-2123,14 0 3165,-15 3 0,-26-4 0,-2 2 0</inkml:trace>
  <inkml:trace contextRef="#ctx0" brushRef="#br1" timeOffset="209824">3960 6869 17916,'0'-3'207,"0"1"-330,0 2-516,-14-8 309,11 10-1188,-12 1-3568,23 16 5086,2 3 0,-1-6 0,-1-5 0</inkml:trace>
  <inkml:trace contextRef="#ctx0" brushRef="#br1" timeOffset="210291">5311 9350 22968,'-26'-21'-3288,"6"3"-2806,18 16 6094,1-1 0,1 1 0,0 1 0</inkml:trace>
  <inkml:trace contextRef="#ctx0" brushRef="#br1" timeOffset="211507">7452 6218 14902,'-32'-4'-1457,"0"0"1,-19 3 0,51 8 0,0 1 0</inkml:trace>
  <inkml:trace contextRef="#ctx0" brushRef="#br1" timeOffset="211757">6964 8578 10142,'0'0'0</inkml:trace>
  <inkml:trace contextRef="#ctx0" brushRef="#br1" timeOffset="213632">11788 6544 20184,'12'-33'1624,"2"-5"-1333,-4-12-83,1-11-1049,-6 26 1,0-2 910,-1-5 0,-2-2-6,1-4 1,-2 0-20,-3-2 0,-2 1-3,0 2 0,-1 2 11,-3 6 0,-1 2 42,-8-19 552,1 20-652,4 17 189,3 11-268,2 15 73,-3 15-1,2 5 4,1 10 0,0 5-48,4-8 0,1 1-153,-2 19 0,2 3-99,5-8 0,2 0-325,2 1 0,3-2-980,3-1 1,2-1-248,1-5 1,4-2-2345,7-4 1,1-3 2708,11 4-124,19-15 1619,-24-33 0,5-13 801,-9-14 1411,-10-5 2494,-4-7-1239,-8 9-2498,-2 10-106,-4 13 964,-2 13-1272,-1 3 2932,1 1-3756,-1 1 224,4 1 157,6-2 11,9-3 62,20-12-123,-8 2 117,-2-6 0,-3-2 45,-4 0 325,9-24-51,-24 16-21,-6-6 122,-13 2-414,-6 13-118,-2 7 0,-8 10-5,6 10-28,-9 9-23,5 11-17,3 12-33,7 8-11,8 9-124,11 2-257,11 2-500,13-5-738,-1-24 0,3-3-324,13 7-1304,-5-14 1,1-5 2448,6-5 0,-7-3 0,-15-5 0</inkml:trace>
  <inkml:trace contextRef="#ctx0" brushRef="#br1" timeOffset="213834">12707 6085 17753,'-26'-49'1157,"-1"0"1,6 6 0,1 10-677,-2 21-329,9 12-102,-2 11-28,5 17-8,6 6 0,2 4-14,1 21-737,4-5 0,2 4 692,1-13 1,2 2-375,0 4 1,0 6 0,0 0-1360,-2-4 0,-1 0 0,0 0 1106,0 0 0,0 0 0,-4 0-1668,-3 4 1,-4 0 0,0-3 2014,-4 2 1,0-4 0,0-4 0,0-5-1,-3 4 1</inkml:trace>
  <inkml:trace contextRef="#ctx0" brushRef="#br1" timeOffset="213956">12398 7347 14991,'-17'-52'665,"0"0"0,0 0 1,7-10-1,4-1 1,4 5-891,7 5 0,7 1 378,5-3 0,5-4 0,0 7-167,0 9 0,0 3-76,6-9 1,0 2-508,1 8 0,0 5-1461,-4 8 0,2 1 2058,9-8 0,0 2 0,3-2 0,-3 7 0</inkml:trace>
  <inkml:trace contextRef="#ctx0" brushRef="#br1" timeOffset="214297">12988 6480 22285,'0'-60'124,"1"1"0,0-1 1,-1 14-1,-1 2 1,2 1 6,3-17 1,0 4 100,-2 17 1,-2 2-780,0-6 0,-3 0 743,-1 9 0,-1 3-45,-6-9 609,-11 8-710,9 23-50,-3-2 248,4 23-253,4 12-18,0 22 3,5-15 1,2 2-595,4 7 0,1 0 569,-2-5 0,3 1-1425,8 24 0,3-1 1251,-7-28 1,0-1-482,10 26 0,2 0-1708,-1-18 1,0-3 1354,-3-6 1,1 0 1018,11 6 0,-2-5 1,-10-15-1,10 5 1</inkml:trace>
  <inkml:trace contextRef="#ctx0" brushRef="#br1" timeOffset="214441">13049 6324 10808,'-7'-4'7292,"2"1"-6479,5 3 195,0 0-2066,-22-78-1273,48 45 1169,-25-11 0,5 1 1162,34 26 0,5 8 0,-13 1 0,16-3 0</inkml:trace>
  <inkml:trace contextRef="#ctx0" brushRef="#br1" timeOffset="214632">13516 6181 18795,'-4'0'3316,"0"0"-4212,4 0-1832,-25-21-633,23 16 3361,-14-13 0,23 19 0,1 1 0</inkml:trace>
  <inkml:trace contextRef="#ctx0" brushRef="#br1" timeOffset="215539">13903 6019 22666,'-10'16'157,"10"20"-113,11-3-4,4 15-1,-5-14 6,-3-6 16,-4-8 18,-2-7 33,-1-6 39,0-3 1092,0-3-1193,0-6-22,-4-3-16,0-9-12,-4-4 16,-1-5-4,1-4-1,1 1 34,1 2 5,1 2 17,0 3-5,1 0-1,1 1 12,0 2 73,0-1-96,1 8 17,1 2-38,0 8-259,1 1 235,-1 9-5,1 2 6,2 9 0,1 2-23,1 2 17,0 0 11,0-1-11,1 1-11,-1-10 11,0 3 11,-2-7-5,0 1-1,0-2-5,-1 0-5,0-6 5,0 1 291,0-3 57,0 0-231,0-2-72,0-1 5,0-3-10,-1 2-24,0 0-4,0 2-124,0 1-28,0-1-320,0 1-503,2-2-869,3 3-1825,4-1-6174,2 3 8466,-2 0 1,-3 0-1,-5 0 1</inkml:trace>
  <inkml:trace contextRef="#ctx0" brushRef="#br1" timeOffset="216391">13839 6060 8270,'-7'-9'7523,"1"2"-4190,6 7-202,0 0-2381,-38-45-195,29 32-499,-29-32-39,38 43-129,0 2 56,3 6 72,2 1 7,9 14-12,11 19 11,2 12-489,1 3 458,-16-21 1,-3-1-25,1 21 24,-5-22 1,-1-1 14,-2 26 10,-3-22-4,-1-10 88,-3-16 12,0-7 56,-4-14-28,3-14-117,1-1 27,8-17-39,3 20-5,12-15-28,7 8-62,12-9-37,-8 16 1,2 2 486,12-7-596,-6 8 1,1 3-34,2 2 151,8-3-28,-14 6 157,-11-2 27,-5 3 96,-4-10 84,-12 4 303,-4-8-163,-2 5-179,-1 4 229,-2 6-67,3 5-140,0 1-207,1 3-50,2 2-28,-2 13 55,3 8-10,-2 6-359,3 25 72,2-21-710,6 28-3563,17-4 2487,-9-17-941,9 4 3047,-14-33 0,-6-5 0,-1-1 0</inkml:trace>
  <inkml:trace contextRef="#ctx0" brushRef="#br1" timeOffset="216531">14349 5861 9359,'-2'-6'6446,"0"2"-5369,2 4-6622,-14-50 4524,19 41 0,-16-40 1,19 53-1</inkml:trace>
  <inkml:trace contextRef="#ctx0" brushRef="#br1" timeOffset="217116">14772 5727 18431,'-5'-4'3837,"1"1"-3114,4 3-488,-61-30 17,31 24-250,-4-10 1,0 6-31,13 27 40,12 12 10,1 20-25,5-4 0,2 1-5,2-11 0,0-1-1,0 11 1,2 5-201,4 3 0,2 5 0,2-2-589,-3-12 0,1-3 0,1 3 725,-1 2 0,0 4 1,0-1-1,0-5 50,3 12 1,-2-9-79,-1 5 106,-11-16 35,-19-8-18,-9-12 23,-15 0 50,0-21 67,3-9 52,7-12-147,11 3 1451,9-2-1552,17-6 0,6-2-78,15-16 36,-1 3 0,5 0-5,3 11 0,1 3-273,-5 5 0,1-1 309,13-13 0,-1 1 45,-13 13 0,-1 1 0,10-10 0,-2 2-422,8-8 422,-15 16 0,-2 1-11,-10 11-17,5-6 0,-3 6 743,-2-1-693,1 1 6,-5 4 580,1-2-501,-6 5-40,0-3-6,-3 4 7,-2 1-52,1 2-139,-1 1-3047,0 1-370,0 5-5959,2 0 8651,-2 1 0,2-2 0,-2-1 0</inkml:trace>
  <inkml:trace contextRef="#ctx0" brushRef="#br1" timeOffset="218557">14851 5862 20296,'-4'-42'541,"0"-1"1,-1 5-1,-4 10-390,-18 25-32,-8 14-2,-8 11-78,17-4 1,0 4-596,-3 5 0,1 2 589,-2 4 1,2 2 2,0 1 1,3 1-12,5 0 1,2-2-10,-4 18 318,19 10-256,17-29 79,13 7 56,11-26 27,7-13 1,2-17-11,1-15 33,-22 0 0,-2-1-72,7-15-168,-14 10 1,-4-1 329,-6-9 863,-2-5-913,-5 14-6,-4 15-336,-8 34 33,2 3 29,-7 25-23,0 20-649,8-20 1,-2 4 639,-2 16 1,0 4-13,5-16 1,0 2 0,1 1-53,0 3 0,1 1 0,1 1-168,1 3 0,1 0 0,1 0-90,0 1 1,1 0 0,0 0 1,-1-2 1,0 0-1,-2-1 38,-1-4 0,-2-2 0,-2-1 167,-7 13 1,-5-7 243,-2-14 1,-4-8 369,-26-3-361,1-45-82,26-8 1,4-7-415,1-11 0,4-5 423,3-12 0,6-3-347,6 15 1,4-2 0,3 0 323,3-3 1,3 0-1,3 0-161,4 0 0,4 0 0,1 1 105,4 2 1,1 2 0,3 0-66,0 3 0,2 1 0,1 1-112,1 1 1,1 2-1,1 0-155,-1 1 0,0 1 1,1 0-122,-2 1 0,1 1 0,-2-1-108,-1 1 0,-1 0 1,-1 0 215,-2 0 0,-2 0 0,-1 0 49,8-18 0,-3-1 204,-5 0 0,-3-2 138,-5 0 0,-3 0 190,-4 3 0,-1 1 151,-4 6 0,-1 1 386,-2 7 1,0 2 319,-1-19 1554,-3 15-1795,0 13-36,-1 12-889,0 9 963,-1 12-850,0 16-11,-1 21-1,2-13 1,0 2-213,1 5 1,0 2 234,1 2 0,1 2 3,-1 1 0,1 0 14,0 0 0,0-1 19,-1-3 1,1-1-6,-1-5 0,0-2 30,0 19 242,0-16 391,0-19-352,0-10 66,0-15-279,3-7 11,2-14 895,3-5-811,2 0-22,-1 9-169,-3 9-83,-2 9-12,-3 6 18,5 6 27,4 6-6,10 6 7,8 2 10,6-3-16,8-7-1,14-12-16,-15-5 33,16-17 18,-21-8-119,-14 9 0,-3-4 101,-1-5 1,-4-3-210,-2-5 1,-3-3 264,1-13 1,-3 0-29,-2 17 0,-2 1 62,2-10 0,-2 3 140,-1 3 45,-1 1-90,-2 15-139,-1 15-164,0 7 178,-1 10-99,0 10 428,-1 18-442,2 0 0,0 1-31,0 21-244,3-9 0,2 2-56,1-11 1,2 0-575,3 10 1,3 1 316,4-4 1,3-1-184,5-7 1,3-4-795,3-7 0,2-5 1596,4-7 0,-2-4 0,6-1 0,-8-8 0</inkml:trace>
  <inkml:trace contextRef="#ctx0" brushRef="#br1" timeOffset="218741">15696 5541 13334,'-8'-4'8004,"2"2"-7674,6 2 1,0 0-667,67-60-3456,-29 50 0,4 1 1593,9-22 1,1 2-1899,-8 23 0,-5 7 3744,-6-1 1,-17 0 0,-6 0 0</inkml:trace>
  <inkml:trace contextRef="#ctx0" brushRef="#br1" timeOffset="219165">16338 5619 19630,'-4'0'2380,"0"0"-2576,4 0-678,61-29-1557,-17 20 1,4 1-30,5-10 0,3 1 2460,8 8 0,-6 4 0,-20 1 0,0 1 0</inkml:trace>
  <inkml:trace contextRef="#ctx0" brushRef="#br1" timeOffset="219324">16766 5687 19669,'-54'5'1055,"1"0"0,4 0 0,14-3-1201,28-3-22,12-1-516,20-7-1836,29-5 2520,-4 1 0,0-1 0,8-1 0,-25 7 0,0-1 0</inkml:trace>
  <inkml:trace contextRef="#ctx0" brushRef="#br1" timeOffset="219524">17433 5388 19300,'40'-14'-1307,"0"-1"0,0 0 0,12-5 1,-5 6-1,6 13 0,-25 1 1</inkml:trace>
  <inkml:trace contextRef="#ctx0" brushRef="#br1" timeOffset="219674">17536 5533 15177,'-52'27'2111,"-1"0"1,2-1-1,12-5-1432,25-11 15,14-2-319,31-13-582,-1 0 0,4-2-933,14-4 0,1-2-1086,-3 2 1,-1 0 2225,9-2 0,-5 0 0,-10 4 0,-1 0 0</inkml:trace>
  <inkml:trace contextRef="#ctx0" brushRef="#br1" timeOffset="220653">7392 6384 12186,'0'0'0</inkml:trace>
  <inkml:trace contextRef="#ctx0" brushRef="#br1" timeOffset="220829">7243 8295 10170,'0'0'0</inkml:trace>
  <inkml:trace contextRef="#ctx0" brushRef="#br1" timeOffset="222052">18396 5205 22660,'-29'-26'-76,"1"0"1,-10-5 120,67 69-62,8 7 11,-11-14 1,1 0-12,12 13-34,-13-11 1,-1 1-146,2 14 142,-10-20 1,-3 1-59,-4 30 129,-12-31 224,-26 13-134,9-32 139,-24-6 90,21-16 28,-1-9-67,10-8-107,12-5-145,7 7 6,17-9-63,27-1-41,-22 19 0,2 0-269,9-3 1,1 3 178,-6 3 0,-1 2-19,18-6-180,4-2 12,-12 4 324,-6 1 135,-8 1 100,-19 5 79,-6 3 79,-6 1 485,-1 1-659,-1 1 196,-1 2-45,3 2-319,0 0-67,0 1-1,2 2-5,-2 11-56,2 5-50,0 5-1624,7 21-3127,2-9 4885,6 10 0,-6-23 0,-4-10 0</inkml:trace>
  <inkml:trace contextRef="#ctx0" brushRef="#br1" timeOffset="222236">18991 5011 18084,'-3'-5'2526,"0"1"-7544,3 4 5018,38 22 0,-28-17 0,28 17 0</inkml:trace>
  <inkml:trace contextRef="#ctx0" brushRef="#br1" timeOffset="223236">19544 5092 17748,'0'-3'3691,"0"0"-2627,0 3-733,-62-40-130,14 44-190,8-20 1,1 5 16,-12 47-23,26 0-10,1 11-12,11 1 0,8-6 28,11-7 29,8-10 105,7-12 146,3-12 113,1-14 94,-1-11-5,-3-10-112,-4-1-84,-4 4-95,-3 6-85,-3 9-94,-2 8-57,-1 7 28,2 11-5,4 15 11,4 22-6,-8-15 1,0 2-211,-1 6 0,-3 3 138,-3 4 0,-1 1-43,0-9 1,-2 1-342,-4 3 1,-2 4 0,0-3-773,-3 2 0,0-1 895,-4 16 1,-1-3 298,6-25 1,1-6-488,0-2-363,11-36 145,13-27 244,-3 7 0,1-5-401,4-8 1,1-4 540,2-9 0,0-2-10,-5 15 0,0 0 0,0-1 444,0-2 0,1-1 0,-1 1 111,1 0 1,-1 1 0,1 1 126,-1 3 1,0 1 0,0 0 737,5-12 1,0 2-328,2 4 1,-2 4-320,6-9 304,7 4-607,-21 38 12,7-1 6,-6 19 781,6 13-726,1 20-111,-3 4-40,-7-10 1,-1 4 329,0 6 1,-1 2-342,1-1 0,1 0-11,0 6 0,3-3 6,-1-16 1,2-3 32,12 16 34,1-18 61,0-14-5,-2-17-11,3-16-12,2-19 1,0-18-49,-14 23 1,-1-2 233,0-1 1,0 0-117,-1 2 0,-1 3 272,5-18-134,-5 18-219,-6 17-123,-4 8 11,3 15 17,-1 0 23,7 17 433,3 2-468,8 8 24,6-1-12,7-5 5,7-9 18,3-9-23,3-13 5,-4-13 12,-5-14 0,-14-2 3,-13-5 0,-5-5-12,-6-6 0,-4-1-375,3 2 0,-2-1 428,-7-11 1,-2 3 95,1 18 0,0 3-39,-8-23 117,-4 5-140,14 37-33,-4 0-141,8 12 51,-1 13-5,2 16 16,2 23 14,4-16 0,1 3-227,3 8 1,2 1 16,2 6 0,1 1-180,2 2 1,1-1-73,0-2 1,1-2-409,1-6 1,2-3-238,0-7 1,1-4-5494,17 10 6603,-9-19 0,-11-13 0,-8-7 0</inkml:trace>
  <inkml:trace contextRef="#ctx0" brushRef="#br1" timeOffset="223396">20397 4921 19496,'37'-23'-2458,"0"-1"0,0 1 1,19-9-1,-1 9 2449,-13 22 0,-3 5 0,13-2 1,-25 1-1</inkml:trace>
  <inkml:trace contextRef="#ctx0" brushRef="#br1" timeOffset="223569">20919 5034 19753,'-4'0'3747,"1"0"-3204,3 0-1567,-16-13-69,17 10-6412,2-10 7505,20 13 0,-3 0 0,-7 0 0</inkml:trace>
  <inkml:trace contextRef="#ctx0" brushRef="#br1" timeOffset="224294">21300 5221 22470,'2'-46'217,"-1"0"0,1-1 0,0-13 1,-1-3-1,1 9-1277,0 14 1,-1 3 1101,1-20 0,-1-1 61,-1 18 1,-2 1-7,-1-2 0,-2-1 43,-1-7 0,-3 0 175,-3 2 0,-1 3-152,-9-12-124,2 18 65,11 27-155,3 14 57,-5 26-6,3-2-12,2 16 1,2 6-20,4-11 1,1 2-88,0 8 1,2 1 49,2-10 1,2 2-407,4 2 0,3 2 0,0-3-131,4 2 0,2-1 147,0 1 1,1 3-1,2-7-362,4-9 0,1-6 591,14 6-1271,5-17 1201,-14-19 539,7-24 460,-14-9 370,-6-17-436,-14 15 726,-3-3 1579,-3 16-1454,-6-5-1172,3 15 63,-6 4-382,6 11-22,-1-1 28,3 8 11,4 2-11,6 5-11,18 0 0,5-4 16,2-3 23,-1-8 45,-8-14-11,-2-5 11,-7-15 72,-11 2-38,-3 7 301,-9-4-100,0 16-72,-7-4-85,2 12-89,-2 4-45,1 5-6,-4 7-17,-1 7 1,-8 20-51,7 5-135,3 15 23,10-16-353,16 11-369,10-13-432,1-11 0,4-2-2442,25 8-865,-17-17 0,0-4 4629,19-3 0,-19-6 0,-13-2 0</inkml:trace>
  <inkml:trace contextRef="#ctx0" brushRef="#br1" timeOffset="224886">22173 4732 14589,'0'-62'2923,"0"0"1,-5 0 0,-3 6-1955,-11-1-398,-7 8-420,11 28-95,4 12-39,5 20-11,1 15-6,2 25-14,6-15 0,1 1-130,-1-5 0,2 3 144,3 7 0,3 4 0,-1-1-706,1 7 0,0 1 597,-1-3 1,2 4 0,-2-2-170,-1-9 0,-2-2 0,1 0-235,4 18 1,0-2-9,-1-7 0,0-3-609,-2-8 1,-1-4 311,1 8-941,-7-22 1356,-10-29 560,-3-4 448,-14-38-151,10 20 375,1-6 0,2-2 190,3-4-241,-1-18-234,17 11 727,2 19-1249,21-8-61,5 17 929,4 0-946,-3 6 0,2 0 17,20-7-164,-17 5 0,2-2 177,-10 1 1,-1-2-296,-1-4 1,-3-3 314,-2-3 1,-3-4 35,-2-3 1,-5-2-14,-3 8 0,-4-2 92,-1-19 1,-4 0 24,-3 0 149,-5-3 0,-2 1 199,-5 2-214,3 16 1,-1 2-6,-1-2 454,2 0-431,4 21-247,-1-1-73,2 13 362,-4 19-317,-1 13-22,-3 31 26,7-21 0,1 2-35,1 9 1,2-1 5,0-8 0,3 1-76,7 19 0,4-2-128,-1-21 0,2-1-194,7 15 0,3-2-254,-2-15 0,2-5-418,-3-4 0,1-4-2641,14 7-3366,-10-18 7091,-13-14 0,-8-1 0,-4-3 0</inkml:trace>
  <inkml:trace contextRef="#ctx0" brushRef="#br1" timeOffset="225061">22673 4703 20783,'-38'-40'1083,"0"-1"0,5 4 0,14 5-920,36 8-74,21 2-10,16 2-641,-20 11 1,1 2 583,1 0 1,0 2 8,-1 0 0,-2 1-9,25-3 320,-20 3-1597,-1 3-4505,-23 8 5760,3 1 0,-14 1 0,-3-3 0</inkml:trace>
  <inkml:trace contextRef="#ctx0" brushRef="#br1" timeOffset="229419">10967 4102 15451,'-50'-14'450,"-1"0"0,4 2 0,4 7-198,0 19-61,-6 12-124,8 0-11,4-2 0,-2 2-669,10-6 0,-2 0 660,-15 9 1,0-1-12,16-9 1,-1-2 148,-11 3 0,1-2 560,-4-2-101,-10 1-431,34-13 224,14-4-280,7 0-73,10 0-28,8 0 643,6 6-637,3 7 212,-5 13-134,-1 13-56,-7-2 89,-4 1 1,0 1-56,-1 8-420,-2-7 0,-1 8 1,0-2 382,-1 6 0,-1 0-72,0-10 1,0 1-1,-1 2 13,-1 14 1,0 4 0,-1-4-16,1-13 0,-1-4 1,0 3-440,1 7 1,-1 2 0,1-1 436,0-5 1,0-2 0,2 0 14,0-3 1,2-1-1,0 0 13,4 20 1,1 0-9,0-8 1,3 0 52,6-1 1,4-3-461,-5-16 0,2-1 393,9 14 0,2 0-182,-5-12 1,1-3 150,-1-1 1,-1-1-31,15 14-443,-3-16 0,0-3-280,1-8-1795,6-6 0,1-7 2568,4-22 0,-7 2 0,-17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5570-3D13-E626-A081-5FF60EB66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9878E-49A4-3C61-5254-C6437FF5E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C6CDA-469D-3E78-8448-214EDC75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9CFE-4258-1652-5854-52A29859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F357C-DA1A-DF62-2806-B7184BC6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9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F456-87B6-803B-738B-846F3C3C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C6C90-9454-DB73-6AD2-9D7E8A0B2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8966-62AB-0682-03D9-DDB1349C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2C22F-7BEC-2DAB-8C7D-03325B64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7559-E1EF-250C-3734-CD213B2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5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5F7C-1C1B-16EA-AEC7-60ACD6914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11539-CF00-EE32-939E-102E5D741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BE006-FB98-15A6-3D90-FD3C1DD8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22F82-354F-145F-145C-8C6DE14D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A7EAF-8B0E-2E5C-E554-9F21190F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ECCF-2CFF-1293-EA60-36E8B8E5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E88AD-33F6-A34D-A9C6-588B30BBE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54A55-6A91-506F-B6D1-FCCCF3B3D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EDBE6-58B5-FF36-2E1C-C10287F9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96728-5B16-FBD7-9A8A-9D1CA262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AD987-CB94-E4A8-D632-4745D73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E167-A5F8-7685-548A-BED15AB9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92CAC-46C8-9E3D-94AE-9A48A3090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F8B94-ED8A-B9DA-45FA-A32596472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E1EFF-C518-BFA8-7865-3025A5EB3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51049-A759-32C5-7C30-ACF1D9878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4AE8B-9F23-7AE9-D236-0F586386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D5DA2-C613-6B29-288C-DCF40E0E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82A14-D982-55B9-0E03-AA832C23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6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5084-4C61-F80E-AD31-4FFEBB2E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ABDB2-6189-C822-D21E-04F96F44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5A0F5-780A-CBF4-4FCB-038F3C6E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6C119-5708-A152-CB21-BA5FF19F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6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F72EA-F469-E034-A2E7-046FC189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D848F-4898-937F-3859-6725E151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B12DD-D177-470F-F0A9-945E62DA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1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D546-E244-70A1-45BD-3E23F693F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47513-13EB-E06D-A10D-AC28FAC36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BAC12-B5F2-8B90-D008-E03053925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E2D9D-302C-0CAF-9748-3F110B19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1051A-3C10-10D7-8874-2EFAFE44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2D3D3-7AF4-73E4-FAC6-BE25413B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55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8835-5242-15F9-0B0C-8A78F12BE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2EFAA-4CFB-84CF-21C3-C7C39FDB4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DE842-400F-4828-ED1A-33F1F2789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25EFF-FF33-679A-2210-6BFCDDCE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7996D-1BD5-4209-09DC-18D36197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C027A-B05C-B876-B107-7FA0F5AE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1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728F-68DF-9BAD-8127-0088FBB0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31FEE-22AD-4A75-8CB2-7B5F74AE8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A709B-625F-003F-1DA8-590C4C5B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894A6-6EBC-775C-10DF-8BEE357E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F090D-6A2C-DD0C-97AE-F3A1B3BB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8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88827-CCDB-A953-3BA7-2057EB06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61E31-6CED-C7F7-BE56-CE155002C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DDC9-27DB-90DC-B1B3-3C7E71FDB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62E28-5167-EB08-CA78-E2071855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CE0C-0D63-5ACA-A65B-F9FABD74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5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04894-F37A-40A7-8CC7-12F86F43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45AFD-27B5-EAC8-055D-184A98F77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78AD7-015D-F3D9-DDB7-282B4FC05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F4B6E-4631-6C48-AD0E-BD50E0A689D7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CAB9A-1F36-5FED-E7E6-8EBC207DC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BD4CA-75D3-2802-94E8-2EDF2F082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31A54-8377-9D4B-B250-27A311663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9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C1433-6E85-83E6-0434-10F359714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665CAF-82C7-B67A-74E2-306A33099B86}"/>
                  </a:ext>
                </a:extLst>
              </p14:cNvPr>
              <p14:cNvContentPartPr/>
              <p14:nvPr/>
            </p14:nvContentPartPr>
            <p14:xfrm>
              <a:off x="297000" y="714600"/>
              <a:ext cx="5214240" cy="1702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665CAF-82C7-B67A-74E2-306A33099B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640" y="705240"/>
                <a:ext cx="5232960" cy="172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167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75E15-97E4-6700-5B84-28158815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6DA6E87-9D39-DA9A-00BC-19DCE63B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BBD94-4788-1BEF-E2F2-4829F6DF3D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F65A9F-733E-ED2D-009E-1B25C6B28C2F}"/>
                  </a:ext>
                </a:extLst>
              </p14:cNvPr>
              <p14:cNvContentPartPr/>
              <p14:nvPr/>
            </p14:nvContentPartPr>
            <p14:xfrm>
              <a:off x="450360" y="624600"/>
              <a:ext cx="11352240" cy="614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F65A9F-733E-ED2D-009E-1B25C6B28C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00" y="615240"/>
                <a:ext cx="11370960" cy="61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8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95FD7-6010-E6F9-CCFB-94BF038D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6868A2-ABC0-E7E7-9C7E-6EF5FDA4D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4AE00-04CE-347B-9D64-A445DC76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5EDA97-6C4B-E95B-673D-6B027634E8C6}"/>
                  </a:ext>
                </a:extLst>
              </p14:cNvPr>
              <p14:cNvContentPartPr/>
              <p14:nvPr/>
            </p14:nvContentPartPr>
            <p14:xfrm>
              <a:off x="7249320" y="238320"/>
              <a:ext cx="2025360" cy="192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5EDA97-6C4B-E95B-673D-6B027634E8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9960" y="228960"/>
                <a:ext cx="2044080" cy="19468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CDC8E8D-85B5-09AA-05B4-0D61304BB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62" y="568960"/>
            <a:ext cx="4076262" cy="19281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74F6C2-0F04-F348-3F55-67CAE6B4BEAA}"/>
                  </a:ext>
                </a:extLst>
              </p14:cNvPr>
              <p14:cNvContentPartPr/>
              <p14:nvPr/>
            </p14:nvContentPartPr>
            <p14:xfrm>
              <a:off x="403200" y="181440"/>
              <a:ext cx="11226240" cy="626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74F6C2-0F04-F348-3F55-67CAE6B4BE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840" y="172080"/>
                <a:ext cx="11244960" cy="628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3869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E5034-4D1B-EB4F-DDB5-1B380FFF0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16928C-76B5-EF26-37D0-8E1023B5D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0367B-E04C-D432-4A72-C5B48D99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035253-C476-7FAC-98B9-A36A34758B5C}"/>
                  </a:ext>
                </a:extLst>
              </p14:cNvPr>
              <p14:cNvContentPartPr/>
              <p14:nvPr/>
            </p14:nvContentPartPr>
            <p14:xfrm>
              <a:off x="395640" y="546840"/>
              <a:ext cx="11499480" cy="6136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035253-C476-7FAC-98B9-A36A34758B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280" y="537480"/>
                <a:ext cx="11518200" cy="615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357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BEA1A-C71F-9EC2-05C2-02EBAE7C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3D553D-201D-9413-A075-CB0929761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408AB-41B7-7F09-3CA2-D7B49DA17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7493CD-87A6-9791-414D-5360FDA27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11482" cy="40344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73760A-196A-DBA8-5B20-C947BE4C1ACE}"/>
                  </a:ext>
                </a:extLst>
              </p14:cNvPr>
              <p14:cNvContentPartPr/>
              <p14:nvPr/>
            </p14:nvContentPartPr>
            <p14:xfrm>
              <a:off x="306360" y="259920"/>
              <a:ext cx="11879280" cy="5650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73760A-196A-DBA8-5B20-C947BE4C1A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000" y="250560"/>
                <a:ext cx="11898000" cy="566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3742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F3FBF-94B7-AE5A-5BBC-50A33DE1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0BA8C5-86FB-3E6D-4939-FF9C4E6CC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F2AF3-EFBE-267C-2A51-82395E5AE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69FFF2-73CD-F057-9FF3-9CF587C57C2F}"/>
                  </a:ext>
                </a:extLst>
              </p14:cNvPr>
              <p14:cNvContentPartPr/>
              <p14:nvPr/>
            </p14:nvContentPartPr>
            <p14:xfrm>
              <a:off x="-360" y="566280"/>
              <a:ext cx="8484840" cy="3812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69FFF2-73CD-F057-9FF3-9CF587C57C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720" y="556920"/>
                <a:ext cx="8503560" cy="38314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E5B8276-8925-94F8-22B4-502FC2C61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325" y="2472660"/>
            <a:ext cx="6122955" cy="38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5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42D29-134E-EDE9-6CCD-AEA50DF8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CF29AB-93BE-1E56-4452-887CCC55F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E61A5-35E5-53BA-9DC6-91AA79B7E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0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D13CF-4EB6-2BAB-3D9C-F09BCA74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9EEF55-ACA2-F909-50CE-143269594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600DF-6980-32B0-09C8-C07730B6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2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B7855-C40B-986F-B344-05FFD03EE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B2DC54-AE8C-6648-5F0B-D6A19A664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0918C-60CC-3D12-9352-8ACEF025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FA898-5F67-1054-53C1-C297FD22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0B16ED-9D4D-EA63-6B29-A1F9ACA05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03062-BFF6-59A7-A264-C7E911C0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16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2026-04-05T04:25:56Z</dcterms:created>
  <dcterms:modified xsi:type="dcterms:W3CDTF">2026-04-05T14:29:31Z</dcterms:modified>
</cp:coreProperties>
</file>