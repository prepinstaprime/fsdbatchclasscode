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3:37:03.2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1904 8004 10147,'-62'3'2376,"0"0"1,10 0 0,9-1-1313,15-1-644,19-1-195,13-2 369,38-10-384,-7 5 0,3-1-681,5-1 0,5-1 530,-1 2 1,6 1 0,0-1-637,2 1 1,0 0 0,4 0 580,-1 0 0,3 1 1,2-1-1,1 1-472,-8 1 1,1-1 0,0 2 0,2-1 0,-1 0 465,-6 1 0,0 0 0,0 1 0,1-1 1,1 1-1,2-1-236,2 1 1,2 0 0,2 0-1,1 0 1,-1 1 0,-3-1 0,-2 1 235,4-1 1,-5 0 0,0 1 0,0 0 0,5 0-74,-7 0 1,4 1 0,1 0 0,1-1-1,-1 1 1,0 0 0,-3 0 46,1 1 0,-2-1 0,0 1 0,-1-1 0,-1 1 0,-1 0-28,3-1 0,-2 0 1,-1 1-1,2-1 1,2 1-49,2-1 0,2 0 1,2 0-1,0 0 1,-1 0-1,-3 0-837,0-1 0,-1 0 0,-1 0 0,-2 0 0,-1 1-262,4-1 0,-1 0 1,-1 1-1,2-1 1203,7 1 0,3-2 0,-4 2 0,-13-1 0,13 1 0,-8-1 0</inkml:trace>
  <inkml:trace contextRef="#ctx0" brushRef="#br0" timeOffset="2273">6580 7081 6452,'-47'6'1336,"-1"-1"1,5 0 0,5-2 2089,8-1-2620,7-2 1050,8 1-1906,8-1 775,16-3-820,22-5-73,10-1-305,-3 1 1,9-1 0,-2 1 312,13-2 1,3 0-609,-3 1 0,4-1 1,-2 1-180,-12 3 1,-2 0 0,-1 2-1507,16-2 1,-7 3 2537,9 5 0,-26-2 1,-35 4-1</inkml:trace>
  <inkml:trace contextRef="#ctx0" brushRef="#br0" timeOffset="2622">6623 7251 13444,'-56'22'1456,"0"1"0,8-5 1,11-3-1541,21-8 453,27-9-235,25-9-238,-3 1 1,5-2-306,10-4 1,5-1 191,-6 1 1,4-2 0,-4 2 140,4-2 0,0 0 22,-3-1 0,1-2 0,-7 2 93,2-6 20,-12 1 0,-6-2 200,-21-6-97,-17-8 174,-18 2 350,-15 3 383,-4 3 184,3 1-5,8 2-213,9 2-224,9 4-233,7 6-253,7 6-405,2 6-89,5 8 160,11 11-43,15 15 14,-5-7 0,3 2-318,6 5 1,1 2 76,2 6 0,-1 0 42,-5-7 0,-3 2-1749,2 19 0,-7 3 1999,-16-11 0,-3-2 0,5-2 0,-1-4 0,-15 14 0</inkml:trace>
  <inkml:trace contextRef="#ctx0" brushRef="#br0" timeOffset="14090">8796 6594 16241,'26'-52'2263,"-1"0"0,-1 1 0,-5 6-1485,-8 9-464,-4 7 167,-6 14-262,-1 10-230,0 1-96,-4 12 107,-1 2 23,-10 25-23,-5 12-356,7-14 1,1 3 343,-1 1 1,3 1 3,1-1 0,4 0 5,4 2 0,3-1-3,5 9-280,19 3 342,4-32 23,14-3 94,17-25 23,-7-13-386,-3-9 466,-12-15-36,-14 3-44,0-13-1353,-16 23 1,-2 2 1212,1-12 257,-5-15-296,-3 39-6,0-8-56,0 16 8,0 6-915,3 6 2697,5 15-3274,2 5 1529,6 24 0,-9-27 0,1 11 0</inkml:trace>
  <inkml:trace contextRef="#ctx0" brushRef="#br0" timeOffset="14630">9524 6639 21002,'-1'-4'3529,"0"0"-2729,1 4-772,-11-12 7,10 32-30,-6-12 51,13 54-48,-4-20 1,0 3-1013,-1 4 1,-2 1 1000,1-1 0,-3 1-11,-6 9 0,-1-5 9,-1-1-1,2-8 1,-1-3 465,2-7-426,1-1 206,3-17 12,2-17-190,2-9 39,1-23-45,1-1 0,1-4-31,0-6 0,1-3 183,1-16 1,-1-2-189,0 3 0,-1 2-9,-1 10 0,-1 1 22,0-6 1,0 0-203,-1 12 0,0 1 217,3-16 0,1 1-40,-2 20 0,3 0-2,6-11 0,3 5-1,10 7-5,4-3 6,6 23-12,-4 14-22,21 16 17,-17 1-6,-10 5 0,-4 4-5,-2 24 13,-11-16 1,-4 4-23,-12 9 1,-8 1-400,-1-8 0,-3-3 432,-3 0 1,-4-2-1199,-10-5 1,0-5 1139,0-1-174,-1-5 1,3-4-124,10-7-3373,-8-5 3726,36-14 0,-5 5 0,11-4 0</inkml:trace>
  <inkml:trace contextRef="#ctx0" brushRef="#br0" timeOffset="15190">10469 6485 25348,'-25'-26'82,"0"0"1,-2 3-1,-1 6-71,-25 21-5,22 1 0,-2 2-12,-2 5 0,1 1 1,-20 10 21,19-1 1,2 2-39,-1 10-3,12-10 0,4 2 2,8 13 23,14-11-11,18 2 11,11-12 11,-2-9 0,2-3 29,26-1-15,-24-9 0,-2-2 9,5-6 61,-3-13 90,-10-9-79,-4-6-16,-4-12 27,-11 7 40,-4 2-67,-2 12 279,-4-6-285,1 23 101,-3-8-56,4 18-107,1 1-61,0 1 17,0 2-18,0 13 63,0 10-23,-1 18 0,2-3-6,1-5 1,1 0-18,2 2-22,5 3 1,4-2-52,17 0-16,-7-13 0,4-2-554,29 0-68,-10-10-459,-6-7 1193,-3-7 0,-22 2 0,7-4 0</inkml:trace>
  <inkml:trace contextRef="#ctx0" brushRef="#br0" timeOffset="16313">10332 6490 3017,'0'-10'6559,"0"2"-2422,0 8 780,0 0-3217,15-51-1056,-12 32 314,7-38-661,-17 44 1540,-7 4-1742,-6 2-50,-6 3-23,2 2 12,-21 15-40,9 4 14,9-1 1,-1 2 36,-16 24-43,23-19 1,1 2-9,3 2 1,1 2-6,-5 25-6,10 0 0,17-6 12,12-7 16,14-9-5,7-12 55,4-9 79,-1-12 51,2-12 100,-1-13-185,-1-14 62,-22 15 0,-2-3-62,-2-5 1,-2-2-421,-2-5 1,-2-1 358,-2-5 0,-1 0-9,-3-3 1,-1 0 16,-1 0 0,-1 1 59,-1 4 0,1 1-4,-1 5 0,0 2 161,0-19-129,0 21 179,0 11-252,0 16 125,-1 5-203,1 9 45,-3 20-23,1 17 40,0-10 0,0 2-60,0 6 1,1 4-17,-1 15 0,1 0 14,1-18 0,1 0-40,0 19 1,2-3-51,3-4-235,3-3 0,2 0-135,0-20 1,2-1-387,5 11 0,3-3-2817,23 6 2892,8-18 1,-23-15-1,-3-8 1</inkml:trace>
  <inkml:trace contextRef="#ctx0" brushRef="#br0" timeOffset="17023">10983 6528 15978,'0'-5'5858,"0"2"-2777,0 3-2745,-60-61-156,33 46-133,-15-13 1,-1 8-3,8 38-17,0 7 0,-2 14-17,9-2-28,-2 12 6,11 1 11,12-5-6,10-12 40,19 1 39,2-20 56,15 0 111,7-23-27,-8-8 78,5-15-151,-20 4 68,-1-10-1,-12 3 146,1-15-135,-7 13-39,-6 4-100,0 19 38,-3 6-78,2 6-78,1 2 28,1 7 28,1 2 0,3 16-40,8 2-22,12 8 29,17 1 10,-8-19 0,2-3 18,23 7-7,-25-12 1,-1-4-1,10-7-5,-14-10 40,0-18-35,-14-10 1,-3-20-577,-9 9 568,0 12 0,0-3 8,1 1 1,1-2 5,1-1 0,1-3 1,-1 1-483,3-10 1,0 0 492,0-4 1,-1 5-12,1 0 62,-4 13-34,-2 26-56,-3 3-22,-4 27 45,-4 20-12,-1 10 59,4-6 0,1 3-64,2 0 0,2 2-103,2-1 1,2 4 0,2-1 51,2 13 1,3-2 16,0-4 1,3 0-206,6-1 1,0-5-42,0 0-476,-2-1 0,-2-2-1541,-6-4-5382,-2 7 7690,-8-25 0,-1-12 0,1-7 0</inkml:trace>
  <inkml:trace contextRef="#ctx0" brushRef="#br0" timeOffset="17590">11287 6441 15821,'-8'-1'5461,"1"0"-4823,-22-7 1,-4-1-146,14 3-101,-16-4 0,5 2-330,25 5-68,4 2 45,24 1-50,-2 0-31,15 0 0,6 0 3,-9-1 0,-1-1-222,15 1 0,0-2 210,-10 0 1,-4-2-23,24-6 62,-21 2 22,4-8 96,-21 4 44,4-3 50,-16 5 7,-4 5-40,-4 2-45,-2 4 460,-6 5-353,-6 5-56,-6 8-85,1 7-72,6-3 56,10 14-45,7-18 0,14 14 56,10-18 73,21 0-101,-11-10 118,22-17-6,-27-5-6,10-15 12,-18-1-6,-10-14-146,-7 15 101,-11-10 17,-7 20 17,-13-2 62,-11 7 16,-11 9-140,4 4 17,10 9 0,0 2-56,-5 8-34,-12 13-16,27-4 0,4 26-18,12-19-27,6 9 0,3 1 0,5-1-23,3-2 1,4 3-368,2-9 1,2-1-792,1 1 0,0 0 139,-1-4 0,-1-1 1081,10 9 0,-18-23 0,0-2 0</inkml:trace>
  <inkml:trace contextRef="#ctx0" brushRef="#br0" timeOffset="19622">8906 8234 17132,'-3'-8'3651,"0"1"-3298,-13-23 0,-1-4-56,5 16-398,-6-19 0,1 10-140,14 30 230,2 7-67,2 38-174,2 7-20,-1-11 1,0 3-376,1-2 1,1-1 71,0 2 1,-2 1-151,1-3 0,-1 0-257,-2-2 1,-1-3 532,-3 18-60,-13 1 1097,0-36-263,0 0 465,0-34 352,6-16-11,-4-20-694,7 18 1,0-2-102,-1-14 1,1 0-155,2 13 0,1 0 120,0-14 0,1 0 164,3-11-298,2 24 0,3 0 516,9-26-544,16 8-45,18 10-64,-16 23 0,2 4-239,4 2 1,2 4 210,2 3 0,1 3-14,0 6 0,0 5-26,-1 4 1,-1 5-71,5 13 1,-4 7 30,-11-2 1,-4 4-4,-2 11 1,-8 2 41,-12-15 1,-8-1-12,-8 12 1,-10-1-1412,-13 1 1,-6-2 1458,-1-1 0,-2-1 0,0-2 0,-1-6 91,1-9 0,1-8-103,9-9 1,1-3-56,-6 0 1,0-6-931,3-12 0,5-7-3473,-6-29-907,17-11 5377,23 25 0,4 2 0,-1 6 0,5 0 0</inkml:trace>
  <inkml:trace contextRef="#ctx0" brushRef="#br0" timeOffset="20315">9742 8461 23103,'45'-17'957,"8"-5"-772,-18 2 134,13-13-179,-19 8 135,-1-11 21,-21 1-223,-1 8 62,-10-7-45,-6 20-51,-17 2-17,6 6-22,-23 15 0,25 0 6,-15 17 5,14 10-33,2 7-3432,3 12 3449,10-14 5,8 9-112,10-10 84,11 9 30,1-25 1,3-3-3,14 7 3,2-15 0,1-4-3,-3-5 5,-2-6 1,1-4 0,10-13 16,-14-4 0,-1-4 29,12-13-15,-14-6 1,-4-4-320,-7-2 319,-3-2 1,-2-3-276,-7 15 1,-2 0 271,2-11 1,-1 0-15,-3 13 1,-1-1 97,-2-18 1,-2 2 2451,-5 3-2516,2 14 0,-1 4 270,-6 12-261,3 17 283,-2 4-357,-3 30 12,2 1 0,1 7 0,-1 8-298,2 12 0,1 4 288,2-18 1,0 1 0,0 2-21,1 7 0,0 3 0,2-2-124,4 12 0,2-3-1378,4-2 0,2-3 1246,-1-14 0,2-3-706,8 4 1,4-2-3925,4-9 1,0-3 3713,-7-4 1,0-3-1,21 13 1,-36-31 0</inkml:trace>
  <inkml:trace contextRef="#ctx0" brushRef="#br0" timeOffset="20688">10874 8434 19087,'-3'-3'5203,"1"0"-3545,2 3-1692,-23-24-145,18 18 134,-17-17 51,34 23 67,16 0-56,-2-3 11,17-4-23,-23-2 90,14-14 40,-17 4 10,1-9 29,-12 6-90,-7 4 146,-10-2-124,-5 10-16,-12-3-57,5 9 29,-17 15-85,11 6 35,-10 17-40,15 6-51,9 8-106,11 6-487,20 4-230,1-29 1,3-2-1598,21 15 2499,-3-20 0,-1-3 0,-10-6 0,15 2 0</inkml:trace>
  <inkml:trace contextRef="#ctx0" brushRef="#br0" timeOffset="21188">11456 8461 18421,'0'-50'1154,"1"0"0,0 0 0,-1 4 0,0 0 0,1 3-737,0-10 0,-1 3-381,-2 6 0,-2 4 202,1 6 0,-2 2-48,-6-9 348,-1 9-554,6 23 71,0 6-16,5 22 0,2 5-73,3 17 1,2 6-6,0-2 0,0 4-660,0 0 1,1 4 0,1 0 408,-2 0 1,1-1 0,0 1-302,0 1 1,0 1 0,0-1-478,0-2 0,-1-1 1,1-2-589,0 7 1,-1-4 1579,-1-4 1,0-7 0,-3-12 0,0-3-1</inkml:trace>
  <inkml:trace contextRef="#ctx0" brushRef="#br0" timeOffset="21748">11419 8526 16706,'-8'-6'5579,"2"1"-7847,-22-15 1,-5-3 2945,11 8 118,-13-9 1,6 2-925,24 18 914,17 2-786,22 1-100,29-2-337,-20 2 1,2-1 296,7 0 0,0-1 33,-1-1 1,-1 0 50,-3-1 0,-3-1 1476,-8-2 0,-2 0-1398,18-11 79,-18-4 56,-14 2 84,-10 2 78,-7 4 1005,-4 6-932,-1 3 179,-3 3-341,1 2-202,1 1-45,1 4 17,0 7-6,1 10 1,2 6-12,7 3-11,5-2 17,7-6 67,2-7 62,5-8-23,2-13-39,-5-2 213,8-23-79,-17 4 1,2-14-1,-17 6 12,-11 2-12,-10 6-44,-11 10-34,-10 8-34,-4 13-27,-1 8-12,3 14-28,7 10-11,7 9-6,11-4-28,12-5 1,4 2-107,11 17-427,1-14 1,5-1-129,5-7 1,6-2-1692,5-2 0,2-2 2386,-1-5 0,-1-3 0,11 5 0,-17-14 0</inkml:trace>
  <inkml:trace contextRef="#ctx0" brushRef="#br0" timeOffset="23055">8683 10240 16177,'-1'-48'1051,"1"-1"1,-1 1 0,0-18 0,0 7-218,1-3-27,1 14-40,0 14 163,1 14-790,-1 11-93,0 7 43,-1 40-34,-4 12-560,1-4 0,-1 4 509,-2 3 1,-1 1-1,0 5 1,-2 2-17,0 1 0,-1 1 5,1-3 1,-1-3 16,3-14 0,0-1-8,-1 4 0,1-4-3,1-3 273,0 4 119,5-30-56,1-10 331,1-14-583,2-7-62,1-7 84,11-26 12,3 8-85,-6 11 1,2 0-6,14-22 6,5 3-12,5 8 6,7 8 730,4 11-770,-9 12-101,22 20 74,-21 15 25,-12-3 0,-2 5-98,-7 3 0,-3 2-526,-2 2 1,-2 0-35,6 19-2015,-5-16 1,1-4-7145,10 4 8844,2 4 0,-10-26 0,-12-10 1</inkml:trace>
  <inkml:trace contextRef="#ctx0" brushRef="#br0" timeOffset="23955">9428 10434 23814,'-8'9'257,"2"6"-184,10 9-11,4 2 5,7-5 39,5-5 74,3-8 72,2-3-17,2-13 6,2-6 73,-1-11-34,-3-8-62,-6-6-33,-7-3 0,-4 0-96,-6 11 135,-10-5-106,-2 17-62,-9-3-17,1 13-16,2 4-35,3 11 18,0 11 0,0 17-18,-3 19-349,8-20 0,0 2 335,0 4 1,0 1-42,3 1 0,1-1-268,1-1 0,3-1 237,5-5 0,3-2-65,20 17-21,18-22-1464,-7-22 1,1-6 1580,18-7 25,-13-6 0,-2-4-148,-3-4 209,-4-3 1,-1-3 99,4-12-63,-13 12 0,-3-2 157,3-16 72,-12 3-5,-7 7 2903,-6 6-2931,-3 7 998,-1 7-986,-2 8 151,2 5-488,0 7 28,-1 10 39,-2 15-61,-3 32-39,3-12-330,2-9 0,1 0-812,3 15-195,3-21 1,2 0-8389,9 21 8026,1-20 0,-4-18 0,-7-12 0</inkml:trace>
  <inkml:trace contextRef="#ctx0" brushRef="#br0" timeOffset="24165">10226 10158 24419,'-56'-30'-2246,"18"18"-7585,62 66 8968,-7-18 1,1 2-1,-14-31 1</inkml:trace>
  <inkml:trace contextRef="#ctx0" brushRef="#br0" timeOffset="24588">10803 10362 24984,'-49'-14'153,"-1"1"1,8-2-1,3 9-83,6 19 0,2 7-14,-15 11-65,21-8 1,1 0-14,0 8-62,11 3 33,16-16 12,6 1-29,17 0 57,-4-8 39,29-1 40,-17-14-34,9-3 72,-8-12 96,-10-6 246,8-17-286,-12 13 163,-1-11 39,-12 23-291,-2 3-34,-3 7-56,-3 12-5,0 13 27,0 5-5,-2 9 0,0 3-11,-3 7-84,-3 13 0,-4 6-1144,1-17 1,-1 0 1017,-2 9 0,-1 2-300,0-14 0,-1 1 0,-2 1-2734,-7 5 1,-2 1 0,-1-2 3254,4-3 0,-1-1 0,1-2 0,0-1 0,0-2 0,4-7 0,-9 8 0</inkml:trace>
  <inkml:trace contextRef="#ctx0" brushRef="#br0" timeOffset="25298">11124 9935 18268,'1'-5'4672,"0"2"-3165,-1 3-1328,-4 27-4403,1 12 4241,-3 15-694,2-5 1,0 1 687,-2 6-130,0-1 0,-1 4 136,-1-12 0,-1-2 0,3-8 0,-1 1 19,-5 13 0,0-4 60,1-10 184,-1 4 2159,8-28-2064,3-9 3711,14-25-4008,6-7-33,-1 1 0,3-2 5,1-1 0,2 0-14,3-3 1,0 0-1,1 3 1,1 1-20,-3 4 0,0 2 5,21-9-22,-8 15 6,-11 9 5,4 13-11,-1 22-17,0 9 17,-3 7 28,-3 5-34,-5-11 1,21 12 5,-5-17-11,11-7 16,-16-18-5,9-13 0,6-24 3,-22 10 0,-1-4-109,5-11 1,-2-4 122,-6-3 0,-4-3-12,0-6 1,-4-2 8,-1-3 0,-3-1 19,-3-1 1,-1 3-12,-1 13 1,-2 2 86,-4-8 0,-2 4 81,-1 0 23,-6-8-28,5 33-135,3 11-16,1 6-12,1 15-27,0 1-1,-1 16 1,1 5-7,0 9-14,0-6 0,0 8 0,0-2-174,1 2 0,0 1 80,2-3 1,1 2-1,1-1-140,4 7 0,2-3-74,4-6 1,2-5-76,10 13-1490,16-14-2945,-4-28 390,-1-4 4454,-1-13 0,-24 3 0,-1 0 0</inkml:trace>
  <inkml:trace contextRef="#ctx0" brushRef="#br0" timeOffset="25515">11679 10216 23028,'50'-19'-78,"0"-1"1,0 0 0,-2 2 0,-1 1 0,-3 3-299,3 4 1,-4 3-1095,-2 0 0,-2 1 1606,20-3 1,-27 4 0,-17 3 0</inkml:trace>
  <inkml:trace contextRef="#ctx0" brushRef="#br0" timeOffset="26389">9056 12131 21073,'0'-5'6193,"0"1"-4643,0 4-1279,-46-64-1083,13 46 718,-3-16 1,-2 4-197,0 29 685,6 9 0,1 4 8,-7 12 66,-13 11 128,24-3-981,6 14 761,11-16-282,-1 22-30,32-17-1052,-3-7-283,36 4 794,-16-23 0,1-2 11,-8-1 1,1 0 247,16 1 0,-1 0-119,7 7 37,-8 4 312,-14 1-26,-25 10 44,-13-5-206,-3 5-69,-18 1 166,-20 0 5,19-15 0,-2 0-515,-10 2 0,0-2 486,-17 2 51,23-8 0,-1-1-1087,-22 3 586,11-2-6489,3-4 7041,33-5 0,2 0 0,8 0 0</inkml:trace>
  <inkml:trace contextRef="#ctx0" brushRef="#br0" timeOffset="26822">9155 12287 25079,'0'-19'-134,"7"10"128,8 32 1,11 6-6,-1-4-90,27 11-330,-21-20 296,1-2 1,2-2-376,29-4 325,-1-6 174,-28-5 0,-3-4 129,6-11 262,-12-13-16,-13 1-168,-7 1 208,-6 0 89,-2 9 67,-1-4-45,-2 6 45,4 8-280,-2 4-313,2 5-1,-1 10 45,-3 14 6,-6 21-28,0 2-26,-1 4 1,-1 2-42,-3 8-23,4-13 0,-1 6-3176,3-5 0,0 4 0,1-4 3176,2-2 1,1-2 0,-6 16-1,3-10 1,8-33 0</inkml:trace>
  <inkml:trace contextRef="#ctx0" brushRef="#br0" timeOffset="27672">9981 12511 21791,'1'-52'1066,"0"0"0,0 3 1,0 10-882,-1 21 16,0 4-161,0 12-113,1-1 45,2 8 44,6 8-16,5 13-22,3 12-17,-3 10 16,-6 5 7,-6-2 21,-6-9 57,0-14 90,-2-13 184,5-10-73,0-8-196,1-9 11,0-12 6,1-12 17,3-11 6,6-7-46,8-4-278,5 2 245,4 5-16,-5 16-24,11-3-16,-10 20 28,11-2-11,-5 14-22,2 14 33,1 11-23,-1 13 246,-9 0-279,0 28-17,-16-13-84,-2-14 1,-2 0 111,-8 14 73,0-14 68,0-15 55,3-11-22,1-8-73,0-9 16,0-9 263,0-12-267,5-8-35,6-6-10,9-1-1,0 11 12,11 0-6,7 6-6,4 4-28,8 5-16,-6 14-34,0 14-34,0 12 34,-9 3-179,-14 3 0,-2 3-672,-2 20-169,-5-11 1,-3 0-1819,-5-4 1,-1-2 2893,-1 22 0,0-23 0,0-16 0</inkml:trace>
  <inkml:trace contextRef="#ctx0" brushRef="#br0" timeOffset="28321">11093 12237 18891,'-1'-3'4710,"-1"1"-2980,2 2-1746,-9-25 4,7 22 57,-8-1-39,10 22 5,1 26-5,1-6-6,1 1-17,-1-3 0,0 0 11,0 4-16,1 20 39,-2-40 163,2-8 72,1-15-84,0-8-34,3-13 28,0-11 12,2-12 5,1-7-78,-4 19 0,4-2 8,16-14 0,3 1-278,-15 20 0,1 2 169,15-11 0,2 13-50,1 31 5,5 10 34,-1 6-17,-2 16-6,-11 1 6,0 13-6,-8 4-33,-10 7 62,-6-22 5,-6 3 11,1-29 62,0-3 123,3-8 226,2-12-405,2-1 27,6-19 1,5-4-6,11-12-17,-4 17 1,2 2 11,19-19-17,0 7-6,-4 9-6,-7 12-5,4 0-22,-2 9-45,1 15-68,-8 10 12,-3 8-504,-7 13-5812,-8 14 3896,-1-9 2497,-2-7 1,-2-4-1,-1-11 1,1 8 0</inkml:trace>
  <inkml:trace contextRef="#ctx0" brushRef="#br0" timeOffset="28988">12107 12334 25348,'15'-34'34,"0"7"-17,14 26 17,17-2-12,3-2 1,7-5 5,-25 1 56,-2-7 56,-12-2-6,0-10 17,-6-19 17,-8 4-89,-4 1 217,-10 5-206,2 23 95,-14-9-129,12 19 0,-16-1-62,10 14 17,-9 10-16,2 18 5,2 16 0,6-5-431,8-6 1,4 0 413,2 2-8,4-4 0,7 0-89,10-12 1,4-3 93,3-1 1,2-2-15,10 0 1,2-6 10,15-3-2,-21-12 0,0-5-6,-1-5 0,-1-4 25,1-2 1,-1-2 5,3-7 0,-2-4 17,-7-1 0,-3-2-80,0-6 1,-1-4 76,0-7 0,-2-1 5,-3 7 1,-2-2 38,-3-2 0,-1-4 0,-2 3 17,-2-1 1,-2-1-18,-1 5 0,-1-4 0,-3 4 59,-4-2 1,-3 4 33,-7-17 129,-6 12 157,7 26-381,2 6-73,5 9-16,2 16 33,1 17-6,-3 27-3,4-14 1,1 2-145,0 10 1,1 1 135,0-8 1,3 1-93,3 2 1,2 4 0,2-4-83,3 3 1,2-1 9,-1-4 0,1 2 0,1-3-206,4 4 1,1-3-533,-3-6 0,0-3 207,7 16-245,-7-12-5104,-10-6-3770,-12-15 9429,2 2 1,-7-16 0,6-6-1</inkml:trace>
  <inkml:trace contextRef="#ctx0" brushRef="#br0" timeOffset="29355">12907 12350 14376,'-3'-7'7158,"2"2"-5713,1 5-381,-51-63-375,33 43-510,-10-15 1,3 4-108,20 26-105,8 1-51,11 0-185,34-6 146,-7 4-6,21-2-31,-24 5 1,0 0 103,-6 1 0,0-2 30,13-1 1,0-2 22,-12 0 1,-3-2 24,22-10 96,-12-2 151,-11 1 134,-14 2 78,-8 3 41,-8 1 10,-4 1-286,-2 3 365,-3 1-315,5 5-133,-1 0-124,4 4-56,0 0 6,0 4 11,-7 27 0,1 11-20,3-8 1,0 2 10,2 1 1,2-1-40,3 1 1,3 0-513,1-2 0,3 1 8,3-3 1,2-1-1379,1-2 1,0-2 1143,12 16 0,-10-18 0,-9-14 0</inkml:trace>
  <inkml:trace contextRef="#ctx0" brushRef="#br0" timeOffset="30355">13362 12082 23909,'-12'-36'543,"-1"0"1,1 1-1,5 9-347,7 20 56,0-1-173,0 7-130,0 0-89,-1 3 62,0 8-3297,2 15 3375,1 1-120,4 4 1,1 4 119,9 20-3,-2-15 0,1 0 3,-1-6 0,0-3-16,9 17 21,-1 7 46,-16-23-23,-10 11 5,-16-17 18,-12-5 21,-3-9 80,5-6 27,6-11 3271,8-7-3310,6-11-3100,7-10 3028,5 4-202,10 1 0,5-1 134,23-16 0,-6 11 0,3 0-11,2 4 0,2 2 16,3 0 1,0 2-3,-8 5 0,-1 2-9,11-5 0,-1 2 6,5-3 6,-17 8 0,-3 1 44,-2-2 12,-13 7-12,-10 4 34,-4 1 3187,-1 2-3109,-2-1 434,0 0-473,-2-2-39,1 2 112,-3 0-112,4 3-50,-3 0-113,3 4 63,-2 2 16,0 6 5,-4 14 1,-4 22-68,2 10-5,5-20 0,2 2-96,3-6 1,4 1-423,7 5 0,2-1-132,9 11-681,-1-19 1,4-3 1397,14-3 0,-11-4 0,-5-9 0</inkml:trace>
  <inkml:trace contextRef="#ctx0" brushRef="#br0" timeOffset="30548">14127 11655 22296,'-6'7'-2458,"3"0"0,14 19 1,-3-11-1</inkml:trace>
  <inkml:trace contextRef="#ctx0" brushRef="#br0" timeOffset="30788">14655 11950 23237,'0'-3'2750,"0"0"-2279,0 3-298,-89-21-1774,31 32 1632,17-10 1,-6-2 0,5 7-13,6 14 1,5 8 222,4-1 1,4 2-251,6 1 0,6 2-32,10 30-2,11-32 0,6-2-67,10-2 0,4-2-167,-3-6 0,3-3-688,26 2 1,4-5 486,-12-7 1,-1-2 0,-3 2-1,-2-1 1,13-5 0</inkml:trace>
  <inkml:trace contextRef="#ctx0" brushRef="#br0" timeOffset="34165">9134 13987 16885,'-5'-7'2515,"2"2"-1591,3 5-67,-68-63-588,28 50-831,-11-13 1,-1 7 656,4 38 28,5 13 1,1 4-63,-3 7-27,3 2 0,1 3-17,19-15 0,2 1-31,-5 12 0,3-1 131,9-11 0,3-2-167,4 25 44,18-31 73,9-13 141,9-11 78,7-16-174,-3-6 17,1-10 0,1-5 5,-7 4 0,-2-2-106,0 1 0,2-3 0,-4-1 117,6-14 1,-5-3-43,-3-3 1,-3-2-23,-3-2 1,-4 0-38,-4 13 1,-1 0 47,-2-15 1,-1 2-182,-2 26 0,-1 1 187,0-10 0,0 3 42,0 6-229,-2 19-96,0 15 230,-1 28-17,-3 35-20,1-23 1,0 4 228,0 12 1,0 2-249,1-3 0,0-2 11,1-10 0,1 0 8,4 17 1,3-2-52,-1-22 1,1-2 31,4 14 0,1-3-6,11 10 6,-4-19-17,8-8 61,-8-19 85,11-10-18,-1-19 29,5-19 118,0-12 112,-2-3 580,-10 5-581,-9 9 342,-7 14-566,-5 11-100,0 9-57,-1 4-240,0 2 112,0 4 352,5 7-207,6 10 6,9 8-128,6 8-421,5 3-936,2 1-8346,9 1 8449,-17-16 1,-2-5 0,-18-18 0</inkml:trace>
  <inkml:trace contextRef="#ctx0" brushRef="#br0" timeOffset="34365">9719 13643 17020,'-3'-4'4951,"0"2"-6480,3 2-997,-28 24-1053,21-7 3579,-19 24 0,27-26 0,0-1 0</inkml:trace>
  <inkml:trace contextRef="#ctx0" brushRef="#br0" timeOffset="34772">10163 13943 23965,'-47'-33'227,"0"1"1,1 3 0,4 12-172,6 25 62,-17 26-90,21 0-28,11-8 0,3 2-11,1 21-6,12 0-28,17-2-5,11-5 16,15-9 56,10-10 46,6-13 44,0-14 72,-3-13 147,-9-12 134,-11-8 0,-11-1-252,-11 9 324,-5-7-251,-3 17-79,-2-2-112,0 13-95,-1 5-33,2 3-96,-2 1 34,2 5 33,-1 9-257,3 11-1440,11 20 538,-1-10-5668,18 18 6889,-7-23 0,-2-5 0,-9-11 0</inkml:trace>
  <inkml:trace contextRef="#ctx0" brushRef="#br0" timeOffset="35404">10691 14045 24990,'-9'-49'606,"0"-1"1,3 10 0,0 7-472,-3 18-169,6 12-72,1 6 67,0 11 50,2 24-22,1-5 11,3 27-17,3-18 11,3 12 17,0-4-44,0-1 33,-4-20-17,0-3 56,-3-22 12,-1 0 27,2-12-28,2-9 6,8-32-11,2-6-676,2-5 678,-7 29 1,0 1 64,7-15-135,-4 14 0,1 1 23,10-13 11,5 6-22,-9 22 0,6 7 5,-2 9-28,16 18 34,-12-2-11,-5 10 0,-3 2 5,-3 2 0,-4-1 1,-2 1-28,-3 12 692,-3 16-653,-3-17 180,-3-8-153,0-24 169,0-7-129,1-18-62,1-4 28,5-26-39,2 4 11,3 2-5,0 10 44,10-3-50,-1 9-16,10-6-7,5 17 23,-10 9-17,28 15-11,-27 0-100,28 16-522,-11 2-71,-6-4-1206,12 11-2364,-16-13 4291,0 1 0,-12-10 0,-11-7 0</inkml:trace>
  <inkml:trace contextRef="#ctx0" brushRef="#br0" timeOffset="36038">11838 13975 19160,'0'-3'4514,"0"1"-2005,0 2-2537,0-24-11,0 20 22,0-14 6,8 31 11,5-1 0,3 1 17,16-7 5,-14-6 23,17-5 39,-13-5 123,6-12-16,-11-2-91,-5-1 74,-9-6 11,-9 2 117,-10-10-134,-3 10-89,-1 6 16,2 12-50,6 7-73,-1 4 16,3 5-4,-1 15-1,2 11-11,1 18 5,6 8-5,6-11-72,14 6-12,9-16 0,17 3 56,-10-24 0,3-4 33,-2-6 1,0-2 19,-1-3 0,1-4 3,-1-6 0,0-4 11,-1-6 1,0-3-289,0-1 0,-1-3 291,3-8 0,-5-1 2,5-17 9,-18 14 1,-3-4 38,-5-9 1,-3 0-32,1 9 1,-2-3 29,-5-4 1,-4-5-1,-2 6 18,-1 7 1,-3 1 38,-4-14 0,-2 2 132,-9-4-140,10 26-11,2 15-140,9 15 22,-1 12 28,3 20-11,1 7 0,0 5-14,3 4 0,-1 1-588,1 5 1,0-1 581,0-7 1,2 1-74,3 15 1,2 0-680,0-13 1,3 0 631,-2-5 0,1 2 0,1-4-644,5 0 0,1-4 168,0-6 0,0-3-649,8 10-2185,1-7 3162,-8-18 1,-5-3 0,-3-7 0</inkml:trace>
  <inkml:trace contextRef="#ctx0" brushRef="#br0" timeOffset="36815">12468 13820 24872,'7'-46'-174,"0"0"1,5 4-1,8 9-126,13 25 1,7 7-953,1-2 0,2 1 888,0 1 0,1 1 187,0 0 1,-2 0 139,-10-1 1,0 0 13,2-1 1,-1-2 476,10-7-213,1-4 950,-15-5-435,-15 7-392,-10 1 465,-14 5 190,2 4-689,-21-1-69,6 8-177,-11 4-61,13 4 5,0 9-17,9 8-11,3 3 28,12 8 11,15-8-44,5-8 94,33-1 1,-11-15-29,-13-5 1,0-2 78,17-10 22,-9-8 113,-7-6 44,-10-4-201,-11 5 201,-8-13-162,-13 8-29,-8-11-49,-3 15 66,-23-3-94,8 16-29,-16-2-11,14 16-22,5 7-6,6 11 12,6 10-6,6 9 5,6 10 17,13 10-271,0-28 0,4 0 226,3 0 1,4-1-4,2-2 1,2-1-9,1-4 0,3-2-16,23 15 5,-1-12-5,-4-11 56,-2-9 5,-11-8 56,14-14-39,-13-6-29,12-14 29,-8-5-11,-8 7 61,8-18 11,-12 20-10,10-13-18,-3 16-5,4 3-28,9 4 5,6 4 446,-8 8-474,18 6-5,-21 15-11,13 14 16,-24 3-53,-14 4 0,-5 5-445,-11 20-754,-2-14 1,-3 2-3659,-5-7 1,-2-3 2610,-9 15 1,8-16-1,12-26 1</inkml:trace>
  <inkml:trace contextRef="#ctx0" brushRef="#br0" timeOffset="37683">14736 14077 23707,'17'-50'491,"0"0"0,-3 5 1,-3 13-318,-7 26-213,-5 9 79,-2 15-68,-5 15-191,-4 20-204,5-20 1,1 1-1559,-1 3 1,2 1 1980,2 4 0,2-3 0,-1 6 0,5-7 0</inkml:trace>
  <inkml:trace contextRef="#ctx0" brushRef="#br0" timeOffset="38348">15499 13810 21724,'0'-5'3126,"0"0"-2594,0 5-520,-42-11-19,29 22-9,-30-6 4,45 23 12,8-3 23,8-7 33,8-7 23,4-11 16,1-11 79,-2-10 83,-6-9 6,-8-8-50,-8-5-101,-7 6 207,-12-17-139,-2 22 60,-13-13-200,11 26 4,-8 6-27,8 13-28,-7 10 0,-2 11-12,-2 26-5,9 4 12,5 3-3399,19 6 3370,12-9 11,-2-20 1,6-1-513,16 2 0,4-4 520,-12-9 1,3-3-168,20 1 0,1-6 159,-16-8 0,-2-4 23,9-4 0,0-2 14,-4-3 0,-2-5 25,2-9 0,-4-4 11,11-13 0,-21 7 0,-5-3 3,-11 6 0,-4-1-6,3-10 1,-2-2 5,-3-4 0,-1-1 25,-2-9 0,-1 1 0,-2 12 1,-1 2-21,1 3 1,-1 4 148,-6-4-51,2 25 2684,-1 3-2857,1 11 17,-4 24-6,0 14 17,-1 10-9,6-11 1,2 2 107,3-1 1,1 1-179,3 12 1,3 2-124,3 2 1,3 0-222,4-1 0,3-2-459,2-4 1,1-3-203,-1-6 1,1-3-1490,-3-7 1,-1-3 2572,9 7 0,-13-16 0,-9-10 0</inkml:trace>
  <inkml:trace contextRef="#ctx0" brushRef="#br0" timeOffset="38499">16019 13737 18694,'-3'-4'4745,"0"0"-7518,3 4-3797,84-52 5437,-34 38 1,-3-14 0,-3 4 0,-16 23 0</inkml:trace>
  <inkml:trace contextRef="#ctx0" brushRef="#br0" timeOffset="38732">16905 13526 25287,'-47'-21'377,"-1"-1"0,2 1 0,6 8-242,9 17-130,6 1-27,-9 21-90,19 6 50,-1 7-162,12 14-240,16-3-436,5-9 1,5-1-877,3-5 1,3-2-1894,1 0 0,2-4 3669,1-5 0,-4-7 0,-13-8 0,-3-2 0</inkml:trace>
  <inkml:trace contextRef="#ctx0" brushRef="#br0" timeOffset="38881">17292 13982 27880,'-3'-12'-1518,"1"3"-519,2 11 0,0 1 1</inkml:trace>
  <inkml:trace contextRef="#ctx0" brushRef="#br0" timeOffset="39482">7430 15724 13316,'62'-7'227,"-1"1"1,1 0 0,0 0 0,-1-1 0,1 1 0,-7 0-1,0 1 1,1-1 0,0 0 0,0 0 0,0 0 0,1 1-561,1-1 1,0 1 0,1-1 0,0 0 0,0 1 0,1-1 0,1 0 407,-4 0 1,1 0 0,0 0-1,1 0 1,0 0 0,0 0-1,1 0 1,1 0-87,-4 0 1,1 0 0,0 0 0,0 0 0,1-1 0,0 1-1,0 0 1,1 0 0,0-1 54,-4 1 1,0 0 0,1 0 0,-1 0 0,1 0 0,0 0 0,1 0-1,1-1 1,1 1 0,1-1-18,-5 1 0,1 0 0,1-1 0,1 1 1,1-1-1,0 1 0,1-1 0,-1 0 1,1 1-1,-1-1 0,0 0 0,-1 1 1,-1 0 23,6-1 0,-1 0 1,-1 0-1,0 1 1,0-1-1,0 0 1,0 1-1,0-1 0,1 1 1,1-1-1,1 0-62,-7 1 1,0 0-1,2 0 1,0-1 0,1 1-1,0 0 1,1-1 0,-1 1-1,-1-1 1,0 1 0,-2 0-1,0 0 1,-3 1 0,-1-1 38,10 0 1,-2 0-1,-3 0 1,-1 0 0,0 1-1,-1-1 1,1 1 0,1-1-1,3 0 14,-5 1 0,3 0 0,2-1 1,0 1-1,1-1 0,-1 1 1,0 0-1,-2-1 0,-1 1 1,-3 1-1,-2-1-10,5 0 0,-4 1 0,-4-1 0,0 1 0,2 0 0,3-1 0,5 1-1,-8-1 1,4 1 0,4-1 0,2 0 0,2 0 0,1 0 0,1 0 0,0 0 0,-2 0 0,-1 0 0,-3 1-1,-4-1 1,-3 1-21,10-1 0,-6 1 0,-3 0 1,-2 0-1,2 0 0,4 0 1,7-1-7,-13 1 1,5 0-1,3 0 1,3-1 0,2 0-1,2 0 1,0 0-1,1 1 1,-1-1 0,-1 0-1,-2 0 1,-2 1 0,-4 0-1,-3 0-18,10 0 0,-5 0 1,-3 0-1,-1 1 1,-2-1-1,2 1 1,2-1-1,3 0-31,-6 0 1,2 1 0,3-1 0,0 0 0,1 0-1,1 0 1,-1 1 0,-1-1 0,-1 0 0,-2 1-1,-3-1-386,5 1 0,-1 0 0,-2 0 0,-1-1 1,-1 2-1,-2-1 0,0 0 0,-1 0 430,6 0 0,0 0 0,-1-1 0,-3 1 0,-2 1 0,-3-1 0,19-1 0,-7 1 0,-6 0 0,-12 1 0,1-1 0</inkml:trace>
  <inkml:trace contextRef="#ctx0" brushRef="#br1" timeOffset="6.08873E6">8291 10151 24575,'-10'0'0,"-1"0"0,1 0 0,-3 0 0,-1 0 0,-3 0 0,-2 0 0,-2 0 0,-21 0 0,6 0 0,-21 0 0,14 0 0,2 1 0,2 1 0,-15 1 0,16 1 0,-19 0 0,23 1 0,-3 0 0,2-2 0,-6 2 0,12-2 0,-4 3 0,18-1 0,2 1 0,5 1 0,2 0 0,3 7 0,1 0 0,2 13 0,0-6 0,2 9 0,5 14 0,1 0 0,0-12 0,0 1 0,7 22 0,4 6-513,-10-30 0,0 0 513,1 4 0,0 2-3222,1 3 0,-1 1 3222,0 2 0,1 0 0,-1 3 0,1 1-572,0 2 0,0 0 572,-1-5 0,-1 1 0,0-1 0,0 1 0,-1-4 0,0 3 0,0 0 0,1 5 0,0-2 0,1 12 0,0 1 0,-1-9 0,2 3 0,-2 1 0,0 1 0,-1 0 0,0-3 0,1 7 0,0-1 0,-1-9 0,0 1 0,-1-1-160,3 14 1,-1-2 159,-4-21 0,1 1 0,-1 2 0,1 8 0,1 2 0,-1-3-65,0 4 1,0-5 64,-2-5 0,1-1 2497,0-3 1,-1-2-2498,3 13 0,-3-9 0,1 0 0,1 16 0,-3-27 0,-1 1 0,1 2 0,0-1 0,-1 0 0,0 1 774,0 12 0,0 2-774,-1 5 0,0 0 0,-1-5 0,0 0-193,0 2 0,0-4 193,0 6 0,0 1 1134,0-7-1134,0 5 0,-1-18 0,-1 0 0,-1 27 377,0-17 0,-1 3-377,-1-7 0,1 1 18,-1 9 1,-1 1-19,0-1 0,0-2 0,1-10 0,2-2 0,-5 26 0,-1-6 0,2-15 0,-2 13 980,3-18-980,0 3 0,1-1 0,-1-5 0,2 0 0,2-5 0,-2-4 0,2-2 0,0-5 0,1-3 0,0 0 0,1-4 0,0-1 0,0 1 0,1-5 0,3 0 0,4-4 0,5 0 0,6-3 0,6-1 0,17-11 0,-5 1 0,-5 0 0,0 0 0,7-3 0,7-3 0,-9 6 0,-12 4 0,7 0 0,-14 4 0,15 0 0,-1 3 0,1 1 0,-6 1 0,-12 0 0,0 0 0,-2 0 0,1 0 0,-1 0 0,6 0 0,-3 0 0,3 0 0,-7 0 0,-3 0 0,-3 0 0,-1-1 0,-2-2 0,-1 1 0,-1 0 0</inkml:trace>
  <inkml:trace contextRef="#ctx0" brushRef="#br1" timeOffset="6.09897E6">8155 11552 24575,'17'0'0,"8"0"0,9 0 0,5 0 0,2 0 0,4 0-2072,-1 0 0,5 0 1,0 0 2071,0 0 0,0 0 0,2 0 0,6 0 0,2 0 0,1 0-763,-12 0 0,1 0 1,0 0-1,1 0 763,1 0 0,0 0 0,0 0 0,1 0 0,3 0 0,1 0 0,0 0 0,4 0 0,-9 0 0,2 0 0,2 0 0,1 0 0,1 0 0,-1 0-416,3 0 0,1 0 0,0 0 0,1 0 0,0 0 0,0 0 416,2 0 0,1 0 0,0 0 0,-1 0 0,0 0 0,-1 0 0,-5 0 0,-3 0 0,1 1 0,-1-1 0,1 0 0,2-1-285,-1 0 1,1-1 0,1 0 0,0 0-1,0 0 1,0 0 0,-2-1 284,4-1 0,-2 0 0,-1 0 0,1 0 0,0-1 0,1 1-124,-3-1 1,1 1 0,2 0 0,-1-1 0,-1 0 0,-2 0 0,-2 0 123,7-1 0,-2 0 0,-2 0 0,-3-1 0,-3 1 0,7-2 0,-5 1 0,-1-1 261,-6 2 1,-1 0 0,-2-1-262,11-3 0,-3 0 1281,-3 0 1,-2 0-1282,-10 3 0,-3-1 2726,17-3-2726,-11 5 4470,-16 2-4470,-6 2 0,-13 2 0,-1 0 0</inkml:trace>
  <inkml:trace contextRef="#ctx0" brushRef="#br1" timeOffset="6.10018E6">9110 13367 24575,'49'0'0,"-1"0"0,4 0 0,3 0 0,-7 0 0,4 0 0,0 0-2616,4 0 1,1 0 0,1 0 2615,-8 0 0,1 0 0,1 0 0,2 0 0,-3 0 0,2 0 0,1 0 0,0 0 0,-2 0 0,4 0 0,-2 0 0,1 0 0,4 0 0,-6 0 0,2 0 0,2 0 0,1 0 0,1 0 0,-2 0-660,1 0 1,0 0 0,0 0 0,0 0 0,0 0 0,-1 0 659,-4 0 0,-1 0 0,0 0 0,0 0 0,2 0 0,2 0 0,5 0 0,3 0 0,2 0 0,1 0 0,-2 0 0,-2 0 0,-5 0 0,-3 0 0,-4 0 0,-2 0 0,1 0 0,7 0-41,-4 0 0,6 0 0,2 0 1,3 0-1,-1 0 0,0 0 0,-2 0 1,-5 0 40,2 0 0,-3 0 0,-2 0 0,0 1 0,0-2 0,2 1-358,7 0 1,2 0 0,1-1 0,-1 0-1,-2 1 1,-3-1 357,-4 1 0,-1-1 0,-3 0 0,-1 0 0,-3 0 0,12 0 0,-3-1 0,-1 0 0,-3-1 0,-2 1 0,1-1 195,-4 0 1,-1-1 0,0 0-196,-1 0 0,0-1 0,0 0 0,1 0 0,0-1 0,-1 0 1513,17-4 0,-1 1-1513,2-2 0,-1 0 926,-10 1 1,-2 0-927,-4 0 0,-1 1 0,-5 0 0,-1 1 3728,22-4-3728,-30 6 0,0 0 0,21-3 2516,-13 1-2516,-11 1 619,-9 4-619,-4 1 0,-8 2 0,-1 0 0</inkml:trace>
  <inkml:trace contextRef="#ctx0" brushRef="#br1" timeOffset="6.10147E6">8804 15122 24575,'12'-3'0,"19"0"0,25 3 0,-14 0 0,6 0 0,-1 0-2397,10 0 0,2 0 2397,1 0 0,5 0 0,-2 0-777,-11 0 1,-1 0 0,2 0 776,-5 0 0,1 0 0,1 0 0,0 0-375,3 0 1,-1 0 0,2 0 0,-1 0 374,3 0 0,1 0 0,0 0 0,0 0 0,0 0 0,1 0 0,0 0 0,0 0 0,-1 0 0,1 0 0,0 0 0,-1 0 0,2 0 0,0 0 0,-1 0 0,-1 0 0,-5 0 0,-1 0 0,-1 0 0,0 0 0,13 0 0,0 0 0,-2 0 0,-5 0 0,-1 0 0,0 0 0,-3 0 0,-1 0 0,3 0 0,-4 0 0,2 0 0,1 0 0,-1 0-498,-4-1 1,1-1 0,-2 0 0,0 1 497,11-1 0,-2 1 0,-1-2-776,-4-1 0,-1 0 0,-6-1 776,-5 1 0,-5-1 0,3 0 0,-1 0 708,-3 0 0,-2 1-708,21-5 0,6 0 0,-9 0 0,-8 2 2269,4-1-2269,-16 3 2263,3-1-2263,-13 2 6682,0 1-6682,5-3 307,-6 4-307,17-6 0,-4 4 0,1-1 0,0 2 0,0 0 0,-9 1 0,7-1 0,-2 2 0,-4-2 0,2 0 0,-9-1 0,-7 1 0,-1 0 0,-2 1 0,-1-1 0,-1 0 0,-2 1 0,-1 1 0</inkml:trace>
  <inkml:trace contextRef="#ctx0" brushRef="#br1" timeOffset="6.14549E6">20621 11243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03:47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1833 2376 17770,'3'-44'1498,"0"0"0,0 1 1,1-16-1,-3 14-1257,-5 32-213,0 9 0,-3 15-11,2 3-3,-5 24 0,-1 5-20,0 5-176,-2 7 0,3 2 187,6-22 1,2-1-9,0 7 0,4 0 17,2-6 0,5-2 42,24 19-22,-3-25-48,26-15 182,-4-29-76,-17 2 1,2-3-714,9-14 0,-2-2 682,-13 10 1,-2-1 64,8-11 0,-4 0 76,-4-7-112,-13 13 0,-1 1-40,1-7 370,-4-3-409,-10 30 13,-1-1-226,-3 13 734,-10 21-1736,2-5 1204,-15 37 0,16-38 0,-4 12 0</inkml:trace>
  <inkml:trace contextRef="#ctx0" brushRef="#br0" timeOffset="495">2645 2417 23562,'-12'46'137,"0"1"0,0-1 0,-4 14 1,3-2-105,4-7 1,2-4-391,2-9 1,1-2 384,-1 28-6,2-15-11,3-18 405,0-9-41,0-15-190,0-3 121,3-17-228,3-25-3290,2-15 3240,0-9-979,-4 10 0,0 0 985,0-7-123,0 18 0,0-6 0,0 5 150,0 7 1,1 1-60,-1-6 1,2 1 81,10-21-67,3 21-17,10-3 17,24 8-57,0 17 2071,4 9-2048,1 22 22,-16 15-33,-3 3-22,-19 7 0,-8 2 2734,-19 11-2679,-3-10 1,-6-2-6,-27 0-6,7-20 1,-3-2-1,5-5 1,-1-3-82,-14 2 0,0-3-283,14-4 0,2-3-1571,-22-9-7890,48-12 8106,12 1 0,6 4 1,-5 10-1</inkml:trace>
  <inkml:trace contextRef="#ctx0" brushRef="#br0" timeOffset="1163">3635 2272 17865,'-3'2'4493,"0"-1"-4031,-27 2 0,-9 0-115,10 2-28,-23 5 0,-1 3-128,12 9-141,-8 5 45,11 7-50,12 4-39,7-7 27,11 16-27,15-30 112,22 11-40,-1-22 12,14-3-18,-14-9 141,16-25-55,-11-2-211,-10 5 0,-1-2 143,7-16 30,-8 2 0,-2 0-47,1-3 72,2-4 1,0 1-17,-5 12 53,-2 4 0,-3 1 31,-5 8-34,-1-6-117,-8 19 72,-1 2-83,0 7 301,0 0-324,2 3 255,1 0 198,2-6-63,2 2 93,1-6-34,-1 6 50,-1 0-43,-3 4 78,0 5-533,0 0-272,-2 24 89,-5 3-36,-4 24 42,-1-12 33,3-13 0,0 2-134,2 5 1,0 1-613,0 2 1,2 1 1,1 7 1,2 0-1176,4-10 1,2-2 1364,1 2 0,2-3 0,1 4 1,0-8-1</inkml:trace>
  <inkml:trace contextRef="#ctx0" brushRef="#br0" timeOffset="1801">4266 2416 21847,'5'-43'872,"0"1"0,-3 4 0,-7 9-676,-18 20 331,-29 7-393,10 12-101,11-1 1,-1 1-11,-9 11 11,13 0 0,3 1-23,-2 8-34,-4 16 35,23-15 4,16-3-4,5-11 27,27-4-22,-3-14 44,18-8 29,-8-13 55,-5-9 40,-8-8 6,-8-2 44,-7 1 22,-10 7-133,-4 13 116,-6 8-189,-5 14-1,-9 13-22,-8 16-33,1 12-7,6 7 1,13-2 17,8-11-1,26 6-10,7-20 5,-7-9 0,3-3-223,1-6 1,1-4 219,2-4 0,1-5 3,0-2 0,-1-4 5,0-5 1,-4-2-3,-7 3 0,-3-4 0,6-19 0,-5-6-1,-11 9 1,-2-3-473,-1 1 1,1-3 0,-3 0 480,-2-16 0,-2 1 8,-1 0 1,-1 2-309,-2 4 1,0 2 347,-1 7 0,0 3 47,-2-21-39,0 22 314,0 18-409,4 14 1409,7 22-1342,6 22-45,-3-4 1,-1 4-4,0-4 1,-2 3-296,-1 9 0,-1 6 1,-1-1 213,-2 7 0,-2 2-116,0-3 1,0 4 0,-2-1-266,-1-11 1,-2-1-1,1-2-747,-2 19 0,0-2-2370,0-12 1,0-3 3587,1 16 0,3-33 0,0-19 0</inkml:trace>
  <inkml:trace contextRef="#ctx0" brushRef="#br0" timeOffset="2351">4820 2272 21427,'-45'-11'603,"1"0"0,0 1 1,18 3-464,37 6-95,15 1-34,24 0-17,-2 0 0,-5 0 1,2 0-15,-9 0 1,0-1 5,1 0 0,0-1-37,3-3 1,-5 0 33,-8-2 23,20-6 84,-28 5-34,-3 2 39,-8 1-17,-14 5 124,-7 1 201,-10 4 67,-6 6-66,-3 6-337,12-4 6,3 4-23,14-5-5,7 3-23,11 0 1,12-4-7,21-4-4,-13-6 10,17-8-5,-22-8 23,4-7 32,-9-6-21,-11 4 167,-8-14-67,-12 13 68,-7-8 55,-10 15-27,-6 8-74,-3 6-55,-4 10-57,2 7-27,0 11-6,5 9-39,4 8-28,8 5-29,8 4-195,17 0-291,17-2-494,22-5-2600,-8-23 0,2-4 1970,-10-6 1,0-1 1677,13-2 0,-6-3 0,-24-4 0,-2 0 0</inkml:trace>
  <inkml:trace contextRef="#ctx0" brushRef="#br0" timeOffset="2728">6179 1988 22018,'-50'-20'235,"0"-1"0,0 7 1,8 8-208,13 16 820,-3 19-837,16 0-5,3 19-17,12-7-6,15 5 23,4-21 256,28-2-250,-19-16 55,24-1 470,-18-14-369,5-7 78,-8-9 192,-10-11-67,-10 9-175,-10-10 67,-15 9-128,-6 3-91,-4 4 117,-5 13 45,4 8-11,-12 13-237,10 9-3748,1 16 3407,14-6-2958,10 28 1330,7-29 1553,5 2 1,2-3 0,-2-13 0,7 7-1</inkml:trace>
  <inkml:trace contextRef="#ctx0" brushRef="#br0" timeOffset="3005">6401 2377 18005,'-9'3'4061,"2"-1"-3409,-27 12 1,-5 2-417,10 0-46,-22 11 0,2 4-1213,25 0 1056,-2 7 363,19-11-200,26 7-140,-6-17 234,27 13-43,-1-24-146,-7-3 111,6-10 7,-21-8 500,-3-11-641,-9-15-50,-14 2-78,-11-5-80,-3 19-648,-19 1-3299,-8 10 3229,-7 1 0,27 8 0,19 4 0</inkml:trace>
  <inkml:trace contextRef="#ctx0" brushRef="#br0" timeOffset="3347">1413 3589 20056,'-55'4'481,"-1"0"1,-6 0-1,6 1-274,11-1 129,13 1 164,75-5-338,6-3 0,7-2-1615,-2 1 1,10-1 1482,-18 0 1,8-1 0,5 0 0,1 0 0,-2-1 0,-5 1-512,1 1 0,-5 0 0,1-1 0,10 0 491,-12 1 1,5 0 0,6-1-1,2 1 1,3-2 0,1 1 0,-1 0-1,0 0 1,-3 1 0,-4 0-245,8 0 0,-3 0 1,-1 0-1,-2 1 0,2 0 1,0-1-1,2 1 239,-6-1 1,1 1-1,0-1 1,1 1 0,1-1-1,0 1 1,0-1 0,0 1-1,0 0-132,1 0 0,0 0 0,0 0 1,1 0-1,0 1 0,0-1 1,0 0-1,1 1 0,0-1 114,-4 0 1,0 1 0,1-1 0,0 0-1,0 0 1,0 0 0,1 1 0,-1-1-1,1 0 1,-1 0-60,1 0 1,0 1-1,0-1 1,0 0-1,0 1 1,0-1 0,0 0-1,1 0 1,0 0-1,0 1-1,-2-1 0,1 0 0,0 0 1,1 0-1,0 0 0,0 0 0,0 0 1,-1 0-1,-1 0 0,-1 0 0,-1 1-270,4-1 0,0 0 0,0 0 0,-2 0 0,0 1 1,-1-1-1,-3 1 0,-1-1 0,-2 1-267,6-1 0,-4 1 1,-2 0-1,-1 0 1,0 0-1,0-1 610,14 1 0,3-1 0,-1 0 0,-8 0 0,-12 2 0,-9 0 0,-7 0 0,28-1 0</inkml:trace>
  <inkml:trace contextRef="#ctx0" brushRef="#br0" timeOffset="4803">12016 3648 19500,'8'-45'922,"-1"0"1,0 0 0,2-12 0,-2 9-682,-6 19-16,-4 17-377,-2 37 264,-5 26-923,4-6 1,0 6 762,0 9 1,0 2-152,1-10 0,2 3-3078,0 3 0,1 4 0,1-7 2726,1-14 0,-1-3 1,1 20-1,0-8 1,0-30-1</inkml:trace>
  <inkml:trace contextRef="#ctx0" brushRef="#br0" timeOffset="5209">12177 3067 18403,'-39'-18'789,"0"0"1,0-1 0,-21-4 0,0 10-569,6 19 0,1 9-1035,13 1 1,0 3 0,0 3 844,-4 8 1,1 4 0,0 4-543,9-5 1,0 3-1,0 1 1,2 2 517,-2 4 0,1 2 0,2 2 0,0 0-17,2 3 0,2 1 0,1 0 1,3 2-8,3 0 0,1 0 0,4 1 0,2 0-11,4-2 0,3 0 0,3 0 0,3-1 70,4-3 1,4 0 0,3-1 0,3-2-193,9 12 1,5-4 0,5-3-416,6-4 0,4-5 0,3-3 313,4-5 0,3-4 0,3-4 7,1-3 1,2-5-1,2-4 138,0-3 1,0-4 0,1-5-142,-1-4 0,0-4 0,-3-3 302,-12 2 0,-2-1 0,1-6 112,-1-6 1,2-5 0,-1-2-1,-5 0 183,-2-3 0,-4 0 0,0-4-305,2-1 1,1-3 0,-1-2 0,-4-1-40,1-9 1,-5-1 0,-4-2-27,-2-1 1,-3-2 0,-4-1 3,-3 2 0,-4-1 0,-4 1 19,-6 5 0,-5 0 0,-3 4 6,-2-6 1,-10 6-112,-23 12 0,-13 5 1,4 7-148,11 8 1,-2 5-1314,-1 2 0,-8 1 1,0 2-1,7 4 1563,-4 7 0,6 3 0,3-3 0,3 1 0,-3 6 0</inkml:trace>
  <inkml:trace contextRef="#ctx0" brushRef="#br0" timeOffset="5553">11694 4685 21356,'-49'31'-261,"0"0"1,0 1 0,0-1 0,-1 2 0,1 1 0,0 1 0,2 2 260,3 2 0,0 4 0,3-1 0,3-4 0,4-6 0,4-2 0,0 0 0,-12 14 0,1-1 0</inkml:trace>
  <inkml:trace contextRef="#ctx0" brushRef="#br0" timeOffset="6186">10506 5828 22755,'7'-39'-5,"1"13"55,-6 49 23,-6 5 11,-10 6 39,-11-1 68,-6-5 105,-1-10-116,8-8 385,-4-13-223,13-11-118,-2-15-84,12-10-45,12-3-39,7 2-17,9 9-16,3 10-7,11 9-16,-8 12-16,22 17-24,-7 15-247,-16-9 1,-2 3 238,-2 5 1,-5 3-1,-5 4 1,-6 2 5,-10 4 0,-10 3 2,-7-4 1,-8 1 0,1-3-648,-4 4 0,-4-1 685,-4-3 0,-5 1 1,2-6 29,-2-5 0,1-5 30,-7 3 1,-1-5-44,8-7 0,2-7 159,-22-11-23,21-13-61,16-7 305,13 3-485,13 4 1451,32 5-1406,18 4 25,-21 3 1,3 1-553,13 1 0,3-1 325,-3 1 1,2-1-107,-5-1 0,2-1 0,0 0-411,2-1 1,1 0-1,1-3 764,12-4 0,2-2 0,-7 2 0,-8 2 0,-4 0 0,4-4 0,1 0 0</inkml:trace>
  <inkml:trace contextRef="#ctx0" brushRef="#br0" timeOffset="6543">11130 5485 5877,'-45'-21'1161,"-1"0"0,1 0 1,-1 0-1,-2-3 0,2 1 1,-5 9-869,2 14 0,-6 7 0,-2 6 1,3 0-1,7-1-173,-12 4 1,1 5-46,14-2 1,-8 5 0,-3 4 0,1 0-1,5 1 1,9-3 207,-6 14 0,6 4-269,3-2 0,-2 7 0,1 2 0,6-1-22,5 3 1,6-1 0,2 4-24,2-5 0,0 2 1,2 1-1,4 0-11,2-1 0,2-1 0,3 1 0,6-1-44,7 2 1,5 0 0,4-1-1,4-5-129,9 3 0,4-6 1,4-2 146,2-3 1,2-3 0,5-9-42,11-8 1,4-10 0,1-5 33,-7-6 0,0-4 0,3-4 93,-6 2 0,2-3 1,1-2-1,0-4 39,-4-4 0,1-4 0,-1-2 0,-1 0 1,-4 1-22,-3 2 0,-4 1 1,0-1-1,1-5 71,3-8 1,4-5 0,-1-2 0,-4 0 0,-7 6 105,3-11 0,-5-1-163,1 2 0,0-5 1,-5-1 40,-11-1 1,-5-2-1,-4 1-2,-3-1 0,-3 0 0,-1 1-67,4-2 1,0 1-1,-10 1 30,-13-1 1,-8 1-1,-3 11 324,2 18 1,-6 5-373,-9-3 0,-8 1 0,-1 6-100,-2 9 1,-3 6 0,2 0-45,9-1 0,1 1 0,-3 1-1520,-12 4 0,-4 2 0,9 2 1660,13 2 0,5 0 0,-26 8 0,33-8 0</inkml:trace>
  <inkml:trace contextRef="#ctx0" brushRef="#br0" timeOffset="6953">12517 4825 18283,'-10'-53'1025,"-1"1"0,3 4 0,0 14 134,1 26-1148,8 22 461,4 2-399,17 36-62,6-9 0,7 3-575,-10-12 1,3 0-1,2 2 401,12 10 1,2 1 0,0-3-55,-10-12 1,-2-2-1,5 2 217,5 4 0,6 3 0,-1-1 0,-8-7 0,-8-7 0,-2-1 0,6 5 0,-1-1 0,1 1 0</inkml:trace>
  <inkml:trace contextRef="#ctx0" brushRef="#br0" timeOffset="7493">13253 5682 21355,'-15'-55'263,"0"1"1,3 4-1,9 10-196,26 17 31,15 7-53,13 7-17,-5 4-20,-2 8 1,4 4-503,-11-1 0,1 2 485,19 5 1,0 2 2,-19-4 1,-2 1 100,4 3 0,-4 3-168,7 20 141,-14 4 38,-31 7-11,-32-8 51,-15-5 83,-5-9-83,13-10 252,0-8 464,9-9 470,4-5-884,6-4-189,13-3-164,8-2-67,6 3 28,23-6-45,9 8-3,-5 3 1,2 1-4,20 2-5,-7 8 0,-1 3-5,2 2-12,-1 7 0,-2 3 12,-15-1-46,5 31 29,-35-25-51,-15 7 0,-8 1-67,-1-11 0,-4-2-585,-14 12 0,-4-2-56,3-6 0,-2-3-908,-1-4 0,1-2-415,10-5 1,1-3 1472,0-2 1,4-2-1,7-3 1,3 0-1</inkml:trace>
  <inkml:trace contextRef="#ctx0" brushRef="#br0" timeOffset="7839">13621 5286 14409,'-14'-52'1757,"0"0"0,-6 6 0,-4 10-1404,-27 13-17,8 16 0,-4 8 140,-13 13 0,-1 8-1287,17-6 1,0 3 0,0 4 889,4 0 1,-1 4 0,1 2 0,3 2-15,-7 12 1,4 4-1,2 1-41,7-8 0,2 0 1,3 6-7,3 5 0,2 7 0,3 0 1,4-2-66,6 0 0,5-2 1,0 1-237,-1-7 1,-2 2 0,4-1-1,8-1 143,9 1 0,8-1 0,5-4 0,1-5-314,7-4 0,3-7 0,2 0 383,5 7 0,2 1 0,6-6 20,2-13 1,5-5 0,2-4-1,-4-3 112,3-4 1,-3-4 0,4-2-267,-11 1 0,3-1 0,2 0 0,-1-3 0,-3-2 329,4-5 1,-2-3 0,-2-2 0,0-2 1,-2-1 0,0-1 0,-2-2 0,-1-2-118,-3-1 0,0-1 0,-3-1 0,-1-2 21,-4 0 1,-1-1-1,-2-2 1,-2-1-28,-2-1 1,-2-1 0,-1-1 0,-4-1-5,5-13 0,-4-1 1,-5-1 39,-4 3 0,-4-1 1,-6 2-43,-8 4 0,-6 1 1,-3 4-3,-7-7 1,-9 7-7,-7 15 1,-9 4 0,-5 4-176,1 9 1,-5 3 0,-2 4 0,0 0-851,-4 1 0,0 1 0,-1 1 0,-1 1 1037,8 1 0,-1 1 0,-1 1 0,3 0 0,6 1 0,-4 2 0,6 0 0,4 1 0,5 0 0,-1 0 0</inkml:trace>
  <inkml:trace contextRef="#ctx0" brushRef="#br0" timeOffset="8320">10025 6975 9992,'0'-7'7175,"0"2"-3831,0 5-2694,0 0-645,-84 13-440,48 12 0,-2 5 386,-11-3 1,-6 1-1,4 5-509,8 8 0,5 5 1,0 2 73,-2 0 0,2 2 1,2 0-1672,1 2 0,3 0 1,1-1 1989,6-6 0,2-1 1,2-3-1,0 2 0,4-6 1,0 6-1</inkml:trace>
  <inkml:trace contextRef="#ctx0" brushRef="#br0" timeOffset="8909">8386 8295 14772,'18'-45'1598,"1"1"1,0-1-1,-2 2 1,-1 1-1,-3 7-608,-2-5-234,-6 5-298,-5 27-464,-1 3 12,-1 13-17,-5 17-6,0 11 0,-1 3 6,1-8 0,1 1-108,-5 27 0,1-1 119,5-26 0,1 0-9,-2 28 1,4 2-20,9-20 0,2-1 14,0 5 0,3-3 14,18 4 45,6-31 28,-4-25 11,14-15-3,-15-4 1,0-6-21,-3 2 1,-1-1-295,0-2 1,-1 1 271,-3 1 0,-1 2 34,8-11-23,3-1-61,-12 18 446,-9 15-483,-2 41 1,-3 15-205,1 8-7,0-3 0,1 3-909,-2-7 1,0-4-464,3 4-1130,1-4 0,2-1 2761,13 4 0,-9-11 0,0-13 0</inkml:trace>
  <inkml:trace contextRef="#ctx0" brushRef="#br0" timeOffset="9287">9406 8094 13258,'-8'-52'1071,"0"-1"0,0 0 0,-3-1 0,-2 2 0,-6 9-662,-7 13 0,-6 8-129,-6 3 0,-7 2 0,0 4-902,1 6 0,0 5 0,-4 2 693,-13 5 0,-3 5 0,3 3-51,15 0 1,2 2 0,-1 4-7,2 2 0,-1 3 0,0 2 0,2 1-11,-6 8 1,2 1 0,-1 6-3,8-5 0,-3 5 0,0 3 0,2-1 0,3-3-4,2-2 0,3-3 1,1 1-1,1 4-10,1 3 1,-1 4 0,1 2 0,3-2 0,6-2-33,3 6 0,6-3 0,4 1-24,1 9 0,4 2 0,10-3-72,7-13 1,8-1 0,4-3 0,2-3 3,11 2 1,4-4 0,4-5-260,-2-6 0,5-3 1,1-4-1,0-3 320,-1-7 1,1-3-1,-1-4 1,-2 0 50,8-2 1,-2-1 0,2-5 39,-5 0 1,2-4-1,1-1 1,-1-4-154,1-4 0,-1-4 0,0-2 0,-1 0 275,0-2 0,0 0 1,0-2-1,-2 0-188,-2 0 1,0 1-1,-2-2 1,-4-5 211,-3-5 0,-2-5 0,-4-1 1,-4 2-86,-4-1 1,-6 0-1,1 0-109,4-8 1,1-2 0,-6 0 63,-7 3 1,-5 0 0,-5 1-15,-5 4 0,-4 2 0,0 1-17,0-12 0,-5 1-8,-5 13 1,-5 1-1,-4 7 107,-19 6 1,-4 7-210,11 0 1,-2 5-520,-4 6 0,-3 5 0,5 3-3203,7 7 1,3 2 3831,-11 0 0,4 2 0,5 4 0,17-3 0</inkml:trace>
  <inkml:trace contextRef="#ctx0" brushRef="#br0" timeOffset="9676">11016 7119 12382,'-4'0'4878,"0"0"-1562,4 0-1764,-4-78-230,1 36-1580,0-9 1,0 1 694,0 16 933,0 5-1236,2 20 193,0-1-490,1 11 113,3 9 72,12 15-27,12 24-1,3 2-296,0 3 1,1 3 133,-7-11 0,-1 0-57,5 8 1,0 3-1565,-5-8 1,0 1-1,-2-4 1789,-1-3 0,-1-2 0,4 8 0,-3-5 0,-3-9 0</inkml:trace>
  <inkml:trace contextRef="#ctx0" brushRef="#br0" timeOffset="10330">11733 7833 21948,'-49'0'953,"-6"1"-460,30 2-135,-10 0-162,7-3-89,-2 0-23,0 2-6,-1 2-33,4 3-56,7 0 5,9-2 0,6-2-22,3-1 56,2 6 6,2 5-23,2 11 0,2 5-16,-1-2 16,3 19 0,-4-11 0,2 14 29,0-13-18,1-8 12,-1-8 106,-1-9 44,-2-6 769,-1-3-331,-1-2-158,1-1-240,0-5-168,0-1 45,5-12-90,-1 7 17,19-15-22,3 11-6,6-2-1702,-1 10 1,1 4 1684,21 3 8,-15 3 1,1 2-9,-7 4 1,-2 2-21,-1 2 1,-3 3-99,19 20-61,-19 7-56,-26 11 123,-13-23 1,-6 0-300,-9 3 0,-4-2 178,-7-1 1,-4-2-138,-3-4 1,1-4 139,8-4 1,-1-5-1090,-14-3 0,1-6-3687,-12-15 5023,18-4 0,3-2 0,6-3 0,12-7 0</inkml:trace>
  <inkml:trace contextRef="#ctx0" brushRef="#br0" timeOffset="10660">11619 7651 21125,'-25'-41'622,"-1"-1"0,-20 8 0,-5 16-432,11 27 0,-2 10-638,1-3 0,-2 1 1,1 4 510,5 3 1,2 2-1,2 0-41,-7 8 1,3 4 10,6 5 1,1 8 0,5-1-334,9-9 1,3 1 0,1 1 293,-4 7 1,0 1-1,5 4-442,7-1 1,4 4 0,2 0 0,3-4 363,2 1 0,4-4 0,1 3-4,0 1 0,2 3 0,2 0 0,3-5-497,7 0 1,4-4 0,3-4 494,3-6 1,3-3-1,3-5 58,3-6 0,3-5 1,2-5 32,2-5 1,2-4 0,1-6 26,2-7 0,1-5 0,0-4 26,-14 0 1,0-3 0,0-2 0,-1-2 51,1-2 0,-1-4 1,0-1-1,-2-2 28,-1-2 1,0-1-1,-2-2 1,-2-1-29,-1-1 1,-1-2-1,-2 0 1,-2-2-39,-3 0 1,-2-1-1,-1-1 1,-3-1-27,-2 1 0,-1-2 0,-3 1 0,-2-1-217,2-14 0,-4 0 1,-5 1 188,-6 4 1,-4 1 0,-6 2-170,-7 6 1,-5 3-1,-8 5-9,-9 4 0,-8 6 0,-5 5-713,4 8 0,-5 4 1,-1 3-1,1 2 845,-1 1 0,0 4 0,0 1 0,4 0 0,-1 1 0,2 0 0,4 2 0,3 2 0,-1 0 0</inkml:trace>
  <inkml:trace contextRef="#ctx0" brushRef="#br0" timeOffset="14622">20009 4049 20308,'1'-39'1904,"0"9"-1870,-1 30-79,0 0 39,0 3 1,0-1 5,-1 3 17,1-2 27,0-1 1429,0-1-1378,-4-10-27,-4-6-63,-1-4 79,-12-25-28,8 9 23,-2-19 16,12 12-67,12 6-17,11 6-17,11 10-5,11 8-17,9 14 0,8 14 5,-28-3 1,-1 4-26,-1 3 1,-3 3 5,-3 1 0,-4 2-31,3 32-99,-23-26 1,-8 2 143,-9 4 0,-8 0-605,-12 7 1,-6-1 594,7-11 1,-2 0 0,-1 0-570,-5 2 1,-2 1-1,-1-2 592,0 1 0,-2-2 1,2-1 34,3-4 1,1-1-1,2-3-78,-10 2 1,6-5 180,-10 0 230,31-36-285,32-12 27,18-24-39,-2 22 0,4 1 87,3 0 1,4 2-108,0 2 0,2 4-28,-1 4 1,-1 4 1729,17-1-1750,-19 13 1,-1 5-112,10 14-56,-12-2 0,-1 3-213,7 16-2916,2 6 1,-1 0-5498,-3-4 8275,-1-3 0,-4-5 0,-15-19 1,-6-5-1</inkml:trace>
  <inkml:trace contextRef="#ctx0" brushRef="#br0" timeOffset="14814">20821 4450 23847,'-16'31'-316,"1"0"1,-1 1 0,-1 3-4491,-6 14 0,-1 1 3862,6-11 1,2-3 0,0-1 0,2-4-1,4-5 1</inkml:trace>
  <inkml:trace contextRef="#ctx0" brushRef="#br0" timeOffset="15568">21704 3919 20806,'7'-53'541,"1"1"1,3 1 0,8 10-274,23 22-167,-5 10 0,1 2-656,14 0 558,-12 11 0,-1 5-25,12 22 30,-12 4 0,0 7-1484,-8 1 1,-2 1 1464,0 3 0,-4 2-9,-6 4 1,-4 2-939,-6 2 0,-3-2 910,1-9 1,-1 0-26,-4 2 0,-3 0-737,-7-6 0,-3-5-1021,-8 10 1102,7-14 1,-3-3-5777,-9-8 6505,8-14 0,2-2 0,7-5 0</inkml:trace>
  <inkml:trace contextRef="#ctx0" brushRef="#br0" timeOffset="15728">21833 4359 19680,'4'-48'24,"1"0"1,18-3-1,9 11-253,19 25-993,5 1 0,5 1-220,-11 5 0,1 2 1029,-3 1 1,3 0 0,-5 1 0,-4-1 0,-3 2 0,-2 1-1,-1 0 1</inkml:trace>
  <inkml:trace contextRef="#ctx0" brushRef="#br0" timeOffset="17951">11538 5763 8085,'2'-51'450,"-1"1"1,1-1 0,0 1 0,0-3 0,-1 2 0,-5 1 51,-7-2 0,-5-1 1,-5 7-1191,-9 1 0,-7 5 955,2 3 0,-5-1 0,-3 7-13,-1 9 0,-2 6 0,-4 5-564,0 6 1,-4 3 0,-1 4 0,4 0 344,-1 1 1,3 2 0,-4 4-10,-5 6 1,-5 4-1,2 2 1,7 1-18,12-3 1,6 1-1,-4 5-158,-5 4 1,-4 6 0,-3 3 0,2 1-1,5-2 149,2 2 0,5-1 0,1 1 0,-3 3-144,5-4 1,-2 1 0,-1 2 0,0 1-1,2 1 1,3 1 139,-3 9 1,2 1 0,2 2 0,3-1-1,1-1 11,0 2 0,3-1 0,2 0 0,3 2 14,4-4 0,2 2 1,3 1-1,3-2 1,4-5 68,7 6 0,6-5 0,6-1-25,6 2 1,6-1-1,5-8 23,3-10 0,5-7 0,5-4-21,3-4 0,4-5 0,3-1 0,-4-3 198,0 0 1,-1-2-1,4-3-232,-6-4 1,5-1 0,2-2 0,-1-2-1,-4-1 13,1-3 0,-2-1 1,-1-3-1,2 0 3,-1 0 1,2-1-1,1-1 1,0-1-1,0 0 117,-2-2 1,0 0 0,0-1 0,0-2-1,0-2-48,-3 0 1,1-2-1,0-1 1,0-1 0,-3 1-1,-2 1-105,5-3 1,-4 1 0,-1-1 0,1-3 111,-1-1 1,2-3-1,-1-3 1,-3 0 0,-5-1 46,-6-2 0,-5-2 0,-3 0 0,-1-1-115,0 1 1,-2-1-1,-1-1 1,-3 1-34,2-13 0,-3 1 1,-10 2-171,-12 6 1,-8 2-1,-6 4 163,-4 8 0,-6 3 0,-5 2-9,1 2 1,-3 1-1,-3 0 1,-2 3-9,-6 1 0,-2 3 0,-3 1 0,0 3-22,-4 1 1,-1 2 0,-2 1 0,1 3-45,-1 1 0,0 2 1,-1 2-1,-1 3-180,9 3 1,-2 3 0,0 1 0,1 2 0,2 1-647,-3 2 0,2 2 0,1 2 0,1 1 892,-1 2 0,1 1 0,2 1 0,7 0 0,-5 5 0,9-1 0,-5 6 0</inkml:trace>
  <inkml:trace contextRef="#ctx0" brushRef="#br0" timeOffset="19080">8727 5078 19193,'23'43'-63,"1"0"0,14 2 0,7 3 0,-2-8-1118,-7-13 1,1-1 1107,5 4 0,4 3 1,0-3-502,10 3 0,-3-3-230,-11-5 0,0 1-487,12 8 0,-4 1 140,-23-11 0,-9 0 801,-16 17 131,-36-7 241,2-20 1,-4-3-330,-8-2 0,-3-2 450,-3-2 0,-1-2 204,-2-2 0,-1 0 564,-8-2 0,-2 0 520,4 1 0,2-1-776,3 0 0,4 0-333,10 0 0,5 0-148,-1 3 841,18 5-914,16-1 128,17 8-89,3-7 68,14-1 0,5-2-94,-2-2 1,2-1 72,19-2 0,4-2-114,-3-2 0,-1-2-17,3-3 0,-1-2-11,-2 0 0,0-1-6,-4 0 0,0 0-42,-6 2 0,-1-1 50,-7 2 1,-1 0 193,16-6 167,-21 3-190,-18 2-151,-16 1-44,-9 0 1040,-9 1-1041,-4 1 448,-1 4-414,4 0 5,5 3 12,7 0 28,4 1-90,4 0-1579,2 0-1793,8 3 3361,-2 0 0,4 0 0,-6 0 0</inkml:trace>
  <inkml:trace contextRef="#ctx0" brushRef="#br0" timeOffset="20261">9593 5237 16684,'4'-46'1529,"-1"0"0,0 4 0,-3 10-1137,-5 17-443,0 9-122,3 16 223,1 14-33,0 7-3,1 7 0,0 4-40,0-5 1,0 2-874,-2 19 0,0 0 666,0-15 1,-1-2-1563,-4 13 0,-1-2 1216,2-17 0,-1-2 0,-3 25 0,3-27 0</inkml:trace>
  <inkml:trace contextRef="#ctx0" brushRef="#br0" timeOffset="20913">7274 4681 23708,'24'-45'418,"1"0"1,3 3 0,5 9-171,10 20 1,3 9-728,3-2 0,0 4 450,1 5 0,0 4-35,0 2 0,-2 4-22,-2 3 0,-2 3-24,-2 2 1,-1 1-39,-5 1 1,-1 2-231,-3 1 0,-2 1-277,-4 0 0,-2 1-313,-3-1 1,-2 0-401,5 14-3806,-9 12 2275,-14-28 2033,-12 17 1,9-35 0,-6 3 0</inkml:trace>
  <inkml:trace contextRef="#ctx0" brushRef="#br0" timeOffset="21071">7719 4954 20191,'6'-48'53,"1"0"0,6 1 0,8 9-50,16 17 1,6 6-1922,7-2 1,2 0-945,5 0 0,0 2 2861,-7 3 1,-3 1-1,13-3 1,-30 8-1</inkml:trace>
  <inkml:trace contextRef="#ctx0" brushRef="#br0" timeOffset="23371">6155 11499 21529,'-8'0'1092,"1"0"-894,7 0-905,0 0 556,0-20-241,44 4 232,-9-2 1,5 0-525,2 7 1,6 2 0,2 1 431,0 1 1,4 0 0,0 1 0,-3 1 83,-1-1 0,-3 1 0,2 1-216,15 0 1,4 1 0,-10 3-979,-14 4 0,-6 2 602,1 0 0,-8 6 504,-24 18 47,-29-1 492,-17-4 1,-15 1-1,6-2-521,10-4 0,-2 0 549,0 1 1,-6 2 0,-1 1 0,5-1 346,-7 4 1,2 1-408,9-5 0,-1 1 0,2 0-100,-13 7 0,4 0-217,9-6 1,7 0 954,2 10-936,43-22-58,43-23 54,-15-4 0,5-5-157,-5-3 1,4-4 0,-4 1 297,4-2 0,0-2 31,-6 0 1,1-3-1,-5 1-205,-4-2 0,-5-2 277,4-8 1,-2-2 2,-8 2 0,-5 0 42,-5 2 0,-4 1 574,-4 5 1,-3 1-90,-6-21 5,-3 17-84,-2 14-291,3 12 1550,4 6-2004,3 5 556,0 2-684,2 5 252,13 11 11,16 14-34,-6-9 1,4 2-458,11 12 0,1 1 334,-13-11 0,0 2-371,7 13 1,-5 3-1224,-19-9 1,-6 1 1716,-7 19 0,-4-1 0,1 6 0,-6-30 0,0 0 0</inkml:trace>
  <inkml:trace contextRef="#ctx0" brushRef="#br0" timeOffset="23926">12707 9960 20705,'12'-44'1445,"0"1"0,0 1 0,-4 9-1366,-6 25-169,-1-1-128,-3 14-4034,-7 28 4274,1-2-22,-1 7 0,0 4-33,3-3 0,1 2-107,0 14 0,0 3-647,2 4 1,1 2-2491,3-12 0,1 2 0,-1-4 2042,1 0 0,-1-4 0,2 3 0,0-11 0,-1-23 1</inkml:trace>
  <inkml:trace contextRef="#ctx0" brushRef="#br0" timeOffset="25019">12713 9227 12595,'-46'7'504,"0"-1"0,0 1 0,0 4 0,0 3 0,1 4-319,0 8 0,1 4 0,1 3-671,7-3 1,0 2-1,1 1 1,0 3 585,-2 3 1,-1 3 0,2 1 0,0 2-599,-1 2 0,2 3 1,0 0-1,3 1 562,0 1 1,3 0-1,1 2 1,2-1-25,5-2 1,1 1-1,3 0 1,2-1 59,2 12 0,4 0 0,6-3-59,8-6 0,5-1 0,4-4-10,3 6 0,11-6 131,15-11 1,10-4-1,2-7-52,-7-11 0,1-5 1,4-1-457,4 1 1,5 0 0,1-3-1,-1-3 442,-1-5 1,0-3 0,-1-3 0,2-1 28,-11 0 1,1-1-1,0-1 1,0-1 0,-1-1 31,1-1 1,0-2 0,0-1 0,0 0 0,-2-2-16,-1 0 0,0-1 1,-1 0-1,-1-2 0,-2 0-13,8-6 0,0-1 0,-3-2 0,-3-1-84,-5 0 0,-2-1 0,-2-1 0,-3-2 30,4-10 0,-3-4 0,-6-1-62,-7-1 0,-4-1 0,-5-1-64,-6 0 1,-5-1 0,-5 0-29,-5 2 1,-5 1-1,-4 2-9,-7 2 0,-4 2 1,-1 4 14,-9-6 0,-8 5-102,6 19 0,-7 2 0,-2 3 0,3 3-163,-2 3 0,0 5 1,-2 2-226,-3-1 0,-3 2 0,-1 2 0,3 4 530,-13 7 0,3 5 1,6-1-1,4-1 1,5 1-1,6 3 1,0 0-1</inkml:trace>
  <inkml:trace contextRef="#ctx0" brushRef="#br0" timeOffset="25386">12268 11090 14216,'23'-46'910,"0"-1"1,0 1 0,8-15 0,-7 8 22,-16 18 335,-24 17-1158,-15 27-29,-1 9 1,-3 7-720,-9 14 0,-1 6 779,7-6 1,-1 4 0,-1 1-431,7-5 1,-1 2-1,1 0 1,1-1 228,-5 5 1,2 0 0,-1 3-1019,7-6 0,-2 3 1,0 1-1,2 0 1,2-3 1077,-4 10 0,3-3 0,1 0 0,-3 0 0,1 0 0,3-5 0,8-6 0,-1 1 0</inkml:trace>
  <inkml:trace contextRef="#ctx0" brushRef="#br0" timeOffset="25672">12456 11038 22065,'18'-43'395,"0"0"0,-1 4 0,1 9-205,2 21 231,12 5-160,13 6-169,-14 3 1,3 1-635,9 5 0,4 3 570,9 4 1,4 3-379,-14-3 0,1 1 0,1 0 314,4 4 0,2 0 0,-1 1-585,3 1 0,0 1 0,0 1 241,-1 0 0,1 1 1,-2-1-930,0 0 0,0 1 0,-3-2 1290,-7-3 1,-1-2-1,-4 0 1,2 0-1,-6-3 1,4 0-1</inkml:trace>
  <inkml:trace contextRef="#ctx0" brushRef="#br0" timeOffset="26980">11274 12376 11805,'0'-4'5668,"0"0"-5411,0 4 175,5 1-244,-1 2-96,5 4 139,-6 4 227,0 2 412,-15 4-230,-8-4-99,-19 0-290,6-9-17,-13-5 554,4-14-265,4-7-349,7-6 287,20-21-408,35-9-95,-12 28 1,4 0 29,12-1 1,4 5 139,-2 10 0,1 5-911,7 2 1,0 3 859,-6 4 0,0 2-30,13 6 1,0 6-252,-8 3 0,-1 5 61,10 15 0,-3 4 38,-15-12 1,-6 4-99,-11 30 1,-13 2 89,-7-32 1,-7 0 56,-16 17 1,-11 6 0,1-7-379,6-12 0,-3-2 457,4-3 0,-6 2 1,-2 1-1,2-4-268,-7-1 0,2-3 0,0-2 333,8-1 0,0-2 0,0-2 38,-8 1 1,-2-2-1,6-5 116,-20-7 1255,1-17-1691,29-4 173,23-13-413,44-7 254,1 16 0,10 0 42,8 1 0,7 1 1,1 0-317,-7 3 0,1 1 0,1 0 343,-5 3 0,2 0 1,0 0-1,-4 1-126,1 0 0,-2 0 0,-3 0 7,8-1 1,-1 0-343,-11 0 1,1-2 0,-6 2-202,16-9-801,-7-3 0,-6-2 1385,-15 0-1811,-7-8 1,-5-2 811,-9-1 258,-10-10 1,-4 0 822,-6 0 57,-4 2 1,-5-2 435,2 14 1,-4 1 220,-4 1 1,-6-1 0,-2 4-380,0 3 0,-1 4 1,-4 1 423,-14-1 1,-3 2 0,-2 5-297,16 6 1,-1 3 0,-1 2 0,0 2-32,-6 2 0,-1 2 1,1 2-1,1 0-142,-5 0 0,1 1 1,-3 5-33,9 1 0,-3 4 1,-2 1-1,2 1 0,4 0-63,5 0 0,3 1 1,1 0-1,-1 1-30,-9 1 0,-1 2 0,0 1 0,3 4-17,2 5 1,2 3-1,4 3 1,4-1 54,6 1 0,6 1 1,0 4-28,0 0 1,0 3-1,2 3 1,7-2-323,6 9 0,8-1 1,6 0 247,7 2 1,8-1 0,2-3-47,-3-10 1,3-3 0,7 0-8,11 1 1,11 2-1,2-4 1,-5-4-34,-8-9 0,-3-4 0,6 1 41,2 0 0,5 2 0,3 0 0,1-2 0,-1-4-303,8-3 0,-1-4 1,1-3-1,0-1 401,1 1 0,1 0 1,0-3-1,2-2 57,-9-3 0,2-1 1,1-2-1,-2-2 0,-3-3-132,1-4 1,-2-3 0,-2-2 0,-2-1 143,3-2 1,-4-2 0,0-4 104,4-7 0,-2-5 0,-3-5 12,-6-5 1,-4-6 0,-1-1-170,-8 11 1,-1 0 0,-2-2 0,-1-2 5,1-7 1,-2-4-1,-2 1 1,-3 3-18,-4 3 0,-3 3 0,-4-3 12,-3-14 1,-6-4 0,-4 8-140,-10 3 0,-6 3-8,0 5 1,-3-2 0,-5 7-83,-3 12 1,-4 5-1,1 3-86,-11-4 0,-3 5-1585,-1 7 1,-5 4 0,5 3 1833,6 4 0,3 2 0,-10-2 0,6 2 0,13 5 0</inkml:trace>
  <inkml:trace contextRef="#ctx0" brushRef="#br0" timeOffset="27986">14084 12007 10478,'-3'0'7790,"0"0"-5381,3 0-2207,-36-44-152,31 22-50,-19-36-11,40 38-17,33-11 28,-3 12-138,-12 6 1,2 1 47,26 2 23,-15 6-152,13 18 102,-24 6 66,5 9-105,-16 24 10,-20-9 73,-5-12 0,-4 1 62,-17 18 157,-8-6 89,-4-9 140,0-10 180,5-11-253,7-8 415,0-11-347,11-4-40,-2-5 103,8 3-456,2 2-83,8 4 61,10 1-45,17 1 1,18 6 89,-19 2 0,1 1-12,3 3 1,0 2-269,0 3 0,-2 0 157,16 9-157,-7 7-236,-34 3-139,-20 2-443,-34 6 344,10-24 1,-4-4-882,-5 0 1,-1-3-288,-2-3 1,0-2-695,3-4 1,1-4 2572,1-4 0,4-2 0,-5-1 0,12-4 0</inkml:trace>
  <inkml:trace contextRef="#ctx0" brushRef="#br0" timeOffset="28337">14250 11480 8506,'-57'-3'1754,"0"-1"1,5 8-1,-4 3 1,6 3-1335,0 9 0,1 5-1280,1 0 0,-3 3 0,2 3 1016,7 1 1,2 3 0,1 2-62,1 5 0,1 3 1,2 2-52,1 4 1,2 2 0,3 2-30,3 3 0,3 1 0,3-1-21,4-11 1,2-2-1,5 4-48,5-1 1,4 3 0,3 0 0,4-6-20,13 15 1,8-4 75,-1-5 1,6 2 0,4-9 59,5-12 1,5-8-1,3-3 77,6-3 0,3-5 0,2-4 1,-10-5 1,0-2-1,2-2 1,0-2-389,3-2 1,1-2 0,0-2 0,0-2 415,0-2 0,1-2 1,-1-1-1,0-2-60,-3-1 0,0-1 1,-1-1-1,-2-2-18,-4 0 0,-1-2 0,-3-1 0,-1-1 18,7-8 0,-4-3 1,-4-2-77,-8 1 1,-3-2 0,-6-2-55,-4 0 0,-5-1 1,-4-1-68,-6 1 0,-4-1 1,-3 2-909,0-9 0,-10 2 723,-10 7 1,-8 0-1,-4 7-91,-12 1 0,-8 7-179,2 2 0,-5 1 1,-3 6-1792,1 8 0,-3 5 1,2 3 2333,3 2 0,1 2 0,4 2 0,-4-1 0,6 1 0,-8 6 0</inkml:trace>
  <inkml:trace contextRef="#ctx0" brushRef="#br0" timeOffset="28903">10463 13760 22498,'3'-22'-204,"-34"36"609,-1 18-1168,1-2 1,-7 6-1,1-1 649,-6 4 1,0 1 51,1-1 0,-3 2 0,0 0-23,7-6 0,0-1 0,2-1-105,1-1 1,0 0-1,2-2-386,-10 12 1,3-4 78,12-11 0,2-2-5163,-14 14 2287,29-28 1078,22-16 2290,0-4 1,12-7 0,-17 11 0</inkml:trace>
  <inkml:trace contextRef="#ctx0" brushRef="#br0" timeOffset="29105">10191 13913 14903,'25'-41'1493,"0"0"1,0 0-1,8-13 1,-3 6-524,-2 6 25,-8 15-824,-8 14 265,1 9-39,10 24-528,7 12 103,-5-4 1,1 3-137,-5-5 0,2 0-387,6 5 1,3 2-1,0-1 348,8 2 0,0 1 18,-1-2 1,3 3 0,-1-2-126,-6-6 1,0-2 0,0 0-380,-1 0 0,1-1 0,-2 1-1892,15 9 1,-4 0 2578,-7-6 1,-3-3-1,6 5 1,-21-16-1</inkml:trace>
  <inkml:trace contextRef="#ctx0" brushRef="#br0" timeOffset="29747">9123 15121 19451,'-1'-59'746,"-1"1"1,1 5 0,2 9-445,8 13-83,-2 13-275,-3 10-421,-2 6 175,-5 10 403,-6 16 28,-12 28-543,6-15 0,-3 4 403,-3 8 0,-1 4-9,-1 2 1,1 1 2,3-1 0,2-2 0,4-5 0,4-1-3,5-10 1,5-1 36,12 16 196,12-22 196,8-21-22,8-26-242,-16-1 1,1-4-315,10-14 1,-1-3 252,-11 11 0,1 0 109,7-12 0,-3 2 848,-2-3-632,-1 3-241,-13 17-336,-7 16 123,-6 10 56,0 17 0,0 0-33,0 11 0,0 4-146,0 24-617,0-2 0,0 0 356,1-22 1,0-2-1373,1 17 0,1-2-8030,7 6 8881,-1-7 0,-2-20 1,-5-23-1</inkml:trace>
  <inkml:trace contextRef="#ctx0" brushRef="#br0" timeOffset="30320">9351 14962 16689,'-8'-58'1264,"-1"0"0,-2 4 0,-4 10-1152,-13 15 67,-23 8-109,14 21 0,-2 4-56,7-1 0,-2 3-1071,-20 11 0,-2 11 1085,17 1 0,0 5 0,2 0-598,5-6 1,0-1 0,0 5 576,-3 6 0,-2 5 0,1 2 0,4-1 8,1 6 0,5-1 0,-1 3-17,4-4 1,-1 1 0,2 3-1,2 1-40,1 7 0,3 3 0,3-1 0,3-1-9,4-11 1,2 0 0,3-1 0,1-1 10,0 12 1,2-1 0,7-5-32,8-9 0,6-3 0,4-6-229,12 2 0,7-6 301,-6-9 1,4-1 0,1-4-151,4-4 0,1-4 1,5-7 327,-2-7 0,6-7 0,2-3 0,-1-3 1,-3-1-16,-7 0 1,-2-1 0,-1-2 0,1-2-1,1-3-271,4-2 1,2-3-1,2-3 1,-1 0 0,-4-2-1,-5 0 157,-4-1 1,-4-1-1,-4-1 1,-1 0-1,-2 0 42,3-3 1,-3 0-1,-3 0 1,-3-2-72,-3-1 0,-3-2 0,-3 0 0,-2 2 5,-1-5 0,-3 1 0,-3-3-31,-2 3 1,-2-2 0,-2-1 0,-3 4-54,-5-1 0,-3 2 1,-6 2-46,-4 2 0,-4 1 1,-6 8 91,-18 5 1,-6 10-377,-5 5 1,-1 7-51,12 4 0,0 6-2946,-7 7 0,4 5 3079,-7 13 1,10-4 0,25-8 0</inkml:trace>
  <inkml:trace contextRef="#ctx0" brushRef="#br0" timeOffset="31120">11550 14727 20584,'18'-45'500,"0"1"1,-1 6 0,-6 8 12,-12 19-737,-12 7 263,0 2-201,-35 16 134,4 5-216,9-2 1,-2 2 251,4 0 1,1 1-4,0 0 1,1-1-6,-15 10 127,17-13 0,2-2-88,-4 0 17,-9 4-22,22-12 61,7-2-50,8-3-34,1-1-78,2 0 669,3 6-541,3 4 51,9 29-78,-6-2 33,1 19-22,-9-20 50,-7 17-39,-1-21-45,-2 6 213,3-17 202,4-15 201,1 0 623,1-6-898,0-6-251,2-3-101,2-9 0,4-3 0,0 3-22,8-2-6,2 6-23,22-4 29,6 6-3,-13 7 0,2 0 30,20 2-44,-17 4 0,3 4-440,1 4 0,0 3 370,-1 1 0,-2 2-82,2 3 0,-5 4-446,-1 17 340,-20-6-1164,-44 20 587,4-25-3031,-19 3 0,-4-3 3905,-5-2 0,21-12 0,2-1 0,7-5 0</inkml:trace>
  <inkml:trace contextRef="#ctx0" brushRef="#br0" timeOffset="31476">11320 14549 17960,'0'-4'2432,"0"1"-2348,-59 14-54,34 7 1,-2 4-831,-9 0 0,-5 2 1,3 4 804,3 8 1,3 4-1,1 0-15,3-5 1,1 0 0,-1 4-406,-1 7 0,-2 7 0,2 1 0,4-3 389,2 1 0,4-2 0,0 3 5,0 0 0,0 5 0,1-1 0,4-3-7,4 1 0,5-3 0,4-2-17,7 14 0,9-6 17,9-12 0,6-6 33,-3-13 1,6-6 40,10-6 1,7-6 0,0-3-17,-8-5 0,-1-3 0,4-1 19,4 0 0,3-2 0,1 0 0,-3-2 10,0-1 1,-3-1 0,3-4 109,6-6 1,4-4-1,0-2 1,-8 2-105,-11 5 0,-5 1 1,3-6 4,4-6 1,5-5-1,2-5 1,-4 0 0,-7 1-15,-2-7 0,-8 0 0,1-4-232,0-1 1,1-4-1,-1-1 1,-7 1 175,-4-8 0,-6 2 0,-6 0-43,-3 3 0,-5 0 0,-10 3-492,-9 8 0,-7 1 1,-6 2-1,1 5-83,-7 0 0,-2 7 1,-5 2 504,-5 5 1,-7 1 0,1 4 0,7 5-1,-1 5 1,5 5 0,0 5 0,0 0 0</inkml:trace>
  <inkml:trace contextRef="#ctx0" brushRef="#br0" timeOffset="32312">11152 12346 32767,'-44'-37'-1579,"10"7"89,28 26 1398,3-1-783,2 2 530,1 0 851,6-2 663,6-5-1044,12-3 1273,21-2-215,-11 5-1183,22 2 0,-13 7 0,16 5 0,-23 3 0,-2 2-578,14 7-21,-18 0 1,-4 4-727,-4 21 670,-11-10 0,-5 3 209,-5 7 0,-6 4 333,-5-2 0,-3 3 1,-2 1-335,-3 5 0,-3 1 0,0 0 373,0 1 1,0-1 0,-1 0 52,2-3 1,0-1 0,2-4 58,3-3 0,1-2 148,-2 12 0,1-4 525,2 1-692,3-14 0,1-3 2357,3-10-4045,2-10-1954,3-8 3610,5-8 1,-3 3 0,3-4 0</inkml:trace>
  <inkml:trace contextRef="#ctx0" brushRef="#br0" timeOffset="33092">11055 12908 22444,'27'-41'794,"-3"17"0,3 3-352,19 0-352,-7 5 1,2-1-51,-9 6 0,1-1-21,9-2 1,3 0-11,8-1 0,-1 0-334,-12 5 0,-2 1 415,-1 0 1,-5 1 808,-6 2-1024,-60 15 103,3 1 0,-5 2 9,-14 3 0,-3 2-593,-4 3 0,1 1 616,17-7 1,1 1 7,-8 3 0,0 1-288,4-1 1,1 0 314,2 0 1,1-1-11,0 1 0,4-1-2,3 0-45,10-7-82,15-7 1166,4-1-987,7-2 630,15-5-677,9-4 0,3-2-41,21-7-544,0 0 1,3-2 563,-14 5 0,0 1 15,-2 0 1,1 0-1,-1 0 19,4-2 0,-2 1 51,-3 1 0,-5 2 372,-7 1-264,-16 6-20,-10 4-263,-13 3-153,-36 14 231,16-6 1,-3 1 246,-16 7 1,-1 2-249,12-6 1,0 1 6,-9 3 1,0 0-1541,8-3 1,2-1 1523,7-2 0,1-1-40,-24 9-16,44-16 31,4-1 4,5-2 202,22-3-154,12-8 1,6-4-66,2 2 1,2 0-33,8-6 0,0-1-161,-1 1 0,-2 0-1065,-4 0 0,0-1 1307,4-6 1,-3 1 0,-12 8 0,-3 1 0,6-11 0</inkml:trace>
  <inkml:trace contextRef="#ctx0" brushRef="#br0" timeOffset="33992">11055 12355 13566,'-5'-3'4478,"2"1"-2658,3 2-1020,-71-2 270,39 6-674,-8-3 1,1 0 290,23 4-252,10-4 301,4-1-294,1 0-68,-1 0-73,0 0-187,0 0-203,1-1-66,8-4 297,13-4-120,9-2 0,4-1 199,2 0 1,2-1 152,13-4 0,2 0 8,3-2 0,-1 1-408,-6 2 0,-3 1 485,-5 1 1,-4 1 567,3-1-358,-31 11-194,-8 3-1084,-21 5 362,-11 6 28,-27 9-205,25-7 0,-2 1 339,-5 1 1,0 0-17,7-3 0,0 0 498,3-1 1,-2 0-411,-16 5 0,0 0 366,18-5 0,0 0-240,-17 5 1,4 0-53,11-3-4,18-5 404,45-5-571,12-10 140,-2 2 0,3-3-287,0-3 0,0-1 363,3-2 1,0 0-110,-9 2 1,-2 1 2,-2 0 0,-1 0 42,4-2 1,-3 0 658,2-2-135,13-4-214,-41 15-77,-6 4-41,-3 0-466,-3 1 831,-6 0-779,-7 3 57,0-1-41,4 0 17,6-1-113,5-2 347,3 0 160,8 0-147,6 0 80,18 0-235,14 0 53,13-1-21,-26 0 0,-1 1 6,18-2-367,6 8 160,-33 8-343,2 20-315,-33 20 722,-4-15 1,-4 1-347,1-5 0,-3 3 441,-4 5 0,-4 4 0,2-2-865,-1 6 0,-1 0 841,3-4 0,-1 5 0,1-3 1,0 8 0,3-2-256,4-4 0,2-2 576,5-14 0,1-1-286,0 7 1,3-2-3452,0 19-6326,2-6 9027,4-18 0,1-28 0,0-5 0</inkml:trace>
  <inkml:trace contextRef="#ctx0" brushRef="#br0" timeOffset="34343">11615 12177 24216,'-19'54'289,"-1"-1"1,1 1 0,0-2-1,0-1 1,2-2-152,-2 5 1,0-2-751,-2 3 1,0 1 731,-3 0 0,0 0-26,-1-1 0,0-1-188,2-4 0,0-1-112,4-6 1,1-2 522,-6 16-939,8 1-633,13-30-1263,9 2 2404,16-26 0,-9-4 1,5-6-1</inkml:trace>
  <inkml:trace contextRef="#ctx0" brushRef="#br0" timeOffset="34659">11125 12825 18624,'-48'18'702,"0"0"1,6-2 0,8-2-251,19-2 658,12-5 202,15-3-443,19-6-275,27-11-370,-16 2 0,4-2-744,11-5 0,2-1 615,-15 4 1,0-1 0,1 1 6,0-1 1,0 0-1,-1 0 15,-3 0 1,0 0-1,-3 1 151,12-5 0,-4 0-12,-11 3 0,-3 1-148,11-8-449,-19 10-2729,-14 10 2246,-7 10 1,-3-1 0,-1 3 0</inkml:trace>
  <inkml:trace contextRef="#ctx0" brushRef="#br0" timeOffset="37867">16328 6706 9341,'-11'-6'-955,"3"2"3752,8 4-2391,62 58-351,-15-22 18,-5 1 1,5 2 46,-7-13 1,3-1 90,-3-5 1,3 0-1,1 1-22,5 1 0,2 0 1,3 1-148,-4-3 1,3 2 0,1-1 0,-1 0 49,-1-1 1,-1 0-1,1 0 1,0 0-57,3 3 1,1 0-1,-1 1 1,-2-1 26,-8-3 1,-3-2-1,1 2 1,2 3 36,3 3 1,3 3-1,1 2 1,-1 0 0,-4 0-82,-4-2 0,-4 0 0,1 1 0,1 3-17,3 1 0,3 2 0,1 2 0,-2 0 0,-4 0-53,0 3 0,-2 0 0,-3 1 0,-1 0 12,-1 2 1,-2 1 0,-1-1-1,-2 0-18,1 3 1,-2-1 0,-1 3 37,-6-5 1,0 3 0,-1 1-1,-2-2-266,1 6 0,-3-1 0,0 4 276,-4-8 0,1 3 0,-1 2 0,-1 1 0,-1-3 9,0 7 1,-1-2-1,-2 0 1,0 0-20,0-2 0,-1-1 0,-1 1 0,-2 1 86,-4 9 0,-2 4 0,-2-3 0,0-6-39,0-13 0,0-5 0,-3 6 8,-3 7 0,-3 7 0,-1 4 0,-1-2 0,-1-7-12,-4 4 0,-2-6 0,-1 2-17,4-6 0,0 1 0,-2 1 0,-2-1-4,-5 2 0,-2 1 0,-1-3 0,3-6-9,-2 4 0,-1-1-5,0-3 0,-6 5 0,0 1 0,4-8-3,-5 3 0,0-2 15,2-4 1,-2 3 0,3-5 484,2-4 0,0-2-466,0-4 1,-2 1 0,0-3 1,-6 0 0,0-2 369,0-1 0,-2 2 0,-1-3-386,-14 2 1,-2-3 1,20-7 1,-1 0-1,0-2 10,-20 4 0,0-1 27,5-3 1,2-1 640,8-4 1,3-1-409,6-5 1,4-1-110,-5-2 1798,8-11-1769,16 2 399,-3-5-507,-2-1 1244,-1 1-1277,0 0-5,4 4 117,-2-6-51,9 7-50,-2-6 12,8 5 5,1 2-34,2 4 12,0 3-29,0 2-301,0 2 206,0 5 118,0 4 6,0 10 10,1 7-44,-1-1 68,5 25-12,-1-7 5,3 5 1,1 3-62,-1-16 0,1-1-17,0 7 0,2-3 12,9 5 38,2-19 1,4-3-40,3-5 1,5-3-746,10 0 1,9-4 0,0-3 106,-2-7 0,1-4 0,1-1-531,4 0 0,0-2 0,2-2 1147,-3-4 0,4-3 0,-3 0 0,-9 2 0,-6 3 0,-3 1 0,21-8 0,0 0 0</inkml:trace>
  <inkml:trace contextRef="#ctx0" brushRef="#br0" timeOffset="38845">20367 8768 22852,'9'-44'592,"-1"0"0,0 8 1,-3 8-532,-4 16-260,-1 13 95,0 12 59,0 13 12,0 4 44,0 26-83,1-22 1,1 1 43,0 1 1,3 0 14,3 11 1,4-2-1,14 10 36,-7-29 0,4-3 39,9-10 1,4-6-457,-2-5 1,3-5 371,11-3 1,0-4-14,-4-4 1,-1-3 25,-9 3 1,-1-1-266,3-5 0,-2-1 5,6-16 17,-18 10 0,-4-2 112,1-10-145,-16-22 223,-7 36-2980,-7-18 2935,5 24 281,0 0-1233,3 9 942,4 6 67,2 3-12,6 1 29,6 2 3458,-3 0-3218,7 0-72,-13-2 386,7-3-342,-9 0 382,5-7-343,-7 4 437,3-3-347,-3 6-84,-1 0-28,0 3 487,0 0-363,0 0-203,1 0 40,2-2 0,-3-1-22,1 1-163,-1 0-858,-1 1 147,0 0-2610,1 0 1287,2 0 2062,8 6 0,-6-4 0,4 4 0</inkml:trace>
  <inkml:trace contextRef="#ctx0" brushRef="#br0" timeOffset="39622">21486 8797 11617,'-3'-12'8519,"1"3"-7596,-6-22 0,0-3 477,5 6-1143,-6-8 1,2 3-253,8 21 179,7 42-128,0 7-31,-2-3 1,-1 4-79,0 0 0,-3 0 92,-1 4 1,-1 0-18,-2 1 0,-1 1 9,-1-2 0,0-1-3,-4 22 8,5-25 1,1-2-37,1 4 84,1 6 263,1-29 46,1-13-259,1-15 433,0-3-545,4-37-16,-2-3 22,-1 11 0,-1-3-20,1 1 0,-2-1-8,2-4 0,-1-1-574,1-1 1,0 1 575,1 2 1,0 0-9,1 5 1,1 1-4,0 6 1,3 2-14,13-20-62,8 15 22,11 14 73,6 13-67,2 15 6,-5 15 28,-16 4-6,-12 35 16,-25-9-189,-1-11 1,-5 0 200,-9-5 0,-4-3-17,-4-1 1,-3-2-12,-3-2 0,-1-2-1149,1-3 1,1-1 820,4-5 1,2-2-1347,-15 4-7428,22-11 8587,18-6 0,5-1 0,5 0 0</inkml:trace>
  <inkml:trace contextRef="#ctx0" brushRef="#br0" timeOffset="40914">22471 8628 13931,'8'-1'5769,"0"0"-4373,-8 1-359,0 0-304,-44-60-503,7 44-452,-2-15 1,-3 5 266,10 27 0,1 8-17,-1 0 0,1 4 2,3 2 1,2 3 222,-13 23-242,16 2 175,14-2-141,15-4 33,10-9 18,16-9 598,12-9-515,10-11-458,6-14 368,-28 1 1,-2-3-23,1-5 1,-1-5 10,4-13 1,-3-2-51,-9 11 0,-3-1-428,6-18 1,-5-3 419,-9 16 0,-2-1 8,1-7 0,0-1 16,-3 5 1,0 1 135,0-22-85,-3 22 185,-3 10-252,-1 21-123,-1 0 456,-4 17-383,-13 43-6,2 5 61,3-9 1,2 3-45,4-6 0,3-1-48,0 2 0,4 1-345,8 8 1,4-1 157,-6-17 0,4-2-359,13 10 0,5-5-40,-4-17 1,4-5-162,20 3 0,4-3 643,-16-6 1,2-3-6,20-4 0,0-7 159,-19-2 1,-2-4-110,7-4 1,-1-3 288,-7-3 0,-4-3 53,-6-2 0,-4-2 414,8-28 522,-14-7-779,-10 22 263,-16-6-392,-1 28 285,-27-7-335,3 15-2542,-28 9 2352,25 7 27,-12 19 248,24 4-298,-1 14 27,9 6 12,12 2-5,16 1 27,14-6 23,16-9-11,10-14 55,4-11 46,0-12 21,-2-11 52,1-18-174,-21 6 72,2-12 158,-24 17-141,-2 3-118,-5 6 3361,-3 8-3506,0 0 163,-2 4-34,0 2-11,-1 3 22,1 0-28,0-4 5,2-2 348,0-2-213,3-4-45,-2 2-50,2-3-6,-3 3 12,0 1-35,0-6-21,0 3 5,0-6 5,0 3 18,0-3-12,0 2-11,0-2 11,1 2-16,-1-2 5,0 0-17,0-4 28,0 0 6,0 2-6,0-3 6,0 7-6,0-3 6,0 5-6,0 2-129,0 3 102,-2 7 16,1-1-17,-2 24 11,2-11 6,1 23-11,6-10-168,13 15-45,-3-17-785,17 6-1320,-3-18 2329,19 0 0,-23-9 0,2-3 0</inkml:trace>
  <inkml:trace contextRef="#ctx0" brushRef="#br0" timeOffset="41255">23944 8529 15782,'-4'-46'1921,"1"1"0,-1-2 0,1-2-1492,1 4 1,-1-2 0,0 1-1093,1-13 0,0 6 918,2 19 0,-1 3 1250,2-29-833,2 23-515,-1 9 404,0 9-634,-2 17 79,-5 18 5,-8 31-5,1 0 218,2 8 0,2 4-230,5-17 1,2 2 6,2-2 1,0 4 0,2-4-2,0 2 0,4 0-8,5-2 1,2 2 0,0-5-7,-2-9 0,1 0-153,5 9 1,4 3 0,-2-6-1218,12 14 202,-10-18 1,-2-2-981,0-4 1410,-6-9 1,-10-13 0,1 0 0</inkml:trace>
  <inkml:trace contextRef="#ctx0" brushRef="#br0" timeOffset="41761">23915 8554 23192,'-11'-43'26,"0"0"0,6 4 1,12 8-103,22 23 0,9 7-154,4-3 1,1 2-351,-7 0 1,1 1-178,18-1 1,-3 1 218,-4-2-39,-3 0 1,-2-2 589,-13-2 116,6-4 418,-21 2-245,-8 2 370,-4 1 292,-9 2 83,-6-1-727,-2 2 206,-10 1-207,-4 6-257,1 4-51,1 8 17,14 9 17,10-7 89,17 8 34,15-11-28,18 1 0,9-7-50,-9-5 369,6-13-280,-32 1 51,8-15-141,-24-10-72,-9 0 11,-12-6 62,-14 16 16,-10 10 29,-4 8-40,1 9-78,11 3 11,3 14 0,15 22-28,3-7 17,13 5 0,6 1-273,2-13 1,3 0 53,8 14 0,4 1-1550,0-8 1,0-2 1751,-1-5 0,-3-3 0,7 6 0,-15-17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04:32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1342 2139 20834,'-4'-47'997,"0"-1"0,2 6 0,-1 11-857,-1 23-134,3 14 61,0 27-45,0 15-1106,-1 13 1042,-1-21 0,0 3-686,-3 5 0,1 1-1726,1 2 1,-1-1-2149,1-2 1,0-4 4601,3 10 0,1-37 0,0-8 0</inkml:trace>
  <inkml:trace contextRef="#ctx0" brushRef="#br0" timeOffset="333">1273 2389 18896,'-11'-10'2086,"-30"-32"1,-5-6-1281,13 9-990,4 4 0,-4-6 0,8 8 302,12 1 415,22-6-443,23 15-57,5 7 1,6 3-316,-1 3 1,2 4 289,15 1 1,2 5-458,-7 6 1,-1 4 442,-10-1 1,-2 3-9,9 7 0,-3 4-23,-15-1 1,-2 2 76,2 6 1,-4 6-207,-9 8 1,-10 3 95,-9-7 0,-9 0 56,-16 16 0,-11-4 19,-2-14 1,-5-5-290,8-7 0,-3-2 0,-2-3 287,0-4 1,-3-4 0,3-2-4,-11 1 0,3-5-6,3-3 1,3-5 50,-14-26-1064,29-16-1908,18 6 0,5-2 2927,8-20 0,6 9 0,0 33 0</inkml:trace>
  <inkml:trace contextRef="#ctx0" brushRef="#br0" timeOffset="1006">2011 2567 21545,'-3'0'1474,"1"0"-410,2 0-952,81-57-1147,-50 36 0,0-1 1081,6-4 1,4-4 0,-5 2 54,-4 1 0,-5 0 769,3-20-752,-16-2-51,-18 2-28,-4 13 449,-30 1-376,5 22-44,-7-2 16,3 17 1204,7 11-1243,4 6-40,3 5 29,10 24-29,8-19 6,2 1 1,2 3 10,16 26-17,-5-30 1,2 1-163,7 2 0,5-2 168,1-7 0,3-5 11,12 0 1,3-6-1,5-5 1,2-6 5,2-5 0,-1-6-541,1-8 1,-3-6 534,-7-4 0,-4-5 9,-1-3 0,-2-3-6,-3-5 0,-3-3 6,-5-4 0,-4-2-20,-4 10 0,-4-3 4,-4-2 0,-3-5 0,-1 4 7,-2-3 1,-3 1-12,0 4 0,-1-2 0,-3 4 8,-3-1 0,-3 5 77,-16-16-46,4 25 40,-5 16-74,13 21 18,-6 14-28,9 26 5,4 3-11,4-8 0,2 5-435,1 15 0,1 3 420,-1-20 0,1 1 0,0 2-228,0 8 1,2 1-1,0-2 91,2-11 1,0-2 0,3-1-376,6 15 1,6-3-618,4-10 1,5-5-476,3-8 1,4-5-1970,1-7 1,0-5 3587,26 1 0,-26-10 0,-17-4 0</inkml:trace>
  <inkml:trace contextRef="#ctx0" brushRef="#br0" timeOffset="1599">3236 2439 24115,'-42'-24'401,"-1"-1"1,4 1 0,11 8-386,25 15 152,8 4-157,7 3 0,14 4-11,13 1 28,9-3 0,1-3-11,-4-9 58,-7-5-25,-10-7 61,-9-11-44,-13-4 69,-9-1-41,-7 5-22,-6 10-1,-2 9 12,-2 4-22,-4 12-6,-3 8-17,-1 16-22,3 10-6,8 11-263,8 6 246,13 3 1,10-3 22,17-6 5,17-12-11,-16-25 0,4-5-463,6-2 1,2-6 453,5-5 1,1-6 8,5-3 1,-1-6 2,0-6 0,-2-3-14,-10 4 0,-2-3 9,-5-4 0,-1-4 1,-5 0-2,-1-8 1,-4-2-2,-3 1 1,1-3-1,-5 0 2,-7 3 1,-3-1-1,-4 1 4,-2-1 0,-2-1 0,-3 2 12,-4-18 1,-4 3 13,-4 9 0,-2 5-122,0 9 1,-1 4 188,-13-6-44,8 19-23,9 11 204,6 15-237,3 15-6,3 26 0,3-13 0,3 2 118,1 8 0,3 2-124,3 4 1,1 2-1,2 1 0,1-2-8,-4-11 0,1-1-431,4 15 0,0 0 53,-6-22 0,0 1-465,4 12 0,1-1-1854,-4-15 1,1-3 2710,5 12 0,-5-19 0,-5-13 0</inkml:trace>
  <inkml:trace contextRef="#ctx0" brushRef="#br0" timeOffset="2159">3979 2332 21786,'-29'-15'675,"0"1"0,0-13-652,82 12-35,-20 8 1,2 0-51,2 2 1,1 0-82,0 2 0,0-1-84,-2 2 1,-2-1-227,-1 1 0,-2-1 268,21-4 321,-12-2-41,-15 0 73,-13 0 158,-7 1 99,-4 2 34,-4 4 445,-5 1-321,-5 2-85,-4 5-145,-1 5-152,2 7-99,6 4-29,9 6 11,16 1 11,17-2-28,19-6-31,-18-14 1,1-2-7,3-3 1,1-2-6,-1-4 1,1-2-1,-3-3 0,-3-1-8,15-11 61,-2-22-27,-30 8 10,-2-15 29,-33 6-68,2 18 51,-27 2 73,3 19 33,-15 5-5,-3 10-51,3 8-67,7 9-56,9 8 17,11 7-3376,11 9 3348,13 5-17,20 4-104,2-29 1,5-2-43,8 1 1,6-4-275,6-1 0,3-3-476,5-3 0,3-4-2353,-10-7 0,2-1 0,-3-2 2493,0 1 1,-3-3 0,2-1 0,-7-2 0,-20 0 0</inkml:trace>
  <inkml:trace contextRef="#ctx0" brushRef="#br0" timeOffset="2526">5666 1955 23926,'-60'-12'481,"-1"1"1,5 2 0,6 8-359,-2 28-95,8 15-16,21-13-7,9 14 74,24-17 38,23 9-83,-3-13 2,-1-10 1,3-3 52,26-4-55,-10-5 44,12-11-5,-32-8 17,1-9 78,-13-11-84,-15 5-45,-6 2 22,-15 8-5,-4 12-28,-12 2-11,-6 9-22,-1 10-23,4 9 263,9 11-527,12 9-553,19 6-1172,19 6-1193,-3-22 1,3-2 3209,19 21 0,-11-18 0,-14-13 0</inkml:trace>
  <inkml:trace contextRef="#ctx0" brushRef="#br0" timeOffset="2822">5879 2418 18857,'3'0'4582,"-1"0"-4067,-2 0 241,-63-6-347,28 11-317,-8-4 0,0 3-13,6 17-17,7 14-28,15 0-23,6 0-3308,27 4 3336,-3-21 40,26 11-14,2-19 8,1-4 17,3-9 5,-17-7 62,-7-14-68,-13-5-83,-8 4-51,-23-6-61,2 20-673,-27-6-8591,-17 12 9431,7 1 0,4 3 1,31 1-1</inkml:trace>
  <inkml:trace contextRef="#ctx0" brushRef="#br0" timeOffset="3266">1338 3182 13261,'-61'10'1876,"1"1"1,9-2 0,8-1-1267,9-2 29,21-3 200,20-1-430,5 0 70,18-1 1,7 0-248,5-1 0,3 1-1556,9-1 1,5 0 1403,-2-1 0,6 0 1,2-2-45,-14 1 1,2-1-1,2 0 1,6-1-369,-6 0 0,4 0 1,5-1-1,1 0 0,2 0 1,-1 0-1,-2 0 336,-8 1 1,0 0 0,0 0 0,1 0 0,-1-1 0,0 1 0,1 0 0,-1 0-206,2-1 0,0 1 0,0-1 0,0 0 0,1 1 0,-1-1 0,1 1 0,0 0 207,3 0 0,-1 0 1,1 0-1,0 1 0,0 0 1,0 0-1,1 0 0,0 0-1,-6 1 1,1 1 0,1-1-1,-1 1 1,1 0 0,-1 0-1,0 0 1,-2 0 0,0 0-160,6 0 0,-1-1 0,-2 1 1,0-1-1,1 1 0,1 0 1,1 0 157,-4 0 0,2 1 1,3-1-1,0 1 0,-1 0 1,0 0-1,-3 0 1,-3 0-1,-5 0-3,8 0 0,-6 0 0,-2 0 0,0 0 0,2 0-44,0 0 0,3 0 0,1 1 0,-1-1 0,-2 0 1,-5 0-218,17 0 1,-5 0-1,-1-1 260,5 0 0,1 0 0,-15 0 0,-9-1 0,7-1 0</inkml:trace>
  <inkml:trace contextRef="#ctx0" brushRef="#br0" timeOffset="6983">8467 2169 22459,'-18'29'-84,"0"1"0,2-1 0,5 1-412,8 14 0,5 1-2363,0-3 1,2-2 321,-1-8 0,1-1-3743,5 25 6280,-4-25 0,-3-15 0,-1-7 0</inkml:trace>
  <inkml:trace contextRef="#ctx0" brushRef="#br0" timeOffset="7272">8301 2482 18263,'-7'-46'764,"1"0"0,0 0 0,-1 0 0,1 0 0,2 6-2,1-21-510,0 6-190,5 11-23,12 22 40,34 17-63,-17 8 1,1 3-482,4 0 1,2 4 460,-1 7 0,2 6 0,-2 0-24,5 6 1,0 3-70,3 3 0,4 5 1,-5 0-21,-13-7 1,-3 1 0,-2 0 80,9 14 1,-11 0 31,-20-9 0,-9-4-34,-26 2 116,-18-16 0,-5-5-41,22-9 0,-1-1-36,-9 0 1,-5 0 0,3-3 0,0-5 1,1-4-393,-14-7 1,1-6 122,16-1 0,4-4-162,4 1 1,8-4 420,13-7 0,6 2 0,3 8 0,4-10 0</inkml:trace>
  <inkml:trace contextRef="#ctx0" brushRef="#br0" timeOffset="7889">9175 2470 24391,'30'-16'134,"1"1"0,-2-1 1,-3 0-57,2-5 208,1-18-202,-18 17 56,3-30-67,-17 24 60,-3-7-75,-8 19-48,-2 8 15,-2 14 44,3 1 2,-3 16-15,7 17-16,2-6-65,8 0 0,5 2 34,9 9-16,-2-11 0,2-1-30,11 8-13,14 3-10,2-16 62,-6-12 0,3-3-112,-4-5 0,1-3 148,7-5 0,-1-5 17,-7-5 0,-1-4 10,-1-4 1,-2-4-2,-4-4 1,-2-4-20,-2-4 0,-5-2-264,-2-7 0,-3-2 220,-3-4 0,-2-2-579,-2-3 1,-1-1 664,-2 0 0,-1 1-12,-3 3 0,-2 3-211,-1 5 0,-1 3 272,-8-13 349,-6 12-372,10 29 492,-2 4-275,7 17 162,-6 40-355,7-18 0,0 2 367,-4 19 0,1 3-374,2-13 1,1 3-496,1 5 0,-1 5 0,2-3 407,0 4 1,3 0-192,1-3 1,1 3 0,3-3-1020,5 7 0,5-5-1044,7-5 1,3-4 1679,-1-9 1,0-4 0,10 7 0,-13-22 0</inkml:trace>
  <inkml:trace contextRef="#ctx0" brushRef="#br0" timeOffset="9049">10219 2539 14303,'3'-1'6005,"-1"1"-3390,-2 0-2111,1-3-156,1 5 335,9-8-538,1 0-44,9-11-17,-2-7 17,-1-7 5,-4-4 34,-6-12-100,-4 16 55,-6-7 0,-4 24-50,-6 3-17,-6 10 0,-7 12-11,-4 10-34,-2 13 17,6 9 34,10 4-34,9 4 0,14-1-9,6-21 1,4-2 14,10 8-9,1-14 0,2-4 9,6-4-147,7-7 1,2-3 163,5-5-250,9-8 1,1-6 262,-26 1 1,-2-4 5,15-8 0,-3-6-1564,-10-10 1,-7-4 1532,-9 14 0,-2-2 3,0-21 0,-4-5-452,-8 2 0,-3 1 455,1 10 0,0-1-79,-4 6 0,-1-3 0,-1 5 156,-2 6 1,-1 2 14,-3-5 0,-1 3 46,-6-9 377,-4 15-471,10 25 2883,-2 4-2510,4 28 1192,0 21-1572,4 0 1,2 5-5,2 0 0,3 0-161,-1 2 1,4 1 128,6 3 1,3-1-112,1-11 0,3 0-1231,0-2 0,3 3 0,-1-4 886,1 1 0,1-2-426,0-4 0,3 2 0,-2-6-3286,16 10 1699,-18-19 1,1-3 2464,8-6 1,-20-15 0,-1-1 0</inkml:trace>
  <inkml:trace contextRef="#ctx0" brushRef="#br0" timeOffset="9533">10797 2437 23595,'48'-27'9,"1"1"1,-7 8 0,2 2-1,-6 5-24,11 8-22,-4 1 0,0-1-70,2-1 386,8-1-109,-12-2 65,-8-2 169,-17 2 115,-6-2-82,-16 7-173,0-1 98,-12 8 96,-5 6-285,3 1 69,-5 6-113,14 2-276,1 1 32,8 0 139,24 3-37,-2-12-82,33 6 56,-2-14 52,-20-3 1,1-2-109,5-6 0,-2-3-19,18-14 43,-7-13 352,-33-12-211,-27 2-205,-12 5 121,-6 26 0,-4 6-77,-2 6 416,-21 13 16,26 17-121,4 6-248,5 14 44,16 1-6,17 6-152,4-9-1591,14-5 1,7 0 1714,-11-14 0,1-2 0,3 6 1,-1-3-1,2-4 0</inkml:trace>
  <inkml:trace contextRef="#ctx0" brushRef="#br0" timeOffset="9983">13203 2227 24811,'6'-35'302,"-1"0"1,-1-7-314,-16 66-4,2 8 1,1 4-109,1 26-473,4-14 0,2 3 257,6-5 0,2 0-479,3 0 1,2 0-687,1-2 0,1-1-1358,0-4 0,-2-4-1843,5 16 3972,-7-14 0,-7-25 0,-1-3 0</inkml:trace>
  <inkml:trace contextRef="#ctx0" brushRef="#br0" timeOffset="10255">13207 2624 14723,'-8'-52'1292,"0"1"1,0-1 0,1 3 0,-1 2 0,1 3-655,0-1 1,1 4-158,-1 3 1,1 1 151,-1-24-297,6 17-207,14 13 16,17 14 21,20 9-100,-14 11 1,1 2-150,-6-1 1,2 3 127,25 15 0,0 7-298,-16-3 0,-2 3 261,0-2 1,1 4-1,-2 0-430,5 12 1,-6 1 353,-4-1 1,-5 1-34,-9-5 1,-6 0-30,-7 16 18,-20-10 53,-28-15 1,-10-4-469,13-8 0,-3-1 448,-2 0 1,-5 0 0,3-4-112,-6-5 0,4-5 127,11-1 0,2-5-2065,-8-9 1,4-4 2142,2-8 0,-3-3 1,29 14-1</inkml:trace>
  <inkml:trace contextRef="#ctx0" brushRef="#br0" timeOffset="10689">14074 2512 24514,'59'8'184,"0"-1"1,-5-2 0,-4-5 6,7-17-40,-10-9-33,-14-6-23,-12-6-33,-10-2 16,-14 1 29,-12 8 49,-21 8-105,7 12 61,-27 10-79,31 6 23,-20 9-28,20 3-28,-3 10-5,11 10 5,11 9-17,20 8-3,-1-24 1,5-1-271,7 0 0,2-1 60,6 0 0,1-1-811,4-2 1,1-1-226,2-3 0,0-2-2823,2-4 1,-1-3 3499,-4-3 1,-5-2 0,2-2 0,-24-5 0</inkml:trace>
  <inkml:trace contextRef="#ctx0" brushRef="#br0" timeOffset="11083">15011 2481 15109,'-2'-5'6391,"1"2"-3142,1 3-3103,-67-35-85,45 31-47,-16-12 0,5 6-3,27 27 6,4-3 28,26 18-28,-9-17 5,31 12 12,-13-19 11,9-2 39,-3-9 28,-7-7 90,-6-15-146,-13 5 33,-4-15 7,-13 10-7,-8-5-16,-11 6 33,-11 8-33,4 8 174,-19 8-163,18 9-56,-13 8-34,16 14-5,5 23 5,11-12-28,13-9 1,5 1-57,20 12-545,-3-16 1,4 0 82,4-1 0,2-1-664,2-1 1,1-3-1446,-1-2 1,1-2-2256,-3-6 1,-2-1 4437,13 1 1,-18-10 0,-19-4 0</inkml:trace>
  <inkml:trace contextRef="#ctx0" brushRef="#br0" timeOffset="11555">15456 2563 18638,'0'-6'5422,"0"1"-4436,0 5 28,-7-62-807,6 46-115,-2-20 1,-1 9-71,4 27-61,0 3 28,-2 11 45,2 17-12,2 20-19,1-17 0,2 2-1705,4 13 0,1 1 1702,-2-15 0,2 0 6,10 26 0,1-3-661,1-7 663,0-5 1,2 1-23,8 5 11,-12-21 1,-1-2 7,4 4 354,-7-9-259,-14-25 3020,-2-2-3097,-9-21-18,-8-13-8,5 8 1,0-3 298,-2-6 0,1-3-288,1-6 1,2-2-447,0-3 0,1-2 452,2-1 0,0 0-6,1 2 1,0 1-12,1 7 0,0 1-1469,3 0 0,1 2 1444,5-4-5,9 3-51,23 32 67,19 6-210,-18 7 0,2 4 215,2 5 1,-1 4 5,-2 5 1,-4 6 273,1 18 1,-9 6-275,-14-5 1,-6 0-4,-4 6 1,-8-2-20,-13-12 0,-8-7-112,-3-10 0,-2-5 2791,-21 3-3542,17-13 1,-1-5 890,2-7 0,2-1 0,-14 1 0,6-7 0</inkml:trace>
  <inkml:trace contextRef="#ctx0" brushRef="#br0" timeOffset="12439">16306 2493 23500,'8'9'801,"3"0"-532,6-5-45,7-1-135,-1-2 147,22-13-46,-16-2-94,8-8 77,-17-6 12,-16-6-129,-3 7 140,-18-13-151,5 25 17,-21-7-46,12 15-10,-11 1-17,12 9-34,-3 9 23,0 17 27,5-4-10,-4 24-1,15 4-5,3-8 8,7-13 0,5 0 9,21 9-237,-5-16 1,6-1 247,17-1 0,4-4-461,-4-6 1,1-3 451,0 0 1,0-5 24,1-9 1,-5-5 56,5-8-40,-18 2 0,-3-4 18,-7-22 10,-17-20-42,-9 26 1,-2 0 420,-5-24-395,0 24 0,1 4 106,2 2 945,-2-7-1045,9 21-1,1 5-56,4 10-39,6 9-11,6 13 22,8 19 39,5 15-522,-12-19 0,0 0 500,-3-7 0,1 2-54,8 18 1,-1 1-357,-8-16 0,-2-1 34,4 14 1,-2-1-151,-7 5-701,-23-2-3153,-32-23 4380,16-15 0,0-2 0,-19 1 0,14-11 0</inkml:trace>
  <inkml:trace contextRef="#ctx0" brushRef="#br0" timeOffset="12867">17570 2688 19199,'3'9'5063,"-1"-2"-4341,-2-7 309,0 0-544,7-62-352,-5 20-540,2-7 0,0-3 421,-4 14 1,0 2-3,0-7 0,-2-1 11,1-2 1,-1-1 27,0 1 0,-1 1-11,0 12 0,0 1 247,-1-3 1,-1 4-94,-1 5-152,-3-2-60,5 22-7,0 12 29,-4 30-6,2-3 8,0 18 1,1 6-127,3-13 1,1 2 120,1-3 1,0 3 0,1-1-15,4 13 0,3-2 2,3-2 1,4-2-15,4-5 1,5-3-51,3-5 1,4-4-158,1-4 1,3-5-440,0-6 0,1-4-127,-4-4 1,1-5-2661,22-2-1416,-18-11 4872,-9-7 0,-20 6 0,-1 0 0</inkml:trace>
  <inkml:trace contextRef="#ctx0" brushRef="#br0" timeOffset="13039">17446 2522 24363,'60'-15'-13,"0"1"1,0 0 0,-7 1-1,-2 0 1,0 4-319,-3 4 1,-1 4 0,-1-1-2946,9-1 0,-2 1 3276,-8 0 0,-5 0 0,10 0 0,-25 2 0</inkml:trace>
  <inkml:trace contextRef="#ctx0" brushRef="#br0" timeOffset="13672">7972 3629 30520,'-7'0'-944,"1"0"2967,6 0-2026,0 0 76,117 18-1355,-61-13 1,6-1 1320,-18-1 0,4 1 0,4 1 1,2-1-1,3-1 128,-3-1 0,5-1 0,1 0 0,3-1 0,-1 0 1,0 0-1,-3 0-325,4 0 0,-1-1 0,-2 1 0,1-1 0,3 1 0,2-1 123,-9 1 1,3-1 0,2 1-1,1-1 1,0 1 0,1-1 0,-1 1-1,-1-1 1,-3 1-133,1-1 0,-2 0 1,-1 0-1,-1 0 0,1 0 1,-1 0-1,2 0 0,0 0 89,2 0 0,1 0 0,0 0 1,0 0-1,1 1 0,1-1 0,2 0 1,1 0-62,-8 0 0,3 1 1,1-1-1,1 1 0,1-1 1,0 1-1,0 0 1,-1-1-1,-2 1 0,-1 0 1,-2-1 38,5 1 0,-2-1 0,-2 1 0,-1-1 0,0 1 0,0 0 0,1-1 0,2 1 22,-5 0 1,-1-1 0,2 1 0,0 0 0,0 0 0,1 0-1,1 0 1,-1 0 0,1 0 0,0 0 9,3 0 1,1 0 0,0 0 0,1 0 0,0 0 0,0 0 0,0 1 0,-1-1 0,0 0-1,0 0 16,-5 0 1,-2 0 0,0 0 0,-1 0 0,0 0 0,1 0 0,1 0 0,2 0 0,2 0 0,3 0 39,-8 0 1,3 0-1,3 0 1,1 0 0,3 0-1,0 0 1,1 0 0,1 0-1,0 0 1,-1 0-1,0 0 1,-2 0 0,-1 0-1,-2 0 1,-3 0 0,-3 0-17,10-1 0,-5 1 1,-2 0-1,-2 0 0,-2 0 1,1 0-1,1 0 0,1-1 1,3 1-1,3-1 13,-10 1 1,4-1-1,1 1 1,3-1-1,1 1 1,1-1-1,1 0 1,0 1-1,-1-1 1,0 0 0,-2 0-1,-2 1 1,-1-1-1,-4 0 1,-2 1-1,-4-1-43,15 0 0,-6 0 1,-5 0-1,-2 1 0,2-1 1,3 0-1,7 0 19,-8 0 1,4 0-1,3 0 1,4-1 0,1 1-1,2 0 1,0-1 0,-1 1-1,0 0 1,-3-1 0,-2 1-1,-4 0 1,-4 0-49,10-1 0,-6 1 0,-2 0 0,-3 0 0,0 0 0,3 0 0,2 0 16,-2-1 0,3 1 0,2 0 0,1-1 0,0 1 0,-1-1 0,-3 1 0,-3 0 0,-4-1-17,7 1 0,-5-1 0,-2 1 1,-2 0-1,0-1-124,12-1 1,0 0 0,-5 1 0,-8-1 172,-7 1 0,-6-1-4877,9 0 1,-17-2 2679,-29 4 0,-13-1 0,7 2 0</inkml:trace>
  <inkml:trace contextRef="#ctx0" brushRef="#br0" timeOffset="18251">6801 5168 18672,'16'-60'1658,"0"-1"0,-2 8 0,-1 4-1129,-5 15 0,-1 4 222,0-9-292,-5 18-447,-2 13-18,-1 15 73,-3 17-22,-5 25-54,2-13 1,-1 2-842,-3 9 0,-1 1 634,-1 6 1,-1 0-413,0 4 1,1 0-978,2-3 0,3 1 1605,2-3 0,2-3 0,2 5 0,4-14 0</inkml:trace>
  <inkml:trace contextRef="#ctx0" brushRef="#br0" timeOffset="18631">6910 4629 16202,'-59'-20'883,"1"-1"1,-1 1 0,2 3 0,-1 1 0,2 8-660,9 8 0,2 5 0,-1 3-1132,-2 3 0,0 3 0,0 3 993,-1 6 1,1 3 0,3 1-54,7-5 0,3 1 0,0 6 22,-1 7 1,1 5-1,1 3 1,5 1-48,7-1 0,4 2 0,3 1 0,-1 1-445,-2 7 0,-1 2 1,3 0-1,4-1 425,2 8 0,5-2 0,8-2-25,11-5 1,7-2 0,5-5-52,4-11 0,5-5 0,5-1 8,-2-3 0,4-1 0,2-2 0,-1-2 13,6 1 1,0-4 0,7-4-113,1-7 1,9-3 0,3-4 0,-3 0-1,-8-2-277,-5 0 0,-6-3 0,6-1 451,4-2 0,8-1 1,2-2-1,-2-2 1,-9-2 57,0-6 0,-7-3 1,0-3 119,-4 3 0,1-1 0,0-3 0,-2-2-27,2-6 1,-1-4 0,-2-1 0,-4 3 226,-2 0 1,-3 2 0,-2-4-297,4-14 1,-2-5-1,-8 2-14,-10-4 0,-7-1-48,-3 10 1,-2-1 0,-5 1-19,-4 2 1,-4 0-1,-4 3-52,-4 4 0,-3 3 0,-5 3-168,-19-10 0,-9 9-228,14 17 0,-4 5 0,-1 2-2825,-2 4 0,-2 3 0,3 2 3074,-9 1 1,5 3 0,11 0 0,7 2-1,12-1 1</inkml:trace>
  <inkml:trace contextRef="#ctx0" brushRef="#br0" timeOffset="19480">6338 6101 14348,'20'-48'2007,"-1"0"0,-2 5 0,-5 9-1044,-9 23-588,-4 8-257,-3 9 224,-36 40-264,11-15 1,-5 4-979,0 0 1,-4 4 0,-1 1 910,-4 1 0,-1 1 0,0 1-13,8-9 1,0 0 0,0 1 0,0 0-13,0 0 0,1 0 0,0 0 0,1 0-65,-7 11 1,0 0 0,4-2-16,8-9 0,2-2 1,2 1-648,2 7 0,2 3 0,4-5-1796,8-6 1,2-1 2536,1 8 0,3-3 0,7-10 0,3-16 0</inkml:trace>
  <inkml:trace contextRef="#ctx0" brushRef="#br0" timeOffset="19724">6639 5941 22789,'53'23'210,"0"1"1,0-1-1,0 2 1,0 0 0,-3 1-208,-10 0 1,-2 2 0,2 0-1958,12 6 0,3 2 0,-3-3 1851,-15-8 1,-2-2-1,2 1-599,15 10 0,2 1 0,-7-3-1225,-11-8 0,-3 1 1927,15 12 0,-4-2 0,-12-8 0,-2 1 0</inkml:trace>
  <inkml:trace contextRef="#ctx0" brushRef="#br0" timeOffset="20514">5806 7360 21836,'-7'-2'1547,"0"1"-1200,-30 26-202,-1-5-78,9-5 1,-2 0 72,-26 6 39,3-6 23,4-8 27,8-7 23,7-9-39,9-7-90,10-8-49,8-3-52,8-1-28,9 2-16,8 5-18,12 6-5,7 5 1,10 12 4,6 11-2,-20 6 0,-1 2-426,11 15 437,-17-3 0,-8 6-1683,-16 9 1,-8 1 1671,3-7 0,-4 1-20,-8 3 1,-6 3-1,-3-4-488,-11 6 1,-4-3 526,7-10 1,-3 1 0,-1-2-572,-3-3 0,-3-2 0,3-4 630,0 0 1,0-5 78,-5-3 0,3-8-249,8-15 246,3-3 1758,11-28-1780,17-6-78,2 1-35,15-2 829,8 22-846,13 1 2873,12 8-2956,-10 10 0,1 3-79,18 2 276,-10 3 0,0 2-1009,-10-3 0,0 0-3981,20 3 1,1-1 4831,-15-2 0,-2-2 0,-4 0 0,-4-1 0,-8-3 0</inkml:trace>
  <inkml:trace contextRef="#ctx0" brushRef="#br0" timeOffset="20913">5622 7259 15214,'-47'-16'523,"0"-1"1,0 0 0,0 1 0,-14-1-1,1 3 1,3 9-340,14 10 1,3 7 0,0 3-762,-9 10 1,0 6 0,3 0 635,-3 2 0,3 3-3,6 3 0,1 5 0,4 3-484,6 3 1,5 4 0,1-2 434,2-8 1,1-2-1,1 5-12,0 3 1,0 5 0,2 0 0,4-3 150,3-2 1,3-4 0,4 4-185,3 0 0,2 4 1,3-1-1,0-3-296,1-4 0,1-3 0,4-1 322,3 2 1,4 0 0,9-7-4,19-9 0,11-7 1,-4-5 8,-6 0 0,3-4-10,-3-5 1,9-2-1,3-2 1,0-3-1,-7-3 0,5-6 1,-6-5-1,3-2 27,3-1 1,3-1-1,1-2 1,-3-4 44,-2-4 0,-2-4 0,-1-2 0,-3 0 2,-7 4 1,-2 0 0,-2-2 0,1-4 18,-4 0 0,1-4 1,-1-2-1,-2 1 0,-4 0-21,3-12 0,-5 0 0,-2-2-28,-7 8 0,-2-2 0,-2 0 0,-3 4-3,1-18 1,-7 4 2,-8 15 0,-3 1 0,-4 4 548,-7-1 0,-7 4-587,-10-5 0,-8 6-94,1 16 1,-6 5-1,2 2-21,-3 0 0,-2 5-315,3 5 1,-4 3-1,3 3 281,-7 8 1,6 2 0,14-6-1,2 0 1,1 3 0,0 0-1</inkml:trace>
  <inkml:trace contextRef="#ctx0" brushRef="#br0" timeOffset="21693">7974 7087 22386,'-14'-48'280,"0"0"0,0 7 0,8 7-162,21 13-134,10 9-4,7-2-6,0 10 1,3 5-41,20 8-202,-14 0 0,0 3 187,-10 4 0,-2 2-15,12 15-14,-25-3 1,-6 1 98,-9 4 22,-12 4 0,-7 1 23,-20 1 13,10-13 1,-1-2 137,-13 2-40,13-11 481,2-10-312,15-11-57,-2-4-156,8-3 78,4-2-28,1 3 188,7 1-334,0 2-16,29 0 5,6 5-5,10-1-48,-9 7 1,-1 2-15,2 2-76,-1 5 1,-5 5-3,-14 9 33,-9 18 29,-29-10-65,-8-10 0,-7 0-481,-1-4 0,-5-1 60,-18 9 1,-4-3 20,10-7 0,1-3-477,-5-1 0,5-5-1164,-3-9 1410,11-16 1,28 7 0,0-6 0</inkml:trace>
  <inkml:trace contextRef="#ctx0" brushRef="#br0" timeOffset="22060">7982 6684 15417,'-49'3'925,"0"0"1,6 5 0,-1 4 0,4 3-596,1 8 1,1 6-1143,0-1 0,-4 5 0,2 1 954,2 2 0,2 3 0,1-1-88,6-6 0,1-1 0,1 5 39,-4 14 0,1 5 1,8-2-19,7 1 1,8 0-24,3-4 0,3 4 1,6-6-39,6-2 0,10-3-3,11-5 0,9 0 1,-2-5-12,-6-6 0,4-4-13,6-3 0,8 2 1,3-2-1,-3-5 11,-3-6 0,-1-5 1,3-1-487,3-1 1,5-1-1,0-1 1,-5-3 489,-1-1 0,-3-2 0,3-4 30,2-5 0,5-3 0,-1-3 0,-5 0-108,-2-1 0,-4-1 0,2-2 157,-1-1 1,4-1-1,-1-2 1,-6 0 102,-1-4 1,-5-1 0,-4-2-191,-6 1 1,-4-1 0,-5-1 111,1-19 1,-9 0 105,-8 12 1,-8-1-215,-9 2 0,-7-3 1,-3 5-27,-10 1 0,-6 4 261,2 2 1,-5-1 0,-2 7-294,1 11 0,-2 4 1,-1 4-72,-4 3 0,-1 3 1,1 2 199,-12 2 0,0 6-1886,15 2 1,-3 2 0,0 3 0,5-2 1816,-9 7 0,3 0 0,-12 3 0,7-2 0,15 0 0</inkml:trace>
  <inkml:trace contextRef="#ctx0" brushRef="#br0" timeOffset="22601">4909 8876 21036,'9'-2'5027,"-2"0"-4909,-7 2-411,0 0 169,-91 29-389,54-12 0,-3 3 495,-3 0 0,-7 2 1,-2 3-1,4-1-1011,3 3 1,2 1 0,1 1 952,-1-1 1,1 0 0,1 1-68,5-1 0,1 1 0,3-1-273,-4 6 0,3 1-88,-6 7 1,3 2-855,8-6 1,4 0-2575,9-6 0,4-3 3906,8 11 0,6-19 0,5-14 0</inkml:trace>
  <inkml:trace contextRef="#ctx0" brushRef="#br0" timeOffset="22814">4597 9122 13340,'22'-36'1586,"1"-1"1,0 1-1,7-14 1,-2 6-585,1 1-184,-6 10-49,-4 9-416,-4 9-137,1 8-65,5 9 8,12 11-53,14 13-81,-17-6 0,2 2-472,4 4 1,2 2 266,3 2 1,2 0-527,3 2 0,0 0-3413,3 1 0,0-2 4119,-6-5 0,-3-1 0,12 6 0,-24-16 0</inkml:trace>
  <inkml:trace contextRef="#ctx0" brushRef="#br0" timeOffset="23484">3817 9640 25349,'-31'-11'-377,"-10"30"841,22 10 1,1 8-367,-2 1 0,-1 3 0,0-2-533,-1 3 1,1 0 432,1 2 0,0 4 1,4-6-16,0 10-12,5-10 1,3-1 350,9-5-231,5 0-201,6-15 227,15-17-114,-6-9 95,4-10 1,3-5 19,-4-1 1,-1-3-63,4-2 0,-1 0 621,16-20-660,-27 26-1,-7 9 69,-8 11-317,1 8 132,4 10-78,4 16 91,0-5 1,1 3-64,-1-1 1,1 0-162,-1 0 0,1 1-123,0 2 1,0 0-1436,9 23-94,-8-22 1,2-1-7869,10 22 9083,-6-21 1,-8-17 0,-6-14 0</inkml:trace>
  <inkml:trace contextRef="#ctx0" brushRef="#br0" timeOffset="23891">4187 9899 14079,'-21'-59'1113,"-1"0"1,0 0 0,-1 5-1,0 2 1,0 9-927,0 12 1,-1 6 137,-9-2 0,-4 6 50,-7 7 1,-3 6-217,-3 1 1,-2 7-1453,9 6 1,-2 3 0,4 4 1317,-5 5 1,3 7 2,5 5 0,-1 5 0,2 3-141,3 2 1,2 2 0,-1 4 126,2-1 0,-1 2 0,-1 4 0,1 3-183,8-9 0,-1 3 0,0 2 0,2 0 1,0 0-1,1-1 145,1 2 1,1 0-1,1-1 1,1 0-1,1 1 4,-5 10 1,1 1-1,2-1 1,6-3-64,6 3 1,6-3 0,8-5-126,12 0 1,10-7 132,-2-11 0,4-1 0,6-7-33,4-9 0,7-5 0,2-4 1,0-3 35,-2-2 1,-1-4-1,1-2 1,2-2 9,12-3 1,2-3-1,-1-3 1,-4 0 38,-2-3 1,-4 0-1,2-6 44,-10 2 0,2-3 1,1-2-1,-3 0 1,-3 0 71,8-6 0,-6-1 1,3-2-16,-1-1 0,2-2 1,0-2-1,-6 0 50,-1-6 1,-6 0-1,-3-1-51,-4-2 0,-4 0 0,-4 0-35,2-9 0,-5-1-14,-8 12 0,-3-1 0,-4 1 890,-11-17 0,-11 3-948,-4 14 0,-7 2 0,-2 3-81,3 5 1,-3 4 0,-2 4 111,-20-4 1,-4 11-2760,0 15 0,4 7 3053,-5 6 1,24-4 0,5 0-1,9 4 1</inkml:trace>
  <inkml:trace contextRef="#ctx0" brushRef="#br0" timeOffset="24724">6208 9490 25259,'-20'-36'45,"0"0"0,-1 4 0,-1 11-57,-12 34-11,-14 10 12,19-7 0,0 1-3,-2 0 0,1 1 8,2-1 1,0 0-1,-18 10-5,13-7-62,14-9-72,10-6-18,7-3 107,2 1 23,-2 11 44,1-4-11,-4 19 0,2-10 11,0 14-22,2-13 16,0 2 18,1-10-23,1-4 0,-1-1 17,1-3-29,0-1 63,0 0 22,0-2 67,1 0 11,0-1-95,0-1 62,3-2 72,14-9-145,11-4-50,19-7 16,5 5-22,0 7-382,1 7 354,1 13-28,4 8-45,-6 12-40,-14 8 85,-18-4-7,-24-1 0,-9 0-21,-22 17 75,13-19 1,-5 1-280,-16 1 0,-5-3 77,13-11 1,-1-3-300,-15 7 1,-1-4-780,12-9 1,2-4 1299,1-5 0,3-3 0,-4 1 0,11-7 0</inkml:trace>
  <inkml:trace contextRef="#ctx0" brushRef="#br0" timeOffset="25118">5944 9194 17294,'-2'-5'1075,"-29"-6"1,-10 5-678,-15 20-1256,16-8 0,-6 0 0,5 4 973,2 8 0,2 7 95,-7 8 1,-3 6 0,2 2-69,4 4 0,1 2 0,0 4-95,10-10 0,-2 4 0,1 1 0,1-1 0,2-1-341,1-1 1,2-1 0,2-1 0,3 4 323,2 10 1,4 4 0,4-1 0,6-7 0,11 8 0,8-4 156,0-4 0,3 2 0,6-7-182,4-12 1,5-6-1,3-3-374,4-1 0,3-5 0,2-3 376,5-3 1,1-3-1,2-5 11,4-3 1,0-4 0,1-4 20,2-2 1,1-3-1,-1-4-45,-14 2 0,0-3 0,-1-1 0,0-1 66,0-2 0,-1-1 0,0-2 0,-1 0 15,-1-3 1,0-1 0,-2 0 0,-2-1 0,3-1 1,-2 0-1,-2-5 103,-4-1 0,0-5 1,-3-1-1,-4 1-93,-7 0 0,-4 1 0,-1-4-54,1 0 0,0-4 0,-3-1 1,-4 2-28,-7-8 1,-6 2-1,-4 0 8,-2 2 0,-5 0 1,-3 2-3,-4 5 0,-3 1 0,-4 5 104,-2 4 0,-4 3 0,-2 6-136,-4 3 1,-1 5 0,-2 4-70,-4 4 1,0 3-1,-1 4-146,-3 3 1,0 4 0,0 3-501,-1 3 1,0 2-1,3 2-1004,10-2 0,1 1 1,2 2 1401,-22 14 1,9-1 0,11-4 0,4 0 0</inkml:trace>
  <inkml:trace contextRef="#ctx0" brushRef="#br0" timeOffset="28491">12980 5136 14740,'11'-45'1058,"1"-1"1,-1 0 0,4-12 0,-1 2-214,-3 7 1,-1 5 442,1-9-772,-7 27-539,-4 18 264,-5 55-121,2-16 1,-1 4-661,0 6 1,0 5 0,-1 1 597,0 7 0,0 1 0,-1 3-477,0-5 1,-1 2 0,0 0-1,1-1 427,0-6 1,0-2-1,0 2 1,-2 4-372,0 3 0,-2 5 0,-1 4 0,0 0 0,-1-1 0,1-4 356,0 0 0,0-3 1,0-1-1,0 2 1,-2 3-205,2-2 1,-2 3 0,0 2 0,0 1 0,0 0 0,0-1 0,0-2 204,0 2 0,-1-1 1,1-1-1,0 0 1,-1-1-1,1 2-109,2-9 1,0 0 0,-1 1 0,1-1-1,0 0 1,0 1 0,1-1 49,-2 9 1,0-1 0,0 0-1,0 1 1,1 1 0,0 0-368,1-2 0,0 2 0,1 1 0,-1-1 0,1 0 1,1-2-1,-1-4-122,1 3 1,-1-3-1,1-2 1,1 1 0,-1 3 553,1-6 0,-1 5 0,1 2 0,0-1 0,0-3 0,0-6 0,2-8 0,-2 12 0,1-5 0,0-3 0,-1 0 0,1 0 0</inkml:trace>
  <inkml:trace contextRef="#ctx0" brushRef="#br0" timeOffset="30547">15508 6079 20711,'24'-57'834,"0"0"1,-4 5 0,-12 7-477,-33 10-184,-13 9-79,-13 11-56,-10 16-293,28 6 0,-1 5 265,-1 5 1,2 5-7,-1 6 1,3 4-9,1 3 0,3 1 0,7-6 1,2 0-21,0 12 1,5 0 86,11 13-86,9 6 27,12-27 63,17-22 4,4-19-27,-11-4 0,1-3-379,21-18 418,-8-7 0,-1-8-629,-7-3 0,-3-2 581,3 2 1,-2-3 11,-11 1 1,-3-4 0,-3 6-35,-7 13 0,-1 1 4,1-7 1,0-6 0,-1 5-162,-2 2 1,-1 2 228,1-16 1,-1 1-37,-1 21 1,-2 2 61,1-5 0,-2 6 57,-3 10-203,1 5 269,-3 20-201,-7 44-22,1-4 519,0 4 1,-1 5-572,1 5 1,0 2-421,4-18 0,1 2 1,0-1 397,0-1 0,0 0 1,2 1-199,4 6 1,2 1-1,1-6 106,1-10 0,2 0-257,9 24 0,8-4 52,6-26 1,5-6 212,-2-2 1,3-4 63,6-8 1,0-7 70,-10-10 0,-3-5 44,14-15 35,-1-18 56,-16 3-32,-11 16 0,-1-1 20,4-16 420,-4-13 191,-10 24-511,-2 0 91,-7 17-208,0 15 447,-1 1-564,-1 8 1628,-3 7-1606,1 10 251,3 11-234,11-4-17,4-2 84,21-6-39,-13-16 78,31-2-73,-26-11 51,21-12 145,-13-12-167,-7 2 78,-2-13-39,-16 13-29,-5-4 18,-7 4-1,-19 7-89,-11 17-34,-9 12 17,7 11 17,0 18-17,11 0-11,11-6 0,2 1 5,-2 13-5,11-8 0,5 0-1,15 2 29,16 16-6,21-21-33,-3-12 19,-11-13 0,3-5-384,5-9 0,1-5 395,3-3 1,-1-2-4,-2-2 1,-1-5 11,-5-5 0,-3-6-1555,-2-11 0,-4-2 1543,-4 10 1,-1-4 10,-3-9 1,0-8 0,-4 4-107,-4 0 0,-2-1 88,-1 3 0,1-3 1,-2 3-384,-1 1 0,-2 2 402,0-4 0,-1 2 44,-2 12 1,-1 3 510,2-27-521,-3 18-62,-3 32 2780,-4 14-2769,-3 18 286,-3 4-292,-3 12 1,-1 6-1,4-7 0,0 2 6,-6 20 0,0 1-25,7-17 1,1 0 21,-1 10 0,1 2-3,4 1 1,1 0-40,1 0 0,2 1-393,3 4 0,5-2 264,3-16 0,3-5-61,14 18-197,2-25 1,4-4-151,20-5 198,-14-7 1,2-6 330,-8-11 0,-2-5 125,25-18 82,-32-3 0,-4-5 70,4-17-84,-15 18 0,-5 0 1375,-5-4-1163,-3 9 737,-2 11-865,-1 9-173,2 4-136,1 5 482,2 4-408,1 8 6,0 2 5,0 7-34,16 20 12,3-11-6,17 12 16,-2-24 52,2-9 44,-2-12-17,-8-3 185,3-19-89,-15 0-18,2-14-44,-11 2 17,-4 2 39,-6 6-90,-1 9 22,-12 4-72,-1 11-17,-10 2 23,-1 15-12,5 1-22,-10 30-6,15-5 6,-3 9 2,16-15 1,2-1-31,5 12 5,10 18 17,17-18-5,20-8 5,-17-21 0,3-2-138,4-4 1,1-3 159,4-4 1,1-6-385,3-2 0,-1-5 373,3-5 1,-3-3 5,-9 4 0,0-4 16,11-16 1,-4-5-6,-15 6 1,-4-3-441,0 1 0,-1-4 0,-2 2 431,-3-5 1,-3-1 4,-3-3 1,-1-3 0,-2 2 14,-3-3 0,-1 0 4,0 5 0,-1-3 1,-1 4-391,-5-4 0,-4 5 420,1 8 0,-3 3 283,-11-13-294,2 21 560,5 15-617,-4 24 18,2 18-3,2-1 0,1 4 354,0 8 1,1 4-372,1 9 0,1 1-18,3-10 1,0 3-51,3 2 0,0 4 0,2-3-103,4 4 0,2-1 11,-1-5 1,1 4 0,2-4-203,7 5 0,4-5-234,0-6 0,3-4-559,-1-6 0,1-5-6230,19 13 7399,-10-20 0,-13-14 0,-10-6 0</inkml:trace>
  <inkml:trace contextRef="#ctx0" brushRef="#br0" timeOffset="30697">17891 5744 21198,'59'-17'-216,"0"0"1,0-1 0,-7-4 0,-5 4 0,-8 17 0,1 0 0</inkml:trace>
  <inkml:trace contextRef="#ctx0" brushRef="#br0" timeOffset="30934">18829 5383 17904,'0'-6'5960,"0"1"-5571,-9-22 1,-6-5 114,-4 10-375,0-12 0,-2 4-12,-7 22-27,-2 12-51,-3 18-22,-4 20-399,16-12 0,2 4 379,0 6 0,2 3-3,2 5 1,4 1 2,2-9 0,4 1-70,4 20 1,7 1-102,3-20 0,3-1-272,7 18 1,6-2-1200,7-13 1,5-6-1700,10-2 1,3-4 3343,0-5 0,-2-5 0,-12-7 0,-5-3 0,9 0 0</inkml:trace>
  <inkml:trace contextRef="#ctx0" brushRef="#br0" timeOffset="31331">19586 5613 23595,'-34'-45'517,"0"-1"0,3 5 1,15 7-502,34 19-10,12 1 11,9 3-17,15 4 5,4 14-27,-2 8-12,-7 18 1,-20 10-18,-13 14 18,-15-6-29,-19-3 1,-10 0 24,-1-11 1,-5-1-1082,-4 2 0,-5 2 1,2-4 1131,2-4 0,-1-3 3,-10 5 0,4-6-6,11-8 51,6-3-17,16-10 89,34-8-128,19-7-68,-3 2 1,5-2-492,9-1 1,2 0 225,-11 0 1,0 1-1,2-1 124,1 0 1,1-1 0,0-1-2692,1-1 0,-1-1 1,-1 0 2893,12-5 0,-5 0 0,-16 5 0,-6 2 0,1-3 0</inkml:trace>
  <inkml:trace contextRef="#ctx0" brushRef="#br0" timeOffset="31534">20256 5297 18806,'-4'-7'4717,"1"2"-3261,3 5-1081,0 0-274,-13-29-90,24 51 1,6 15-21,-7-9 1,1 4-1032,6 11 0,2 6 0,-1-1 1020,3 10 0,-3-1-84,-1 3 1,-3-2-486,-6-25 1,-4 1-695,-4 9 1,-3 6-1,-4-5 938,-6-6 1,-3-2-1,2 7 1,-1-5 0,-9-8-1</inkml:trace>
  <inkml:trace contextRef="#ctx0" brushRef="#br0" timeOffset="66633">12403 9064 12533,'2'-6'4710,"6"-25"1,1-5-4257,-3 15 97,3-16 1,0 3-232,-7 26 419,0-1-577,-1 8 623,-1 0-796,-1 6 33,-1 12 17,-5 21-17,2-7 1,0 5-450,-2 11 0,-1 2 444,2-6 0,-1 4-499,-1 8 1,-2 7 0,0-6 492,1-8 0,-1 2-448,-2 1 0,-2 10 1,-1 0-1,0-6-21,3-10 1,-1-3 0,0 3 457,0 3 0,-1 4 0,1-2 0,1-6 0,-1 1 0,2-6 0,4-5 0,0 1 0</inkml:trace>
  <inkml:trace contextRef="#ctx0" brushRef="#br0" timeOffset="68150">13340 7577 18509,'-4'0'3400,"1"0"-3153,3 0-258,21-6-130,16 0-69,-3 0 0,3 0-850,7 2 1,1 1 112,3-1 1,1 2-446,-5 3 0,-1 2 25,-8 1 1,-4 2-214,6 14 1586,-35 5 263,-18-2 473,-21-1 0,-9-1-444,5-4 1,-2-1 358,1 0 0,-3 1 1,1-1 383,-13 4 1,2 0-280,6-4 0,3 1-382,10-4 1,4-1 612,-5 3-937,21-7 448,26-6-185,19-2-212,32-7-688,-18 1 1,3-2 566,7-3 0,3-2-15,0-1 1,-1-1 51,-5-1 0,-2 0 38,-11 1 1,-4-1 1002,7-17-823,-22-1 11,-21-4 134,-9-3 197,-10 1 167,-1 4-33,2 6 1182,6 8-1535,6 6-241,4 8-151,4 4-90,1 5 57,4 7 72,2 3 17,17 30-50,-8-12-88,0 10 1,-2 5-418,-8-13 0,-2 1-204,2 15 0,-2 2-2030,-5-6 0,-2-2 2761,2-5 0,-2-3 0,-1 10 0,2-22 0</inkml:trace>
  <inkml:trace contextRef="#ctx0" brushRef="#br0" timeOffset="68734">15142 7684 21075,'-3'-42'877,"0"0"1,1 1-1,-4 9-339,-4 21-213,-6-1-96,-9 5-61,-7 3-61,-10 10-77,11 3 1,1 2-36,-13 7 2,15-3 0,2 3-19,3 6-17,7 21 39,15-14 5,21 4 1,10-1-9,-6-13 0,3-1-328,17 12 0,2 0 297,-3-4 1,-2-3 21,-13-8 1,-2 1-6,3 5 1,-6 1-103,-14 3 153,-18 7-1,-25-3-16,6-17 0,-4-2-17,-4-1 0,-2-1-9,-2-3 1,1-1-31,1-2 0,2-3-353,-24-9-1058,16-12-8381,18-20 8020,14 13 0,9 0 0,3 22 0</inkml:trace>
  <inkml:trace contextRef="#ctx0" brushRef="#br0" timeOffset="69872">15529 7778 19283,'4'3'3624,"0"-2"-1713,-4-1-1732,-42 25 166,36-18 148,-20 20-220,48-25-99,11-3-21,-9-2-2,4-5 6,-7-3 78,8-15-151,-10 8 236,1-16-197,-14 21 134,-4-9-229,-6 16 6,-15-6-56,-17 11-1,5 0 6,-15 15 17,19 6-28,-4 14-39,2 22 50,14-15-5,5 20-17,19-23-23,10 5-11,28-2 45,-8-18-431,5-11 1,0-4 458,0-4-20,-1-4 1,1-4 2,12-9 31,-22 3 0,0-3-6,-5-2 1,-1-2-62,1-4 0,-4-2 64,6-11 51,1-14 33,-21 12-11,-2 2-34,-7 6-5,-11 8 821,1 12-866,-13-3 141,9 8-169,-17 5 28,14 4-23,-26 25-10,13 2 10,8-7 1,2 0-1,-5 12-61,7 6 6,11-9 56,7-3 5,8-5 17,4-17-11,10-5 27,9-6 12,2-6 17,4-6 11,-17-1 17,1-12-56,-14 11 173,8-25-83,-13 24-51,3-9 56,-7 20-118,0 4-84,0 0 1,-4 12 100,1-2-45,-8 29 23,6-8-6,-2 16 1,8-16-29,17 7 6,9-15 27,19 3 1,8-15 22,5-10-11,-11-6 51,10-16 33,-23-9-59,-13 6 0,-3-1 3,-1-14 17,-9-11 50,-15 9-22,-5-4-45,0 9 78,-1 10-16,9 16-56,0 1 22,2 4-90,8 2 12,10-3 5,19 1 17,17 2 0,-4 1-14,-9 5 0,-1 3 14,11 4-12,-17-1 1,-1 4 6,4 13-6,-14 9 5,-11-4-28,-13 27-33,-8-15 17,-2 10-381,-5 2-337,12-18 158,2 6-2633,27-6 1137,-2-23 2106,13-3 0,1-4 0,-13-5 0,22-2 0</inkml:trace>
  <inkml:trace contextRef="#ctx0" brushRef="#br0" timeOffset="70458">17308 7895 21651,'5'-47'1333,"1"0"1,-3-1-1,-6 11-946,-10 23-191,-11-1-28,-7 14-56,-6 12-84,4 3 0,8 6 0,0 5-792,-8 20 750,10-10 0,2 2-34,8-4 1,2 2-46,3 0 1,3 0-121,2-1 1,6 0-900,17 8 0,5-4-2063,8 7 2738,-3-20 0,3-6-1316,24-13 1005,-25-9 1,1-2 472,10-4 1,2-3 304,-1-6 1,0-4 124,0-4 1,-2-4 183,-1-4 0,-2-4 67,0-4 0,-3-3 210,-1-4 0,-5 0-227,-6 10 1,-3 0 510,0-12 1,-5 1 113,-5-9 340,-6 19 0,-4 2-788,-7-10-143,-1 16 199,-2 7 485,6 17-1085,-2 0 615,5 9-677,-1 10 234,1 19-194,1 27-3,0-15 1,-1 4-732,-3 11 1,-1 2 722,-2 4 0,-1-1 2,-3 0 1,-1-2-183,2-8 1,0-4 184,2-13 0,2-4-10,-1 26 27,5-37 62,5 3-40,12-31 1383,17-11-1399,3-6 2,3-1 1,3-2-278,-10 8 1,0 0 274,16-8 0,-1 0-6,-17 12 0,0 2-26,9-1 0,-3 4 32,-1 3 11,24 5-50,-25 20-40,-3 6-268,-4 15-1440,-14 1-3523,-7-5 5293,-2 3 0,-4-23 0,1-1 0</inkml:trace>
  <inkml:trace contextRef="#ctx0" brushRef="#br0" timeOffset="72449">20219 7607 20369,'-14'-45'1717,"0"-1"1,5 3 0,-2 16-1673,-1 31-22,5 7 5,-7 16 0,-1 7-1174,2 0 1,-1 4 1137,0 1 1,-1 4-1,1 1-11,1 0 1,1 1-1,0 1-19,0 3 1,0 1 0,1 1-124,0 3 1,1 1-1,-1 0-686,0 3 1,1 1-1,-1 1 27,0 1 0,0 1 1,-1 0-432,1 0 0,-1-1 0,-1 0-11,1-6 0,-1 0 0,-2-2 696,-2-5 0,-2-3 1,1-3 920,0-1 1,-3-7 582,-7-5 0,0-12-36,1-20 621,-4-28 1,3-9-784,4-9-157,10 10 1,0-7-1,4 5-370,6 9 0,3 0 331,4-11 1,4-5 0,1 3-419,6-1 0,3 1-100,2 3 0,2-2 0,0 4-26,4 2 0,4 4-36,4 3 1,5 0 0,-1 2-72,6-1 1,2 2 79,-2 1 0,4-1 1,-2 2-49,-6 6 0,0 2 1,-1 0 9,18-7 1,-2 1 58,-5 3 1,-2 2 66,-9 3 1,-4 1 274,11-3-162,-24 7 417,-16 8-586,-13 5-2094,-19 11 2162,5-1 1000,-22 17-933,11-1-62,-6 11-61,9 4-11,14-9-2264,24 20 2258,5-31 2286,29 17-2208,-2-29 140,12-6-50,-10-7 409,-13-13 0,-2-4-269,-6-4-84,-2-4 1,-3-4 99,-12-12-55,-6-13 6,-8 3-46,-10 7-139,3 16 72,-13 3-139,13 16-135,-6-1 33,13 12-509,-1 18 73,6-1-2220,-1 28-279,4-16 2974,6 15 1,-3-26 0,3-1 0</inkml:trace>
  <inkml:trace contextRef="#ctx0" brushRef="#br0" timeOffset="72759">20908 7988 21125,'2'-6'4269,"-1"0"-3648,-1 6-391,0 0-309,20-43 96,-8 41-17,28-15-61,-9 62-32,-13-13 1,-1 4-376,-2 3 1,-5 3 262,-8 9 0,-5 0 205,0-17 0,-3-1 25,-8 8 0,-5-6 127,-10-11 246,-9-10-275,15-16 191,10-39-172,22 10 1,8-3-79,0-6 1,5-1-317,10-5 0,5 3 235,-1 7 1,2 4-385,9-1 0,0 4 121,-14 9 0,-1 3-1664,11-1 0,-2 3 1216,-1 4 0,-7 3 1,-17 5-1</inkml:trace>
  <inkml:trace contextRef="#ctx0" brushRef="#br0" timeOffset="73299">22161 8144 21885,'23'-38'603,"-1"0"1,1 0 0,5-11 0,-3 9-492,-8 17 638,-10 18-778,-7 21 321,1 6-288,1 13 1,1 6-12,0-6 1,1 0-272,0 8 1,2 2 278,6 9 1,1-3-3,4-1-8,1-7 0,3-1 427,6-6-386,10-3 1,-13-18-6,5-24-17,-12-7 20,5-13 0,1-7-20,2-2 0,1-2-11,4-5 0,0-2 103,-1 4 0,-3 2-265,10-11-100,-13 20-1760,1 7 846,-12 17-5775,15 0 1831,-14 12 5120,10 3 0,-16-2 0,1 0 0</inkml:trace>
  <inkml:trace contextRef="#ctx0" brushRef="#br0" timeOffset="74216">23325 8078 24167,'-37'-27'173,"0"-1"1,-6 9-1,5 13-145,6 36-25,11-6 0,1 1-9,1 10 29,7 17-23,15-18 39,6 9 67,11-17 135,5-12 57,3-8-119,-7-9 151,5-10 152,-3-14-342,-4 4 330,1-14-173,-14 21-101,-1-1-134,-4 12-191,-1 4 84,-4 12 67,0 7-27,-1 16-12,2-4-50,15 17 44,-1-24-22,10 1 1,4-2 27,2-7 20,5-4 0,2-4-3,-4-10 11,27-16 11,-19-14 6,-9-2 0,0-6-673,-5-1 0,-1-2 650,-5 4 1,-1-3 0,-2 2-6,1-6 0,-2-2 5,0-3 1,0-5-1,-2 6 3,-2 10 1,0 0 17,2-12 0,1-6 1,-2 10-40,1-4 97,-4 11 0,-2 6-67,-3 20-62,-7 3 22,0 18 57,-19 37-79,0 14 407,6-7 0,1 3-368,4-11 0,2 3-606,3 4 1,2 6 0,2-5 580,1-10 0,3 1-70,4 13 0,3 6 1,3-7-419,5-12 0,3-4 356,8 13 1,4-3 33,-6-21 1,2-5 16,21 3 50,-5-24 62,0-21 28,0-24 45,-20 16 1,-1-3-27,0-2 1,0-2 25,-3 3 0,0 2 179,9-20 1605,-12 22-1835,-9 17 799,-8 18-815,-6 15 57,-4 18-58,0 0-11,5-4 1,2 2-1,4 11 204,2-13 1,4-1-199,14 6 28,8-11-6,6-14-11,-5-7 85,26-20 27,-12-9-62,10-8-269,-21-3 0,-3-2 241,1-4 51,-2-3 0,-2 1 28,-7 3-39,0-9-50,-14 26-91,-4 8-55,-1 8-773,0 3 372,0 10-1168,3 8-924,3 14-1808,5 10 548,1-5 3876,10 10 0,-14-30 0,5 6 0</inkml:trace>
  <inkml:trace contextRef="#ctx0" brushRef="#br0" timeOffset="74549">24892 8190 26810,'42'-13'-100,"-8"7"116,-31 11 7,7 6 22,19 1-12,3-2-10,4-2 128,4-15 28,-17-6 146,10-35 44,-18-12-139,-7 0-140,-10 11 78,-16 25-112,-3 15-12,-16 1-38,8 11-34,-19 23-6,16 8-133,9-6 1,3 2 84,7 1 1,3 1-185,3 3 0,4 0-370,7-1 1,4 0-701,5-1 0,4-2-3580,5-4 1,1-3 3956,13 8 0,-12-16 0,-17-12 1</inkml:trace>
  <inkml:trace contextRef="#ctx0" brushRef="#br0" timeOffset="76933">26440 8321 14269,'3'-8'3215,"16"-26"0,3-7-1702,-5 6-752,7-12 1,-5-1 230,-26 1-892,-7 14-60,-21 7 10,-14 26-56,12 5-8,0 8 0,-1 7-1741,6 11 1,3 3 1745,3-10 1,2 1-9,0 12 0,10-1-284,19-7 289,8 4 12,5-11 28,12-5 17,-2-11 62,18-11 3219,-15-2-3141,21-25-45,-25 3-16,12-17-46,-17 15 637,4-7-620,-16 24 78,3-4-195,-12 16-73,-3 6 72,-3 11-5,-6 12 6,2-1-224,-3 25 66,9-24-643,5 32 459,4-35-432,16 14 124,4-26 241,20-5 454,-12-10 201,24-22-96,-35 7 174,2-6 1,-2-1-84,-6 2 436,18-27-448,-23 29 499,11-18-297,-15 25-112,1-2-432,-6 13 68,-4 9 73,-3 10 5,-3 14-17,0-1 1,-7 25-23,5-14 11,-2 5-61,5-3 66,4-24 24,3 2 4,1-15 80,14-14-80,-3 2 29,19-14-11,-5 1-23,15-11-17,-13 11-106,16-1-33,-19 17-209,11 2 63,-14 6-874,10 15 661,-18-6-1552,22 18 248,-13-14-69,14 5 135,11-10 1585,-13-6 270,20-5 906,-9-14 1008,9-13-542,-6-7-41,-11-6-799,-20 13 341,-9 0-421,-15 9-111,-19-2-202,-10 9-140,-4 4 56,-18 16-157,22 2-56,-12 11 6,26-6-78,8 12 49,13-9 40,10 6 51,12-12-18,3-7 135,21-14 34,-15-9 50,14-16 56,-17-13-132,-14 15 1,-3 0-651,6-25 717,-7 6 1,-1-3-57,-3 14 1,0 0 14,2-16 0,-1 1 5,-2 16 0,0 2 336,2-20-476,-4 28-117,-3 12 78,-11 63-11,-2 9-9,4-17 1,-2 6-590,0-1 0,-2 4 1,1-2 106,-3 8 1,0 1-879,1-2 1,-2 3-1,1-4 994,-1 5 0,2-6 1,3-16-1,2-5 0,-1 3 1</inkml:trace>
  <inkml:trace contextRef="#ctx0" brushRef="#br0" timeOffset="78005">14210 9681 17843,'5'-45'1147,"-1"0"0,1 1 0,0-2 0,-1 0 1,-1 5-647,0 5 0,-1 3-132,-1 0 1,0 3 68,-2 1-366,-1 14-156,-2 13 79,-4 20 38,-9 21-16,1 3-9,-2 5 1,0 4-583,6-15 1,1 1 573,-4 7 0,3 1-14,5-2 0,6-3 3,11 2 33,11 9 12,10-32 16,7-16 1,9-19 50,3-14 64,-17-4 0,-2-4-67,-10 9 0,-2 0-3,3-10 0,-6 2 146,-7-2-50,-6 14-119,-2 13 1019,-2 8-1119,-3 10 45,-4 8-11,-2 12-18,0 7 1,4 3-11,10-2 5,10-4-3358,14-6 3380,11-8-131,7-7 165,-2-13 45,-7-9 79,-8-20-96,-13 6 34,-6-20-34,-9 12-11,-1-9 3299,-2 5-3344,0 7 180,1 11-258,0 9-22,1 7-863,0 4-757,8 1-3533,11 0 4394,6 2 0,-4-1 0,-7 0 0</inkml:trace>
  <inkml:trace contextRef="#ctx0" brushRef="#br0" timeOffset="78558">15177 9086 21108,'1'-6'4678,"-1"0"-4415,0 6-162,0 0-12,-13 9-38,-5 32-37,2-11 0,-2 3 0,1 13 0,0 3-415,-1 0 0,2-1 403,2-3 1,2-1-6,2-6 1,3-2 13,-2 16 225,6-20-169,4-17 482,14-22-409,6-13 17,16-16-6,3-3-44,-1 1-40,-2 7 34,-1 7-101,-9 11-6,-5 7 600,5 19-611,-5 5-11,5 7 5,-3 8 7,-5-4 4,2 6-10,-2-4 11,2-8 11,-8-10 17,4-6 16,-3-12 29,5-8 22,3-10 17,0-9-12,-2-2 46,-2 2 38,-6 6 6,-3 10-83,-4 9-108,-4 4 12,-1 4-95,2 14-39,4 14-225,4 11-10,1-1-1031,5 0-1714,0-11-925,1 0 4039,2-8 0,-12-13 0,0-2 0</inkml:trace>
  <inkml:trace contextRef="#ctx0" brushRef="#br0" timeOffset="78749">15958 9277 20349,'-5'-2'4055,"1"0"-3440,4 2-683,-60-14-452,45 13-1306,-36 1 604,59 11-8609,25 22 7962,-16-20 1,8 6-1,-21-16 1</inkml:trace>
  <inkml:trace contextRef="#ctx0" brushRef="#br0" timeOffset="79322">16389 9401 23992,'-47'13'123,"0"0"0,1 0 1,-13 5-1,7 5-115,13 7 1,8 3 2,-3 12-16,11 5 789,19-15-908,24 10 18,0-17-132,13-13 0,2-4 36,2-5-17,0-6 1,1-4-185,12-13 261,-18 2 1,0-3 96,-1-4 0,0-4-115,6-15 0,-2-2 179,-10 11 1,-2-2 64,8-19 0,-2-3 232,-8 8 1,-3 1-12,0 2 1,-1 0-147,-2 4 1,-3 3 1105,1-18-969,-9 34 197,-1-8-319,-3 24 312,1 1-514,-1 7 624,0 4-590,0 16 111,-1 18-131,-1-9 0,0 4 11,-3 10 0,0 1 8,0-8 1,-1 3-21,-3 8 0,-1 4 0,1-5-809,2-9 0,0-1 818,-4 18 1,2-3-6,5-11 0,5-26 22,0-3 45,10-13-17,10-11 11,18-11-16,-2 1-1,-1 0 1,0 1-6,3-1 0,3 0 0,-1 1 1620,-8 8-1645,-2 1 0,-1 4-9,-9 6-61,17 12-90,-21 7-16,1 6-953,-5 10 1126,-9 12 0,0-18 0,-4 5 0</inkml:trace>
  <inkml:trace contextRef="#ctx0" brushRef="#br0" timeOffset="79955">18279 9579 23083,'1'-6'2788,"-1"1"-2362,0 5-538,6-25 125,0 33-29,10-8-36,4 45-120,14 7-188,2-18 1,5-2 206,-10-10 0,2-3 93,10 4 1,0-7 193,16-23 62,-20-11 74,-1-20 38,-17-4 125,-2-3-41,-2 3-168,-5 11 403,0 3-414,-9 20-179,1-1-12,-13 37 23,-6 13-26,0-3 1,-2 4-778,-3 5 0,-3 3 754,5-12 0,-1 1 1,0 1-102,-2 4 1,-1 2-1,1 0-332,-1 3 0,1 0 1,1 1-856,2 0 0,1-1 0,1 1 1292,4-2 0,2 1 0,2-6 0,-1-2 0,2-5 0,5 18 0</inkml:trace>
  <inkml:trace contextRef="#ctx0" brushRef="#br0" timeOffset="80708">19545 9775 14984,'10'-44'778,"1"0"1,-4 5-1,-7 6 2101,-21 12-2666,-14 11-79,-7 12-33,-7 13-45,-3 15 579,26-11 0,1 4-630,1 1 1,2 3 441,2 1 0,3 2-461,3 7 0,4-1-3,-1 14-22,16 13 3321,11-32-3288,12 0 28,5-13 12,-6-10 39,17-18 22,-14-8 79,11-17-29,-12-9-38,-7-10-65,-12 24 0,-1-1-12,-2-1 1,0 1 274,3-30-171,-4 10 45,-4 12-22,-2 16-101,-2 12-73,-4 10-55,-9 16 55,3-2-50,-11 20-3538,11 8 3487,2-6-307,12 18-578,18-6 667,-1-11-146,21 6 359,-15-29 0,31-2 223,-5-21 85,6-5-45,-16-6 28,-19 2 6,-8 6 627,8-26-622,-11 22 3566,6-18-3487,-15 30-236,-2 3-67,-4 13 34,-1 15 0,0 1-67,11 23 44,3-27-42,24 4 1,7-1 47,-4-11 22,16 1 1,0-5 27,-18-12 53,1-5 1,-2-2 25,-10-5 179,16-16 11,-23 4 79,1-17-219,-9 5-89,-4 1 44,-7 7-50,-4 11-50,-3-1-331,-5 4-50,3 7-1697,-8 4 2072,-3 10 0,8-5 0,-1 6 0</inkml:trace>
  <inkml:trace contextRef="#ctx0" brushRef="#br0" timeOffset="81505">21754 9710 25954,'-26'-40'33,"-17"49"-44,18 36 8,7-5 0,5 2-41,20 16-46,11-2-1005,-2-28 0,3-3 1106,13 0 709,14-11-608,-15-18 416,13-7-97,-2-31-257,-13 4-107,-12 10 0,-1 1 96,0-9-12,-4 11 1043,-6 11-1289,-3 12 67,-4 5 50,-1 13-5,0 8-23,-1 9-5,5 3-6,9-3-50,12-6 50,28-8 29,-12-8 2,-7-9 0,2-4 47,8-9 51,6-9 107,-8-18-169,-18 8 12,-4-21 55,-13-11-66,-1 9-1,-5-9-28,-2 35-72,0 13-168,-1 8-51,0 8-185,0 10-397,1 10-1507,8 21 919,3-10-7131,18 17 8570,-2-24 0,-4-4 0,-7-10 0</inkml:trace>
  <inkml:trace contextRef="#ctx0" brushRef="#br0" timeOffset="82466">22949 9801 16277,'1'-6'5209,"-1"1"-3508,-15-55-1174,2 35-1959,-3-11 0,-3 3 1510,-2 21 1001,-24 9-1068,22 8 17,-28 16 560,9 10-580,13-4 1,1 3-202,-7 13 159,18-12 0,5 0 3294,9-2-3361,30 25 96,-9-33-12,32 10-5,0-33 50,5-9-507,-22 0 0,0-3 530,10-11-75,3-15 147,-15 2-56,4-11 269,-7 5 0,-11 7 44,-8 7 727,-6 13-1012,-3 4 418,-3 9-513,-1 2 203,-4 3-337,-14 24 95,9-8-168,-10 30-281,18-10-912,9 24 229,10-8 701,6-5 16,13-16-2960,10-23 3464,-6-4 157,-5-12 1,1-6 326,-4-7 1,0-2-263,-1 1 0,1-1-48,1-5 0,-3 2-28,-2-1 387,0-1-427,-16 17 85,3-2 3157,-11 11-3449,0 2 35,-4 7 27,-5 21-6,1-3-8,-2 5 1,-1 1-43,1 8 11,-3 8-38,7-14 55,8-15 39,4-4 1,3-8 44,10-13 50,11-14-72,-4 2 28,22-22-56,-28 23 84,21-16-85,-22 22 1,8-3-17,-12 11 11,5 3 6,1 6-22,2 1-29,10 7 34,21 3-6,-15-5 6,-4-4 0,1-3 23,10-2-6,14-9 22,-26-3 0,0-4-11,-5-2 0,-2-4 8,5-6 1,-3-6 21,-1-11 1,-5-8 60,-5-2 1,-1-5 0,-3 3-496,2-6 0,-3 0 452,-5 11 1,0-1 0,-6 9 58,-10 0-135,0 20 0,-4 12 0,6 6 0,-4 13 0,0 16 0,-6 28 0,-1 2-148,7-15 1,-1 5-1,1-3 148,1-7 0,0 2 0,-2 16 0,0 8 0,1-6-85,4-10 1,2-1-261,-1 19 1,3-3 18,3-27 1,3-3-1148,6 3 0,4-5-639,2-7 1389,20 1 0,-26-21 0,5-3 1</inkml:trace>
  <inkml:trace contextRef="#ctx0" brushRef="#br0" timeOffset="82655">24194 9599 25794,'48'-22'-391,"0"0"0,1 0 0,-2 2 0,0 2 0,-6 6-685,-5 11 1,-3 4 86,3 0 1,-4 0 0,-7 0 0,-2 0 0</inkml:trace>
  <inkml:trace contextRef="#ctx0" brushRef="#br0" timeOffset="83182">25779 9615 22834,'24'-52'1168,"1"0"1,-2 8 0,-6 9-928,-15 23-180,-2 9 35,-3 33-57,-2 13-39,0-4 0,-2 3-562,-1 5 0,-1 1 520,-2 5 0,0 2-137,-1 1 0,1 3-1235,3-7 1,0 3 0,2-2 1413,0 5 0,1-2 0,0-1 0,2-7 0,4-11 0</inkml:trace>
  <inkml:trace contextRef="#ctx0" brushRef="#br0" timeOffset="83666">25565 9953 23573,'49'-16'-40,"0"-1"1,0 0 0,-1 2 0,0 0 0,-3 5 2,9 8 1,-3 3-832,1-3 1,-2 0 850,-3-2 0,-1-1 8,-7-1 1,-2-2 571,21-10-434,-19 0 346,-15 0-139,-13 3 112,-6 5 6,-5 4 702,-2 4-1088,-1 2 72,-12 8-129,1 6-17,-10 13-5,8 7-3403,9 17 3397,8-15-28,16 16 14,7-22 19,12 3 29,4-11 112,-2-10 124,-4-11 452,0-17 2918,-13 1-3242,2-19-71,-15 2-125,2-11-84,-6 7 151,-2-8-152,-7 20-195,-8-7-582,-19 16-5188,-19 7-3966,5 3 8840,-1 5 1,31 0-1,5 0 1</inkml:trace>
  <inkml:trace contextRef="#ctx0" brushRef="#br0" timeOffset="86034">14275 11296 19720,'9'-50'1249,"1"1"0,-5-5 0,-6 6-695,-14 8-156,-15-3-158,-5 29-88,-7 11-74,-7 16-22,-8 15-542,25-5 1,1 3 482,-1 5 0,1 2-3,0 4 1,2 1-7,4 1 1,3-1 5,6-9 1,2 1 51,3 6 1,5-2-69,10 4-1,9 7 29,16-26 44,7-27 1,2-7-23,12-5-365,-14-4 1,5-8 0,-5 0 406,-4-1 0,-3-3-9,-1 3 1,2-2 0,-3-4 31,-1-7 1,-4-3 0,-2 3-13,0-5 0,-2 1 34,0-12 0,-4 3 830,-8 5-688,-7 21-41,-1 17-227,-1 9-84,1 6 22,0 8 1275,2 11-1196,-1 22-12,0 23-446,0-22 1,-2 2 456,1-6 1,-1 2-44,-3 4 1,-1 4 0,0-3-97,-1 5 0,1-1-38,0-4 0,0 2 0,1-2-192,2 2 0,3-4-90,4-8 1,4-4-415,18 9 240,16-21 163,12-25 358,-22-3 1,-1-4 2,2-4 0,-1-3 224,-2-1 1,-1-2 67,-4 1 0,-2-2 1135,11-25-735,-10 3 145,-10 8-44,-6 10-190,-7 14-213,-4 9-163,-1 4 242,0 4-343,0 2-11,1 1-22,0 0-28,2-3 44,6-1 29,6 0 50,13-1-11,15-8 28,9-5 72,0-9 68,-9-3 302,-11-14-324,-15 9-51,-8-8-56,-11 16-23,-6 6-61,-3 6-11,-2 6-28,-14 21 11,5 6-23,-9 22 18,13 5-234,5 9 222,12-27 0,2 1-3,1-1 1,3-1-71,13 27 53,6-29 1,5-5 20,13 7-7,-3-16 1,2-4 5,17-10-1655,-11-9 1,1-4 1660,17-6 8,-17-2 1,-1-4-167,-15 3 0,-1-1 194,7-7 1,-1-4-15,-2-6 0,-3-1-6,-6 7 1,-1-3-154,-1-4 0,-1-5 0,-1 0 178,-4 3 0,-1 1 0,-1 0-19,2-1 0,-1 1 0,-1 0 34,1-21 0,-5 6 170,-11 3-69,-5 4 2847,-4 21-2993,-1 17 411,5 12-428,-3 19 12,-3 21-9,5-6 0,0 4-83,-1 11 1,0 6 51,1-1 0,1 6 0,1-3 17,-1 4 0,1 1-23,1-2 1,-1 4 0,3-6-57,2-5 1,3-3-9,2 7 1,4 0-189,9-7 1,3-5-56,12 7-248,-3-30 1,2-6-1722,20-18 305,0-5-2894,-6-11 1,1-6 2244,-15 5 0,-1-2 3155,11-9 1,-2-3 3620,-11 2 1,-5 1-1507,2-8 1047,-7-3-1825,-20 25 325,-7 0-1290,-8 5 24,-4 4-684,7 3 407,1 2-446,11 1-113,1 0-44,2 0 0,7 3 17,0-1 34,15 5-18,6-4 6,13-1-5,2-7 117,1-10-78,-17 1 89,-3-15-10,-16 2-24,-1-10 1,-5 1 6,-6 2-23,-4 8-17,-3 7-45,-2 8-27,-1 6-18,-3 11 1,-7 23-6,8-2 2,3 2 1,2 3-14,2 21 0,5-19 0,3 1-3,3-2 0,6 0-12,8 2 1,4-3 9,14 9-12,5-17 0,4-6 5,-1-9 28,9-10 1,1-4 17,-5-8-18,-10 1 1,1-3-485,2-8 0,0-5 499,2-10 0,0-2-578,1 2 0,-2-3 573,-11 3 0,-3-3 0,-3 0 18,-3-7 1,-3-2-876,-2 2 1,-2-4 0,-1 2 925,1-9 0,-4 1 64,-4-7 1,-3 5-98,-6 2-51,-3 16 579,3 30-579,1 12 834,1 8-834,-1 22 0,-3 24 1169,1-13 1,-1 7-1170,-2 1 0,-2 5 0,1-3-644,-1 5 0,0 1 644,1-9 0,-1 4 0,0 0 0,2-6 0,2 7 0,1-3-57,-3 11 1,4-2-515,7-16 0,5-6-11,11 10-381,10-2-1608,16-27 1238,-13-17-3168,-4-17 1,-2-6-1202,-6-6 5904,7-25 1,-22 36 0,-2-1 0</inkml:trace>
  <inkml:trace contextRef="#ctx0" brushRef="#br0" timeOffset="86505">16682 11268 19692,'-47'-13'1698,"0"0"1,0 1 0,6 1-231,8 0-930,8 1-415,11 1-56,14 2-117,21-4 16,-1 3-140,16 1 1,7 0-68,-8 3 0,1 2-356,19-3 1,0 1 433,-16 2 0,-2 0-274,17-1 0,-4-1 258,0-2 109,-1-2 0,-2-1 126,-14-1 364,20-14-173,-40 15 633,2-5-651,-14 12 230,-7 1 304,0 4-371,-20 9-252,6 5-112,-5 4 11,7 6 0,12 4-22,9 2 0,8-2 16,37-1-21,-16-18-1692,2-2 1,1-4 1685,0-6-26,3-8 1,-1-4 176,0-9-51,-9 2 0,-4-2 74,-9-15-96,-9 7 84,-12-5 28,-17 3-135,1 6 74,-28-1-102,27 20 3343,-19 0-3353,13 21 250,6-1-256,5 12 1,2 3-18,2 5-12,3 3 0,2 3-249,7 1 1,4 0-1434,4 1 1,2 0 1693,3 3 0,3-4 0,6-2 0,-4-19 0</inkml:trace>
  <inkml:trace contextRef="#ctx0" brushRef="#br0" timeOffset="89463">12436 12422 16028,'3'-8'3753,"0"1"-1664,-3 7-761,0 0-1216,2-9-45,-1 7 11,2-6-33,-4 15 213,-3 5-12,-5 4-11,-6 4 12,-5-1 61,-4-4-123,3-5-2675,-9-4 2714,18-7 145,-10-6-251,17-3 22,-1-21-73,8 2-61,6-15-2275,9 9 2269,7 7 2252,1 8-2297,0 10 17,-5 5 6,15 14-12,-5 10-44,14 17 50,-17-3-37,-16-1 1,-7 2-625,-22 25 655,-1-12 1,-6 0-9,-14-1 0,-7-1 17,12-12 1,-3-1 0,-1 0 616,-1-1 1,-2 0 0,1-1-573,2-3 1,0-2 0,2-1 40,-10 4 1,3-5 11,11-8 0,4-5 89,-5-7-56,17-15-61,12-12 771,13-7-816,3 2 11,30-10-11,1 16-11,-11 8 0,4 2 421,-1 6 0,2 3-721,4 1 0,2 1-846,4 1 1,1 2 509,9 0 1,-4 1-1,7-1 1,-7 2 0</inkml:trace>
  <inkml:trace contextRef="#ctx0" brushRef="#br0" timeOffset="89667">13146 12755 27505,'9'-21'-1411,"15"1"648,9 12-2642,26-9-3428,-20 3 6833,17-9 0,-43 18 0,-3 0 0</inkml:trace>
  <inkml:trace contextRef="#ctx0" brushRef="#br0" timeOffset="90559">14236 7677 18358,'3'-5'5551,"-2"0"-4649,10-25 0,1-4-482,-6 14-96,7-17 1,-3 5 252,-10 25-420,-2 2-129,1 4-34,0 1-44,-1 3 22,0 8 84,-5 28-67,-2 11 11,0 8 0,3-24 0,-1-1 5,-3 20-16,3-16 0,0-1 11,-2 16 17,2-8-6,5-27 39,1-11 46,2-7-24,2-9-38,2-11 11,4-14 56,0-10-1,0-5-38,-4 12 156,-2-4-83,-2 25-51,-1-1-73,0 14-140,0 4 28,-2 11 101,1-2-106,-1 27-325,6-5-23,0 6-229,6-8 683,22 14 0,-20-26 0,16 15 0</inkml:trace>
  <inkml:trace contextRef="#ctx0" brushRef="#br0" timeOffset="90725">14541 7874 27505,'-4'-13'-1039,"0"2"0,2 11 0,0 0 0</inkml:trace>
  <inkml:trace contextRef="#ctx0" brushRef="#br0" timeOffset="94292">14735 12491 16853,'-3'-9'5046,"2"2"-3652,1 7-1220,0 0 242,-42-30-416,15 57 8,-5-16 0,0 4 6,9 30 0,6 11-503,3-16 0,0 0 1,1 2 435,-1 2 1,1 1 0,0 0-131,0 1 0,0 1 0,0 3-386,1-6 1,-1 3-1,0 0 1,1-1-442,-3 7 0,1-1 0,0 0 487,0-2 0,0 0 1,-1-2-375,-3 14 1,-3-6 1556,0-19 0,-1-3-151,5-5 1,-2-4 1221,-35-2-415,18-47-776,14 3 1,1-6-51,3-18 0,4-4-578,3 14 0,4 0 155,6-17 1,8 1-40,17-6-37,-3 24 1,5 2-34,11 0 0,4 5 19,-12 8 1,1 2-29,17-5 1,1 3-23,-14 5 1,2 0 76,19-7 1,0-2-39,-17 6 1,-1 0 5,15-9 0,-1-2 353,-20 8 1,0-1-245,12-10 1,-2 0-32,-13 11 1,-3 0 94,4-5 1,-3 2 352,-5 1 940,0-2-832,-12 10 957,-4 6-1418,-5 6 239,0 1-395,-4 13 22,-1 5-16,-2 8-1,-2 11-117,-1 10-17,3-8-597,3-5 1,1 1-2093,2 1-610,2 7 2591,3-17 0,-2-18 0,1-1 0</inkml:trace>
  <inkml:trace contextRef="#ctx0" brushRef="#br0" timeOffset="94473">15117 12666 22498,'2'-48'683,"0"0"0,-1 3 0,-1 11-772,-1 29-673,-3 4 387,1 8-174,0 6-7539,-4 31 7240,3-10 0,-1 7 0,3-24 0</inkml:trace>
  <inkml:trace contextRef="#ctx0" brushRef="#br0" timeOffset="95230">15416 12787 22032,'0'-5'3602,"0"2"-3389,0 3-252,1-10 50,-1 46-16,1-13 7,0 9 1,-1 3-20,0 4 23,-3 3 44,2-17 57,-2-5 184,2-9-123,3-12 56,5-9-129,8-13 73,18-25-89,-6 10-29,-6 9 0,3 0 29,14-8-46,-6 6-44,9 2-34,-10 22-55,2 7-102,6 14-106,-6 12 78,-8 0-559,3 9-1278,5 3 137,-3-18 1,5-2 943,-4-2 0,2-3 672,0-3 1,2-5 184,3-8 0,-1-4 997,11-5-112,9-7 2050,-8-9-1254,-23 6-947,2-5 644,-15-6-667,-9 9-206,-7-8-197,-9 12-112,-14 8-55,0 7 32,-19 15-27,2 9-14,12 1 0,1 3-26,-13 20 1,22-17 0,5 1-46,3 14-16,16-7 23,15-12 22,19-12 22,-1-12 25,0-10 1,0-5 52,15-16 124,-5-7 0,-2-6-17,-17 11 0,-3-3-385,7-14 0,-4-3 387,-11 9 1,-2 1 2,-1 0 1,-1 3-76,-4 9 0,-1 2 518,5-27-352,-9 36-203,-2 0-100,-5 30 50,-5 17 12,-7 27-37,6-17 0,-1 6-424,0 7 0,0 7 0,1-2-23,2-10 0,1-1 0,0 2-1067,-1 15 1,1 2 0,2-4 961,4-3 1,2-7 0,0 14 0,5-31 0</inkml:trace>
  <inkml:trace contextRef="#ctx0" brushRef="#br0" timeOffset="96292">18201 13050 18133,'3'-8'2669,"7"-22"0,-1-6-1952,-4-4-443,3-5 1,-3 0 117,-14-6-134,-9 8-23,-15 8-207,6 16 376,-8 7-381,-15 25-12,-1 10-2016,7 2 0,0 5 1999,18-10 1,1 2 13,-2 4 1,2 2 385,-1 26-534,15-12 188,9 12-65,57-28 34,-18-17 2,3-11 1,1-8 36,3-22-243,-16 8 1,1-3 219,1-4 1,-1-2-1,1-4 1,-1-4-14,-7 5 1,0-2 0,-2 1-5,1-2 1,-1-1 3,6-17 0,-4 0 27,-10 24 1,-2 2 61,2-3 0,-2 1 3130,1-8-3149,-6 21 482,-5 13-600,-3 12 17,-3 13-1,-8 19 12,-6 19-17,8-20 1,-1 2-330,-3 18 0,1 0 318,5-16 0,0 1-104,-2 18 1,4 2-923,13-8 0,5-3 620,-1-8 0,6-3-1359,15 6 0,6-9 1670,11-16 81,-11-19 0,1-6 2,10-15 143,-19 3 1,-1-2 86,-2-2 1,-3-1 55,10-14 527,1-18-190,-19 23 808,4-9-1133,-13 23 677,-3 9-919,-2 6 3272,-2 3-3355,-1 4 258,-4 10-191,0 9-51,3 16 46,5-10-1,15 9-16,10-18 16,13-2 6,4-9 6,13-17-6,-19-1 22,12-20 29,-23-2-12,3-13-6,-12 7 1,-5 0 22,-10 12 146,-19-25-152,-6 22-33,-11 4 0,-4 6-17,-8 17 0,-13 6-12,36 21 1,5 5-11,5-1-6,-1 8 0,5 0-34,11-7-434,7 7 1,9 1 495,26-7 0,4-1 0,-25-2 0,1-2 0,17-8 0,0 0 0</inkml:trace>
  <inkml:trace contextRef="#ctx0" brushRef="#br0" timeOffset="97113">19416 12982 22918,'20'-44'1209,"-1"0"1,-1 0 0,-7 12-1047,-13 27 38,-6-2-184,3 6-11,-3 2-1,-8 16-33,5 7 6,-2 17 5,19-5 17,14-6-11,14-13 11,-2-8 0,15-5 17,-8-9 16,9-7 102,-2-17-1,-16-1-56,-6-1 85,-16 0 38,-14 3-167,-2 5 11,-16-2-17,-3 17 17,-18 4-40,-10 28-10,15-5 7,13 13 1,3 4-391,6 12 363,6-11 0,3 0-177,11 25 23,7-17-511,25 1-108,-1-30 0,3-5 154,22 10-426,2-16 1,-1-7 918,-5-5 173,5-7 0,-2-3 107,-12-3 95,-7 0 0,0-4 821,4-20-42,-6 4-2856,-8 1 2172,-19 23 127,-7 9-323,-3 8 400,-4 7-500,-4 12 94,-1 4-78,-8 22-14,8-14 1,0 6-21,-3 3 1,-1 4 0,1-1 1159,0 5 0,-1 1-1175,-1 5 1,-2 5 0,2-6-64,3-10 1,0-3 35,-1 10 1,-1-1-40,2-8 1,2-6 41,3-7 57,-1-1-12,12-41 11,3-20-16,1-6 8,-1-6 0,-1-5-93,0 7 0,0-3 88,2-8 1,1-6-1,1 3-33,-1 10 1,0 1-1,2 0 24,1-7 0,3-2 0,1 1 11,3 4 0,2 0 1,-1 4-18,1-1 1,2 1 5,-3 8 0,2 0 0,0 4-345,3 4 0,-1 4 345,16-17-60,-6 26 1,0 10 42,-4 27 14,-4 1 1,-3 5 7,-5 25-343,-10 0 1,-5-1 325,-7 3-5,-3-4 1,-8-2-113,-10-15 0,-6-5-199,-2 1 1,-3-3-550,-9-1 1,-3-6 876,0-8 0,4-5 0,-6 1 0,5-6 0</inkml:trace>
  <inkml:trace contextRef="#ctx0" brushRef="#br0" timeOffset="97980">20835 12958 17025,'5'-5'6181,"-2"1"-5863,-3 4 155,0 0-150,35-17-95,-17 12-83,13-5 1,0 1-108,-9 7 2,11 0 50,-12-1 44,-1-2 56,3-3 102,-5-1-1,-6-4-3352,-5-9 3156,-5 4 174,-10-16-185,2 20 84,-14-14-146,11 19 1,-15-5-18,14 12 3398,-22 5-3403,15 3 0,-10 11 0,-1 4 0,3 1-5,-17 20-6,23-10-45,8 11 39,3-7 0,22 11 28,21-23-6,-6-10 1,4-2-308,6-4 1,3-2 287,15-5 0,-1-3 22,-17 1 1,0-3 2,19-6 0,-2-7-1521,-20-10 0,-4-3 1532,0 9 1,-3-1 21,-2-16 1,-7-1 22,-11 9 141,3-24 268,-6 9-308,0 8 112,-4 1-17,-3 26 170,0 2-427,0 5 3369,-1 3-3459,-3 16 90,4 22-18,2 20 12,6 2-11,4-23 0,3-1-310,3-6 0,2 0 312,5 6 1,1-1-51,0-3 0,0-2-48,-4-4 1,-3-1-274,5 17-175,-23-7-302,-23-5-594,-23-5-1724,-15-10 3175,26-11 0,2-2 0,-6-1 0,10-3 0</inkml:trace>
  <inkml:trace contextRef="#ctx0" brushRef="#br0" timeOffset="98363">22131 13091 26782,'26'-50'297,"0"1"0,-2 0 0,-7 2-272,-14 13 0,-4 1-585,0-6 0,-2-3 588,0-4 0,0 0-14,-1 9 0,-1-1 36,-1-6 1,0 2 128,-4-11 441,-3-1-536,5 28 111,2 13-262,1 16 55,2 2 1,-11 33 34,6-7-29,-1 19 0,0 7-97,6-14 1,1 2 89,1 0 0,2 2 0,0-2-32,2 1 0,3 1-105,3-5 1,4 2 0,-1-5-165,10 20-646,5-2 0,1-3-262,-4-16 1222,0-5 0,-2-5 0,-10-13 0,4 2 0</inkml:trace>
  <inkml:trace contextRef="#ctx0" brushRef="#br0" timeOffset="98550">22103 12902 21332,'-4'-3'3406,"1"0"-2045,3 3-1658,2-32-364,32 22-185,0-23 480,4 26 1,11 7 0,-7 0 0,3-3 0,1 1 0,-1 0 0</inkml:trace>
  <inkml:trace contextRef="#ctx0" brushRef="#br0" timeOffset="99363">23835 12912 20627,'4'-9'4615,"0"3"-4267,-4 6-332,0 0-128,25-38 129,-19 37 0,19-23 0,-29 50 0,-7 14 11,-8 14-166,7-16 0,-3 0 149,-3-7 1,-3-4 2,-5-1 0,-1-3-3,2-1 0,0-1 102,-23 12 21,22-28-61,19-19 11,4-15 34,16-17-43,-2 15 1,3-1-389,4-6 1,2 0 376,3-3 1,1 0 30,1 4 0,-1 1-36,-2 6 1,0 3 35,10-7-78,-11 17-11,-5 13-12,3 16 17,13 13-5,-10-3 0,1 1-6,19 20-4,-5-4 0,1 0-7,-12-12 0,1-1 5,12 11 0,1-1 3,-10-13 1,0-2 237,22 10-219,-14-11 40,-13-11 34,-12-15 22,-6-10-22,-3-16-18,-2-14-38,-4 2-9,-3 2 0,-1-3-76,1 12 1,1-1 47,-2-15 0,0 1 3,3 14 0,2 3-39,1-14-622,5 20-173,8 23-242,12 14-173,11 15-93,-7-5 1,0 2-70,14 10-660,-12-9 0,0-1-6918,11 5 8989,-5-3 0,-12-11 0,-18-11 0</inkml:trace>
  <inkml:trace contextRef="#ctx0" brushRef="#br0" timeOffset="99717">25024 12898 25965,'-24'-24'187,"1"-1"1,-21-11-171,20 46-23,4 3 6,-10 27-11,15-2 11,-3 19-34,27-1 12,3-20 16,15-1-38,26-15 32,-2-10 18,-15-4 0,1-2 27,17-12 107,-13-7 62,-12-9 5,-11-7-22,-9-9-56,-6-11-45,-5 15 0,-3 0-28,0-14 0,-3 16 0,-2 3 16,-8 2-66,-10-1-40,-7 13-89,-3 11 22,7 9-604,-5 23-601,21 7-1538,3 22 2844,29 5 0,-8-26 0,8-3 0</inkml:trace>
  <inkml:trace contextRef="#ctx0" brushRef="#br0" timeOffset="100530">25671 12991 24732,'5'-50'521,"0"-1"0,0 12 0,-5 4-381,-20-4-45,-10 22-27,-17 4-7,-10 16-44,24 5 0,0 4-292,-2 5 1,1 4 254,-4 10 1,3 2 10,11-10 1,2 0-18,0 10 1,9-2 98,20 0-112,24 1 28,30-15 2,-20-14 1,2-4-291,4-4 0,0-4 313,0-3 0,-2-4 25,-4-1 0,-1-4 36,-3-9 1,-3-4-26,-8 2 1,-4 0-20,-3-2 0,-3-1 27,-4-4 1,-2-2 14,-2 5 0,0-1-1437,3-17 0,0 1 1425,-4 17 1,0 1 67,1-5 0,0 4 467,-3 6-540,-1 7-33,-1 11-79,-3 15 452,-3 14-407,0 20 8,-1 3 0,0 3 1440,1-10 1,0 1-1461,-1 22 1,0 2-574,3-16 1,0 0 340,-1 9 0,3 2-235,3-5 0,4-1-726,6-3 1,6-5 11,0-11 0,2-5 5,25 10-801,16-31 1928,-31-9 315,-3-1 1,2-4 1165,14-30-586,-7 6-17,-13 5 1,-1-2 644,5-11 229,4-9-884,-13 20-410,-8 10 679,-13 19-1020,-21 15-6,-2 20-50,-2 4 652,15 11-630,36-9-3398,13-9 3399,8-6-6,12-13 33,0-17 51,-2-8 44,-4-14-66,-28 3-2122,-12-16 2110,-13 21-1410,-21-22 1410,2 28 722,-9 1 1,-1 3-751,0 5-14,-26 1-14,23 16 17,-6 9-17,7 16-6,6 12-22,9 12-62,16-18 1,5 2 323,5-6 0,4 0-545,0-1 0,5-2-1154,8-5 1,3-4 2151,11 3 1,-6-5-1,-14-13 1</inkml:trace>
  <inkml:trace contextRef="#ctx0" brushRef="#br0" timeOffset="102384">14392 14367 17860,'3'-45'2087,"1"-1"0,0 1 1,-2 6-1444,-9 9-202,-10 1-403,0 14-27,-25 16-18,18 9 0,-29 24 6,10 11-1261,7-3 1,1 3 1254,10-13 1,0 2-20,-8 13 0,2 0-83,15-12 1,2-2 51,-9 20 0,12-4-39,44-23 100,1-17 18,18-1-23,-10-20 16,-11-6 1,1-4-142,-5 3 1,0-3 219,14-16 0,-1-3-39,-18 16 0,-3 0 68,2-11-1,-4 0 141,-6-6 49,-1-5 1661,-6 16-1879,-4 14 695,-1 11-874,-4 16 78,1 1-61,-7 30 61,6-16 363,-1 26-469,8-18-68,5 9-408,13 1 386,-1-17-212,17 1 16,-4-21 157,11-8 180,11-20 145,-10-7 36,-18 3 1,-2-3 271,9-25-219,-8 9 242,-5 2 22,-12 25-84,-1 1-342,-4 10-213,-2 5 163,3 30 39,-1-10 5,2 12 1,1 4-28,0 6 16,3 9 6,-3-10-28,1-12 17,-2-7 56,8-7 5,-4-17 46,24-18 13,-10-3 0,-1-1-47,19-16 44,-13 6 0,-2 2 18,-4 5-35,5-5-55,-14 19-73,-3 9-6,-2 8 28,2 4-28,16 22 23,-8-8-1,11 14-167,-4-7 0,2-2-1714,19 11 1750,-17-10 0,4-2-482,8-8 1,1-6 110,-7-5 0,1-2 413,6 3 0,2-3 61,1-5 1,0-3 156,-3-4 1,-2-3 52,0-1 1,-1-3 81,0-4 0,-5-2 55,1-9 337,-3-11 225,-15-1-612,-3 8 336,-12-11-414,-15 32 1286,-15 0-1432,-19 25-5,1 2-17,12 5 0,-1 2 3,7-2 0,1 2-20,-4 5 0,1 2-6,6 2 1,3 1-18,-2 8-38,13 4 22,21-25 22,23-5 34,12-18 0,-13-4 0,1-4-593,-1-7 0,-1-2 595,-7 2 1,0-1 22,4-8 1,-1-4-196,-5-8 1,-3 0 180,-1 8 1,-2-3 10,-3-5 0,0-5 1,-3 4 16,-3 4 0,-1 1 11,2-15 1,0 1 6,-5 18 1,-1 4 127,1-12-118,-3 20-28,0 13 1047,-3 13-1092,1 5 6,-2 10-3,-2 19 1,-1 8-1016,-2 2 0,-1 3 995,0 6 1,0 1-23,0-7 1,0-2-450,3-9 1,1 2-1577,2 13 1,2 2-1141,0-12 1,2 0 3209,3 11 0,2-8 0,2-20 0,0-3 0</inkml:trace>
  <inkml:trace contextRef="#ctx0" brushRef="#br0" timeOffset="103571">17895 14292 14555,'26'-49'1833,"-1"0"0,-3 7 1,-4 4 693,-7 4-2309,-9 15 792,-11 10-921,-21 14-72,3 3-12,-4 10 1,-1 5-14,-11 20 19,17-18 1,0 3-29,4 3 0,3 2-25,3 3 0,3 1-11,1 1 0,3 0-57,3 5 1,6-1-199,19 17-135,19-12 180,2-18-101,4-20 0,4-8 255,-10-6 0,0-4 384,19-5 0,-1-4-202,-10-3 0,-4-4 53,-4 1 0,-4-2-173,-5 2 1,-3-1 376,11-23 29,-13 9-6,-13 6 356,-7 12-569,-10 9 654,-10 10-783,-25 24 3,14-2 0,-1 4-104,0 2 1,1 4 58,2 2 0,5 0-19,3 9-102,15 8 107,8-27-67,27 10 39,4-26 62,-1-8 0,2-4-167,11-5 214,-14-4 1,-2-4 75,4-10 96,2-10-85,-15 6 297,-7-19-146,-13 13-27,-6-16-40,-9 15-50,-11 6 509,-4 9-649,-6 10-22,7 7-68,-10 16 17,12 9-39,-8 17-124,13 11-285,8 10-521,14 2-599,16-3-886,18-11-599,14-14-801,10-14 2644,-29-13 1,1-5 1248,0-2 0,-2-3 1031,0-3 0,-2-2 2849,22-19-346,-10-4-1248,-11 1-891,-12 2-426,-7 4-246,-8 8-236,-2 7 103,-2 7-522,-1 5-146,-1 10 89,-1 11 0,1 0-16,2 15 16,7-11-16,7 4 5,3-10-11,23-4 23,-4-12 10,21-9 6,-5-10 53,-23-1 1,-1-2 8,9-8 128,-12 1 1,-4 0-6,-7 4 258,7-17-85,-16 26-111,-1 2-247,-3 8 6,-8 19-11,0 1-6,-15 35 5,9-21 1,0 3-350,-6 11 1,-1 4 337,-1 4 1,0 3-792,5-7 0,0 2 0,1-2 522,-1 4 1,2 1-921,3-1 0,1 3 0,2-4 775,4-5-1,1-4 1,0-3 0,1-2 0,1 3 0</inkml:trace>
  <inkml:trace contextRef="#ctx0" brushRef="#br0" timeOffset="104998">18869 14500 22043,'11'-42'974,"0"0"1,0 1 0,-2 9-717,-8 24 118,3-1-359,-4 8-6,-3 16 11,-3 11-5,-4 10 2,-2 4 1,-2 2-842,-4 8 833,5-10 0,-3 7 1,2-6-12,-5 17 14,1 2 0,2 0-3,3 0-6,6-26 1,0-1-17,2 22 11,5-28 17,-1 2 296,1-17 499,1-9-661,1-20-67,1-8-45,3-27-22,-1 9-6,3 0 1,1-3 92,0 7 1,1 1-105,1-7 0,2-3-389,0 8 0,1-2 1,-1 3 405,3-1 0,0 2-15,2-9 1,3 1-6,4 6 1,0 7-4,3 3-259,7 3 1,4 5 281,12 9-85,-6 7 1,2 5 61,-8 12 0,-1 3-2,-5-3 0,-3 3 8,2 14 0,-7 4 0,-9 10 5,-9 18 18,-18-22-1,-28 5-14,7-21 1,-3-2-119,-3 1 1,-3-1 83,-9 2 1,1-3-3,16-8 0,1-2 228,-6-1 0,2-3-1595,2-2 310,-2-3 1085,25-9 0,9 7 0,2-3 0</inkml:trace>
  <inkml:trace contextRef="#ctx0" brushRef="#br0" timeOffset="105572">19679 14635 22190,'4'-52'1068,"1"0"0,-2 6 0,1 6-492,0 8-212,-2 13-212,0 9-203,-2 9-5,1 9 67,4 11-5,3 16-17,5 8-6,3 3 17,7-5-6,8-9 12,10-11 44,10-13-22,4-15 12,-2-13 72,-7-12 95,-9-8 168,-11-3 107,-8 3-40,-9 6-145,-4 14-224,-4 10 27,-5 14-66,-8 18-34,-13 23 8,5-12 1,-2 3-9,0 1 0,-2 3 0,2-2-502,-4 4 1,1 0 475,1-1 0,-1 4 0,3-2-778,-2 14 1,4-1 803,-1 5 0,3-2 0,3-13 0,4-4 0,2 9 0</inkml:trace>
  <inkml:trace contextRef="#ctx0" brushRef="#br0" timeOffset="105975">21557 14681 24766,'20'-52'698,"1"0"0,-4 8 1,-3 8-162,-7 17-514,-7 15-46,-1 5 7,-12 26-1,-1 11 3,2-8 0,0 2-45,3 0 0,1 1-2312,2 6 1,2 0 1131,2 14-3142,7-20 0,5-2 4381,8-4 0,-6-8 0,-6-14 0</inkml:trace>
  <inkml:trace contextRef="#ctx0" brushRef="#br0" timeOffset="106316">21998 14233 23086,'-26'-41'591,"0"1"1,1 4 0,0 12-361,-8 35-197,-5 13-12,0 14 1,6 5 39,13-1-62,12-6 46,14-5 83,15-6-45,-1-11 98,8-5 109,6-14-28,-8-4 56,10-9-39,-19-4-123,-9-2-73,-4-1-45,-7 4-56,0 6-139,-1 7-281,-2 6-515,1 12-1082,-1 8-3360,4 14 5394,4 0 0,-1-9 0,2-10 0</inkml:trace>
  <inkml:trace contextRef="#ctx0" brushRef="#br0" timeOffset="106573">22384 14393 23890,'17'-59'737,"0"-1"1,-2 7-1,-3 7-289,-3 5-218,-5 18-23,-6 16-202,-7 24 12,-9 22-31,6-6 0,-1 3-631,-3 9 0,1 2 631,-1 5 0,1 1-14,0 3 0,0 0-112,3 0 0,0 0-291,0-2 0,2-2-387,3-3 0,1-2 43,1-12 0,2-2-2343,1 1 1,2-4 3057,6-5 0,-4 0 0,5-22 1</inkml:trace>
  <inkml:trace contextRef="#ctx0" brushRef="#br0" timeOffset="106759">22320 14813 18800,'-36'-48'1673,"-1"0"0,4 6 0,2 8-883,-9 9-73,15 11-285,18 8-309,16-3-140,1 2-39,29-9-84,11 3-241,1 3 0,2 0-255,-15 3 0,1 1-1397,6-1 0,5-1 0,-6 1 2033,-11 2 0,-2 0 0,6-1 0,-3 1 0,-10 0 0</inkml:trace>
  <inkml:trace contextRef="#ctx0" brushRef="#br0" timeOffset="106972">23084 14295 23024,'-3'-3'2974,"1"1"-2083,2 2-908,-20-34-61,14 27 38,-14-19 29,20 43 6,3 15-79,3 13-364,4 9-79,-2-9-4257,-5-10 1,-1-1 3935,-5 5 0,3 3 0,-4-26 0</inkml:trace>
  <inkml:trace contextRef="#ctx0" brushRef="#br0" timeOffset="107655">23783 14405 24559,'-13'-49'493,"-1"-1"0,4 9 0,0 8-163,1 14-330,5 16-6,-2 9 1,2 14 10,2 19-5,-1 0-11,4 1 0,1 3-349,2-11 0,0 0 357,0 8 0,1 0-22,7 3 0,1-2-113,9 10 132,-9-22 1,1 0-129,15 17-23,-16-25 11,1 5-27,-20-18-567,-30-15 589,10-2-79,-28-23 129,20-20 206,18 21 0,3-1-88,1-1 0,3 0 162,5-18 179,15-6-78,-4 26 1,8-12-68,-8 34-129,-5 4-67,-1 6 44,-2 10 531,-3 1-497,-18 39-84,-8-1-364,6-9 1,-1 2-491,-1-3 0,1 0 843,-1 4 0,2-2 0,-4 5 0,8-8 0</inkml:trace>
  <inkml:trace contextRef="#ctx0" brushRef="#br0" timeOffset="108156">25035 14704 19496,'0'-7'2464,"3"-33"0,2-6-1618,4 4-516,-2-8 1,1 2-101,1 20-40,-3 13-263,-3 18 73,2 17 12,0 7-10,3 9 1,0 3 3,3 5-152,1 6 1,2 0 151,0-10-9,9 4 0,4-3 3,-2-13 6,2-3 0,2-4-12,3-12 12,8-7 38,-4-15 29,-3-12-39,-6-11-57,-4-18-55,-11 15-164,3-15-1102,-3 24-885,12 0-1804,11 10-883,-4 14 1,1 2 3403,20 0 1,-5 3 0,-28 1-1</inkml:trace>
  <inkml:trace contextRef="#ctx0" brushRef="#br0" timeOffset="109072">26104 14550 23904,'6'-39'182,"0"1"0,-9-18 393,-46 70-567,17 4 1,2 2-3,-12 12-12,14-4 1,3 1-1,7 0-1985,7 4 1,5 1 1973,6-5 769,24 29-752,-2-44 189,28 6-178,-21-16 85,28-8 39,-21-8 218,17-20-247,-28 7 79,0-21 11,-14 10 22,0-6 3252,-5 13-3111,-3 6-286,-3 16 147,-2 1-243,-6 16 34,-9 12-5,0 4 0,-10 20-15,15-15 1,2 1 2,-6 12-5,11 19-6,34-35 17,-2-6-28,32-6-17,-8-20 42,-18-2 1,0-2 7,-1-4 1,-2-4 8,-1-4 0,-2-4 0,-2-5 0,-2-3-329,-1-7 0,-3-4 329,0-6 0,-2-2-445,0-8 0,-3-1 449,-4 17 1,-1 0 0,0 0-378,-1 0 1,0 0-1,0 1 381,2-15 1,-1 2 19,-2 9 0,0 3-514,1-14 517,-5 26 404,-2 19-489,-4 16 808,-2 18-768,-2 8 0,0 5-6,0 5 1,1 1 474,-2 4 1,0 2-482,1 8 1,1 0-16,1-9 1,1 0-75,-1 9 1,2 1-304,2 2 1,3-2-1555,4-15 0,0-3 1770,-1-4 0,4-4-515,26 4 613,-15-24 212,20-3-16,-2-26 6,-7 2 176,-6-9 1,-2-2 314,-3-1-315,-3 2 1,0-1 3571,-1 0-3289,1 0-465,-8 14-83,-6 8-74,-6 12 34,-1 2 240,-4 16-239,2 7-12,0 9-23,15 6 34,-1-17 17,27 1 0,-15-23-22,26-1 44,-12-14 40,15-16 28,-11-6-1109,-4-5 1052,-15 6 169,1-29-101,-11 29-90,4-20-62,-13 38-33,-1 8-1103,0 1 1237,0 2-5595,6 6 5545,2 1 0,0 1 0,-2-3 0</inkml:trace>
  <inkml:trace contextRef="#ctx0" brushRef="#br0" timeOffset="109421">27628 14589 26049,'11'7'173,"-5"-1"-44,32-11-67,-21 0 195,15-15-77,-18-1 32,2-12-88,-8 7 329,-2-12-274,-4 23 219,0-7-320,-1 18 23,-4 2-90,-5 7 34,-11 8-34,-1 2 1,-24 28-29,14-6-3,9-8 1,2 2-54,0 22-73,12-11-811,22 5-8874,32-11 8443,-10-8 1,6-6-1,-34-18 1</inkml:trace>
  <inkml:trace contextRef="#ctx0" brushRef="#br0" timeOffset="112166">11364 15874 18507,'-4'0'3955,"1"0"-1887,3 0-1821,-30-30 51,22 19-287,-16-24 87,40 22-115,18-1-16,13 1-18,7 6 11,-12 4 284,7 15-289,-24 3-6,7 13 23,-19 3 17,-10 6 22,-13 3-5,-3-8 72,-19 9-10,7-20 39,-8 5 49,13-16 24,6-6 4,8-3-55,3-1-78,3 0-208,10 0 162,-1 0 7,39 9-35,-2 2 14,-9-1 1,1 1 3,14 5-49,-17-1 1,-2 2-42,0 9 28,4 13 33,-34-3 1,-23 3-68,-22 0-1794,3-16 0,-2-3 1760,10-6 1,-1-1-328,-16 1 0,2-3-724,0-6 1186,-1-7 0,3-2 0,15 2 0,-21-8 0</inkml:trace>
  <inkml:trace contextRef="#ctx0" brushRef="#br0" timeOffset="112398">12299 16038 21238,'5'5'3388,"-2"-2"-2493,-3-3-984,26-3-544,3-3-2789,29-6 2496,-11 0 0,-15 4 1,-14 3-1</inkml:trace>
  <inkml:trace contextRef="#ctx0" brushRef="#br0" timeOffset="114983">14139 16273 18761,'2'-6'5327,"-1"1"-4946,2-30 0,-1-7 191,0 5-446,1-8 0,-2 1 462,-8 11-426,-3 20-134,-13-1-34,1 16 6,-12 13 0,-4 7 3,2 2 0,-2 3-488,2 0 0,-3 3 0,2 0 473,3-1 1,2 0 0,2 1-25,-10 14 0,4-1-177,9-4 0,5-1 123,7-7 0,6 0-78,9 14 45,17-16 123,15-14 56,14-17-243,-16-9 1,2-4 234,7-9 0,1-5 8,7-9 0,-2-2 153,-7 6 0,0-3-135,-4-2 1,1-5 0,-4 2-618,0-5 1,-2-1 566,-2 3 0,1-4 1,-2 2 14,1-9 0,-4 2-55,-2 5 0,-2 3 153,-5 9 1,-1 3 35,2-8 534,-9 19-562,-5 17 629,-3 4-880,-3 11 1735,-10 17-1646,-10 25 8,8-14 1,-1 3 0,-2 8 0,0 3-76,6-8 0,1 1 0,1-2-1179,0 3 1,1-2 1158,1 5 1,4-1-584,8-10 1,3-4-48,13 18 378,-4-19 1,6-4-124,15-16 0,4-8 395,9-4 145,0-14 1,-2-8 302,-6-12-112,-12 10 0,-3-2 372,2-15-215,-10 6 2333,-8 9-2552,-4 11 717,-4 9-862,-3 7-34,-4 6 12,-7 8-18,-5 9-5,-1 3-61,5 0 33,6-10-68,14 3 85,8-11 56,14 1-34,11-12 28,10-11 57,1-11 77,-3-8 73,-23 5 1,-4-1-17,5-15 5,-6-12 17,-16 25 5,-6 8-105,-2 8-63,-6 8-128,2 3-23,-9 8 29,-2 11-29,-9 12 40,-1 14 5,3 8-22,15-15 0,2 0-337,-2 14 308,7-15 1,3 0-89,11 9-7,12 5 68,5-27 0,5-5 67,15 3-23,-4-15 1,3-8 30,-12-5 1,1-4-418,10-6 0,1-4 465,-1-4 0,-1-3 25,-1-3 0,-2-2-31,-1-4 1,-1-2 5,-2-5 0,-2-2 14,1-4 0,-2-2-351,-12 16 0,0-1 0,-1 0 401,7-19 1,-1 1 5,-5 3 0,-4 2 22,-4 7 1,-4 3 142,0-20 215,-12 25-377,-4 21-112,-5 13-28,-4 17-6,-19 39 34,7-6-17,5 3 1,1 4 7,5-8 1,3 3-26,0 3 0,0 5 1,1-3-291,-1 4 1,2 0 188,3-5 1,1 4 0,3-5-259,2-4 1,4-3-455,3 8 1,4-2 11,3-10 0,6-6-1563,27 10-1069,13-28 1503,-25-19 1,0-6 18,11-11 0,-2-4 2407,-12 5 0,-2-1 277,5-5 0,-3-3 2474,-7-2 1,-3-2-1492,-2 3 0,-2-1-1330,1 0 0,-2 1 1267,0-17-801,-12 32-388,-6 0-252,-4 9 3198,-1 3-3361,-9 4-55,3 8-11,0-1 1,4 8-102,16-2 90,1-2-12,16 3-6,16-10 74,2-3-6,2-5 33,-8-7 45,-12-8 0,2-8 29,-7-6 72,-8-1 84,-4 3-40,-8 6-88,-7 7-74,-16 7-89,-6 12 11,-3 3 0,-5 17 0,17-6-34,-11 17-16,14 23 27,5-15-2,10-7 0,7 1-70,21 12 72,-1-9-27,14-3-59,-6-28 0,3-5-1073,6-5 0,1-2 1165,-1 2 0,2-4 11,7-9 1,-2-6-146,-16 2 0,0-4 181,16-15 1,-2-2-20,-13 12 1,-1-3-303,11-16 1,-2-5 376,-5-2 1,-3-2-576,-10 17 0,-1-1 1,0 0 510,-1 0 1,-1 1-1,-1-1 56,2-12 1,-4 1 668,-6 9 0,-2 2-618,-1 4 0,-1 2 291,-4-18-381,-7 36 610,0 13-683,-6 16-1037,-13 37 1065,4-7 9,1 12 0,1 6-343,11-17 0,1 0 282,0 1 0,1 3 1,1-3-30,2 3 0,1 0-285,1 14 0,2 1-278,1-14 0,2 1-880,1-7 1,2 2-1,2-3 1530,4 6 0,2-5 0,-3-9 0,-1-6 0,7-6 0</inkml:trace>
  <inkml:trace contextRef="#ctx0" brushRef="#br0" timeOffset="115506">16630 16222 16966,'17'-32'-451,"-1"-1"0,6-17 536,26 48 0,7 11-897,-4-6-108,4 1 0,0-1-335,4-5 1140,-25 0 1,0 0 1251,15-6 3226,-16-2-3326,-11 3 3339,-6 2-3490,-25 8 350,-7 5-1074,-6 3 765,-13 10-837,2 5-62,5 2-39,7 3-40,19-7 40,12-4 28,3-5 61,31-2 34,18-22 12,0-4-63,-4-11 169,-23-20-40,-18 8 17,0-19-100,-11 19 251,-17-8-117,-2 20-163,-8-2 62,-11 13-106,5 10-40,-15 8 23,2 13-11,7 4-45,-5 21-23,23-15 0,2 2-112,1 1 1,4 2-379,2 6 1,7 0-1561,6-6 1,4-2 2111,14 22 0,-5-21 0,-8-16 0</inkml:trace>
  <inkml:trace contextRef="#ctx0" brushRef="#br0" timeOffset="117006">19818 16348 25051,'1'-46'347,"0"1"1,1-1-1,2-12 1,-7 10-141,-33 15-145,-4 22-46,6 7 1,-1 4-882,-3 7 0,1 5 859,6-1 1,-1 3-15,-15 15 1,2 6-4,16-9 1,2 2-26,-10 13 1,3 2-12,15-9 0,6 0 490,4 27-493,28-12 28,24-18-44,-10-21 1,2-6 85,7-6 1,1-5-6,4-7 0,-1-3 2,-9 2 1,0-5-442,12-17 0,-3-5 456,-18 9 0,-2 0-4,7-7 1,-3-3 36,-2-12 1,-5-2-10,-7 14 1,0-1-8,-1 3 1,0-2-1,0 2 55,3-6 1,-2 4 343,-1 8 0,-1 3-257,6-7-72,-10 22-85,-6 12 354,-4 6-409,-3 8 1144,-5 17-1089,-8 22-19,4-13 0,0 1-238,-3 9 1,1-1 228,2-8 1,1 3-48,3 10 1,4 6 0,4-3-1768,9-3 0,4-2 1738,-8-3 0,0 1 0,6-6-263,15-2 1,4-11-467,15-10 386,13-8 358,-19-21 0,-2-7 223,14-15-24,-20 5 0,-5-2 271,-2-15-145,-9 11 543,-7-3-370,-6 23 241,-3-4-610,-3 17 3253,-2 4-3309,-5 8 119,1 6-181,-3 6-6,5 3 0,6 0 6,14-2-11,11-4 11,13-6 56,7-8 6,-1-11 89,-4-17-39,-15 2 39,-7-20 40,-12 7-29,-6-9 28,-7 4 12,-12 3-124,4 17 12,-9 5-73,6 15 50,-5 10-5,-3 13-34,1 15 5,0 12-8,16-20 1,1 2-21,0-1 1,4 3-356,6 13 0,6-1-118,2-13 1,5-1-1144,18 10 1,5-7 97,15-8 211,-8-15 0,2-6 97,17-13 1577,-25 0 1,1-4 1245,1-9 1,-2-3-275,9-12-249,-20 8 0,-4-1 379,-1-9-399,1-3-319,-10 11-162,-5 13-510,-6 9-101,-1 7 309,-5 25-208,-3 13-28,-1-4 0,-1 3-283,-1 1 0,-2 3 272,-5 12 0,-2-1-391,7-15 1,-1-2 325,-4 16 0,2-2-164,0 7 125,9-24 0,1-1-14,0 13 79,5-19 83,3-14 513,2-18-541,4-13 12,6-21-6,0 0 0,0-3 132,-3 12 0,1-2-115,7-24 0,2-2-17,-5 14 1,0 0 10,2-2 1,0-3-1,0 3-379,1-1 0,0 0 374,-2 8 0,1-2 0,2 4-20,4 2 0,1 4 8,-6 5 1,2 2-20,8-1 0,0 6-75,7 10 44,16 10 0,-14 19 34,-5 9-23,-13 26 23,-17 6-78,-7-22 1,-5 1 96,-8 0 0,-5-1 6,-8-3 0,-6-2-22,-4-3 0,-4-4-9,0-4 0,-1-4-34,2-5 1,1-3-253,6-5 1,3-4-915,-15-12 1217,24-17 0,14 11 0,11-4 0</inkml:trace>
  <inkml:trace contextRef="#ctx0" brushRef="#br0" timeOffset="117646">21752 16188 23416,'22'45'1641,"1"-12"-1192,4-38 55,4-16-415,-11 1-10,0-9 145,-4-12 106,-5 5-179,0-2 124,-7 11-74,-7 17-66,-5 2-130,-1 4-22,-10 3-5,-15 18 33,6-4-14,-1 11 1,1 4-4,4 1 9,3 1 0,1 4-45,12-2 0,2-1 19,-5 20-2,15-9 0,7-1-602,17 1 588,10 6-121,-1-21 115,-2-18 0,1-3 23,5 0 2,7-7 0,1-7 54,-19-7 0,-3-3-29,2 3 1,-1-4 55,12-28 1,-6-3-715,-6 3 737,-2-3 0,-2-2 134,-5-1-58,-9 18 0,-2 0-31,3-7 616,-3 1-531,-5 30-97,-2 3-124,0 6 670,-1 3-708,0 3 133,1 15-99,9 35 11,-4-23 0,1 2-3,4 13 1,3 2 16,5 3 0,1-1-90,2-2 0,0-2-726,-1-2 1,-1-3 398,6 11-773,-21-19-5024,-42-16 5800,1-4 1,-6-6-1,18-7 1</inkml:trace>
  <inkml:trace contextRef="#ctx0" brushRef="#br0" timeOffset="118400">20697 16280 21209,'5'3'947,"-1"-1"-308,0-2 21,1 0-178,3-2-191,3-3 112,6-8-257,-4 3 212,3-10 35,-10 7 44,1-4-40,-5 5-122,0 6-135,-2 3-263,0 3 67,-5 10 67,-1 9 17,-7 29-34,5-10-3,2-7 1,4 2-31,7 13-84,10 13-1395,4-23 0,3-3 895,14 13 0,-2-8 0,-19-26 0</inkml:trace>
  <inkml:trace contextRef="#ctx0" brushRef="#br0" timeOffset="119840">20718 16337 10634,'-2'-4'5988,"0"2"-1205,2 2-4492,10-5 354,-7 4-511,7-4 174,-10 2-173,1-1-62,2-4-12,1-1-27,1 0 33,3-5 34,2 1 89,2-5 79,2-9-112,-4 3-34,1-6-5,-7 7-34,0 4-28,-2 1-17,-1 3-39,1 2 11,-1 4 39,1 1-16,-1 5 123,0-2-12,-1 4 281,1-1-342,-1 0 56,-1 0-33,-1-4-1,-1 1-66,0 1-18,2 1-168,0 3-599,1-1 678,-1 4 44,0-1 29,1 5 11,0-3-23,0 1 23,0-2-17,0-1 6,0 0-23,1-2 45,0 0 5,2 0 29,4 0-40,-2 0 6,3 0-5,-3 0-23,-3 0 33,1 0 18,-1 0-6,5-1 16,1-2-10,-1 0 133,-1-1-100,-4 3 46,0-2-1,0-2-51,-1-3-50,0 0 106,0-4-66,-1 5-7,0 0-10,-1 6 44,1 1-73,-3 0-16,1 0-17,-3 0-62,0 0-17,-3 1 57,-4 5 10,-1 1-16,-11 17 17,6 2 10,-3 7-4,1 24 32,10-10-10,4-12 0,0 0-12,2 11-89,1 15-118,9-26-409,7 12-2027,14-23 2649,5-10 0,-10-7 0,-6-5 0</inkml:trace>
  <inkml:trace contextRef="#ctx0" brushRef="#br0" timeOffset="121017">20839 16093 21075,'-18'-6'2347,"3"1"-1877,16 4-151,1 0-123,1-1-89,0 1-68,2-2-33,6 1-6,4-2-17,6 2-45,1 1-22,-4 5-11,-6 2 45,-6 6 55,-3 4 29,-3 4-12,-3-4 45,-5 6 62,-14 1-90,-6 0-16,-11 1-107,2-7-314,3-4-1041,7-4-690,9-1 2129,6-4 0,7-2 0,2-1 0</inkml:trace>
  <inkml:trace contextRef="#ctx0" brushRef="#br0" timeOffset="122599">23010 16252 20622,'-4'-58'883,"0"-1"1,0 0 0,1 7 0,-1 2 0,1 9-217,-3-8-242,2 23-369,2 16-202,1 7 34,1 5-11,-1 13 140,9 41-1713,-4-19 0,0 1 1676,1 4 1,1 4-146,-3-2 1,-1 3-1,0-4-404,-1-7 0,-1 0-938,-1 12 1,-2 8-1,0-7 1507,0-6 0,-1-4 0,-1 1 0,0-3 0,1 1 0</inkml:trace>
  <inkml:trace contextRef="#ctx0" brushRef="#br0" timeOffset="122790">22797 16466 24027,'31'-30'-680,"-1"0"0,0 0 0,21-3 0,7 4 0,-4 8-323,-8 13 0,3 5 295,-1-3 1,8 0-1,-2 1 1,-10 1-1,17-2 1,-18 3-1,0-1 1</inkml:trace>
  <inkml:trace contextRef="#ctx0" brushRef="#br0" timeOffset="123974">24826 16327 21859,'-4'-4'3047,"1"1"-2851,3 3 224,-67-56-268,29 37-111,0-1 0,-9-4 0,4 9-19,-19 16-356,20 2 0,1 3 306,-7 15 177,17-2-233,2 21 22,17-7 28,0 6-89,17 6 67,11-19 28,15 8 28,-1-19 45,33-7 5,-18-14 1,9 0 201,-9-22-11,-23 1-118,3-5 207,-13-16-95,-8 16 380,0-5-279,-3 13-285,0 17-18,-1 0-324,0 7 218,0 10 79,1 8-23,5 16-28,0-3-201,12 21-258,-1-19-359,11 12-134,4-20 342,9-10 476,5-11 274,4-14 22,-11-3 157,-13-6 1,-3-4 162,6-14-227,-9 11 0,-1 0 137,4-13 40,-7 13-213,-8 12 27,-4 8-363,-3 6 134,-3 8 50,-1 9-38,-3 21 21,1-1-5,-1 6-11,4-13 22,4-4 23,5-13 16,9-3 34,10-15-17,11-7 1,8-11-35,-10 3 46,11-11-63,-20 15-27,9-4-22,-10 14-91,0 4 29,-4 6-526,17 15 267,-17-5-475,6 5 1,1 0-1156,7 2-1947,19 8 464,-16-14-706,-6-7 0,1-1 4173,20-2 0,-16-4 0,0 0 0,11-5 7069,8-15-2353,-21-1-1871,10-12-1075,-16 0-482,-7 1-246,-8 6-308,-7 8-398,-10 8-263,-11 6-84,-15 9 11,-11 7-45,-6 11-45,5 8-39,12 1-95,11-1 73,10-10-387,14 4 101,10-11 57,17 2 156,11-9 196,-4-7 198,-8-9 1,-1-5 395,11-19-211,-12 4 1,-2-6 98,-5-17 0,-5-2-718,-5 14 1,-3-2 425,-2-3 0,-1-4 1,-3 5-43,-2 8 1,-1 1 226,-1-30 0,-2 2 11,-5 0-257,3 23 0,0 5-90,-3 13-128,3 19 89,4 21 39,0 24 0,2 7-39,1-7 0,1 8 0,-1 1-1032,-1 3 1,-1 0-1,1 1 642,0-2 0,1 0 0,-2 2 418,-2-6 0,-1 3 0,0-4 0,0-10 0,-2 8 0,0-13 0,1 0 0</inkml:trace>
  <inkml:trace contextRef="#ctx0" brushRef="#br0" timeOffset="124713">13470 17415 26463,'0'13'0,"1"21"0,-1 7 5,1-9 1,-1 4-983,-1 17 1,-2 9 0,1-8 830,0-16 1,-1 1-669,-1 15 0,-1 7 0,1-5-1643,1-7 1,1-3-389,-2 10 0,1-1 2845,3-15 0,1-7 0,-1-8 0,2-4 0</inkml:trace>
  <inkml:trace contextRef="#ctx0" brushRef="#br0" timeOffset="125007">13504 17673 14751,'-7'-51'1439,"0"-1"1,0 1-1,1 3 1,0 1-1,1 3-1232,-1 0 1,1 3 52,1-1 1,3 1-132,6 9 0,3 1-118,5-19-42,6 21 0,7 6-17,8 11 1,4 6-244,2 3 1,0 3 265,3 1 0,-3 6 61,-10 3 1,-2 7-197,3 11 0,-4 8-30,-6 3 0,-2 3 153,4-2 0,-5 1 20,-12 5 0,-12-1-13,-16-11 1,-7-3 73,-2 1 1,-4-1-762,-14 2 1,-1-3 741,15-13 0,1-2-17,3-2 1,0-2 66,-5-3 0,2-2-1521,-3 1-1287,-12-1 2733,40-9 0,9 1 0,0-1 0</inkml:trace>
  <inkml:trace contextRef="#ctx0" brushRef="#br0" timeOffset="125680">14478 17179 24704,'-45'0'125,"0"0"0,-10 9 0,5 7-125,4 21-404,15-8 1,1 0 364,0 11 5,8 5 242,16-13-286,10 10 201,3-15-117,22 5 55,-6-23 51,13-2 443,-6-18-359,2-9 84,-3-10-11,-1-5 6,-7-2 16,-4 1-17,-6 7-134,-5 10 118,-3 10-253,-2 6-89,-2 5 6,0 5 50,0 2 50,-1 12-50,2 11-5,1 2 10,2 1-16,7-7 28,13 0 0,-3-7 39,19 1-45,-4-21 17,-4-3 162,10-21-33,-24-1 39,4-18 34,-14-4 100,-3-11 23,-3-3 0,-1 4-163,0 19-138,-1 13-24,0 17 0,-1 2 0,0 9 0,1 1 0,0 23 0,6 4 0,2 1 0,5 2 0,7 1 0,3-1-305,3 2 0,1 0 114,5-1 1,-2-3-56,10 9-785,-9 12-106,-26-21-2476,-34 15-6218,-13-23 8453,-7-6 0,19-13 1,22-4-1</inkml:trace>
  <inkml:trace contextRef="#ctx0" brushRef="#br0" timeOffset="126025">15408 17387 24078,'-8'-46'486,"0"0"0,-1 0 0,-2-16 0,2 6-10,4-3-84,2 19 296,2 18-565,0 12-31,0 13-97,1 14-6,3 25-6,-1-11 0,-1 5-740,2 20 0,-1 3 734,-1-16 1,1 0-79,-1 19 1,2 0-590,2-21 0,0-3 79,3 9 1,2 1-709,0-6 0,1-2-2101,-2-5 1,0-3 2806,3 14 0,-7-22 0,-4-13 1</inkml:trace>
  <inkml:trace contextRef="#ctx0" brushRef="#br0" timeOffset="126224">15221 17519 26575,'-17'-31'-275,"-1"0"1,15-20-45,46 48-857,11 1 0,4 2-1918,-13-1 1,1 0 3093,-1 0 0,4 0 0,-6 1 0,18-1 0,-12-1 0</inkml:trace>
  <inkml:trace contextRef="#ctx0" brushRef="#br0" timeOffset="126573">15852 17344 20095,'1'-6'5192,"1"2"-3629,-2 4-1535,-64-2-40,38 11 4,-9-9 0,3 3-43,20 16 29,13-5-40,16 11 1,12-6 38,7-1 6,0-10 6,12-7 39,-12-6 107,10-8-57,-26-2 320,-5-23-253,-11 18 74,-5-22-57,-9 21-3341,-17-5 3212,5 12 29,-19 5-56,9 17 27,-10 8-16,3 14-45,6 9-84,7 8-381,18-13 0,2 0-1630,3 13 291,12 10 1832,19-15 0,-15-23 0,9 7 0</inkml:trace>
  <inkml:trace contextRef="#ctx0" brushRef="#br0" timeOffset="127399">17474 17557 23111,'8'-50'724,"-1"0"1,0 11-1,-3 7-98,-3 3-570,-3 24-68,-15 11 1,-10 16-11,-6 5-15,9-3 1,0 4-330,1 6 1,2 2 320,3-7 0,3 2-149,-3 11 1,8 2-348,16-11 1,6-1-65,4 21 67,8-22 1,8-4-477,7-12 0,3-5 155,-8 0 0,2-1 61,21-3 0,3-6 271,-3-11 1,-2-3 570,-9 5 1,0-2 207,-6-2 0,1-3 0,-3-2 526,-1-6 0,-3 0-378,-5 4 1,-2-2 344,2-6 0,-5-1 975,-6-8-796,-2-4 81,-15 3-692,-11 14 673,-3 7-879,-22 19 677,15 5-817,-34 24 10,31-10 3,-1 6 1,3 1-3,7-2-51,-3 25-17,22-12 29,2-8-91,19 4-151,19-22 259,-9-1-1,23-11 78,-24-12 226,9-12-142,-17 2 130,-4-13 49,-18 5 74,-5-18-264,-2 14 169,-9-18-208,3 33 17,-8-10-112,10 21-185,-9 0 68,9 9-947,-13 16-1653,7 7-1372,-1 7 4117,7 0 0,6-19 0,0-1 0</inkml:trace>
  <inkml:trace contextRef="#ctx0" brushRef="#br0" timeOffset="127883">18743 17630 27690,'-43'46'28,"6"6"-56,26 4-834,5-11 1,2 1 782,2-13 1,1 0-34,0 15 0,-1 0 94,2-11 1,0-3-28,0 22 393,0-21-303,-3-16-11,2-15-12,-10-20 827,-1-13-827,-4-9 23,-1-20-3,11 17 0,1-1-295,0 8 1,1-2 265,3-8 0,2-4 0,2 4-2,3 3 0,2 2-5,3-18 0,2 2-1,-3 23 1,3 2-1,6-4 1,1 3-6,2 4-17,3 5 0,3 2-5,6 9-51,17 3-28,-12 20 68,-3 17 5,-4 18 234,-20-18 0,-4 2-223,-2 2 0,-6 1 8,-5 0 1,-7-2-20,-6-1 0,-3-4-84,-23 13-277,-1-18 0,-3-5-390,12-7 1,-1-3-4091,-16 3 1,1-3 4868,16-6 0,3-2 0,-6-1 0,19-2 0</inkml:trace>
  <inkml:trace contextRef="#ctx0" brushRef="#br0" timeOffset="128625">19240 17496 26424,'14'11'-45,"-3"18"6,-11 4-216,3 2 0,3 2-1162,10 10-1516,-3-13 1,2-1 2932,12 6 0,-10-17 0,-8-11 0</inkml:trace>
  <inkml:trace contextRef="#ctx0" brushRef="#br0" timeOffset="128826">19408 17211 23142,'7'28'-1076,"7"13"1,3-8 0,-2-1-1</inkml:trace>
  <inkml:trace contextRef="#ctx0" brushRef="#br0" timeOffset="129762">19775 17576 17988,'1'7'5064,"1"-2"-4196,-2-5-33,0 0-858,-13 2 18,12 0 89,-5 4 39,22-3 56,9 1-39,10-4 40,3-7 167,-2-5 224,-4-14-425,-14 6 106,-3-15-146,-12 17 129,-1-17-27,-11 14-147,-3-5-61,-5 13 11,-9 4 29,-7 9-85,-3 6 6,0 5-40,3 13-38,11 5 21,-2 15-60,9 8-119,11 5-223,17 1-217,7-25 1,7-3-780,5-5 0,2-3 1049,2-1 0,3-4-533,8-6 1,2-5-201,-8-3 1,1-2 645,9 0 0,4-2 955,-6-5 1,2-2 0,-4 0-12,-7 2 0,-2-1 517,19-8 1,-9-2 689,-27-2-487,-2-5-108,-10-6-771,-6 10 1492,-5-4-1543,-1 14 617,-1-1-629,-1 5-150,3 2-1,-1 2 56,1-1-28,-4-1 79,-5-5-57,1 2 85,-11-7-168,10 8 33,-16-8-17,14 8 12,-9-2-45,11 6-23,-2 0 12,6 1 44,-10 8 17,6 0-44,-20 14-40,-13 13 28,7-5 25,10-7 1,0 1-32,-2 13-44,6 0 45,10-4-23,24-7 45,31-11-28,14-3-255,-24-8 1,2-4 279,14-8 0,-2-4 20,3-3-3,-5-2 0,0-4 36,-15-2 1,-3-2 10,18-18 31,-18 9 1,-2-5 78,-6-3 0,-2 0-101,-2 8 0,0-2 84,4-18 0,-2 1 61,-7 18 1,0 1-2,5-23-214,-5 17 0,-8 33-24,-1 7-15,-2 34 0,-1 9 17,-2 19-241,0-9 0,0 2-6,1-11 0,1 2-196,1-3 1,-1 4-1,1-3-182,1 2 0,2-1-2756,3 9 0,4-3 3403,-1-17 0,1-3 0,7 21 0,-5-24 0</inkml:trace>
  <inkml:trace contextRef="#ctx0" brushRef="#br0" timeOffset="130300">22116 17773 22716,'7'-50'1088,"0"0"1,1 1 0,-2 10-776,-2 25-374,0 4 27,3 35 28,5 11-5,2-1 0,3 1-23,-2-4 1,2-1-145,-1-1 0,2-1 66,9 3 0,1-4-67,14 6 101,8 4-74,-10-19 152,-23-14 73,3-11-28,-10-15 22,9-37-145,2 8-243,-3 13 0,2 1 83,1 11 0,2 3-90,4 0 0,1 3-58,18-7-199,-11 14 0,-1 4 215,0 1-168,0 3 1,1 2-1266,1 7-2690,16 2 4493,-9 10 0,-20-8 0,-3 1 0</inkml:trace>
  <inkml:trace contextRef="#ctx0" brushRef="#br0" timeOffset="131250">23385 17755 18733,'11'0'6246,"-1"0"-5815,-10 0-246,0 0-146,-50-25 6,10 28-70,-7-8 0,-1 5 2,13 16 1,4 5-6,3-2 0,2 1-22,-6 20 10,25-13 24,9-7 10,22-1 45,25-13-22,3-5 14,-17-6 0,-3-3 53,5-9 296,7-16 24,-23 8-197,3-5 325,-14 2-258,-8 16-72,1-2-129,-4 10-85,-1 4-32,-1 1-24,-3 7 35,1 0-62,-2 23 67,4-13-45,7 26 62,9-22-40,14 7 29,12-16-17,10-6 39,7-15 22,1-9-16,-14-5 38,-15-2 1,-3-3-533,6-22 536,-10 10 0,-1-3-1,-6 1 1,-2-3-9,1-15 0,-2 0-22,-3 18 0,-1 0 19,0-14 1,-2 3 75,-2-1 11,-2 3-50,-3 22-79,-1 17-44,-3 12 55,-5 15-16,-6 19 0,6-7 0,1 4-15,-1 7 1,2 4-37,1 4 0,3 2-75,4 3 0,3-1 2,0-11 1,4 1-703,9 14 0,5-2-130,-3-20 1,1-3-157,8 12 0,4-4-1000,21-1 1183,-10-19-129,18-17 1489,-20-15 672,16-12-1536,-30 3 0,-4-1 1228,8-10 684,3-15-169,-19 25-391,-3 3 117,-5 6-667,-6 12-252,-1 0 3336,-2 5-3425,-4 7-56,3 3-23,-2 9-10,11 0 44,8 1-40,14 1 40,10-5 28,10-6 0,2-7 51,-2-7-1,-6-8 51,-8-11 56,-8-9 33,-6-7-61,-9 5 151,-4-17-56,-4 18-50,0-12-79,-1 20-73,-1 9-95,1 6-167,-1 6 44,0 1-947,6 13-941,9 7-3993,12 16 6077,3-1 0,-9-11 0,-8-11 0</inkml:trace>
  <inkml:trace contextRef="#ctx0" brushRef="#br0" timeOffset="131624">25020 17743 26945,'-30'-1'-118,"6"4"73,29 14 62,14 6-17,-1-8 56,29 1-22,-24-13-1,21-3 46,-19-9-18,5-9 29,-2-12 168,2-25-169,-12 14 34,-7 10 1,-3 0 122,-3-2 68,-12-3-180,-11 14-89,-5 7 61,-16 11-3425,-6 9 3291,6 3-17,-8 15-80,25 8 2,1 17-129,14 12 73,12-9-984,13-9 0,6-2-2873,-3-12 0,2-2 4036,7 9 0,0-3 0,2-4 0,-14-14 0</inkml:trace>
  <inkml:trace contextRef="#ctx0" brushRef="#br0" timeOffset="133349">25061 17792 19193,'-14'13'1137,"3"-2"-919,10-4 460,2 3-124,5-4-49,4 1-79,5-4-51,4-1 381,12-12-347,-9 1-213,2-6 280,-7-9-202,-9 3-179,2-5 35,-5-7 38,-4-2-34,1 0 17,-6 0-11,-2 14-78,-3 8 67,-2 1-34,2 7-73,-1 0-27,-5 5 38,-7 8-27,-8 9-1,1 2 18,-11 14-63,19-6 1,1 2 34,-7 12-7,10-6 1,6 1-50,14 7 44,10 10 6,15-4-37,2-23 1,6-3-710,10-5 1,3-4-4160,3-1 1,1-4 4881,-1-7 1,-6-2-1,-8-1 1,-25-2 0</inkml:trace>
  <inkml:trace contextRef="#ctx0" brushRef="#br0" timeOffset="134457">25040 17822 19434,'-12'25'1237,"2"-3"-1108,7-15 224,1-2-219,2-3 622,6-1-251,5-1-180,10-2-107,8-3 34,-1-4 140,-3-1 40,-7-3 161,-7-13-397,-6 1-28,-4-12-45,-6 5-55,-1 8 162,-7-5-107,4 14 17,-2 0-56,4 10-11,3 4-23,-3 1-50,-4 6 0,-2 0 0,-19 19-22,7-2-57,-16 22 68,21-17 22,1 10 1,16-12-29,7 6-6,10 0-10,10-2-1,1-8-773,26 6-2789,-8-16 3596,14 3 0,-28-12 0,-12-3 0</inkml:trace>
  <inkml:trace contextRef="#ctx0" brushRef="#br0" timeOffset="135016">27030 17751 26497,'-22'-4'-135,"0"20"113,9 42-68,8-28 1,0 3-318,2 10 1,4 1-1748,7-9 1,4-2-7678,11 26 8308,3-23 1,-12-23 0,-11-10 0</inkml:trace>
  <inkml:trace contextRef="#ctx0" brushRef="#br0" timeOffset="135209">27179 17503 20660,'-4'-7'3400,"1"1"-3663,3 6-868,0 0-500,-29 7-1752,22 23-386,-22-1 3769,30 22 0,0-31 0,0-1 0</inkml:trace>
  <inkml:trace contextRef="#ctx0" brushRef="#br0" timeOffset="135564">27419 17834 25455,'-10'8'-73,"5"5"28,10 16 28,1 0-5,-1-1 72,-2-5 24,-3-7 49,0-8 728,3-4-106,11-26-549,11-4-90,5-12 39,1 9 1,2 1-436,18-10 357,-15 12 0,0 1 6,8-1-23,6 9-50,-18 13-61,12 9-18,-8 13-257,1 12-537,0 12 72,-8-6 801,-7 0 0,-3-1 0,-6-11 0,10 21 0</inkml:trace>
  <inkml:trace contextRef="#ctx0" brushRef="#br0" timeOffset="136157">29639 17952 20392,'2'-5'2879,"-1"-33"0,-1-12-2241,-2-10-925,2 0 1,-1-1 437,-1 25 0,0 5 118,0-16 225,1 14-377,0 15 77,1 10-266,-2 9 10,1 15 68,-1 21-34,1-6 0,1 5-312,-1 9 1,1 3 249,0 5 1,-1 1-135,2 2 0,0 0-356,-1-1 1,2-1-774,-1-1 0,2-2-1369,-1-4 0,0-2 2722,2-3 0,-1-4 0,0 3 0,1-12 0</inkml:trace>
  <inkml:trace contextRef="#ctx0" brushRef="#br0" timeOffset="136880">29571 18083 14247,'-38'-40'1586,"0"-1"0,-1 1 1,8 6-1,1 2 1,4 5-658,-11-11-705,25 23-196,6 5-45,15 6-72,14 3-6,26 0 72,-13 2 1,3 1-4,-5-1 1,3 0-55,12 2 0,8 0 0,-7-1-575,-13 0 0,1-1 651,11 1 0,6 0 1,-7-2 14,-11-2 0,-4-2-53,7-1 1,-2-2 209,19-17 129,-16-23-202,-21 12 112,-9-27 73,-9 20 219,-4-9 173,-1 7 325,-4 5-734,4 17 107,0 3 1051,3 15-1421,-2 2 100,2 2-178,-3 23 67,1-1 5,-1 8 1,-1 5-46,-2-2 1,0 1-172,0 0 1,-1 2 173,-9 25 1,-1-2 30,3-4 11,0-5 1,2-2-12,8-15 45,2-3-39,3-15-6,5-13 73,19-17-28,-5 3 510,21-20-409,-11 6 5,9-8 1,-2 4-124,7 7 6,-15 11-1,11 9-32,-11 11 4,13 6 1,6 3-11,6-2 24,-20-8 1,-1-2 20,12 1-6,3-2 50,-13-9 84,-4-10-73,5-9-16,-14-3 268,-2-15-167,-13 20 290,3-16-160,-11 19-293,-4-1 0,-4 7 0,-7 5 0,4 6 0,-8 11 0,1 12 0,-5 14-376,12-6 0,4 3-693,0 27-76,11-21 1,4-2-558,11 12 1702,2-17 0,0-3 0,-4-8 0,8 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06:53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2745 2704 20408,'4'-51'1062,"1"1"1,-1 2-1,-1 14-854,-2 29-399,-1 1 225,-2 24 22,-2 5-17,-4 23 17,-4 3 17,-7 3-45,2-12 78,-15 8 129,13-28 202,-5 2-118,13-22-218,5-14-11,2-14-6,0-16-26,3 8 1,0-1-36,3-16 11,2-10 11,10 8-28,1 17-17,9-8-12,-1 27 7,4 14-29,9 14-5,8 13 22,-18-6 0,0 2 6,17 15-556,-13-6 1,0 2 516,8 11 36,-13-13 0,0-1-14,9 7 28,-9-12 84,-3-16-34,-5-21 52,4-30 26,-6-10-72,-7 18 0,-2-2 0,-3 6 0,-1 0-8,-2 0 0,0 0 22,1-1 0,-1 2-31,1-9 0,0 5-224,0 27 107,-1 3 941,2 16-1194,6 8-402,5 13-746,8 7 275,-1-5 1204,-1-5 0,0-1 0,-6-8 0,10 14 0</inkml:trace>
  <inkml:trace contextRef="#ctx0" brushRef="#br0" timeOffset="364">3744 2523 14885,'0'-4'5708,"0"0"-3019,0 4-2314,-80-23-4251,26 40 3929,0-18 0,1 5-25,23 18 0,7 5-1420,-5 9 1409,9-3-17,12 6 0,9-9 17,11 8 83,24-20-10,6-15-51,3-8 79,3-15-68,-22 3 180,22-21-34,-26 11-28,4-13-45,-21 11 2219,-12-3-2281,-5 2 3331,-2 8-3442,-6-5-91,12 18-1130,-6-1 291,12 15-2543,2 10 3523,12 6 0,-7-6 0,6 0 0</inkml:trace>
  <inkml:trace contextRef="#ctx0" brushRef="#br0" timeOffset="1138">4170 2547 15648,'1'-4'5124,"-1"0"-2166,0 4-2460,-71-37-274,20 48-424,-4-17 0,-1 6 220,18 29-1,6 8-19,9-8 0,3 0 23,-9 25 119,30-15-120,51-27-44,-16-6 2,20-19 0,1-8-372,-7-8 403,-2 0 1,1-6-475,-15 2 1,-3-2 476,-4 8 0,-2-3 42,3-12 0,-7-2 25,-11 13 0,-4 0-20,1-15 1,-2-1 8,-3 10 0,-1 1 20,-2-27 241,-5 24-242,2 27 402,-4 3-502,3 15 1093,-6 18-1060,-2 30-28,3-8-474,3 5 1,3 3 417,3-19 1,0 0 8,0 7 0,2 1-222,1-5 0,3 0-425,4-4 0,3 0-96,4-2 1,1-2 321,0-1 1,3-5-1565,32 2-63,-5-18 1179,-8-12 1,0-3 865,12-5 207,5-15 784,-33 3 1,-5-2 476,6-15-628,-7 7 0,-3 1 28,-7-4 2576,-4-2-2840,-5 22 400,-5-3-489,-9 16-353,-1 8-78,-2 2-39,5 22 0,10-3-6,3 6-45,21 1 6,5-15 28,19 2 23,-11-13 16,21-13 11,-27 0 40,25-19 22,-31 2 6,3-12 38,-16 1 19,-11 0-91,-3 8 201,-19-3-78,-1 18 45,-19 4-78,10 13 33,-14 18-118,22-3 1,2 4-460,0 1 0,2 2 400,0-1 1,5 2-128,5 7 0,6 0-99,8 13-194,5-12 1,3-1-608,15 10 1025,6-15 0,0-3 0,-7-6 0,17 8 0</inkml:trace>
  <inkml:trace contextRef="#ctx0" brushRef="#br0" timeOffset="2800">7559 2526 21327,'0'-6'2963,"0"1"-2465,0 5-419,-19 1 167,-7 46-173,-9-2-218,19-11 1,4 3 152,3-4 1,4 1 19,10 25-17,2-12-14,8-17 0,6-7 76,13-9 29,9 2-17,6-25 27,-8-8-22,10-14 8,-25 9 0,-2 0 14,8-17-51,-8 4 85,-16 11-12,-6 15 98,-1 1-255,-10 14 18,-2 9 33,-4 4-51,0 14-27,9 0 33,11-1 0,5-4 0,32-13 6,0-10 6,10-4 5,-21-5 0,1-3 11,20-13 28,-16 1 0,-2-2 17,14-19 17,-8-10-45,-26 17 17,-8-7 11,-7 7-11,-8-13-29,3 17-10,-9-3-45,10 24-269,-3-1 129,7 10-1351,2 15-1416,7 3-6885,7 10 9227,-2-10 1,-1-8 0,-8-8 0</inkml:trace>
  <inkml:trace contextRef="#ctx0" brushRef="#br0" timeOffset="3365">8634 2281 24883,'-8'59'165,"1"-14"1,0 1-150,1-14 1,1 1-6,-2 26 1,3 0-12,4-24 0,2-2 2,-1 3 1,4-4 116,17 0 60,-2-23-84,6-1 163,23-29-116,-24 4 1,2-3 2,10-8 1,0-1-376,-6 3 1,-2 1 297,13-12 21,-15 14-106,-15 16 1,-1 2-7,-3 20 6,0 6 6,4 16 627,0 2-605,4-1-11,-2-9 0,16 0 11,-12-17 12,18 0 16,-1-20 34,0-8-17,-2-4 84,-7-12 134,-8-4-44,0 1-141,-5 3 107,-5 11-67,-4 12-140,-1 2-56,0 5 0,1 10-62,4 8-95,7 11-191,3 5-374,3 5-869,1-1-2896,-1-6-5277,-5-8 9029,-4-9 1,-8-9-1,-2-2 1</inkml:trace>
  <inkml:trace contextRef="#ctx0" brushRef="#br0" timeOffset="3533">9626 2305 19949,'-3'-7'3322,"0"1"-3479,3 6-230,0 0-414,-29 15-213,35 9-710,-14 17-2719,47 5 4443,0-8 0,-20-20 0,-11-11 0</inkml:trace>
  <inkml:trace contextRef="#ctx0" brushRef="#br0" timeOffset="3782">10267 2455 18621,'1'-4'4902,"0"0"-3346,-1 4-1029,-114-16-1521,81 23 0,-3 4 1016,-14-8 1,-8 0-1,8 7-8,11 16 0,7 7-14,6 0 0,4 2 13,7 0 1,5 2-37,8-2 1,5-1 159,4-1 1,5-2-250,13 13-272,5-18 0,6-5-311,-5-8 0,3-3 67,17 3 1,2-3-122,-1-8 0,-2-5 318,-9 1 0,0-4-1636,16-9 1,-1-6 1669,-18 4 1,-2-2 0,0 3-1,-3 0 1,3-7 0</inkml:trace>
  <inkml:trace contextRef="#ctx0" brushRef="#br0" timeOffset="4233">10595 2266 17468,'20'-54'2113,"0"1"1,-3 4-1,-3 5-1200,-2 2-224,-7 3-201,-5 2-59,-5-1-60,-2 1-40,0 3 57,2 9-298,1 11-91,3 10-13,0 15 119,-1 17-52,-2 19-7,0-14 0,-2 3-191,-3 7 0,-2 2 211,1-7 1,-1 2-43,-5 6 0,-2 6 0,1-3-758,0 5 1,1 0 756,1-4 0,0 3 1,4-3-64,4 4 1,5-4-122,7-9 1,5-3 21,19 16 29,5-22 100,-2-17 86,-6-15 461,-1-10-238,8-22-227,-10 5-123,13-24 64,-9 16 1594,7-6-1704,0 12 125,-5 11-363,-3 11-58,-7 8 197,15 14 159,-8 5-140,13 12-471,-8 2-1333,-4 6-7848,-3-1 9190,-8-11 0,-8-10 0,-5-14 0</inkml:trace>
  <inkml:trace contextRef="#ctx0" brushRef="#br0" timeOffset="5114">12564 2601 20392,'17'-43'825,"0"0"0,0 1 0,-6 15-970,-11 26-34,7 13 201,0 0-33,28 31-51,-10-19-39,5 1 1,2-1-80,7-2-928,14 2 1,4 0 815,-22-12 1,-1-1 187,15 6 1,-2-2-126,9-4 796,-23-14-282,-7-1 23,-9-9 387,-10-8 801,-2-19-1088,0 12 460,-1-13-112,-3 28 436,0 2-1248,-1 6 47,-1 9 21,-11 26 16,2-1-20,-7 15 1,-2 3-31,-1 6-345,6-13 1,-3 7 0,3-3 186,2-2 1,1 1-79,1-2 1,0 3 0,1-3-155,3 0 0,1 0-1322,2 6 1,4-1 1120,5-8 0,1-2 0,-2 15 0,8-11 0</inkml:trace>
  <inkml:trace contextRef="#ctx0" brushRef="#br0" timeOffset="5824">14032 2601 17748,'9'-52'1882,"1"0"0,-4 5 0,-6 13-1759,-10 27 23,-22 18 10,-8 15-97,8 2 0,-1 6-48,0 5 0,3 3-263,4-6 0,3 0 252,5-3 0,5 0 90,5 18-96,7-13 17,3 5 79,17-15 22,3-18-50,7-1 111,24-24-117,-22 1-1466,5-8 0,-1-4 1471,-6-3 48,-3-9 1,-4-2-8,-8-13-35,-5 14 0,-3 1 0,-5-6 45,-7 2-4,-7 20-86,-10 3-61,1 11 3412,0 9-3418,-1 12 0,5 8-280,-3 14 157,10-9-677,12 17-202,17-18 352,6 5-1131,21-6-79,-13-16 1,1-2 756,20 5 402,-5-11 1,0-5 1100,2-9 120,9-6 1533,-17-12-57,-25 13-58,2-7-485,-13 14-401,-11 9-546,-13 14-263,-5 8-159,-7 16-71,11 3-96,8 1 19,10-8 74,21 4 32,7-17-6,8 0-38,11-11 182,9-10-100,-10-2 221,-8-5 0,-4-3-68,-6-3 139,0-5 0,-2-4 80,-4-9-109,4-18-79,-14 8-120,-5 11 77,-4-10-141,-1 20-101,-2-6-515,0 16-2268,-2 9 2848,0 3 1,1 1 0,1 0 0</inkml:trace>
  <inkml:trace contextRef="#ctx0" brushRef="#br0" timeOffset="6583">17004 2365 20268,'2'-4'3490,"0"0"-3165,-2 4-281,-53 53-16,30-14-747,-6 2 1,2 0 718,18 2 129,25 10-67,6-23-29,22 7-27,-9-20-1,13-9 68,-10-14 202,14-14-18,-16-8-16,-5-12-140,-18 11 62,-4-11 106,-5 11 923,-2 4-1276,-1 9 278,-5 23-188,-3 12-17,-4 15 0,2-2 11,5 22-6,12-20 0,9 13 18,14-20-7,0-12 20,0-11 1,3-4 30,19-9-221,-14 1 1,1-3 206,-7-1 0,-2-4 14,-1-1 0,-2-2 50,20-22-66,-15 6 94,-6-20 62,-24 9-163,-5 1-44,-11 12-207,-10 24-174,10 6-958,-3 11 962,10-1-1713,10 15 735,4-8-4953,18 10 6319,-3-9 0,-2-3 0,-9-5 0</inkml:trace>
  <inkml:trace contextRef="#ctx0" brushRef="#br0" timeOffset="7557">18252 2413 21841,'-3'-43'603,"0"0"0,-9 3 1,-5 12-380,-19 33-112,-22 12-67,19 5-29,8 4 1,2 2-460,-8 17 434,14-14 1,2 2-14,1 8-102,18 10-21,16-22 121,15 7-10,8-21 164,-4-8 83,20-18 5,-17-5 45,15-16 12,-18-4 27,-8-6 0,-8-2 2,-7 0 50,-6 5-2,-2 9 45,-1 12-207,-1 7-350,0 9-126,0 2 102,0 8-1,5 8 50,1 4-436,18 23 218,-9-18-588,6 2 0,2-1-577,10 2 392,18 5 628,-2-19 492,2-15 309,-2-12 318,-6-10-2742,-4-17 2537,-16 11 418,3-16 6,-13 18-39,2-1-252,-6 10-381,-3 10-157,-4 8 3493,-2 23-3476,0-5 0,0 29-28,-1-10 23,-2 11-12,-1-6 0,1-7-11,2-12 17,0-9 196,6-9 0,7-8-40,13-8-16,12-11-11,6-13-34,4-7-260,-24 20 1,0 0 208,20-16-66,-5 11-12,-7 11-22,-8 13 16,-2 15 46,-1 11-18,-1 13 6,-2 5 363,0-1-357,5-1-12,-5-15 1,17-3 5,1-17 23,16-6-40,-7-4 6,-5-12 0,-2-3-317,-2-4 317,-1-6 0,-3-3 11,-9-3 34,-2-8 0,-2-6 5,-8 14 0,-2-4 45,1-7 0,-1-7 1,-1 6-40,-3 9 0,-1 2 0,0-12 0,-1 6 162,-2 14-27,0 10-113,0 3-279,-2 15 184,2 20 0,-4 16 0,-1 17 0,-1 5 1,2-6 6,0-7 1,2-2 0,0 5-312,-2 2 0,0 7 1,0 2-1,1-2 1,3-6 215,2 2 1,4-6-1,2 0-119,4 0 0,2-2 0,3-2-54,5 6 0,6-4-613,15 2 0,9-7-2386,-12-22 0,3-4 0,-1 0 3178,14 5 0,-1-2 0,-3-6 0,-7-4 0,-11-5 0</inkml:trace>
  <inkml:trace contextRef="#ctx0" brushRef="#br0" timeOffset="8566">19709 2227 18924,'-3'-1'2453,"0"1"-2363,3 0-230,15 29-140,25-14-126,3 3 0,6-1-1173,-2-11 1,1-3 1286,1-1 1,-1-1-353,-5-3 0,-4-1-301,20-4 479,-27 2 1,1-1 404,21-9 324,-26 5 415,-10-4 599,-25 6 583,-7-2-135,-10 1 1277,0 3-1933,5 2 99,5 1-1039,8 2 40,-2 5-53,0 9-88,-3 11 0,2 12 62,11 13-51,5-15 28,19 8 28,3-24-23,17-2-76,-7-12 49,-2-7 0,-14-6 129,3-13-62,-11-1 11,2-26-39,-20 9-45,-3-1 40,-15 6 61,0 13 33,-11 0-50,-3 9-61,-1 10-40,-4 17-5,9 7-28,4 6 11,5 15-22,12-14 13,3 13 1,2 2-9,5-2-17,1 2 1,7 0-88,10-14 1,3-4-728,12 19 595,1-18 1,4-4-177,-7-10 1,2-4-465,23 2 0,3-3 374,-5-4 1,-1-2 361,0-2 0,-1-2 28,-4-5 1,-3-2 142,-11-1 0,-1-2 81,4-3 0,1-3 216,-3-6 0,-3-1 9,6-11 35,-18 9 1,-6 0 372,-7-10 168,-15-17-471,-14 16-245,-7 6 112,-23 19-169,19 16 0,-1 3-433,-21 2 332,16 5 1,3 4 5,-1 12 595,-4 19-612,19-6 0,8-2-16,22 0 33,22-15-17,14 1-14,-13-17 0,3-6-191,6-7 0,-1-4 199,-5-2 1,-1-1 168,-3-3 0,-2-2-168,6-16 47,-16-4 0,-4-5-809,-3 6 0,-2-1 778,5-11 1,-2-3 33,-6 4 0,-2 0-385,-1 2 1,0 1 431,-1 2 1,1 1 93,-2 5 1,0 3-80,0 2 123,-1 14-235,0 12 1518,0 3-1519,0 36-10,0-6 2,-1 6 0,-1 4-8,1-5 0,-1 3-675,-3 25 0,0 3 590,1-20 1,0 1-508,1 7 0,0 4 0,0-6-139,1-16 0,1 0 742,3 9 0,0 4 0,1-8 0,-1-3 0,6 14 0</inkml:trace>
  <inkml:trace contextRef="#ctx0" brushRef="#br0" timeOffset="9082">22550 2258 19694,'14'-50'858,"-1"1"0,0 0 0,1 1 0,0 1 0,-1 9-158,5 1-284,-1 7-355,-12 30 22,-7 10-21,-8 32-23,-2 11-28,4-14 1,0 4-898,0 19 1,2 0 865,1-18 0,2 0-47,0-1 0,1 2 0,1-1-691,6 11 1,1-1-38,0 1 0,2-1 153,0-4 1,2-2-1266,0-10 0,-2-5 1907,-1 5 0,-2-8 0,-5-15 0</inkml:trace>
  <inkml:trace contextRef="#ctx0" brushRef="#br0" timeOffset="9521">22406 2648 16913,'-9'-61'2009,"0"-1"0,3 7 0,5 10-1942,12 21-72,19 6-163,31 10 86,-23 5 1,1 0-580,3 2 1,1 2 579,6 1 0,1 2-62,4 0 0,-1 1 92,-9-2 1,1 1 35,-2-1 0,3-1 0,-6 0 114,17-5-68,-23 3 0,-2-2 277,3-11-174,-24 7 258,2-7-246,-17 9 1001,-5 1-967,-5 5 628,-19 11-634,6 5-135,-7 5-5,7 10-18,14 7-32,7 3-1,10-1 11,18-5 12,24-6 27,7-4-222,-17-14 0,1-4 340,26-6 30,-6-13 105,-11-8-118,-17-2 118,-7-11-51,-15-12-162,-9-6-946,-5-2 907,-8 12 157,-21-9-253,3 22-44,6 6 0,-1 3-83,-7 11-3772,-17 20 3961,25 0 0,-4 4 0,21-9 0</inkml:trace>
  <inkml:trace contextRef="#ctx0" brushRef="#br0" timeOffset="10221">24894 2591 19361,'12'-49'1249,"0"0"0,-1 9 0,-5 4-722,-15-8 21,-19 15-357,-9 6-79,-21 16-45,-2 21-45,12 6-14,14 3 1,3 4-520,-5 14 514,11-10 0,2 0-26,0 18 31,11-6-19,15-9 5,6-12 6,33-5 22,3-18-8,-10-4 0,2-4-456,0-6 1,-1-4 474,1-6 1,0-4-1,0-5 1,-3-2-23,-7 5 1,-2-1 32,2-12 1,-3-5 25,-4-6 0,-2-2-17,0-1 1,-1-1-12,-3 4 0,-2 1 151,-1 5 1,-3 6 428,-3 5-493,3-5-76,-8 34-126,0 12 57,-3 14 38,-3 19-16,-2 4-6,0 5 0,0 3 31,1-10 0,0 1-149,-2 19 1,0 1-192,2-8 1,4 0-423,2-2 0,5 0-616,5-3 0,7-3-983,5-4 0,5-5-2586,5-6 1,2-4 4880,-2-8 1,-2-4 0,8 1 0,-17-11 0</inkml:trace>
  <inkml:trace contextRef="#ctx0" brushRef="#br0" timeOffset="10787">25465 2502 18154,'-10'-34'190,"0"0"1,-5-20 2257,16 53-2420,8 0 1130,12 0-1147,14-2 663,7-1-579,-2-3 2304,-11-4-2230,-11-4-12,-8-4-23,-6-1-72,-3 4 55,-11 0-44,-5 10-23,-13-1-38,3 6 10,-17 13-56,14 5 29,-10 14-1,15 4-5,10 3 22,10 3 6,14-1-11,12-3-18,16-5 12,-5-18 0,2-4-464,17 4 450,-10-10 0,0-4 37,14-12-15,-23 3 0,0-4 3,-2-3 1,-3-4 7,-3-4 1,-3-3 8,-2-4 0,-4-3 0,-2-7 0,-3 0-20,-4 7 1,-1-2 47,1-24 0,-2-2-492,-3 17 0,-1-1 480,1 4 1,-1-3 0,0 3 89,0-6 1,-1 4 24,0 8 1,-1 4 81,1-12-157,-2 24-179,-1 12-6,-2 14 524,-3 17-421,-1 12 1,0 4 154,-5 22-164,3-2 0,2 3-39,4-16 0,1 1-203,1 0 1,1 3 0,2-1-837,3 12 1,2-2 712,1-2 0,1-4-82,2-16 1,4-4-2345,8 2 0,2-4 2798,11 11 0,-2-2 0,-25-33 0</inkml:trace>
  <inkml:trace contextRef="#ctx0" brushRef="#br0" timeOffset="11424">26275 2344 23439,'9'-25'39,"15"7"-28,10 19 0,4 5 12,14-1 13,-15-4 0,-3-3 99,-2-4 38,3-6 102,-14-5 44,-9-2-28,-8 0 73,-18-2-241,0 8 18,-11 0 285,-6 7-3600,1 5 3196,-1 0 34,0 15-50,20-3-12,-7 20 12,13-1-12,7 23 1,12-6 10,6-2-10,13-7-18,-1-13-44,10 3-45,3-7 28,-14-12 0,0-2 73,7 1 5,18-3 23,-34-6 3409,14-6-3309,-2-14-77,-6 2 24,-5-5 0,-2-1-24,-2-3-4,-1-2 0,-2-3 43,4-20-32,-8 5 1,0-1-392,-5 13 0,-1 1 394,0-20 1,-2 0 7,-5 15 1,-2 0 50,-2-19 1,0 1-57,0 20 1,0 1 81,-1-8 1,0 7-33,3 14 16,-1-1-210,3 20 67,0 4 345,1 18-293,-1 20-15,0-6 0,-2 5 12,-2 22 1,-2 2-135,2-15 0,0 1 109,-2 6 1,0 6 0,1-8-25,2-16 0,2 0-191,-3 27 0,4 1-579,6-26 1,3-3-577,5 12 1,3-2-156,9 9 1556,12-5 0,-26-38 1,2 0-1</inkml:trace>
  <inkml:trace contextRef="#ctx0" brushRef="#br0" timeOffset="11966">26918 2231 18236,'-2'-3'6015,"-1"1"-4922,3 2-1094,4-33-1678,44 24 1378,-13-24-1431,25 29 1,6 8 709,-31-3 1,0-2-55,27 0 0,-1-2 1799,-2-2 214,-10-3 1305,-27 2 129,-17 1-1644,-3 1 1807,-18-2-2069,5 3 377,-15-1 391,11 3-842,-2 0-350,8 1 3,2 0 131,6 6-151,5 2-203,2 3-2,17 5 117,-1-6-6,6 1 132,-2-8 113,-12-4-89,0-4 373,-6-5-350,-5-1 41,1-16-281,-9 10-88,1-6 22,-11 10 146,-6 7-217,-4 1 1,-1 5 143,-12 14 150,10 8 109,-11 17 11,17-6-201,5 13-200,13 4 137,12 3-251,16 5-924,19-15-415,-2-11 1672,-4-12 1,0-4 0,-11-4 0,18 5 0</inkml:trace>
  <inkml:trace contextRef="#ctx0" brushRef="#br0" timeOffset="12183">28070 2518 28671,'3'-3'-684,"2"0"1,-1 3-1,0 0 1</inkml:trace>
  <inkml:trace contextRef="#ctx0" brushRef="#br0" timeOffset="16800">11498 5046 17070,'10'-46'1718,"1"0"1,-1 0 0,3-14 0,-3 12-1259,-8 30-434,-2 13-39,-4 19 46,-2 19-34,-6 26-30,5-20 0,0 4-706,0 5 1,-1 1 313,2 4 0,0 1-720,2 1 1,0-1-3232,3-2 0,2-2 4374,0-8 0,2-4 0,1 7 0,1-23 0</inkml:trace>
  <inkml:trace contextRef="#ctx0" brushRef="#br0" timeOffset="17181">11739 4568 15120,'-47'-32'706,"-1"1"1,1 0 0,0-1 0,1-3-1,2 2 1,-3 13-500,-2 17 0,-4 11 1,1 6-1,5 2-600,5 4 0,6 4 1,-3 1 440,-13 6 1,-4 1 0,4 8-264,12 3 0,2 6 0,2 2 0,3-1 279,7-8 1,3-2-1,1 2 1,-1 4-257,2 0 1,-1 5-1,-1 2 1,2 1-1,1-2 1,3-4 189,0 0 1,2-3-1,3-1 1,3 3-26,1 12 1,5 4-1,3-3 1,3-8-503,7-4 0,9-4 494,6-7 0,9 3 0,3-3 0,-3-6-176,8 1 1,7-6 180,-5-11 0,11-1 0,6 0 0,1-3 1,-3-1-1,-7-3-105,3-3 1,-6-3-1,8-2 133,-4-1 0,8 0 0,3-1 1,2-2-1,-4-1 0,-6-3 31,0-3 1,-5-2-1,-1-3 1,2-2 25,-5 1 0,3-3 0,1-2 0,-1 0 0,-1 0 0,-5 1-27,6-3 0,-5 1 0,-1-1 0,0-4 10,-3-2 0,1-3 0,0-2 0,-5-1 0,-6 1 112,-1-9 1,-8 0-1,-2-5-131,-2-4 1,0-6 0,-3 0 0,-2 4-26,-3 2 0,-2 3 1,-4-3-16,-4 2 0,-2-4 0,-4 2 0,-4 7-66,-14-9 0,-9 6-96,-7 6 0,-7 0 0,-2 7-277,2 8 1,-2 6 0,-3 3 459,1 4 0,-4 3 0,2 2 0,5 3 0,-4 1 0,4 3 0,4 4 0,1 0 0</inkml:trace>
  <inkml:trace contextRef="#ctx0" brushRef="#br0" timeOffset="17883">10931 6099 19888,'-58'20'158,"0"-1"0,13 0 0,0 2 0,1 4-24,-2 8 1,2 3-1,-1 2-1211,-3 2 1,-1 1-1,0 0 1075,13-10 1,-1-1 0,1 1-1,-1 2-374,-4 7 0,0 2 0,1 0 0,4-4 42,-2 4 1,2 2-2125,4-3 0,-3 7 1,2-1-1,7-8 1662,7-7 0,3-3 1,-5 13-1,4-7 1,13-23-1</inkml:trace>
  <inkml:trace contextRef="#ctx0" brushRef="#br0" timeOffset="18148">11498 5941 21791,'25'43'169,"0"1"0,-1 0 1,1-7-1,1-2 1,4-3-98,5-5 1,5-4 0,1-2-1073,1-4 0,1-2 0,2-2 968,5 1 1,2-2-1,-2 0-24,-8-3 0,-2 0 0,3 0-269,8 1 0,3 0 0,-2 0-1794,-8-1 0,-2-1 0,1 1 2119,4 0 0,0 0 0,-3 0 0,1 0 0,-6-1 0,6 2 0</inkml:trace>
  <inkml:trace contextRef="#ctx0" brushRef="#br0" timeOffset="18998">9781 7428 21276,'12'-8'252,"-1"3"470,-9 15-274,-4-2 65,-6 3-160,-7-4-51,-9-1 22,-4-2 190,0-5-150,5-5-129,6-9-94,5-8-51,5-4-46,3-1-44,7 5-44,9 6 21,0 7-44,19 3 17,2 9-80,25 20 91,-19-3-9,-15 3 1,-5 3-4,-11 19 45,-12-13 1,-5 2-626,-10 4 1,-6 1 613,-12 4 1,-5 0-12,9-11 0,-1 0 0,0-2 2,-10 8 1,2-3 14,2-2 0,1-2 173,2-5 1,4-4 117,-3 1-73,-7-4-100,38-31-18,11-19-77,1 5-12,15-16 1205,8 18-1270,-1 10 1,3 2-9,16-1-45,-10 9 1,2 4-421,16 11-260,-14 1 0,-1 1-399,14 8 104,-19-5 1,1-1-2515,15 0 235,-18-7 1,3-4 3371,5-6 0,-3-3 0,7 2 0,-6-10 0</inkml:trace>
  <inkml:trace contextRef="#ctx0" brushRef="#br0" timeOffset="19338">10332 7586 14524,'-29'-46'1067,"1"1"1,-1-1-1,-4-2 1,-1-1 0,3 10-783,8 14 1,-2 4-371,-8-7 1,-6-2 0,1 4 381,-4 3 1,-2 4-166,1 1 1,-4 2-1,1 4-11,2 9 1,1 5-1,-3 5-25,0 6 1,-4 6 0,1 1 0,3 1-557,0-1 0,2 0 0,-2 7 482,2 3 0,-5 7 1,0 2-1,4 0 1,6-4-23,7-4 0,4-3 0,0 5-10,-8 10 0,-2 6 0,1 1 0,9-3-22,9-6 1,7-1-1,3 2-52,5 16 0,4 3 0,5-5 42,2 1 0,11-3-1,7-10 0,8 0 0,7-8-589,6-13 1,6-7 0,-1-1 625,-9 0 0,-1 0 1,6-4-7,1-6 1,8-3 0,2-2 0,-2-1 0,-7-1-181,-5-1 0,-5-2 1,7-4 217,7-3 0,9-5 0,6-3 0,0-1 1,-6 1-1,-10 2-244,-4 1 0,-9 0 0,5-3 279,6-3 1,7-4 0,1-2-1,-4-1 1,-13 1 89,-2-12 0,-10-2-5,-6 6 0,-1-2 0,-4-1-96,-4-1 0,-3-1 1,-4 0-23,-4-1 0,-3-1 0,-4 1 3,-6-19 0,-7 2-31,-5 18 0,-4 0 0,-2 4-98,-12-6 0,-3 5-17,1 3 0,-3 7-487,0 11 0,0 8 996,1 8 0,3 2 1,-14-4-1,2 10 1</inkml:trace>
  <inkml:trace contextRef="#ctx0" brushRef="#br0" timeOffset="19998">12770 6783 17664,'0'-4'4571,"0"1"-2981,0 3-1013,6-69-460,-4 51-44,2-22 0,0 8-101,-4 29-50,6 0 50,8 3-6,16 4-16,17 7 8,-11 6 0,0 2-504,14 11 490,-17-3 0,-5 4-90,-10 13 40,-11 16-106,-15-13 256,-18-8 1,-6-2 28,-11 2-51,12-12 1,0-2 145,-6-5 118,17-13 61,2-2 671,7-7-873,6-2 341,2-9-458,2 2-45,8-6 11,1 6-16,19-2-6,8 6 17,19 2-6,-22 7 0,0 2-173,5 5 1,-2 1 127,10 7-168,-5 17 146,-33-19-292,-19 25-133,-20-13-270,-5-3 1,-7-2-1054,-5-6 1,-1-3 450,6-1 0,1-2 1381,-5-7 0,7-4 0,18 0 0,-5-5 0</inkml:trace>
  <inkml:trace contextRef="#ctx0" brushRef="#br0" timeOffset="20350">13038 6388 19564,'-56'-12'498,"0"0"1,-1 0-1,-3 7 1,-2 4-1,6 12-343,11 13 0,5 9 0,1 2-1160,-1 2 0,1 2 1,4 4 1050,1 5 1,3 3 0,5 3-25,11-8 0,4 3 1,2 0-1,2-1-32,2 9 1,3-2 0,3 2-16,1-9 0,3 2 0,2-2 0,4-3-22,5 2 0,5-3 1,5-3 16,13 1 0,6-3 0,0-4 35,3 1 1,4-5 14,1-9 1,7-3 0,-3-6 60,4-7 0,2-8 8,-17-3 1,3-3 0,0-2 0,-2-1 1,7-5 0,-3-2 1,-1-2-46,-2-1 1,-1-2 0,-3-3 46,-8-2 0,-2-3 1,-4-3-35,-5-5 1,-3-4 0,-2 1-57,7-10 0,-4-2-13,-7-2 1,-3-5 0,-5 6-28,-3 11 1,-7 0-64,-6 0 1,-4-6 0,-5 0-1,-1 7-93,-13-3 0,-8 5-44,-4-2 0,-6-1 0,0 10-136,-5 14 1,-5 12 372,5 9 0,-8 6 0,2 2 0,10-2 0,9-4 0,3 2 0,-10 5 0,0 0 0,0 1 0</inkml:trace>
  <inkml:trace contextRef="#ctx0" brushRef="#br0" timeOffset="20784">9164 8393 27558,'-40'26'431,"1"0"0,-1 0 0,-1 3 0,0 0 1,1 2-390,1 3 0,3 1 0,-2 1-1332,-2 2 0,0 1 0,2-1 1270,6-7 1,2 0 0,-1 0-53,-3 6 1,-1 1 0,4-4-238,5-4 0,1 0-1847,-2 9 0,-1 6 0,5-6 1704,-3 14 1,6-14-1,6-5 1,13-20 0</inkml:trace>
  <inkml:trace contextRef="#ctx0" brushRef="#br0" timeOffset="20999">9187 8550 21366,'22'-54'901,"0"0"1,-2 7 0,-2 9-756,-3 16-34,14 31-39,5 21-26,-6 2 1,2 4-348,2 7 1,1 4 233,-6-6 1,0 3 0,1 1-856,1-1 0,-1 0 0,1 0-1049,1-1 0,-1-1 1,0-2 1969,9 10 0,-2-7 0,2-3 0,-16-19 0</inkml:trace>
  <inkml:trace contextRef="#ctx0" brushRef="#br0" timeOffset="22021">7842 9790 22537,'0'-48'730,"0"-1"0,0 8 0,0 6-557,0 13 23,-1 13-297,-1 8 17,-4 11 84,-5 17 6,-7 21 2,6-14 1,0 2-199,-1 4 0,1 2 173,2 0 0,2 0-20,2-2 1,3-1-6,4-5 0,4-2-25,16 22 185,13-28-17,9-23-12,9-30-1664,-23 5 0,-1-4 1636,4-2 1,0-1 19,-1-1 0,-1 2 66,-4 2 1,-1 1-2,11-11-73,-15 15-79,-11 12-5,-8 24 61,-4 14-27,-1 9-9,-1-7 0,-1 1-359,-8 28 300,4-22 1,1 3-399,-2 11 0,2-1 46,-2 10-419,10-18 1,6-6-1000,14-20-935,18-4-611,10-29 1625,-6-6-143,-7-6 1,-2-5 1746,-11 8 1,-2-5 1126,0-10 0,0-7 0,-4 2 170,-4-4 0,-6-1 278,-3 6 1,-3-2 0,-5 2-428,-8-4 1,-6 3-345,-7-1 0,-4 3-569,-7 1 1,-3 3 369,-6 4 1,-3 4-124,-4 5 0,-2 6-137,-2 5 0,-1 8-94,10 12 1,-1 5-1,3 1-80,-3 1 0,2 6-346,3 7 1,0 6-1,4 2 354,0 11 1,4 6-26,10-11 1,0 5-1,0 2 1,3-4-21,0 0 0,3-3 0,1 5-25,1 8 1,2 7-1,2 0 1,5-9-1,4-3 1,5-2-12,2 9 1,4 4-1,8-8-8,13-8 0,8-7-73,-3-7 0,4-1 0,1-4 92,10 2 1,7-8-25,0-11 1,9-5 0,2-4 0,-9 0-199,5-1 1,-1-5 244,-13 1 0,7-1 0,2-3 0,-2 0 0,-6-2 17,1-5 0,-5-2 0,1-4 51,1-1 1,2-5-1,-1 0 1,-4 0-28,-2 3 0,-4 1 0,-1-6 44,-4-5 1,1-6-1,-4 0 1,-6 5-33,-7 1 0,-4-1 5,0-7 0,-1-7 0,-6 3-691,-15-12 0,-6 3 652,7 9 1,-4 1 8,-5 7 0,-5 0 0,-1 6 268,-5 5 0,-5 6-392,-17-7 1,-6 7-585,0 12 0,-2 9-2930,2 6 0,2 7 3352,9 7 1,6 3-1,3 8 1,18-9-1</inkml:trace>
  <inkml:trace contextRef="#ctx0" brushRef="#br0" timeOffset="22749">10664 9353 14533,'0'-9'8564,"0"2"-7539,0 7-348,0 0-458,-10-49-1,3 34-173,-8-36-34,-13 47-22,-6 2 8,-3 3 0,-3 1 15,-13 2-4,12 0 0,0 2 20,-8 0 17,-7 2-16,13-2-29,12 0-11,11 2-3432,2 9 3443,8-3-17,-1 12 22,7-1-21,1 8-24,5 9 24,1-13-1,5 7 34,-1-15 3375,-1-3-3415,1-2 46,-4-10-35,0 0 12,0-3 68,-2-1-29,1-1 113,-1-1 184,3-3-252,0 0-6,10-9-56,13-5-22,4 3 0,4 1-6,2 0 1,1 2 5,1 1 0,2 1-20,11 5 1,-2 4-307,0 4 298,-7 2 0,-1 4-56,-2 14-151,-3 25 56,-28 2 105,-16 2-86,-25-14 1,-8-5 89,15-14 0,-1-2-420,-15 11 1,-6-1 125,8-11 0,-2-3 0,1-1-300,-1-3 1,0-1-49,-16 7 1,2-5-44,-6-24 0,42 8 1,-3-9-1</inkml:trace>
  <inkml:trace contextRef="#ctx0" brushRef="#br0" timeOffset="23115">10405 8934 18476,'-45'4'679,"0"1"1,0-1 0,-1 4 0,1 3 0,2 3-534,6 6 0,3 4 0,-1 2-1248,-3 5 0,0 3 1,1-1 1140,-9 9 0,1 5-13,14-9 1,-2 6 0,2 2 0,3-3-27,2 2 0,3-1 0,1 2-12,-7 6 1,0 3 0,6 1-43,8 4 0,6 1 0,5-7 34,5-13 0,5-1-59,5 5 1,5 3-1,7-7 59,16-9 1,9-8-2,7-3 1,8-3-1,-2-3-143,-16-3 0,-2-3 1,6-3 147,-1-4 0,7-1 1,1-3-1,0-1 0,-5-1-560,7-4 1,-4-1 0,2-2 589,-7 3 0,1 0 0,1-2 0,-1-3 113,4-6 0,1-3 1,-2-2-1,-4 0 333,-5 0 0,-4-1 0,0-7-214,-4-6 1,2-8-1,0-4 1,-4 1-1,-6 6-264,-2 1 0,-6 4 0,-4-5 29,0-3 0,-2-5 0,-5-1 1,-10 4-3,-16-3 0,-11 4 1,-2 2-218,0 7 0,-1 2 0,-2-1 187,-4-8 1,-1-1-1,-7 6-73,1 13 0,-5 4 1,-2 4-1,3 3 144,-1 4 0,2 4 0,-1 1-293,-8-3 1,-3 0-1,1 7 243,-4 11 0,1 7 0,9-1 0,-4 1 0,12 3 0,0 0 0</inkml:trace>
  <inkml:trace contextRef="#ctx0" brushRef="#br0" timeOffset="26549">19713 5325 20190,'0'-5'1767,"-8"-25"0,-3-5-1324,-1 8-295,-1-11 0,-3 2 15,-4 17-118,-10 6-40,-15 12 3,14 6 1,-3 4-9,-7 5 0,-1 3-511,7-2 1,-1 4 513,-1 5 1,-2 3 0,3 0-1,0 2 0,1 2-7,0 1 0,-2 3 0,5-3-2,6-4 1,5-1-20,-1 5 0,7 0-37,16 0 29,17 2 49,26-14 23,4-21 1,4-8-803,-13 3 0,2-4 791,3-4 0,4-5 0,-3-1 33,4-6 1,-2-3-317,-10 4 0,1-2 0,-2-3 327,-4 0 1,-1-2 0,-3-2-17,-4-2 0,-2-2 1,-3 1-32,3-8 0,-4-3 40,-5-8 1,-3-6-1,-3 7-43,-2 15 1,-1 1 14,0-10 0,0-6 1,-2 9 858,-3-7-672,-1-2-191,0 28-33,0 13-56,1 22 1580,-1 17-1518,-2 26-1043,-2-1 0,-1 3 1037,1-13 0,0 2-6,-2 1 1,-1 5-1,0-3-119,-1 3 1,-1 2 111,2 3 0,-1 4 0,3-3-7,2 2 1,3-2-7,2 9 1,10-7 3,27-13-1,20-20 17,-21-20 1,1-5 5,3-3 0,0-5 3,0-4 0,0-3 11,-5-2 0,-1-3-1084,0-9 1,-4-1 1086,8-11 22,-18 12 0,-4 0 73,-5-1 39,-2-1 2117,-7 13-2111,-5 8 92,-2 8-249,-6 6 3398,-2 7-3404,-7 18 6,8 1-5,3 3-1,17-6 6,8-11 0,13-3 17,10-5-3387,11-19 3398,-16 3 51,4-21-12,-23 4-6,-1-12-10,-7-1 5,-5 1-6,-10 9-11,-10 8 3359,0 12-3415,-34 24-3375,9 20 3387,-7 3 13,23-2 0,5 2-77,5-1 57,3-2 1,2 2-17,6 6 6,21 15 22,4-22-31,18-13 0,6-6 20,9-7-355,5-5 0,3-3 352,-13-7 0,1-4 17,0-2 1,3-2 0,-3 0-1,2-2 0,-2-3 2,-6-1 1,0-2-1,-5-2-2,-3-6 0,-4-3 0,8-10 0,-2-4-6,-3-6 0,-3-2-5,-12 16 1,-1-1 0,-2-1 8,-1-1 1,-1-1 0,-1-1 5,-2-8 1,0 0 0,-2 2 3,0-1 0,-2 0 41,-2 5 0,-1-2 1,-2 9-8,-7-2-57,0-9 3013,-19 66-2990,0 23-11,-6 13-399,12-12 0,2 2 390,5-2 1,1 3 13,-1 12 1,1 3 8,4 3 0,2 1-23,1-1 1,2 1 8,3-4 0,1 0-11,2-6 0,3-2-12,2-6 1,3-2 13,2-8 1,3-3 379,7-4 0,2-5-416,22 2 34,0-11 22,3-24 23,-10-9-29,7-18 12,-26 14 0,-3-2-9,-1-2 1,-3-2 7,-1-4 1,-2 1-5,1-11 10,-5-5 12,-11 28-18,-1-2 7,-5 6 995,3 9-1018,1 2 131,4 6-198,0 0 61,-1 0-10,1 0 16,-1 2 11,0 1-6,1-1 12,-1 2-11,2-3 27,-1 0-55,0 3 11,-4 11 22,-6 19-17,-3 7 6,-4 12-5,4-4 16,5-2-11,5-12-28,16 6 22,8-19 12,7 3 11,16-12-6,5-9 0,-15-3 0,2-1-5,1-3 0,1-3 5,-1-1 0,-1-3-282,4-10 0,-1-4 287,-7-1 1,-2-3-9,-1 0 1,-3-3 5,-1-8 0,-3-4-6,-1-10 1,-2-4-831,1-2 0,-2-3 822,-4 13 0,-2-1 0,-1 1 19,0-9 1,-2 1-156,-2-2 1,-1 3 207,-1 15 1,-2 2-23,0-20-89,-4 35-5,-2 26 499,-3 19-455,-2 5 25,-1 16 1,-1 6 13,3-5 0,1 2-51,-4 9 1,1 2 0,4-14 0,0 1 0,1-1-20,-2 12 0,0 1-7,3-12 1,0 2 0,0-1-177,0 16 1,3-2 93,4-9 0,4-3-289,5-2 0,5-5-510,18 12 348,1-15-734,0-24-930,-6-25 600,-7-12 749,-9-24 892,-25-9 724,1 26 1,-3 0-334,-2 1 1,-2 1 328,-2 3 0,0 2 321,-18-18-50,3 10-577,10 11 387,4 3-628,13 11-202,4 0 7,9 6 631,16 2-711,31 7-1547,-21-4 1,2 1 1572,12 2 0,-1 0 33,-12-2 1,0-1-78,4 0 0,1-1 66,-4-1 1,-1-2 80,26-1 320,-7-5-134,-35 2-130,-10-1 107,-15 4 3301,-9 2-3245,-16 5-11,-8 5 56,0 10-263,10-3 22,7 17-23,19-11 12,9 14 28,19-10-6,18-5-28,-1-7-5,3-7 33,-10-9 0,1-2 62,10-8-62,-10 2 1,-3-4 66,-2-18-16,-11-9-62,-9 5-17,-5 2 202,-16-10-129,-1 17-17,-12-9-39,-1 25-45,5 5 23,-15 17-23,7 8-17,-15 21-5,15-4-172,9-2 0,2 4-8,2 19-248,7-16 0,4 1 2,10-9 0,7-3-600,5-2 1,6-3 1036,12-1 0,0-5 0,7 3 0,1-7 0</inkml:trace>
  <inkml:trace contextRef="#ctx0" brushRef="#br0" timeOffset="27014">23482 4763 19087,'6'-10'2204,"19"-24"0,1-4-1146,-13 15-753,12-13 0,-8 4-69,-30 25-4252,-40 26 4111,6 0-14,-1 7 1,-3 5 77,14-3 0,2 2-154,-7 9 1,5 3-17,8-2 0,9 2-1109,15 8 1,9-2 1057,2-15 1,5-3-37,8 5 0,8-3-819,18-3 0,3-6 438,-18-7 0,3-1 479,18 6 0,9 0 0,-11-4 0,-4-2 0,-4-4 0,0 0 0</inkml:trace>
  <inkml:trace contextRef="#ctx0" brushRef="#br0" timeOffset="27364">24117 4805 13436,'-5'-5'4116,"2"0"-2434,-4-25 0,7-6-1413,16 8-239,-15-9 1,7 0 61,31 20 1,8 11-43,-13 3 1,0 4-32,12-1 1,-2 7 13,-16 16 1,-8 5 5,-6 15 323,-16-4 0,-8 3-329,-4-9 1,-5-2 11,-8 11 0,-3-1-26,5-8 1,-2-2 59,-20 15 0,2-4 556,7-7-613,4-2 1,6-4 5,19-16 1781,2 1-1562,35-11-219,19-3-76,-6-2 1,4-2-415,6 1 1,2-3 161,4-2 1,1-2-888,2-1 1,0-3-794,0-3 0,0-2 1980,-18 2 0,1-2 0,-5 1 0,-2 3 0,-4 1 0,-4-2 0,0 0 0</inkml:trace>
  <inkml:trace contextRef="#ctx0" brushRef="#br0" timeOffset="27565">25017 4332 24503,'-27'-44'735,"0"1"1,1 1 0,9 14-708,16 26 16,9 6-21,14 15-18,15 21 1,5 11-36,-15-10 0,0 3 0,0 0-647,3 0 1,0 0 0,-3 4 369,-9 0 1,-3 5-1,-3 0 1,-4-8-305,-2 0 1,-6 0 610,-4 13 0,-3 6 0,-1-12 0,-5-4 0,1-15 0,-1 0 0</inkml:trace>
  <inkml:trace contextRef="#ctx0" brushRef="#br0" timeOffset="30632">7789 6668 20016,'-41'-38'1064,"-1"0"0,5 0 1,10 16-1255,22 26 279,17 27-50,0-4 17,6 4 0,5 3-25,3-6 0,2-1-1137,13 10 0,3 0 1076,-11-11 0,2 0 0,0-1-77,2 1 1,1-1 0,0 1-184,-1-1 1,1 0-1,-1 0-586,2 3 1,0 1 0,-3-2 524,0 1 1,-4 0-521,1 6 1,-8 1-115,-21 6 626,-25 15 376,-2-20 39,-17-3 129,1-19 291,-22-5-59,20-7 0,-1-1-359,6-2 0,0-1 393,-7-3 0,2-3 670,-14-7-539,22 7 0,0-2 482,-22-6 1038,19 4-936,1 2-576,23 5-640,-1 1-202,11 2 84,6 2 545,18 8-337,-1-1 60,30 11 9,-17-11 1,2-1-270,4-1 1,1-1 217,0 0 1,2-3 81,16-9 0,-2-3-104,-25 5 1,0-2 28,14-7 1,7-4-1,-8 2-23,-13 4 0,-2-1 94,9-6 0,4-3 1,-8 2 48,5-6 112,-9-1 0,-4-4 347,-14-16-521,-1 6 96,-16-2-23,-3 25 33,-5-6-229,5 11 431,1 2-1142,4 9-1866,2 6 2577,0 9 0,0-7 0,0 7 0</inkml:trace>
  <inkml:trace contextRef="#ctx0" brushRef="#br0" timeOffset="34016">21758 7036 22782,'52'-13'-391,"0"0"0,0 0 0,12 1 0,2 1 0,-11 5-200,-21 7 1,-2 2-2004,30 2 1,0 2 2593,-22 3 0,-4 0 0,18 3 0,-14 1 0</inkml:trace>
  <inkml:trace contextRef="#ctx0" brushRef="#br0" timeOffset="34174">22052 7246 24687,'44'5'-3246,"7"-3"1,7-3 3245,3 0 0,0-1 0,-1 1 0,-7-1 0,-6-1 0</inkml:trace>
  <inkml:trace contextRef="#ctx0" brushRef="#br0" timeOffset="34596">23652 6995 20054,'-6'-4'2856,"2"0"-1678,4 4-1071,59-75-96,-26 52-432,4-4 0,9-6 0,-6 10 421,11 17-12,5 6 1,-1 4 568,-14 7-605,-3 12 0,-5 5 25,-15 5 283,-8 3 1,-7 3-267,-14-10 1,-8 0 16,-19 16 0,-6-2-595,10-12 0,-2-3 588,-2-3 0,-4 1 0,3-3-10,3-4 0,1 0 314,-5 4 1,2-1-326,-5 3 34,20-5 28,27-17 34,21 1-96,26-3-62,-10-3 0,3-1-68,11-1 1,3-1-297,-5-2 1,3-1 0,0-1-777,-6 0 0,0-1 0,-1 0 786,1 0 0,-1 0 0,-2-1-421,6-3 0,-1-2-2423,-9-1 0,2-2 0,-4 1 3098,4-3 1,-3 1-1,10-4 1,-6 1 0,-12 4-1</inkml:trace>
  <inkml:trace contextRef="#ctx0" brushRef="#br0" timeOffset="34883">24935 6672 11292,'-48'-23'1106,"1"-1"0,-1 1 0,0-1 1,-9-1-1,1 1 0,-2 4-794,9 7 0,0 3 1,-1 2-1,4 1-750,1 0 0,2 3 0,-3 2 744,-8 5 1,-6 2 0,1 2 0,7 0-173,-8 1 1,0 4-45,12 1 1,-6 3 0,-3 3 0,2 1 0,7 0-419,-1 5 1,6 2-1,-2 3 326,0 1 1,-3 3 0,1 1 0,6-1-3,6-2 0,5 1 1,2 2-14,0 7 0,2 3 0,6-1 19,2 9 1,8 3-50,10-3 0,4 4 1,4-5 29,3 4 0,8-5 11,10-5 1,9-1 0,2-7 1,-2-13 0,3-6 0,3-1-291,11 5 0,4-1 0,5-2 283,-4-7 1,4-2 0,1-2 0,-4-1-339,-1 0 1,-3-1-1,2-2 355,-9-2 1,1 0 0,1-3 0,0-3 55,4-5 1,2-4 0,-2-2-1,-6 1 43,11-2 0,0-3-50,-5-1 1,6-3-1,0-2 1,-10-1 48,1-10 1,-7-6-48,-6-3 0,-1-5 0,-4 2-76,0-2 1,-10-3-465,-15-6 1,-10-8-1,-9 8-4432,-19 7 1,-7 5 4565,11 8 1,1-1-1,-2 6 1,-6 5-1,3 9 1,9 7 0</inkml:trace>
  <inkml:trace contextRef="#ctx0" brushRef="#br0" timeOffset="51491">17807 7129 22582,'-5'-52'1040,"0"1"0,0 9 0,1 5-144,0 3-667,2 23-229,0 1-84,1 10-67,0 15 179,5 14-39,1 28-20,-2-21 0,0 3-398,0 6 1,-1 2 56,0 2 0,-1 1-393,0 1 0,2 1-846,-1-2 1,2-2 182,-1-12 0,1 0 1428,4 3 0,-1-4 0,-1-12 0,4 7 0</inkml:trace>
  <inkml:trace contextRef="#ctx0" brushRef="#br0" timeOffset="52556">18104 7377 17755,'18'-57'1600,"0"-1"0,-2 7 0,-3 7-5347,-5 8 3965,-4 18 1315,-3 7-1741,-3 11 124,-20 33 96,7-13-4,-5 7 0,-2 2 4,-11 9-1,9-14 0,-1 1 6,-2-1 0,0-1 27,0-2 1,-1-2 112,-20 9 994,14-12-680,14-10-152,12-4-44,6-2 3296,3 0-3621,2 0 22,7 4 61,15 4-44,17 5-56,17 4-135,-26-8 0,3-1-36,11 0 1,0-1 113,-14-2 1,1-2-214,16 1 1,2-4-361,-15-4 0,1-2 333,9-2 0,1-2 210,-2-3 0,-2-3 162,-5 0 1,-1-3 153,-5-4 0,-4-1 18,6-9 223,-10-10 73,-18 18 50,-3-4-16,-7 5 121,-5 6-295,-12 5 288,3 8-529,-12 2-72,8 9-18,-4 5-3447,2 17 3420,11-8-23,4 13-34,11-12-66,14 4 100,-1-9-17,19-6 62,-13-9 51,28-14 3492,-19-2-3257,11-19-191,-24 11 146,-10-18-180,-10 22 62,-8-16 57,-4 16-3326,-11-4 3208,7 11-6,-6 4-28,11 12-2274,-7 17 2234,7-2-208,0 24 181,8-17-28,6 8 0,2 1 0,3-1-1,3-1 1,4-1-39,18-6 44,1-13 1,3-3 44,17 1 937,-8-12 1,2-5-913,-13-2 1,0-3 38,14-9 1,-1-2-29,-15 6 1,-2 0 39,5-8 0,-5-1 452,-4-5-237,-3-1 3136,-11 11-3086,-8 9-240,-9 12-56,-8 7 399,-9 9-416,-2 7-33,5 2-17,11 4-40,14-8 1,12 2 61,2-12-28,23-2 40,-18-7-6,23-1 83,-18-11-38,-5 1 33,1-11 68,-13 6 77,0-2 29,-5 7-218,-3 3-29,-4 6 0,-3 3 12,1 3 33,-9 21-28,-1 6-45,0 2 1,-2 4-102,2-2 1,-1 0 0,1 1 0,-1 1-956,-2 17 1,1-3-571,2 2-1592,2-6 1,5-5 3251,14-18 0,-5 1 0,6-25 0</inkml:trace>
  <inkml:trace contextRef="#ctx0" brushRef="#br0" timeOffset="53107">19613 7542 11994,'23'-51'2457,"0"-1"1,1 1-1,0-3 1,-2 2-344,2-9 1,-4 6-1571,-8 15-68,-2 8 0,-2 3-278,-4 15-86,-2 0-163,-3 15 16,0 18 41,-1 13 33,-2 26-33,0-4-29,-1-16 1,-1 2-216,0-7 0,-2 1 257,-2 14 1,-2-2-8,-3 13-74,-3 1 118,13-45 11,0-1 78,4-15-27,-1-22-101,2-13-12,-1 4 1,1-2 477,4-24-449,4 6 0,2 1-314,4-2 342,3 2 0,1 1 5,1 9-34,6-6-66,-13 29 16,-6 11-5,5 9-12,22 24 12,8 10 16,-17-15 0,0 3 6,5 12 0,-3 0-22,6 14-656,-9-15 0,0-1 666,2 4 299,8-1-282,-17-23 12,4 2 67,0-35-62,-9 4 12,13-36-1,-12 17 1,-2-2 732,7-22-769,-4 13 0,-1 1-36,1-6-11,2-6-152,-7 25-123,-3 13-1439,-4 17 196,3 13 470,1 1-1943,4 20-6790,0-2 7945,-1-1 1,-3-10 0,-4-15-1</inkml:trace>
  <inkml:trace contextRef="#ctx0" brushRef="#br0" timeOffset="53875">20673 7206 27466,'-20'-51'296,"2"13"-262,-10 52-45,3 5-12,-6 5-55,4 18 0,16-10-12,1 15 56,14-19 6,17 3 28,4-19 51,12 2 27,-4-17 62,-3-9 39,-7-10 1,-6-7-102,-9 3 68,-8-15-68,-8 11-39,0-4 28,-6 5-61,6 18-96,0-4-246,5 12-929,3 2 279,11 13-532,4 2-796,13 13-889,3 1 1237,-4-6-3607,20 5 4957,-10-15 2946,15 2-370,-19-11 4095,2-10-2045,-11-9-3040,-2-2-578,-7 0 515,-9 5-538,-4 8-245,-2 0-136,-8 9 7,-12 8 16,-13 12-5,-8 11-54,18-6 0,3 2 54,-3 12 11,16 8 5,27-29-39,18-10 12,-2-7-12,-4-9 0,0-5 34,9-11 16,-12 1 1,-3-4 33,4-30-403,-18 19 1,-3-3 393,-2-6 1,-2-1-843,-1 6 1,-2 0 817,0 0 0,-1-2 198,-1-22 0,-1 0-531,0 23 0,0 0 299,0-22 0,0 6 0,-2 16 0,0 23 580,1 23-580,0 24 0,0 6 0,0 14 0,-5 7 0,-1 5 0,1-19 0,1 2 298,-1 3 0,-1 4 0,2-4-355,0 1 1,3-4-406,3-3 0,4-2-737,3-4 1,5-2 735,5-5 0,2-4 1,3 3-1,1-12 1</inkml:trace>
  <inkml:trace contextRef="#ctx0" brushRef="#br0" timeOffset="54257">21569 7222 27074,'-33'7'140,"7"2"-112,23 4 0,2-1-6,2-4 124,7-1-46,4-6 24,7-2 72,6-13-51,-3-14-50,-4-4 62,-9-2-17,-11 11-22,-4 9-79,-5 6-17,-5 5-16,2 5 16,-13 10-38,-2 17 4,0 1-32,3 22-85,18-10-213,14 14-599,22-3-816,-3-28 0,4-2 1757,1-3 0,-1-4 0,13 4 0,-18-10 0</inkml:trace>
  <inkml:trace contextRef="#ctx0" brushRef="#br0" timeOffset="59216">10370 10544 18548,'-58'22'621,"90"-34"-627,13-4 1,9-3-812,1-1 1,5-1-1,-1 0 781,-6 2 1,-2 1 0,0 0 7,-3 2 0,-1-1 0,-2 2 36,12-5 1,-6 2 507,-15 5 1,-5 1-473,1 0-89,-37 8-230,-31 13 236,5-1 0,-6 2-391,-9 5 0,-3 2 449,-7 3 1,-1 1 47,17-6 1,0 1 0,1-1 24,-17 8 1,1-1-4,8-2 1,2-1-34,9-4 0,4 0-28,-8 2-106,16-5-107,18-9 1109,11-2-795,21-11-129,13-3 0,9-4-26,-6 0 0,3-2 0,1 0-142,3-1 1,2 1-1,-1-2 162,0 0 1,1 0-1,-5 2 110,2-1 0,-7 2 80,11-7-553,-36 13-130,-41 8 291,-25 14 1,-10 6 151,6-2 0,-4 3-375,9-1 1,-5 2 0,0 1 0,6-2 488,-9 5 1,3 0 71,6-3 1,-1 0 0,6-2 1550,-16 6-1199,6-2-135,28-12-50,21-7-185,9-5 112,33-15-157,14-8 642,-8 4 1,4 0-688,4-2 0,0 0 0,1-1 1,1 1 33,-5 2 0,-1 0 84,-10 3 0,-3 2 297,10-7 88,-23 10-1343,-15 9-6648,-13 6-431,1 2 7112,-5 2 1,6-2 0,1-1 0</inkml:trace>
  <inkml:trace contextRef="#ctx0" brushRef="#br0" timeOffset="60012">17942 9305 18058,'-6'-54'627,"0"-1"0,0 1 1,1-1-1,-1 1 1,1 3-1,0 4-302,-2-6 0,1 10 179,0 10 389,2 4-1056,1 18 334,2 15-188,1 37 28,3 19-5,-1-10 0,0 3-748,0-11 1,0 3 558,1 5 0,-1 5 0,0-2-534,-1 7 0,1 1-92,0-5 1,0 3 0,1-2-1097,0 7 1,1-3-2358,-1-9 0,1-5 4262,-1-11 0,0-5 0,-1 4 0,-1-21 0</inkml:trace>
  <inkml:trace contextRef="#ctx0" brushRef="#br0" timeOffset="61106">17821 9605 10164,'-25'-54'3030,"1"0"0,1 5 1,0 4-2270,3 17 1,0 4 386,-13-13-419,6 15-466,12 11-442,7 7 22,13 4 224,18 5-39,28 0-51,-12-2 1,6 0-545,11-3 0,7-1 0,-2-1 539,-12 0 0,-2-1 0,2-1 28,2 0 0,4-1 0,-2-1 0,-7 1 14,1-2 0,-6 0 39,4-2 1,-7-1 75,-17 3 425,-1-2-369,-17 6-185,-7 0-23,-13 3 107,-14 6 62,-10 6-23,-1 6 1421,7 4-1566,14-2 22,12-5 89,15 7 12,8-9 39,16 2-17,11-10-8,-10-10 0,1-3-20,13-3 20,-14-3 0,-2-3 86,0-11-33,-1-10 45,-14-3-39,-14 2-123,-6 9 38,-28-7-55,11 21 11,-7 2 0,-3 4-51,-7 6 12,-19 8-18,15 14-10,9 15 11,10 13-34,12 11-20,12-25 1,5 2-353,7 9 1,7 1-172,8-1 0,5-2-353,3-2 1,5-4 438,5-6 0,4-8 34,-4-9 1,2-6 226,3-7 1,-1-4 209,-10 1 0,1-5 347,19-18 1,-4-4-9,-8-1 5,-5-3 1,-6-4 342,-16-7 66,-3-10-50,-9 3 497,-6 4-491,-4 16 453,-1 10-1422,-2 17 212,2 10 68,-3 28 22,3-8-5,-4 34-6,5-24-14,-1 7 0,0 2-260,0-4 276,0 0 1,1-2 9,1-8 72,0-3 11,2-13 124,4-13-130,4-12 23,18-26-67,-6 5 2,-2 2 1,0-1-199,8-18 210,-5 12 0,1 0 253,7-12-304,-8 20 0,0 3 15,5 6-12,5 0-50,-1 11-34,5 17 39,-12 3-5,10 20 276,-16 3-237,-1 13 11,-7 14-6,-6-20 12,-4 1 84,0-22-6,0-10 118,1-2-129,4-18-56,6-11 11,2-2 56,6-8 1,2-1-24,1 1 1,6-5 0,0 2-45,-6 13 45,15-10-73,-24 24-23,4 0 1,-11 10-112,14 29 72,-10-9-238,2 16 1,-3 1-172,-4 0-1019,-2 10 1,-2 0-866,0-4 254,1-2 1,1-1-980,7-5 3080,24 15 0,-26-39 0,12 2 0</inkml:trace>
  <inkml:trace contextRef="#ctx0" brushRef="#br0" timeOffset="61546">20160 9543 21657,'13'-61'1206,"-1"0"0,-1 16 0,-3 3-57,-5-15-903,-2 39 29,-1-3-376,0 18 129,0 22 11,2 30-39,1-7 0,0 4 14,0 1 0,0 2-686,2 12 0,-1-3 666,-1-24 1,-1-1-4,0 13 1,1-3-9,-2-9 23,1 4 106,-2-25 78,-2-17-184,-2-3 27,-14-34-16,5 12 2,-2-6 1,0-2-14,-1-6-10,6 1 0,-2-9 1,2 5 257,3 12 1,1-1-242,-2-18 0,-1-9 0,3 10 21,3-5-12,2-1 1,3 3-29,5 15-111,7 2 1,4 4 116,7 10 0,11 5 0,6 4-40,18 9 18,-16 6 0,-1 4-23,-10 7 0,-4 3 17,11 15 6,-15 21-12,-35 12-437,-3-10 488,-18-10 0,-6-4-28,-4-7-85,0-4 1,0-4 617,5-5-3023,4-7 0,2-1 1750,9-4 0,-8 0 0,28-6 0</inkml:trace>
  <inkml:trace contextRef="#ctx0" brushRef="#br0" timeOffset="61772">20866 9093 22190,'-4'0'2985,"1"0"-3601,3 0-1855,90-28 959,-42 19-1765,1 0 0,11-3 0,-8 5 2826,11 8 0,-25-1 0,-5 1 0,-12 2 0</inkml:trace>
  <inkml:trace contextRef="#ctx0" brushRef="#br0" timeOffset="61940">21151 9297 26407,'-31'26'-358,"55"-12"-152,24-20-2719,12-1 0,3 0 2989,-4-1 0,-23 4 0,-4 1 0,-9 0 1</inkml:trace>
  <inkml:trace contextRef="#ctx0" brushRef="#br0" timeOffset="71631">22962 8957 22957,'25'-45'1120,"-5"8"-991,-21 37-124,0 0-16,-4 1-34,-7 1 45,-15 4 6,-18 4 5,4-3 0,-1 1-1507,-20 2 1521,16-4 0,1-1 193,-8-1-10,11-2-108,14-2 164,23 0-158,5 0 79,0-1-314,0 4 1654,0 1-1480,1 15-34,-1-6-34,-3 26 23,0-20 23,-3 19-23,-1-14 5,0 2 35,-1-4 4,4-11 75,0-3 189,3-6 448,1-2-639,3-3-44,9-3-56,2-2 0,43-8-17,2 8-195,-22 2 0,3 1 181,5 5 0,0 3-22,3 6 0,-2 3-448,-1 1 0,-2 2 439,-2-1 1,-7 5-304,-4 32 102,-47-12-241,-9 9 237,-25-18 1,-6-6-86,24-10 0,-1-1-76,-17 3 0,-8 1 1,8-4 96,16-5 0,0-2-752,-9-1 0,-4 0 0,7-4-1735,-5-6 2801,11-3 0,5 0 0,16-1 0,3-1 0</inkml:trace>
  <inkml:trace contextRef="#ctx0" brushRef="#br0" timeOffset="71981">22748 8546 19533,'-55'5'285,"-1"1"1,1-1-1,8 7 1,-4 3 0,1 3-1,0 2 1,6 1-1987,-11 11 1,5 4 0,0 1 1721,3-7 0,-1 0 0,1 3 0,4 9 52,13 0 0,0 8 0,4 4 0,2 1 0,5-3 0,4-7-178,7 4 1,6-5-1,-1 5 105,-6 2 0,-5 7 0,1 1 0,7-5 0,12-10 67,19-5 0,11-10 0,5-4-136,9 1 0,5-3 0,-2-3 63,-9 0 1,-1-2-1,6-2-150,-2-3 0,7-2 1,2-1-1,-2-1 0,-4-3 266,6-2 0,-4-4 1,1-1 79,-5 2 1,1 0 0,0-2 0,-2-3 44,10-4 0,-1-4 0,-3-5 134,-4-6 1,-2-4 0,-1-3-186,0-1 1,-1-3-1,-1-3-151,-9 2 1,-1-3 0,-2-1 0,-4 2-31,-4-1 1,-4 1 0,-1-2-4,2-11 0,-3-3 0,-4 0-90,-8 2 1,-4-1 0,-1 2 24,4-14 1,-10 1-170,-11 21 0,-7-3 1,-5 2-1,-3 8-1189,-9 7 1,-6 7-1,-2 1 1342,4-2 0,-3 0 0,1 1 1,2 4-1,-16-1 0,6 6 1,19 5-1,0 1 0</inkml:trace>
  <inkml:trace contextRef="#ctx0" brushRef="#br0" timeOffset="77224">17696 11074 18526,'-6'-49'1564,"1"0"1,0 12 0,2 6-1615,1 11-34,1 23 73,3 25 33,2-4 6,9 37 11,0-28 0,2 1-22,0-1 0,4 0 36,13 12 0,2-4-521,9 0 563,5-3 297,-23-29 325,-5-18-566,-3-2 73,9-23 78,-6-20-144,-1-5-100,-9 23 1,-1 0-3,3-17-39,0 11-39,-4 17-180,-1 9-745,4 11 337,0 4-2253,26 16 1643,-14-2-1335,28 16 191,-11-6 1541,-7-7 0,2-2 1032,12 4-24,-3-8 0,-1-5 257,-7-6-552,1-4 1,-3-4 1458,-10-3 1810,11-25-2492,-28 19 582,-1-28-947,-6 26 740,-4-19-818,1 25 3437,-8-4-3616,-5 14-79,-7 8 6,-12 12-3353,-7 16 3381,7 2-6,14-9 1,2 2-125,-5 18 113,13-13 0,2 1 17,2 8 0,22 11 28,8-35 39,16 1-16,-8-17 3490,20-23-3385,-17-8-72,6-7 96,-15-11 94,-11-1-12,-4 10-49,-5-1-213,-4 32-62,-2 5 45,-2 15 23,-1 3 0,-2 27-6,4-8 0,2 7 5,18 2 6,-2-24-8,11-2 0,3-3 3,4-6 2,10-8 0,2-4-553,-2-8 578,6-11 1,-2-4-12,-7-6 28,0-12 1,-4-6-488,-19 15 1,-4-1 472,8-21 1,-3 0-21,-9 17 1,-3 0 25,2-22 0,-3 2 3,0-1 14,-2 9 0,-2 2 120,-2 8-6,-5 5-223,-1 24 28,-9 28 27,-5 25 3,5-9 1,1 3 23,-1 9 1,1 1-39,2-8 1,2 3-3,2 2 1,2 3-1,2 1-26,4 1 1,3 0 0,1 0-48,1 0 1,0 0 0,2-1-19,5 17 1,8-7-1770,18-15 0,5-8-1750,11-3 3618,-3-6 0,-4-4 0,-13-10 0,-1-2 0</inkml:trace>
  <inkml:trace contextRef="#ctx0" brushRef="#br0" timeOffset="77890">20283 10738 23317,'45'-16'-397,"1"1"1,-1-1 0,9-4 0,1 4-1423,-9 11 1,2 3-1,-2 2 977,4-1 0,-3 1 0,2-1 0,-4 0 0,4 2 0</inkml:trace>
  <inkml:trace contextRef="#ctx0" brushRef="#br0" timeOffset="78041">20524 10897 25539,'-29'15'-1120,"39"-12"-244,24-8 0,12-7 1364,-5 4 0,4-2 0,-3 2 0,-3 0 0,-3 1 0,1 0 0,0 0 0</inkml:trace>
  <inkml:trace contextRef="#ctx0" brushRef="#br0" timeOffset="78614">22053 10474 24979,'-60'-14'74,"0"1"1,-4 0 0,9 4-42,18 9-11,-3 2 1,-1 1-6,-1 1-15,-3 3 1,1 1 3,15-1 5,-15 8 0,34-5 6,-1 9 0,6-5 12,0 11 21,4-5 0,1 6 29,0 2 55,0 12-39,-2-6-39,0 1-33,-2-16 27,0-6 113,2-7-12,0-2 347,2-2 129,0-2-5,1-5-544,1-1 6,5-11-39,5-4-28,23-13-6,-6 10 3,6 6 0,3 4-14,15 4-3,-14 2 1,2 6-32,7 14 0,-4 5 23,9 3-9,-15 5 1,-6 5-43,-16 10-1651,-15-7 1,-5 1 1695,-10 14-17,-8-11 1,-5-4-29,-6 0-353,-10-3 1,-3-2-778,-12-4 710,20-8 0,-1-2-3870,-14-13 3785,25-8 0,5 2 0,13-2 0</inkml:trace>
  <inkml:trace contextRef="#ctx0" brushRef="#br0" timeOffset="78847">21956 10450 20084,'42'-13'1519,"0"0"1,4-2 0,-7 3-1218,-16 6 135,18-5-112,-15 5 101,9-2-331,-13 5 107,0-2-169,-17 5-10,1-1-3658,-6 1 3635,-2 3 0,1-2 0,-2 2 0</inkml:trace>
  <inkml:trace contextRef="#ctx0" brushRef="#br0" timeOffset="82931">8198 7506 17624,'46'-25'751,"0"0"1,5-2 0,-8 4-148,-21 11-82,27-13-334,-29 15 4,30-12-205,-26 13-28,6-1 0,3 0 256,12-3-476,10-2 69,-18 5 0,1 0-837,16-2-87,-21 4 1,1 0 907,27-2 1,-40 7-1,7-1 1</inkml:trace>
  <inkml:trace contextRef="#ctx0" brushRef="#br0" timeOffset="86665">17048 11839 16834,'57'-4'30,"0"1"0,0 0 0,1-1 0,3 1 0,-3-1 0,7 1 20,-16 1 1,5 1 0,2 0 0,1 1 0,-4-1 0,-5 0-1733,9-1 0,-7 1 1,9-1 1737,-5 0 0,8 0 0,4-1 1,1 0-1,-3 0 0,-4 0 65,3-1 0,-4 0 1,-1-1-1,4 1-195,-10 0 1,2 0-1,1 0 1,1 0-1,1 0 1,-1-1 155,3 1 1,1-1 0,1 0 0,-1 0 0,-1 0-1,-1 0-127,1 1 1,-3-1-1,0 1 1,2-1 0,4 0 86,-9 1 0,4-1 0,1 1 0,2-1 0,1 0 0,0 0 0,-2 0 0,-1 0-168,3 0 0,-1 1 0,0-1 1,-1 1-1,0-1 0,0 1 1,1 0 122,-1-1 1,1 0-1,-1 0 1,1 1 0,-1-1-1,1 0 1,0 1 7,1 0 0,3-1 1,0 1-1,-1 0 1,-3 0-1,-3 0 1,-7 1-25,12-1 0,-9 1 1,5-1-46,-4 1 0,6 0 0,1 0 0,-2 0 1,-6 1-266,1-1 1,-5 1-1,-1 0 441,4 0 1,-2 0-1,-11 0-420,-12 0 162,-50 2 1,-20 0-83,-6 1 0,-7 0 1,2 1 242,11-2 1,1 1 0,-3 0-138,-11 0 0,-5 1 0,-2 0 0,2 0-1,9 0 0,2-1 0,-1 1 0,-4-1-3,1 1 0,-1 0 1,-3-1-1,-3 1 1,-6 1-87,15-2 1,-5 1 0,-3 1 0,-3-1 0,-1 0 0,-1 1 0,1-1 0,3 1 0,2-1 0,5 0 151,-8 0 0,6 0 0,2 0 1,0 1-1,-4-1 0,-6 1 7,12-1 1,-5 1 0,-4-1-1,-3 1 1,-2 1 0,-1-1 0,1 0-1,1 0 1,3 0 0,4 0 0,5 0-1,6 0-19,-20 1 1,12 0 0,1 0 0,-9 1 33,13-2 0,-4 1 0,-3 0 0,-3 1 0,-2 0 0,1-1 0,0 1 0,2 0 0,4 1-403,-4 0 0,1 0 0,2 1 0,1-1 0,0 1 0,1-1 0,0 1 310,-5-1 0,1 0 0,0 0 0,1 0 1,0 0-1,-1 0-26,-3 2 0,-2 0 0,1 0 0,1 0 0,4 0 0,7-1 157,-3-1 0,7 1 0,-2-1 342,-11 1 0,-2-1 1,5 0 242,3 0 1,6-1 1292,0 0 1,17-5-943,30-4-124,37-5-185,17-2 119,-4 4 1,15 0 0,3 0 0,-8 0-561,-11 3 1,-5-1 0,8 1-47,-1 0 0,9 0 0,4-1 0,1 1 0,-4 0 0,-6 1-45,6-1 0,-5 2 1,7 0-116,-12 0 1,7 0 0,4 0 0,2 0-1,1 0 1,-3 1 0,-3-1 64,-4 1 1,-3 0 0,-1 0 0,1 0-1,1 0 1,3-1-133,0 1 0,2 0 0,3-1 1,1 1-1,0-1 0,-1 1 1,0-1-1,-2 1 140,0 0 1,-2-1 0,1 1-1,-2 0 1,0-1 0,1 1-1,0-1-135,0 0 1,1 0-1,-1 0 1,1 0 0,-1 0-1,1 0 1,-1 0 171,0-1 0,0 1 1,-1-1-1,0 0 1,1 1-1,1-1 1,1-1 2,-2 1 0,3 0 1,1-1-1,0 0 1,-1 1-1,0-1 1,-3 0-1,-2 1-47,11-2 0,-5 1 0,-1 0 0,1 0 0,5 0 26,-11 0 1,3 0 0,3 0 0,1 0 0,-1-1 0,-1 1 0,-5 1 0,-5-1-20,11 0 0,-7 1 0,-2-1 1,3 1-43,-4 0 0,2 0 0,0-1 1,-2 1-1,-3 1 273,9-1 1,-4 0-1,-7 2-1004,-8-1 0,-5 2 141,19 1 579,-46 5 0,-13-3 0,-8 2 0</inkml:trace>
  <inkml:trace contextRef="#ctx0" brushRef="#br0" timeOffset="91257">17267 13060 18016,'0'-4'4868,"0"0"-3983,0 4-840,-66-46 28,8 58-59,13-28 0,-3 6-1147,7 31 0,0 16 0,6-3 1135,10-11 1,1 0-1,-7 9 0,-4 4 0,8-5-25,1 4 406,12-5 0,2-1-484,4-5 421,13 11-191,12-30 134,41-28-190,-11-3 29,-11 0 1,4-8 0,-4 3-325,-8 6 1,-2-3 445,9-14 0,3-9 0,-7 6 166,-12 11 1,-4 0-281,3-9 1,-1-5 0,-3 3 6,-6 2 1,-2-1-1289,3-12 0,-1 0 1241,-4 21 0,-1 2 193,4-26-95,-6 45-201,-1 4 358,-1 9-521,-1 8 129,-4 17 67,-2 26 6,-1 2-10,4-7 0,-1 8 0,1-5 30,1-11 1,1 1-156,0 20 0,1 9 1,2-10-12,2-24 0,2-2-222,6 26 0,5-4 2048,23-3-2453,-1-24 0,2-5 341,19 3 174,-14-21 0,-1-7 162,10-19 227,-17 0 0,-2-4 71,9-13 288,-18 3 0,-6 1-93,-7 5 720,1-30-748,-11 40 259,-3-10-254,-1 24 950,-1 1-1341,1 5 298,-1 4-326,2 0 67,-2 10-28,0 6-28,2 14 5,3-9-5,13 9 23,-2-22 33,14 4 67,-1-18-78,-4-1 72,10-16 118,-10-17-134,-3 5 84,-2-22 73,-12 19 72,-2-3-134,-2 13 274,-6 9-430,2 12-18,-9 3-22,-5 14 0,-25 25 34,9-5-275,3 5 0,1 0 252,8-2-28,4 1 1,3 1 5,9-8-1,13 20-4,37-25 27,-14-14 0,3-2-473,2-3 0,4-3 441,2-7 1,5-6 0,-5 1 36,-5 1 1,0-3 3,15-9 1,8-4 0,-10 1 12,-16 5 1,-2-3 16,8-12 1,4-8-1,-9 3-566,-13 10 1,-3-3 582,7-18 0,0-7 0,-3 5-25,-9 14 0,-2 0 12,4-15 0,2-8 1,-4 6 15,-4 9 0,-2 2-9,2-8 1,-1 1 61,-6 14 0,-2 6 551,-4-3-607,1 9-67,-6 14 6,4 15 906,-16 32-895,8-7-6,-8 21 0,0 4 197,10-25 0,1 2-207,-7 19 1,-1 10 0,1 0-180,3-2 1,2 1 0,0 0-83,0-2 1,1 0 0,2 0-231,2 2 1,3-1 0,5-7-945,9-9 0,5-8-1697,19 12 3159,11-14 0,-27-23 0,0-3 0</inkml:trace>
  <inkml:trace contextRef="#ctx0" brushRef="#br0" timeOffset="91865">18918 13026 25685,'-32'-35'95,"7"12"-106,21 35-17,6 11 17,10-8 16,11 4 18,0-10 49,19-6-27,-20-6 106,18-8 57,-18-8 66,1-10 28,-8-6 191,-7-6-218,-11 10-113,-7 2-117,-4 17 16,-14 4-16,4 6-39,-13 8-12,13 3 1,-8 23-1,18-12-28,-9 38 23,19-29-6,3 6 1,5 1-40,15 6 33,1-12 1,2-2-399,20 4 418,1-19 1,1-4-4,4-4 11,3-9 1,0-6-6,5-14-6,-23 7 1,0-1 11,13-18 3,-20 4 0,1-7 1,-3 3-2,-2 4 1,-1-3-315,5-9 1,4-9-1,0-1 1,-6 7 316,-2 4 0,-1 1 25,-1 0 1,3-5-1,0 0 1,-4 8 7,-4 8 1,-2 1 101,8-17 0,-6 5-68,-12 22-72,-5 1-29,-9 23 18,-6 11-7,-6 18-10,-5 21-234,15-19 1,2 3 246,2 7 1,3 2-43,3 5 1,3 1-57,4 2 1,3-1 2,-2-10 1,3-2-261,3 6 0,2-1-552,-1-7 0,0-2 304,1-2 1,0 0-2643,0-3 0,0-4 2499,1-1 1,-5-14 0,-6-9-1</inkml:trace>
  <inkml:trace contextRef="#ctx0" brushRef="#br0" timeOffset="92357">19610 12959 22996,'-40'-18'1028,"0"1"1,4 2 0,11 2-575,21 5-471,8 4-123,31-11 51,-4 6-225,22-2 0,6 1-557,-27 5 0,2 0 645,8 0 0,6-1 1,-3 0-179,4-3 1,-3 1 336,-6 2 0,-1-1 33,-4 0 1,-4-2 290,-1-7-122,-18 10 273,3-6-262,-20 12-51,-5 3-5,-2 0 1601,-16 18-1613,8 0-10,-11 24-57,16-16 17,5 16 17,18-16 11,12 5-34,16-7-5,12-13 34,4-11 44,-2-15 62,-6-13 89,-9-13-100,-12 3 380,-6-25-139,-12 16-35,-9-13-133,-9 22-141,-15 12-11,-11 12 6,-6 7-39,-2 11-29,5 9-5,6 15 0,7 14-31,18-17 1,2 4-234,7 14 1,4 1-512,0-13 1,5-1-755,11 17 0,8-2 1529,5-14 0,2-5 0,9 15 0,3-9 0</inkml:trace>
  <inkml:trace contextRef="#ctx0" brushRef="#br0" timeOffset="94179">22093 13220 21018,'16'-48'1277,"1"0"0,-1-14 0,-7 4-694,-14-2-474,3 24 1,-4 1 77,-12 5 1,-7 6-2831,-7 12 1,-2 3 2656,2-3 0,-1 3 8,-15 9 1,0 6 383,14 4 1,2 3-407,-8 7 0,1 3 362,3 3 0,3 3-368,2 10 0,4 1-5,9-13 0,3 1-23,3 15 1,7-2 16,11-9 60,27 19-26,18-33-9,-4-14 1,1-4 1281,-13-2 0,0-3-1271,16-10 1,-2-6 8,-20 0 0,-2-3 19,6-9 1,-2-5-303,-4-5 1,-4-3 304,-3-8 1,-3 0-26,-5 8 0,-2-2 55,-1-7 0,0-6 1,-2 8-34,-3 15 1,1 0 20,0-7 0,1-5 0,-2 8 223,-2 2-78,1 3-224,-3 20 315,-1 13-304,0 40-11,0 12 5,0-1 1,-1 2 559,2-11 0,0 3-577,-1 13 1,-1 9 0,1-8-332,1-14 1,0 1 315,1 11 1,0 7 0,3-9-36,2-16 1,2-3-12,3 3 0,2-1-84,15 10 78,12-26 79,-2-23 174,-10-9 1,0-6-139,-3-4 0,-1-2 1095,17-18-980,-4-6-84,-26 35 34,1-3-68,-11 15-156,0 2 140,9 4-1,-1-1 6,34 1 1,-17-2 16,7-7 0,-1-1-6,-4-4 37,-2-10 0,-2-3-31,-9-2 0,-2-2 0,-2-3 145,-5-18-100,-3 9 28,-12-2-56,-20 27-40,5 2 12,-20 7-34,16 10-11,-9 12 17,14 0-17,0 20-17,15 3-34,5-4 1,3 2-14,4-4 0,3 0-702,0 1 0,3-3 559,16 14-1282,4-21 1,2-3 346,6 1-413,5-5 1,2-3-2277,12-13 2120,-13-8 0,1-1 1148,16-5 1036,-21-2 0,-2-3 1773,4-12-275,-15 5 1,-2-2-801,6-10 862,-3-13-1193,-21 31 2302,-11-12-2733,-10 17 383,-6-1-563,-12 10-108,2 9-88,5 0 548,1 8-559,17 4-5,5 12 11,5-7 17,15 9-23,-2-18 6,41 8 39,-18-15 6,23-6 17,-32-8 145,1-23-145,-18 11 106,10-36-112,-16 28 179,2-33-162,-9 37 61,-6-16-39,-7 23-50,-19 0-28,7 10 0,-25 9-29,28 6-21,-16 20-12,29 4 0,4 19-22,14-10-272,12-4 0,5 0-232,6 3-744,4-3 1,4 0-929,-13-15 0,2-3-2673,12 6 1,3-4 2877,-3-7 0,0-6 4454,-7-3 1,-3-4 1857,14-11-919,-29-8 2380,1-27-5136,-7 19 62,3-5 1,0 1 66,-1 8-179,3-4-393,-9 19-83,-5 7 287,-1 10-337,2 17 5,3 23-20,-2-14 1,1 0-217,-1-3 0,0 1 222,1 19 0,-1-1-20,0 4-8,0 4 0,0 0 3,1 1 0,-1-21 0,0-3 22,1-2-17,-1-15 29,-1-14 49,3-20-49,-1 0 7,1-18 1,0-5-25,-1-11-482,-1 6 0,1-9 0,0 5 481,-2 9 1,1-1 3,0-19 1,1-9-1,-1 6 5,-1 5 0,0 1-5,-1 4 1,1-3-1,-1 5 45,-1 4 0,0 3-46,1-8 0,1 4-24,5-2-24,7-10 24,0 36-24,30 12 52,2 18-24,10 3-5,-22 3 1,-3 6-265,-1 8 0,-4 3 253,0 2 0,-4 2 0,-1 8 1,-6 0 10,-10 13 534,-19-21 0,-7-3-512,-9-3-8,-15-2 1,-3-5-54,1-9-322,-6-5 0,1-4-1348,3-15-6966,-11-7 8692,36-4 0,15 7 0,8 7 0</inkml:trace>
  <inkml:trace contextRef="#ctx0" brushRef="#br0" timeOffset="94789">24470 12682 25130,'46'12'270,"1"0"1,7-6 0,-6-7-142,-17-12 47,-1-8 1,-2-3 2,-5-12 0,-8 2 1,-4-1-52,-9-6-27,-11-3-67,-10 31-23,-5 6 0,-1 9 6,5 3-23,-9 17-10,10 4 38,-7 23-33,12 11 11,8-25 0,4 3-356,3 3 1,3 0 338,4 2 1,3-2 16,0-8 0,3-3-133,14 9 1,4-6 138,2-4 16,4-8 1,1-5 10,6-14 17,-7-8 1,1-6-4,-5-11 1,-3-5-23,-2 6 1,-2-5-216,5-26 1,-6-5 248,-13 21 0,-2 0 75,5-15 1,-2 0 72,-7 17 0,-3 3 614,1-16-821,-4 20 286,-5 5-286,1 14 0,-1-1 0,2 7 567,1 2-567,2 7 0,6 14 0,9 19 0,-1-9 0,2 2-413,4 8 1,1 1 412,1 4 0,0-1 0,-2 1 0,-3 0-115,-1-5 0,-10 0-3291,-24 6 1,-9-3-6426,-5 6 9097,-5-19 1,0-8 0,14-13-1,9-5 1</inkml:trace>
  <inkml:trace contextRef="#ctx0" brushRef="#br0" timeOffset="95515">25704 13140 23108,'29'-45'694,"-1"0"1,1 0 0,5-7-1,-6 2-473,-13 1 1,-7 0-1062,-4 8 0,-3 1 957,0-15 1,-2-2-42,-2 0 0,-3 0 22,-2 3 0,-1 1 33,0 7 1,-1 2 189,0 6 0,1 5-237,-2-5 376,2 13-477,7 21-100,-2 5 72,-4 12 56,-15 39-5,5-6 175,0 3 0,2 3-190,7-22 1,2 2-295,-2 21 1,2 9 0,5-1-126,5-15 1,4-2-1,1 3-547,0 13 0,1 2 0,5-4-73,4-14 1,4-3 0,2-5 1047,12 4 0,-1-6 0,7 3 0,-7-14 0</inkml:trace>
  <inkml:trace contextRef="#ctx0" brushRef="#br0" timeOffset="95723">25703 12714 26195,'49'-22'77,"1"1"0,-1 0 1,-4 1-1,-2 1 1,-3 6-3,4 6 1,-5 5 271,17-3-375,-19 2 0,-4 0-442,-8 2-370,-13 2 866,-14 6 1,1-4 0,-3 3 0</inkml:trace>
  <inkml:trace contextRef="#ctx0" brushRef="#br0" timeOffset="99597">11599 8810 10018,'10'-55'2544,"-1"0"1,-12 16 0,-7 11-2416,-30 28-1211,-4 24 1,-3 12 1187,14-9 1,0 2-1,-2 4-472,0-1 1,-2 4-1,-2 1 1,1 1 388,-6 5 1,0 1 0,0 3 0,0-1-237,6-5 0,0 0 1,0 1-1,-1 0 0,1 0 238,0 0 1,-1 1 0,0-1 0,0 1 0,1-1-15,1-2 0,0 1 0,1-1 1,-1 0-1,2-1-27,-7 5 1,2-1 0,-1 1 0,-1-1-576,5-5 1,-1 1-1,0-1 1,1-1 0,2-2 388,-9 9 1,4-4-1,0 0 1,2-3-1,2-1 1,5-6-1,-6 6 1</inkml:trace>
  <inkml:trace contextRef="#ctx0" brushRef="#br0" timeOffset="99867">9943 9356 19294,'0'-5'2156,"0"2"-2083,0 3 431,91 42-333,-56-23 0,2 3-710,11 3 1,8 4-1,-1 0 703,-1 1 0,0 1 1,-4-1-126,-11-9 0,-2-1 1,1 0-3,6 4 0,3 0 1,0-1 47,2-2 1,1-1 0,-2-1-58,-7-3 0,-1 0 0,2 1-54,14 5 0,3 1 0,-3 0-1442,-10-3 1,-3 0 0,-3-1 1467,4 2 0,-4-2 0,-8-1 0,-5-2 0,-8-5 0</inkml:trace>
  <inkml:trace contextRef="#ctx0" brushRef="#br0" timeOffset="107687">22509 10826 13945,'-25'-38'418,"-1"0"1,1 1 0,-11-17 0,2 4-436,11 18 0,0 2-830,-3-3 1,-2 0 840,-6-1 0,-2-1 54,-5 0 0,-5 0-1005,1 5 0,-4-1 0,1 3 1060,-5-3 1,-2 3-28,9 5 1,-3 0-1,4 3 243,2 3 1,-3 1-87,-5-1 1,-9-1 0,-2 0 0,7 2-180,10 3 0,4 1 1,-7 0-305,-1 0 0,-7-2 0,-5 0 1,-1 0-1,3 2 0,6 1 268,-12 1 1,6 3 0,-4-1-16,10 2 1,-3-1-1,-2 0 1,0 1-1,3 1-203,-5 1 0,1 1 0,1 1 0,-1 0 197,-2 1 0,-2 0 0,2 0 1,1 1 6,11 0 0,3 1 0,-1 0 1,-5 1 9,-6 1 0,-6 1 0,-4 1 0,0 0 0,4 1 0,7-1 0,-8 1 1,8 0 0,-8 1-1,14-1 1,-7 0-1,-4 1 1,-1 1-1,1-1 1,5 0-1,7 0 1,-9 2 0,8 0 0,-7 1-135,6-1 1,-7 2 0,-3 0 0,-1 1 0,1 0-1,5 0 134,5-1 1,4 0 0,0 0 0,0 1-1,-4 1 7,-5 0 1,-3 2 0,-2 0 0,0 0-1,2 0 1,2 1-12,0 1 0,1 0 0,2 0 0,1 1 1,-1 0-6,1 0 1,1 1-1,0-1 1,1 1 0,0 1 2,2-1 1,0 1 0,1-1 0,0 2 0,0 0-25,-5 3 1,-1 2-1,0 0 1,2 0 0,3-2 27,6-2 1,2-2 0,1 1-1,-1 3 21,-3 2 1,-2 5 0,-1 0-1,5 0 1,7-5 376,-4 6 0,6 2-406,-6 13 0,-2 8 0,9-6-18,17-15 0,4 0-5,-1 6 0,0 6 1,7-4-13,8-1 0,6-1 19,4 0 1,4 2 0,0-4 485,4 3 1,4-3-449,5-3 0,5 0 0,2-4 38,12-1 1,5-4 9,-4-4 1,4-1 0,0-1 31,-8-5 0,0-1 1,5-2-8,0-3 1,6-1 0,4-2 0,-1 0-1,-2-1-28,4-1 0,-3-1 0,2-1 0,6-1-38,-13 0 1,4-1 0,3-1-1,3 0 1,0 0 0,-1 0-1,-3 0 1,-5-1-238,10 0 1,-6 1 0,-1-2 0,1 0 0,5 0 213,-10-1 1,3 0-1,2 0 1,1-1-1,0 0 1,-1 0-1,-2-1 1,-3 1-136,12-1 0,-4-1 1,-2 1-1,1-1 1,6-1 147,-10 1 0,3 0 0,3-1 0,2 0 0,-1 0 0,-1 0 0,-2 1 1,-3-1-50,0 1 0,-3 0 0,-2 0 0,0 0 0,1 0 0,4 0 49,2-2 0,4 0 1,1 0-1,0-1 0,0 1 1,-1-1-1,-2 1 63,-1 0 1,-3-1 0,0 1 0,-1 0 0,2-1 0,1 0-41,0 0 0,1 0 1,1-1-1,1 0 1,0 0-1,0 0 1,-2-1-23,0 1 1,-1 0 0,0 0 0,0 0 0,0-1-1,-1 0 1,-1 0 6,7-2 1,-1 0 0,-1-1 0,0 1 0,-2-1 0,-2-1 35,1 0 0,-2 0 0,-2-1 0,-1-1 1,0 0-48,-3 0 0,0 0 0,-1-1 0,0-1 1,0-1 21,2-2 1,1-2-1,-1-1 1,-3 0-1,-3 2-10,9-4 0,-6 1 0,0-3 38,6-6 1,-1-3 0,-13 1 396,-16 6 0,-12-1-546,-16-16 1,-14 1-9,1 15 1,-10 3 217,-19-1 0,-12 1 1,2 6-544,-2 3 1,-7 3 386,12 6 1,-11-1-1,-6-1 1,0 1 0,6 1-1,10 2 1,8 1-1,7 1 1,-5 0 0,-9 0-1,1 0 1,-1 0 0,1 1-1,-1-1 1</inkml:trace>
  <inkml:trace contextRef="#ctx0" brushRef="#br0" timeOffset="117015">12800 9620 14852,'2'-9'5528,"-1"2"-5600,-1 7 189,0 0 141,-37 25-29,7 10 1,-2 6-1482,-3-6 0,-2 2 1315,2 8 1,-2 5-1,2-1-15,5-8 1,1-2 0,-3 3-430,2-3 0,-4 4 0,-1 1 1,0-1-1,2-3 393,2-2 1,2-2 0,0 0-1,-4 2-241,-3 4 1,-3 2 0,-2 0 0,1 0 0,2-5 251,2-4 1,2-2 0,0-2 0,-3 2-257,-4 2 1,-2 2 0,-2 1-1,1-2 1,3-2 269,-8 6 0,4-4 1,-3 0 34,4-4 1,-3 0 0,2-2 0,4-5 266,-6 1 1,3-6-122,-6 2 0,1-4 731,12-7 1,1-5-658,-17-13 1292,13-13-1041,5-12 2596,16 11-2925,3 1 999,13 18-1298,1 0 154,2 10-24,11 18-17,-2-3 56,24 24 5,-5-27 1,6-1-17,14 3 0,6 0-808,-7-6 0,2-1 0,-2-1 740,10 0 1,-1-1-16,-14-3 1,2-1 0,-4 0-507,0 0 0,0-1 168,11 2 1,2-1-2295,3-2 0,0-2 2642,-5-2 0,-4-2 0,-13-1 0,-4 0 0,6-3 0</inkml:trace>
  <inkml:trace contextRef="#ctx0" brushRef="#br0" timeOffset="118156">8768 13087 20123,'7'-62'1583,"1"0"0,-2 9 0,-1 8-1398,-1 19-27,-3 14-348,-3 17-4061,-4 24 4251,-1-1-6,1 5 1,-2 4 91,2-4 1,-1 2-395,-1 11 0,0 0-68,1-8 1,1 1-2902,2 4 0,1 4 0,0-6 1678,0 12 1,1-7 0,1-8 0,1-27 0</inkml:trace>
  <inkml:trace contextRef="#ctx0" brushRef="#br0" timeOffset="118539">8921 12881 17860,'-23'-43'559,"0"1"0,0-1 0,0 1 1,-8-10-1,-1 2 0,-3 8-343,-11 4 0,-5 11-736,-5 4 0,-5 9 676,4 14 1,-4 6 0,4 3-782,14-3 0,2 2 1,-1 4 659,-6 6 0,-2 6 0,0 2 0,4 3 2,1 7 0,4 3 1,-1 4-22,3-2 1,-1 4 0,1 1 0,2 3-17,9-8 0,0 2 0,2 2 0,2 0 0,1 0-7,1 2 0,1 2 1,2 0-1,2 0 1,2 1-27,-2 11 1,2 0 0,4 1 0,6 0-32,8-10 0,3 1 0,4 0 0,1-3 1,1-3 35,1 11 0,1-6 0,12-2-48,7-15 1,9 1 0,5-4 0,0-4 0,-5-6 15,-3-5 1,-1-7-1,8-4-4,5-3 1,9-3-1,6-3 1,3-2 0,-2-5-1,-4-3 109,-7-5 1,-3-4 0,0-4 0,0-2 0,0-1 0,2 0-159,-6 4 0,2-1 0,1-1 0,0 0 0,0-1 1,-2-1-1,-1 0 0,-3 0 137,6-5 0,-3 0 1,-1 0-1,-2-2 0,-2 0 1,-3-2-144,4-7 1,-3-3 0,-2-1 0,-4 3 0,-4 4 138,-3 3 1,-5 3 0,0-5-92,0-3 1,2-6-1,-1-2 1,-1 0 0,-6 4 77,-1-5 1,-5 3-1,-2-3-23,-2 1 1,0-3 0,-4 1 0,-9 7-25,-11 3 1,-7 6 0,-9 6-65,-7 9 1,-7 7-1,-4 3 1,4 3-15,-2-1 0,1 5 1,-4 3-360,-7 5 1,-7 4 0,0 3 0,8 1-773,14 1 0,4 0 0,-2 3 1249,-19 6 0,-3 3 0,13-5 0,9-4 0,11 0 0</inkml:trace>
  <inkml:trace contextRef="#ctx0" brushRef="#br0" timeOffset="119208">8222 14412 14443,'0'-9'3534,"11"-30"0,4-7-2194,-1 7-822,3-11 0,-1 2 238,-6 16-409,-5 14-375,-4 10-84,-3 13 123,-6 19 73,-13 27-569,3-11 1,-3 4 497,-2 2 0,-3 4 0,1-3-849,-4 6 1,0 1 801,0-2 1,-2 4-1,2-4-299,2-3 0,2-1-2944,5-5 0,0 3 0,2-5 3163,1-2 0,3-4 0,-4 25 0,16-51 0</inkml:trace>
  <inkml:trace contextRef="#ctx0" brushRef="#br0" timeOffset="119882">8277 14254 24155,'25'1'247,"34"15"-231,-16 1 1,6 3-1342,5 2 0,6 2 1,-4-1 1320,-15-6 0,-1-2 1,2 3-122,11 4 0,5 3 1,0 0-1,-9-3-124,-1-1 0,-1 0-401,-7-2 0,6 2 0,0 1 1,-5-1 646,17 11 0,-5-3 1,-13-8-1,-3-1 0,-6-1 1,0-1-1</inkml:trace>
  <inkml:trace contextRef="#ctx0" brushRef="#br0" timeOffset="120748">7952 15351 21243,'-53'-7'295,"0"1"0,10 0 0,2 2-124,5 4 0,3 1-1207,-19 1 1075,-11 0 59,25 1 0,2 1 34,-12 1 8,-8 0 427,22-2-421,22-1-197,2-1-22,7 0 528,3 2-472,5 4 415,2 8-370,8 9 22,6 20-27,-6-12 30,-7 0 0,-2-1 31,-3 5-17,-2 6 286,-7-7 106,-2-18 875,-3 3-1021,6-14 376,1-4-549,4-3 39,-1-4-22,-1 0-11,1-3-113,0 3-33,1 1-33,1 2-46,18-2 51,0 2 3,15 0 0,4 1 14,4 4-40,5 5 1,-2 3-6,-10 3-17,-6 5 0,-5 2 34,-12 1-84,-17 33-62,-29-15 115,14-16 0,-3 0-291,-25 7 0,-5-4-331,12-8 0,0-2 373,3-2 0,-3 1 0,1-2-272,-7-1 0,2-4-348,6-3 1,1-3-6574,-23-12 7512,22-9 0,19 3 0,13 2 0</inkml:trace>
  <inkml:trace contextRef="#ctx0" brushRef="#br0" timeOffset="121106">7461 15191 20879,'-49'-31'439,"-1"-1"1,7 16 0,-4 5 0,3 9-323,1 16 1,0 9-941,-1-1 1,-4 3 0,2 3 857,1 4 1,2 2-1,1 2-623,-2 5 1,1 3 0,2 2 583,3 3 0,1 1 1,4 0-3,7-10 0,2 0 1,4 3-91,2 14 1,5 4-1,7-5 26,12-1 0,6-3-197,-5-10 0,1 1 0,7-5 197,25 8 0,14-11-9,-5-17 1,5-5 0,3-2 55,2 1 1,3-2 0,2-3-202,-5-4 1,3-3-1,1-2 1,-2-3 234,-6-3 0,-1-2 0,-1-3 1,0-2 24,1-2 0,-1-2 1,-1-2-1,0-2 157,-3-1 1,0-3-1,-1-1 1,-4 1-138,4-3 0,-3-1 0,-3-2 57,2-6 1,-2-3 0,-4-3 50,-8-1 1,-4-2-1,-1-1-73,-2 2 1,-1-1-1,-2-1-20,-2-3 0,-3-2 0,-7 4 147,-10-3 0,-8 6-230,1 12 1,-8 6-68,-32-1 1,-11 10-616,9 10 1,-4 7 452,3 0 0,-4 3 1,1 2-849,8 3 1,1 3-1,2 0 1049,-11 5 0,4-1 0,-9 5 0,32-8 0</inkml:trace>
  <inkml:trace contextRef="#ctx0" brushRef="#br0" timeOffset="121805">9872 15197 23623,'-20'-57'433,"0"0"0,1 6 1,5 7-266,9 9-79,1 7-61,7 5-17,0 9-33,17-1 16,-5 9 1,13-1-23,11 11 0,4 4-59,-9-1 0,2 3-345,22 6 1,0 5 249,-18-1 0,-5 3 33,-6 2 1,-5 2 36,4 17 22,-17-2 22,-21-11 0,-7-2 219,-9 8-17,3-8 1,-1-3 33,-3-8 437,2-8-303,16-9 377,-7-20-562,12 10-78,-3-11 495,8 17-551,17 3 102,-2 2-107,47 9-6,-27-3-25,-1 2 0,-1 1-71,1 5-55,0 10 151,-18-7-28,-38 23-11,-19-16-43,4-4 1,-5-1-365,0-6 0,-1-2-5,-3-1 0,0-1-826,-4-3 0,1-2-515,-14-3-3096,28-8 1,5-4 4055,11-3 1,3-3-1,12 10 1</inkml:trace>
  <inkml:trace contextRef="#ctx0" brushRef="#br0" timeOffset="122132">10272 14538 13827,'-1'-5'5753,"1"1"-5395,-28-5 0,-9 4-223,3 11-1195,-9 5 1,-11 5 0,8 3 1157,12 5 0,1 4-12,-1 0 1,-4 5 0,-1 2 0,3-1 26,-3 4 1,2 0-1,-1 4-110,0 3 0,-1 5 0,1 1 0,3-4-254,1-2 0,3-2 0,2 2 238,-1 12 0,4 3 0,9-9 2,11-16 0,9-3-184,20 22 1,14-5 236,4-22 0,9-7-16,0 0 0,6-1 0,1-6 27,2-6 1,1-5 0,3-4-29,-4-2 0,5-4 1,-2 0-1,-3-1-332,-1 0 0,-4 0 0,3-3 342,-1-2 0,4-3 0,0-2 0,-7 0 52,-4-1 1,-5-1 0,1-2 98,9-5 1,2-3 0,-3-2 74,-6 2 1,-2-2-1,-2-3 47,-1-8 0,-1-3 0,-5 2-216,0-2 1,-4-2-30,-10 4 1,-1-3 0,-8 3-67,-9-2 0,-8 2-36,3-1 0,-10 2-90,-18 7 0,-13 1 1,-3 7-289,2 10 0,-3 6 0,-4 1-22,-3-1 1,-4 0 0,-3 2 0,2 5 438,-1 5 0,-1 5 0,2 1 0,5 0 0,6-3 0,5 1 0,1 1 0,-13 7 0,1-1 0</inkml:trace>
  <inkml:trace contextRef="#ctx0" brushRef="#br0" timeOffset="122698">7000 16486 19300,'12'-40'2405,"0"1"1,6-21-2378,-23 65-12,-12 15 1,-18 19-14,-1 0 0,-3 1-647,9-9 0,-2 2 537,-9 10 1,-6 6-1,5-5-756,10-9 1,1 1 264,2-3 0,-4 5 0,0 1 0,2-2 598,0 4 0,3-2 0,1-1 0,-5 4 0,2-2 0,6-4 0,-1 0 0</inkml:trace>
  <inkml:trace contextRef="#ctx0" brushRef="#br0" timeOffset="123590">5755 17615 17932,'3'-52'1725,"1"0"1,0-3-1,1 6-930,4 1-95,2-4-408,-5 19 122,-2 15-582,-3 15-17,-8 20 213,1 3-28,-16 37-25,9-26 0,-1 3 19,-8 20 1,0 2-207,6-18 1,2 0 174,-4 20 1,4-4 36,9-16 0,11 22-34,13-38 90,27-4-16,-9-14 2,-6-9 0,1-5 75,17-18 48,-14 4 1,-1-1-1026,12-12 1025,-21 14 0,-3 2 182,-8 3-100,-3 4 107,-7 9-421,-3 5-6,-2 7 0,-6 22 84,1-4-27,-7 31 917,2-11-1235,5-11 1,1 2-65,0 10-4736,18 15 4390,-1-42-1592,32 8 1563,-21-25-280,7-10 0,1-4 610,-3-8 283,-1-4 1,-1-3 383,4-19 131,-14 6 1,-3-2 249,3-18 45,-14 13 0,-6-1-71,-4 13 1,-4 0 137,-13-18 0,-4 1-510,9 16 1,-4 2 90,-8 1 1,-5 1 0,2 7-103,-18-2-28,0 9 0,-4 9-68,16 15 1,0 8-59,-15 6 0,-1 7-362,16-4 0,0 4 0,-1 4 318,0 2 1,-1 5 0,0 0-1,3-2 253,-1 1 0,4-2 1,-2 3-279,-1 4 0,-2 5 1,1 0-1,6-3-24,8-2 1,4-2 0,2 3-19,-3 6 0,3 2 0,6 0-179,8-7 0,6-1 0,9-2 193,14-3 1,11-2 0,1-5 29,6 1 0,8-8-273,6-10 1,10-3 0,3-5-1,-8-1 283,-14-4 0,-4-2 1,7-1-66,2-2 1,8-1 0,4-2-1,0 0 1,-3 0 0,-8-1-266,5-2 0,-7 0 0,5-2 332,1-1 1,6-3 0,2 0-1,-2-2 1,-7 1 103,2-5 1,-6 0-1,0-4 213,-6 0 1,1-3 0,-2 0-1,-4 0-133,11-9 0,-9-3 126,-8-13 0,-14-1-128,-20 16 1,-9 0-82,-3 0 0,-4-3 0,-4 2-99,-12-10 0,-6 3-51,4 12 0,-3 2 1,0 5-24,-4 2 1,-3 8-243,4 7 1,-4 4-1,4 4-505,-2 3 1,1 4 955,-1 1 1,-3 1-1,7 0 1,-11 6-1,-1 1 1</inkml:trace>
  <inkml:trace contextRef="#ctx0" brushRef="#br0" timeOffset="182029">10414 9923 7565,'0'0'0</inkml:trace>
  <inkml:trace contextRef="#ctx0" brushRef="#br0" timeOffset="182763">10032 10110 13267,'-11'-8'0,"3"1"0</inkml:trace>
  <inkml:trace contextRef="#ctx0" brushRef="#br0" timeOffset="183199">12972 7395 23771,'6'1'-507,"0"0"1</inkml:trace>
  <inkml:trace contextRef="#ctx0" brushRef="#br0" timeOffset="214447">10490 10032 14805,'2'2'-2667,"0"0"4017,-2-2-4857,1 1 1695,-1 0 1721,2 2 0,-2-2 1,1-1-1</inkml:trace>
  <inkml:trace contextRef="#ctx0" brushRef="#br0" timeOffset="215052">11686 5043 16942,'0'0'0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17:10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1281 2617 22347,'-1'-42'500,"0"0"0,1 0 0,-1 17-561,0 30 72,1 11 0,3 5-20,1 11 1,1 3-81,1 8-426,1 4 0,-1 4-1583,0-4 1,1-1 1963,2 5 0,0-2 0,-3-10 0,0-5 0,5 8 0</inkml:trace>
  <inkml:trace contextRef="#ctx0" brushRef="#br0" timeOffset="210">1716 2831 23887,'-9'-16'375,"11"1"-297,48 7-274,-4 1-3674,12 0 2807,-15 3 0,-15 1 0,-12 2 0</inkml:trace>
  <inkml:trace contextRef="#ctx0" brushRef="#br0" timeOffset="2653">3618 2871 14824,'4'-43'1524,"0"0"1,1 0 0,1-17 0,-1 1-587,-1 2 1,-1 3-1003,-1 12 1,-1 2 466,-2-1 1,-1 5-3650,-2 0 3520,-2 12-454,1 16 102,2 5-53,1 15 200,1 5-52,1 34 0,1 9-153,0-28 0,0 3 80,0 10 0,1 10 0,-1 1 0,1-8-62,0-2 1,0-1-178,0 9 0,0 7 0,1-5-532,-1-6 1,1-1-912,-1-7 1,0 2-1,0-2 1729,0 6 1,-1-4 0,2 17 0,-3-32 0</inkml:trace>
  <inkml:trace contextRef="#ctx0" brushRef="#br0" timeOffset="2834">3470 3086 24557,'-25'-43'-392,"-1"1"0,9 1 1,12 7 108,40 15 391,-2 8 1,4 1-1279,10-1 1,2 2-76,6-1 0,-1 2-780,-10 1 1,-1 1 2039,3 1 1,-8 0 0,-19 3 0,-5 1 0</inkml:trace>
  <inkml:trace contextRef="#ctx0" brushRef="#br0" timeOffset="3161">4029 2716 30104,'-29'-1'-68,"30"29"-876,25 0 293,6 8 1,0 0-97,-3-4 434,-6 2 1,-3 1-54,-11-1 340,-11 13-301,-9-25 507,-27-2 488,17-14 491,-23-7-306,27-11-341,-3-9-308,16-2-140,8 2 24,14-4-118,30-3-125,-20 13 1,2 1-140,10-2 0,2 2-413,-4 3 0,0 2-547,-2 2 0,0 2-3662,-2 0 1,-3 1 4447,10 1 1,-16 2 0,-19 1-1</inkml:trace>
  <inkml:trace contextRef="#ctx0" brushRef="#br0" timeOffset="3544">4674 2817 32265,'-2'-14'-2187,"10"8"3463,18 23-2383,9-2 707,7-6 372,3-4 162,9-11 151,-19 0-169,6-11 815,-26-1-854,-3-7 716,-12-2-707,-6 6-368,-6 3-110,-12 0-50,-8 5-140,-8 0-211,-3 14 317,6 13 403,0 15 435,9 0-154,11-1 1,2 4 310,2 27-387,4 0-287,32-1-1271,29-31 770,-14-12 1,7-3-1246,3-7 0,5-2 0,-2-3 1867,13-2 1,-2-2-1,-3 1 1,-5-2 0,-3-5-1</inkml:trace>
  <inkml:trace contextRef="#ctx0" brushRef="#br0" timeOffset="3893">5528 2793 28223,'-47'-6'182,"-1"1"0,8-3 0,7 8-42,15 23-229,13-6-219,8 10-117,15-9 45,13-3 275,10-8-87,4-8 191,0-9 362,-4-8 649,-6-8 201,-9-6-59,-12-5-225,-8-1-312,-13 2-533,-7 7-183,-15 8-150,-8 9-238,-10 11 211,9 5 226,-16 19 476,24 4 26,-7 19-153,22-8-297,14-6 0,6 0-1267,25 12-2005,-4-11 0,5-3 3082,1-9 0,-1-4 0,14 5 1,-18-11-1</inkml:trace>
  <inkml:trace contextRef="#ctx0" brushRef="#br0" timeOffset="4284">7232 3066 22036,'15'-50'1113,"0"0"0,-3 5 0,-3 7-564,-5 5-268,-7 15-242,-2 13-44,-3 15-1,0 4-123,-3 37-162,6-3-90,3-11 0,2 1-898,4-4 1,3-1-1282,2 0 1,1-1 2559,11 19 0,-10-26 0,-7-17 0</inkml:trace>
  <inkml:trace contextRef="#ctx0" brushRef="#br0" timeOffset="4451">7383 2616 20803,'-44'-28'1,"0"0"1,4 4 0,9 14-689,19 33-2035,10 16 2722,9 1 0,-1-13 0,2-10 0</inkml:trace>
  <inkml:trace contextRef="#ctx0" brushRef="#br0" timeOffset="4877">8100 2627 20319,'0'-3'3635,"0"0"-3353,-31-2 1,-12 4 9,4 11-242,-8-7 0,3 5-38,18 14 283,18 25-208,29-9-78,10-4 1,6-2-1,-10-11 1,3-3-311,21 7 1,0-1 315,-18-10 1,-2-1-20,7 4 1,-3-1 6,13 9-304,-14 7 119,-35-9 96,-19 7-66,-17-18 0,-8-5 82,8-3 0,-1-3-982,-16-4 0,3-5 1054,-4-10-5,8-8 572,14-9-365,7-4 87,2-9 289,12 2-69,7 17-191,3 7 61,2 16 2125,0 4-2260,3 7-254,3 9-242,6 28 21,-4-8-1261,-3 1 0,-2 1 1506,-1 9 0,-1-5 0,-1-17 0</inkml:trace>
  <inkml:trace contextRef="#ctx0" brushRef="#br0" timeOffset="6061">9870 2748 20526,'-14'-50'1099,"0"0"1,-7 3 0,-3 9-1833,-10 16 833,4 11 1,-2 5 104,-17 10-177,-12 11-34,31-2 0,2 4-1510,-2 12 1,3 4 1520,-7 14-33,15-8 0,6 1-48,9-7 1,7 0-88,7 3 1,4-2 17,12 20 35,3-32 1,5-7 36,20-6 157,-20-6 1,1-3 10,26-10 151,-21-1 52,-12-10 3281,-24-2-3528,-4 6 111,-32-4-89,6 16 56,-34 4-29,11 14-68,12 3 0,1 3-23,-12 10 3,19-1 1,7 3-59,15 4 24,16 13-53,14-21-71,15-11 0,4-4 460,10-2-345,-11-5 1,6-1 0,-5-3-312,16-4 519,2-6 0,-2-3 375,-13-5-196,-4-4 1,-2-3 472,-6-8-180,6-13-394,-22 17 513,-6-3-424,-8 19 111,0-6 48,-4 15-1063,0-2-98,-1 8 470,-2 7-54,0 2 59,-3 17 48,-2 16 13,2 5 94,2-18 1,1 0-10,0 19 53,-1-5-303,3-13 193,1-13 52,3-13-109,2-10 274,8-13 35,7-22-7,2-8-85,-8 15 1,-1-1-406,8-22 415,-4 12 64,5-5 33,-7 23-260,5-4 81,-1 17 111,4 7-17,8 17-92,-9-2-13,1 12-61,-12 12 374,-5-1-442,-1 15-3389,-4-11 3409,0-11 29,2-5 161,1-16-156,2-3 353,12-25 222,-3 3 25,22-32 11,-11 17-114,8-11-23,-9 16 13,-7 10 3496,-6 9-3649,-4 8-57,-3 5-400,10 21-244,1 3-128,10 19-197,0 0-2,-5-9-552,-5-9 0,0 0-2091,6 11-4412,9 11 7805,-8-23 0,-9-13 1,-5-8-1</inkml:trace>
  <inkml:trace contextRef="#ctx0" brushRef="#br0" timeOffset="6527">10987 3218 16659,'4'-6'7336,"-1"1"-6671,6-23 1,2-5 300,-6 10-645,6-13 1,-2 4 39,-9 22-338,-2 6-149,2 5 97,-2 10-64,2 14 30,1 17-15,3 15 3,1-5-329,-2-5 1,0 2 312,-3-10 0,0 0 36,-2 16 0,-1 1-16,-1-14 1,0-2 36,-3 21 18,4-28 65,6-16 0,6-22-10,8-14-7,4-22-11,-10 11 1,-2-3-3,0-6 0,-3-3-1,-1-5 1,-3 0-360,0-3 0,-2 0 385,-2 2 1,-1 0 11,-1 4 0,-1 1 179,-1 5 1,0 3-191,-5-15 84,4-6-107,6 23-9,10-13-22,4 20-38,40-7 30,-17 19-17,11 7 1,4 6-179,-19 9 0,-2 6 174,13 5 1,-5 6-15,-15 5 0,-7 4 20,-10 3 1,-7 0 8,-13 22-5,-19-17 0,-9-4-287,8-13 0,-2-2 275,-15 9 1,-1-3-78,14-11 0,3-3-871,-18 3-8843,22-13 9391,16-7 0,11 0 0,4 0 0</inkml:trace>
  <inkml:trace contextRef="#ctx0" brushRef="#br0" timeOffset="6878">11784 2959 24634,'5'-63'508,"0"1"0,-1 0 0,-3 5-349,-6 18 1,-2 2 5,1-1 0,1 1 3,1 4 0,0 2 175,-1-16-169,1 21-118,2 14-67,0 9 22,2 40-19,5-2 0,1 4-605,0 13 0,1 5 594,-1-13 0,2 3 1,-2-2-38,0-2 0,0-1 0,-2 0-132,2 21 1,-1-1-149,-1-4 0,0-3-233,-2-6 0,0-3-661,-1-7 0,1-4-3094,-1 18-5507,-1-22 8980,0-16 0,0-10 0,0-5 1</inkml:trace>
  <inkml:trace contextRef="#ctx0" brushRef="#br0" timeOffset="7327">11868 3148 19260,'-30'-53'1676,"1"0"1,2 5 0,0 7-949,-10 10-359,10 11-323,10 10-187,11 5 1,38 19-140,11 0 103,-5 0 1,5-1-212,-1-2 1,0-2 297,0-1 0,-1-1 37,-2-2 0,-3-2 42,25-4 72,-12-7 46,-12-6 66,-7-6-2802,-6-6 2949,-11 10 273,-4 0-166,-9 13 75,-8 4-338,-7 10-47,-6 8-22,4 10 3261,9 4-3411,19-2-13,5-9 26,40-3 129,2-17-69,-22-3 1,0-2-58,20-10 135,-10-10 150,-14 2 122,3-4 47,-12 4-29,-7 8-415,-9 6-17,-4 7 130,1 9 5,-1 14-21,-1 19-65,-1-2 0,0 3-37,-3-11 1,0 2-814,-2 26 1,-3 5-901,-3-6 0,-1 1 1315,2-13 1,1 0-1,-1-2 1,0 5-1,0-5 1,-3 13-1</inkml:trace>
  <inkml:trace contextRef="#ctx0" brushRef="#br0" timeOffset="9960">14465 2956 20431,'-16'-44'812,"-1"0"0,2 4 0,4 11-896,11 21-22,0 9 212,0 14-10,2 3 66,2 31-73,-1-11 1,0 3-357,-1 0 0,1 2 292,-1 8 0,2-2 3,-1-14 0,2-3 73,10 20 123,12-18 61,16-15-181,-13-17 0,4-4-1630,9-5 1,3-5 1567,9-6 0,2-2-33,-13 2 0,1-1 1,-2 1-354,12-6 1,1-1 327,-14 6 1,3-2-1,0-1 1,-2 3-47,0 0 1,-2 2-1,2-2-281,0 1 0,4-1 1,-1 0-1,-2 2-100,3 1 1,-2 2 0,-2 1-1502,13-2 0,-4 2-657,-16 6 0,-3 1 2601,10 2 0,-31 4 0,-5 1 0</inkml:trace>
  <inkml:trace contextRef="#ctx0" brushRef="#br0" timeOffset="13925">1410 4269 16656,'-9'2'1192,"3"-1"-503,6-1-44,0 0-511,-2 2 12,2 0 33,-1 3 264,2-1-225,0-1 347,-1-1-16,-3 0-112,-3 0-5,-6 0 167,-8-3-420,4-2 113,-3-7-46,9-6-89,0-9-79,4-6-22,7-1-39,7 1-17,5 5-11,6 6 5,15 6 12,-8 7-51,30 15 23,-30 1-18,22 22 1,-25 4 11,-4 20-1688,-24-7 1,-10 2 1701,-4 0 0,-7 1 8,-2-7 1,-5 2-1,1-3-544,-7 4 0,-3-1 555,5-8 1,-4 0 0,1-3 13,-8 5 1,0-4-88,12-9 0,-1 0 0,1-4 143,-12 3 1,3-9 1,-10-11-16,21-16 2699,25-15-2586,16-25-68,11 5-45,-3 13 1,3 1 45,24-13-68,6 11-39,3 12 11,2 11-8,-19 12 0,0 4-26,26 11 210,-24-2 1,-1 2-535,10 10-600,-17-8 1,-1 1 291,25 16 1,-18-11 0,-2-3-1</inkml:trace>
  <inkml:trace contextRef="#ctx0" brushRef="#br0" timeOffset="14102">1912 4666 19473,'0'-3'2795,"0"1"-2616,0 2-605,59-8-5690,-14 7 5791,-1-3 0,-2 0 1,-7 6-1,-16-2 1</inkml:trace>
  <inkml:trace contextRef="#ctx0" brushRef="#br0" timeOffset="15225">4186 4390 18067,'-10'-53'1187,"0"0"1,-5-1-1,-5 8-475,-23 14-441,13 16 1,-5 4-23,-13 8 1,0 6-660,14 1 1,0 4 479,-16 12 0,3 6-31,17 0 0,3 6-24,2 1 0,0 5 0,3-1-15,-1 13 0,4 0-832,2 9 1,7-3 825,9-20 1,5-4-12,8 2 0,7-4 333,33 4-369,-2-16 0,6-6 41,-5-8 1,1-6-287,-9-3 1,0-2 0,-2-3 314,10-12 0,-5-3-1,-10 4 1,-3-3 8,1-8 1,-4-4 44,-11 6 1,-5-3-12,2-17 0,-3 0-37,-6 16 1,-3 1 55,-8-17 1,-5 4 44,-10 7-84,-8-7 1354,-20 29-1376,7 23-6,-8 4-278,16 14 0,3 5 273,-1 6-23,4 0 0,4 6 87,12-2 1,5 1-542,2 2 1,3 0-721,6 6 1,5-2-2554,7-11 0,4-3 3744,21 15 0,-21-25 0,-13-15 0</inkml:trace>
  <inkml:trace contextRef="#ctx0" brushRef="#br0" timeOffset="16119">4646 4386 13485,'1'-7'6722,"0"2"-5625,-1 5-408,0 0-627,-54 15-40,35 14-19,-11-7 0,3 3 8,24 31 0,8-5-5,2-15 6,6 3 66,-4-22 348,2 2 106,-1-19-185,5-11-196,-1-3 157,10-14 118,5-6-180,4-1-72,6-4-74,-6 13-44,-3 7 0,-5 9-44,-9 8 4,1 19-10,-10-3 11,3 23 5,-8 6-22,3 1 6,4 6 5,9-16 0,0-12 62,28-8-6,-2-21-36,-10 0 0,1-4-620,-2-7 1,-2-2 644,20-18-1442,-17 1 1,-3-5 1446,-11 7 1,-3-3-15,9-20 1,-3-1-121,-9 16 1,-2 0 130,1-12 1,-2 0 117,-2 4 1,-2 2-179,0 3 1,-2 1 166,-1 3 0,-2 5 801,-5 4-899,-2 19 3052,-4 19-3125,-4 19 17,-1 7-17,2 10 1,0 4-393,4-6 1,2 2 391,0 0 1,0 2-1,2 0-39,1 15 0,5-2-28,5-1 1,4-2 30,-2-13 0,5-4-149,20 3 1,6-8 11,-9-16 1,1-4 54,15 4 1,1-6 56,11-10 50,-21-12 0,-2-5 51,6-17-80,-14 8 1,-3-2 179,-2-20 1073,-12 6-1022,-10 9 520,-9 13-671,-1 11 50,-14 14-73,6 11 213,-3 13-224,12 8 11,15 3-5,17-2-6,20-7-3,-15-19 0,4-2-277,4-3 1,1-3 276,3-2 0,1-4 14,-1-2 0,0-4 6,-4-2 0,-1-3 19,-5-2 1,-2-2 125,16-16 152,-17 4 95,-13 8-68,-8 11-178,-5 6-91,-5 9 494,-2 3-482,-25 39-68,14-20 1,-2 2-548,-9 18 0,-1 3 528,2 3 0,0 3-599,9-15 0,0 3 0,1 0 372,-1 5 1,2 1-1,0 2-803,1 3 1,0 2 0,2-1 677,2-4 1,0-1-1,2-3 1,0 2 0,1-5-1,2 8 1</inkml:trace>
  <inkml:trace contextRef="#ctx0" brushRef="#br0" timeOffset="17992">7960 4694 19384,'0'-7'4189,"0"2"-3803,3-25 1,0-5 173,-1 12-395,2-13 0,-2 4-75,-1 24-96,-1 12 29,-2 13 5,-3 17-12,-7 19-7,2-21 0,0 1-9,-4 2 0,0 1 2,-5 4 1,1-2 14,-9 12 6,-3-1 117,18-34 140,1-4-84,7-13-129,8-14-6,4-16 18,10-16-34,-1 4 13,1 2 1,2-2-349,-3 10 0,0-1 310,8-16 0,4-2 5,5-1 0,1 3-579,-10 15 0,0 3 562,12-12 1,1 6 2,12 4-173,-13 17 0,1 5 151,20 7-12,-2 24 6,-30 8-5,-12 28 11,-23 1-1,-10-7 1,-5-1-6,5-13 0,-4-2 2,-11 3 0,-6 1 0,3-5 12,10-11 1,-1-3 10,-23 15 1,0-4 19,0-8 16,-2-3 1098,20-12-1052,16-14-62,10-3-17,5-3 344,10 0-366,8 3-1,26 1-4,5 4 4,4 7 618,8 5-640,-22 1-92,5 1 0,4 0-337,-13-3 1,2 0-219,25 2 0,2-1-1027,-15-2 1,-2-1 1433,-2-1 0,-1-1-82,-3-1 0,-4-2 109,16-5 269,-19 0 1,-1-1 111,10-9-50,-9 0 208,-16-1 553,-9 6 6,-1-3 1766,-8 9-2567,-4 2 118,-26 20-28,-3 4-89,-8 9 10,0 7-49,20 2-12,6 1 5,22 0 34,20-15-27,5-9 32,23-7 74,9-19 28,-3-3-40,-27 2 0,-5-3 141,0-13-140,-14 5 50,-11-4-45,-21 1-17,-6 0-34,-6 4 180,-6 5-162,20 10 27,-5-2-117,17 8-51,4 0 51,9 3 17,13 2-6,2 0 0,24 5-17,-14-4 0,2-1 11,1 0 1,1-1 2,-1 1 0,1 0-3,1-3 1,-1 1-1,6 0-5,5 0 11,-21 5 6,-19 2 5,-4 9 11,-13 5-10,-7 5-12,2-3 16,-1 4-10,9 0 5,5 0 0,10 0 6,11-11 6,-1-7 83,15-4 90,-13-6 67,6-6-16,-14-6-79,-8-10-68,-8-7-27,-9-6 22,-8-1-11,-2 3-44,2 5 4,4 9-32,4 7-46,6 7 12,2 3-113,0 7-61,2 0-1843,5 18-1915,12-2 3954,4 7 0,-2-13 0,-6-7 0</inkml:trace>
  <inkml:trace contextRef="#ctx0" brushRef="#br0" timeOffset="18359">9856 4981 21108,'10'4'4117,"-3"0"-3282,-7-4 341,0 0-941,47-80-84,-22 33-126,3-2 1,2-5-540,-6 8 1,-3 2 535,-4 5 1,-1-2-18,0 2 1,0-2 0,-1 0 30,0-12 1,-3 2 21,-3 4 1,-3 2 128,-5 9 0,-3 3-70,-7-13-49,-4 22-40,-1 16-6,2 19-16,1 16 10,1 20-13,5-15 0,2 1 184,0 7 1,2 1-174,0 5 0,2 2-514,2 3 1,1 1 471,2 2 0,0 2-50,1 0 0,1-1-132,-2 0 0,0-1-196,-1-4 0,-1-2-342,-2-7 1,0-2-1561,0 20-5668,-7-23 7976,-2-19 0,-1-11 0,2-5 0</inkml:trace>
  <inkml:trace contextRef="#ctx0" brushRef="#br0" timeOffset="18509">9932 4946 19059,'-4'-6'5197,"1"0"-4797,-4-22 1,3-6-14,10 7-326,-5-12 1,5 3-39,17 17-23,21-1-172,-11 11 1,2 1-1153,4 0 1,1 0-2705,12-1 1,-1 1 4027,-11 2 0,-3 1 0,10-3 0,-21 4 0</inkml:trace>
  <inkml:trace contextRef="#ctx0" brushRef="#br0" timeOffset="18909">11829 4958 23909,'27'-46'775,"-1"0"0,-3 7 0,-5 9-523,-13 19-264,-4 15 1,-7 10 6,-4 18-1,-10 17-14,8-18 1,1 2-189,-2 1 1,1 2-901,2 0 1,2 0-2971,2-1 1,2-1 4077,4 21 0,0-30 0,1-16 0</inkml:trace>
  <inkml:trace contextRef="#ctx0" brushRef="#br0" timeOffset="19069">12067 4758 22615,'-26'-41'328,"0"1"1,4 4 0,3 9-693,9 20-902,9 14 1266,17 12 0,-9-6 0,9 3 0</inkml:trace>
  <inkml:trace contextRef="#ctx0" brushRef="#br0" timeOffset="19525">12721 4734 22021,'0'-6'3019,"0"1"-2212,0 5-572,-64-35-61,28 37-129,-7-14 0,1 6 11,7 39-34,14 7-22,17 7 17,26 4-1708,7-18 1,6-2 1684,-9-8 1,2-1 2,19 8 0,1-1-211,-19-9 1,-2-2 191,4 4 0,-3 0-29,6 20-128,-41 3 39,-10-17-121,-9-10 1,-5-5-530,-25-5 1802,20-7 0,-1-3-1312,3-4 1,1-5 148,1-10 0,4-3 156,-5-14 23,18 4 0,5-3 185,7-16 694,4-10-605,0 18 863,-1 0-800,-2 30-265,-1-5-10,-3 21-12,-3 13-16,-6 12-1531,3 3 0,-1 3 1463,-5 15-47,6-7 0,1 1-1345,3 20 1398,3-18 0,2-2 0,1 5 0,2-6 0</inkml:trace>
  <inkml:trace contextRef="#ctx0" brushRef="#br0" timeOffset="20152">14789 5209 24200,'4'-63'302,"0"0"1,1 0-1,-2 10 1,1 3 0,-1 2-194,-3-9 0,0 3-1498,2 5 1,1-1 1483,-1-11 0,2-2 132,0 1 0,1 4 288,-2 20 0,-1 4-369,2-20 328,-6 50-462,-7 24-1435,-1 16 0,-2 8 1428,0 8 1,0 4-8,1-3 0,0 3 0,1-2 18,-1 9 1,2-2-23,-1 0 0,2 2-15,2-10 1,1 2 0,0-1-46,2-10 1,0-2 0,1 4-173,0 3 0,2 5 0,0-1 0,2-5-300,4 13 0,2-5-263,4-1 0,2-6-273,7-5-1861,0-21-2509,-10-24-2593,-4-27 8037,-9 0 0,-2-4 0,-3 16 0</inkml:trace>
  <inkml:trace contextRef="#ctx0" brushRef="#br0" timeOffset="21318">14539 5253 13556,'-25'-35'1477,"0"1"0,0-1 0,-7-7 0,7 3 238,11-6-1200,13 9 0,5-2-431,11-19-90,1 10 1,5 3-18,18-4-265,-5 21 0,4 3 274,-1 6 0,2 2 5,12-5 1,3 1 13,1 3 1,1 0 19,5 0 1,-2 0 4,-14 3 1,-3 1 33,0 0 1,-5 0 453,-3 0-372,-11 4 621,-16 8-420,-7 24-213,-5-2 0,-5 17 1,0 4-90,-2 4 154,1 2 0,1 2-180,5-16 1,3 1-9,-1 15 0,2 0 3,2-10 0,2-2 6,1 1 0,0-3 8,6 0 72,2-8 304,1-19-113,4-4-123,6-15-67,2-12-56,-3 0 509,5-12-475,-1 6-29,-2 2-16,0 6-34,-12 13 28,4 4-34,-6 4 23,10 6-17,-6 2-17,26 25 6,-10-9 11,-5-5 0,0-1 0,8 1 0,11-3 45,4-10-28,-9-1 67,16-17-6,-31-4-33,3-7-6,-11-8 67,-8-6-78,-2 7 68,-9-16-12,-4 25 0,-5-5-34,-1 14 0,0 5-33,-3 8-39,4 4 27,-2 6-10,1 17-12,5 1 23,0 17-18,15-6 12,9-2 0,16-5 0,10-7 0,-5-10-44,19-6 44,-20-10 22,14-6 0,-18-10 1,-7-7-18,-8 2 40,1-21-34,-5 11 12,4-15 5,-1 13-23,0 5 12,1 6 11,1 5-11,2 6 5,3 5-16,-3 3-17,12 16 11,-10 6-6,10 19 1,-15-8 5,2 21-17,-9-19 17,5 13 5,-4-19 7,3-8 16,0-9-17,8-8 0,-4-5 45,18-16-6,-11-2 1,10-14-12,-12-2 39,-5-2-27,-7 9 117,-5-8-73,-7 16 28,-4-5-16,-3 11-18,-1 5-61,3 5-22,-2 1 5,6 4 11,-1 0-61,3 1 39,0 4-5,0 1 5,2 5 11,-1-1 17,-6 16-28,-2-3-6,-9 17-16,3-2-12,3 2-145,6 4-555,12-2-1881,10-2 2615,18 0 0,-15-18 0,2-5 0</inkml:trace>
  <inkml:trace contextRef="#ctx0" brushRef="#br0" timeOffset="22836">18565 4974 22203,'12'-41'725,"1"0"0,-1 0 1,6-14-1,-8 7-249,-21 5-425,-1 20 291,-24 7-314,-1 20-11,-17 12-12,23-2 1,2 4-6,-18 15-313,16-1 1,3 2 300,-2 17 6,10-14 1,4 2-6,6 18 228,19-8-195,22-15 116,-3-15-105,20-19 18,-13-18 38,9-15 28,-20 6 1,-1-2-34,7-12 25,-12 11 1,-2 1 97,0-4-33,0 0 537,-6 11-633,-5 12-89,-3 6-118,-2 5 95,0 3 12,0 9 11,1 11 5,2 12-67,4 8-414,11 13 168,-5-17-476,16 11 139,-3-28 236,25-5 403,-4-20 68,0-8 89,-8-20 78,-14-1 62,1-10 34,-7 3 179,-5 0-359,-6 15 102,-1 2-102,-5 14-100,0 1-174,-2 5 123,1 27 17,-1-9-11,0 33 5,0-14-5,0 9 11,2-7 17,5-12 5,-1-13 23,11-12-17,6-14 28,11-11-11,9-8 2,-16 9 1,0 0-3395,10-8 3408,10-8-22,-22 22-22,6 1-22,-13 9-7,2 13-2262,-9 7 2269,3 6 2251,2 10-2274,-2-2-118,13 11-100,1-10-79,12-5 163,-11-15-6,14-8 117,-5-9 62,20-13 6,-12-5 34,2-8 27,-15 3-39,-12 6 3443,-1-5-3348,-11 9 62,0-9-129,-6 11 96,-4-3-124,-1 15 56,-7-3-39,0 7-5,-8 0-23,3 2 56,-16 2-56,12-1-3359,-26 5 3348,24 0 22,-21 13-28,24-6-16,-13 22-6,18-8 5,-2 5 23,11 2 3375,18-3-3403,6-2-1,18-3 12,-8-15-5,32-14 10,-34-2 1,2-3 0,-2-3 22,-1-14 56,5-16-20,-18 15 0,-2-3-1673,-1-6 0,-1-3 1656,-2 7 1,-2-3 69,-2-5 1,-1-5 0,-1 5-51,-1 7 0,-1-1 54,1-12 1,-1-6-1,0 7-31,-1 12 1,0 3-1226,0-11 1,0 3 1134,0 7 0,1 16 0,2 15 0,10 30 0,3 19 753,-3-5 1,-1 3-754,-3-9 0,0 2 0,-2 5 0,1 6 0,-1-3-443,-1 5 0,0 2-526,-1-3 0,1 3 0,-1-4-2451,0 1 1,0-4 3419,0 3 0,1-7 0,-2-10 0,2-2 0</inkml:trace>
  <inkml:trace contextRef="#ctx0" brushRef="#br0" timeOffset="23469">21672 4649 26794,'44'8'-23,"1"0"1,-1 3-1,-4 7-137,-10 14 1,-4 5-1206,6-2 1,0-2 753,3-1 0,-1-3 255,-7-7 1,1-3-44,2 0 1,1-4-812,24-6 1092,-3-13 398,-2-19 442,-20-17 75,-11 2 93,-10 4 1,-2-1-264,-1-2 76,-3 1 0,0 2-171,-5 8-263,-8-2-230,-7 32 984,-3 7-989,-16 32 2,18-17 0,0 2-633,-1 1 1,-1 2 603,-2 7 1,-2 4-1,2 0-16,-7 9 1,1 2-13,1-4 1,-1 5 0,1-2-35,5-7 1,1-1 0,2 0-157,2-2 0,3-1 0,1-1-593,-1 14 1,5-2-1152,10-9 0,4-3-4624,9 14 6579,18-18 0,-17-25 0,1-3 0</inkml:trace>
  <inkml:trace contextRef="#ctx0" brushRef="#br0" timeOffset="24188">22805 5086 19725,'9'-54'1702,"0"-1"1,-2 7 0,-3 7-1333,-7 6 285,-15 6-498,-1 19-90,-13 5 6,-3 19-50,7 4-9,5 6 0,2 4-20,-2 18-8,8-12 0,3 1-258,9 24 256,15-5 16,15-8 16,13-13-4,10-12 38,4-16 12,-1-16 55,-6-13-55,-16-2 61,-3-31-61,-19 10-46,-3 12 1,-2 0 73,-6-21 11,-4 8-62,-2 16 50,-8 2-61,5 19-16,-4-1 242,3 18-265,-1 9 11,1 15-78,4 10-40,10 8-134,15 3-636,15-1 177,15-8 327,-19-25 0,2-3 84,2-4 1,0-4 120,20 1 117,-16-11 1,-1-4 134,9-10-31,-15 3 0,0-4 154,11-19 117,-9-3 152,-6 3 95,-12 9-190,-10 11 204,-13 9-422,-12 8-96,-9 8-34,1 6-11,9 9 0,11 3 23,20 3-17,17-1-6,18 0-5,12-6-175,-25-12 0,-1-1 185,32 0 29,-8-8 151,-10-10 84,-14-10-67,-14-10-17,-9-10-6,-9-6-5,-6-2-22,-5 4-35,-4 6-111,5 16 282,2 5-439,8 14-403,1 1-1547,8 8 2090,12 6 0,-7-3 0,3 1 0</inkml:trace>
  <inkml:trace contextRef="#ctx0" brushRef="#br0" timeOffset="25425">24776 4974 8341,'-1'10'5730,"0"-3"-1197,1-7-4096,0 0 571,36-65-773,-25 43-36,10-18 1,-1 2 1429,-13 21-1253,-1-1 483,-2 9-881,-2 5 2871,-2 5-2855,-5 15 6,2-2-17,-9 32 6,7-11 22,0 16-11,9-19 0,26 8 0,10-20-3,-7-8 1,1-3 7,19-2 3,-14-12 1,-2-4 13,-3-1-1668,-5-8 1,-3-3 1696,-12 0-1070,3-30 1120,-18 26-1902,-2-7 1823,-2 19-22,-3 6-28,-2 6 1885,-8 12-1879,1 4 1192,1 14-1187,10-5 3392,15 8-3397,25 2-12,15 0-308,-14-17 0,3-2 317,-1-4 0,1-4 28,-1-1 0,-1-3-3152,28-3 3166,-22-6 55,-5-17-16,-23-2-5,0-16-1,-15 1-5,-9-1-23,-3 8 458,-15-7-463,7 18-17,-3-2 3353,8 13-3583,9 10-252,0 7-913,6 11-1809,9 9 3204,14 10 0,-8-16 0,4-2 0</inkml:trace>
  <inkml:trace contextRef="#ctx0" brushRef="#br0" timeOffset="26219">25994 4912 19339,'0'-5'4867,"0"2"-3299,0 3-1556,-62-48-18,28 53-5,-5-21 0,1 6-23,9 52 6,15 1-34,8-1 12,10-9-96,25 5 79,4-21 50,22 4 50,-5-21 58,-3-11-13,-14-2 236,0-23-169,-20 15 348,6-31-151,-15 22-1,1-12-89,-5 15-45,0 8-151,0 8-39,0 6-34,0 7 6,2 5-6,3 14 23,10 24 0,-2-6-18,-2 0 1,1 1-6,-1 3 29,2 15-1,-6-28-11,-4-13 28,-1-9-6,-1-10 1,3-8-7,2-8-4,1-1 4,4-11 18,6 2-23,3 1-5,4 4-12,0 15 1,-4 4-12,14 13 11,-14-1 6,25 23-11,-24-15 0,27 22 11,-18-21-6,14 5 12,-18-15 5,13-7-11,-14-8 28,10-9-6,-11-13 12,-3-14-17,-4 4-287,-5 0 1,0-3 297,-3 8 0,0 0 0,4-17 0,0-1 19,-3 9 1,-1 2-139,-2 5 0,0 1 298,0-18-77,-7 20-130,-3 16 0,-3 12 0,-1 7 584,-5 10-584,0 3 367,-8 22-367,10-4 0,2 2 0,0 4 0,2 2-442,2 10 1,4 1 421,5-6 0,2-2-28,0-9 0,3-1-383,10 13 0,4-2-283,-6-16 0,2-1-609,9 9 1,1-1-8509,18 1 9233,-16-16 0,-13-12 1,-15-7-1</inkml:trace>
  <inkml:trace contextRef="#ctx0" brushRef="#br0" timeOffset="26468">26738 4767 20414,'-7'-5'5097,"2"1"-4363,5 4-191,0 0-369,69-63-820,-37 54 1,3 1 705,6-12 0,4-6 0,0 8 26,7 14 1,-1 5 22,-5-2 1,-1-1 101,-8-1 0,-3 1-127,11-3 84,-9-2-96,-24 5-32,1-1-276,-13 3 513,-24 0-3643,-6 2 3366,-15 1 0,17-1 0,12 1 0</inkml:trace>
  <inkml:trace contextRef="#ctx0" brushRef="#br0" timeOffset="27643">26000 4986 23209,'11'-43'422,"-1"-1"0,1 5 0,-7 9-305,-18 24-55,-5 3-23,-29 5-39,11 3 5,4 2 1,0 2 5,-11 9 12,-7 8-23,4 11-11,21-11 11,3 20-6,25-19 12,2 5 10,20-6 29,20-8-17,-6-3 19,-3-8 1,-1-3-3,-5-5 90,18-5 38,-27-7 35,1-8-1,-7-6 152,-4-15-23,-4 5 28,0-4-180,-2 19 141,-1 5-67,0 10-146,-1 1-84,-1 3-34,-1 5 17,2 3 12,0 12-29,4 10-16,2 26-34,2 1-216,-3-20 1,1-1-553,4 12-4945,13 8 4921,-4-19 0,-3-5 0,-6-14 0</inkml:trace>
  <inkml:trace contextRef="#ctx0" brushRef="#br0" timeOffset="29069">3505 5954 21367,'2'-44'703,"1"-1"0,0 1 0,0-12 0,-1 6-177,-1-6 366,-5 29-903,2 26 241,-1 11-216,5 19 0,2 7-31,0-1 0,-1 2-347,2 8 1,1 3 349,-2 7 0,-1 2-137,-2 5 0,-2 2-339,0-22 1,-1 0 0,0 0-2149,0 6 0,0 0 0,0-4 2638,-2 0 0,1-5 0,0 10 0,2-26 0</inkml:trace>
  <inkml:trace contextRef="#ctx0" brushRef="#br0" timeOffset="29534">3264 6362 23511,'31'-35'22,"0"-1"1,5 2 0,2 5-918,0 17 0,3 4 881,8-6 0,1-1-3,-1 0 0,-1-1 14,-9 3 1,1 0-4,19-7 0,-3-1 23,0 0 240,-23 8 1,-1 1-225,9-2 288,-21 10-214,-2 17 27,-19 11 79,-11 23-107,-5-6 963,-4 13-996,10-5-57,8-5 33,16-4-38,15-25 17,13-10-6,8-12-5,2-6 0,-10-3 168,8-15 117,-24 5 140,3-16-178,-19 13 229,-11-6 39,-21 2-308,-6 2-1847,-1 13 0,-1 4 1634,-9 0 11,-10 5-11,6 14-67,11 8-39,-5 3-1148,19 18 1243,14 4 0,1-12 0,5 0 0</inkml:trace>
  <inkml:trace contextRef="#ctx0" brushRef="#br0" timeOffset="30928">6822 6512 21903,'-4'-51'909,"0"-1"1,-1 5-1,-5 5-584,-22-9-84,-12 14-653,-10 16 552,-7 24-101,29 6 1,0 5-26,0 7 0,2 3-12,5-3 1,2 3-3,-9 16 0,5 5-3,12-14 1,2 2 10,-5 11 1,5 2-21,18 17-16,18-14 227,23-16-197,-5-25 1,2-6 3,-11-2 0,1-5-333,20-9 1,1-6 351,-14-4 0,0-3-528,10-8 1,0-4 522,-18 11 1,-1-2 0,-2-1 7,-2-2 0,-1-2 0,-2 1-11,3-7 0,-2-3 3,-5-3 1,0-5-1,-3 2-6,0-2 0,0 0-7,-3 4 1,2-2 0,-2 3 25,0-2 1,-1 6 285,3-15-111,-5 18-169,-8 28-56,-2 3 786,-8 37-729,-5 16-57,0-6 0,-1 4 400,-2 5 0,0 2-383,-3 4 0,1 2-534,1 1 1,1 1 530,1-1 1,3-1 2,3-3 0,3-1 2,3-7 1,5-1-12,5-5 1,4-4-170,5-5 1,5-3 180,4-6 0,3-4-9,4-5 0,1-5 14,4-6 1,0-5-9,1-3 0,-1-4 5,-7 0 1,0-2 19,9-10 1,-3-3 47,4-14-26,-13 12 1,-3-2 36,0-18 431,-11 6-369,-9 11 1019,-10 10-1093,-5 11-88,-7 7 27,-7 13 414,-4 10-425,-4 12-6,4 9-5,7 6 44,9 1-44,11 0-17,15-3 17,2-13-51,36 2 62,-2-21-5,10 3-228,-20-18 0,-1-6 255,13-11-14,-14 3 1,-1-3 8,-8-1 0,-3-1 5,-1-2 1,-1-2-15,-2-2 0,-2-2 9,-1-3 0,-1 0 5,7-23 14,-9 12 1,-1 0 47,1-10-34,-6 18 1,-1 1 72,-3-3-5,-4 15-34,-4 12-45,1 6-50,-1 4 100,1 1 439,1-2-500,0 0-28,0-5 22,2-2-11,0-2 6,2-2-6,0-1-5,0 0-6,0 1 0,0-3 17,-1 0-6,-2-2 6,1 1-23,-2 1-16,2 1 50,-2 2 0,2 3-11,-1 3 5,1 4-56,-2 2 12,1 0-6,-1 4 50,-2 8 29,-2 12-46,-3 16-10,-4 14 5,4-22 0,0 1 0,0 4 0,-1 1-503,0 3 1,0 1 485,0 3 0,0-1 3,1 2 0,1 0-51,0 0 1,3 0-480,2-1 1,2-1-508,5 0 1,2-2-2941,6-1 1,2-3-5694,12 14 9684,2-15 0,-20-27 0,-4-4 0</inkml:trace>
  <inkml:trace contextRef="#ctx0" brushRef="#br0" timeOffset="31544">8501 6303 25786,'17'29'649,"23"-11"-565,13-25-33,0-3 61,-14-6 56,-18 1 0,-1-6-34,-10-1 34,-10-5-118,-3 9 85,-10-8-90,5 17-6,-3-4 62,-3 12-79,5 4 12,-14 12-12,4 12-5,-4 13-12,6 8 1,19 14-28,18-13 16,9-3 0,7-22 12,-6-15 0,2-4-233,28-5 229,-7-8 1,2-4-1089,-14-3 1,-3-3 1093,1-1 1,-2-2 5,-3-3 0,-2-2-162,-8 1 1,-1-2 158,6-11 1,-1-4 2,-3-3 0,-2-5-276,-7 8 1,0-2 0,-2 0 320,2-9 0,-2 1-17,-1 2 0,-2 4 210,-4-4 91,-10 17-343,-2 19 1890,-7 4-1890,-4 33 0,1 5 0,2 2 0,1 5-112,2 1 1,0 3 111,0 5 0,-1 3 0,2 1-94,1-6 0,1 1 0,0 0 73,0 9 0,1 2 1,1-5-151,0 1 0,2-3-577,3 9 1,4-1-4169,5-8 1,3-1 4885,-2-7 0,0-2 0,12 22 0,-13-45 0</inkml:trace>
  <inkml:trace contextRef="#ctx0" brushRef="#br0" timeOffset="32067">9196 6354 27057,'44'-24'-271,"0"-1"0,3 2 1,3 5-299,7 11 0,1 3 199,-13 0 1,1-1-984,18-3 1,-4 0-204,-3-1 791,-8 1 1,-2-2 360,3-4 1875,-9 1 854,-12 3-1174,-22 6 154,-9 7-5,-20 15-611,-6 6-503,-8 7 44,-5 7-135,16-7-39,0 15-17,15-14-5,10-3 111,27-17-78,7-12-39,8-4 23,9-14 50,-3-16-17,-3-7-45,-9-1 78,-24 9 1,-5 1 287,-5 2-343,-3-20 128,-21 26-100,-1 11-34,-14 0-28,10 15 7,-23 25-35,22-6 0,-15 19 0,23-14 0,2 3 0,1 6 0,2 1 0,-2-2 0,2 2-194,3 14 0,5-1-1071,10 7 604,-2-23 0,4 1 661,19 22 0,-15-36 0,7 5 0</inkml:trace>
  <inkml:trace contextRef="#ctx0" brushRef="#br0" timeOffset="32527">11598 7027 22632,'23'-45'577,"-1"1"1,1-1-1,-2 2 1,0-1 0,-1 1-382,-3 0 0,-1 1 1,-1 1-1033,1-4 0,-1-2 908,0 1 1,0-4-1,-1 3-441,-1-4 0,-2 0 461,4-11 0,-2 1-34,-3 15 1,-3 3 441,-1-1 0,-2 5-343,-4 10-108,-3-1-66,-5 38 910,-7 21-907,5-1 0,-1 5 8,-6 24 1,1 6-837,2-2 1,2 1 837,4-19 1,0 0-1,1 0 0,2 1 0,2 0 1,0-2-334,1 11 0,0 1 187,1-11 1,1 1 0,0 0-411,3 17 0,3-2-1006,3 0 1,2-4-637,0-18 1,1-4-3545,13 17 5746,-8-40 0,-10-10 0,-1-2 0</inkml:trace>
  <inkml:trace contextRef="#ctx0" brushRef="#br0" timeOffset="33176">11756 6615 20039,'-43'-29'1271,"1"0"0,-1 1 1,-13-12-1,8 8-940,14 14 123,13 3-253,15 7-150,26-8-102,23-1 3,-2 4 1,3 0-102,-5 3 0,3-1 87,8-1 1,6-2 0,-2-1-1463,5-3 0,1-1 1505,-5 0 1,4-3-1,-4 0 19,-12 1 0,-3 0 0,-2-2-320,13-11 0,-4-2 351,-8 1 0,-3 1-9,-11 9 0,-3 0 141,15-20 234,-23 22-329,-2 6 97,-11 16-149,-6 12 63,-13 30-49,6-11 1,-2 3 1087,-3 12 0,-1 5-1096,4-6 1,-1 3-1,2-2-124,-4 15 1,1 0 99,5-15 0,0 0 1,2-3-5,0-2 0,2-4 1,-2 25-18,7-12 68,3-26 609,4 5-497,7-38 1100,1-3-1190,16-22-5,1-4-48,-10 13 0,3-1 14,3-2 0,1 1-706,13-11 673,-3 10 5,-17 21 22,-4 21-22,-1 8 0,-1 8 11,-2 21-67,-3-17 28,2 7-5,7-13 50,14-15-1,8-6-4,4-9 16,5-17 16,-11-8 29,-12 2 0,0-2 638,5-12-518,-11 7 0,-4 1 166,-7 3-197,1-2 68,-10 19-163,-1 10-32,-2 2-35,-11 16 0,-3 7 0,-7 17 0,5 6-119,5 6-77,7-8-977,9-9 0,5 0 976,20 17 0,-9-3 0,6-20 0</inkml:trace>
  <inkml:trace contextRef="#ctx0" brushRef="#br0" timeOffset="34360">15204 6457 22779,'-6'-52'1032,"1"-1"1,0 3-1,2 10-847,3 28 132,0 2-317,19 23 0,4 13-9,-2-2 1,0 3-190,-1 3 1,-1 1 185,-2 4 1,-3 1 0,-4 2 0,-4 0 5,-6 0 1,-6 0-21,-4-2 1,-4-2 3,-14 14 203,-15-8-97,21-28 126,-2-10-171,18-20-6,16-17-5,15-9-34,-3 20 1,3 2-6,21-14-469,3 13 0,5 2 435,-11 6 1,1 1-18,-1 2 0,4-2 1,-2 2-82,13-2 0,-1 2-506,-3 0 1,-2 1 553,-14 3 0,-2 0-358,7-2 1,-5-2 486,-7 0 5,9-6 73,-34 7 6,-4 3 1100,-4-1-1117,-4 4 1047,-7 3-1003,-11 6 533,-9 8-605,-7 12-56,-2 8-17,11-2 45,1 24-45,21-14-17,7 18 6,17-16-23,14-6 12,11-8-12,3-12 40,0-8 50,-6-12 39,-8-7-17,-9-3 107,-6-10-51,-8 0-16,-7-23-62,-7 2-11,-7-12-6,-1 11 79,2 7-57,6 14 23,3 7-61,8 12-12,11 2-11,19 3-6,3 2-11,13 3 1,4 1 4,-1 0-12,-8 0 0,7 0 0,-8-1-444,11 1 459,-4-2 1,-2 0-3,-9 0-6,18 0-39,-38 0 40,-2 4 49,-29 7-22,-5 1 23,-30 21-40,11-5 0,11-9 1,1 1 5,-3 15 434,12-3-428,14-5-12,14-3-5,12-8 22,11-5-28,6-8 17,2-5 0,-11-3 56,7-11 51,-19-2 5,6-10 5,-15-5-22,-5-4-61,-4-7 22,-4-3 17,-2-1-6,-4 5-28,-2 9-39,-2 11-11,0 9-163,-4 9-643,-1 10-1317,2 10-5697,5 13 7831,11 0 0,1-10 0,3-9 0</inkml:trace>
  <inkml:trace contextRef="#ctx0" brushRef="#br0" timeOffset="34727">17300 6828 21148,'5'1'3657,"-1"0"-1730,-4-1-1613,11-68-101,-5 24-510,3-9 0,2-4 319,-3 17 1,2 1-4,3-6 1,2-3 5,3-4 1,-1-1 13,2-2 0,-1 0 11,-2 4 1,-2 2-12,-4 12 0,-1 2 43,-3-1 0,-1 4 260,-2 7-342,-2-1 354,-4 23-354,-4 15 0,-8 19 0,-1 5 0,4-1 0,0 4-258,-2 13 0,1 3 258,1 4 0,1 2 0,4-13 0,1 2 0,2-2 0,5 12 0,5-3 0,5-3 0,3-2 0,4-6 0,3-3-291,1-8 0,0-3-526,20 15-897,-1-21-2297,2-14-2721,-8-14 6732,6-6 0,-25 2 0,0-1 0</inkml:trace>
  <inkml:trace contextRef="#ctx0" brushRef="#br0" timeOffset="34893">17272 6468 24880,'54'-20'-381,"1"0"0,-1 1 0,-6 1 0,0 0 0,-7 7 0,15 9 0,-23 2 1</inkml:trace>
  <inkml:trace contextRef="#ctx0" brushRef="#br0" timeOffset="35044">18153 6618 23293,'-12'-25'0,"3"5"0</inkml:trace>
  <inkml:trace contextRef="#ctx0" brushRef="#br0" timeOffset="38727">13413 9531 21024,'19'-52'897,"0"-1"1,-1 1-1,1 0 1,0 1-1,-5 11-376,-1 12-409,-1 0-235,-11 29 44,-6 17 85,-6 22-3,0-7 0,0 3-925,0-4 0,0 4 912,-2 6 1,-2 6 0,1-3-140,0 8 1,0 1-405,1-3 0,0 3 0,2-1-265,1 11 1,3-3 307,2-15 0,3-1-3226,9 6 0,3-5 3736,5-6 0,4 4 0,-11-34 0</inkml:trace>
  <inkml:trace contextRef="#ctx0" brushRef="#br0" timeOffset="39084">13724 9214 15897,'-16'-57'1079,"1"0"1,0 0 0,0 7 0,0 1 0,-3 8-702,-4 9 1,-3 8-172,-5 6 0,-3 6-42,-6 8 1,-1 6-792,5 1 0,-1 5 732,-5 10 1,-4 6-1,3 3-615,9-1 0,1 1 1,0 3 523,-3 3 1,-2 3-1,0 1 1,3 2-5,4 0 0,2 0 0,2 3 0,0 0-3,1 2 1,1 1-1,2 1 1,1 1-5,2 0 0,2 0 0,2 0 1,2 0-7,-1 13 0,4 1 0,3-4-2,3-13 0,2-2 1,7 1-135,11 9 1,10 1 0,3-7 100,14-2 1,7-5 9,-13-12 1,4 1-1,1-2 1,-1-4 3,1-3 1,0-4 0,4-4-440,8-2 0,5-4 1,2-3-1,-4-3 411,0-4 1,-3-3 0,3-3 64,1 0 0,4-2 0,-1-1 0,-4-4-107,2-7 0,-5-4 1,-3-2 275,-6-2 0,-3-2 0,-5-2 114,-6-1 1,-5-2-1,-5-2-193,-5-3 1,-4-2 0,-4 2-523,-2-11 0,-7-2 451,-6 12 1,-5-5 0,-2 1-1,-1 4-43,-5 1 1,-1 3 0,-4-1 106,0-2 1,-3-2 0,-1 1 0,0 5-113,1 6 0,-1 4 0,-4 3-422,-14-4 0,-5 3 1,0 6 436,10 10 0,1 4 0,0 0 0,-14-9 0,4 4 0,14 11 0,1 0 0</inkml:trace>
  <inkml:trace contextRef="#ctx0" brushRef="#br0" timeOffset="41117">12911 10024 18151,'-3'-2'3506,"0"1"-2413,3 1-634,-96 43-1469,60-23 0,-1 1 1045,-5 0 1,-6 1-1,1 2-490,-2 6 1,0 1-1,2 0 462,11-7 1,1 0 0,-2 1-38,-1 1 1,-2 1-1,-1 1 1,3-1-322,-4 4 1,2 0-1,1 0-743,2-1 0,1 1 0,1-1 769,-8 9 0,4-3 0,13-11 1,5-4-1,-2 4 0</inkml:trace>
  <inkml:trace contextRef="#ctx0" brushRef="#br0" timeOffset="42044">10615 11586 22537,'19'-42'530,"1"0"0,-5 6 0,-1 7-546,-5 19 55,-6 20 11,-4 3 45,-5 30-16,-9 9-46,2-15 1,-3 3-12,-5 3 1,-3 0-9,-3 2 0,-1 0-230,-1-1 1,-1-2 215,4-5 0,1-3 0,5-7 0,2-3 73,-2 4 403,13-20-331,8-10-61,9-20-28,9-15-11,-3 9 1,2-2-7,4-5 0,3-2 6,10-9 0,2 0-197,-12 15 0,1 0 194,14-12 0,-1 6-20,-9 11-5,17-9 427,-24 28-461,14 8 6,-12 7-56,19 29 27,-24-13-30,-2 1 0,0 2-165,4 12-3360,7 10 3214,2-5-394,14-6 613,-11-18-124,21-8 113,-13-21 175,-9-2 1,-1-3 31,12-10 72,-9 0 1,-3-1 10,-6 1 141,16-20 55,-24 19 51,-1 0 3194,-7 8-3429,-5 9 486,-4 6-788,-2 3 55,-1 7 118,-3 10-3403,-4 12 3364,2 12 16,1 10 12,6-16-17,8 7 28,9-23 28,14-4 17,10-11 0,10-17 33,4-10 40,-3-12-12,-25 10 1,-3 0-46,5-9 35,-1-14-6,-20 18-23,1-4-34,-5 6-66,-3 7-685,0 9-4078,6 7 4796,0 6 0,2 0 0,-4 0 0</inkml:trace>
  <inkml:trace contextRef="#ctx0" brushRef="#br0" timeOffset="42901">12128 11613 17543,'2'-37'328,"0"0"0,2-22-144,-4 57 180,0 2 1096,-1-2-1443,2-1 1071,1-4-1076,5-3 2278,2-4-2278,3-6 3402,-1-1-3341,4-16-45,-4 1 22,0-14 1,1-4 21,-4 11-27,0 7 67,-4 16-5,-2 13-74,-2 1-173,1 5 123,-7 21 23,2-4-6,-10 34-17,1 1-259,5-17 0,-1 3 264,-2 9 1,1 2 2,1-6 1,2-1 5,-1-2 1,2 0-7,2-3 1,2 0-133,6-4 0,3 0 135,-1 0 1,3-1 7,5 0 1,3-3-8,20 4-29,-4-15 45,26-15 0,-13-17 3,-12 2 0,0-5 8,-5-4 1,-2-5 5,1-4 0,-3-3-9,0-6 1,-2-2-323,-5 7 0,-2-2 316,0-6 0,-1-3 1,-2 3-9,-2 7 1,-2-1 10,3-13 1,1-8 0,-4 7 19,-3 13 1,-2 1 19,2-12 0,-2 3 11,-5 8 34,-4 16-112,0 18 512,-4 11-490,1 6 0,-2 15 1,-1 6-24,2-2 1,0 2-383,-4 19 1,1 2 387,3-15 1,2 0-20,2 2 1,0 3 0,2-4 15,0-8 1,2 1-110,1 14 1,1 6-1,1-7 37,1-15 1,3 0-1621,4 10 0,4 5 0,1-7 1701,16 13 0,-14-22 0,-1-3 0,1-10 0</inkml:trace>
  <inkml:trace contextRef="#ctx0" brushRef="#br0" timeOffset="43478">14155 9835 20815,'-8'-4'2902,"2"1"-2712,6 3-304,0 0 469,-16 24-266,26-2 8,-3 23-607,18-18 1,13 0-1,1-1 416,-3-1 1,2-1-1,2 2 59,1 0 0,4 2 0,1 1 0,1 0-484,2 0 1,2 0 0,0 1 0,-3-2-2759,6 4 0,-2-1 0,-1-1 2573,-4-1 0,0-1 0,-8-3 0,-6-4 0,-9-4 0,-10-8 1</inkml:trace>
  <inkml:trace contextRef="#ctx0" brushRef="#br0" timeOffset="44577">15480 11233 20666,'21'-47'1053,"0"0"0,-3 5 0,-3 10-919,-12 25-139,-1 9 10,-2 2 57,3 16-12,0 10-27,0 18-1,-1 9-5,-6 5-11,-3-1-12,-5-5-5,0-8 16,5-16 12,-1-5 151,6-18 280,1-1-101,5-17-3531,13-24 3263,-1 3 5,0 1 0,2-3-669,15-18 641,-11 18 0,2 0 30,4-4 1,2 2-59,-5 8 0,-1 2-22,21-17-25,6 21-9,-12 14 39,10 5-73,4 15-59,-23 1 1,-2 2 8,21 13-73,-18-6 0,-1 1-358,1 12 67,-10-13 0,-2 1 174,6 7 2723,7-1-2483,-12-24 107,2-1 1134,2-16-938,4-16-80,-4 1 91,-4-2 0,0-1-17,-3 1 319,11-20-44,-16 28-213,-4 1-348,-4 10-134,-7 13 163,0 3 11,-6 27 11,5-13-51,6 35 51,13-26 17,4 5-17,17-14 45,13-13-23,-7-1 20,-2-11 0,-1-3-2,-4-2 19,-4-3 0,-1-3 137,1-13 145,1-24-240,-14 14 25,-11 4 0,-3 0-70,-4 6 67,-7-30-100,0 37-6,-4-11-118,5 21-857,1 3-448,3 14-1344,6 13 151,-1 5 2599,6 27 0,-5-32 0,1 11 0</inkml:trace>
  <inkml:trace contextRef="#ctx0" brushRef="#br0" timeOffset="45144">17139 11475 25141,'16'-44'261,"0"1"1,3-11 0,0 2-150,-4 12 0,0 2-761,0 1 0,0-2 702,6-14 1,2-1-7,-6 15 1,-1 1-26,1 0 1,0-1 86,5-11 0,-3 3 3,-3 5 278,-4 10 0,-4 3-329,-5 16 65,-3 3-149,-5 18 51,-9 14-50,-13 32 5,7-9 170,5-6 0,2 2-176,5 21 14,3-23 1,2 1-9,5-1 1,3 0 10,0-4 1,4 0 2,2-5 0,4-1 9,19 16-12,7-14-16,6-14 33,-7-12-22,18-16 2,-24-7 1,1-4 10,1-3 1,-1-4-487,7-12 1,-2-4 502,-8-1 1,-4-2-826,1-8 0,-3 1 823,-5 9 0,-2-1 3,-2 0 1,0-3 0,-3 3-399,-2-2 0,-2 1 393,0 5 0,-1-3 0,-2 3-136,-2-2 0,-3 6 161,-2-15 680,-4 17-753,-2 26 1579,-2 13-1546,-6 24 0,-5 29 0,7-14 0,1 3-23,-2 9 1,1 4 5,1 4 0,2 2-13,4-19 0,1 0 1,1 0-22,3-1 1,2 0-1,2-1-433,4 19 0,5-2-466,6-3 1,4-3-3967,3-3 1,1-5 4147,-6-12 1,-1-4 0,9 8 0,-21-28 0</inkml:trace>
  <inkml:trace contextRef="#ctx0" brushRef="#br0" timeOffset="50555">21754 7652 17944,'17'-54'1633,"-1"-1"1,0 3 0,-3 10-1040,-6 22-421,-2 5-330,-4 10 202,-6 35-45,-4 10-11,1-4 0,-1 4-663,-1 2 0,-1 0 632,2-8 0,-1 2-353,-3 18 1,1 1-495,6-19 1,1-1-698,-2 15 1,2-1 1585,6-13 0,2-6 0,-1 5 0,5-11 0</inkml:trace>
  <inkml:trace contextRef="#ctx0" brushRef="#br0" timeOffset="50935">22077 7436 11670,'2'-52'1412,"0"1"1,1-1 0,-3 7-1,-1 0 1,-5 4-690,-12-9 0,-5 7-948,6 15 1,-4 5 409,-18-3 0,-6 8-62,5 13 0,0 5-81,-1-1 0,-2 4-781,-5 9 1,-4 6-1,4 3 770,-7 8 0,2 7 16,14-11 1,-2 4 0,1 1-1,2 1 42,-3 11 1,2 1 0,4 3-34,0 3 0,3 2 0,4 2-40,4 1 1,4 2 0,4 0-261,6-1 0,5 1 1,3-3 265,4 10 1,10-1-20,14-10 1,9 1 0,3-7-12,-5-14 1,2-4-1,5-1 4,10 5 0,6 1 0,2-1 0,-4-6-422,-6-4 0,-2-5 0,3-1 433,4-3 0,3 0 0,2-3 0,-4-3 15,-2-4 1,-3-3 0,5-4 27,-2-3 0,5-4 1,2-1-1,-1-1 1,-6 1-545,5-1 0,-4 1 0,1-4 520,-2-1 1,2-3 0,-2-1 0,-8-1 107,2-12 1,-8 0 217,-9 7 0,-2-3-287,0-12 0,0-8 1,-5 1-13,-5-7 0,-6-1-44,-1 3 0,-1-3 0,-5 2-17,-7 10 1,-4 2 0,-4 2-60,-12-17 0,-8 5-79,-12 6 0,-5 7-199,5 9 1,-4 5 344,-2 7 0,-4 3 0,7 3 0,-8-2 0,13 6 0,0 1 0</inkml:trace>
  <inkml:trace contextRef="#ctx0" brushRef="#br0" timeOffset="103756">21741 10617 24967,'1'46'-56,"0"0"0,0 4 0,0 1-370,2 2 1,0 0-2155,0 8 0,-2 1-1831,-2 2 1,0-3 1063,0-13 1,-1-3 2787,0-6 1,-1-7 0,1-10 0,0-10 0</inkml:trace>
  <inkml:trace contextRef="#ctx0" brushRef="#br0" timeOffset="104113">21995 10532 17641,'-26'-38'1106,"0"-1"1,0 0 0,-7 9 0,-2 3 0,-3 5-987,-20 0 1,-4 11-876,16 12 0,-2 7 0,3 4 777,2 4 1,2 5-1,2 3-531,-2 4 0,1 5 0,2 3 540,0 5 1,2 3 0,3 3-15,2 5 0,4 4 0,2-1-14,5-9 1,3-1 0,4 4-13,7 3 1,3 6 0,4 0-1,5-6-21,4-3 0,5-4 1,4 1-8,-1 2 1,3 2 0,3-1-1,3-5-4,11 0 0,5-6 0,3-3-6,4-3 1,2-4-1,3-3 9,4-4 1,2-3 0,1-4 35,-14-6 1,2-2 0,0-2-1,0-2 17,1-4 1,0-1-1,-1-4 1,1-1 16,-2-2 0,0-2 1,-1-2-1,-1-3 11,-3-2 0,0-2 1,-3-2-1,-1-3 7,9-11 1,-3-5 0,-4-3-14,-4-3 0,-4-5 1,-4-1-17,-11 10 0,-2 0 0,-2-2 0,-2 0 21,2-16 1,-4 0 0,-6 1-17,-2 3 0,-6 1 1,-11 2-27,-11 9 0,-10 1 0,-3 3 0,1 5-17,5 3 0,0 4 0,-5 2-7,-5 3 0,-4 1 1,-2 3-1,2 5-174,-2 6 0,1 6 1,-1 1-767,0 0 1,-1 2-1,-2 2 774,-12 3 0,-3 3 0,7-1 0,6-2 0,5 2 0,8 4 1,-1 0-1</inkml:trace>
  <inkml:trace contextRef="#ctx0" brushRef="#br0" timeOffset="104423">21363 12095 14605,'19'-41'2186,"1"0"0,-1 0 0,9-18 0,-6 11-1060,-16 29-550,-1 3-402,-4 11-129,-10 18-17,-9 15-17,-9 12 0,-6 7-92,-1 2 0,-4 4-1151,4-5 1,-4 3 0,1 1 1231,7-11 0,-1 1 0,2-1 0,2-4 0,-8 10 0,4-4 0,1-1 0,0 0 0</inkml:trace>
  <inkml:trace contextRef="#ctx0" brushRef="#br0" timeOffset="104947">21870 11634 22670,'52'7'16,"-1"-1"1,1 1 0,0-1 0,1 7 0,4 3 0,0 1-1,-4 1 1,-8 1-741,8 11 0,-1 5-828,-12-8 0,7 5 1,3 3-1,0 0 1,-4-2-1,-5-3 1251,0 1 0,-5-4 0,2 3 0,1 0 0,4 3 1,-3-2-1,-8-6 0,7 8 0</inkml:trace>
  <inkml:trace contextRef="#ctx0" brushRef="#br0" timeOffset="105706">20967 12771 20907,'6'-2'1888,"-2"1"-1670,-4 1-207,4 8 6,-2 2 22,2 4 90,-7 4 33,-12 3-64,-8-2 0,-6 0-48,-3-1 1,-3-1-201,-3 1 0,-2-1 242,-5-4 1,1-2 293,-16-1 516,-3-8-616,31-15-219,17-5-45,30-27 6,-3 20 17,27-22 11,-2 25-28,-7 8 0,3 3-17,25 0-11,-23 10 0,0 4-11,20 16-1,-14 6-21,-4 20 33,-30-13 0,-5 2-11,-1 22 2,-17-11 1,-9-1-404,-7-9 0,-6-3 408,5-3 0,-3 0 1,-2 0 12,-7 4 0,-4-1 1,2-2 40,-8 3 1,2-4 24,0-1 1,5-8 108,3-18-111,22-9 22,13-19-84,17-3 34,24-15-51,-3 14-8,9 11 0,4 5 3,19 7 5,-24 3 1,2 2-46,3 4 1,0 3-377,-4 2 0,1 0-223,2 0 0,3 1 1,-1 0-892,14 2 1,-1 1 40,-1-2 1,-2 1 1499,1-2 0,-7-1 0,-12-2 0,12 1 0</inkml:trace>
  <inkml:trace contextRef="#ctx0" brushRef="#br0" timeOffset="106056">21315 12629 19440,'-51'-23'651,"0"1"1,0-1-1,6 7 1,0 1-1,-2 2 1,0 6-511,-1 7 1,0 5-1,-1 3 1,0 1-1496,-2-1 0,0 2 0,0 0 0,0 2 1363,1 0 1,-1 0 0,1 3 0,2 4 11,-4 8 0,0 6 0,3 2 0,6-3 44,-3 5 1,3 4-66,7-4 0,-3 5 0,1 4 0,7 0-4,5 13 0,8 2 1,1-2-1,0-10 0,1 0 1,4 3-7,4 1 0,2 3 0,5 2 1,6-5-34,12 6 0,8-4 0,4-2 9,2 0 1,3-3-1,7-3 4,0-10 1,6-1 0,1-5-1,-1-5-34,3-5 1,-1-7-1,6-4 55,-2-6 0,5-4 0,3-2 0,-1-3 0,-4 0 12,-3-3 0,-4-2 0,1-2 0,2-1 9,4-1 0,3-2 1,2-1-1,-4-2 0,-5 1 12,6-6 0,-7-1 1,-1-5 33,1-7 0,-2-4 0,-5-4 1,-5-4 1,-5-5 0,-2 0-45,-7 12 0,-1 0 1,0-1-1,-2 1-4,5-13 0,-1 0 1,-6-1 10,-6-1 1,-5-2-1,-8 6-329,-11 4 1,-6 3 292,2-11 0,-9 5 587,-23 15 0,-11 11-1087,11 13 1,-3 4 0,1 1-496,-11-5 1,-1 2 1008,9 6 0,-1 1 0,10 1 0,3 1 0,4 0 0</inkml:trace>
  <inkml:trace contextRef="#ctx0" brushRef="#br0" timeOffset="106706">23264 12686 22117,'17'-42'72,"0"-1"1,3 3 0,3 9-50,29 14-35,-18 11 1,2 3-304,4 4 0,2 5 301,2 3 0,-2 4 0,-8 0 0,-1 3-42,9 14 0,-6 6-51,-2 17 70,-13-15 1,-6 0 36,-23 20 118,-20-12-39,-4-16-3582,-26-7 3984,21-16 1096,-11-1-894,23-11-157,11-3-335,8-2 228,4-3-363,7 3 3342,6 0-3409,12 4-29,13 5 24,-2 6 2,0 4 0,2 2 14,19 14-236,-15-5 0,0 0 180,-9-1 0,-4 0-185,14 18-78,-25-3 22,-36-2-128,-32-4-393,11-15 1,-4-3-12,-8-2 0,-1-2 47,10-1 1,-1-3-4135,-13-4 1,5-2 3840,9 0 0,-10-5 0,47 6 0</inkml:trace>
  <inkml:trace contextRef="#ctx0" brushRef="#br0" timeOffset="107062">23820 12391 20309,'-41'-15'260,"-1"-1"0,0 0 0,-2 5 0,-1 3 0,2 8-159,2 13 0,2 8 0,-1 2-1285,-6 3 1,1 3 0,-1 2 1192,0 4 1,0 3-1,2 2-15,1 3 1,2 2-1,4 2-222,3 1 1,3 1 0,5 1 185,4-1 1,4 1 0,5 0-8,4-3 1,4 0-1,5 0-19,5-3 1,5-1 0,4-2-11,5-1 0,5-3 0,3-2 22,7-1 0,5-2 0,3-4 18,7-1 1,3-4 0,2-2-261,-10-7 0,2-2 1,2-2-1,-1-1 303,4-1 1,0-2 0,1-1 0,0-2 30,1-2 0,0-2 1,0-2-1,-1-1 31,0-2 0,-1 0 1,0-3-1,-2-1 18,-1-2 1,-2-2-1,0-2 1,-2-1 18,9-9 1,-2-2 0,-3-3-42,-5-3 1,-4-3-1,-4-3-37,-5-2 0,-4-3 1,-4-2 128,-4-3 0,-5-2 0,-5-1-174,-6-1 0,-5-1 1,-6 2-9,-6 0 1,-7 2 0,-5 4-110,-8 1 1,-6 5-1,-5 4 59,6 11 0,-4 4 0,-1 2 0,-2 2-226,-3 3 1,-2 2-1,-1 3 1,-1 2-1499,-2 2 0,0 1 1,0 3-1,1 1 1801,-10 1 0,2 3 0,5 0 0,-2 1 0,8 1 0,-6 4 0</inkml:trace>
  <inkml:trace contextRef="#ctx0" brushRef="#br0" timeOffset="107479">20293 14080 23545,'-44'19'-4,"0"0"1,0 1 0,-4 4-1,0 2 1,0 4-37,11-1 1,0 3 0,0 2 0,0 1-1436,-3 2 1,0 1 0,-1 1 0,1 0 958,1 1 1,-1 1 0,2 0 0,0 1 515,1 2 0,0 1 0,2-1 0,3-5 0,-7 10 0,4-5 0,9-6 0,0 1 0</inkml:trace>
  <inkml:trace contextRef="#ctx0" brushRef="#br0" timeOffset="107755">20297 14332 21898,'-14'-54'814,"0"-1"0,1 6 0,5 11-679,11 20-79,16 12 5,27 18-30,-7 2 0,6 4-696,-5 0 0,2 1 0,2 3 668,9 4 1,1 2 0,1 1-549,-10-4 0,0 1 0,1 0 0,-1 1 533,1 2 1,0 0 0,-1 1 0,-1 1-44,-2-2 1,0 2-1,-1 0 1,-2 0-918,9 8 0,-2 0 1,-2 1 971,-3-1 0,-2 1 0,-3-5 0,-5-3 0,-4-4 0,-6-3 0,1-1 0</inkml:trace>
  <inkml:trace contextRef="#ctx0" brushRef="#br0" timeOffset="108692">19257 15351 24312,'-47'21'17,"0"22"-20,26 4 0,3 6-799,0-3 0,2 1 802,2-6 0,3 0 3,2-8 0,3-1 489,3 17-475,7-19 478,10-19-389,1-13 45,21-19-16,11-14-516,-14 10 1,3-3 486,4-1 1,0 0 5,0 1 1,-3 1 303,-8 6 0,-2 2-276,20-9-134,-33 18 16,1 9 40,-15 19 16,-2 32-55,0-10-12,-4 15-17,2-25 1,-1-1 686,-2 27-785,2-18 1,1 1-374,3-5 1,1-4-95,2 9-857,5-5-516,5-34-3985,10-17 3213,10-22 1948,-12 6 1,-1-6 560,-1-3 0,0-4 1,-1 2 427,1-6 0,-1-1 315,-1-2 0,-1-5 0,-2 4 192,-3-4 0,-3 0-179,-1 11 0,0-1 0,-5-1-103,-4-3 0,-5-1 1,-3 3-109,-7-10 1,-6 4-182,-1 3 0,-7 6 87,-10 8 0,-5 8-65,2 11 0,-3 5-84,6 4 0,-3 1 1,1 2-43,-10 2 0,-3 7-14,7 9 0,-7 7 0,1 3 1,8-2-417,-4 4 1,3 5 383,11-6 1,-6 4 0,-1 3 0,3 2 0,5-2 283,0 10 0,6 1 0,1 2-301,2-3 0,-1 1 0,2 3 0,3 2-25,1 8 0,3 4 0,4 0 0,3-2 11,5-9 0,3-1 1,3 0-1,1-1 3,1 14 1,2 0 0,10-5-12,9-9 0,8-5 0,4-5 6,0-10 0,2-4 0,4-2 0,11 4 0,4-1 1,4-4 1,-1-7 0,4-4 0,2-2 0,-5-1-70,1 0 1,-4-2 0,4-4 104,2-2 0,4-2 0,0-3 0,-6-3 26,-5-4 1,-5-3-1,0-3 19,9-3 0,1-3 0,-4-5 38,-15 1 0,-2-4 0,-2-2 0,-4 0-44,2-9 0,-5-1 1,-3 0-35,-2 0 1,-3 0 0,-4-1 5,-6 0 1,-5 0-1,-2 1 105,-4-5 1,-6 1-106,-7-9 0,-5 3 353,0 15 0,-7 6-402,-9 8 1,-8 4 0,-1 5-389,-14 3 1,-3 4-883,15 2 1,-1 1 0,3 2 1296,-10 5 0,8 3 0,7 2 0,22 0 0</inkml:trace>
  <inkml:trace contextRef="#ctx0" brushRef="#br0" timeOffset="109445">21763 15331 23875,'21'-31'370,"1"0"0,10-18-359,-36 48-28,-17-1 11,6 1 6,-47 7 17,33-3 8,-4 1 1,2 1-4,9-2 51,-12 2-51,17-3-5,-4 2 0,6 2-23,0 5 1,0 4-18,1 6 1,3 4 22,3 5 5,3 4 12,3 2-6,2-6-5,-1 17 11,-1-17 0,-1 12-6,-2-17-11,1-9 45,1-3 117,1-9 903,2-1-612,6-11-313,7-6-89,15-14-46,2 7 1,4 1 5,20-7-11,-16 12 0,1 4-17,15 8-5,0 15 11,2 12-114,-27-7 1,-2 4 45,18 22-94,-16 6-79,-27 1-11,-32 3 55,3-26 1,-5-2-598,-7 0 0,-4-2 63,-4-3 0,-1-4 78,9-4 0,-1-3 664,-22-5 0,5-5 0,17 0 0,7-3 0,0 1 0</inkml:trace>
  <inkml:trace contextRef="#ctx0" brushRef="#br0" timeOffset="109788">21839 14970 21806,'-55'1'88,"0"1"1,-1 0-1,1 3 1,1 3 0,4 8-65,10 9 0,4 7 0,1 2-863,-3 4 0,1 2 0,2 3 863,1 3 0,1 3 1,3 2-12,3 0 0,2 2 0,4 1-12,3-1 1,4 1 0,5 0-23,4-2 1,4-1 0,5-1-14,5-1 0,4-1 1,4-1-7,6-2 1,5-1 0,4-2-6,5-1 0,5-2 1,2-4 19,6-1 1,3-3 0,2-5 11,3-3 0,2-4 0,1-5 18,0-3 1,1-5 0,0-5 35,-3-5 0,0-4 0,-1-5 93,-4-4 1,-2-4-1,-3-4 73,-3-4 0,-2-3 1,-4-4-42,-2-2 0,-3-4 0,-3-2-73,-2-3 1,-2-2-1,-4-2-48,-1-3 0,-3-1 0,-2-1-36,-3 0 0,-3 0 1,-5 1-37,-5 2 1,-5 1 0,-8 2-58,-7 5 0,-7 2 0,-6 4-222,-12 3 0,-8 5 0,-6 4 306,1 6 0,-6 4 0,0 3 0,6 1 0,7 0 0,4 3 0,0 1 0,-3 3 0,1 0 0,0 0 0</inkml:trace>
  <inkml:trace contextRef="#ctx0" brushRef="#br0" timeOffset="291147">18187 13048 23584,'45'-3'213,"-7"2"0,6 1-473,4 0 1,5 1-1,2-1-1554,5 1 1,1-1 0,0 1-532,2-1 0,0 1 0,-2-1 2027,-7 0 0,-1 0 1,-4 0-1,1 0 1,-6 0-1,6 0 1</inkml:trace>
  <inkml:trace contextRef="#ctx0" brushRef="#br0" timeOffset="291554">18108 13285 20907,'-48'7'1241,"0"0"1,4 0-1,13-2-966,28-4 252,14-1-404,23-5-118,21 0 1,7-1-936,-15 2 0,3-1 916,-5 1 0,6-1 0,1 1 0,-2 0-615,2 0 1,-2 0 0,1-1 583,-4 0 0,2 0 1,0 0-1,-1-1-10,10-2 1,-1 0 0,-2-1-188,-7-1 1,-2-1 0,-3-1 266,8-4 0,-6-3-29,-14 0 1,-6-2 98,1-18 922,-29-5-922,-20-4-11,4 21 1,-5 0 139,-7-6 0,-2 1 17,-13-11 41,18 17 1,2 3 2522,7 6-2452,2 1 797,10 10-1161,6 4 53,1 5-87,7 9 62,13 16-20,0-5 0,2 4 0,6 7 1,2 3-1745,1 4 1,-3 1 1681,-5-9 1,-4 3-1051,-8 16 1,-10 2-673,-13-15 0,-6-1 1396,-4 11 1,-2-2 0,-14 1 0,11-23 0</inkml:trace>
  <inkml:trace contextRef="#ctx0" brushRef="#br0" timeOffset="292097">13640 13423 24486,'-2'40'41,"0"1"0,0 10 0,-1 4-58,1-5 0,-1 3 1,0 2-1425,-1-5 1,0 2 0,-1-1 0,0-3 969,0-2 0,0-2 1,1 0-2807,-2 12 0,1 1 0,1-10 2290,2 7 1,2-4 0,1-38-1</inkml:trace>
  <inkml:trace contextRef="#ctx0" brushRef="#br0" timeOffset="293081">14166 13652 18347,'0'-8'5523,"0"2"-5322,0 6-318,0 0 150,-49-5 18,13 32-18,-14-2 1,-2 3-656,25 0 1,0 2 649,-7 3 0,-4 3 0,4-6 28,-15 8 14,6-7 0,0-2 98,4-8 284,3-1-441,20-11 62,12-5 106,11 2 51,10 4-56,18 5-90,18 3-62,-9-6 1,2-1-334,-3-1 1,-1-1 285,1-1 0,-1 1-74,-4-3 1,0-1-466,-3-2 1,0-2 129,2 1 0,1-4-468,17-8 0,-2-3 757,1-4 117,-15-2 1,-5-2 240,-14-6 157,-3-7 167,-10 1 1882,-9 1-2083,-2 11 816,-7 0-608,3 12 52,-3 2-528,5 3-158,3 3-240,3 1 335,13 2 12,16-1 11,11 0 28,5-6-6,-16-1 242,0-15-186,-18 8 185,2-21-123,-11 12-78,-4-4 72,-4 5-50,-3 8-33,-8-1-91,4 7 7,-7 5 5,-27 30-39,13 1 25,8-9 0,3 3-37,0 19 40,17-11-6,12 6-50,19-7-59,8-17 0,6-4-3,18 3-906,7-13 0,-1-5 1012,-6-3 29,-6-4 0,-2-4-1,-2-12 81,-20 4 1,-2-2 9,2-9 318,-7-18-112,-16 36-83,-1-4-174,-4 17 1667,0 4-1875,-1 6 175,0 1-29,-1 7-17,2 33 23,3-12-28,5 22-51,9-25 34,0-12-33,9-6 100,1-10 101,13-13 39,-6-5 90,0-13 84,-15 1 39,-6 3-73,-7 6-196,-3 9-28,-2 5-246,0 7 73,-2 7 100,-1 4-5,-8 33-67,0-2-177,3-10 0,0 2-507,1-4 1,0 0-1698,2 2 0,1-1 2459,-1 23 0,3-22 0,2-17 0</inkml:trace>
  <inkml:trace contextRef="#ctx0" brushRef="#br0" timeOffset="293623">15553 13720 25623,'11'-38'327,"0"-1"1,6-16-361,-20 74 72,-5 21 17,-5 22-37,3-26 1,0 2-377,-1 0 1,-2 0 361,1-3 1,0 0-28,-10 22 211,6-16-121,5-14 44,6-16 492,3-10-374,2-13-174,0-3 34,1-40-40,6-3-1426,0 12 1,1-1 1394,-1 13 1,2 1 89,6-13 1,0 3-4,3-1-27,5-8-57,-11 34-50,8 17 22,-4 8-5,24 19-34,-4 11 28,-13-10 1,-1 1-105,-1 3 1,-2 0 120,-1 0 0,-1-1-6,17 22-33,-2-11 3314,-1-13-3286,-7-13 33,-2-13 34,-4-16-50,-3-3 83,5-42-61,-11 21-244,-1-12 0,-2-3 260,-1-8-38,-2 18 0,0 3 10,0-2 260,-1 10-483,-2 22-358,3 1 133,0 11-1433,18 14 107,6 5-629,17 14-1707,3-1 3517,-19-16 1,-2-2-1,4 3 1,-2-4-1</inkml:trace>
  <inkml:trace contextRef="#ctx0" brushRef="#br0" timeOffset="293969">16495 13694 26950,'-31'-15'218,"0"-1"1,-20-7-247,42 25-17,1 8 17,3 2-16,-2 16-29,5 16-56,5 0-33,8 7 44,10-20 101,4-12 118,2-10-45,-7-10 101,6-10 240,-1-17-117,-2-4-22,-3-11-68,-12 5-38,-5 5-46,-8 5-72,-4 7-51,-9 8-73,-7 6-78,-8 7-246,-2 10-533,2 11-862,8 10-1949,12 8-1877,9-6 4787,9 1 0,-1-20 0,1-2 0</inkml:trace>
  <inkml:trace contextRef="#ctx0" brushRef="#br0" timeOffset="294653">16876 13829 22481,'2'-3'3825,"0"1"-2570,-2 2-1250,-19-18-16,4 20-22,-14-11-35,12 23-27,7-3-11,6-5 39,3-3 78,5-4 67,7-4 17,8-9 1,6-12-35,-3-1 54,-7-3 0,-2-4 22,-2-4 0,-1-4-3,4-14 1,0-2-341,-4 8 0,-1 2 279,-1 6 0,-1 5-73,1-3 0,-5 20 0,-2 11 0,-2 12 0,-2 13 0,-3 21 0,-2 20 0,5-19 0,0 1-234,0 3 1,2 1 193,2 0 1,3 1-180,2-3 1,5-1-113,2-4 1,5-4-15,2-5 1,3-4 507,26 4-292,-3-22 146,-4-18 95,-5-13 112,-7-5 527,-2-10-203,-12 16-430,-3 2 492,-11 18-576,-3 4-141,1 1 113,8 0 28,1 0-18,31-3 18,6-12 5,9-6 17,-12-5 95,-16-8 23,-16 6-55,-4-6-119,-15 3 0,-11 8 0,-11 7 0,-8 9 0,6 9 0,-19 18 0,19 7 0,8 1 0,4 4-225,10 3 1,6 2-2605,7 3 1,4-1 2828,5-2 0,3-3 0,10 2 0,-7-17 0</inkml:trace>
  <inkml:trace contextRef="#ctx0" brushRef="#br0" timeOffset="296723">16915 13676 9072,'4'-3'5729,"0"0"752,-4 3-5114,12-29-359,-8 16-241,9-23-173,-12 24-168,-2 2-303,-2 3 68,-11-4-141,-4 5-22,-13-2-11,-1 5 0,0 8-17,-2 7-6,4 10 6,6 0 6,-10 19-23,3 5-50,3 1-62,8 0-56,21-21-157,13-4-1708,31-9-1277,-6-8 3327,24-10 0,-41 1 0,0-2 0</inkml:trace>
  <inkml:trace contextRef="#ctx0" brushRef="#br0" timeOffset="297202">16985 13248 16685,'0'-5'5164,"0"1"-1697,0 4-2963,7-60-303,-5 44 545,5-45-656,-7 60 279,0 3-341,-1 0 732,1-1-103,-1 1-657,0-13 0,3 0 0,0-9 0,0 4 0,2 5 0,-3 5 0,0 6-13,-1 18 19,0 14-23,2 25-123,-1-12 0,0 1-258,1-13 0,1 0-778,2 17 0,3 1 1176,4-13 0,0-4 0,3 15 0,4-6 0</inkml:trace>
  <inkml:trace contextRef="#ctx0" brushRef="#br0" timeOffset="402093">22379 16516 20067,'-2'-3'3540,"1"1"-3160,1 2-290,-6 20-6,8 6-50,-4 11-9,10-6 0,4 0 9,12 15-279,-3-12 0,1 0 256,16 9-28,-2-13 1,2-2-12,6-1-112,7 0 0,3-1-140,-24-14 0,0-2 78,6 4 1,-2-1-639,12 1 318,-27-9 293,-4 0-119,-17-12 332,-3 1 628,-12-21-399,8 5-45,-1-7 313,7-1 511,2-4-269,-1-2-40,-4-4-101,-1 11-324,0 10 381,-3 1-488,6 12-168,-1 0-67,4 5 23,1 4 72,1 8 0,2 2-11,8 29-39,1-4 16,-3-8 1,1 1 0,8 21 11,1 0 5,-6-14 12,-2 12 27,-9-20 96,-9 10-34,-5-19 112,-20 0-50,-12-7-146,1-1 1,-4-1-404,3-2 1,0-1 142,-10 3 0,3-1-558,-11 2 743,13 0 1,34-9 0,3 2-1</inkml:trace>
  <inkml:trace contextRef="#ctx0" brushRef="#br0" timeOffset="402548">23096 17637 20951,'5'-52'1366,"0"1"1,0 5 0,0 5-610,4-4-236,-3 18-303,-3 14-229,-2 8 0,-1 30 22,3 10-22,-1-1 0,0 3-382,0 4 0,2 1 320,-2 8 0,1-1-8,-2-10 0,1 2-432,-1 21 0,0-2-75,0 0-1261,0-2 1,-2 1 1848,-3 4 0,2-9 0,-3-21 0</inkml:trace>
  <inkml:trace contextRef="#ctx0" brushRef="#br0" timeOffset="404044">22977 17881 22397,'23'-26'-131,"1"0"0,5 2 0,4 5-62,11 14 0,3 5-511,1-3 1,0-2 552,-2-1 0,-1-1 106,-5-2 0,-3 0 169,23-10 516,-20-1-58,-16 6 242,-15 4-545,-6 5 209,-10 3-315,-5 6 583,-11 8-588,-3 9-118,2 7-55,7 3-34,8 0 22,11-3-6,11-3-5,10-8 51,6-7 50,3-11 83,1-11 63,-1-10 111,-4-9 73,-9-6-61,-9-4 23,-12 1-18,-8 3-45,-8 8 6,-9 8-218,3 11-68,2 4-27,0 10-57,4 7-5,-6 10-56,3 12-107,5 23 84,10-15-114,7-8 0,5-1-883,15 10-1030,17 8 697,-14-28 0,3-3 45,3-4 0,2-4 713,0-3 1,1-4 1048,28-11 1209,-9-11 640,-12-11-109,-14-5 125,-9-9-1266,-8 7-555,-5 2 269,-2 11-134,-2 10-157,0 2-174,0 5-319,0 5 90,0 14 67,0 8 0,-2 20-79,-1 6-67,-2 13-33,2-7 100,0-9 29,2-19 117,3-17 100,10-18-133,-3 1 55,14-22-67,-5-2-16,7-12 50,-1 0 89,2 1-89,-9 17 22,2 1-73,-9 16-38,4 1-29,0 7 17,-1 4-17,8 19 17,-11-5-28,8 22-11,-11-7 44,-2 15 7,-2-13-1,-3-5 50,0-17 18,0-10-29,4-7-22,12-17 17,-3 3 56,17-19 0,-7 13 33,6-7 12,-4 7-51,-5 9-39,-7 7-84,-3 6 11,-3 5 17,2 3-95,6 16-79,0 4-683,12 26-347,-8-9-695,3 4 767,-7-21-1057,6-6 760,6-15 1715,3-6 106,-2-5 925,-2-7 458,-9 1-134,2-4-353,-5-1-319,-3 2-291,-3 3-51,-2 4-503,-3 5-40,-2 4-90,-1 5 62,0 16-34,-1 9 1,1 5-4,-1 1 1,1-1 8,0 0-34,1 25-22,4-20 51,-3-16-34,2 13 16,-3-27 107,-1 0-50,2-29 16,-2 6 23,-3-32 45,-6-15-62,1 8-193,2 9 0,0-1 170,1-16 37,3 17 0,1 0-14,3-13 0,0 23 0,3 2 0,7-3 17,12-13-23,10 9-83,4 9-51,13 23 39,-10 24 34,-2 9 0,-5 20-1,-17 5 12,-13 0 73,-20 2-73,-21-20-3682,-13-5 2932,6-10-1306,0-5 1543,6-7 0,18-3 0,0-1 0</inkml:trace>
  <inkml:trace contextRef="#ctx0" brushRef="#br0" timeOffset="744079">21117 13626 12797,'-58'-17'-1155,"18"6"1419,56 16-63,12 4-44,9 4-56,11 2-33,7 1-49,-24-7 1,1 0-282,3 2 0,0-1 264,4 2 1,-1 0-9,-7-2 1,1 0-23,14 5 0,0-1 11,10 2 31,-18-6 0,-3 0 609,0-1 1023,-17-4 231,-12-4-1244,-11 0-740,-8-2 40,-15-3 11,-14-1 11,-16-1 48,24 2 0,-2-1-54,-2 0 1,-1-1 66,-1 0 1,0-1 14,2-1 0,0 1-6,2 0 0,0 2-14,4 0 1,1 2-1,-24-2-22,17 4-533,7 0-677,21 1 431,0 2 746,13 0 741,12 9-602,9 1-45,19 6-50,12-2-284,-23-9 1,1 0 280,2-1 1,0 0 2,0-1 0,0 0-106,-2-1 0,-1-1 112,25 2 27,-10-2 29,-10-2 408,-13-1 623,-12-1-371,-11-2-755,-12-2 503,-15-6-475,-19-4 13,16 5 1,-4 0-1518,-12-3 1,-1 0 1555,15 4 1,0 0-17,-11-2 1,3 1 97,3 0-95,4 1-247,12 4-257,14 3 274,3 0 3295,3 2-3631,4 0 700,4 0-168,9 4-28,10 6 33,14 11 6,14 10-11,-23-10 0,2 1-436,3 3 0,0 0 427,1 1 1,-1 0 8,-1-2 0,-1-1 0,-6-3 0,-1-2 45,12 9 313,-18-12 488,-13-8 78,-7-5-510,-5-2-341,-11-4 822,1 1-884,-8-4 28,-11-2 12,6 0-1,-17-10-39,20 5 12,-6-9 16,9 2-5,-7-6-11,5 4 38,-7-3-168,13 13-22,0 0-240,10 9-29,6 4-475,0 0 968,2-2-22,-1 1-90,2-3-17,-1 2-145,2-2-185,0 1 22,-1 1 46,-1 0-1133,-2 2 1087,-1 4-2346,1 2 72,1 1 2616,6 8 0,-4-11 0,3 4 0</inkml:trace>
  <inkml:trace contextRef="#ctx0" brushRef="#br0" timeOffset="744486">21275 13752 16936,'-32'-34'-652,"0"1"0,0 0 1,14 13 679,24 27 184,8 5-122,1 2 106,15 8-16,3-2-46,-4-4 1,1 0-57,12 6 28,-5-1 1,-1-1-308,-5 1 257,-1 1 0,-1-1 6,0 2 27,-1-1 1,2 2 50,17 11-104,-19-15 1,-1 0-9,10 7 28,-13-11 22,-13-8 68,0-1 329,-7-5-324,-1-1-1551,-3-1-3479,0-4 1938,0 1 2941,0-2 0,0 4 0,0 0 0</inkml:trace>
  <inkml:trace contextRef="#ctx0" brushRef="#br0" timeOffset="745935">21389 14122 15687,'-14'-45'582,"5"8"-554,10 37 213,8 4-62,5 2-11,11 6-84,-2 0 79,13 5 77,0-1-41,-5-6 0,2-1 92,27 2-146,-24-6 1,-2-3 0,10-3 454,8-11-46,-22-3-27,9-12-158,-16-7-72,-7-7-6,-5-7-100,-6-1-7,-4 3 24,-4 5-12,-1 3-140,0 16 56,1 1-56,1 15 17,0 0-101,2 4-269,-2 0 151,1 2-403,0 2 348,-2 3 234,0 9-16,-1 11-17,0 14 6,-1-3-6,-5 25 5,3-30 20,-2 3 1,-1-1-4,-6 0 34,-8 11 17,-1-16-45,6-10 73,-9-3 39,-5-10-56,-6 0-28,-7-9-12,6-4-16,2-6-33,10 0-1,-8-7 23,12 5-17,-7-5 11,10 8 0,6 4-22,5 3-39,5 3-57,3 2-850,2 1 878,4 7 102,4 5-17,6 12 5,5 4 5,2 1 7,-3-7 94,9 4-10,-5-13 44,12 2-11,0-10-11,6-10-62,-7-1 157,14-22-151,-25 10 16,0-6 1,-2-4 11,-3-9-6,4-20-67,-13 20 62,-3-10-67,-3 18-40,0-9 0,0 18 12,0 7-13,0 6-128,-2 5-257,0 2 370,0 10 66,0 8-22,0 15-11,0 8-5,0 4 16,-3-1 0,-3-3 12,-3-5 27,-5-4-16,1-9 16,-17 6-28,-1-8-5,-20 6 6,1-9 21,-1-5 7,-7-10-46,17-7 7,-2-7 10,16-4 0,-1-3 1,1 1-1,2 1 6,4 3 6,5 4-29,7 3-44,4 3-50,4 2-382,1 1 342,2 2 163,6 6-12,7 4 1,8 6-6,6 2 5,2-3 23,0-2 28,-2-6 39,-1-5 11,3-6-73,-4-3 68,26-18-29,-13-2-24,-12 7 0,0-1 103,7-15 45,-12 4-107,-10 8 129,-6-4-145,-4 8-51,-1-9-22,-1 5-6,0-1-5,1 1 16,0 4 45,-2 4-22,1 7 28,-1 4-644,0 2-578,0 6-3684,3 3 4833,2 5 0,-1-4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4:18:44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1700 2191 15704,'0'-4'5057,"0"0"-3948,0 4-520,-62-35-449,36 27-28,-18-10 0,-1 4 84,4 24-143,11 2 0,0 3-42,-17 17-11,23-10 0,4 4 0,1 22 0,9-8 0,23 19-5,10-20 10,-3-11 1,4-1 11,28 9-150,-24-19 0,1-2 124,1-2 1,-1-1-9,24 8 6,-10-3 33,-15-2 12,-16 2 0,-21 3-12,-5-2 9,-13 0 0,-5 0-15,3-4 1,-2 1-225,-14 6 1,-3 0 210,5-4 0,1-2 2,2-1 1,1-2-29,-18 4-189,8-6-2488,31-11-4526,17-9 7226,17-5 0,3 4 0,-4 2 0</inkml:trace>
  <inkml:trace contextRef="#ctx0" brushRef="#br0" timeOffset="716">2054 2283 18487,'0'-5'4604,"0"0"-3926,0 5-644,0-4 10,0 26-16,2-6 3,-1 18 0,0 8-59,1 21-79,-1-16 1,0 2-652,-1-8 1,0-1 214,0 23-550,0-25 1,0-1-561,1 1 981,-1 6 179,-5-25 913,-2-12 269,-7-9 421,-2-10 200,0-9-189,1-6 221,4 6-211,-1-11-638,7 13-152,-1-7-173,4 12-129,3 6-39,2 4 0,26-1 0,-4 2 0,15-2 0,5-1-468,-13 1 1,0 0 444,15-2 1,0-1 0,-10 0 0,-2-1 10,-3 0 1,-2 0 0,22-12 17,-14 3 10,-15 5 91,-11 3-62,-11 7-40,-6 0 18,-9 7 895,-10 5-890,-6 7-11,1 4-17,8 0 0,11-2 0,13-2 5,11-3-5,15-2-28,11-5 12,11-4 16,-7-6-3,-12-1 0,-2-3 37,4-10-6,5-10-6,-26-2 0,-15 0-5,-13 2-3375,-13 4 3347,-1 9-65,-24 8 99,13 13-18,-18 11 1,12 13-17,5 11-29,7 8-21,13 6-174,13 2-499,21-2-957,17-5-23,-5-28 0,4-4-2470,7-1 0,2-4 3736,-3-3 1,-1-2 0,14 1 0,-22-7 0</inkml:trace>
  <inkml:trace contextRef="#ctx0" brushRef="#br0" timeOffset="1145">3037 2763 24374,'-1'-22'106,"-2"18"-100,-15 61 2,10-25 1,1 0-1,1 1 0,0 1 3,2 0 1,0-1-18,-2 28 12,4-12-6,1-15 28,1-16 162,0-11 17,1-12-95,2-10-44,-1-16 10,0-17 17,2-15-61,0 7-413,3 6 1,1-2 417,0 15 1,0-1-18,5-15 0,3 0-160,-1 15 0,2 2 140,1 5 1,1 3-8,21-17-12,-1 17 6,-2 15 50,-1 16-22,-4 16 0,-5 18-6,-11 15 455,-15 10-477,-9-28 0,-4 0-3,-5 0 0,-3-2-42,-3-1 0,-3-2-141,0-4 1,0-3-327,-20 9-1499,14-15-6066,15-17 8088,17-8 0,2-1 0,4 2 0</inkml:trace>
  <inkml:trace contextRef="#ctx0" brushRef="#br0" timeOffset="1367">3778 2637 15765,'-3'2'5590,"1"0"-2398,2-2-3085,-34 22-46,32-19-145,-11 11-800,53-27-2007,18-8 2891,-22 7 0,-1 1 0,5-2 0,-5 1 0</inkml:trace>
  <inkml:trace contextRef="#ctx0" brushRef="#br0" timeOffset="1560">4421 2349 26228,'-25'45'11,"1"-1"0,-2 5 1,5-3-264,6 12-866,5-20 0,1 2-361,1 0 0,2 0 1479,1 3 0,2-3 0,-1 6 0,5-9 0</inkml:trace>
  <inkml:trace contextRef="#ctx0" brushRef="#br0" timeOffset="1896">1402 3605 17339,'-44'12'549,"0"0"0,1 0 0,-8 2 0,4-2-241,9-3 0,14 0 1097,26 0-974,22-6-131,20-2 0,10-4-1299,-12 0 0,3-2 0,6-1 1059,2 0 1,6-1 0,4-1-1,-1 0 1,-4 0-50,-1 0 0,-3 1 0,1-1 1,6-1-4,-9 1 0,5 0 1,3 0-1,3-1 1,0 0-1,-1 1 0,-2-1 1,-5 2-357,11-2 1,-5 0-1,-1 1 1,0 0-1,2-1 349,-1 1 1,1 0 0,1 0 0,1-1 0,-1 1 0,-1 0-176,-4 0 0,0 1 1,0 0-1,-1-1 1,0 1-1,-1 0 153,-2 1 1,1 0-1,-2-1 1,1 1-1,-2 0 1,-1 0-269,2-1 0,-2 1 0,0 0 1,0 0-1,1 0 149,9-1 0,1-1 0,1 1 0,-2 0 0,-4 2 140,10-2 0,-4 2 0,-5 0 0,4-1 0,-4 1 0,-3 1 0,1 0 0</inkml:trace>
  <inkml:trace contextRef="#ctx0" brushRef="#br0" timeOffset="3560">22716 4476 11911,'0'-9'5669,"-1"1"-4701,1 8-541,-7-60-405,5 45-33,-6-40 185,8 68-68,-1 4 124,-3 43-180,2-20-464,-3 15 0,1 6 445,1-17 0,0 1-510,0-1 1,0 3 0,0 0 489,1-3 1,0 0-1,0 1-2,0 2 1,0 2-1,1-1 13,0 3 1,0 1-1,0 0 8,0 2 0,1 0 0,-1-1-10,1-10 1,0-1-1,0 2 44,0 5 1,0 3-1,0 1 1,-1-3-22,0 2 0,0-2 0,0 4-482,-1 2 1,1 4 0,-1 0 0,0-1 456,-1-6 0,1-2 0,-1 0 1,0 1-5,0 2 0,-1 1 0,0 0 0,0 0 12,0 2 1,0 0-1,0 1 1,0 0 8,-1 1 0,1 0 0,-1 1 0,0 2 7,1-3 1,-1 3-1,1 1 1,0-2 0,0-4-420,1-3 0,0-4 0,-1 0 0,1 4 380,0 2 1,0 3-1,0 2 1,1-3-1,0-3 6,0 10 1,1-5-1,0 4 2,0-6 0,0 3 0,0 0 1,0 0 3,1 0 0,-1-1 1,0 0-1,1-3-4,-1 5 1,1-3-1,-1 5-182,-1-13 1,0 4 0,0 2 0,0-2 0,-1-4 183,-1 14 0,0-4 1,-1 2-9,1-8 1,0 1-1,-1 1 1,0 1 0,0-8 1,-2 2 0,1 0 0,-1-2 0,1-2-21,-2 12 1,0-3 0,0 3-151,1-12 0,0 4 0,1 0 1,-1 0-1,1-3 101,0 2 0,0-2 0,1 0 0,0-1-141,-1 14 1,2-1 0,0-1-579,2-4 1,0 0 0,2-2 781,3-1 0,2-1 0,-1-6 0,-1-3 0,1-6 0,9 24 0</inkml:trace>
  <inkml:trace contextRef="#ctx0" brushRef="#br0" timeOffset="4583">26190 4721 10175,'4'-6'5691,"-1"2"-393,-3 4-5343,-1-17 62,1 18 34,-1 8 16,0 23 28,0 24-20,-1-20 1,0 1-48,-1 0 0,1-1-140,-1 1 0,0 0 132,-1 3 0,-1 0-12,2-4 0,-1 2 14,-1 24 1,0 2-141,2-19 1,0 0 128,1-1 0,0 3 1,2 1-1063,1-2 1,0 1 0,1-2 1067,-1 13 0,2 1 13,0-1 0,1 4 0,0-3-327,-1-15 0,1-2 0,0 1 327,0 12 0,1 2 0,0 0 0,0 0 0,-1 1 0,1 0-389,-1 0 1,1 1-1,-1 0 392,-1 1 1,0 0 0,0 0-19,0 1 0,-1 0 0,0 0-1,-1 1 1,0 0 0,0-3-2,-1-12 0,1-2 1,-1 5-238,-1-2 0,0 6 1,-1 2-1,1-3 1,-1-6 242,1 16 1,0 0-4,-1-8 1,-1 10 0,0 3 0,0-4 0,1-10 452,0 7 0,-1-3-451,0-6 0,0 7 1,0 1-1,0-5 6,0-4 0,0-2 1,0 3-171,-2 6 0,0 4 0,1 0 0,-1-4 168,1-4 1,0-3 0,-1 5 3,0-6 1,0 5 0,0 1 0,-1-3 0,2-7 84,-2 9 0,1-1-95,0-5 1,-1 5 0,1 1 0,1-8 0,0-1 0,0-1 18,-1 10 1,0 6-1,1-1-20,2-12 0,0-3 0,0 3-2,-1 6 0,0 3 0,1-4-5,0 8 1,1-3 480,0-6 0,1-4-483,0-11 0,-1 0 244,0 7 1,0-1-262,-1 19-4905,-2-24 1,0-5 4485,0-7 0,-3 9 1,6-32-1</inkml:trace>
  <inkml:trace contextRef="#ctx0" brushRef="#br0" timeOffset="5743">24227 9883 14001,'1'-5'6990,"0"2"-9912,-1 3 2962,16-38 1408,-11 30-1325,17-11 764,-16 35-825,6 29-6,-5-2-39,0 20-107,-5-28 1,-1-1-158,-2 22-882,-4-14 1,-2-1-3583,-10 13 4711,4-17 0,-1-1 0,-1-6 0,2-8 0</inkml:trace>
  <inkml:trace contextRef="#ctx0" brushRef="#br0" timeOffset="6071">24373 9795 20246,'-43'-30'476,"0"0"0,0 0 0,2 3 0,0 1 1,1 9-368,-6 15 0,2 8-502,9-3 1,1 4 431,-4 5 0,2 6-1856,3 12 1,2 3 1824,5-8 1,1 4 4,3 10 0,1 7 0,5-2 20,6 2 0,5 0-11,-4 10 1,5 1-59,11-3 0,8-2 52,15-3 1,8-2-271,3-1 1,6-3 268,-5-13 0,3-2 0,-1-4-1,6-2 0,0-6 38,-7-6 0,2-2 0,-1-3 91,7-2 0,0-5 21,-3-5 0,2-3 1,-3-4-25,8-6 0,-4-6-66,-14 1 1,-2-4 0,-4 0-36,-4-4 0,-5-1 17,0-13 0,-6-2 1100,-6 11 1,-6-1-1297,-9-15 0,-10 0-319,-6 12 0,-8 5-1592,-19-3 0,-6 7 2051,3 13 0,1 5 0,13 5 0,4 3 0,-8 0 0</inkml:trace>
  <inkml:trace contextRef="#ctx0" brushRef="#br0" timeOffset="31272">6417 2546 15417,'0'-5'4599,"0"2"-2538,0 3-974,-11-22-723,12 11-39,-8-19-157,13 19 174,-1-1 94,-4 5-256,1 0-124,-2 4-678,0 2 174,0 9-515,0 0-550,1 9 516,1-4-4481,2 8 5478,-2-3 0,1-2 0,-3-5 0</inkml:trace>
  <inkml:trace contextRef="#ctx0" brushRef="#br0" timeOffset="32498">6142 1096 32767,'-2'-60'-345,"0"1"1,0 4-1,-1 12-1286,-1 32-263,1 3 4514,-1 13-1593,1 16-1085,-4 25 12,3-12 1,0 2-1090,0 9 1,0 1 786,0 5 0,2 0-704,1-1 1,3 0-2781,4-4 0,2-3 3840,2-8 1,0-4-1,8 4 1,-6-19 0</inkml:trace>
  <inkml:trace contextRef="#ctx0" brushRef="#br0" timeOffset="33487">6558 1090 15083,'0'-7'5445,"0"1"-5214,-26-15 1,-9 1 223,0 14-224,-8-11 0,-1 6 329,-5 36-789,23-7 1,-1 2 380,-1 2 1,0 2-238,1 0 0,-1 0 353,-5 5 0,0-1-140,-11 8-15,15-12 0,1-2 397,-2-1-640,2 0-34,14-9 391,29-7-126,3-3 34,39-1-105,-26-1 1,2 0 56,11 0 0,3 0-93,1 0 1,2 1-6,8 0 0,-3 0 2,-18-1 1,-1 1-32,9 0 1,-4-1-101,4-4-28,7-5 62,-7-8 84,-4-9 44,-17 7 34,-4-6 22,-16 10 68,-2-1-12,-4 1 592,-5 1-636,1 5 72,-2 2-78,4 5-78,0 1-12,3 8-5,1 3 0,7 6 5,1-3 6,7-2 6,16-4 11,4-5-12,8-5 40,-8-8-11,-16-2 50,-6-8 22,-9-5-78,-4 3 39,-8-11 34,-10 7-62,3 6 35,-11-2-18,8 17-23,-13 11-33,9 2 12,-11 26-1,17-4 11,0 29-39,21-1 1,11-1-40,21-6-34,10-18-453,-3-14 492,-13-11 1,2-4-20,3-6 0,0-4 45,0-1 0,0-1 27,-2-2 1,-2-2-95,-4-8 1,-6 0 119,-3-2 50,6-23 12,-20 18 6,-2-5 94,-8 5-61,0 11-45,-4 6-67,5 8 458,1 7-441,2 15 205,1 8-245,7 17 1,7-1-12,2-10-11,15 3 17,16-11 28,4-7-132,-18-13 1,0-5 147,19-15 23,-14-11 0,-1-7 157,-8 3 0,-1-1-140,2-1 0,-3 0 212,3-12-156,-24 34 11,-1 1-62,-10 23 12,-7 12-45,-12 27-37,8-20 1,-2 2-405,-3 7 1,1 2 369,-3 4 1,0 1-191,1 5 1,2-1-116,3-10 1,3 1-2574,-2 19 0,5-3 2396,7-27 1,1-2 0,-1 7 0,1-4 0,4-13 0</inkml:trace>
  <inkml:trace contextRef="#ctx0" brushRef="#br0" timeOffset="34054">8093 1141 25758,'-15'40'85,"-1"0"1,-1 5 0,3-2-86,-1 14-201,7-24 0,-1 0 223,-7 19 157,6-19-28,5-17 133,6-36-223,4-12-19,-1 1 0,0-2-20,2-3 1,0 0-639,2-5 1,0 0 643,-1 9 0,1 0 73,5-11 0,1 3 209,3-2-254,6-7-28,-11 32-11,-1 17-6,3 17 17,-2 4-17,10 25-19,-8-14 0,0 2 382,2 0 0,2 2-380,3 6 0,2-2 9,-2-11 0,2-2 3,22 15-18,-3-17 28,-6-16 1,-7-19 17,-9-4-34,0-22-11,-7-21 22,-8 26 0,0-2 137,-2-8 0,-2 1-103,0-23-23,-1 18 57,0 5-62,-2 25-45,1 0 6,-1 16-51,2 10-185,5 12-425,9 11 22,3-3-2661,6-3 1,3-1 2552,6 5 0,6 5 0,-23-23 0</inkml:trace>
  <inkml:trace contextRef="#ctx0" brushRef="#br0" timeOffset="34421">9163 1266 19865,'1'-5'4649,"0"2"-2840,-1 3-1742,-66-39-27,34 37-18,-25-6 0,-1 8-960,10 36 940,16-10 1,2 3-8,1 14 233,16-10-216,27 0 4,13-19-4,24-1-7,5-20 18,0-8 5,-9-11 33,-13-6 23,-15-4-28,-13 0 23,-12 2-7,-7 4 689,-2 9-750,0 7-50,6 8-45,3 6 17,5 3-477,6 13-515,10 1-789,16 10-1372,16-3-6611,9-3 9231,-13-7 1,-14-6 0,-20-6 0</inkml:trace>
  <inkml:trace contextRef="#ctx0" brushRef="#br0" timeOffset="35138">9726 1274 14432,'2'-3'7791,"0"2"-4895,-2 1-2700,-83-26-90,34 33-387,-9-13 1,1 6 291,27 16 1,6 5-24,-17 19 241,17-1-240,16-5 267,20-10-233,18-10-18,19-14 18,11-15-12,-27 1 0,1-3 74,-1-4 0,-1-3-35,0-3 1,-4-3-7,-1-4 1,-4-2 0,-2-4 0,-3-3 2,-3-2 1,-3-1 19,-2 2 1,-2 1 46,-2 5 1,-2 2-2883,0-16 2858,-5 25 5,-2 13-100,-3 19 21,-5 14-4,-2 21-10,6-9 1,0 4 94,1 7 1,1 0-95,1-6 0,2 2 1219,-1 19 0,4 0-1312,3-19 1,3-1-93,1 15 0,5-3-76,2-17 1,4-5-256,6-5 0,3-5 138,11 1 45,7-16-185,8-28 509,-9-8-232,-13 9 0,-1-4 316,-9 4 0,-2 0 146,14-23 389,-10 5-41,-11 11 738,-6 9-913,-9 10-229,-4 6-112,-2 5 594,-4 5-656,3 5 1,2 7-23,7 4 28,13 1 5,10-3-16,13-7 5,3-5 12,-1-11 33,-5-6 6,-9-11-11,-11-3 61,-9-5 28,-11 0 11,-6 3 23,-6 4 34,-9 7-119,1 9-55,0 5 17,-1 14-1,2 12-27,-6 18 5,13-4 0,3 3-1128,3-1 0,3 0 1061,-1 1 0,5 1-342,8 0 1,7-3-1362,5-8 1,4-3 1758,4 4 0,0-3 0,12 5 0,-11-17 0</inkml:trace>
  <inkml:trace contextRef="#ctx0" brushRef="#br0" timeOffset="35554">11261 1465 23929,'0'-4'1715,"0"1"-1311,0 3-460,-3 24-75,-6 9-529,0-2 0,-2 3-197,-6 8 1,-1-3 0,-2 7 0,-2-1 0</inkml:trace>
  <inkml:trace contextRef="#ctx0" brushRef="#br0" timeOffset="35997">11942 1198 28751,'-4'-45'198,"0"-1"0,0 1 1,-2-14-1,0 9-764,-3 12-5,1 21 117,4 15 176,1 22 112,1 25 106,-1-7 1,0 3-578,1-4 0,-1 2 539,-3 17 1,-1 4-615,1-14 0,-1 0 1,0 0 248,-1 10 1,1 2-1771,-1 1 0,1 3 0,3-6 2233,7-13 0,1-3 0,-5 4 0,2-6 0,10-3 0</inkml:trace>
  <inkml:trace contextRef="#ctx0" brushRef="#br0" timeOffset="37071">11929 1559 13267,'0'-7'8312,"0"1"-7102,0 6-174,0 0-1120,-37-57 22,27 49 18,-20-38 27,45 63 78,18 0-10,16-7-632,-18-6 1,2-3 580,22-3-353,-12-4 1,0-4 385,13-11-222,-23 9 0,-1-2 273,14-17 157,-18-1 16,-5 1 1144,-8 0-1026,-14 14 726,-7 7-933,-5 4 376,-7 6-482,-5 8-51,-6 9-11,8-2 11,-2 13-16,15-8-12,3 6 11,10-2 29,2-6-12,19-2 11,-1-11 23,14-8-28,-9-5 123,10-23 17,-21 5-12,4-12-27,-17 7-56,-9 9 66,-7-1-27,-13 12-84,-6 2-6,-10 14 0,1 12 1,-2 13-40,3 9 11,12-5-17,7 23-67,19-17-240,13 18-494,20-18 185,3-12-574,2-15 1,1-4 200,7-3 687,-11-4 0,3-3-202,6-12 1,-3-4 733,13-11 64,-12 3 0,-2-2 614,-4-16 163,-9-1-63,-7 3-168,-5 6-89,-7 9-139,-3 11-293,-5 8-229,-1 5-56,-1 9 233,-1 9-227,-2 12 22,-1 2 11,-1 28-39,1-13 0,0 9-6,2 2 1,2-26 27,1 5 23,2-24-17,1-9 78,8-20 6,1-8-16,8-19-18,1-3 23,1-4 0,1 7-34,-1 9-45,-3 12-22,1 12 28,1 7-5,4 11-7,4 5-16,-5 3 6,8 23 16,-15-6-22,3 16-11,-12-9 22,-4-7-5,0-11 33,-2-9 12,3-12 16,4-14 0,10-23-28,3-2-5,1-4 50,2 6 0,-6 15-11,5-2-34,-2 10-34,-2 7-5,-1 13 0,1 9 6,0 12-28,-2 10-79,0 5-381,-3 6-952,1 0 118,-3-11-8515,9 12 8764,-8-25 1,-2 0 0,-9-19 0</inkml:trace>
  <inkml:trace contextRef="#ctx0" brushRef="#br0" timeOffset="37504">13652 1626 14241,'4'-7'9657,"-1"2"-8330,-3 5-397,30-63-437,-22 46-404,9-20 1,-3 11-6,-13 32-5,1 9-1,0 17-56,4 13 29,3 10-367,-3-23 0,0 1 318,2 4 1,0 0 0,0 4 0,0-1-15,0 2 1,-2 0-1591,-2 1 1,-2-3 1596,-1 10-7,-8-9 24,0-33-35,-6-9 18,-3-19 21,-3-20-16,9 10 0,2-4 0,1-8 0,3-2 0,3-7 0,3-2 1028,5-3 1,2-2-1026,3 0 0,2 0-1,2 2 1,0 2 3,0 4 0,0 2-18,-1 6 1,-2 2 12,0 7 0,-2 2 10,8-15-22,-6 18-6,-3 15 1,-4 13 646,2 16-619,0 14-11,0 17 22,-3 11-2235,-11 2 2218,-7 0-5,-9-5-99,-6-9-153,-1-11-403,-1-14-802,4-10-3925,6-17 4815,8-3 0,7-2 0,4 4 0</inkml:trace>
  <inkml:trace contextRef="#ctx0" brushRef="#br0" timeOffset="37721">14623 1255 26581,'49'-16'-1009,"1"-1"1,-3 3 0,0 3 1008,-4 10 0,-3 3 0,6-1 0,-12 2 0</inkml:trace>
  <inkml:trace contextRef="#ctx0" brushRef="#br0" timeOffset="37898">14691 1501 16042,'-9'4'6598,"2"0"-8121,-23 8 1,-2 2 1830,16-7 617,-21 8 0,12-4-796,31-12 812,15-7-1132,11-2 1,3 0-280,19-8 105,-13 7 1,2-2-4321,5-2 0,0 0 4685,-14 4 0,-1 0 0,7-3 0,-5 2 0,-8 2 0</inkml:trace>
  <inkml:trace contextRef="#ctx0" brushRef="#br0" timeOffset="38571">15420 1183 20576,'5'-5'3355,"-2"1"-2016,-3 4-359,0 0-940,-32 46-18,11 0-14,-2-2 1,0 2-7,13-14 1,1-1 14,-3 20-11,8-26 5,2-9 146,1-11 308,4-5-387,1-5 45,16-25-72,-4 7-1,2-3 0,2-2 40,13-15-40,-12 17 1,2 0 10,21-19-38,-1 9-23,-5 11-17,-1 11-17,0 9-44,0 12-17,-3 10 5,-8 13-296,-5 18 67,-10-12-790,-1 17-740,0-20-912,7 2-2734,21-12 4352,-9-13 740,22-15 1898,-19-9 1334,8-9 11,-8-3-790,-5-2-107,-6 0-1483,-8 11 257,-4-1-291,-7 14-370,0 0-73,-4 11-11,-2 9 5,-2 13 18,1 8 38,2 9-16,4-16 0,13 8 39,4-26-45,3 2 12,7-13-1,-1-11-5,17-14 33,-8-8-3335,2-12 3335,-19 12 45,-6-5-22,-8 10-17,-2-4-62,-2 13-268,-1 6 28,0 10-902,0 3-1675,1 9 3671,2 12 0,-1-8 0,0 2 0</inkml:trace>
  <inkml:trace contextRef="#ctx0" brushRef="#br0" timeOffset="39114">16490 1657 20117,'6'7'5652,"0"-2"-4751,-6-5 91,0 0-830,65-64-1894,-35 21 1745,-4 11 0,5-5 0,-5 0-16,-8-1 0,-3-1-118,3-6 1,1-2 128,3-3 1,0-3 6,-4 11 0,1-2 0,-1 3 10,0-1 0,0 0 6,3-13 0,-4 6 2,-9 14-16,-6-4-56,-12 29 33,-2 8 1307,-19 25-1301,3 12 5,-5 12-183,11 0 1,3 4 202,8-11 1,1 0-26,-2 9 0,1 2-229,6-4 0,6-1 229,10-3 0,4-2-12,-6-7 1,4-1-14,21 11 0,7-8-3,15-11 16,-22-9 1,2-4-11,27-14 27,-34-10 1,-1-3 33,19-12-36,-12-12 0,-3-7-12,-13 10 1,-2-2 11,4-7 0,0-2-6,-1-5 0,-1-1 45,0 2 0,-1 0 53,-2 4 1,0 1 38,-2 1 0,-2 5-110,-3 5-24,-7 19 0,-1 10 0,-1 9 0,-3 12 1100,-2 19-1100,-3 5 0,-1 4 0,-2 1 0,0 2-493,-1 2 1,0 1 477,-1 3 1,0 1-938,2 3 0,1 2-3964,0 0 1,1 0 4903,0 1 0,2-4 0,2-4 0,2-25 0</inkml:trace>
  <inkml:trace contextRef="#ctx0" brushRef="#br0" timeOffset="41721">6362 2831 16633,'1'-60'1779,"-1"0"0,1 4 1,1 2-1282,1 18 1,1 2-183,2 2 1,1 0 176,10-22-84,0 17-292,-5 16-117,-5 17 84,-4 23-11,-2 25-56,-4-10 0,-1 4-703,-1 9 0,0 3 613,-4 6 0,-1 0-48,3-11 1,0 2-758,3-3 1,0 4 0,3-4 877,6 5 0,1-2 0,-5-1 0,2-4 0,11 7 0</inkml:trace>
  <inkml:trace contextRef="#ctx0" brushRef="#br0" timeOffset="42314">6187 3082 22957,'37'-38'-112,"-1"0"0,6 2 0,6 7 22,-8 20 1,4 5-1,0-1-802,-1-1 0,1-1 0,-2 0 743,19-4 1,-3-2 53,-6 1 0,-4-1 306,-8 0 1,-4-1-106,16-12 814,-24 1-423,-16 2-81,-14 3-147,-7 4 1147,-8 6-1150,-4 6 254,-3 11-194,0 8-298,3 11-30,8 6-18,8 2 62,13 0 3,11-5-99,13-8-12,8-11-81,-6-7 122,22-18 403,-20-3 174,-8 1 1,-3-3 396,-3-11-263,-6 0 26,-25 2-493,-10 7-6,-16 0 146,-10 9-232,-6 10-345,1 15 228,12 2 209,-2 27-78,22-3 207,0 23-282,15-4-472,13 3-766,9-1-183,14-5-461,12-10-246,8-12 897,-17-22 1,1-3 659,12-4 114,-15-7 1,-1-3 9,6-14 60,4-6 487,-6-4 0,-19 14 0,-5 3 0</inkml:trace>
  <inkml:trace contextRef="#ctx0" brushRef="#br0" timeOffset="44400">6826 2945 14202,'18'-59'1858,"1"0"0,-2 4 0,-5 3-879,-16-8-133,-5 3-212,-10 7-203,-9 10-174,-15 13-577,13 19 1,-3 4 394,-8 5 1,-2 6-620,-9 4 0,-2 6 575,14-2 1,0 3 0,1 1-17,-2 4 0,0 2 0,1 2-8,2 3 1,0 1-1,3 2 68,2 1 0,3 1 0,2 1-62,-8 17 1,8 2 59,16-12 0,5 2 0,5-3-17,7 3 1,6-4-347,3 4 1,10-7 311,28-16 1,9-12-350,-10-7 0,4-5 455,-3 0 0,5-3 0,-1-3-44,5-8 1,0-5 0,-4 0 10,-15 5 0,-3 0 0,0-2 10,12-8 1,2-3 0,-7 0 143,-7-1 0,-4-1-741,0 2 1,-1-2 810,1-13 0,-5-1-793,-14 12 0,-2 0 548,3-1 0,-4 2 506,-1-13-655,-14 35 434,-3 6-701,-10 19 502,-12 20 61,9-7 0,-3 4 767,-4 7 0,-3 3-746,-3 7 1,-2 3 415,8-13 0,0 1 0,-1 1-469,-1 4 1,0 0 0,1 1 2,0 1 0,1 1 0,2-1-19,4-3 0,1 0 0,4-1-479,0 14 0,9-4 23,10-11 1,8-5-215,7-8-1,7-7 78,7-5 1,5-7-44,5-4 0,4-7-134,5-5 1,2-6-13,4-4 0,1-4-84,-20 4 1,0-3 0,-1 0-1929,-1-2 0,-1 0 1,-2-2 2628,10-7 0,-5 1 0,8-10 1,-24 17-1</inkml:trace>
  <inkml:trace contextRef="#ctx0" brushRef="#br0" timeOffset="45031">6959 2685 8723,'-4'-6'2935,"1"2"997,3 4-2627,-53-64-958,17 45-40,-7-15 1,-2 5-190,-3 30-12,11 6 0,-2 5 4,1 4 0,-1 5 117,-14 9 1,-3 5-345,17-8 0,0 1 0,0 2 240,-1 1 0,1 3 1,1 1-5,-4 6 0,1 3 0,4-3-9,-1 1 0,3 1 824,-2 11 1,9 0-876,21-19 0,5-1 44,1 20-146,23-22 0,8-6-35,13-13-69,6-6 0,7-5 242,-8-9 0,3-7 15,3-2 0,4-4 0,-3 1-14,-15 4 1,-2 0 0,3-3 23,4-5 1,5-5 0,-2 0 0,-6 1 132,7-8 0,-5 0-107,-7 8 0,0-2 1,-3 0 81,3-10 1,-6-2 569,-10 2 1,-4 1-760,-1 7 1,-3 0-38,-2-1 0,-5 1 481,-10-7-715,1 20 14,-7-4-159,-1 32 1102,-10 16-411,-2 9 0,0 4-152,4-9 1,0 1-11,-2 6 1,-3 3-1,1-1 90,-5 10 1,-1 1-663,7-10 0,-2 5 0,-1 0 1,3-3 603,-1-2 1,3-1-1,-2 3-39,0 5 0,-3 6 0,3-2 0,3-8-530,4-5 0,4-1 250,0 7 1,1 3-1,6-8-292,8 0-152,24 15-17,13-41 391,4-12 0,4-4 201,-14-1 1,2-3-285,13-8 1,6-4-1,-6 1-79,-13 3 0,0-1-927,15-10 1,7-5 0,-9 4-1700,-16 7 0,-3-1 3029,20-15 0,-6 3 0,-20 12 0,-3 1 0</inkml:trace>
  <inkml:trace contextRef="#ctx0" brushRef="#br0" timeOffset="45988">7643 2863 18369,'-11'-49'1602,"0"1"0,2 5 0,0 10-1355,1 20-225,1 17 12,1 19-23,-2 18 11,-1 18-195,5-28 0,1 2 173,0 0 0,2-1 23,7 27-6,9-8 80,13-10-41,13-15-22,-5-12 66,-2-14 1,1-6-196,16-13 238,-15 3 0,-1-4 27,-8-1 1,-4-2-25,11-15 19,-17 10 0,-5-2-8,-1-8 195,0-7-263,-16 8-90,0 21-272,-4-2 14,5 15-671,2 13-1023,5 11-3034,7 12 4988,2 0 0,-2-11 0,-3-9 0</inkml:trace>
  <inkml:trace contextRef="#ctx0" brushRef="#br0" timeOffset="46705">8303 2971 17973,'0'-3'4778,"0"0"-3585,0 3-1053,-28-20-139,21 20 420,-19-15-91,35 24-259,0-2 275,21-2 129,-2-7 111,14-5 23,-4-8 197,-4-7-304,-6-6-127,-8-4 74,-8-4-188,-5 0-226,-8 5-267,-7 7-242,-2 10-25,-19 10 336,2 14 304,-15 11 90,8 13-68,6 8-65,13 5-148,11 4 34,9-11-570,9-9 1,5-1-1781,21 9 1069,-10-13 0,4-2 131,-2-9 0,0-4 429,1-3 0,2-5 509,4-7 1,-1-4 577,12-5 195,0-12 1098,-20-7-139,-12 2-200,4-15-154,-12 5-271,-1 0-312,0 1-268,1 4-124,-1 7 197,-3 10-459,-3 9 52,-2 10-276,-5 12 341,-3 13-1,-5 14 2,1 6-59,4 3-38,15-4-132,13-7-73,19-10 468,14-11-135,-21-13 0,1-4-222,3-3 1,0-3 334,0-3 0,-1-2 1,-2-2 0,-3-3 336,20-16 135,-18-4 20,-17-7-576,-13 13-210,-14-8-287,-5 14-24,-6-1 135,1 6 504,7 6-792,5 7-369,6 8 603,4 2-502,14 16 1,-10-12 0,11 7-1</inkml:trace>
  <inkml:trace contextRef="#ctx0" brushRef="#br0" timeOffset="47115">9758 2886 26876,'-47'-18'-165,"12"7"161,43 17-26,16 3 72,-2-4 57,18-1 1,-10-5 24,9-4 31,-5-5 593,-3-8-210,-14 3-43,-5-8-225,-13 3-223,-7-7-70,-6-1 71,-9 0-61,0 11-370,-5 5 73,9 10 328,-6 7 213,7 6 163,-8 22-46,10-7-87,-1 25-338,16-9-859,13 16-1327,3-27 0,4-2 2212,3-2 1,0-3-1,11 6 1,-11-14-1</inkml:trace>
  <inkml:trace contextRef="#ctx0" brushRef="#br0" timeOffset="47448">10588 2929 25998,'-31'-12'-5618,"7"3"4203,24 21 0,0-7 0,1 1 0</inkml:trace>
  <inkml:trace contextRef="#ctx0" brushRef="#br0" timeOffset="48197">10934 3202 17717,'7'-60'175,"1"0"1,-2 5-1,2 4 2246,8-9-2385,-4 10 1,0-2-23,-2 9 0,0-2-129,0 2 1,1-3 0,-2 2 128,2-12 0,-1 4 0,-3 13 0,-2 1 536,0 5 1,-4 3-518,-5 4-50,-16 26 12,4 10 2521,-15 42-2525,20-15 1,3 3-620,1 5 1,1 1 607,0 1 1,3 1-46,4 2 1,4 3-335,6 1 1,5 4-1,0-4-408,1 3 1,2-2 516,-2-4 1,3 3 0,-1-11-484,14-3-285,1-18 649,9-14 498,-8-5 656,15-32-347,-32 6 336,1-7 0,-2-2-225,-3 2 421,9-26-101,-11 26-124,-1-3-427,-6 14 187,-3 7 1048,-2 9-1692,1 1 1541,1 4-1345,12 7-23,-2-2-22,33 4 31,-18-7-8,27-5 16,-10-14 6,-3-4-6,-7-5 62,-17-14-40,-12 17 29,-6-19 33,-19 15-56,-6 4 33,-6 7 50,-19 15 10,14 10-1,-9 4 13,9 13-34,13 7-85,9-4 0,1 3-208,6-1 1,2 1 119,3 7 0,4 1-1698,8-7 0,3-3 1528,13 18-431,14-21 1,5-4 273,0-6-195,5-4 1,2-5-1712,9-15 59,0-2 2229,-18-4 1,-4-1 0,-11 3 0,13-5 0</inkml:trace>
  <inkml:trace contextRef="#ctx0" brushRef="#br0" timeOffset="48531">12147 2859 17613,'3'-9'6363,"0"2"-5383,-3 7-649,0 0-76,14-22-245,-14 29 32,5 0-29,-16 38 6,0 2 7,6-13 1,1 1 13,1 17-38,2 0-102,4-14 148,0-27 18,2-3 196,1-5 199,4-13-296,6-8 22,16-27-118,-9 11 18,7-9 67,-3 12-33,4 2-66,18-4-52,-6 12-13,9 8-11,-17 11-190,21 17-515,-17 7-186,-12-4 0,-1 4-8919,5 21 9511,-13-10 0,-10-10 0,-6-16 0</inkml:trace>
  <inkml:trace contextRef="#ctx0" brushRef="#br0" timeOffset="49021">13232 2750 25612,'-13'-29'0,"-1"0"0,16 4 11,38 58-11,-7-7 0,4 1-3,1 1 1,2-1-844,2 2 0,0 0 832,-2-1 0,-3 0-3,-5-2 0,-4 1 411,6 23-366,-29-5-6,-35-3-274,3-22 0,-5-2 212,-8-1 1,-3-1-115,-2-1 0,0-2-415,3-1 1,1-1-2933,9-2 1,3 0 3500,-7 3 0,19-6 0,13-3 0</inkml:trace>
  <inkml:trace contextRef="#ctx0" brushRef="#br0" timeOffset="50181">14406 2879 12253,'2'-4'9107,"-1"0"-6905,-1 4-2096,-24-23 34,-3 37-45,-25-6-64,29 17 0,2 6-6,3 1 0,3 2-198,4-1 1,4 1 214,7-1 0,6-2 126,21 26-62,-4-33 1,6-4-4,6-3 1,4-5-6,4-2 0,3-5-251,1-5 1,0-3 348,-2-3 1,-2-4 29,-6-2 1,-3-4 171,17-21-146,-21-7-95,-18-7-112,-13 8-6,-10 9 0,-5 1-286,-14-10 188,6 13 1,-3 3-317,-26-1-892,-7 14-2908,26 16 0,1 3 3896,-26 8 0,22 0 0,17-4 0</inkml:trace>
  <inkml:trace contextRef="#ctx0" brushRef="#br0" timeOffset="51283">15861 3303 18280,'-8'-61'1467,"1"0"1,1 5 0,2 4-1043,6 17 1,2 3 201,4-19-291,0 19-286,-3 16-240,-3 11 95,-2 15 168,3 15-62,-2 5 3,3 3 0,1 3-14,4 19-195,-2-17 1,2 1 194,11 18 5,4-11-33,4-10 112,1-13 78,2-11 40,8-15-51,13-18-118,-15 2 1,2-3-1037,11-9 0,3-2 1019,-11 8 1,0-2 0,2 0-2,3-3 0,1-1 0,-2 2-274,-7 4 0,-2 2 0,1-2 266,5-3 1,1-2-1,-1 2 33,-4 2 1,-2 0 0,0 1-5,16-10 0,-3 0-57,-1 2 1,-7 4-807,-3 3-2075,-21 15 2904,-18 20 0,-1-6 1,-5 10-1</inkml:trace>
  <inkml:trace contextRef="#ctx0" brushRef="#br0" timeOffset="62025">6595 4503 24911,'-13'-17'23,"-5"28"-1,6 28 1,2 12-51,-4 2 0,-1 2-275,0 4 1,0 2-1477,6-18 0,1 0 1,1 1 1778,0 5 0,1 0 0,0-5 0,2-2 0,0-4 0,2-4 0,-1 1 0</inkml:trace>
  <inkml:trace contextRef="#ctx0" brushRef="#br0" timeOffset="63106">6302 5007 16885,'-3'-5'4274,"0"1"-3787,3 4-599,35-38-303,20 23-790,-8-8 0,4 0 367,3 13 1,2 4-563,-1-3 0,-1 0-544,-3-1 0,-2-2 262,-6 1 0,-2-1 1206,-8 0 0,-2 0 745,8-7 2587,-14-4 96,-19 11 123,-5-4 376,-8 9-2056,-4 4 60,-3 1-895,-1 4-268,-3 5-180,1 4-95,2 7-22,6 3 16,6 2 6,10 0 27,8-5 29,11-6 50,11-9 23,7-13 44,3-9 135,-6-11 84,-9-5 5,-15 0-33,-11 3-62,-14 5-100,-8 9-90,-12 7-45,-7 7-33,-5 9-29,1 10-16,3 12-23,5 10-34,10 6-84,10 5-167,13-1-370,14-4-532,15-6-628,16-10-447,13-10 725,-26-13 0,1-2 481,2-5 0,0-4 650,-1-2 0,-1-2 543,-2-4 1,-1-2 388,-4-1 1,-1-2 868,-2-4 0,-3 1-359,6-10 847,-5-7-1082,-16 24 1143,-2-8-538,-4 16-1076,-3-3-352,0 12-51,-3 7 96,-1 10 11,-3 12-12,-1 18-5,3-12 23,0 16-29,4-20-5,-1 3 11,2-10 241,2-11-79,1-10 124,3-11-163,4-9-39,7-14 22,4-11 85,5-2 39,3-6-185,-9 19-28,1 4-23,-5 16-44,1 6-6,10 3 5,1 12-33,8 17 50,-11-5 3,-7 4 0,-3 3-19,-6 11 16,1 12 46,-9-22 116,-3-16 226,3-12-287,7-30 0,7-7 0,5-4 1,3-2-7,11-9-313,-5 14 0,2 2 398,12-1-62,6-2-56,-1 15-28,-8 18-17,-5 16-5,-8 17-6,-10 13-140,-7 9-476,-5 9-1232,-4-20 0,0-1-555,0 15 2431,2-21 0,1-5 0,-1-11 0,3-4 0</inkml:trace>
  <inkml:trace contextRef="#ctx0" brushRef="#br0" timeOffset="63695">8601 4766 14901,'-7'-7'2263,"2"2"675,5 5-2389,0 0 770,3 55-1212,-2-7-63,1 2 1,0 4 219,-3-8 0,-1 0-266,-1-4 0,-1 2 1,0-1 649,-2 13 0,-1 0-648,-1 8 0,0-4-6,4-25 1,0-2-6,-1 23 39,4-34 67,1 0 6,0-18 1,5-26-86,-1 0 24,6-40-29,-5 30 0,-1-2-1070,3-13 1,0-2 1072,-2 9 0,1-3 23,3-8 0,2-5 1,-2 6 24,-2 14 0,1-1-42,3-16 1,3-7-1,-2 10-14,5-4-4,-1 8 1,2 0-8,13-1-4,-10 20 1,3 2-145,7 3 1,3 4 96,24-2 16,-1 9-94,-2 32 112,-28 12 925,-11-3 0,-5 2-897,-11 21 2,-11-15 0,-7 0 3,-5-8 1,-4-2 4,-8 8 1,-4-1 19,-8-2 1,-2-4 10,10-8 1,1-2-26,4-4 1,2-3 811,-9-9-1350,28-13 93,-2-4-9408,32-25 8833,-6 19 0,9-8 0,-14 23 0</inkml:trace>
  <inkml:trace contextRef="#ctx0" brushRef="#br0" timeOffset="63939">9696 4669 25219,'56'-16'-2654,"3"5"912,-6 7 0,3 2 1742,-8 4 0,-4 0 0,0-2 0,-15 4 0</inkml:trace>
  <inkml:trace contextRef="#ctx0" brushRef="#br0" timeOffset="64106">9761 4956 18604,'-8'3'5501,"1"-1"-4381,7-2-162,0 0-1008,27-4-275,13-4-331,-5 3 1,4-1-3669,3-1 1,0 0 4323,-4 1 0,-2 0 0,12-1 0,-23 3 0</inkml:trace>
  <inkml:trace contextRef="#ctx0" brushRef="#br0" timeOffset="68714">22694 10362 10743,'-60'3'465,"1"0"1,-1-1-1,1 1 1,-1 0-1,0 0 1,0-1 0,4 1-1,9-1-6,2 1 1,11-1 1086,12-1-1210,18-1-33,20-4 55,14-1 1,8-1-1169,18-3 0,9 0 922,-19 3 0,4 0 0,3-1 0,4 1-334,0 0 1,5 0-1,3 1 1,1-1-1,-2 0 1,-3 1 230,-3 0 0,-3 1 0,-1 0 0,2-1 0,5 1-167,-9 0 0,3 0 0,3 1 0,1-1 0,1 0 0,-1 0 0,0 1 1,-2-1 163,4 0 0,0 0 1,0 1-1,-1-1 1,-1 0-1,0 0 0,-2 1-196,2-1 0,-2 1 0,-1-1 0,0 1 0,2-1 0,2 0 192,-4 0 1,2 0 0,1 0 0,2 0 0,-1 0 0,0 0 0,-3 0 0,-2 0-1,2 0 1,-1 0 0,-3 0 0,0 0 0,-1 1-1,-2-1 13,4 0 1,-3 1 0,0-1 0,0 0 0,1 1-14,4-1 0,3 0 0,-1 0 1,-4 0-1,-7 0 262,13-1 1,-8 0-621,-7 1 1,-5-1 704,0-3 1,-39 6-1,-9-1 1</inkml:trace>
  <inkml:trace contextRef="#ctx0" brushRef="#br0" timeOffset="76047">11575 4737 18648,'12'-49'941,"0"0"0,-2 7 0,-1 9 1255,-5 19-2257,-3 11 763,-4 26-702,-2 10-37,1-2 1,-2 5-303,-3 12 0,0 4-827,-1-4 0,0 0 342,0 0 1,1-1-2961,0-3 1,2-3 3304,1 7 0,0-8 0,6-22 0</inkml:trace>
  <inkml:trace contextRef="#ctx0" brushRef="#br0" timeOffset="76383">11834 4634 16251,'-12'-54'1111,"-1"-1"0,0 0 1,-6 1-1,-2 2 0,-4 7-842,-9 9 0,-3 6-1280,-1 3 0,-3 5 1260,-8 9 0,0 8-59,3 7 1,0 6-74,-13 4 1,-1 6-51,19 0 1,1 4-1,0 5-21,4 3 0,0 6 0,0 3 1,3-1-472,3 0 1,2 1 0,2 1 0,0 2 425,-3 11 1,1 3-1,2 1 1,4-3-19,3-1 0,4-2 0,5 1-41,3 10 0,5 3 1,12-5-130,15-6 0,12-4 1,2-3 27,3 0 0,3-3 1,3-4 103,-10-11 0,2-2 1,2-3-1,3-6-40,12-4 0,6-6 0,0-5 0,-8 0 86,7-3 1,0-3 29,-9-2 0,6-2 0,0-2 0,-4-5-31,2-9 0,-5-5 0,0-2 151,0-1 1,0-1 0,-1-3-63,-10 3 1,0-2 0,-2-1 0,-4-2-28,1-8 1,-5-1-1,-2 0-41,-6 9 0,-2 0 1,-2-3 3,0-9 0,-2-4 0,-4 2-306,-3-11 0,-8-1 227,-8 6 1,-6-3 0,-2 5-83,-1-1 1,-10 4 145,-9 16 0,-11 0 0,-2 4 0,9 7 0,-15-5 0,-4 8 0,1 0 0</inkml:trace>
  <inkml:trace contextRef="#ctx0" brushRef="#br0" timeOffset="145151">24099 8774 21271,'6'0'1720,"-1"0"-684,-6 0-896,-2-6-23,0-3 34,-2-11-3145,3-16 3151,0 10-17,3-9 241,4 8-146,1 8-123,2-4-39,0 12-73,7 3 3387,11 1-3399,14 3-44,12 6-5,8 8 10,-29-2 1,-1 4-85,2 6 1,-3 2 44,7 8-22,-11 22 106,-44-11 3,-4-12 1,-3 0 7,-1-5 1,-5 0-438,-10 0 0,-6 2 1,3-3 377,-3 1 1,0-1 38,4-1 0,-2 0 0,4-2-154,3-1 0,5-2 241,-9 3 130,24-9 291,16-7-246,9-5-169,17-9 1112,10-1-1190,17-2-23,3 8-49,7 4-218,-26 3 0,2 2-187,5-1 1,1 1-569,5-1 1,3 1-2233,-7-1 0,2-1 0,-1 1 2983,6-2 1,-2-1-1,-4 2 1,-5-1 0,-9-2-1</inkml:trace>
  <inkml:trace contextRef="#ctx0" brushRef="#br0" timeOffset="145485">24817 8276 15708,'-47'-18'397,"1"-1"1,-1 0 0,0 1 0,1 1 0,-1 1-1,1 3 1,0 4-223,-5 5 1,0 6 0,1 3-61,-4 1 1,0 4 0,1 4-53,1 3 1,0 3-1,2 7-48,10 3 1,0 5-1,3 2 1,3-1-186,0-2 0,4 0 0,3 5 172,2 4 1,2 5 0,3 2 0,5-4-5,5-1 0,5-3 1,1 3-1,1 7 0,1 3 0,4-2 17,4-5 1,2 0-1,5-3-79,3-4 1,3-2 0,5-3-21,18 11 0,9-9 50,-12-17 1,4-4-1,2-4 30,6-3 0,1-5 1,2-3 29,4-6 0,0-3 0,-1-3 5,-10 3 1,-2-2 0,1-4 129,-1-6 0,3-3 0,-1-3 0,-5 0 27,-4-1 1,-4-1 0,1-3-93,1 1 1,2-4 0,-1 0 0,-4 0-19,0-6 1,-4 0-1,-2-1-5,-3 3 0,-2-1 0,-3 1-23,5-12 1,-8 1 179,-10 8 1,-12 4-5147,-24 5 1,-8 6 4074,-14-4 1,15 18 0,4 4 0,17 5 0</inkml:trace>
  <inkml:trace contextRef="#ctx0" brushRef="#br0" timeOffset="152499">24093 7238 17568,'-4'-4'4016,"1"1"-3477,3 3-483,2-63 16,20 37-33,-7-12 1,4 2 44,36 21-28,6 6-45,0 7-240,0 11 167,-5 7-134,-9 11 101,-17-4-18,-15 19 197,-24-12 57,-13 15 66,-15-12 73,-7-4 56,1-7 73,5-7 73,8-6 33,10-5-45,9-3 107,7-1-347,3 0-292,1 0-34,9 0 96,12 4 0,23 5-6,-14-2 1,2 2-303,4 0 0,1 2 221,-3 0 1,-1 1-178,15 11-38,-27 6 212,-21-9-223,-30 9-320,-18-9-56,13-8 0,-3-1-1020,-2-1 1,-1-2 1708,-5-2 0,3-2 0,-5 1 0,8-4 0</inkml:trace>
  <inkml:trace contextRef="#ctx0" brushRef="#br0" timeOffset="152870">24373 6931 18869,'-17'-43'554,"0"-1"1,-1 4 0,-4 9-197,-24 14-255,16 13 1,-3 3-462,-8 5 0,-2 4 442,-9 6 1,-2 4-413,12-1 1,-1 3 0,0 1 362,-3 5 0,-1 2 1,1 2-12,-2 2 0,2 2 1,0 4-10,11-4 0,-1 4 1,3 1-1,2-3-8,2-2 1,2-1 0,4 4-5,-3 9 1,3 5 0,13-2 15,24 9 1,11-4 2,-10-8 1,7-2-21,11-7 0,9-2 0,5-6-752,8-9 0,6-8 1,-2 0 721,-9 1 0,-2-2 0,4-1-2,6-2 1,5-2-1,1-2 1,-5-1-238,0-4 0,-4-2 0,2-1 281,-4 0 0,1-1 0,1-1 0,-2-1 23,-1-2 1,-2-1 0,0-2 0,-1-1 57,11-5 0,-1-3 1,-3-2 3,-6-1 0,-2-2 0,-4-4-27,-2-8 1,-4-5 0,-4-1-51,-10 5 1,-4-1-1,-2 0-17,7-20 1,-10 0-3,-16 0 0,-11 4-21,-6 13 1,-11 2-149,-11 4 0,-8 1 0,0 4-65,12 8 1,1 4-1,-6 1 231,-11 2 0,-9 1 0,2 3 0,10 3 0,13 3 0,3 3 0,-19-1 0,-1-1 0</inkml:trace>
  <inkml:trace contextRef="#ctx0" brushRef="#br0" timeOffset="166658">1809 6552 11452,'0'-5'6116,"-1"2"-5477,1 3 291,-75-36-309,43 31 1,-2 0-727,-18-15 1,-1 4 353,8 15 0,4 6 59,-16 6-207,19 1 0,2 3-68,-11 12-33,12 10 162,29-4-150,19 1-1595,14-9 0,4-2 1583,12 6-25,2-7 0,3-1-385,-8-7 1,-1-1 358,-2 1 1,0 0 91,-2-1 1,-4 0-65,2 13 63,-30-3 16,-20 9 28,-30 1-37,11-15 1,-5-2 1335,-5 2 1,-4-3-1362,9-4 1,-2-1 0,2-1-18,-1 0 1,1-1-1,-11-1 1,4-3-62,5-6-620,2-6-965,21-1 1641,26-11 0,-2 13 0,9-4 0</inkml:trace>
  <inkml:trace contextRef="#ctx0" brushRef="#br0" timeOffset="166886">2104 6417 16079,'0'-4'5399,"0"0"-4549,0 4-738,-45 90-104,35-56 1,1 2-415,-9 11 0,-3 5 0,5-1 190,6 3 0,3-2-42,1-11 0,0-1-599,-1 6 1,1-3-2058,-2 15 287,1-6 1885,3-9 1,4-31 0,0 2 0</inkml:trace>
  <inkml:trace contextRef="#ctx0" brushRef="#br0" timeOffset="167868">1999 6972 18750,'-25'-40'1097,"0"-1"1,4 4 0,2 10-1013,7 22-90,7 4 21,8 7 12,23 6-11,13 1-17,-8-6 0,2-2-253,1-2 1,1-3 257,1-4 1,-2-1 0,20-4-6,-10-6 45,4-13-158,-8-5 259,3-7 61,-18 3 23,-19 10-17,-10 9-34,-8 5-34,-12 7 444,-8 10-488,-8 10-57,6 4 29,-10 24-67,23-9-17,-2 15 252,23-12-241,12-7 23,12-9 10,11-9-5,-3-10 40,25-17-7,-17-5-11,-13 3 1,-2-1 95,6-16 10,-15-2-77,-8 9 122,-16-7-100,-8 16-11,-16-4-23,-9 15-17,-8 12-5,-2 10-28,4 14-17,8 11-6,11 11-16,12 8-12,12 2-10,8-11-309,15 9-541,2-30 1,4-3-198,2-1 1,2-2 317,10 0 1,2-5 94,-5-8 0,1-4 289,1-4 0,-1-3 327,-1-3 0,-1-3 171,-1-5 1,-3-1 214,16-12 525,-19 2 0,-3-1 489,3-10-128,8-14-190,-18 16-203,-6 7-240,-6 11 277,-4 8-843,-2 6 67,-2 9-56,-3 13-10,-2 3-4,0 7 0,-2 2-19,-6 24-248,4-13 1,-1 1 252,1-6 1,1-1-6,-6 21-9,7-24 1,2-4 8,1-1 16,1 2 230,4-24 35,3-11-125,1-7 389,1-5-450,5-33-34,2-3-441,-3 11 0,2-3 419,-1 0 0,2 0 8,0-1 1,1 0-23,-3 10 0,1 0 14,11-15 0,2 3-17,0 7-19,2 3 0,2 5 2,5 11-22,11 4 17,-10 10 5,19 25-11,-17 9-1550,-13-4 1,-3 5 1561,-6 30 13,-18-26 1,-5 1 91,-7 2 1,-5-1-99,-7 1 1,-4-3-9,-3-2 1,-2-2-26,0-4 0,-1-3-92,4-5 0,1-3-1754,-17-2-2060,26-19 3399,31-23 1,0 11 0,12-6 0</inkml:trace>
  <inkml:trace contextRef="#ctx0" brushRef="#br0" timeOffset="168091">3494 6926 17870,'-3'1'4453,"1"1"-2177,2-2-2427,-21 4 115,26-5-1280,-1-1-2492,44-11-1108,-16 4 1,0 0 3821,19-6 1,-15 4 0,-27 8 0</inkml:trace>
  <inkml:trace contextRef="#ctx0" brushRef="#br0" timeOffset="168457">4025 6712 20951,'-8'0'3417,"0"0"-2974,8 0 5,0 0-404,-3-69-49,14 45-4,0-17 1,5 5 8,14 27 17,23 5-17,-13 16-56,-11 5 0,-2 4 11,9 14-284,-18-1 0,-6 3 312,-9 6-6,-14 5 1,-7 3 8,0-16 0,-2-1 11,-12 15 1,-2 0 10,5-15 1,0-2-4,3-6 1,1-1 16,-11 9 6,16-15 17,12-11 17,19-8-6,21-9-79,-2 1 1,2 0-32,-2-1 1,2 0-710,7-2 1,5 0-1,-2 0 130,6-1 1,1 1-33,-3 1 0,4-1 0,-3 2-1351,12-1 0,-2 3 1533,0 2 0,-5 1 0,7-1 0,-16 4 0</inkml:trace>
  <inkml:trace contextRef="#ctx0" brushRef="#br0" timeOffset="168767">889 7938 16230,'-48'10'855,"1"-1"0,6-2 0,15 0 81,24-4 32,41-8 1,22-8-714,-14 5 1,6-1-1233,-8 2 1,7-3-1,4 1 1,1-1 0,0 1 1072,1 0 0,-1 1 1,1 0-1,4 0 0,5-1-191,-11 3 0,4-1 0,3 0 1,3-1-1,1 1 0,-1 0 0,0 0 1,-2 1-1,-4 0 92,2-1 1,-4 1-1,-1 0 1,0 0 0,1 1-1,2-1 1,5 0-43,-11 1 1,3 0 0,4 0 0,1 0 0,2 0 0,1 0 0,-1-1 0,-2 1 0,-1 1 0,-4-1 0,-3 1 0,-5 0 32,16-1 1,-8 0 0,-3 1 0,1 0 0,6-2-163,-3 2 0,4-2 1,4 1-1,1-1 0,0 0 1,-1 0-1,-4 1 0,-6-1-170,4 0 0,-5-1 0,-3 1 0,1 0 0,2-1 344,1 0 0,4 0 0,0-1 0,-1 0 0,-3 1 0,-5 1 0,13-3 0,-6 1 0,-2 0 0,-8 1 0,0 0 0,-1 0 0</inkml:trace>
  <inkml:trace contextRef="#ctx0" brushRef="#br0" timeOffset="170657">6736 6869 19496,'15'-61'1122,"1"0"0,-4 13 0,-1 4-377,5-13-258,-10 32-801,-3 17 191,-3 20 319,1 49-146,-1-7-248,-1 1 1,-2 7 75,0-20 1,-1 1 0,0-1-81,0 10 1,-1 1-630,1 2 0,0 3 0,1-8-507,2 11-752,2-10 1,2-2-6621,0-4 7896,2-2 1,-4-20 0,-1-14 0</inkml:trace>
  <inkml:trace contextRef="#ctx0" brushRef="#br0" timeOffset="171728">6573 7258 19986,'-28'-51'1262,"0"-1"0,7 12 0,1 6-1049,-3 7-506,17 21 97,7 8 212,6 2 23,18 8-39,21 1-62,-10-6 1,5-1-702,18-1 1,3-2 611,-7-4 0,0-1 81,-2 0 0,-1-1-39,-9-4 0,-3-1 64,14-8 148,-22 3 1,-1-1 8,4-4 239,-7-8 108,-20 12 73,-3-1-28,-4 5-73,-2 5-157,-2 1 900,-1 3-1191,-1 1-61,-2 7 66,1 1-4,-9 24-46,8-3 12,-3 13-12,15-11-22,4-5 34,10-8 72,5-7 56,4-9 1,4-12 134,2-18-124,-13 3 74,-2-18 22,-16 11-45,-7-6-73,-9 4-5,-23 7-68,8 13 17,-24 8-11,12 18-22,-9 10-1,26 3 1,2 2 5,-4 13-25,13-7 0,5 0-249,8 12-404,14 11-408,17-7 369,-8-28 1,6-3-766,14-2 0,3-4 930,-5-5 0,-1-2 406,1-4 1,-2-2 39,14-7 649,-2-22 309,-14 1-245,-14 7 1,-2-4 1476,4-25-1462,-13 17 364,-4-6-364,-7 28-465,-2 1-409,-2 11 112,0 7 174,-2 4 742,-1 12-754,0 14-5,0 6-1679,1-10 0,0 1 1673,1 0 17,-1 9 17,4-35 398,0 0-185,0-7 246,5-10-442,-1 0 3392,7-18-3364,4-2 44,11-20-72,-5 15 34,15-14-74,-19 32-10,13-8-46,-3 16 6,1 3-11,8 11 6,-5 8 33,-8 4-22,1 11-23,-12-2 29,0 9 16,-7-1 17,-3-6 56,-2-13 162,0-7 118,1-10-117,0-6-163,5-16-28,-1 4 61,13-25-38,-2 17-40,3-4 6,5 7-23,-12 15-95,17-1 57,-15 8-57,23 15 50,-20-2-251,21 30 56,-24-17-721,-2 7 1,-1 2-434,-4-1 1400,0 9 0,0 0 0,-3-17 0,3 20 0</inkml:trace>
  <inkml:trace contextRef="#ctx0" brushRef="#br0" timeOffset="172157">8626 7277 26133,'31'26'67,"-6"5"-59,-19 16 1,-4 6-1253,0-13 0,0-2 1244,-1 0 0,-2-1 754,-3 23-765,-5-21 450,1-7-389,1-12 85,1-17-23,-11-20-56,-2-12-34,5 1 0,2-3-5,-4-24-45,10-1 1,5-2 66,3-4 6,1 3 0,4-2-427,4 17 1,1 3 400,0-1 1,2 1-20,4-2 0,2 4 5,9-4 3,1 17 1,2 3-3,6 4-12,-1 5 1,3 3-7,14 12-81,-14 9 1,-1 5 53,-9 2 0,-4 4 2,1 9 1,-5 2-14,-5 16-85,-23 12-100,-12-29 0,-6-1-160,-4 0 1,-3-1-245,-3-1 1,-4-4 638,-13-2 0,4-6 0,11-4 0,-19 2 0</inkml:trace>
  <inkml:trace contextRef="#ctx0" brushRef="#br0" timeOffset="172985">9652 7030 19540,'-8'0'4687,"2"0"-4345,6 0-314,0 0-412,20-24-758,34 12 531,-26-3 0,5 1 321,18 7 0,9 5 0,-9 0 0,4-2 0,-1 2 0,-1 0 0</inkml:trace>
  <inkml:trace contextRef="#ctx0" brushRef="#br0" timeOffset="173151">9937 7205 25444,'23'2'-2196,"2"0"2196,27-4 0,3-2 0,-13 3 0,-6-2 0,0 1 0</inkml:trace>
  <inkml:trace contextRef="#ctx0" brushRef="#br0" timeOffset="174104">23175 8847 6163,'-61'0'819,"0"-1"0,0 0 0,0 0 0,0 1 0,7-1 0,0-1 0,2 1 0,2 0 0,3-1-153,-9-1 1,4 0-1,5-1 858,-3-1 1,9-1-736,4-4-153,39 3-508,41-5 1,26 3-72,-17 3 1,6 1-1,6 0 1,3 0-445,-12 2 0,4-1 0,3 1 0,2-1 0,1 1 0,1 0 0,-2 1 399,-5 0 1,0 0-1,1 1 1,0 0 0,1 0-1,0 0 1,0 0-1,1 1-191,-3 0 0,2 0 1,0 1-1,1 0 0,-1-1 1,0 1-1,0 0 0,-1 1 1,-2-1 182,2 0 0,-2 1 0,1-1 0,-2 1 1,0-1-1,-2 1 0,0 0 0,-2-1-165,7 1 0,-1 0 1,-2-1-1,-1 1 0,-1 0 1,0-1 165,4 0 1,-2 1-1,-1-1 1,1 0 0,2-1-181,-4 0 0,3-1 0,0 0 0,0 0 0,-3 0 1,-3-1 179,3 1 1,-4 0-1,-2 0 1,4 0-18,2-1 1,5 1 0,-1-1-1,-3 0 1,-9 1 508,6-1 0,-10 1-10328,-1 0 8467,-25 1 1,-6 0 0,-16 0 0</inkml:trace>
  <inkml:trace contextRef="#ctx0" brushRef="#br0" timeOffset="175593">11547 6991 20319,'12'-10'397,"-4"2"376,-11 11-83,-6 2-394,-3 2 102,-18 4-45,-8 0 218,-11-2 129,5-5 95,10-15-553,18-5-142,8-11 1,18-8-84,5 7-11,15-2-46,16 13 29,-10 8-39,22 12 16,-6 26 34,-9-2-166,-17 1 0,-5 3 166,-8 19-6,-12-17 1,-7 1-1099,-15 2 1,-9 0 0,0-2 1103,2-1 0,-3-2 1,-3-2 1,-4 1 0,1-4-180,1-6 0,1-4 231,4-3 1,0-3 276,-9-8 0,4-7-83,0-14 30,8-18-165,47-13 3115,6 21-3216,23-9-17,7 24-460,-23 12 0,1 2 443,22 4 6,-18 4 1,3 1-521,5 6 0,-1 0 445,-7-3 0,1 0-338,4 3 0,4 1 1,-4-2-352,-2-2 0,0-1-393,19 4 1,-1-1 232,-21-7 0,0-2 424,12-2 1,-4-1-1,-13-1 1,15-2 0</inkml:trace>
  <inkml:trace contextRef="#ctx0" brushRef="#br0" timeOffset="175925">11961 6622 11839,'-55'0'529,"0"0"1,0-1-1,0 1 1,0 0 0,1 0-1,-1-1 1,-8 0 0,1-1-1,1 0 1,3 4 0,2 3-836,-4 9 1,2 4 0,4 2 0,6-1 361,-5 3 0,2 4-27,8-3 1,-4 5-1,1 2 1,6 2 83,2 7 1,6 3-1,4 4-119,6 0 1,3 4-1,4 1 1,2-1 3,2 8 0,3 0 0,10-1-16,11 5 1,9 0 0,6-10 22,10-7 1,9-9-6,-3-8 0,5-3 0,4-4-344,-5-8 0,4-4 1,0-1-1,-2-1 344,6 4 0,-2 0 0,7-4 6,-3-4 1,7-2 0,3-2 0,-2-2 0,-7-1-2,7-4 1,-6-3 0,2 0 37,-6 2 0,1 0 1,0-1-1,-2-2 41,-8-2 0,0 0 0,-3-3 1,-2-1 211,6-8 1,-4-3 0,-1 2-157,12-7 0,-4-2-31,-2-3 1,-13-7 58,-26-15 0,-14 1-188,2 26 0,-7-1-49,-9-4 1,-8-6-1,-5 1 1,-2 9-130,-8 9 0,-3 8 0,-3-1-187,-6-7 1,-3 0 0,-4 5 384,3 9 0,-7 5 0,3 3 0,10 0 0,7 1 0,3 1 0,-2 1 0,0 1 0,0 0 0</inkml:trace>
  <inkml:trace contextRef="#ctx0" brushRef="#br0" timeOffset="178841">6059 8548 21181,'7'-45'1277,"-1"-1"0,-1 7 0,-1 8-1025,-2 15-297,-4 14-5,-4 16 72,-11 26-19,3-5 0,-2 6-1339,-5 15 0,-1 6 1308,6-12 0,-1 2 0,1 1-187,-1 4 1,2 2-1,1 1-360,1 1 0,2-1 1,2-1 151,1-13 1,2-2 0,2 2-2306,4 8 0,3 2 0,1-7 2728,1-10 0,2-4 0,0 8 0,2-6 0,-2-14 0</inkml:trace>
  <inkml:trace contextRef="#ctx0" brushRef="#br0" timeOffset="179892">5658 9162 22070,'-36'-40'52,"0"0"0,2 3 0,16 10-119,47 26-56,33 0-135,-11 1 1,4 0-739,-10 0 1,2 0 0,1 0 485,3 0 1,2 0-1,-1 0-9,-1-1 0,0 1 0,0-1 82,-5-1 0,-1 0 0,-2-1 0,13-2 1,-5-2 304,-15 2 1,-3-2 347,0-4 0,-6 0 1760,-4-5-1174,1-1 1463,-21 6-977,-6 7-356,-1 2-568,-4 1 1006,-1 2-1302,-6 5 860,-4 6-911,-2 7-17,3 3 6,7 1 5,5-3 90,11-3 140,5-6 67,11-5-79,12-10-38,9-10 89,1-9 67,-6-8-16,-12-2-85,-14 0-55,-15 2-68,-12 5-50,-22 4-57,7 11-10,-18 4-17,18 15 33,-6 8-39,6 13-16,9 10-79,12 22 28,10-17-101,7-11 0,3-2-146,8-1-358,7-2 1,4-2-822,18 4 1213,-10-12 0,2-4 156,-4-8 1,-1-5 98,3-6 0,0-4 78,0-4 1,-1-3 56,-1-4 0,-1-3 69,-3 0 1,-1-2 49,-4 0 1,-3 0 336,12-18 117,-13 10-358,-11 14 185,-8 9-611,-5 8-66,-4 12 184,-4 8 11,-2 25-22,4-2 546,7 16-574,7-20 11,3-4 28,-3-18 90,-1-8 178,-2-6 12,2-4-168,4-8 23,8-18-28,2-3-46,2-2 91,0 4-40,-4 10-84,3-1-28,-1 8-73,5 7 39,-8 6-22,7 9 28,-7 7-17,4 10-27,0 14 49,-8-11-16,1 10 17,-7-20 33,-1 1 157,-2-9 106,1-8-83,1-11-152,2-4 6,8-17-29,5-5 29,-1 6 0,2 0 28,18-17-40,0 4 12,0 16-56,-21 17-23,10 1-10,-12 16 10,2 12-78,-1 16-263,-5 11-583,-4 10-1277,-4 4-361,-3-29 0,1-1 2596,2 21 0,0-20 0,-1-16 0</inkml:trace>
  <inkml:trace contextRef="#ctx0" brushRef="#br0" timeOffset="180361">8165 9216 18481,'2'-6'4319,"0"2"-471,-2 4-4050,18-47 158,-14 40 77,14-21 1,-18 62-34,0 19 14,1-22 0,-1 3-14,1 12 0,-1-1-11,1 19-3,-3-11 0,1-1 8,-1-4-22,-1 13 134,2-37-50,0-17 0,-4-14-44,-9-30 4,-2-15-434,6 22 0,1-3 432,0-20 0,2-3-9,3 13 1,2-1-1,1 2 1,-1-2 0,2 1-786,4-10 0,2 4 785,-1 10 1,1 2-6,0 5 0,2 1-102,9-5 0,2 4 113,1-3-42,6 5 1,3 5-3,3 16 10,7 3 641,0 21-696,-2 28 33,-5 10 839,-16-17 1,-5 2-806,-10 25 28,-20-5-155,1-32 1,-5-3 140,-6-1 0,-3-4-68,-5-3 1,0-3-37,6-4 1,-1-2-839,-12-3 1,2-3-636,2-4 1574,-18-10 0,45 9 0,2-5 0</inkml:trace>
  <inkml:trace contextRef="#ctx0" brushRef="#br0" timeOffset="180557">8759 9114 24329,'1'9'2056,"1"-2"-1905,-2-7-420,0 0-140,-2 4 409,0-2 0,0 3 0,0-4 0</inkml:trace>
  <inkml:trace contextRef="#ctx0" brushRef="#br0" timeOffset="181628">9167 9078 23489,'2'-57'918,"1"-1"1,-2 8 0,2 11-746,0 22-262,-2 16 72,2 18 62,5 20-34,1 4-11,3 1 0,3 2 0,-3-12 0,1-1-390,2 7 1,3 0 392,6-1 0,2-5 2,10 2 239,13 5-93,-17-27-16,-5-18-1,0-16-33,1-16-1670,-11 6 1,-1 0 1585,6-15-133,-9 14 1,-2 3 81,-2 5-386,8-13-308,-1 22-494,14-1-597,9 15 675,-3 5-1197,-5 4 0,0 2-2801,13 5 3002,-11-3 1,-1 0 991,18 2 5701,-4-4 1866,-4-9 56,-11-10-4387,-9-5-681,-12-8-410,-7 2-337,-6 1-256,-4 2-208,-6 5-140,-2 6-11,-18 7-39,5 11 5,-16 8-6,15 4 7,-8 23-35,19-11-44,-2 17 33,15-21-22,21 6 51,6-20 22,20 3 33,2-21 34,3-11 28,-5-12 78,-6-8 46,-10-3 38,-9 2 45,-9 6-173,-5 10 39,-3 7-253,-1 8 12,-1 6 79,-1 3-18,0 26-10,2-2 27,8 17-55,12-9 5,15-6 33,15-8-16,12-11 17,-9-7-124,-12-13 0,-1-3 141,-1-3 13,0-10 1,-2-6-15,-5-20-14,-12 9 1,-2-3-9,-7 0 0,-4-3-317,-2-5 0,-1-1 367,0-3 1,-2-1-1,0 3 1,-1 1 27,0 5 0,0 4 163,-2-20-56,0 26-157,-1 21-50,-1 13 234,-2 30-257,0 20 39,2-6 1,0 5-296,1 6 0,2 3 280,1-15 0,3 2 1,-1 0-577,2 1 1,0 1 0,2 0-58,1 1 1,2-1 0,1 0-2389,1-1 1,1 0-1,1-3 2536,5 14 0,0-7 0,-1 0 0,-10-33 0</inkml:trace>
  <inkml:trace contextRef="#ctx0" brushRef="#br0" timeOffset="182051">11344 8984 24844,'39'-24'-1047,"-12"6"-172,14 16 0,15 8 0,-4 0-3697,0 0 1,-1 2 4540,-6-2 1,2 1 0,-6-1 0,-6 0 0,-7 1 0,3 0-1</inkml:trace>
  <inkml:trace contextRef="#ctx0" brushRef="#br0" timeOffset="182202">11407 9264 22198,'56'-7'-1229,"1"0"0,-1 0 0,8-1 0,-7 1 1,-21 1-1,-7 0 0,-10 2 0</inkml:trace>
  <inkml:trace contextRef="#ctx0" brushRef="#br0" timeOffset="182402">12509 8826 22884,'-3'0'2616,"0"0"-2549,3 0-308,1-5-711,34 8-2112,26-4 762,-24 4 0,2 0 1623,10 0 1,-3 0 0,-9-1-1,0 0 1</inkml:trace>
  <inkml:trace contextRef="#ctx0" brushRef="#br0" timeOffset="182574">12655 9165 21371,'-8'2'4034,"1"0"-3586,7-2-319,0 0-460,21 1-840,35-9-288,-13 4 0,5-2 1035,-6-2 0,3 0 0,-5 0 0,-2 1 0,-4 0 0,-2 1 0,-1-1 0</inkml:trace>
  <inkml:trace contextRef="#ctx0" brushRef="#br0" timeOffset="182911">13407 8729 21886,'-19'59'0,"13"-21"0,5 0 1405,9 13-1408,4-15 0,5-1 26,16 7-21,-10-19 1,1 0 14,12 7 73,8-8 893,-24-16-866,5-6 419,-14-7-335,4-25-117,-6-3-44,4-19-15,-5 21 0,0 2-42,5-11-28,7-2-436,12 18-1374,14 10 696,0 0-493,-12 13 0,-2 3 412,3 3-8591,22 5 9313,-30-1 0,-1 0 1,-20-4-1</inkml:trace>
  <inkml:trace contextRef="#ctx0" brushRef="#br0" timeOffset="183478">14300 8908 26077,'-42'-16'50,"-1"0"1,6 3-1,2 7-67,-19 29 12,20 0-7,1 10-4,16-5-24,5 12 52,11-14 32,33 9-38,-7-25 22,36 3 11,-13-17 34,11-6 19,-29-2 1,-1-3 108,12-13 141,-5-9 84,-22 14-270,-7 6-133,-7 10-57,-3 7 12,-1 2-6,-6 4 39,-1 7-17,-3 9-10,5 6-7,4 4 23,14 3 0,10-2-11,19-4 22,12-8 0,-14-14 1,0-4-18,16-3 9,-10-11 0,-2-4 2,-6-6 3,-2-4 1,-1-6-498,-6-7 0,-3-4 511,2-5 1,-2-4-12,-5 7 0,0-3 0,-3-1 2,-3 3 0,-1-1 1,-1 2-3,2-11 0,-3-1 0,-2 14 0,-2-2 1,-2 2-144,-1-7 0,-2 3 241,-1 3 1,0 4 46,-7-20-128,3 44-28,-1 16 12,-3 19-1,-4 12 0,0 6-28,-1 7 0,0 4-30,-1 3 1,0 4 5,6-10 0,1 1 0,1 2-943,3 5 1,1 2-1,1-3 483,-1-8 1,1-1 0,2 2 500,4 19 0,3 3 0,0-14 0,1-3 0,1-17 0,1 1 0</inkml:trace>
  <inkml:trace contextRef="#ctx0" brushRef="#br0" timeOffset="188395">7922 10536 22968,'1'-49'1034,"1"0"1,-1 0 0,0-11 0,0 11-912,0 20-246,-2 29 84,-1 16 50,0 6-5,-3 35-43,-1-14 1,0 4-555,-1 2 0,-1 3-52,2-10 1,-1 1 0,1-1-3307,-1 11 1,1-2 3948,2-7 0,1-4 0,-1 11 0,4-26 0</inkml:trace>
  <inkml:trace contextRef="#ctx0" brushRef="#br0" timeOffset="189344">8298 10600 25769,'-51'-3'20,"0"1"1,1 1-1,1 8 2,6 16 1,4 4-4,8-8 1,2 0 25,-2 3 0,3-1-23,6 1-16,-2 7-6,21-17 45,17 5 84,11-6-40,25 4-66,-3-6-18,-2-6 1,2-1-29,-13-1 1,0-2-180,23-2 1,-1-2-496,7-2 369,-21-2 0,-1-3-310,14-8 492,-23 7 1,0-2 142,-1-3 0,-3 1 59,8-7 163,-7-5 201,-20 14 162,-3 2-10,-4 3-96,-3 7-319,-1 1 466,-3 2-617,1 2-28,-3 4-23,2 4-6,2 4 12,11 2 6,9-1 5,7-5-73,35-6 67,-8-12 29,11-3-87,-29-2 1,-4-2 259,2-8 45,4-10 0,-25 7-28,-14 1-23,-10 2-89,-11 6-17,-9 7 205,-5 7-278,-1 13 28,3 9-28,7 24-33,15 16 16,12-27 1,3 0-7,7 22-134,8-24 1,6-4-286,19 4 254,-7-11 1,1-4 81,19-3-76,-20-10 0,2-6 235,0-7 1,-1-3 16,2-2 1,0-2 18,5-8 1,-3-3 42,-7 2 0,-3-1 36,-1 1 0,-1-1 185,15-18-11,-11 14-168,-15 16-180,-9 13 23,-7 14 12,-2 13-7,-1 12 1,0 10-1,5 2-10,8-3-18,9-5 337,7-10-314,-3-12 0,13-9 50,-6-16 6,16-8 40,-3-13 184,6-14-152,-18 14 169,3-9-77,-18 21-220,-3 2 0,-4 6 0,-6 9 0,-1 7 0,-3 25 0,-1-3 0,-2 3 0,-3 2 0,-3-3 0,-1 0-472,-5 13 1,-2 1 36,-2 5 1,-1 1-1390,-2 2 1,1 0 1823,4-6 0,1-3 0,-6 12 0,13-27 0</inkml:trace>
  <inkml:trace contextRef="#ctx0" brushRef="#br0" timeOffset="190157">10303 10850 24329,'7'-45'524,"0"1"1,1 2 0,-4 15-687,-4 26 61,-2 9 112,0 4 40,-5 17 16,-5 9-34,-6 17-25,5-26 1,-1 1 10,-3 3 1,-1-3 25,-6 10 246,1-7 208,17-27-180,2-12-117,2-23-62,0-11-79,2-8 20,5 9 1,2 0 13,10-20-728,-4 17 0,1 3 683,5-7 18,2 10-63,-9 23-22,3 3 23,6 17-28,9 14 16,-3 7 0,0 4 12,12 17 100,-4 3 1,-2 1-118,-4-4 2,-4-5 1,1-1-74,7 3 79,-9-20 0,1-1 37,12 1-12,-3-13 18,-12-26-1,-6-15 14,-6-1 0,-2-4 3,-2-8 0,-1-3 5,-2-11 1,-2 0-51,-1 13 1,-1 2 2,0-7 0,-1 6 1087,2 14-1129,0-9-84,0 29-622,0 6 242,3 7-1099,9 14-1069,9 7 2660,1 0 0,1-1 0,-1 1 0,9 7 0</inkml:trace>
  <inkml:trace contextRef="#ctx0" brushRef="#br0" timeOffset="190507">11356 10721 18992,'0'-4'6402,"0"1"-5590,0 3-756,-43-16-28,16 28-34,-6-5 0,1 5-5,6 33 11,6 11-22,16-20-51,20 7 45,7-21-39,22 2 61,-9-16 90,24-18 28,-23-6-28,7-7 247,-15-16-18,-19 3-240,0-2 50,-15-2-28,-3 17-72,-7-2-34,3 9-17,0 6-297,-8 10-202,4 9-980,-7 9-1333,13 9 1992,25 14 0,-10-21 0,15 5 0</inkml:trace>
  <inkml:trace contextRef="#ctx0" brushRef="#br0" timeOffset="191269">12028 10804 18560,'4'-5'5198,"-1"1"-3282,-3 4-914,19-63-918,-31 50-28,-3-38-22,-26 64-18,1 7 1,1 4-380,-9 13 349,16-10 0,4 0-3278,3 6 3242,14 0 38,13-14 24,22 0-52,17-13-84,-8-10 1,2-3 112,1-6 0,0-3 128,-6 1 0,-2-2-100,3-6 0,-3-5 36,-6-4 0,-4-4 1052,1-1 0,-2-2-1086,-3 0 1,-3-1 109,-2-9 0,-3 2 72,0-12-69,-2 21 0,-1 3-4,-2 2 361,-3 14-556,0 15-68,-4 10 107,0 21 17,-1 7 0,1 4 11,-4 23 220,4-7 1,1 3-294,3-15 1,3-1-183,2 11 0,4 1-213,5-4 1,4-4-183,6-5 0,5-4-227,2-9 1,4-4-181,0-7 0,2-6 418,-2-8 1,0-4 229,28-16-329,-26-10 1,-2-4 1476,7-9 378,-13 0 1,-5 0 92,-8 4-342,1-10 199,-11 24-849,-3 12 242,-4 5-376,-8 7 3314,-5 7-3359,-6 7-101,2 24 17,10-7-61,13 9-40,17-19-106,17-10 6,12-6 168,5-13 89,-11-1 162,3-24-38,-25 2-29,2-19 29,-19 3-7,-12 1 24,-9 7-24,-10 10-44,-11 12-16,-5 12-18,-2 13 6,2 15-28,7 13-28,10 12-22,9 8-85,14 5-241,9-30 1,6-1-564,4-1 1,6-2 357,22 1 1,2-5-1,-2 4 1,-11-18-1,-1 1 1</inkml:trace>
  <inkml:trace contextRef="#ctx0" brushRef="#br0" timeOffset="191487">13587 10527 26771,'24'-24'-793,"10"12"1,7 5-323,-4 7 1,0 1 161,10 0 1,-1 2 952,-5 3 0,-7 0 0,-9-1 0,6 4 0</inkml:trace>
  <inkml:trace contextRef="#ctx0" brushRef="#br0" timeOffset="191657">13795 10735 19904,'-9'6'2627,"-22"12"0,-5 2-1893,8-4-491,-8 4 1,3-1-59,18-11 269,10-4-208,14-4-151,14-3-263,25-4-277,-16 2 0,3-2-1398,6 0 0,1 0 1843,-4 0 0,-3 1 0,11-3 0,-21 4 0</inkml:trace>
  <inkml:trace contextRef="#ctx0" brushRef="#br0" timeOffset="192090">14849 10684 14524,'11'-50'1046,"-1"0"0,1 1 0,0-6 0,-1 5 340,-4 13 0,-3 7-971,-6 8 1005,1 17-1465,-5 7 905,-3 33-844,-2 23-8,3-9 1,0 2 1249,3-7 0,1 2-1290,2-5 1,-1 4-1,2 0-981,1 2 0,0 2 0,1-1-63,-1 1 1,0-1 0,1 1 1075,3 5 0,0 2 0,-1-8 0,0-12 0,-1-6 0,7 18 0</inkml:trace>
  <inkml:trace contextRef="#ctx0" brushRef="#br0" timeOffset="193136">14773 10875 20324,'-4'-5'4391,"0"2"-3786,4 3-627,2-33-6,20 24-42,4-7 0,8-1-241,25 10 0,5 6-343,-21-2 1,0-1-1,1 0 501,6-3 0,1 0 0,-4-1 44,6-3 0,-4-2 93,-8 1 1,-3-2 255,16-11 242,-23 3 78,-18 6-123,-14 6-124,-12 6 1460,-14 8-1571,1 3 218,-23 19-284,20-2-97,-8 12-56,23-6 17,12-2 11,14-5-5,4-7-1,18-6 18,16-11 55,1-8 29,6-10-12,-27-1-3151,-5-32 3101,-17 25 61,-2-32-22,-14 28 6,-8-4-68,-8 10 17,-7 11 62,-6 10 3302,7 7-3436,-14 23 21,21 4-32,-8 23 21,19-11-84,9-6 1,4 1-442,13 13-26,-1-14 0,5-2-513,6-10 0,5-4-462,5-4 1,2-3-820,5-4 1,1-4 605,-1-6 1,1-3 1091,-3-3 0,0-5 1057,-5-2 0,-1-4 1111,-5-2 0,-2-2 300,-3-1 0,-2-1 773,11-25-806,-9 3-461,-9 8-278,-5 10-69,-5 11-889,-2 10-96,-2 7 844,-3 15-799,0 9 166,-4 18-178,0 5-38,-1 2 10,1-1 18,3-7-23,2-8 22,2-15 45,2-7 23,3-14 16,6-9 45,5-13 68,4-13-46,2-8-61,2-4-5,1 2-34,1 8-12,1 10-27,0 11-12,1 10 6,0 10-22,0 11-17,-2 8 27,0 25 1,-9-9 11,-1 5 11,-8-13-27,-3-17 49,2 1 1,-2-12 95,11-16-51,5-7 17,11-17 34,1-1-23,-1 3 1,-5 7-51,-4 10-95,-4 10 16,-7 6-44,3 9-34,-2 9-78,6 13-174,3 11-414,0 9-975,1 5-2033,-1-1-6056,1-4 8887,-9-17 1,-3-11-1,-9-14 1</inkml:trace>
  <inkml:trace contextRef="#ctx0" brushRef="#br0" timeOffset="193540">16956 10848 18201,'4'-6'8105,"-1"0"-6968,-3 6-297,0 0-834,26-32-12,-22 36-33,12 14 56,-27 44-1708,2-4 1,0 1 1684,4-22 1,1-1-9,-1 16 0,2-2-106,2 9 81,4 4 39,1-22 11,4-21 39,-3-22-33,0-7 11,-1-27 11,-2-16-25,-1 11 0,-1-3 969,0-7 1,0-2-940,3-5 1,0-1-28,2 2 0,2 0-315,3 4 1,2 1 322,1 7 0,2 2-5,0 5 0,2 2-115,0 7 0,2 3 107,22-17-1,9 15-23,-19 18 1,1 5-9,3 5 1,-1 4 2,0 5 1,-3 5-10,-3 13 1,-7 5 3,-4 28 22,-23-20 0,-7-1 0,-22 12-6,10-27 1,-6-1-26,-18 2 0,-4-2-960,6-5 0,-2-1-699,4-2 1,-4 0 0,3-2 1689,-4-3 0,5-2 0,-13 0 0,30-7 0</inkml:trace>
  <inkml:trace contextRef="#ctx0" brushRef="#br0" timeOffset="219492">23888 5764 18975,'14'-52'1491,"1"0"1,1-1 0,0 7-1156,0 18 229,10-14 51,-8 18-476,-4 5-72,-5 15-18,-11 12 107,-6 25-22,-11 22-1761,-1-3 0,-2 3 1648,2-1 1,-1-1-29,-1 0 0,1-2-148,6-5 1,2-3 159,3 12 0,8 3 111,22-19-50,0-21 169,38-24-130,-7-20 1449,-11 4 1,1-2-1481,-4-3 1,-1 0 5,-1-1 1,-2 0 24,-4 3 0,-2-1 124,13-14-62,-15 12-112,-13 15 461,-7 7-522,-5 9 10,-1 10 1,0 2-12,-7 33-33,2-7 11,-2 11-28,4-2 172,10-14-447,14 12-106,11-17 135,4-9-364,17-18 170,-18-13 0,1-4 258,1-3 0,1-1-32,-1-2 0,-1-4 93,3-17 1,-5-4-339,-11 7 0,-3-1 518,5-7 0,-3-4 28,-11 8 1,-5-3 0,-4 3 4,-8-4 1,-4 1-19,-1 1 1,-2-1 0,-5 2 0,-17-10 1,-7 6 4,11 16 0,-3 1 1,-2 2-433,-3 2 1,-1 2-1,-2 3 475,-2 3 0,-2 3 1,1 2-24,-9-2 1,-2 8 48,-1 9 1,-6 7-1,5 5-54,13 1 0,4 3 1,-3 4-25,-2 1 0,-4 4 1,0 2-1,6 0-544,2 3 0,4 0 1,1 4 537,3-1 1,1 3 0,1 2 0,4 1-15,4 2 1,4 2 0,1 1 0,3 1-3,1-2 0,3 1 0,1 0 0,2-1-3,-2 14 1,4-1 0,12-4-16,12-10 1,10-3 0,8-6-25,13-6 1,9-7 0,3-2 42,-14-5 0,2-1 1,1-1-1,2-2 9,-2-3 1,3-1-1,1-1 1,0-2-1,-2-2-391,6-4 1,-1-2 0,-1-2 0,-1 0 396,3 0 0,-1-1 1,1-4 43,0-6 0,3-5 0,-1-1 1,-8 1-178,5-3 0,-3-6 153,-13 3 0,5-5 0,1-4 1,-3 0-1,-7 1-16,-1-6 0,-7-1 0,0-3-11,0 0 1,1-4 0,-2 0 0,-5 2-72,-7-4 1,-4 1 0,-5 3 62,0-6 1,-13 3-169,-18 14 1,-11 3-1,0 6 231,-1 7 1,-3 5-1231,-5-1 1,-5 0-1,2 5 1124,-16 4 0,10 4 0,17 0 0,6 1 0</inkml:trace>
  <inkml:trace contextRef="#ctx0" brushRef="#br0" timeOffset="222532">24386 4163 16997,'3'-4'6694,"0"1"-5608,-3 3-789,26-36-236,-21 27 7,13-24-12,-50 41-40,3 1-4,-30 9 16,11-3 5,-9 2 1,7-3 34,12-6 21,14-4-27,10-2 22,7-2-34,5 1-39,0-1-5,2 2 11,0 0 33,0 8-16,0 7 5,-1 10 0,-3 9-28,-3 5 17,-1 1-5,-1-3 5,0-2 11,0-7 23,0-6 117,2-8-78,4-8 212,0-5-134,3-3 185,3-10-291,4-4-45,4-12 6,10-1-45,-6 9 11,10 4 22,0 13-39,21 15 6,6 6 5,-1 6-27,5 4-29,-18-7-11,2 6-50,-17-4-95,-29 2 11,-27-4-12,-13-3-201,6-9 0,-3-3-1002,4-1 0,0-2-1205,-10 1 0,1-1 2627,8-2 0,5-1 0,-1-1 0,26-1 0</inkml:trace>
  <inkml:trace contextRef="#ctx0" brushRef="#br0" timeOffset="222915">24389 3785 19694,'-62'-13'515,"0"1"0,0 0 1,7 4-1,1 2 1,1 6-414,2 9 1,1 5 0,4 3-59,-4 2 1,2 6-897,1 7 1,-1 7 0,5 0 893,1 9 0,5 1-33,4-11 0,1 2 1,4 3 21,7 10 1,6 4 0,6-4-28,5 6 0,7-1-12,3-3 1,3 2 0,6-4-14,8-9 0,6-3 1,4-4-342,9 1 1,5-4 0,4-2 324,-7-8 1,1-2 0,3-2-1,0-2 0,3 0 1,1-2 0,1-2 0,2-3 29,5-2 0,2-3 0,0-3 0,-1-4-272,-4-4 1,-1-4 0,-1-2-1,-3 0 383,7 0 1,-3-2 0,-2-7 96,-10-6 1,0-5 0,-3-3 0,-6 2-105,-5-1 1,-6 1 0,1-4-69,11-13 1,2-5 0,-6 2-13,-1-5 0,-7 0 1,-7 12 1,-3-3 0,-5 3 110,-4-7 0,-10 1-129,-10 5 0,-8-3 0,-5 5-71,-2 7 0,-4 4 0,-6 2-186,0 4 1,-4 2-1,-4 2 1,1 3-1771,-3 3 1,-1 4 0,-1 2 0,1 0 2026,2 1 0,-1 2 0,2 0 0,4 2 0,-23-3 0,9 3 0,21 2 0,1 1 0</inkml:trace>
  <inkml:trace contextRef="#ctx0" brushRef="#br0" timeOffset="227343">1242 12573 16376,'-1'-8'2719,"-3"-30"0,-2-6-1610,-5 7-773,0-11 0,-5 3 6,-20 16-213,-16 13-473,21 13 0,-3 3 369,-3 5 0,0 3-25,-1 3 0,0 3-6,3 3 1,2 4-6,5 0 0,3 4-17,-9 26 5,17 0 104,22-3-70,18-5-5,23-9 0,0-10 5,-3-10 0,4-2-240,-13-4 0,0-2 240,14 5 0,0-1-25,-15-3 0,-3 1-14,10 7 34,-23 2 355,-18-1-328,-42 16-1557,10-15 0,-4-2 1529,2 2 1,-1-1 5,-12 2 0,1-2 382,-12-1-413,26-7 1,0-3-636,-16-5-7982,21-29 8637,21 0 0,6-4 0,8 17 0</inkml:trace>
  <inkml:trace contextRef="#ctx0" brushRef="#br0" timeOffset="227582">1720 12265 19356,'0'-3'4351,"0"1"-3847,0 2-476,-34 62 12,22-14-494,-7 3 1,2 2 416,13-15 1,4-2-216,0 0 0,1-1-518,1-2 0,0-1-2504,5 25 3274,1-9 0,-4-23 0,0-8 0</inkml:trace>
  <inkml:trace contextRef="#ctx0" brushRef="#br0" timeOffset="228559">1667 12690 14989,'-45'-23'469,"0"1"0,6 1 0,7 6 2011,19 14-2536,32 1 1203,0 0-1164,25 0 434,-9-2-513,27-6-473,-19 0 0,0-2 560,-7 2 1,0-1 11,11-5 0,-2-2 36,3-8 56,3-5 101,-15 1 112,-16 3 12,-11 5 106,-13 4-157,-16 6 3201,0 6-3313,-24 10-28,7 11-51,-9 12-28,3 18-61,19-6 6,8 0-1,19-9 0,10-11 6,14-1 12,15-10 16,10-9 39,3-12 17,-5-7 61,-10-10 85,-12-3 39,-13-2 67,-14-6-184,-12 9-80,-4 3 29,-12 10-28,-1 10-28,-11 1 11,-14 23-39,16-2-12,-10 27-33,26-3 6,2 16-29,10 3-201,14-20 0,5 0-959,1-8 1,3-1 801,2 0 0,4-3-672,7-6 1,5-6-2930,20-5 0,4-5 1951,-8-3 1,1-3 1316,0-4 0,2-4 0,-5-1 1307,-11-2 1,-3-3 2582,13-15 0,-5-1-1108,-11 2-612,-6 2 1,-2-2-458,-4-8 183,-4 6-427,-7 6-548,-5 20 1328,-3 4-1513,-2 9 93,-13 18-93,5-3 14,-3 9 1,0 2-4,-2 16-5,6-11 0,0 0-11,-1 15 8,8-20 1,0 0-19,2 28-35,4-6 51,1-10-12,4-25 34,-3-13 128,1-3-55,-1-15 3348,0-12-3421,-1-7 22,2-29-14,-2 28 0,1-2-116,0-10 1,1-4 168,1-6 1,1 1-290,-1 9 0,0 2 253,2-1 0,0 4-31,4-2-22,0 12 22,35 4-33,-1 14-242,-5 5 0,1 4 230,-7 9 0,-1 4-1413,-1 5 1,-2 3 1418,11 15 113,-25-3 0,-7 1-96,-18 15 19,-2-13 1,-6 0-1,-9-6 0,-4-4-5,4-4 0,-2-2 2,-9 2 1,-3-3-101,1-5 0,0-3-227,3 0 0,0-2-684,1-3 1,4-6-8232,7-15 9237,17-4 0,7 3 0,4 6 0</inkml:trace>
  <inkml:trace contextRef="#ctx0" brushRef="#br0" timeOffset="228782">3283 12655 26267,'-23'4'-750,"16"-5"16,28-2-4182,12-6 1,4 0 2870,0 1 1,18-6 0,-44 12 0</inkml:trace>
  <inkml:trace contextRef="#ctx0" brushRef="#br0" timeOffset="229242">3885 12416 21355,'-3'0'4201,"0"0"-2790,3 0-1394,-33-34-67,36 18-12,-13-27 45,51 30-11,11 4-17,4 6 17,-12 8-31,-12 6 1,-1 3-93,8 17-91,-13-7 1,-2 3-62,-2 25 96,-19 3 162,-20-2 79,-16-7 39,-13-8 67,-4-11 117,1-8 96,7-10 28,8-9-23,11-8-72,9-4-84,8-3-113,5 0 181,9 1-287,11 3-33,15 4 33,16 6 0,-5 6-17,-7 3 1,-2 2-12,1 3-171,1 3 1,-2 3-479,-8 7-281,1 16-61,-43-3 271,-7-17 1,-7-2-1756,-14 2 0,-4-3 2520,-2-1 0,2-2 0,11-5 0,4-2 0,-8 0 0</inkml:trace>
  <inkml:trace contextRef="#ctx0" brushRef="#br0" timeOffset="229549">949 13671 24447,'47'-5'100,"1"0"1,0 0 0,0 0 0,8-1 0,2 0-1,2-2 1,2 0-94,-13 1 1,0-1-1,2 0 1,1-1-1,3 0 1,3-1-714,-3 2 1,5-2-1,3 0 1,1 0-1,2 0 1,-1-1 0,-2 1-1,-2 1 1,-5 0 612,7-1 1,-5 0-1,-2 1 1,-1 1 0,2-2-1,4 1-54,-5 0 0,2-1 1,3 1-1,0-1 0,0 0 1,-2 0-1,-1 0 0,-3 1-429,2-2 0,-2 0 0,-2 0 0,-1 1 0,-2-1 0,-3 2-598,2-1 1,-3 1 0,-1 0-1,4-1 1174,8-2 0,7-2 0,0 1 0,-6 0 0,-11 3 0,-7 1 0,-6 2 0,0-1 0,-1 0 0</inkml:trace>
  <inkml:trace contextRef="#ctx0" brushRef="#br0" timeOffset="231925">21045 7914 16646,'59'-16'38,"0"0"1,-1 0 0,1 0 0,0-1-1,-1 1 1,2 1 0,1-1 0,-1 0-1,0 1 1,0 1 0,0 2-881,-4 1 0,0 2 1,-1 1-1,0 0 0,1 0 1,1 0 881,-4 0 1,0 0 0,1 0 0,1 0 0,-1 1 0,1-1-1,1 0-132,3 0 0,-1 0 0,2-1 1,-1 1-1,2 0 0,2 0 0,1 0 154,-9 1 1,2 0 0,1-1 0,2 1 0,0 0 0,0 0 0,-1-1 0,0 2-1,-3-1 1,-2 0-91,8 0 0,-4 0 1,-2 1-1,0-1 0,1 1 1,2 0-1,3-1 77,-7 1 1,4 0 0,2-1 0,1 1 0,0-1 0,1 1 0,-1-1 0,-2 2 0,-1-1 0,-4 1-131,6-1 0,-4 1 0,-1 0 1,-1 1-1,-1-1 0,2 1 1,3-1 104,0 0 1,1 0-1,2 0 1,1 0-1,-1 1 1,1-1-1,-2 0 1,0 1-23,-3-1 0,0 1 0,0 0 0,-1 0 0,0 1 0,-1-1 0,0 0 1,-1 1-56,4-1 0,-1 1 0,0 0 0,-1-1 1,-1 1-1,0 0 0,-1 0-783,2 1 1,0-1 0,-1 1 0,-1-1 0,-2 1-1,-1 0 836,10 0 0,-2 0 0,-3 1 0,-5-1 0,17 1 0,-12 0 0,-1 1 0</inkml:trace>
  <inkml:trace contextRef="#ctx0" brushRef="#br0" timeOffset="233099">6915 12811 21668,'4'-61'1290,"0"1"1,0 9-1,-2 10-943,-3 17-375,-1 17-16,-2 9-1,-6 33 62,4-5 2,-4 23 1,0 8-639,3-13 1,1 2 597,0-1 0,-1 4 1,0-3-700,1 3 1,0-1 97,1-1 1,-1 3-1,1-4-1123,1 1 1,1-1 1611,1-4 1,-1 2-1,1-5 1,1 14 0,2-19-1</inkml:trace>
  <inkml:trace contextRef="#ctx0" brushRef="#br0" timeOffset="233648">6717 13131 17344,'-7'-3'4969,"2"0"-4291,5 3-594,0 0-163,-30-13 169,47 9-29,-3-9-39,23 7 1,11 4-437,3-3 0,2-2 425,4-5 1,0-1-1,-2-1 0,-1-3 0,-4 0 0,-4-1 20,-5 0 0,-4-1 42,-7 1 0,-2 0 240,10-12 146,-18 6 17,-11 7-263,-9 7 134,-11 3-285,-7 5 823,-15 11-885,-6 11 0,-4 17-18,5 9-10,13 4-11,14-4-23,17-8 12,10-8 28,13-12 38,9-9 7,9-13 2,-16-6 0,-2-2 14,12-10 102,5-18 77,-30 5 23,-4-8-28,-13-1 0,-11 6-51,-9 7-55,-7 10-29,-2 9-84,0 8-10,3 12-1,0 10-11,2 16-11,3 14-96,6 9-162,8 3-291,17-1-970,14-7 567,-1-29 0,4-3-1037,5-3 0,4-3 2028,11-4 0,-2-3 0,7 1 0,-1-8 0</inkml:trace>
  <inkml:trace contextRef="#ctx0" brushRef="#br0" timeOffset="234183">7998 13075 20795,'17'-44'1415,"0"1"0,-2 4 0,-4 8-675,-9 15-410,-4 9-302,0 6-100,-3 8 77,-3 11 1,-1 4-6,-12 35-6,7-11-22,5-12 0,0 1-28,2 15 39,4-15-72,3 1 83,1-22 152,5-4-79,5-20 11,8-15-22,3-13-16,5-8 77,0-2 12,2 1-28,-3 7-28,0 9-68,-3 9-5,1 11 0,0 7-5,-5 8-1,15 31 6,-18-13-6,12 30 23,-18-19-22,-2 7-18,-5-2 12,-2-12-6,-2-6 124,0-11-1,0-8-28,4-10-38,2-5 105,20-42-94,-9 27-4,2-3 1,2 0 41,8-1-38,1 2 5,10 3-51,-12 19-10,12 3 16,-7 17-11,-6 2-51,-4 10 1,-2 3-320,-1 0 101,11 23-2240,-16-4-3165,-5-6 4845,3 11 0,-9-30 0,-2-13 0</inkml:trace>
  <inkml:trace contextRef="#ctx0" brushRef="#br0" timeOffset="234612">9039 13177 25551,'27'-19'207,"-1"0"0,17 1 5,-39 49 0,-9 13-193,3-7 1,-1 1-15,0 10 1,-3 1-26,-2-1 1,-3-1-322,0 0 0,-1 0 324,1-3 1,-1-3 18,2-7 1,0-4 251,0 3-181,4-16 116,4-23-161,-2-13-5,1-20 24,4-2 1,1-3-32,0 12 1,1-2-95,5-23 0,2-2 134,-1 16 0,2 2-12,2-10 1,2-1 0,1 3 0,1 2-17,1 4 0,1 1-23,2 2 1,2 2-1,2 4 1,2 1-116,1 4 1,2 4 95,8 3 0,1 4 3,15-1-6,-9 18 0,-2 6 0,-6 9 8,-6 4 1,-2 6 14,-9 24-12,-13-16 1,-6 1-1,-10 2 1,-9-1-12,-20 6 0,-9-3-756,-1-7 0,-3-3 529,-2 0 1,-1-4-1679,-1-5 1,2-5 1395,19-5 1,2-2 0,-23 5-1,28-7 1</inkml:trace>
  <inkml:trace contextRef="#ctx0" brushRef="#br0" timeOffset="235276">10389 13020 25203,'41'-18'-392,"-3"3"75,7 10 1,8 4-962,5-2 0,0 2 927,-10 0 1,1 2-793,16 4 1,-6 4-1026,-19 10 415,-1 14 1529,-40-7 17,-33 10 510,-15-6-960,4-8 1,-1 1 1275,14-9 0,-1 0 1352,-21 7 1,4-2-1109,11-5-152,8-3 1,2-2 361,11-4-725,3-1-320,19-4-12,6-1 7,31-6-102,-11 1 1,4-1 405,14-3 1,6-2-328,-7 3 0,2 0 0,-4 0 0,-4 1 0,-2 0 0,0 1 0,1-1 0</inkml:trace>
  <inkml:trace contextRef="#ctx0" brushRef="#br0" timeOffset="235759">12023 12850 25696,'17'-36'7,"0"-1"1,-1 5-1,4 6-13,18 12 1,2 7-1259,14-3 1219,5 7 377,-18 10-472,10 18 56,-19 5 201,-11 17-123,-22-13 37,-14-3 0,-6-1-9,-6 2 43,-9 1 0,-1 0-248,4-9 258,5-4 1,1-2 1003,1-6-603,7-2-241,6-5 90,12-5-129,8-7-135,6-2 222,15-5-266,14 2-6,-2 5-3,-4 6 1,1 4-14,15 9 5,-15-2 0,1 2-12,17 18-10,-10 1 16,-14-5 1,-22 10-18,-16-16-271,-23 6 0,-12-1-3235,-2-7 1,-5-1 3043,7-2 1,-2 1-1,3-2 1,-1-2-1,5-2 1,-11 2-1</inkml:trace>
  <inkml:trace contextRef="#ctx0" brushRef="#br0" timeOffset="237268">12614 12517 18997,'-14'-57'1473,"-1"0"0,-1 7 0,-4 6-1008,-28 4-359,3 18-36,10 16 0,-5 7-1557,-16 15 1,-4 8 1504,15-6 1,0 3 0,-2 3-431,3 3 1,-3 2 0,1 2 0,1 3 413,2 1 1,2 2 0,0 2 0,1 2-2,-2 3 1,1 2-1,1 1 1,1 2-7,1 2 1,1 1 0,2 1 0,2 0-9,3 0 1,1 1-1,3-1 1,3 1-5,3-4 0,3 0 0,3 0 0,4 0 2,3 9 0,6-1 1,7-2 8,6-7 0,7-2 1,6-5-179,9-4 1,5-5 0,5-4 179,8-4 1,5-5-1,3-3 4,-10-7 0,2-2 0,1-3 0,1-2 8,3-2 1,1-3-1,0-1 1,0-3-329,2-1 0,-1-3 1,0-1-1,0-3 355,-2-1 0,0-3 0,-1-2 0,-1-2 28,-2-1 0,-1-2 0,-1-2 0,-1-1 14,-2-2 0,-2 0 0,0-2 0,-3-2-26,-1 0 1,-1-2 0,-2 0 0,-1-2-27,-2-1 0,-1 0 1,-2-2-1,-2 0-9,-1-2 1,-1-1 0,-3-1 0,-1 0-64,-2 0 0,-2-1 1,-3-1-1,-1 1 49,2-15 0,-4 0 0,-5 1-21,-7 4 0,-5 1 1,-6 2-35,-6 4 1,-6 3 0,-5 4-45,-9 3 0,-6 4 0,-5 4-226,-8 2 0,-5 4 0,-3 4-1048,9 5 0,-3 3 0,0 2 0,0 1 1371,3 1 0,-1 1 0,2 1 0,3 1 0,0 0 0,3 1 0,5 1 0,2 1 0,0 0 0</inkml:trace>
  <inkml:trace contextRef="#ctx0" brushRef="#br0" timeOffset="255840">1558 15175 13127,'-6'-7'7864,"2"1"-6531,4 6-498,0 0-4493,-64-61 3854,41 43-48,-22-17 0,0 5-317,23 26 248,-31 7-262,20 12 110,-15 14-5,11 11 5,7 7-50,12 3 11,14-1 39,19-5 34,15-6 33,3-14-11,19-2-28,-21-14 1,2-1 2,-1 1 0,1 0 1198,4 1 0,-2 1-1207,4 2 1456,-10 14-1343,-27-3 319,-6 5-314,-18-5 0,-9-2-34,3-4 1,-4-2-497,-17 10 1,-2-2 470,5-5 1,-1-2-7,4-3 1,0-2-98,8-3 0,2-3-879,-13-9-1950,23-15 2924,24-19 0,0 15 0,10 0 0</inkml:trace>
  <inkml:trace contextRef="#ctx0" brushRef="#br0" timeOffset="256068">1979 14995 24519,'-12'55'31,"4"-9"0,1 2-45,4-11 0,1 0-272,-2 7 0,1 2-73,1 8 1,0-1-418,1-18 1,1 0-539,-1 13 1,1-3-3367,5 10-215,0-25 4089,4-14 0,-5-13 0,0-1 0</inkml:trace>
  <inkml:trace contextRef="#ctx0" brushRef="#br0" timeOffset="257000">1945 15534 23640,'-42'-22'22,"0"-1"1,1 1-1,17 10-61,36 24-22,30-5-51,20-2-451,-18-8 1,2-4 514,-4-3 1,0-2 30,-2-2 0,-1-2 31,-5 0 0,-3-1 269,19-17-182,-12 2 106,-14 5 140,-12 5 68,-8 6-107,-11 8-140,-7 8 690,-10 12-807,-7 14-18,0 12-38,7 4-1,10-2-5,17-8 5,11-10 34,12-10-22,-1-6 67,20-20-1,-12-3 29,12-18 101,-16-2 73,-11-2 27,-9-1 40,-11 2-29,-8 7-117,-9 6-95,-6 11-45,-6 10-45,-7 14-39,-2 13 23,1 15-6,8 12-365,12 7 314,11 2-95,17 1-274,14-3-42,-4-31 0,4-3-281,5-2 1,3-5-161,5-3 1,1-5 45,3-3 0,1-5 392,-1-4 0,0-3 451,-2-3 0,-3-4 330,-2-3 0,-3-2 339,-3-3 0,-1-1 908,16-24-857,-13 11 917,0-9-799,-17 23-275,2-2-298,-10 16-156,-7 12-39,-5 12 331,-6 17-353,-5 19-31,10-3 1,0 9-1,1-3-40,0-2 1,1 0-30,1-3 0,1 4 1,1-8 64,1 9 7,3-39 55,0-4-5,0-14-11,-1-14-18,0-16-10,0-21 8,2 20 0,1-3-235,2-4 0,2-1 257,0-1 1,2 1 22,1 2 0,1 1 22,2-1 0,-1 4-53,5-11 17,8-5-51,-3 21-22,11-6 17,10 6 0,7 7-28,7 11-12,1 18 18,-7 15 16,-14 16 22,-19 12 18,-29 7-9,-2-26 0,-6 0-14,-7 0 0,-4-1-9,-11 2 1,-1-3-128,13-8 1,0-3 31,-11 2 1,2-7-3936,-7-18 4039,13-2 0,10-6 0,23 5 0</inkml:trace>
  <inkml:trace contextRef="#ctx0" brushRef="#br0" timeOffset="257218">3490 15461 26581,'11'-1'-902,"25"-12"-2580,-5-1 1,3-2 2349,5-1 0,-1 0 0,17-7 0,-23 10 0</inkml:trace>
  <inkml:trace contextRef="#ctx0" brushRef="#br0" timeOffset="257574">4319 14996 27348,'-38'29'23,"0"0"1,0 1-1,1 1 1,-1 0 0,9 0-30,1 22-14,14-17 1,4 0-20,9 14 39,11-11 0,20-22 0,6-12 44,26-15-10,-6-9-12,-1-7-1645,-24 3 0,-3-1 1735,1-3-232,0-1 0,0 0 400,-5 2-73,5-3-161,-19 20-46,-7 9 0,-3 5 3076,-6 25-3076,-4 7 0,-2 1 0,-2 3-23,1-5 0,0 0-667,-1 1 0,0-1-204,-1 2 1,-1 0 893,0 0 0,0-2 0,-5 13 0,-1-3 0</inkml:trace>
  <inkml:trace contextRef="#ctx0" brushRef="#br0" timeOffset="257884">1044 16551 21063,'-42'15'199,"-1"0"1,1 0-1,-2 2 1,-1 1-1,8-2-114,-7 7 553,48 5-411,33-26 0,15-8-1897,3 4 0,10-3 1779,-13-3 1,7-1 0,5-3 0,1 0 0,-3 1-492,-6 0 1,-1 1 0,0-1-1,0 0 1,3 0 397,-2 0 1,1 0 0,1 0 0,0-1 0,2 0 0,-1 1-113,-5 0 1,1 0 0,0 1-1,0-1 1,1 0 0,0 0 0,0 0 111,1 0 0,0 0 0,0 0 0,1 0 0,0 0 0,-1 0 0,0 0-163,0 0 0,0 0 1,-1 1-1,0-1 1,1 0-1,0 1 1,0-1 125,3 0 0,2 0 0,0-1 1,0 1-1,-2 1 0,-3 0 0,-5 0-77,9 0 0,-7 0 0,-1 2 0,3-1 98,2 1 0,3 1 0,1 0 0,-5 0 0,-10 2 0,1-1 0,-4 1 0,6 0 0,1 1 0,0-1 0</inkml:trace>
  <inkml:trace contextRef="#ctx0" brushRef="#br0" timeOffset="258826">22152 6173 21518,'48'-13'201,"1"0"1,0 0 0,-1 0-1,10-1 1,2 0 0,1 2-1,-2 0-710,-5 3 1,-1 1-1,1 1 1,7-1 504,-12 2 1,5 0 0,4-1 0,1 0 0,1 1 0,-2-1 0,-2 1 0,-6 1-340,5-1 0,-7 1 0,0 0 0,1 0 0,7-1 343,-6 1 0,4 0 0,3-1 0,3 0 0,1 0 0,0 0 0,0 0 0,-2 0 0,-1 1-144,0-1 1,0 1-1,-1 0 1,0 0 0,-1-1-1,1 1 1,0 0 0,-1 0 90,2-1 0,-1 1 0,1-1 0,0 1 0,-1-1 0,0 1 0,0-1 0,-1 1-160,5 0 1,1-1 0,-1 0 0,-1 1 0,-1-1-1,-1 1 1,-1 0 92,10-1 0,-3-1 0,-1 1 0,-1 0 0,-2 1-84,2-1 1,-1 1-1,-2-1 1,-1 1-71,-3 0 1,-1 0-1,0 0 1,-3 0-438,8 0 1,-3 0-1,-6 1 616,-7 0 1,-10 2 0,-12 1-1,-4 0 1</inkml:trace>
  <inkml:trace contextRef="#ctx0" brushRef="#br0" timeOffset="260486">7246 15171 23769,'-25'19'67,"4"-1"-93,10 19 0,2 16 0,1-1-1906,-5 7 1,0 2 1212,0-4 0,-1 4 0,2-1 719,1-7 0,2-2 0,0-4 0,-1-4 0,3-4 0,2-7 0,1 0 0</inkml:trace>
  <inkml:trace contextRef="#ctx0" brushRef="#br0" timeOffset="262001">7020 15665 23971,'-29'-28'-101,"-1"-1"0,0-13 140,82 51-17,-13-4 1,3-2-842,9-3 1,2-3 806,4-1 1,1-2-413,-2-3 1,-2-1 434,-5-2 0,-3 0 6,-7-1 0,-4 0 625,20-11-446,-22 4 89,-16 6-5,-10 6 684,-9 3-908,-5 3 1126,-7 5-1188,-7 7-39,-3 9 0,1 10-16,9 2 10,6 0 57,13-6 28,7-6-29,4-9 40,21-6 22,-4-16 6,15-11 22,-10-16 73,-6-7 57,-13-3 49,-9 2-16,-14 4-45,-8 8-62,-13 10-112,-8 11-39,-11 14-45,-8 16-16,-3 15-407,28-8 0,3 2 446,2 5 0,3 1-12,4 2 0,4 1-36,4 1 0,5 0-58,6 17-296,13-18 1,6-3-1516,29 4 1065,-9-12 0,3-4 445,-11-9 1,3-4-179,2-4 1,5-4-1,-3-2 442,2-4 0,-1-3 274,18-5 0,-2-3 286,-18-1 0,-5-2 263,-6 0 0,-4-1 709,12-21-242,-14 4-671,-11 12 1353,-8 3-1454,-6 16-241,-2 0-134,-2 10 715,-5 11-682,-5 14-11,-7 16 0,3-1 5,4-6 1,1 1-337,-4 14 314,7-16 0,0 0-5,1 8 22,6-15 106,4-14 40,5-15-62,5-12 56,17-25 39,1-6-95,2-4-146,0-3 263,-6 9-77,7-7-80,-4 9-16,-1 10-28,-2 12-33,1 10-23,1 11 17,2 12-2837,3 21 2854,-11-5-1,-1 19-5,-16-17 12,-1 3 32,-4-10 57,0-11 246,0-9 3169,2-7-3421,0-2 17,5-19-62,5-4-1612,6-5 1,2 0 1651,4-5-1,14-13 34,-14 29-61,0 4 0,4 1-34,0 9-40,0 11-10,13 22 5,-14-1-140,9 27-263,-22-7-487,-4 16-199,-10-24 0,-3 0 3641,0 11-4093,-5 5 797,15-38 722,8-6 962,26-36-312,-13 9 129,12-22 671,-17 11-285,0 1-269,1-2-3437,-6 7 2731,-8 12-39,-3 6-95,-4 11 17,1 0 5,4 17 17,2 18-23,-2 10 1,-4-16 0,-1-1-199,-4 16 156,-2-18 1,-2 1 25,-12 19-17,0-1 19,2-20 1,-1-3 87,1-6 3324,-7 6-3319,17-29 22,4-11-67,2-15 23,7-24-40,0 15 1,2-3-862,10-20 0,1 0 873,-5 15 0,1 0 3,0 3 0,2-2 1,-1 3-138,0 0 0,0 2 142,9-17 0,3 0-31,-5 13 0,1 1-11,-1 5 0,2 2 0,7 6 0,-1 7-5,4 3-18,2 7 1,3 6-12,2 21-3,-12-2 1,-2 6 28,-9 7 0,-4 2 2,5 23 0,-15-14 1,-7 0 10,-5-6 1,-5 0-1321,-11 14 1,-3-3 1308,6-14 1,-3-2-23,-20 7 0,-3-6-429,-10-12 364,22-5 1,0-3-731,-22-14-638,26-11 1461,6-16 0,14 14 0,11-2 0</inkml:trace>
  <inkml:trace contextRef="#ctx0" brushRef="#br0" timeOffset="262224">10121 15470 27225,'45'-26'-1065,"0"-1"1,5 2 0,1 4 58,-9 12 1,2 3-127,16-3 0,-6 2 0,-13 2 0,13-2 0</inkml:trace>
  <inkml:trace contextRef="#ctx0" brushRef="#br0" timeOffset="262407">10235 15780 28054,'29'-29'-411,"1"0"0,2 1 1,5 5-1052,9 9 0,2 5 337,-6-1 0,-3 2 0,12-3 0,-24 6 0</inkml:trace>
  <inkml:trace contextRef="#ctx0" brushRef="#br0" timeOffset="263567">11785 15548 22615,'10'-55'1148,"0"0"1,2-10-1,-1 6-902,-2 12-44,-1 12 0,-3 2 61,-2 9-157,-2 4-212,-1 12 39,-2 17 106,-4 17-34,-3 7 6,-1 0 1,-1 2-7,-1 1 1,-1 1-531,-3 20 0,0 0 531,5-18 0,2-2-18,1 11 1,5-6-6,14-6 57,11-3 83,28-21 6,6-22-454,3-8 454,-17-7 0,-3-3 0,2-3-12,-6 1 1,-1 0 128,-4-3-27,-2 3-197,-15 13 908,-8 14-975,-6 7 34,-1 16-1,-7 26-4,-3 8-99,2-5 0,1 0-59,-2 3 71,4-13 1,8-3-1611,26-8 116,14-8 574,-9-17 1,3-8-210,0-5 0,1-8-65,7-16 1,-1-6 1189,-7 0 1,-3-6-681,-7-3 0,-1-6 0,-4 4 980,-2 1 0,-4-2 315,-3-8 0,-2-5 0,-5 5-454,-8 8 0,-2 2 195,2-12 1,-7 2 212,-11 13 0,-11 7-120,-16 8 1,-9 8-151,16 7 1,-2 3-1,-4 4-20,-5 6 0,-5 3 1,-2 5-1,2 4-445,-2 7 0,0 6 0,0 4 0,1 1 298,10-3 1,0 2 0,0 2 0,2 1 0,1 1-2,-4 4 0,1 1 1,3 3-1,3 2-16,2 3 0,2 3 1,3 2-1,5 1-5,7-1 0,4 2 0,2 0 0,2 0-110,1-2 0,1 1 0,2 1 1,5-1 97,5 3 1,4 1-1,4-3 1,3-4-106,11 9 0,11-6 91,12-12 1,9-3 0,1-6-1,-12-11 1,1-5 0,4-1-112,11 0 1,6-1 0,1-2 0,-5-3 138,-7-3 1,-4-3 0,2-2 8,4-4 0,3-2 0,0-2 0,-8 0 428,4-4 1,-2-5-364,-6 0 1,6-3 0,1-4 0,-4-3 40,-7-2 1,-2-4-1,-1-2 1,0 1-88,1 0 1,1-1 0,-2-1-1,-3-2-70,-4-4 1,-1-3 0,-4 0-1,-6 5 43,0-10 0,-10 3-85,-10-8 1,-12 5-151,-10 17 0,-12 7 229,-14 6 0,-10 3 0,5 3 0,12 0 0,1 5 0,-22 7 0,0 0 0</inkml:trace>
  <inkml:trace contextRef="#ctx0" brushRef="#br0" timeOffset="276026">1553 17520 22890,'-4'-34'714,"0"0"0,-5-25-345,-1 50-363,-4 2-23,-12 4-39,-10 15 34,2 1-1705,5 6 0,-1 4 1615,-6 10 45,-6 8-95,22-1 111,22-15 40,14 8 28,24-11 22,20-5-1173,-22-12 0,2-1 1128,3-2 0,0 0 0,-2 0 1,-2 0-6,16 1-39,-15 16 2318,-28-6-2201,-25 27-56,-23-10-50,6-7 0,-5-1-186,-2-3 0,0-2 233,7-3 1,0-2-15,-13 3 1,1-4-129,-8-2 1341,16-6 1,2-5-3791,-4-16-5420,17-16 8003,15-2 0,5 12 0,4 10 0</inkml:trace>
  <inkml:trace contextRef="#ctx0" brushRef="#br0" timeOffset="276774">2205 17136 17876,'2'-4'6173,"-1"1"-4296,-1 3-1889,-5 23 18,1-2-20,-1 16 0,1 5-31,1 5-98,3 6 1,2 1-993,7 4 995,-4-23 0,2-1-667,13 16-1074,3-13 357,-2-4 393,1-9 1019,-12-17 537,-5-11 855,-8-9 176,-22-22-649,-1 8-62,-15-10-45,13 19-370,8 7 303,5 3-442,10 5-191,1 1-135,7 0 51,8 0 90,16-1 5,22-2-28,13-3 23,-8 1 33,4-2-95,-10-7-6,1-3 1,2-9 33,-12 0 73,-5 0 89,-9 2 152,-9 6 89,-8 7-5,-5 7-107,-7 6-207,-5 9-67,-12 9 5,-8 12-16,-2 6 11,8-4-174,7 11 17,25-21 84,8 3 45,22-21 16,7-16 57,5-9 5,-12-2 236,6-18 27,-26 15 68,1-10 10,-18 13-139,-11 4-157,-9 4-39,-11 7-45,2 6-17,-24 18-22,19 5-28,-11 15 28,24-1-96,11 5-195,18 4-314,14 2-611,21-3-301,-13-23 1,3-3-1341,7-4 1,0-3-46,-5-3 0,0-2 2941,4-3 0,-3-2 0,-8-1 0,-1 0 0</inkml:trace>
  <inkml:trace contextRef="#ctx0" brushRef="#br0" timeOffset="277199">3311 17519 15496,'4'-5'9774,"0"2"-8469,-4 3-1344,13-17 50,-15 30 12,7 1-35,-18 39 29,5-20 0,1 1-20,1 2 0,1 1-28,-1 1 1,2-1 10,1 0 1,1-2-54,-2 27 50,1-16 12,1-16 84,1-16 45,-1-9 229,-2-13-202,-3-10-55,-4-17-23,-1-18-39,7 20 0,1-1-164,1-5 1,1 0 196,0-2 1,1 1 2,1 0 1,1 1 2,2 2 0,1 1-42,1 4 1,1 0-26,13-26 28,-1 17-26,0 14 1,3 1 25,14-5-28,-7 10 0,1 2-72,27 3 21,1 16-50,-2 17-122,-8 15 111,-14 11 39,-18 7 90,-25 3 0,-20 0-34,6-26 0,-3-3-186,-3 0 1,-1-3 42,0-2 1,1-3-1135,-22 4-6050,16-13 7344,16-12 0,12 1 0,6-1 0</inkml:trace>
  <inkml:trace contextRef="#ctx0" brushRef="#br0" timeOffset="277415">3959 17360 25478,'37'-1'-4179,"13"-6"4179,-8-5 0,-1-2 0,7-1 0,-4 0 0</inkml:trace>
  <inkml:trace contextRef="#ctx0" brushRef="#br0" timeOffset="277999">4983 17028 23461,'4'-4'2901,"-1"1"-2301,-3 3-556,-34 4-32,3-1 38,-30 2 12,12-2 22,4-2 16,7-2-27,11-1-50,9 0-40,10 0-6,4 3-33,1 9 40,0-1 21,0 14-10,3-9 5,2 19 11,2-10-11,1 14 0,-2-15-17,-1 5 23,-2-9-23,-3 4-11,-2-2 50,-1-4 73,2-7-11,2-4 611,3-4-342,2-5-184,3-1-169,10-11 0,-3 5 0,16-9 0,9 12 0,-7 0 0,21 9 0,-2 15-41,-10-3-82,15 18-45,-28-8-17,1 10 12,-13 1-23,-24 12 185,-4-14-6,-30 10-168,-5-20-78,17-9 0,-4-3-788,-8-2 1,0-4-460,6-4 1,1-4-3407,-3-3 1,3-3 4056,-3-8 0,16 3 0,17 9 0</inkml:trace>
  <inkml:trace contextRef="#ctx0" brushRef="#br0" timeOffset="278182">5054 17053 18593,'3'-1'5842,"-1"1"-4794,-2 0-1042,64-13-79,-32 8-1319,18-3 0,2 2-23,-11 4 0,-4 1 0,-21 1 0</inkml:trace>
  <inkml:trace contextRef="#ctx0" brushRef="#br0" timeOffset="278625">7323 17314 23920,'4'-61'1140,"1"-1"1,-1 10 0,0 6-905,0-1 178,-3 23-414,-1 18-174,0 4 6,0 13 118,-1 4 41,4 18 1,1 6-9,0 0 1,1 2-456,0 1 1,0 3-1,-1 0 401,0-2 0,-1 0 0,0 0-230,-1 0 1,0 1 0,-1 0-1064,-2 19 0,-1-1-2322,1-6 1,0-4 3685,-2-10 0,1-6 0,0 6 0,2-25 0</inkml:trace>
  <inkml:trace contextRef="#ctx0" brushRef="#br0" timeOffset="279158">7340 17525 24488,'-26'-36'-118,"0"1"0,1 2 1,14 7-2966,61 17 1,18 10 2883,-33-3 0,0-1-223,19 0 0,8-2 0,-5 0-49,-4-1 0,-2-1 56,-10 1 1,2-1-1,-1-1 191,12-5 0,-4-1 336,-8 0 0,-4-2 1791,13-10-447,-24 4-20,-17 7-546,-14 5 2701,-7 6-3278,-8 2 817,-6 10-1041,-4 7-3481,-3 21 3409,12-9-28,5 17-45,18-16 17,12 6-17,16-8 16,16-9 46,-3-9 47,-10-11 0,1-4 188,7-11-65,-13 3 1,-2-3 249,1-20 50,-13-6-17,-8 0-95,-10 1 3331,-6 7-3482,-8 8-152,-7 8 12,-7 10-39,-9 10-79,-4 13 0,-2 13-28,5 14 6,10 9-79,13 8-223,11 4-326,19 1-190,0-32 0,6-3-515,6-2 0,5-4-2485,7-4 1,2-5 3228,0-3 0,-3-4 0,14-2 0,-20-3 0</inkml:trace>
  <inkml:trace contextRef="#ctx0" brushRef="#br0" timeOffset="279692">8649 17362 18039,'3'-7'3318,"5"-24"1,1-4-1817,-6 11-1270,5-9 0,-2 3-159,-8 20-179,0 11-6,-1 8 106,-5 23 12,2-6-12,-4 28-16,5-15-12,0 17 34,3-21-22,4 6-1,0-25 63,1 0 27,-2-8 336,2-7-173,-2-10-62,2-16-112,0 2 16,3-19 12,1 12 6,5-7-40,5 4-33,4 5-11,9 5-1,9 6-10,10 7-18,6 12-10,-2 10-34,-8 9-23,-5 14 56,-18-11-83,-3 10-23,-15-11 140,-1-5 162,-3-3 342,0-13-3728,-1-26 3286,3 10 55,7-35-66,-1 29 44,14-18-50,-4 14 11,11-4-51,-9 12 3382,7 6-3421,-3 17 12,-4 1-107,15 28 23,-21-12-191,7 27-381,-16-11-3327,-10-5 1,-3 1 3156,-4 18 0,-6-6 0,9-30 0</inkml:trace>
  <inkml:trace contextRef="#ctx0" brushRef="#br0" timeOffset="280375">9827 17455 22218,'1'-8'3724,"1"2"-2648,-2 6-729,0 0-420,4-43 34,-4 52 39,4-21 11,-6 71-31,1-22 1,1-1-438,0 27 454,0-21 0,0 2-5,0-2-1,0 0-8,0-8 1,-1 2 7,-1 12 1,-1-3 19,-4-6 12,-4 7 10,3-29 68,0-9 33,-1-12-33,-7-22-56,0-11-37,7 6 1,0-2 414,0-21-378,5 1 0,2-2-736,0-8 726,1 15 1,1-6-1,-1 6-18,1 14 0,0 1 7,-1-13 0,1-6 1,0 7-25,3-12 5,-1 8 1,6-1-191,5 19 1,5 3 167,2 1 0,4 2-3,8 2 1,3 5-1522,1 10 0,1 5 1530,23 6-29,-17 14 1,-3 9 3,-15-1 0,-4 5-220,9 13 0,-5 4 228,-14-2 0,-8-1 14,-2-9 0,-8-1 5,-20 12 1,-11-5 25,5-14 0,-5-3-17,3-2 0,-4 1 0,0-4-17,-10 0 0,1-5-84,5-3 0,3-3-1327,-19-4 1428,27-16 0,18 6 0,12-6 0</inkml:trace>
  <inkml:trace contextRef="#ctx0" brushRef="#br0" timeOffset="280636">10762 17211 22963,'-4'0'3926,"0"0"-3484,4 0-761,14-27-325,31 13 41,-11-3 1,3 1-45,0 9 1,3 3-1043,16 0 0,-2 1-2394,7 4 4083,-19 3 0,-5 2 0,-9-1 0,-12 6 0</inkml:trace>
  <inkml:trace contextRef="#ctx0" brushRef="#br0" timeOffset="280782">10979 17377 23383,'-40'13'886,"-1"-1"1,4 0 0,12-3-708,22-8-50,11 0-67,12-4-96,5 0-397,11-1 0,5-2-981,-8 2 1,2 1 732,21-4 1,-1 1-1,-3 1 1,-7 0 0</inkml:trace>
  <inkml:trace contextRef="#ctx0" brushRef="#br0" timeOffset="281548">12969 16913 27499,'-6'-38'-15,"0"-1"0,-3 4 0,-4 9-1,-29 27-1,-19 8-329,23-1 0,-2 1 332,-3 3 0,0 0 3,2 1 0,1 1-3,6-3 0,3 0-31,-12 7 196,21-6-162,14-4 83,6 0-72,2 3 11,0-1-22,2 10 379,0-2-357,1 7-11,-2-8 17,-1 7-17,-1-8 22,0 4-33,-1-8 11,-1-3 17,1-3 22,0-2 84,1-2 1031,1-2-1054,5-6-87,3-4-3405,23-14 3379,-5 6-1115,11 2 0,2 2 1128,3 2-136,1 3 0,3 1 142,16 6-23,-21 4 0,0 3-6,-1 2 1,-2 3-45,-2 3 0,-3 3-101,18 21-110,-24 8 200,-32 8 64,-11-22 0,-7-1-34,-10 2 1,-6-3 451,-8 0 0,-3-2-620,-4-4 1,-2-2-261,1-6 0,1-3 436,4-4 1,2-4-4877,10-5 1,3-3 3966,-10-4 0,24-2 0,16 6 0</inkml:trace>
  <inkml:trace contextRef="#ctx0" brushRef="#br0" timeOffset="281891">12744 16512 24723,'-60'7'16,"-1"-1"1,1 0 0,12 1 0,0 2 0,0 3 0,2 4-16,1 6 1,1 4-1,2 3 1,-1 1-1096,-5 5 0,0 1 1,2 2-1,1 0 1085,7-6 1,1-1 0,2 1-1,-1 5-364,-1 6 0,0 4 1,0 3-1,3-1 0,5-2 350,0 6 1,5-1 0,2 3-2,-1-2 0,0 5 1,4 0-1,9-5 124,11-1 0,10-3 0,6-4-134,8-3 1,7-4-1,5-4-22,11-1 0,7-6 0,3-4-227,-9-7 1,3-3 0,2-3 0,0-1 262,6-2 1,0-3-1,2-3 1,0-1-79,-11-3 0,1-1 1,0-2-1,0-1 1,-1-2 76,2-1 1,-1-1 0,1-2 0,-1-1 0,-1-1 17,0-2 1,0 0 0,-2-2 0,1-2 0,0-2 92,4-6 1,1-2 0,-1-3 0,-2 1-1,-4 1-38,-3 4 0,-4 0 0,-1 0 0,1-6-95,3-7 1,3-6-1,-1-3 1,-4 2-1,-6 6 73,-7 6 0,-6 3 0,3-5 10,6-10 1,3-6 0,-1-2-1,-6 5-35,-8 6 1,-4 2 0,-4-1-75,1-8 0,-3-2 0,-9 2-84,-10 5 0,-7 1 0,-7 4-260,-10 1 1,-7 4-1,-6 3 413,1 8 0,-6 3 0,0 2 0,4 1 0,-11-5 0,2 4 0,-2 5 0,0 1 0</inkml:trace>
  <inkml:trace contextRef="#ctx0" brushRef="#br0" timeOffset="282525">21829 4460 32767,'-49'1'0,"-1"0"0,-3 5 0,76 3 0,19 1 0,12-2 0,8-2 0,-8-4 0,3-1 0,4-1 0,-4-3 0,2 0 0,2-2 0,3-1 0,-15 2 0,1-2 0,2 1 0,1-1 0,2-1 0,3 1 0,-7 0 0,4-1 0,2 1 0,1-1 0,1-1 0,0 1 0,-1 0 0,-2 0 0,-3 1 0,12-2 0,-5 1 0,0-1 0,-1 1 0,3 0 0,4-1 0,-13 3 0,4-1 0,1-1 0,2 1 0,1 0 0,0 0 0,-1 0 0,-1 0 0,-3 1 0,-2 0-240,5 0 1,-2 0 0,-3 0 0,0 1-1,0 0 1,1-1 0,2 1 197,1-1 0,2 0 0,2 0 0,0 0 0,0 0 0,0 0 0,0 0 1,-2 1-98,-2-1 0,0 1 1,-1 0-1,0 0 0,0-1 1,0 1-1,-1 0 1,-1 0-92,5 0 1,0 0 0,-1 0-1,-1 0 1,0 0 0,-1 0-1,0 1 159,6-2 0,1 1 1,-1 0-1,-2 0 0,-3 0 1,-4 1-1,-1 0 0,-4 0 1,-4 0-1,0 0 0,0 0 1,1 0-1,0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15:03:51.77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3555 2323 20901,'-4'-49'1247,"0"0"0,0 7 1,0 11-1444,2 23 112,1 19 123,0 19-17,1 26-712,0 2 628,-1-10 0,-1 2-792,-3-2 1,0 2-777,-1 2 0,0 5 0,0-3-594,-2 2 1,1 0 2223,2-4 0,0 2 0,2-10 0,0-4 0,3 9 0</inkml:trace>
  <inkml:trace contextRef="#ctx0" brushRef="#br0" timeOffset="373">3667 2016 12650,'-52'-26'848,"0"-1"0,0 1 0,6 2 0,0 1 0,2 9-75,-9 15 0,3 11-490,6 2 0,0 5-168,2 1 1,-3 3 0,6 1-448,0 7 1,3 5 404,0 12 0,0 9 0,5-4-1302,4-7 1,3 4 1239,2-4 0,-2 6 1,1 2-1,5-4-10,3-3 1,4-2 0,3 2-297,2 1 0,2 3 0,2 0 0,2-4 281,-1 17 0,11-4-39,15-5 1,11 0 0,0-11-108,-4-17 0,5-6 78,8-1 1,10-2 0,2-1 0,-7-5-17,4-2 0,3-7-35,-8-3 1,8-2 0,4-2 0,-1-1 0,-6-2-210,8-4 1,-4-2 0,2-3 341,-10 3 0,3-1 0,1-2 0,-1-1 0,-3-1 39,0-2 0,-1-2 1,-3 0-1,-1-3 41,10-8 0,-3-3 1,-3-3-12,-7-1 0,-3-2 0,-5 1-33,4-10 1,-8-3 160,-12 10 0,-5-4 0,-5 2-211,-5-10 0,-11 0 262,-7 7 0,-7-1 0,-4 5-355,-3 10 1,-3 3 0,-6 4-100,-13 0 1,-6 5 0,1 5-113,12 8 1,0 4-1,-2 3 318,-2 2 0,-6 4 0,3 0 0,8-1 0,6-1 0,3 1 0,-17 4 0,0 0 0</inkml:trace>
  <inkml:trace contextRef="#ctx0" brushRef="#br0" timeOffset="999">3232 3350 8125,'2'-4'6889,"-1"0"-644,-1 4-5976,-4-49 118,-5 37-118,-18-23-185,2 48 22,-9 17 1,-2 5-68,-5 11-523,5-4 1,-7 9-1,4-5 481,9-9 1,-1 2-611,-2 2 0,-7 8 0,0 0 0,5-4-85,5-7 0,3-3 0,-2 2-1197,1 1 1,-3 2-1,1-1 1,4-2 1894,-8 12 0,5-5 0,-6 9 0,21-28 0</inkml:trace>
  <inkml:trace contextRef="#ctx0" brushRef="#br0" timeOffset="1550">3176 3345 21371,'33'1'357,"-1"1"0,2 1 0,3 4-310,15 15 1,2 4-1471,1-2 0,1 2 1387,-16-8 1,-1 1 0,1 0-292,0 1 0,1 0 0,-1 0-1010,-1 1 0,0 0 1,-2-1-1098,8 5 1,-3-1 2433,1 2 0,-5-3 0,-8-6 0,-3 0 0</inkml:trace>
  <inkml:trace contextRef="#ctx0" brushRef="#br0" timeOffset="2400">2387 4456 12321,'4'3'6362,"-1"0"-3500,-3-3-2834,2-16-39,-1 14 162,0-11 146,-5 21-168,-2 0 84,-9 7 50,-9-3-67,-2-2 23,-4-3 10,10-9-16,3-6-56,4-8-90,5 0 40,3-17-91,9 9 1,7-10 0,11 10-28,9 7 0,10 7-6,6 7 0,10 18 11,-18-2-27,5 22 27,-29-1-5,-7 16-273,-16-21 0,-5 2 278,-10 4 0,-5 0-805,-10 6 0,-5 0 786,10-12 1,-1 1 0,0-1 14,0 0 1,-1 0 0,0-2-193,-12 9 0,0-4 246,9-8 1,1-5 62,-17 0 10,21-19 409,14-9-492,11-3 1537,10-7-1576,12 5 564,16-4-576,20 7-14,-18 8 1,3 1-213,3 1 1,2 2-24,3 1 0,1 0-552,1 1 1,0 0-122,1 1 1,-1-1-930,0 0 0,-1-1 1868,1-1 0,-3 1 0,5-1 0,-9-1 0</inkml:trace>
  <inkml:trace contextRef="#ctx0" brushRef="#br0" timeOffset="2783">2714 4184 15249,'-47'-15'731,"0"0"0,0-1 0,0 1 0,-15-1 0,0 2 0,2 8-513,12 9 1,1 6-1,1 3-536,-3 1 1,0 3-1,0 4 385,6 1 0,-1 4 1,0 1-1,4-1-513,1-1 0,3 0 0,-1 4 465,1 3 1,-1 4 0,1 2 0,5-1 22,2 3 1,5 0 0,0 2-13,-5 10 0,0 4 0,3 1-285,3 0 0,4 2 1,3 1 248,3-2 0,4 1 1,5-1-7,5-3 1,5 1 0,4-4-250,5-3 0,5-3 1,4-3 200,7-5 0,4-4 0,4-4-20,6-5 0,5-4 0,1-5-487,6-2 1,3-5 0,2-4 503,-13-2 0,0-3 0,2-2 0,1-2 40,-1-2 1,1-3 0,2-1-1,-3-1 1,-2 1-79,11-3 1,-4-1 0,3-4 128,-1-2 0,4-5 0,-3 0 0,-8 1 8,0-3 1,-4-4 30,-6 0 0,3-5 0,-1-2 1,-5 0-18,-6 2 0,-4 0 1,-1-5-16,3-6 0,1-6 0,-2-1 0,-5 3-222,-5 1 1,-6 1 0,-1 1 201,0 1 0,-1 0 0,-6 3 7,-9-11 1,-10 7 108,-5 15 1,-4 5-177,-1-1 0,-6 5-990,-18 8 1,-10 6 0,5 3-771,11 4 1,0 2 1804,-13 1 0,-4 1 0,11 2 0,8 4 0,3 0 0</inkml:trace>
  <inkml:trace contextRef="#ctx0" brushRef="#br0" timeOffset="3573">4365 4062 30159,'5'-46'-969,"-1"1"1,0 3 0,5 8 186,13 18 1626,9 6-643,8 4-301,7 13-290,3 8-72,-4 14-721,-12 11 639,-14 9-5,-23 8 119,-6-27 0,-4 0 226,-5 0 1,-5-1 282,-5 0 1,-2-2 545,-16 9 34,5-10 833,22-20 27,12-8-638,1-5-927,13-10 118,1 3-9,16-9 178,5 9-26,29 2-425,-14 4 152,0 9 0,3 2 34,15 7 232,-24-4 1,0 1-358,-2 3 0,-3 2-439,10 11-396,-1 7-242,-26 11 484,-16-12 402,-20-4 0,-5-1 96,-9-3-730,-3-1 1,-3-1-195,10-9 0,-1-2-2241,-9 0 1,1-1 2854,5-3 1,3-2-1,-1 0 1,23-2-1</inkml:trace>
  <inkml:trace contextRef="#ctx0" brushRef="#br0" timeOffset="3990">4700 3677 18021,'-43'-6'761,"0"0"1,0 0 0,-20 1 0,2 10 55,4 19 0,3 9-1378,19-9 1,2 2 0,-1 1 757,0 1 0,1 0 0,1 3-18,-2 8 0,1 2 0,4 1-99,5-5 0,2 1 1,1 3-58,0 2 0,1 4 0,0 1 1,4-2-40,-1 7 1,4-2 0,2 1-26,2 6 1,4 0 0,3-4-250,4-3 0,6-4 150,7 6 0,11-3-404,18-7 0,8-6-57,-13-4 1,7-4 375,3-11 1,9-3 0,2-3 0,-7-3-972,7-3 1,0-5 1055,-3 0 1,8-3 0,1-1 0,-4-1-4,0-4 0,-3-3 0,4-2-93,-7 1 1,4-3-1,2-1 1,-2 0-1,-4 1 287,-4 1 0,-4 0 1,1 0-1,3-3 10,-3-1 1,5-2-1,2-2 1,-1-1 0,-4 0-1,-5 1-418,8-8 0,-8 0 0,2-1 373,-4 4 0,2 0 0,-2-1 1,-6-3 108,-1-8 0,-5-2 1,-9-3-136,-9-1 1,-8-3 0,-2 1 38,-1-1 0,-3 1 0,-5-1-156,-6-5 0,-5 0 1,-6 5-41,-4 11 1,-3 5 0,-4 2 408,-5 3 1,-2 3 0,-1 2-333,-11-2 0,-4 5-254,9 10 0,-6 1 1,-1 2-1,2 3-1437,-4 1 0,2 3 0,-2 0 1781,2 0 0,-2 0 0,1 1 0,6 0 0,-10 2 0,8 1 0,-8 4 0</inkml:trace>
  <inkml:trace contextRef="#ctx0" brushRef="#br0" timeOffset="4750">1897 5523 12685,'0'-5'5085,"0"2"-4827,0 3-62,-99 73-2186,62-43 1,-2 2 2031,1-2 0,-6 5 0,-1 0 0,3-1-18,-1 3 0,3 0 1,-1-1-7,-1 3 0,-1-1 0,1 0-22,2 0 0,1-1 1,1-1-23,5-4 0,1-1 0,2 0-165,-6 7 1,5-3-244,-7 16-2938,21-19 3372,23-16 0,-3-9 0,8-6 0</inkml:trace>
  <inkml:trace contextRef="#ctx0" brushRef="#br0" timeOffset="4967">1618 5732 14914,'24'-35'952,"0"-1"1,1 0-1,8-12 1,-1 10-382,7 21 203,0 11-220,5 17-38,7 17-329,-20-7 1,1 5-1626,14 15 1,0 2 1460,-13-12 0,1 1-8,-2-1 0,3 3 0,-3-3-117,2 2 1,0-2-555,10 9 1,1 1 655,2 3 0,-2-4 0,-19-17 0,-1-2 0,18 20 0</inkml:trace>
  <inkml:trace contextRef="#ctx0" brushRef="#br0" timeOffset="5783">817 6826 12321,'-2'-8'6110,"0"2"-5183,-4-28 0,0-7 81,0 11-762,-1-14 1,-1 2 230,3 23-281,0 8-269,1 5-17,-1 13 152,-2 15-3404,-11 39 3348,4-11-9,3 3 0,1 0-2,4-4 2,2-5 0,4-1 3,8 5-11,7 4 61,13-15-2201,3-19 2230,-1-13 2301,8-21-2262,-2-12 50,11-14 8,-22 14 1,-1-1 63,11-17-60,-6 2-108,-17 25-10,-5 8-202,-6 13 3526,-3 11-3374,-4 18-1,-8 21-14,2-9 0,0 1 0,3-12 1,1 0-29,-5 16 0,3-2-70,3-3-255,4-3 1,3 0-581,7 8 197,2 7-1165,10-21 694,-5-22-6307,18-7 7517,1-23 0,-6 7 0,-5-7 0</inkml:trace>
  <inkml:trace contextRef="#ctx0" brushRef="#br0" timeOffset="6157">1286 6614 6966,'-48'-31'793,"-1"-1"0,1 1 0,9 4 0,1 1 1,0 7 177,-21 7 1,4 10-462,-7 3-87,3 5 0,-2 5 18,18 7 0,1 4-279,6-1 1,0 2-1,-2 5-32,4 4 0,-2 5 1,2 2-1,1 0-557,3 0 0,1 1 1,2 0-1,0 1 432,-1 0 1,1 1 0,2 0 0,2 4-12,2 8 0,2 5 1,4-2-1,3-6 294,-1 4 1,7 0-313,7-4 0,5 7 0,4-2 1,2-10-3,4-7 1,9-6 1,7-4 0,10 2 1,2-3-1,-3-7 10,3-5 0,4-8-19,6-2 1,10-2 0,1-2 0,-9-3 26,0-3 1,1-6 49,-4-3 1,10-4 0,3-3 0,-3 0 0,-11 2-394,-9 2 1,-7-1 0,4-1 363,8-4 1,6-2-1,0-2 1,-6-1 77,-2-8 0,-5-2 1,-4 2 92,0 2 1,-2-4-113,-5-1 0,2-7 0,-3 0 0,-6 5-32,-7 2 0,-5-1 62,-2-14 1,-3-9 0,-8 8-27,-10 9 1,-8 4-23,1 3 0,-3-2 0,-2 6-14,-7 5 0,-4 7 778,-14 2 0,-5 7-893,-7 8 0,-2 6-1129,0 2 1,0 4 462,2 0 0,3 6 739,7 10 0,8 1 0,13-6 0,-9 11 0</inkml:trace>
  <inkml:trace contextRef="#ctx0" brushRef="#br0" timeOffset="7000">3223 6436 8702,'0'-4'7203,"0"1"-3971,0 3-3064,-33-17-61,18 16 89,-37-6-51,19 23-27,-14 8-29,-6 2 7,-4-1 35,21-11 1,1-1 13,-12 3 51,-4-3 487,26-10-285,11-2-180,1-1-229,11 0-162,2 0 161,0 6 96,0 12-67,-1-1 11,-2 23-17,2-12-5,-2 7 44,3 13 12,0-20 96,0 16-108,0-27 107,0-4 257,0-10 236,0-1 5,0-2-213,0-7-425,0 1-6,3-14 1,4 1 4,19-12-21,6 6-12,13 0-5,-13 13-18,5 6 12,-6 9-16,11 8-52,2 10-100,-17-2 0,0 3-347,12 24 215,-20-15 1,-5 1-59,-5 15-54,-15-14 0,-7 1-264,-4-6 1,-6 0-597,-22 13 1,-5-2-222,14-12 1,-3-2 1520,-4-3 0,-4-1 0,8-4 0,0-2 0,-16 3 0</inkml:trace>
  <inkml:trace contextRef="#ctx0" brushRef="#br0" timeOffset="7424">2911 6285 12090,'0'-5'4034,"0"0"-3542,0 5-122,-81-26 201,24 36-709,17-11 1,-7-2 0,2 8 482,5 15 1,1 8-1,2 1-1203,2 0 1,1 1-1,1 2 882,-1-1 0,1 1 1,2 3-12,2 6 0,3 3 0,3-1-478,-2 16 0,4-1 459,0 0 0,3 2-267,10-6 0,4 3 0,5-4 233,7-2 1,6-2 9,-2-4 0,3 2 1,5-5-44,16 3 0,4-7 36,-8-9 1,5-3-121,7-7 1,8-2-1,-2-4-12,-7-5 1,0-4 0,1 0 91,7 2 1,2-1 0,2-3 18,-1-6 1,3-4 0,-1-1-1,-6 0 114,7-2 0,-1-4 162,-2-2 1,7-5 0,-1-1-1,-10 2 17,-7 0 1,-4-4 273,8-12 1,3-7 0,-10 0-124,-15-2 0,-8-1-240,8-9 0,-5-2 33,-14-3 1,-11-2-156,-5 18 0,-5 0 1,-1 2-17,1-11 0,-5 0 9,-11 3 0,-9-1 0,1 8-29,-3 12 1,-4 7-64,2 0 1,-4 1-1,0 5-247,2 8 1,1 5 0,0 2-533,-12 2 0,1 4 854,-9 5 0,6 2 0,11 2 0,2 2 0</inkml:trace>
  <inkml:trace contextRef="#ctx0" brushRef="#br0" timeOffset="20759">1059 9110 10870,'5'-58'3276,"-1"1"1,0 3 0,-2 7-2090,-5 11-447,-6-1-68,-9 9-544,-3 3-122,-11 7-12,7 12-5,-14 10 11,-1 11 5,4 6 1,0 4-3,10-6 0,1 3-220,-13 15 0,1 4 220,13-9 0,3 0-29,-4 6 1,1 2 2,6-6 1,3 0-90,-3 27 45,17-24 95,13-8 23,3-20 61,17-11-17,6-14-37,-5-5 1,3-4 22,-5 0 1,0-4-163,6-10 1,-3-2 172,-8 0 1,-4-1-43,-5 8 1,-2-2 21,1-11 1,-2-4 25,-1-3 0,0-2-17,0 1 1,0 1-26,-1 2 0,-2 3 170,-1 7 1,-1 7-80,-3 4 116,1-9-297,-5 32-72,-1 2-136,-2 21 242,1 1 34,-4 39-20,1-22 0,0 4-266,0 4 0,-2 4 0,2 1 252,-2 15 0,0 2-11,2-15 0,1 2 0,0-3-432,3 8 0,2-2 305,3-5 1,1-3 25,0-12 0,3-2-699,8 5 1,3-5 255,5-5-602,12-6 1,5-7 462,10-23 607,-15 5 0,-2-3 14,13-24 230,-20 4 0,-1-1 100,6-9 107,-5 3 0,-3-2 1018,-7-13-447,-4 5-554,-13 10 1711,-12 18-1812,1 11 709,-3 1-961,8 4 463,2 1-575,2 0-31,1 6 87,0 1 5,1 3-21,4 1 66,8-4 51,6-1-3381,7-5 3330,-5-5 57,14-14 61,-13 0-56,5-4 258,-11-3-219,-11 15 151,-2-11-145,-9 12 3297,-1-2-3426,-10 6-51,0 4 18,-12 11 16,6 1-28,-9 20 12,8 2 7,9-4 1,3 2 14,-3 23 5,11 8 1,10-25-85,25 8-61,6-22 94,-6-8 1,2-2 11,2-7 1,1-5-7,5-4 1,-1-3 36,-7 0 0,0-2 19,18-15 1,-3-3-402,0-6 448,-16 6 0,2-7 1,-7 3 9,5-16-21,-14 8 0,1-6 0,-5 1-443,-5-2 0,-3-1 450,1 3 1,-1-4 0,-2 4-10,0-2 0,-2 2 157,-2-10 0,-2 3 151,-4-2-28,-4-8-201,1 39-45,1 13-241,3 10 484,-3 12-366,-4 24 38,4-7 1,0 3 198,0-1 0,1 2-204,-2 10 0,-1 6 1,1-5-396,1-5 1,1 1 371,0 2 1,-1 8 0,2 1 0,1-6-669,1 8 0,3-2 420,2-4 1,1 3-1,5-6-530,6 1 1,7-6-679,6-8 1,3-5-1149,23 6 2123,-12-24 0,-1-5 1,-11-2-1,16-4 0</inkml:trace>
  <inkml:trace contextRef="#ctx0" brushRef="#br0" timeOffset="21382">2648 9020 15905,'-3'-2'5640,"2"0"-4189,1 2-1059,-66-9-241,43 10-134,-14-5 0,4 3-23,25 7-27,5 3 22,11 4 67,6 0 78,17-1 28,9-7-22,8-11 6,2-6 67,-6-8 128,-10-2 40,-12-1-72,-11 0-40,-9 1-51,-6 3-22,-7 4-106,0 5-12,-17 4-50,3 7-6,-17 8-33,2 10-17,-1 13-17,5 9 40,9 5-29,10 3-16,13-1 39,9-11-34,29 10 45,10-22-308,-8-9 1,4-3 304,3-8 0,1-4-14,4-6 0,1-3 6,1-4 0,0-3-385,-2-5 0,-2-4 390,-3-3 1,-2-4 30,-2-3 1,-3-3 21,-3-6 1,-4-3-9,-1-5 0,-5-1-617,-5 8 0,-2-1 623,-1-10 0,-2-1 114,-5 7 1,-3 1-177,0 4 0,-2 1 174,-4 2 0,-3 5 538,-9 1-578,-2 15 618,2 9-751,7 8 1185,-1 9-1203,0 15 29,-7 23-4,6-10 1,1 4 92,-1 8 0,2 4-95,0 5 0,3 1-626,2 4 0,4 0 444,3 0 0,3-1-163,5-5 1,4-2-194,3-6 0,4-4-294,0-6 0,3-5-633,-3-6 1,0-4-6647,15 7 8122,-14-14 0,-14-10 0,-7-4 0</inkml:trace>
  <inkml:trace contextRef="#ctx0" brushRef="#br0" timeOffset="21549">3208 9017 20056,'-44'-4'985,"-1"0"1,1 0 0,18-1-997,37-3-157,19-7-420,29-7-635,-15 8 1,1 1 589,-6 1 0,2 2-2644,5-1 0,3 1 0,-3 0 3096,-5 1 0,-2 1 0,8-1 0,-4 0 0,-11 3 0</inkml:trace>
  <inkml:trace contextRef="#ctx0" brushRef="#br0" timeOffset="21792">4129 8594 19412,'0'-4'4755,"0"1"-3663,0 3-1008,-54-16-33,16 29-37,-5-8 0,0 5-332,15 14 1,4 6 317,0 3 0,3 2-12,4 1 1,4 1-6,4-1 0,4 1-3,8-2 1,4-2-15,6-1 1,5-3-46,7-2 1,4-4-258,5-1 0,4-5-886,5-3 1,3-3 1221,11-3 0,-2-3 0,6-1 0,-1-4 0</inkml:trace>
  <inkml:trace contextRef="#ctx0" brushRef="#br0" timeOffset="22209">4792 8716 25954,'-19'-58'-68,"13"9"7,37 39-29,10 4-95,15 16 90,-8 10 45,-4 9-29,-12 14-33,-16-2 50,-3 13 53,-16-21 1,-4-1 8,-11 18 23,-8-4 22,-1-13 5,10-13-28,-1 1-10,9-8 10,5-8-22,7-3 11,9-4-218,18-3-717,20-5-421,-7-1 1,4 0-293,-4-2 0,0 0 715,1 0 1,-1-1-3076,1-4 1,-3-1 3996,15-9 0,-9 4 0,-20 10 0</inkml:trace>
  <inkml:trace contextRef="#ctx0" brushRef="#br0" timeOffset="22415">5620 8429 27286,'-37'-26'9,"1"0"1,1 1-1,14 11-76,26 21 50,14 17 17,13 18-67,-3 0 0,0 5-770,-3-2 0,-2 3 445,-8-9 0,0 3 0,-4-3-171,-2 1 0,-6-1-2560,-9 10 1,-6-2 2564,0-16 0,-1-2 1,-11 22-1,6-24 1</inkml:trace>
  <inkml:trace contextRef="#ctx0" brushRef="#br0" timeOffset="23215">3533 9086 15048,'-5'1'4935,"2"0"-998,3-1-3870,-3-5-72,2 4 16,0-3 28,5 4 230,16 1-191,-8-1 174,16-1 90,-16-3 5,2-2-44,-4-5-68,-2-4-44,-2-4-18,-3-3 23,-1 1-33,-6 3-18,0 5-61,-2 4 6,-1 4-152,4 3-50,-2 2 68,3 3 21,-9 13 23,3-3-5,-10 27 16,11-10-78,1 17-45,11-16-1211,26 18 153,-5-23 1170,19 3 0,2-3 0,-18-10 0,2-4 0,-1 0 0</inkml:trace>
  <inkml:trace contextRef="#ctx0" brushRef="#br0" timeOffset="24882">4264 8481 8438,'-1'-7'5243,"0"2"-3518,1 5 2135,0 0-3569,-16-11-240,10 8 27,-21-8 68,7 16 128,-12 0 157,-10 7-257,7 0-113,5-2 29,10 3 5,5 0 0,-5 6 45,-5 12-67,3 0-45,2 1 73,4 6 39,3-1 28,-5 12-17,0 2-62,6-18 1,0 0-530,-7 22 468,2-2 11,7-9-17,8-8-3180,8-1 3231,4-6 218,32-6-207,-13-14-56,5-2 0,4-2-128,-6-3 1,2-2-2716,23-1 0,1 0 2448,-13-1 1,-2 0 0,-3 0-1,-5 0 1,-6-1 0</inkml:trace>
  <inkml:trace contextRef="#ctx0" brushRef="#br0" timeOffset="168298">28798 11965 20168,'30'-44'806,"-6"12"-442,-12 85-238,-9-16 0,-1 2-93,1-2 1,1 3-536,-4 16 0,-2 1 533,0-11 0,-2-1-15,-1 17 1,-1 2 11,1-18 0,1 0 0,-1 1 22,1 4 1,0 1-1,0-1-2,0 10 0,1 2 44,1-15 1,1 4-1,1 0 1,-1-2-636,1 1 1,0-2-1,0 4 604,1 1 1,-1 5 0,1 0 0,0-1-6,-1-7 0,1-1 0,0 0 0,0 1-7,-1 1 0,1 1 0,0 0 0,-1 0-10,1 1 0,0 0 0,-1 1 1,0 0-10,0 1 1,0 0 0,-1 1 0,1-1 1,0 1 0,-1 0 0,1 1 1,0-1-10,-1 1 1,1 1 0,-1-1 0,1 0-3,0 0 0,-1 0 0,1 1 0,0-1-2,1 0 1,0 1 0,0-1-1,0 1-7,0-1 1,0 0 0,1 0 0,-1 0-18,1 0 1,1-1 0,-1 0 0,0 0-495,1 0 1,-1-1 0,-1 0 0,1-1 471,0-1 1,-1-1-1,0-1 1,0 0-47,0-2 0,0 0 1,-1-2-1,0 1-611,0 10 1,-2-1-1,1-1-889,0-5 1,-1-1 0,1-3 1572,-2 10 0,0-5 0,0 10 0,2-33 0</inkml:trace>
  <inkml:trace contextRef="#ctx0" brushRef="#br0" timeOffset="169292">31477 12063 14034,'0'-5'5002,"0"1"-2275,0 4-1931,4-47-689,-2 36-214,2-36-201,-4 47-17,0 2 246,0 2 79,0 9 56,1 21-11,2 11-14,-2-12 0,0 2-354,1 2 1,0 0 350,-1 25 5,0-21 1,0 2-14,-1-7 0,1 2-18,-1 9 1,1 4 27,0-7 0,1 2 0,-1-3-11,0 3 1,1 1 13,0-1 1,1 4 0,0-3 24,0 4 1,1 2-9,0 2 1,1 5 0,0-1-1075,0-6 1,-1-2 0,1 3 1046,0-6 1,0 2 0,1-1 0,-1-3-209,-1-3 1,1-2 0,0 4 247,2 4 0,0 4 0,1 0 0,-2-6-24,2 6 0,-1 2-140,1 1 0,2 8 0,-1 2 0,0-6 164,-2-8 1,-1-4 0,0 3-230,1 1 1,0 4 0,0 1 0,-2-3 202,1 6 1,0-1-1,-2-1-17,0 1 1,-1-1 0,0-2-10,-1-12 0,0-2 0,0 2 37,-1 18 1,0 3 0,-1-3-5,0-18 1,-1-3 0,0 3-4,0 16 0,0 3 0,0-3 304,-1-12 1,0-2 0,0-2-341,0 8 1,0-2 247,-1 5 1,0 1-246,-1-4 1,-1 0 13,1-1 1,0 0-188,-2 3 1,1-4 170,-3 8 621,2-23 0,-1-2-734,-2 7 1485,-3 6-3086,2-15-215,6-19 1923,-2 4 0,5-13 0,0 0 0</inkml:trace>
  <inkml:trace contextRef="#ctx0" brushRef="#br0" timeOffset="171892">30323 15981 25450,'11'-28'-785,"-3"8"701,-8 36 90,2 12-23,1 17-207,1 13-622,-1-17 1,0 0-573,2 15-2142,-1-16 1,0-2 3559,3-1 0,-2-6 0,-1-15 0</inkml:trace>
  <inkml:trace contextRef="#ctx0" brushRef="#br0" timeOffset="172276">30571 15805 21752,'-45'-32'307,"0"0"0,0 1 0,7 2 0,1 2 0,3 8-201,-1 10 1,1 5-335,1 1 1,-3 2 350,-20 7 0,-4 3-906,6 3 1,1 5 802,11 0 1,-2 2 0,5 2-16,-2 3 1,4 4-37,-9 11 0,4 6 0,12-5 1,3 4 24,7-8 0,0 3 1,4 0-74,-3 22 1,10 1 96,13-13 1,5 2 0,6-3-12,2-6 1,4-2 0,2-1-1,1-1 1,2 0-1,6-3-7,6-5 0,6-2 0,3-2 0,-3-2-871,5-1 1,0-3-1,1 0 865,-7-1 1,2 1-1,0-1 1,2-3 0,6-4 1,3-3 0,-2-2 0,-6-3-175,4-1 1,-2-4 297,7-4 0,5-2 1,-7-6 95,-10-9 1,-5-8-59,-4-3 0,0-6 0,-5 2-112,2-4 0,-7-3 7,-4-7 0,-3-8 1,-9 5-534,-12 8 1,-5 2 480,4-13 0,-10 4-113,-21 20 1,-13 4 0,2 6-55,1 3 0,-2 4-373,-6-1 1,-5 0 0,3 4 539,9 6 0,2 2 0,4 1 0,3 0 0,3 1 0,-1 1 0,0-1 0</inkml:trace>
  <inkml:trace contextRef="#ctx0" brushRef="#br0" timeOffset="193488">1517 10044 21657,'-2'-40'463,"0"-1"0,1 2 1,-1 15-565,0 26 134,1 13 29,-1 19-51,-2 27-22,1-19 0,0 3-1109,-2 9 0,-1 2 384,2-14 1,-1 1-1,1-1-625,-2 10 0,0 0 1361,2-7 0,-1 3 0,1-9 0,0 7 0,-1 16 0</inkml:trace>
  <inkml:trace contextRef="#ctx0" brushRef="#br0" timeOffset="194510">1941 10105 11586,'-5'-2'4470,"1"1"-3994,-28 5 0,-8 6 381,-10 12-1150,4-9 1,-3 3 961,5 9 1,4 1-267,13-8 0,1 1 67,-14 10 1,2-1-275,2 2 384,6 2-452,24-15 252,8 15-324,10-7-23,5 3-5,6-13 12,10-3-80,11-3-88,17-2-13,-27-5 1,0-2-74,3-3 1,-1-1-258,2-2 1,1-1-54,1-2 1,0-2 130,-2 0 1,-1-1 255,-3 1 0,-2-1-2530,18-13 3003,-23 9 280,-13-1-11,-16 7 78,-4-2 29,-2 1-79,-2 3 315,0 1-735,3 4 3212,2 1-3503,3 2-17,2 2 44,1 5 34,1-1-11,11 6 34,-2-8 33,17 1 12,-4-11 38,8-7 29,-1-8 212,-2-10-184,-12 9 139,-7-8 40,-15 8-230,-7 1-78,-10 2-3386,-8 11 3385,3 4-4,-7 11-29,7 6-6,-3 11-21,3 18 27,13 0-6,5 14 18,11-19-40,12 8-28,10-14-28,13 3-16,11-11 58,-13-16 0,0-3 14,16-3 14,-13-6 1,0-4 13,9-14 50,-14 1 1,-1-2 39,12-19-23,-22 18 1,-4 0 38,-1-4 130,-7 5 3430,-7 15-3643,-2 2-107,-2 6 40,-1 7 66,-1 6-22,0 1-11,1 9-50,9-3 56,4-1 22,4-4 16,19-9 7,-13-8 16,25-7 56,-13-8 118,13-16-17,-12 1-56,-5 0 191,-13 5 55,-9 8 141,-1 0-393,-5 9-179,-2 6-16,-5 15 61,-2 3 5,-16 28-8,6-5 1,-1 2-1,4-8 0,-1 3-310,0 6 1,-2 5 0,4-3 166,3-3 1,3 1-279,-4 17 1,2-1 62,6-20 0,3-1-1488,8 9 1,5-4-5675,15-1 7523,14 5 0,-16-32 0,-9-10 0</inkml:trace>
  <inkml:trace contextRef="#ctx0" brushRef="#br0" timeOffset="195054">3345 10385 23696,'-13'-59'-39,"1"23"78,2 72-5,-5 11-6,-8 6-346,-5 0 329,0-5-3211,4-12 3244,9-15 583,7-10 34,7-11-431,0-4-106,4-15-35,8-31-50,-3 19 1,1-1-142,3-11 0,1 0 163,0 5 1,-1 3 34,8-17 3384,0 6-3373,-13 29-135,1 0-146,-6 15 118,1 9 90,8 9-45,10 17-1,11 14 31,-12-19 0,1 1-28,0 2 1,2-1 2,0-1 1,1 0 16,0-4 1,0-1-35,12 8 29,10-4 33,-26-19 84,15-1-16,-19-21-1,6-11-16,-7-18-1,-2-13-50,-10 23 1,0 0-7,-1-20 29,-1-11-51,-1 32 17,0-5 422,0 21-1828,0 10-442,6 4-1418,12 7-3774,15 7 7012,5 4 0,-11-5 0,-11-5 0</inkml:trace>
  <inkml:trace contextRef="#ctx0" brushRef="#br0" timeOffset="195410">4326 10289 17893,'8'0'5260,"0"0"-4549,-8 0-5,0 0-622,-59-5-39,21 18-43,1-11 1,-2 3 8,11 14 1,5 5-35,-3 8 12,-3 15-11,23-13 5,18-7 45,11-8 0,14-7-11,-3-6 72,24-9 51,-21-5 118,13-6 78,-22-4-50,-12-3-45,-12-11-174,-13 3-50,-3 0 16,-10 4-27,4 11-45,-2 0-180,6 8-358,7 3-857,4 6-1422,10 8-4196,14 4 6204,8 3 0,-13-10 0,-8-5 0</inkml:trace>
  <inkml:trace contextRef="#ctx0" brushRef="#br0" timeOffset="196144">4999 10354 23028,'-52'-7'478,"0"0"0,2 2 0,4 6-400,-7 28-27,2 7-56,6 4-35,11-1-4,13-6 10,12-6 51,15-8 95,8-9 62,14-9-50,10-14-35,8-13-30,-20 7 0,-2-4 2,1-3 1,-2-4-123,-1-5 1,-3-3 110,0-4 1,-3 0-26,-4 7 1,0 0 97,1-12 0,-1 1 174,-1-1 45,1-10-90,-11 37-146,-2 12-140,0 6-106,-3 3 289,0 10-165,-2 11 4,0 18-10,6 11-96,13 10-365,-1-28 0,4 0 17,6 0 1,3-1-182,3 0 1,3-3-68,2-2 0,0-3-15,0-4 1,-1-4-2,-1-4 1,-1-4 214,15 1-79,16-15 846,-22-6 476,13-8 510,-23-3 212,-11 1-200,-10 4-438,-5 6 75,-6 6-826,1 4 17,-1 2-538,2 0 376,5 0 124,5 2-1,9 0-6,6 0 40,3-5 90,0-7 21,-6-7 29,-8-7 11,-6-5-5,-8-2 100,-7-1-123,-1 9 297,-12-3-325,5 15-78,-11-2-57,0 13-66,-4 10 38,-3 13-10,2 30-12,15-10-196,11-6 0,8 1-504,19 17-670,-4-21 1,3 0 1386,8 0 0,0-4 0,4 3 0,-3-8 0</inkml:trace>
  <inkml:trace contextRef="#ctx0" brushRef="#br0" timeOffset="196610">6471 10171 23595,'11'-14'-4122,"49"0"-460,2 9 3450,-7 2 0,-5 1 0,-14 1 0,0 0 0</inkml:trace>
  <inkml:trace contextRef="#ctx0" brushRef="#br0" timeOffset="196787">6621 10433 25242,'56'-10'-4916,"-20"4"1,1-1 3975,0-1 0,0 0 1,19-4-1,-40 9 1</inkml:trace>
  <inkml:trace contextRef="#ctx0" brushRef="#br0" timeOffset="198610">7494 10094 23310,'-24'10'-28,"0"9"39,10 13 0,1 5-396,0-3 1,1-1 384,1 1 0,1-2 252,-5 18-235,4-7 105,-1-2 24,6-21 475,-2 6 147,7-25 69,3-23-641,3-12-70,3 0 0,1-4-59,0 7 1,2 0-360,3-6 1,2 3 308,6-6-6,5 4-44,-6 18-85,11 1 68,-9 9-12,13 11-11,4 17-5,3 7 2,-17-6 1,0 1-223,17 20-178,-1 1-112,1-4-22,-2-8 84,0-12 229,0-11 885,0-15-504,-1-9 101,-4-11 106,-6-4-134,-9 5 11,-6 3 504,2-13-297,-7 14-28,4-9-190,-11 21-196,-2 7-409,-3 6 336,1 2 72,-4 12-10,0 17-34,2 2-11,9 9-6,8-11-5,10-6 50,4-8 39,-3-10 67,5-6 191,9-24-118,-12 7 107,14-26 50,-25 11 0,1-10-101,-5-2-5,-5 4-79,-3 9 135,-2 1-185,-2 17-168,0-3-494,0 10-1746,0 1-6924,5 17 9287,0-4 0,1 6 0,-2-10 0</inkml:trace>
  <inkml:trace contextRef="#ctx0" brushRef="#br0" timeOffset="199204">8653 10438 25590,'17'-29'526,"-2"5"-436,7-18-40,-1 0-25,-5 7 0,1-3-2004,0-3 1,-2 0 1989,-2 6 0,-1-2 25,4-21 1,-3-1-7,-7 21 1,-2 1 5,3-14 1,-2 2 1205,-8-10-1186,-1 23 760,-6 10-800,4 18-128,-1 0 34,1 14 2320,-4 12-2248,-8 20 9,7-9 0,0 4-431,-1 7 0,2 2 428,0 7 0,3 0 0,2 2 0,3 0-20,4-2 1,4-1 5,4-4 0,3-3 8,-2-10 1,4-3 5,14 5 0,5-6 28,19-3-23,-13-10 1,3-5 13,-5-12 1,0-7-3,1-3 0,-1-5 8,2-6 0,-2-5 11,-1-5 1,-3-4-21,-1-6 1,-3-4-11,-2-6 0,-4-2-522,-1-3 1,-4 0 568,-4 3 0,-3 0-3,-3 7 1,-3 1-172,-5 9 0,-3 1 228,-9-21-1,-6 17-5,-1 16 617,4 14-734,2 14 1124,-4 18-1119,-6 20 19,8-8 1,0 3-247,0 9 0,1 1 224,2-6 0,3 2-66,2 5 0,1 4 0,3-3-290,4 5 0,3 0-746,0-3 0,1 3 0,3-3-2458,9 10 1,2-4 3049,-1-9 1,0-4-1,6 11 1,-11-26 0</inkml:trace>
  <inkml:trace contextRef="#ctx0" brushRef="#br0" timeOffset="200237">1546 11632 16202,'-3'-49'1173,"-1"1"0,1 0 0,0 3 0,1 1 0,0 3-386,2-5 0,1 5-110,0-20-325,-1 12-145,-2 29-196,-2 18-44,1 15 69,-2 25-33,4-6 0,-1 4 0,1 10 0,-1 0-178,1-5 0,1 2 46,0 3 0,1 6 1,0-3-1037,1 7 1,0 0 370,0-2 0,1 3 1,1-3-1039,1 10 1,2-4-1051,0-8 0,1-5 2882,-1-11 0,0-5 0,2 2 0,-4-21 0</inkml:trace>
  <inkml:trace contextRef="#ctx0" brushRef="#br0" timeOffset="201770">1394 11840 18308,'49'-31'-465,"-1"0"0,1 2 0,0 7 274,-5 15 1,0 4-422,-1-2 0,-1-2 612,-3-1 0,-1-1 25,-5-1 0,-1 0 235,24-12-97,-11 0 417,-10 4 19,-12 4 191,-10 6 39,-8 4 362,-5 5-843,-5 4-63,-4 6-257,-3 9-67,0 10 11,4-7-28,12 7 22,10-15 56,20-1 6,-8-8 140,17-13 95,-17-10 90,2-11 112,-10-8 22,-10-3 7,-13 1-57,-10 4-135,-11 7-22,-6 9-62,-4 8-128,-4 9-45,0 11-40,1 11-33,4 13 12,11-1-57,7 25 0,15-14 0,5-12 0,4 0-240,18 19-298,18-7 171,-15-24 0,3-4-72,5-4 0,0-3-31,26 2-101,-13-13 0,3-7 453,-3-9 0,-1-3-1474,-4 6 0,-1-1 1723,-2-8 1,-4-1 446,-4-7 291,-6-2 357,-3-5-581,-12 11 1259,-10-1-1539,-4 20 49,-3-4 3077,1 12-3518,0 1 185,0 6-124,-4 7 27,-2 14-4,-3 10-12,3 7 22,2 3-22,4 1-78,3 2-1,3-16 85,-1-7 44,3-18 314,2-13-145,5-11 77,11-28-44,-3-7-554,0-4 543,-8 3-165,-4 17 109,-1-2-101,-2 13-179,-1 12 17,-1 6-74,0 5 582,6 5-408,6 7 155,17 21-154,-1 1-1,1 4-11,-4-3 6,-9-8 0,3 1 39,-7-10 22,-6-10 209,1-10-175,-5-6 28,12-17 11,2-9 11,7-11-22,-9 16 0,0 0-5,10-14-63,2 0-32,-13 23-40,-2 7-96,-5 10 57,5 8 28,3 11 22,0 5-50,9 17-90,-4 0-174,-6-7 1,0 1-925,13 23 275,-2-3-1887,6-9-1816,0-20-2756,15-2 5244,5-18 2195,-19-12 0,0-4 1552,19-16 1646,-5-6 2476,-15-2-2190,-14 9-331,0-8-1842,-10 13-427,-3 5-396,-5 12-337,0 4-173,-1 2-438,0 4 158,1 4 330,0 16 33,3 17-33,1 2-17,-1-10 1,1 2-1700,-1 7 1,0 0 1689,0-8 1,-1 2-3,0 23 0,-1-1-1197,-3 0 1194,2-23 0,-1-1-25,-3 1 51,2-22 167,0-6-140,1-19 2763,1-6-2813,-2-14 0,1-4 12,-1-11 715,1-8 1,-1-2-720,2 24 1,0-1-446,-1-20 1,1-8-1,0 5 476,0 6 1,0 1-14,0-2 0,0-5 0,1 9-9,-1 12 0,3 3-200,6-8 1,4 3 188,17-6-32,-5 16 1,1 2 9,15 4-1336,-5 19 0,-1 6 1335,4 6-490,2 12 0,-2 7 434,-4 22 346,-13-11 1,-5 1-286,-6 19-27,-27-9 0,-8-2-6,-3-5-53,-9-2 0,-6-5-546,-15-15-375,19-11 0,0-3-2375,-24-5 3394,3-10 0,36 2 0,2-1 0</inkml:trace>
  <inkml:trace contextRef="#ctx0" brushRef="#br0" timeOffset="202178">4787 11604 16521,'-8'0'6022,"2"0"-5076,6 0-403,0 0-980,-54-6 40,58 1-684,-17-8-84,41 5 0,20 3-824,2-1 1,2 0-1440,2 1 1,0 2 917,-4 2 0,-4 2 2510,15 2 0,-27 2 0,-27-3 0</inkml:trace>
  <inkml:trace contextRef="#ctx0" brushRef="#br0" timeOffset="202337">5052 11748 14643,'-55'24'2662,"0"0"1,7-3-1,7-3-1682,7-4-308,16-7-504,11-4-266,7-2-81,7-1 34,13-2-230,6-1-4541,14-4 1,5-1 4896,16-3 0,-24 3 1,-4 1-1,-3 1 0</inkml:trace>
  <inkml:trace contextRef="#ctx0" brushRef="#br0" timeOffset="203270">6191 11594 10855,'0'-6'7747,"0"0"-6279,0-26 1,0-6-164,0 11-868,0-13 0,0 3 414,0 26-851,-1 6-158,-1 7-16,-2 11 191,-4 16-17,-3 18 8,4-16 1,0 2-1,0 4 1,1 1-830,0 2 0,1-1 810,-1 23-237,3-21 1,1-2 174,3 1 68,2 8 184,1-34-39,0-12 124,10-24-169,5-11-34,-3 4 1,0-2 855,2-2 0,0 0-859,0-2 1,1 0-25,10-17 90,-8 19 0,1 2-141,7-3-45,15-7-5,-9 25-50,4 11-68,0 15-85,1 13-200,-5 18-381,-6 11-456,-5 6-1331,-4 1 1053,-5-15-5069,16 6 846,-1-31 6165,24 0-357,-12-22 0,-6-8 0,1-5 492,10-15 2650,-14 9 1,-3-4 1539,6-19-1988,-13 0-750,-10 8-633,-8 10-701,-5 12-537,-2 10 161,-5 9-251,-5 11-28,-4 12-22,0 10-23,4 5-39,8-1 62,6-11-129,19 4 179,7-18 57,6 1 144,22-18-4,-15-10 38,17-11 96,-17-7 117,-7-5 50,-8-1-26,-8 1-114,-8 4-150,-5 5-147,-3 8-139,-1 9-381,-1 3-409,1 5-532,5 5-941,8 6-768,10 13-5578,11 17 8704,-7-6 0,-6-4 0,-14-18 0</inkml:trace>
  <inkml:trace contextRef="#ctx0" brushRef="#br0" timeOffset="203820">7651 11909 25584,'39'-36'347,"-3"0"-291,-13 4-5,7-12-2842,-5 3 0,0-1 2799,-6 11 0,-1-1 9,11-23 0,-1-1 515,-9 16 1,-1 1-483,2-9 0,-2-1 17,-4 7 1,-3 3 13,-3 6 0,-4 3 956,-3-12-892,-6 15-122,0 14-62,-1 7 3063,3 5-3175,-4 8 658,-7 12-524,-8 20 5,9-10 1,0 2 0,-2 7 0,3 3-522,1 4 0,3 2 530,1 1 1,4 1-24,7 9 1,5-1 16,-3-19 1,3-2-6,12 10 0,6-6-567,23-3 570,-15-18 0,3-5-1,3-4 1,2-7-11,13-11 0,0-8 22,-7-1 0,-3-3 8,1-4 0,-4-2-2,-13 3 0,-3-4 10,3-16 1,-4-5-567,-4 3 1,-2-2 580,-2 2 1,1-3 0,-3 0 49,-1-11 1,-4 2-233,-2-2 0,-4 4 212,-3 20 1,-1 2 973,-6-27-878,-2 44-230,-2 2 22,3 13 474,-7 29-417,0 18-12,-3 11 152,7-13 0,0 2-177,4-4 0,0 3-251,1 1 0,0 4 1,1-1-438,0-4 0,2-1 0,-1 0-362,0 19 0,1 0 1081,0-17 0,1-1 0,0-7 0,0 7 0,0 18 0</inkml:trace>
  <inkml:trace contextRef="#ctx0" brushRef="#br0" timeOffset="205677">967 12975 20448,'-25'-42'414,"-1"1"0,-2 2 1,-1 11-309,-8 28-78,-9 8-34,11 2-38,2 33 44,23-18 8,9 9 0,5 1-8,8-6 0,7-2 0,4-1-396,20 6 407,-13-13 0,2 1-3,8 2 1,0 1-23,-9-5 0,0 0 8,-2-1 1,-2-1-18,5 10 40,-21-8 67,-7 4-17,-23-1-27,-20 0-7,9-11 1,-3-1-295,-6 0 0,-1-2 292,-3 0 0,0-3 8,2 0 0,2-2-45,5-1 1,3-3-1292,-15-17-736,24 3-3164,16-14 5197,15 4 0,-7 19 0,1 1 0</inkml:trace>
  <inkml:trace contextRef="#ctx0" brushRef="#br0" timeOffset="205904">1532 12734 15737,'1'-4'5836,"0"1"-5310,-1 3-463,-22 66-33,17-30 1,0 2-253,-8 10 1,3 3 201,12 8 1,5-5-37,2-7-384,8 2 0,2-1-411,0-8-768,-2-6 0,-1 0-8212,-1 6 9429,-2-9 1,-7-9 0,-6-19-1</inkml:trace>
  <inkml:trace contextRef="#ctx0" brushRef="#br0" timeOffset="206870">1447 13246 11379,'-4'-4'9292,"1"0"-8099,3 4-1450,-19-38 251,25 27-212,28-31 64,-4 37 0,6 5 33,14-4 1,1-1 66,-5 0 1,-2-1 39,-4-1 0,0-1 17,-4-1 0,-3 0 8,15-6 34,-1-3 246,-11 1 168,-8 3-190,-8 3 471,-16 9-684,-21 12 185,-16 18-163,-2-1-36,8 1 0,3 2-30,6 6-1,-1 13 0,24-15 39,13-9 96,12-10 72,9-10-83,-7-9 285,19-20-269,-27 6 90,-1-6 0,-3-3 16,-7-10-61,0-17-106,-14 21 111,-17-6-105,-10 20-85,-2 1 1,-5 11 4,-7 19-21,7 4-1,-12 16 1,24-5-18,5 14-22,13 10-95,7 8-68,4-24 1,4 0-227,5-4 0,4-2-199,6 0 1,3-4-481,8-1 0,2-4 872,-6-4 0,2-3-151,24-2 0,-1-5 342,3-5 173,2-8 0,0-5 146,-31 1 0,-2-2 170,11-6 1,-3-3 394,4-16 168,-14 0-145,-13 2-202,-8 7-201,-4 9-280,-2 10 519,-1 6-704,0 25 11,0 10-6,1 10-5,1-3 0,1 1 11,1 20-68,-2-16 1,1 2 72,-2-8 1,0-2-3,-2-3 0,-1-1 14,-2 18-6,-1-20 107,2-13 145,-1-17-230,-5-13-27,-7-17 5,0-4-101,5 6 0,1-3 95,2 2 1,1-2 19,-2-17 1,2-2-161,3 8 1,1 0 139,1-4 1,1 2-6,2-7-6,9-10 1,-3 33-62,23-27 27,-3 31 1,17-7-22,0 19 49,-6 7-27,-5 12 0,0 6-17,12 14 36,-14-4 1,-3 4 2,1 25 17,-26 3 185,-12-11-185,-25 3-56,-11-10-291,-2-7-863,-3-6-3422,19-22 4632,11-7 0,10 0 0,7 0 0</inkml:trace>
  <inkml:trace contextRef="#ctx0" brushRef="#br0" timeOffset="207203">3291 13163 25791,'-17'-40'-106,"4"8"-449,12 32-1254,1 3-6509,8 8 8318,1 1 0,1-1 0,-2-4 0</inkml:trace>
  <inkml:trace contextRef="#ctx0" brushRef="#br0" timeOffset="208277">3236 13246 10567,'3'-9'6497,"0"2"-5559,5-22 1,1-5 500,-3 2-520,4-14 0,1-2 22,-5 8-499,0 2 308,0 6-145,-4 13-111,0 1-214,-3 9-353,1 4-22,-2 5 11,-1 7 100,-3 12-4,-3 14-1,1 13-17,4-13 1,2 0-1,0 14 14,3-14 1,1 0 2,5 11-11,1 8-11,0-7 33,-2-12 51,-1-10-17,-2-12 246,-1-7 96,-1-6-163,4-17-179,1-8-33,2-20-1,-3 8 0,-1-15-5,-3 7 34,0-8-23,-1 8-3398,0 12 3359,0 17-84,0 8-241,0 9 140,2 31-690,4-1-1684,4 31-68,1-19 2251,11 15 1,-14-36-1,5 8 1</inkml:trace>
  <inkml:trace contextRef="#ctx0" brushRef="#br0" timeOffset="208677">4064 12999 20543,'-2'-2'2229,"0"0"-2218,2 2-22,-56 26-6,38-5 23,-12-3 0,3 1 78,27 3-12,3-10 236,8-5 96,5-5 94,17-6-134,-1-5 95,5-7-212,-17 3 369,-6-6-476,-10 8 135,-4-11-219,-3 14-28,-7-6-112,-5 8-51,-2 2 23,0 2-1199,-4 16-1910,10 5-610,-3 7 2983,10 4 0,3-17 0,1-1 0</inkml:trace>
  <inkml:trace contextRef="#ctx0" brushRef="#br0" timeOffset="208960">4160 13412 24178,'-42'26'24,"1"-1"0,5-5 1,8-1-48,21-1 79,6-10 56,1 2 655,3-8-72,2-1-280,6-6-247,5-3-84,4-8-101,1-3-319,-3-1-824,-5 3 124,-6 5 1036,-4-1 0,-2 9 0,0-3 0</inkml:trace>
  <inkml:trace contextRef="#ctx0" brushRef="#br0" timeOffset="209377">313 14148 14992,'-43'11'764,"-1"0"1,1 0-1,-12 3 1,7-3 401,-1-2 38,28-6-600,12-3-391,13 0 22,18-2 45,33-1-165,-7 2 0,8 0-1051,-6 0 1,5 0 0,2 1 974,-3 0 0,2 0 1,2 0-1,2 0-479,-6 0 1,3 0-1,1 0 1,1 0 0,0 0 443,-4 0 1,0 0 0,2 0-1,0 0 1,0 0 0,1 0-277,3 0 0,1 0 0,0 0 0,1 0 1,0 0-1,0 0 275,-8-1 0,0 1 0,1-1 1,-1 1-1,1-1 0,-1 0 0,0 0 1,0 0 0,0 0 0,0 0 0,0 0 0,0 0 0,-1 0 0,0-1-176,7 1 1,-1-2 0,1 1-1,-1 0 1,-1 0 0,0-1 183,-4 0 0,0 1 0,-1-1 0,0 0 0,-1 0 0,0 0-6,5 0 1,-1 0 0,0-1 0,-1 1 0,-1 0-7,7-2 0,-1 1 0,-2 0 0,-1 0-15,-7 0 1,0 1 0,-2-1-1,-2 1-71,-1 0 0,-2 0 1,0 1-2810,4-1 0,1 1 1,-6 1 2894,-10 2 0,-2-1 0,5 0 0,-4 0 0,-14 2 0</inkml:trace>
  <inkml:trace contextRef="#ctx0" brushRef="#br0" timeOffset="212286">5630 13301 17260,'29'-56'1101,"1"1"1,-2 7 0,-12 8-458,-32 8-493,2 17 191,-28-10-208,8 17-4318,-18-1 4212,14 10 784,-18 15-817,17 8-4,12-5 1,1 3-15,-13 25 7,9 7-35,9 2 1,10-2-17,17 2 61,2-23 62,17 1 101,1-26 3375,12-3-3460,-4-10 195,14-17-141,-19-1 0,0-4 8,2-1 1,-1-2-57,0-1 1,-2-2 164,1-9 1,-4 3-59,-3-2 170,-3 3 1,-3 2 109,-8 10-253,-1-1-228,-7 21-320,-4 9 246,-6 11 90,-11 17-6,-8 18 6,12-17 0,0 2-463,1 3 0,0 3 474,2 2 0,2 0 0,3-7 1,0-1-18,1 10 1,1 0-12,3-10 0,1 0-264,-1 15 0,2 0 261,2-12 1,2-2-165,0 1 1,2-3-24,6 4-95,2-13 10,4-13 937,-1-10-1608,18-13-2550,-5-3 1,2-3 3512,25-13 0,-13 6 0,-31 18 0</inkml:trace>
  <inkml:trace contextRef="#ctx0" brushRef="#br0" timeOffset="212518">6243 13346 24469,'-20'-14'-1574,"5"4"543,15 10 1031,15 6 0,-11-5 0,10 5 0</inkml:trace>
  <inkml:trace contextRef="#ctx0" brushRef="#br0" timeOffset="213629">6579 13481 24559,'5'-59'125,"0"0"0,-2 10 0,2 3-25,3 2 1,0 1-808,-3 7 0,1-2 760,1-18 1,0 0-23,-3 18 0,0 1 50,-2-6 0,-1 2 557,1-18-503,-4 10 173,0 13-488,-2 27-94,0 8 168,-1 12 899,-1 4-782,-10 42-5,2 1-285,4-13 1,2 2 266,2-4 1,2 0-34,7 8 0,3-2-3,-1-15 1,1-1-46,4 2 1,5 0-331,6-6 1,2-3-524,20 15 582,-11-15 0,1-3 112,9-3 39,18-14 264,-22-17 66,14-8 1,-25-2 453,0-15-168,-18 13-213,2-3 298,-11 5 364,-3 12-734,-1-2 50,0 8-246,2 2-331,2 1 297,2 5 112,1-1-11,7 8 33,6-5 17,11-1 0,9-3 23,6-9 39,0-5 44,-5-8 35,-9-4-18,-9-6-100,-10 4 94,-6-18-60,-10 13-24,-5-11-10,-8 18-34,-5 9-17,-5 10-11,6 7-22,-18 19-6,14 6 17,-5 7-29,13 19-16,13-15-56,8 19-106,15-14-135,16-4-140,17-8 81,-19-21 0,3-2 177,2-3 0,2-3 58,2-4 1,0-4 106,-1-2 0,-1-3 95,-3-4 0,-1-3 67,-5 0 1,-2-2 204,16-21 78,-15 3 51,-10 3 44,-9 9-55,-5 7-180,-2 11-190,-2 4 73,1 3-314,-4 3 157,1 8 50,-1 1-22,-1 23 5,4-6-5,0 15 0,4-9-11,4-4 10,3-5 24,-1-9 116,-2-8 203,-2-8 16,7-13-285,-2 0 50,13-19-28,1 1-45,1 0 53,0 3 1,1 2-70,-4 5-18,18-15-16,-27 29-34,-1 2-39,9 7 51,-6 2-86,19 18 19,-17-6-427,15 19-901,-10-5-2296,10 9 3724,8 2 0,-17-19 0,1-4 0</inkml:trace>
  <inkml:trace contextRef="#ctx0" brushRef="#br0" timeOffset="213978">8437 12977 24096,'-20'-27'-118,"-1"0"1,-7-5 420,43 56-281,15 12-19,9-6 0,4-1-6,-16-10 0,1-1-6,13 5 1,0-1-25,0 2-12,-9 0 106,-3 7-55,-16 0 64,-13-5 3,-25 18-34,-10-12-33,7-8 0,-1 0-32,-4-3 1,1-2-434,-17 11-1832,6-3-980,27-14 3271,10-5 0,6-5 0,1-1 0</inkml:trace>
  <inkml:trace contextRef="#ctx0" brushRef="#br0" timeOffset="214818">9326 13224 20940,'8'-44'707,"0"0"1,0 5 0,-3 8-607,-7 22-252,-4 8 129,-6 15 33,-8 13-17,3 4 11,3-2 1,2 3 11,0 14 0,5-13 0,3 0 39,10 16 11,11-9-17,4-13 230,23-4 34,-9-16-135,7 0 348,4-19-152,-18-3-50,10-15-90,-14-5-55,-6-11-52,-8-7-10,-10-1 11,-14 3-28,-13 7-79,-13 10-89,-8 8-12,9 12-1646,-18 8 1725,14 17 0,7-7 0,11 9 0</inkml:trace>
  <inkml:trace contextRef="#ctx0" brushRef="#br0" timeOffset="236389">3493 14703 21803,'-9'13'252,"1"37"-224,7-8-11,-2 14 0,-2 3-1041,2-18 1,-1-1 880,-2 19 1,-1 2-390,1-11 0,0-2-1261,1-2 1,0-1 1792,2-2 0,0-4 0,1 4 0,2-11 0</inkml:trace>
  <inkml:trace contextRef="#ctx0" brushRef="#br0" timeOffset="237549">3265 15229 19994,'12'-39'-6,"15"5"-89,2 26 0,4 4-115,4-2 0,0 0-542,3-1 1,0-1 163,2 0 0,0 0-140,2-2 0,0 0 95,-1-2 0,-2 1 562,-8 2 0,-1-1 15,5-3 0,-3 0 919,-3 0 788,4-2-335,-27 11-504,-8 3-252,-6 1 50,-1 0-145,-10 5 16,-2 4-16,-10 12-392,6-1-79,3 6-16,13-6 5,8-1 6,4-7 117,14-1 112,1-7-16,15-9-34,2-10 67,5-13 102,-4-4 77,-10-4-5,-12 0-50,-10 3-102,-13 4-111,-9 7-51,-13 8-56,-8 7-28,-6 13-5,-3 10-23,11 5-5,-6 18-45,10 14-40,5 4-117,15-23 1,4 1-208,11 20-258,13-4-505,17-6-626,12-7-387,11-11 1043,-7-12-58,-8-13 1,1-5 1031,17-14 489,-16 4 1,-1-4 386,-12-2 0,-2-3 165,-4 0 1,-2-2 744,12-22-213,-13 2-146,-9 7-172,-7 10-315,-3 11-358,-3 8-330,-1 6-69,0 2-189,-2 6 215,-2 8-8,0 3-11,-6 23-34,3-8 6,-2 14-11,4-12-11,2-5-23,2-9 51,2-8 173,0-7 174,2-5-73,2-6-146,5-10 45,5-10 45,5-9-5,1-5 16,1 0-101,-4 9 62,9-7-117,-8 18-63,9-6-21,-10 16-79,16 6 28,-6 13 5,12 8-21,-8 13-1,-3 6 39,-8 3 1,-5-2 27,-7-2 23,-4-8 16,-3-7 158,-1-11 223,2-6-72,2-9-202,5-11-28,6-15 11,8-14 11,5-6 35,2 3 21,-1 8-38,-6 12-68,-5 11-79,-7 9-22,-1 6-11,1 8-5,5 7-12,3 11-117,1 12-192,-1 9-256,-1 8-617,0 3 118,-5-10-2608,-1-14 1,3-2 3744,12 6 0,-5-1 0,-4-20 0</inkml:trace>
  <inkml:trace contextRef="#ctx0" brushRef="#br0" timeOffset="238022">5450 15195 22565,'11'-37'815,"0"-1"0,6-22-989,-17 62 51,-1 6 134,-1 12-5,0 16 38,0 16-24,1-20 0,-1 2-6,-1 13 0,-1 1-12,-1-3 1,0-1-339,-1 0 0,0-1 325,-2-3 0,0-3-1,-5 13 1,-1 1 274,3-20-78,5-16 151,0-16-201,0-17-29,-3-18-31,4-18 1,1-6-76,2 22 0,1-1-209,1-11 0,1-5 0,2 7 231,0 13 1,1 3 2,0-9 0,2-2-428,3-4 1,1 1 444,-2 9 0,2 1-1311,8-21 0,1 4 1269,5-1-108,-1 20 1,2 4 102,-2 11 740,25-7-807,-15 23 653,18 18-732,-10 11-67,1 21 117,-21-8 3252,-10 13-3151,-22-9 23,-17 10-15,6-29 1,-6-2-29,-10-1 0,-1-3 409,-15 3-429,18-11 1,4-6-1114,6-8 305,9-16 0,9 10 0,12-9 0</inkml:trace>
  <inkml:trace contextRef="#ctx0" brushRef="#br0" timeOffset="238273">6182 14914 24531,'46'-20'-2458,"0"0"0,0-1 1,1-3-1,-3 4 665,-2 13 1,-7 4 0,-18 2 0,-7 0 0</inkml:trace>
  <inkml:trace contextRef="#ctx0" brushRef="#br0" timeOffset="238433">6288 15138 24973,'40'-5'-1967,"1"-1"1,7 3 0,2-11 0,-40 12 0</inkml:trace>
  <inkml:trace contextRef="#ctx0" brushRef="#br0" timeOffset="240473">7728 14728 23528,'5'-39'313,"0"0"1,4-23-577,-10 68 252,-2 12 84,-4 36-68,0-10-190,1-5 0,-2 1 157,-5 16-252,4-21 0,0 1 16,0-1 1,-1 0-311,1-2-1,0-1-2997,-5 26 3572,3-10 0,6-23 0,2-9 0</inkml:trace>
  <inkml:trace contextRef="#ctx0" brushRef="#br0" timeOffset="240872">7719 14392 18212,'-51'-26'528,"0"0"1,0 6 0,1 10-272,13 17 1,2 8-68,-5 4 1,1 7-81,5 0 0,1 5 0,2 1-1574,3 0 0,2 1 0,0 2 1480,1-1 1,1 0 0,2 3 3,2 3 1,4 2 0,2-1-794,0 11 0,5 1 758,2-10 0,2 2 0,3-1-16,7 18 1,7-4 339,9-5 0,7-4-335,11-8 1,7-6 22,10-7 1,4-8-208,-16-9 0,2-3 1,1-3 252,0-3 0,0-4 0,2-2 95,6-6 0,0-4 0,-3-1-29,2-1 0,-2-5 85,-9-1 1,1-4-1,-5-1 97,-3-5 1,-5-3 263,8-11 1,-2-4-399,-5-2 0,-4-4-73,-10 9 0,-2-3 0,-2 3-56,1-3 0,-4 1-23,-4 6 1,-2-2 0,-6 5 843,-9 5 0,-6 4-1087,-6-5 0,-7 2-740,-10 7 1,-6 6 977,-12 5 0,1 5 0,22 4 0,3 1 0,-31 3 0</inkml:trace>
  <inkml:trace contextRef="#ctx0" brushRef="#br0" timeOffset="293141">29112 16271 14275,'-54'4'672,"-1"-1"0,1 1 0,6-1 0,2 1 1,4 0-203,0 2 0,5 1-49,-13 3 5,-6 2-1,35-6-55,11-2 190,13-2 145,22-1-262,39 0-354,-8-3 1,5-1-1023,-2 0 1,6 1 947,-13-1 1,7-1 0,4-1 0,0 1 0,-2 0-569,-8 1 0,-1 1 1,-1-1-1,2 0 1,4 1 534,-2-1 0,4 0 0,1 0 1,2 0-1,1 0 0,-2 1 1,-1-1-287,-5 1 1,0 0 0,0 0 0,-1 0 0,0 0 0,0 0 0,0 0 263,1 1 1,-1-1 0,1 0 0,0 0 0,-1 0 0,1 1-1,-2-1-177,8 0 0,-1 0 1,0 0-1,-1 0 0,0 0 1,-1 0 147,7 0 1,-1 0 0,-1-1-1,-1 1 1,0 0-332,-7 0 1,0 0 0,-2 0 0,0 0 0,-2 0-1261,6-1 1,-1 1 0,-3 0 0,-2 0 1659,4 0 0,-3 0 0,-5 0 0,-1 0 0,-8 1 0,1-1 0</inkml:trace>
  <inkml:trace contextRef="#ctx0" brushRef="#br0" timeOffset="294064">29906 14855 12107,'-2'-3'5092,"0"0"-4023,2 3-351,4-63-175,11 33-342,-3-11 1,4 3 112,29 11-118,8 9-95,4 9-68,-2 15-44,-12 13 39,-17 17 0,-20 14 6,-26 9-15,2-26 1,-5 0-357,-5 1 1,-4-1 353,-1-1 0,-1-2-282,2-2 0,1-2 265,-13 10 44,3-2-44,25-20 28,-1 2 152,17-10 579,14-5-557,14 0-152,6-4 0,6-3-58,2 2 0,2-2-22,3-1 0,1 0-189,9-2 1,-1-1-474,-7 2 1,1-1-495,-8 1 1,1-1 0,1-1 792,2-1 0,1-1 0,-5 2 1,-4 0-1,-3 1 0,-3-1 0,-1 1 1</inkml:trace>
  <inkml:trace contextRef="#ctx0" brushRef="#br0" timeOffset="294457">30379 14407 10495,'-46'-8'976,"0"1"1,0 0 0,1 1 0,1 0 0,0 5-535,1 4 1,0 5 0,2 1-542,-16 4 0,3 3 211,0 1 0,2 5 9,14 1 1,1 4 0,5-2-94,6-3 0,1 2-6,-17 22 1,3 4-37,21-15 0,4 1 3,-2 10 0,4 3 5,5-1 0,6 1-30,7 1 0,6-1-289,6 0 0,6-1 297,9-1 0,6-2-14,-9-17 1,3-1 0,3-1-4,13 3 0,6-2 1,-1-2 12,-5-5 0,1-2 1,1-1-709,10 0 1,1-3-1,-4-2 737,1-2 1,-4-5 97,7-7 0,-4-7 137,-18-1 0,-2-7 308,13-15 0,-4-5-423,-16 10 1,-3-3 8,7-19 0,-5-4-68,-10 12 1,-3 0-54,5-11 1,-2-1-44,-3 3 0,-4 1-88,-6 4 0,-5 1-112,-9 4 0,-7 3-477,-8 1 1,-7 3-2655,-9 0 0,-4 3 3369,2 4 0,1 3 0,-14-7 0,23 15 0</inkml:trace>
  <inkml:trace contextRef="#ctx0" brushRef="#br0" timeOffset="296147">29878 13645 15333,'-5'-6'2308,"1"2"-2135,-10-25 1,2-7 11,11 1-101,-8-9 0,5 0 62,29 6-1,9 4 12,6 6-66,4 8-47,1 8-49,2 6-18,0 10-10,0 8-63,-3 12 1,-8 6 16,-13 4 57,-10 2 212,-32 13-123,4-21 7,-22 9-7,15-24 129,-20 9-89,12-7-35,-6 4 124,23-12-145,9-5 16,3-1-5,5-1 78,5 3-6,22 5-112,-5-1 6,25 8-16,-22-5-1,1 3 0,3 0-22,12 8-23,-14-6 1,-1 1-119,4 7 46,-21-1 89,-18-6-78,-23-3 0,-11-1 2,0-3 1,-4-2-327,1 1 1,-3 0-1,1-1 200,-16 0 1,2-2-376,6-1 0,4-1-1549,12-2 0,5-2 2143,-4-8 0,22 4 0,11-5 0</inkml:trace>
  <inkml:trace contextRef="#ctx0" brushRef="#br0" timeOffset="296530">30180 12982 7276,'-58'-1'816,"0"0"0,-1 0 0,1-1 1,-4 3-1,-1-1 0,2 2 1,5 3-450,9 2 1,5 3 0,-1 1-1109,-10 3 0,-2 2 0,2 3 868,5 1 0,0 2 0,3 4 26,-3 10 0,2 4 1,4 3-838,9-6 0,3 2 0,4 3 760,-1 8 1,4 3 0,5-3-16,5 2 1,10-2 133,12 12 1,11-4-171,10-13 0,10-4-3,-4-7 1,5 0-1,3-3-270,7-1 0,4-3 0,5-3 276,-13-8 0,5-1 0,1-2 0,-1 0 0,-3-1-4,13 2 0,-4-1 1,6-2 14,-12-3 0,5-1 0,2 0 1,-2-3-1,-4-1-85,12-4 1,-4-4-1,2-1 137,-5 1 0,1-1 0,1-2 0,0-4 35,-10-2 1,1-2 0,-1-3-1,-1 1 1,-4-1-73,10-2 0,-5 0 0,-3-8-22,-3-8 1,-1-9-1,-4-1 1,-9 4 209,-9-2 0,-8-1-334,1-2 1,-2-3 0,-12-2-837,-16 7 0,-11-2 1,-6 2-1,1 4-2018,-4 2 1,-1 4 0,-2-1 2945,3-3 0,-3-3 0,1 3 0,3 8 0,-10 5 0,8 10 0,13 6 0</inkml:trace>
  <inkml:trace contextRef="#ctx0" brushRef="#br0" timeOffset="307047">1077 16721 21366,'5'-43'504,"-1"1"0,-1 2 1,-7 8-427,-25 15-50,-14 7 17,-14 7-490,23 6 0,-1 3 447,-2 1 1,0 3-12,-3 6 1,3 4-20,8-3 0,3 2 6,-15 18 199,22-8-261,12 11 56,4-9 50,14 18-39,0-24 487,22 2-465,-1-11 155,19 1-204,6-2-15,-25-9 0,0 2-59,4 3 1,-2 0 33,12 5-28,2 14 95,-35-10 73,-5 8 67,-37 8-50,-16-2-68,17-17 1,-2-2-1,-8 1 1,-1-2-268,7-4 0,1-1 262,-8 0 0,1 0-37,5-3 1,2-1-530,-16-1-2323,15-6 2083,16-7 0,8 4 1,7-4-1</inkml:trace>
  <inkml:trace contextRef="#ctx0" brushRef="#br0" timeOffset="308247">1484 16592 24133,'-34'30'-105,"1"1"1,3-3-1,9 1-57,22 23-404,9 7-526,3-10-536,-4-12 1,0 0-7494,4 19 6724,-2-8-2462,-7-20 3980,-3-16 1738,-4-4-859,-12-19 1770,-3-7 1042,-5-6 1960,-3-5-1412,4 7 2138,-8-4-3582,-4 1-1087,9 9-342,2 3-363,13 8-85,6 3-302,5 0 11,19-6 184,18 0-22,-6 1 1,3 0-446,6-1 0,0 0 482,-6 1 0,-1 0-3,4-2 0,0 0 11,17-8 23,-4 0 33,-9 2 11,-24 7 90,-7 3 101,-8 3-168,-1 2 935,-5 4-711,-7 12-202,-3 10-112,1 2 6,3-5 39,9-9 17,8-4-17,6-3 50,12-1 23,10-10 22,2-8 163,4-18 11,-14 0 44,-8-8-156,-14 15 207,-15-9-280,1 18 0,-16-10 23,-9 16-28,-4 2-40,0 7 22,-3 16-66,21-2 5,-17 28-73,22-10-45,-2 20-213,21-9-419,15 0 134,5-12-1468,24 2-708,-16-21 0,2-3-188,22 8-641,-14-10 0,2-5 3381,-9-9 1,-2-4 239,24-3 0,-16-11 0,-4-3 2128,-10-1 2616,-2-4 1,-2-1-1189,-8 0-4685,1-12 1840,-13 24 281,-3 6-353,-4 10-261,1 2-389,-5 9 112,-2 11-135,-5 16-16,-4 15 38,4-5 1437,4-3 1,0 1-1454,3-10 0,0 2-356,-4 15 1,0 2 363,2-9 1,-1-2 24,1-2 1,0-3-6,-6 18 11,6-22 51,1-14 16,5-17-39,-3-11-16,2-6 50,-3-44-54,5 31 1,2-2-1136,2-18 1,1 0 1123,0 13 1,3 0 24,8-16 1,3 0 117,-5 20 0,1 1-137,6-12 0,1 1-2317,11-9 2315,-7 19-85,14 0 34,-6 18-17,19-2 16,-14 13-38,10 13-192,-6 21 136,-6 9 89,-11 17 34,-28-4 0,-18-1 0,-19-5 30,15-25 1,-3-1 920,-2-3 1,-2-2-958,1-3 1,-1-2-460,-24 1-210,20-11 686,16-23 0,15 15 0,5-12 0</inkml:trace>
  <inkml:trace contextRef="#ctx0" brushRef="#br0" timeOffset="308458">2791 16897 20453,'-4'0'3994,"2"0"-4213,2 0-4166,24-28 4385,2 13 0,4-15 0,-11 23 0</inkml:trace>
  <inkml:trace contextRef="#ctx0" brushRef="#br0" timeOffset="308824">3323 16635 20100,'-3'0'4201,"0"0"-3316,3 0-784,-14-63-57,17 41-47,-6-15 1,5 4-37,25 24-34,12 4-39,9 13-112,2 11 73,-13 5-115,-18 3 0,-6 3-3,-11 21 196,-7-12 0,-5 2 28,-7-4 1,-4-1-526,-4 0 0,-1-2 637,1-3 1,0-1 189,-18 16-10,13-14-63,12-15-55,10-9-90,7-6-50,3-2-448,21-9-3170,20-5 3629,17-5 0,-17 5 0,-14 5 0</inkml:trace>
  <inkml:trace contextRef="#ctx0" brushRef="#br0" timeOffset="309326">4173 16465 17602,'0'-3'4633,"0"0"-4023,0 3-588,-11-14 51,-5 26-17,-15-3-17,-2 30-22,3 1-6,10-4 23,12-9 44,14-8 85,11-10 38,12-8 29,5-11 39,3-8 56,-5-7 89,-6-2 34,-10 3-83,-8 1-74,-7 5-134,-7 1-118,-1 5-73,-3 3-190,2 5-325,0 2-767,-1 12-2112,-1 8 3428,-3 17 0,6-14 0,1 1 0</inkml:trace>
  <inkml:trace contextRef="#ctx0" brushRef="#br0" timeOffset="309624">4234 16957 16494,'35'1'2650,"-1"-10"-487,-20-6-1189,-1-10 286,-10 12-1031,-2-2 464,-4 4-447,-4 3 1155,-4 0-1317,-2 1-72,-2 4-96,-1 2-331,-2 9-2005,3 8 2420,2 13 0,6-12 0,4 1 0</inkml:trace>
  <inkml:trace contextRef="#ctx0" brushRef="#br0" timeOffset="310125">234 17843 15009,'53'-7'406,"1"0"1,-1 0 0,0 0 0,1 1-1,3 1 1,0 0 0,-1 0 0,-4 2-2175,8 0 1,-4 1 0,2 1 1858,-4-1 0,2 1 0,0 0 1,-1 0 118,8 1 1,-1 0 0,0 0-212,-11 0 0,0 1 0,3-1 1,3-1 106,-4 1 0,4 0 1,3 0-1,0 0 1,0 0-1,-1-1-53,-6 1 0,0-1 0,-1 0 1,0 0-1,1 0 0,2 0-128,-1-1 1,1 1 0,1-1-1,1 1 1,0-1 0,-1 0-1,-2 0 41,6-1 1,-1 0-1,0 0 1,-1-1-1,-2 1 1,0-1-239,2 1 1,-3-1 0,0 0 0,0 0 0,3 0-185,0-1 0,1 1 1,2-1-1,1-1 1,-2 1-1,-1 0 456,7 0 0,-1-1 0,-1 0 0,-2 0 0,-3 0 0,-1 1 0,-3 0 0,-2 0 0,0 0 0,9-1 0,1 0 0,-1 0 0</inkml:trace>
  <inkml:trace contextRef="#ctx0" brushRef="#br0" timeOffset="310997">5912 16867 16465,'3'-59'1682,"1"0"0,-2 6 0,-3 8-947,-8 13-427,-8 11-185,-10 9-95,-10 11-39,-10 14-6,-8 15-413,7 5 416,18-7 0,1 4-51,1 5 1,2 1-6,1 1 0,2-1 31,2-1 0,4-1-169,3 16-55,23-15 235,1-9 39,33-11 28,-16-19 39,8-10 1,0-4 5,-1-8-524,3-7 0,-2-2 541,-6 1 64,-2-4 0,-2-2 195,-3 0-91,6-13-96,-16 29 309,-6 9-600,-4 12 57,-3 4 22,-1 5 1278,-13 29-1233,5-8 27,-5 16 1,-2 4-225,0 3 185,4-9 1,-2 6-1,2-6-1218,-5 20 1203,7-19 1,0 5 0,2-7 14,0 11-193,4-6 0,3-4 182,5-15-22,18 7-118,8-33-431,26-12-211,-21-2 1,-1-2-128,-2 1 0,0-2 926,14-10 0,-3 1 0,-11 7 0,13-9 0</inkml:trace>
  <inkml:trace contextRef="#ctx0" brushRef="#br0" timeOffset="311208">6469 16952 25001,'-21'-10'-2154,"6"2"1,22 7-1,-2 1 1</inkml:trace>
  <inkml:trace contextRef="#ctx0" brushRef="#br0" timeOffset="312278">6773 16969 15720,'-5'3'3266,"2"0"-1782,3-3-650,8-69-179,-4 24-1083,1-10 1,0-3 639,-3 16 1,1 1-56,0-8 0,2-1-1,0-3 1,2 0 59,0 4 0,0 3 41,-1 7 1,0 4 488,1-12-561,-4 26-263,-3 13-51,-2 12 118,-7 14 22,-7 23-11,5-11 0,0 3 338,-2 7 1,1 2-345,0 4 1,1 0-432,2 1 0,1 0 403,3-1 1,1 0-85,3-3 0,3 0-384,4-5 1,3-2 47,3-4 1,4-3-937,28 14 399,-5-19-1094,-4-18 0,1-6 1,17-14 1806,-15 1 1,1-3 532,-9-4 0,-3-3 327,-2-1 1,-2-2 181,-4 0 1,-2 0 978,9-21 1028,-12 6-2003,-6 19 565,-7 6-840,-7 14 508,-2 0-928,-7 6 420,-4 4-505,-1 8 252,1 6-307,7 2-34,6 2-22,11-2-6,8-4 79,6-7 89,4-7 45,1-11 39,2-17-78,-9 2 84,0-20-51,-12 18 247,-2-23-45,-6 19-28,-2-7-95,-6 20-100,-4 7-29,-5 9-34,-8 11-22,-6 11-6,-2 11-39,5 7-157,9 11 113,11-17-180,16 10-84,14-24-224,18 0-419,13-9-400,9-14 427,-27-4 1,0-3 601,0-4 1,-1-1 296,0-4 0,-1-2 107,-2 0 1,-1-2 332,21-22 290,-10 2 264,-8 4 180,-10 7 67,-8 8 89,-6 9-1014,-4 6 1,-2 4-180,-1 3 530,-1 3-631,-1 6 196,-3 12-145,-3 12-12,0 9-33,2 3-67,3-1-23,5-6 40,3-8 106,3-13 39,0-9 96,5-13-1,5-10 40,7-12 27,7-12 1,2-3-12,1-1-38,0 6-12,-2 8-62,-4 9-61,-4 8-34,2 8 6,-9 4-50,11 10-310,-7 6-1253,6 13-7058,-3 8 8682,-5-3 0,-9-11 0,-5-11 0</inkml:trace>
  <inkml:trace contextRef="#ctx0" brushRef="#br0" timeOffset="312790">8468 16474 24111,'-16'-25'-124,"2"17"119,12 29 22,9 10-1,7-9 12,29 8-34,-15-17 1,4-1-207,10 3 0,4 1 55,12 3 1,-1 0 21,-12-3 1,-4 1 30,0 3 1,-6 0 47,-9 5 39,-22 7 56,-39 4-11,6-6-11,-11-3 0,-4-2-9,15-9 0,0-2-134,-5 4 1,-1-1 7,3-2 1,2-1-1306,-10 4-6766,-3 1 8189,18-8 0,14-5 0,8-4 0</inkml:trace>
  <inkml:trace contextRef="#ctx0" brushRef="#br0" timeOffset="313174">9689 16473 20708,'-58'25'171,"1"1"1,4-1 0,7 1-121,6 18-18,11 1 902,14-11-890,8 14 28,13-20-3583,7 8 3605,3-19 1256,16-5-1160,-12-9 718,31-14-718,-27 2 212,20-20-11,-24-11-296,-3 7 16,-8-22-34,-13 18 6,-5-8-50,-10 2-51,6 17 2221,-6 2-10874,10 19 8670,-4 4 0,7 2 0,1 3 0</inkml:trace>
  <inkml:trace contextRef="#ctx0" brushRef="#br0" timeOffset="316941">5649 18042 12461,'-2'-5'6328,"0"1"-4199,2 4-2140,-7-48-62,5 40 112,-5-17-33,7 47-48,-4 17 0,-1 3-469,-2 8 382,-3 2 0,-1 3-569,4-16 1,-1 0 53,0 9 0,0 0-6,3-12 1,2-1 649,4 11 0,1-6 0,0-12 0,5 15 0</inkml:trace>
  <inkml:trace contextRef="#ctx0" brushRef="#br0" timeOffset="318107">5491 18262 18930,'41'-14'-32,"1"0"0,-13 1 0,1 3-257,21 4 1,-2 2-903,0-5 787,-3 0 1,1-2-482,12-10 516,-2-1 307,-19 1 1,-3-2 632,-5-1-134,11-10 1456,-32 20-1468,-6 9 515,-2 2-817,-11 13-95,3-2 28,-14 13 398,8-1-476,-4 11-12,8-9-39,2 10 73,10-17 84,6 5 101,5-11 67,6-9 51,5-15-35,4-12 96,-1-11 95,-5-5 259,-8-7-449,-8 17 162,-11-6-151,-4 23-134,-8 1-130,1 8-21,-7 6-23,-11 18 11,5-3-34,2 8 1,0 5-62,-3 16-1654,9-10 0,2 1 1677,-2 15-246,11-11 1,3 0-198,3 13-15,4-17 0,5 0-925,17 7-1127,22-16-1647,17-16 1384,-5-12 2150,-17-4 1,1-6 711,1-7 0,1-3-651,0-2 1,-1 0 650,-2-1 0,-4-1 848,-8 2 1,-3-1 6450,5-17-4123,-7 4-1255,-9 6-812,-12 19-296,-2 9-947,0 3 1932,-4 21-1820,-1 0-6,-4 19-17,2-4 39,2-6-33,1 3-11,3-5-1,1-2 35,1-5 49,0-11 186,1-5 357,0-2 52,4-13-493,1-8 38,5-19-5,3-10-39,6-4-78,-3 11 128,15-7-123,-9 23-28,12-6-23,-1 19 7,-10 7-35,3 6-38,2 13 27,-8 4-33,7 15-40,-15 4 57,-6-4-96,-5 21 79,-2-22 67,-1 9 163,0-23 273,0-10 91,0-9-337,0-2-55,0-13-18,4-18-10,2-3 21,5-12 24,3 13-80,-1 11 85,7-1-101,-6 15-28,3-2-28,5 10-45,0 6 23,4 2-96,13 13-117,-13 2-330,11 13 55,-16-7-3422,7 24-4503,-11-13 8435,4 9 0,-12-25 0,-4-11 0</inkml:trace>
  <inkml:trace contextRef="#ctx0" brushRef="#br0" timeOffset="318597">7551 18031 22302,'19'21'481,"-5"10"-391,-15 31-79,1-30 0,-1 2-248,1 0 0,-1 1 198,1-1 0,0 0-26,0-1 1,0 0-87,-2 30 11,-3-7 22,-2-9 175,-2-13-29,1-12 99,3-13 47,-2-10-118,0-13-6,-3-16 56,1-19-5,4 1-372,4 0 0,3-2 383,1 11 0,1-1 19,1-16 1,2-1 13,-1 12 1,1 3-6,0 4 0,0 2-72,-1 4 0,2 2-29,9-23-5,7 6-51,9 5-33,11 8-17,8 8-51,3 12-258,0 11 186,-5 14-29,-6 11-27,-11 11-28,-12 4 1223,-16 5-988,-21 0 39,-16 1-135,8-21 1,-3-2 145,-4-1 1,-1-1-82,-4-1 0,-1-2-499,-2-4 0,1-2-3531,1-4 1,3-2 4099,-20-8 0,26 0 0,15-2 0</inkml:trace>
  <inkml:trace contextRef="#ctx0" brushRef="#br0" timeOffset="318897">8463 17915 19176,'-6'0'3686,"2"0"-4521,4 0-1724,98-39 679,-60 27 1,3 1-1398,11-5 0,6-3 0,-5 4 1082,-7 4 0,-3 4 2195,1 0 0,-6 2 0,-10 1 0,-3 1 0</inkml:trace>
  <inkml:trace contextRef="#ctx0" brushRef="#br0" timeOffset="319075">8665 18167 24161,'7'2'-834,"26"-9"-1659,10-8 0,6-4 1589,-2 2 0,-2 2 0,-13 5 0,-2 1 0,5-2 0</inkml:trace>
  <inkml:trace contextRef="#ctx0" brushRef="#br0" timeOffset="319874">9769 17766 9800,'3'-1'6794,"-1"1"-1434,-2 0-4990,1-5-202,-1 2 196,2-8 28,-1-2 67,2-13-246,1 0-95,1-4-96,0 12-95,8-6 29,-5 14-57,13-9-78,-3 14-101,16 6 44,-4 14-150,2 20 151,-18 2-220,-13 25 234,-16-24 0,-5 1-202,1 1 0,-2 0 400,-9 6 1,-1-3 8,8-12 0,1-3 9,-7 11-1,7-7-50,15-20 67,1 2 29,6-10 223,9 3-129,-1-2 954,30 2-920,9-9-199,-6-3 0,2-2-440,-8 0 0,3-1-528,7-4 0,5-2 1,-5 1-310,-6 2 0,0 0 1308,13-5 0,6-1 0,-11 3 0,-1 0 0,-14 4 0,0 1 0</inkml:trace>
  <inkml:trace contextRef="#ctx0" brushRef="#br0" timeOffset="320258">10538 17224 11267,'-47'-4'1243,"1"0"1,0 0-1,0 2 1,1 1-1,1 4-708,-19 5 0,4 5-875,12-2 0,-2 5 711,0 4 1,-5 4-1,4 1-1080,12-3 0,2-1 0,-2 2 770,-6 3 1,-2 0 0,2 4 22,3 1 0,1 2 0,2 4-235,3 3 1,2 4 0,2 1 125,1 1 1,1 2 0,2-1 11,1-1 0,3 0 0,5 2-45,10 7 0,5 1 0,5-5 7,1-11 1,7-1-42,10 13 1,8 5 0,3-9 23,10-10 1,4-6 52,-11-5 0,3 1 1,1-5-18,5-5 0,2-5 0,0-4-30,16-2 1,1-6-264,-10-2 0,3-3 0,1-3 348,-6-4 1,2-3 0,-1-3 0,-1 0 54,8-7 1,-3-1-1,1-3-306,-10 2 1,2-2 0,-2-1 0,-5 1 305,-4 1 0,-5 1 1,-1-5 197,6-13 0,-3-6 1,-6 0 95,-4-5 1,-6-3-304,-1 3 0,-1-3 0,-5 0-273,-7 9 0,-3 1 0,-4 1 196,-1 0 1,-3 1-1,-2 2-45,-1-6 0,-4 1-1071,-16-8 0,-4 5-3766,-6 8 4890,3 10 0,2 7 0,10 15 0,-1 3 0</inkml:trace>
  <inkml:trace contextRef="#ctx0" brushRef="#br0" timeOffset="344903">8348 529 25859,'4'-44'-101,"0"0"0,-1 1 0,1 12-522,-3 28 914,1-2 3511,-2 5-3553,0 6-930,0 6 229,1 22-657,0 5 680,1 5-123,-2-5 91,1-8 0,-1 3-34,-1 6 1,0 3-498,-1 8 1,-1 2 862,0 4 1,-1-2-18,0-17 0,0 1 145,-2 22 0,-1 2 28,2-16 1,0 0-30,-2 9 0,0 3 91,2-10 0,0 3 0,1-3-971,-1 11 0,0-1 925,1-13 1,1 2-1,0 2 8,0 11 0,1 3 0,1-3-51,0-15 0,0-2 0,1 2-13,-1 3 1,1 3 0,0 1 0,0-2-7,0 8 1,0-2-1,0 0-2,0 3 1,1 0 0,-2 1-40,1 2 1,-1 0-1,1-2 0,-1-12 1,0-1-1,0 2-8,0 5 0,-2 5 0,1-1 0,0-7-66,0 8 1,1-1 79,-1-8 0,0 6 0,1 3 0,2-2-600,2 0 1,3 0-1,0 0 1,-1-4 569,-1 3 1,0-4 0,1 5 39,1-8 0,1 5 0,1 1 0,0-4 0,-2-6-311,3 8 1,-1-1 306,-1-2 0,1 8 0,0 2 1,-1-5-3,-1 0 1,-1-4 0,0 5-299,0 1 1,0 6 0,0-1 0,-2-5 281,0-4 1,-1-4 0,0 2 39,-1-5 0,-1 4 1,1-2-1,-1-4 104,0 9 0,0 3-65,0-9 0,0 7 1,0 4-1,0-2 1,0-6-44,1 6 1,-1-5 0,1 5 122,0-7 0,-1 4 1,1 3-1,0-3 0,0-3-76,2 9 0,-1-4 0,0 0-6,1 0 0,0-1 0,0-1-82,0 8 1,0 0 83,-1-14 0,-1 1 0,1 0 35,-1 1 1,-1 1-1,1 1-15,0 0 1,-1 1 0,1 0-8,-1 7 0,0 1 1,0-3-13,0-10 1,-1-2 0,1 0 0,-1-1 0,0-1 0,0-1-10,0 7 1,0-1 5,-1 9 1,2-2 729,-1-12 0,1 0-741,1-2 0,2 2 0,0-1-6,1 8 1,1 0-7,5 5 1,1-4 5,-3-20 1,2-2 10,8 12 1,2-1-6,-5-13 0,1 0-6,9 11 1,0 1 5,-2-8 0,-1-1 5,2 0 1,1 0 2,1-1 1,0 1 2,2-1 0,0-1 3,2 1 0,1-2 0,2 0 0,0 0-3,3-1 1,-1-2 458,-6-5 0,0-1-465,18 7 1,1-1 2,-14-7 1,1-2 910,16 8 1,1 1-909,-9-5 1,-1-1 2,1 0 0,0 1-3,1-1 0,0 0 3,9 4 0,2 1 101,1 0 0,-1 0-104,1 0 0,-2 0-3,-2 0 1,-2-1 50,-9-3 0,-1 0-54,-2 1 1,1 1 2,-3 1 1,0 0 2,-2 1 1,-1 0-12,16 14 2,-17-8 1,0 1 3,10 14-4,-18-20 1,1 3 25,0 4 0,-2 1 12,3 15-100,-7-12 1,-1 2 67,-6-5 1,-2 1-4,-1 2 1,0 2 11,-1 1 0,0 0-15,-1 3 1,0 0 2,-1 1 1,0 0 221,1 3 0,-1 0-222,1 1 1,-1 0-4,1 1 1,0 0-3,-2-11 0,0 0 8,2 7 1,0 1 5,0 3 0,0 0-11,0 3 0,1 0 2,1 10 1,0-1-6,-1-10 0,1 0-6,1 0 1,0 1 5,1-1 0,0 0 0,1 0 0,1 0 0,-1 0 0,0-1 0,1 0 0,0 1 8,0 0 1,-1 0 5,0 1 0,0 1-3,0 2 0,-1 0 0,0 1 0,-1 1-3,0 3 1,-2-1-12,-1-13 1,-1 0-186,1 11 0,-2 1 207,0 2 1,-2 0-6,1 2 0,-1 2-5,0-15 1,-2 2-1,1-2 8,-1 13 0,0-4-3,0-11 0,-1 2 14,1-4 0,-1 3 0,-1-2-6,0 3 1,-1 0-18,0-3 1,0 4 0,0-3-6,-4 12 0,0-4-3,2-11 0,-1 0-7,1-1 1,-1 1 0,1-1-1358,2 2 1,0 0 1362,-1-1 1,1 2-1,1-4 4,1 0 0,1-2-149,3 18 0,0 0 149,1-18 0,-1 0-9,3 17 1,0 2 8,-3-10 0,0-1 11,0 3 1,-2-1-12,0 3 0,-1 0-3,0 1 0,-1 0 6,0 1 0,-1-1-3,0 0 0,0 0 2,-1-1 1,1-1-12,0-1 1,-1 0 0,2-2 0,-1 0 2,1 1 0,-1-2 99,1-10 1,0 0-97,0 19 0,0 1-3,0-16 1,-1 0-150,1 18 1,-1 1 154,-1-11 0,1-1-3,0 0 1,0 0 1017,0-1 0,1 1-1015,-1 0 0,1-1-3,0-10 1,0 0-4,1 8 1,0 1 2,1 1 0,0 0-17,0 3 1,1 1 7,-1 6 1,1-1 8,-1-9 1,0-3-1,0 0 0,0 0-6,0-1 1,-1 0-12,0 1 1,0-2 8,-1-8 0,0 0-6,0 18 0,0 0-3,0-14 1,0 0 2,-1 16 0,1 1-8,0-10 0,-1-1 5,1-1 1,0-1 2,1-2 0,1-1 378,0-2 1,1 0-382,1 6 1,1-2 19,1 17-236,-3-18 1,-1 1 224,0 13 0,-2-19 0,0 1 588,0 1 0,-1 0-613,0 1 0,0-1-15,-2 23-8,1-18 1,0 1 7,0 12 26,0-16 0,2 0 11,1-6 0,1-3 19,0 12 18,2 8 33,-3-19 570,-1-1-643,0 11 6,-3-14 11,-1 12 940,-3-9-974,1-4-45,1-6-469,2-6-1687,1-7 2235,3-9 0,2-2 0</inkml:trace>
  <inkml:trace contextRef="#ctx0" brushRef="#br0" timeOffset="345870">9556 810 31840,'-4'-42'-349,"0"-1"1,-1 0 0,1-25-1,4 11-476,8 24 1317,1-5 312,2 13-170,-8 17-233,2 0 39,-5 19-1593,-5 38 1379,1-14 1,-1 2-88,0 4 1,-2 3-239,-1 3 0,-1 4 1,1-6-50,1-6 1,1 0 441,-2 14 0,1 6 0,3-5-2396,5-13 0,3-3-2814,2 15 1,1-3 2965,10-6 1,-3-20 0,-10-19 0</inkml:trace>
  <inkml:trace contextRef="#ctx0" brushRef="#br0" timeOffset="346936">9897 863 25584,'-7'-44'-1,"0"0"1,2 6-1,-4 9-833,-12 20 620,-6 12 146,-9 9 49,1 2-1924,4 3 0,0 0 2025,-2 4 78,-1 3 0,2 2-335,3 5 51,-8 15-100,22-16 90,3 7-19,7 2-43,6 0-27,10 6-15,13-13 272,13-5-17,15-6-31,-20-13 0,3-2-14,2-1 0,3-3-62,10-4 0,0-2 1451,-15 1 0,-1-1-1431,10-4 0,-1-4-8,1-8 67,3-7 33,-19 5 277,-12-12-187,-14 11 50,-7-9-61,-2 13 145,-7 1 56,3 7 158,-1-1-376,4 6 401,4 2-558,3 7 62,1 1 11,-1 17-17,3-1 0,7 11 6,6-8 6,2-8 5,13-3-17,3-10 11,27-18 23,-7-5 5,-23 2 1,-2-3 61,8-17 33,-13-1 23,-12 3-61,-9 10 78,-17 0-96,-4 15-22,-16-1-33,7 10 28,-17 15-29,24-3 6,-19 25-22,26-7 0,-1 17 22,10-12-22,13 22-79,12-2-351,1 0 351,8-7-106,12-14 129,-1-13 56,-8-7 0,1-4 22,28-16-1631,-21-6 0,0-3 1648,13-13 8,-18 6 1,-4-3 35,-4-9-5,-3 0 56,-9-2 96,-10 13 197,-2 3-310,-3 7 3263,0 13-3403,-1 2 44,-1 6-10,2 6-23,-1 9-22,5 7-5,5 5 28,2-8-40,15 10 73,1-16 12,-1 1 16,7-14 6,-10-16-17,1-1 78,3-15 12,-10 2 38,2-5-54,-8 8 452,-4 1-397,-5 14-140,0-2-68,-3 13 51,0 3 28,-9 31-5,2-7-43,-4 13 1,-1 2-77,0 5-544,1-11 1,-3 8-1,2-3-217,-1 3 1,0-1 7,-4 10 0,1 1-2086,3-3 1,2-4-2331,3 1 302,2 4 4211,8-33 1,-1-12 0,1-5 0</inkml:trace>
  <inkml:trace contextRef="#ctx0" brushRef="#br0" timeOffset="347487">11335 996 18344,'1'-50'1452,"0"0"1,0 6 0,0 9-1000,-3 18 45,0 10-582,0 9 228,-1 13-99,-2 16-11,-4 22-29,4-18 1,-2 0-130,1 4 1,-2 0 131,1-1 1,-1-2 223,-4 18-221,-5 2 45,12-36 414,-3 7 146,8-29-341,0-11-208,3-18-5,5-25-121,-2 19 1,2-3 66,2-5 0,1-1 12,2-1 0,1 1 13,0 5 1,-1 2 38,-1 6 1,-1 4 107,4-11-119,-8 17-122,-4 14-35,-2 11 96,6 13 12,7 16-24,14 20-243,-10-18 1,2 0 237,2 3 0,2 1-3,1-2 1,0-1 8,14 16 0,-14-25 0,-1-3 518,1-2-451,4 0-5,-15-20-40,-5-8 23,12-35-6,-3-7-250,-5 10 1,0-2 240,-2-5 1,-1 3 513,3-17-508,-6 26 1,-2 4 24,-3 8-27,0 2-130,-2 12-442,0 7 396,6 19-1012,7 5-1300,14 21-4721,13 2 6338,-1-4 0,-13-15 0,-11-11 0</inkml:trace>
  <inkml:trace contextRef="#ctx0" brushRef="#br0" timeOffset="347837">12361 934 24167,'-12'-42'369,"1"0"1,0 4-1,-3 11-324,-16 26-6,-8 12-22,-6 13-11,-3 12 6,7 8-30,10 3 1,15 1-11,14-8 28,14-9 17,10-12 6,9-9 22,2-12 39,2-9 45,-5-11 5,-5-9-11,-10-6 29,-9-6-57,-7 11-50,-3 5 27,-4 10-60,0 10-74,1 1-481,2 3 167,2 5-962,6 8-1872,9 7 3210,14 11 0,-10-11 0,3-1 0</inkml:trace>
  <inkml:trace contextRef="#ctx0" brushRef="#br0" timeOffset="348670">12847 1000 15967,'0'-3'6329,"0"1"-3254,0 2-2896,-56-58-78,19 45-286,-6-14 0,-2 6 207,-10 40-2025,22 0 1,2 3 2002,-10 11 441,18-7 0,4 0-457,8 9-18,5 6-39,29-2 45,10-15 28,11-6-5,13-18 33,-7-15-3,-12-1 0,0-5 6,-7-1 0,-3-5-711,3-9 0,-4-1 688,-11 9 1,-3-2 19,0-10 0,-2-3 899,-3 9 0,-2-2-885,1-5 0,0-1-1084,-2 2 0,-2 3 1126,1-8 157,-6 7-190,1 29 1391,-3 1-1437,1 12-27,-4 20 11,-1 12 16,-1 10-5,4-14 0,0 3 107,0-3 0,1 2-155,-2 10 1,1 2-116,1 8 1,0-1-17,2-10 0,1-2 75,1-3 1,2-3-296,10 14 3088,5-22-3204,11-2-62,21-17 504,-11-10 62,-7-6 0,0-4 58,-4-5 1,-1-3 89,4-6 0,0 0-50,-6 3 0,-2 0 137,11-17 313,-21 17 868,-6 4-1125,-6 2-218,-2 9-1,-10 5-83,5 10 22,-2-3 6,6 9-18,11-3 24,9 2-18,12-5 17,8-6 6,2-11 0,2-15 16,-15-6-21,-6-1 27,-14-4 6,-11 8-6,-4-7-6,-4 11 51,-15-1-78,14 16 0,-19-2-1,8 17 18,-21 15-35,1 9 23,19-8 1,0 3-18,-11 26-27,13 6 10,11-12-44,25 5-191,35-11 48,-15-20 0,2-3-131,3-1 1,1-4-203,6-3 0,1-4-2468,1-2 0,0-2 2464,-5 0 1,-1-1-1,-5 1 1,-5-2-1,-6-1 1</inkml:trace>
  <inkml:trace contextRef="#ctx0" brushRef="#br0" timeOffset="348902">14182 828 24525,'25'-57'-165,"5"30"0,6 9-54,-4 18 1,2 4 58,6-3 1,2 3-673,7 5 0,-3 2-1414,10 9-735,-19-5 1,-1 2 2980,4 16 0,-21-16 0,-7 0 0</inkml:trace>
  <inkml:trace contextRef="#ctx0" brushRef="#br0" timeOffset="349043">14262 1100 24687,'45'-33'-3338,"-4"16"0,3 4 3338,16 6 0,-25 4 0,-3 0 0,-5 0 0</inkml:trace>
  <inkml:trace contextRef="#ctx0" brushRef="#br0" timeOffset="352136">15706 683 32767,'1'-18'0,"0"5"-1683,2 26-317,-1-5 904,2 18 582,-9-7 572,-11 12-59,-5-10-1124,-30 7 1437,14-17 203,-11 1 79,25-14 73,9-23-889,9 5-37,6-11 1,4-2-283,15-11-236,5-10 481,-1 30 0,2 4-303,10 1 28,13-1 119,-21 20 340,9 25 67,-14 9 33,-6-4 1,-3 3-165,-5 1 1,-4 2 144,-5 5 0,-6 2-460,-5 4 0,-7 1 443,-10 3 1,-6-1-351,8-16 0,-3 0 1,-1-2 402,-2-1 1,-1-1 0,-1-3 44,-14 9 0,2-4 59,6-8 1,3-4 192,-13 1-22,23-21-129,17-16 156,15-11-274,13-5-44,18 0-17,14 7 11,-4 9-17,-7 11 1,2 3 463,19 5-523,-16 1 1,2 1-59,-8 3 0,-1 0-113,1 1 1,0-1-140,0 1 0,1-2 355,-1-1 1,1-2-1785,6-3 1,-1-3-394,16-3-540,-21-4 1,-4-3-1980,4-15 4744,0-4 0,-17 9 0,-12 9 0</inkml:trace>
  <inkml:trace contextRef="#ctx0" brushRef="#br0" timeOffset="352469">16156 400 11018,'-54'-33'1006,"1"1"0,-1-1 0,1 5 0,0 1 0,0 8-726,9 10 0,1 6 0,0 2-798,-4 3 1,0 3 0,0 3 629,-2 3 1,0 2-1,1 3-13,-2 6 0,2 4 0,2 0-53,8-4 1,2 1 0,0 5 14,-1 8 1,-1 6 0,2 2-1,3-1-26,2 4 1,3-1 0,1 4-400,-1 1 0,-1 3 0,2 2 0,5-2 354,4 7 1,4-1 0,5-2-5,2-13 1,3-2 0,7 1-155,13 10 1,10 1 0,4-7 29,13-3 1,9-6 71,-16-12 0,5 1 1,1-2-1,2-4-5,13-2 0,2-6 0,2-3 44,-13-4 1,1-1-1,0-2 1,1-2-197,0-2 0,1-1 0,0-3 1,-1-1 322,-1-1 1,0-1 0,-2-2 0,0-2 119,12-6 0,-2-3 1,-2-3 27,-5-2 0,-2-2 1,-3-3-50,-4-1 0,-2-3 1,-2-3-152,-4-3 1,-1-3 0,-4 1-30,5-10 1,-3-4 78,-11 12 1,-1-5 0,-2-1 0,-3 4-90,-2 2 1,-3 3-1,-2-3-47,1-15 1,-3-4 0,-7 6 102,-15-2 0,-12 7-414,1 21 0,-5 5 0,-4 2 349,-14 3 0,-5 3 0,4 4 0,6-1 0,2 4 0,-5 4 0,0 1 0</inkml:trace>
  <inkml:trace contextRef="#ctx0" brushRef="#br0" timeOffset="366552">28383 15114 16353,'-44'-4'377,"1"-1"0,2 0 0,18 1-91,43 0-68,7-2-22,11-2 0,9-2-1470,8-2 1,8 0 0,-1-1 1307,-11 3 0,0 0 0,7-1 8,-12 3 0,6-1 1,4 0-1,2-1 1,0 1-1,-2 0 0,-4 2-285,5-1 1,-2 2-1,-1 0 1,0 0 0,2 0 256,-2 0 1,1-1 0,1 0 0,1 0 0,1 1 0,1 0-206,0 2 1,3-1 0,1 2 0,0-1-1,0 2 1,-3-1 0,-2 0 199,4 1 0,-4 0 0,-1 1 0,1 0 0,4 0-145,-6-1 1,4 1 0,2-1-1,0 1 1,-1 0 0,-1 0 0,-4 1 143,7 0 1,-3 0 0,-2 1 0,-1 0 0,-4-1-8,0 1 1,-2-1-1,-3 1 1,1 0 3,12 0 1,-2 0 0,-6 0 551,-10 0 1,-5-1-1189,1-1 1,-8-3 1009,-17-6 0,-11 2 1,-16-1-1</inkml:trace>
  <inkml:trace contextRef="#ctx0" brushRef="#br0" timeOffset="368137">29743 12115 12866,'23'-51'1658,"-1"-1"0,0 3 0,-3 7-449,-5 13 25,-3 5-1083,-8 16-365,-3 5-10,0 5 164,-6 7 345,-16 26-240,2-3-12,-3 8 1,0 2-1049,-2 12 1012,10-22 0,1 0-86,1 20 100,9-18 17,5 3 202,11-10-79,-1-12 179,14-7 1208,3-14-1297,29-13-95,-2-5-54,-22 7 1,-2 1 137,5-5 240,-5 2-380,-21 13-168,0 0-18,-10 5-49,-2 9 145,-2 0 5,-9 26-5,2-3-5,-3 9-85,2 13-162,9-15 27,4 7-1096,18-1 688,-2-25-1826,39 9 1373,-22-22-402,11-10 1,1-6 1006,0-4 332,4-15 1,-1-4-139,-7-4 406,-15 7 1,3-7-1,-5 2-343,-5-1 1,-3 0 455,6-18 1,-4-2-9,-9 10 0,-7 0-31,-6 1 0,-5 0-19,-6 2 0,-3 2-88,0 9 1,-4 3-70,-9-5 1,-7 4 472,-9 5 0,-6 5-227,-4 2 1,-3 3-800,9 7 1,-2 3 0,1 5 602,2 6 0,0 4 0,3 1-25,-13 4 0,1 7-520,16-1 0,-2 6 0,0 1 0,5 1 481,1 2 1,4 0 0,-1 2-10,-8 4 1,0 1 0,5 4-146,4 7 1,5 3 0,7-2 150,7 0 0,6 1-85,3-4 1,2 3-1,8-4 71,16 7 0,10-5 28,11-3 0,7-4 98,-11-15 0,4-2 1,1-2-108,5-1 1,1-3-1,0-1 9,11 2 0,3-4 52,-15-7 0,6-3 0,0-1 0,-4-3 32,1-4 1,-3-2 0,2-2 76,3-1 0,3 0 0,0-2 1,-5-2-85,-5-1 0,-4-2 1,1-5 90,-1-4 0,1-5 0,-1-2 0,-5 1 96,-3-1 0,-3 0 0,0-3-140,1-6 1,2-3 0,-2-2 0,-4 5-86,1-9 0,-8 0-23,-2-15 1,-13 3-118,-17 25 1,-7 2-166,-9-7 0,-8 2-891,-12 3 0,-7 5 1015,8 11 0,-3 2 0,4 2 0,4 1 0,3 3 1,0 2-1,-1 1 0</inkml:trace>
  <inkml:trace contextRef="#ctx0" brushRef="#br0" timeOffset="370820">30234 11010 11424,'-38'-23'885,"-12"1"-694,18 16 290,-23-3 85,12 5 33,-12 0 51,3 0 78,10 2 17,13 0-101,14 0-403,8 1 112,6 1-667,1 0 169,-4 6 212,-2 8-17,-4 13-22,-2 10 17,1 7-6,2 0 23,1-3 5,3-5 0,1-9-11,1-8 51,2-8 145,1-7 313,0-2 2443,0-2-2633,2 0-66,7-2-264,2 0 5,16 0-44,6 0-12,13 6 1,-7 1-51,21 14 33,-21-1 1,17 10-63,-19-4-21,-11 1-90,-11-1-135,-18 1 74,-9-7-502,-14-2 0,-5-2-303,0-3 1,-2-1-1172,-18 4 0,-1-1 1098,14-5 1,1-1 1134,-9-1 0,5-2 0,11-1 0,-6-1 0</inkml:trace>
  <inkml:trace contextRef="#ctx0" brushRef="#br0" timeOffset="371236">30208 10581 13116,'-37'-21'262,"1"0"0,-1-1 0,-5 2 0,-2 1 0,1 6 21,-5 9 0,-1 6-1148,6 0 1,-3 1 0,0 2 1019,-2 1 0,-1 2 0,1 2-73,0 4 0,0 1 0,2 4-43,2 1 0,1 4 1,2 2-16,2 2 0,3 4 0,3 2 36,3 2 0,4 3 0,3 2 18,2 1 0,4 3 1,4 0-36,2 2 0,4 0 0,4 1 1,4-2 1,3 0 0,5-1-183,4-2 1,3-1 0,5-3 234,6-2 0,4-2 1,3-3-16,6-2 0,3-3 0,2-2-41,6-2 0,1-2 0,2-2-10,3-3 1,1-2 0,0-3 37,1-1 0,1-2 1,-1-3 27,0-4 0,0-3 0,-2-3 28,-1-1 0,-1-4 1,-2-2 43,-3-4 1,-1-2 0,-2-4-8,-3-2 1,-2-3 0,-3-1-82,6-5 0,-3-7 10,-13-1 0,1-9 0,-3 0 0,-4 5-60,0-1 0,-3-3 9,-3 3 1,3-8-1,-4 0 1,-5 6 34,-9-2 1,-7 4-99,-7-10 1,-8 3-126,-13 8 0,-9 7-127,6 14 1,-5 4-1,-4 2-2086,-5 4 1,-5 3 0,-2 1-1,3 2 2361,-6-2 0,2 3 0,2 1 0,0 0 0,1 2 0,7 1 0,16 3 0,1-1 0</inkml:trace>
  <inkml:trace contextRef="#ctx0" brushRef="#br0" timeOffset="372009">28824 11691 12044,'-9'-52'1209,"0"0"0,0 1 0,1 2 0,0 1 0,2 7-750,-2-13-19,6 22 0,0 0-100,1-5-2584,7-6 0,3 1 2484,-1 3-40,4 2 0,2 1 1473,3 8-1378,3-1 718,-6 11-1126,-6 10-19,-4 19 181,-2 20-37,-1 10 9,0 0 1,-1 6 1114,-2 3 0,-1 2-1163,0-5 0,0 2 1,0 0-51,0 3 0,-1 0 1,2 2-199,1 7 1,2 1 0,1-2-285,1-9 1,2-1-1,1-2-49,0-3 1,1-1 0,2-2 602,9 19 1,1-9 0,-5-14 0,8 16 0</inkml:trace>
  <inkml:trace contextRef="#ctx0" brushRef="#br0" timeOffset="372703">31586 11378 9987,'-3'-45'1462,"0"1"0,0-1 0,0-12 0,-2 4-1065,0 15 1,-1 2 902,-3-23 470,4 20-980,1-4 432,1 7-958,1 16 350,1 4-676,0 14 407,0 0-558,0 7 180,-2 12 44,1 4-6,1 16 1,1 3 0,1 13-869,1-9 0,2 9 1,-1-6 859,1-11 0,0-1 1,2 9 0,0 5 1,1-2-475,3 11 1,-1 0 452,-1 2 1,0 0-6,0-4 0,-2 0-729,-4 10 1,-2-5-367,-2-28 0,-1-1 1123,-1 11 0,-2 5 0,0-9 0,-1-2 0,-4 14 0</inkml:trace>
  <inkml:trace contextRef="#ctx0" brushRef="#br0" timeOffset="386259">8932 2304 14320,'-4'-4'3960,"1"0"-1322,3 4-2392,-48-45-179,30 33 38,-19-11 0,-2 6 86,1 30-129,-8 1-1694,10 6 0,2 2 1683,-1 2-107,0 3 0,4 2 45,10 2 11,-1 13-63,29-12-38,15 1 72,19 0 20,-15-16 1,2 1 1418,2-1 1,0 1-1436,0 0 0,-1 1-26,19 18 29,-17 2 232,-16 1-176,-22-1 44,-15-3 135,-16-6 367,-8-8 11,-3-8-116,11-8-29,-6-7 86,23-8-1276,-1-11-110,16-2-7166,27-27 7634,-1 17 1,5-3-1,-11 21 1</inkml:trace>
  <inkml:trace contextRef="#ctx0" brushRef="#br0" timeOffset="386510">9161 2248 26387,'18'-2'-419,"-2"-2"86,-11 42 1,-6 16 231,2-19 1,0 1-2644,-1 18 0,0-1 2664,0-17 0,-1 0-289,-1 15 1,-1 0 108,1-19 1,-1 0-1949,-1 12 0,1-1-3047,-2 2 4924,-1-9 0,4-24 0,0-2 0</inkml:trace>
  <inkml:trace contextRef="#ctx0" brushRef="#br0" timeOffset="387493">9131 2685 11671,'-6'-5'7049,"1"1"-5370,5 4-510,0 0-1080,-34-41-113,51 31 62,-9-31-78,33 36 0,11 9 14,-18-5 0,0 0-10,14-2 0,-3 0-51,3-6-39,7-3 63,-14-3 113,-12 3 102,-2-8-6,-15 7 28,1-5-21,-13 8-82,-7 3-21,-6 4 97,-9 5 44,-7 7-22,-2 9-63,3 4-76,8 4-11,9-7 79,15 8-8,11-11 1,12 2-27,8-10 17,3-9 30,1-8 72,-3-8 67,-5-8-54,-12-6-17,-9-3-46,-14-1-39,-8 4 6,-9 5-34,-6 8 7,-1 9-20,-8 10-109,13 4 37,-8 13-10,18-4 18,-9 30 0,13-5-62,2 24-404,17-2 133,0-30 0,2 0-286,5-1 0,3-1-337,3-2 0,2-3-329,3-3 0,2-4-406,1-4 0,0-4-1834,29 0 1888,-6-18 2216,-8-10-687,-7-25 1578,-15 11 1471,-4-21-531,-14 20-501,1-4-424,-5 11-579,0 12-520,-2 8-388,0 4 3290,-1 10-3297,-1 8 254,-1 14-247,-2 13-5,-1 10-2,0-9-1,2-10 1,0 0 31,-2 12-22,0 16 11,3-21 33,1-10 57,2-13 173,0-9-117,0-8 44,3-22-117,0-8-17,2-27-28,-3 23 0,0-1-303,0-6 1,1 0 310,-1-2 1,0 1 27,1 2 1,1 0 13,2 0 1,1 3-51,2-9 12,8-2-35,0 27-22,8 1 0,7 8-17,3 9-27,2 12 587,-3 11-588,-6 25 51,-12-11 0,-14 26 22,-23-19-11,3-15 0,-2 0-3,-5-3 1,-1-1-10,-17 9-94,-8-4-549,28-19-5143,3-16 5798,23-6 0,3-5 0,1 9 0</inkml:trace>
  <inkml:trace contextRef="#ctx0" brushRef="#br0" timeOffset="387726">10544 2578 18644,'-7'5'4778,"1"-1"-4297,6-4 667,0 0-1276,3-10-298,14 1-44,3-6-1810,30-2 2280,8 0 0,-19 6 0,-1 0 0</inkml:trace>
  <inkml:trace contextRef="#ctx0" brushRef="#br0" timeOffset="388203">10938 2345 22324,'5'-49'117,"0"1"1,-1 5 0,7 9-107,30 17-11,-9 10-33,10 6-35,-8 10-72,17 16-22,-9 8 5,-20-10 0,-3 2-258,4 22 236,-10-8-56,-22 18 229,0-29 62,-8 0 0,-3-1 23,0-7 374,-28 12-218,28-23 735,-21 0-595,28-10 555,-7-8-617,16-2-139,4-5-140,4 5-23,18-2 6,2 8-29,20-2-2,-12 8 0,0 2-2,16 3-1,12 7-11,-16 7-56,-5 7-23,-3 10 1,-21 6-45,-30 3-107,-23 1-2077,-3-20 1,-4-2 1737,12-7 1,-2-2-3658,-23 5 0,-1-4 3800,23-9 0,2-1 1,-27 6-1,27-8 1</inkml:trace>
  <inkml:trace contextRef="#ctx0" brushRef="#br0" timeOffset="388569">8461 3150 14848,'-60'13'1585,"-1"0"0,4-1 0,13-2-1075,34-6 488,20-1-360,43-6-478,-3-1 0,9-1-1106,-5 1 0,4-1 1,4-1 970,-6 1 0,4-1 0,0 1 1,-1-1-18,-7 1 0,-1 1 1,1-1-1,5 0-6,0-1 1,5 0 0,3-1 0,1 1 0,-1-1 0,-5 1-377,-3 0 1,-3 0 0,-1 0 0,1 0 0,4-1 364,-5 1 0,4-1 1,1 0-1,0 0 0,1 0 1,-3-1-1,-2 1-334,8-1 0,-3-1 0,-1 1 1,-2-1-1,0 0 327,8-1 1,0-1 0,-3 1 0,-3 0-72,0 0 1,-3 0 0,1 0-66,8-1 1,0-1-1,-5 3-417,-7 2 1,-2 1-1615,-7 1 1,2-1-1,-5 2 2183,24 3 0,-32 1 0,-18 0 0</inkml:trace>
  <inkml:trace contextRef="#ctx0" brushRef="#br0" timeOffset="390119">12908 2607 12729,'4'-44'1564,"-1"0"0,1 0 1,1-16-1,-2 6-606,-11 6-550,0 14 208,-15 3-218,-16 15-325,6 4-3,-3 14 0,0 6-48,-1 5-153,2 6 0,0 5 156,11-4 0,1 3-17,-8 13 1,1 3-18,7-6 1,4 1 8,1 4 0,5-1 0,7 16 17,18-10 17,11-11-6,3-12 200,25-10-116,-9-16 29,19-10-538,-11-14 503,-12 0 135,2-12-6,-12 6 90,4-13-28,-13 15 226,-5 5-400,-10 19-89,-3 7-325,-2 5 240,-8 21 68,1-3 619,-8 20-620,-5 11-16,6-11 0,-2 4-331,1 0 1,-1 1 341,-1 8 1,0-2 7,6-11 1,2-3-12,3-4 1,1-2-54,-1 19-157,11-13-492,12-13-1256,19-12-5594,24-14 7544,-27-1 0,0-3 0,12-3 0,-15 2 0</inkml:trace>
  <inkml:trace contextRef="#ctx0" brushRef="#br0" timeOffset="390309">13322 2652 24200,'-13'-22'-2851,"4"8"-4621,16 23 7472,2 2 0,-1-2 0,-2-3 0</inkml:trace>
  <inkml:trace contextRef="#ctx0" brushRef="#br0" timeOffset="391360">13535 2870 17333,'0'8'5898,"0"-2"-5388,0-6 184,0 0-397,43-68-50,-17 21-747,4-5 0,-1-5 558,-12 19 1,-4 0-20,1-4 1,-2-2-20,0-3 0,-1-1-12,-1-1 0,0 1 6,-2 2 0,-2 2 17,-1 7 0,-1 3 369,0-17-237,-8 21-175,1 17-77,-3 8 25,-2 13 108,-6 13-24,-6 19-17,9-11 1,0 2 2,1 7 0,2 2-614,1 4 0,2 1 579,1-8 0,3 1-227,4 17 0,4 1-61,0-20 1,2 0 84,1 7 0,3 0-695,6-3 0,3-6-183,10 4 29,-8-14 0,1-4-1089,18-7 870,2-18 1145,-1-15 379,-12-4 457,0-15 975,-8-6-127,-4 3 225,-5-1-150,-10 21 702,-5 8-2037,-1 8 118,-2 2-400,-1 4-62,1 2 53,3 3-2,7 3 47,9 2-12,13-2-17,11-3 12,4-8 44,-2-7 34,-9-7 6,-13-7 11,-10-3-51,-8 3 84,-14-8-38,-2 12-24,-10-4-32,6 12 94,-13 6-28,8 8-33,-11 7-50,7 11-12,4 11-6,8-3 18,4 22-51,12-11-79,9 18-122,13-11-90,12-3-23,13-10 28,6-12 85,3-12 117,-2-16-215,-3-12 428,-6-14 45,-8-8 38,-8-4-72,-10 10 353,3-6-118,-12 21-61,1-3-185,-9 16-152,-2 6 51,-1 15 349,1 4-349,-1 15-11,3 1 6,1 2-1,1-1 28,0-6-5,-2-9 50,0-9 129,-1-7-28,2-10-67,7-11-6,5-12 17,11-10 79,9-3-17,8 3-40,1 4-27,-1 8-85,-3 8-5,-3 9-28,-1 11-23,-1 11-55,-3 12-231,-3 12-811,-6 14-482,-9-6 934,-9-8 1,-3-1-1,0-10 1,-3 14 0</inkml:trace>
  <inkml:trace contextRef="#ctx0" brushRef="#br0" timeOffset="391942">15286 2336 18397,'-3'-3'3646,"1"1"-3186,2 2-387,-3-5-11,17 13-12,9 3 17,26 16-47,-17-11 0,0 1-4,23 12-5,-10-5 1,-1 1-10,-15-7 1,-2 1-6,11 6 1,-3 2 7,1 12 74,-20-3-23,-18-11 134,-36 13-78,-8-13-337,10-7 0,-2-1 245,5-5 0,1-1-26,-21 6-179,16-5-263,18-5-460,17-2-1965,20-3 2873,25 0 0,-17-1 0,8-1 0</inkml:trace>
  <inkml:trace contextRef="#ctx0" brushRef="#br0" timeOffset="392309">16459 2434 13950,'0'-3'5266,"0"1"-3967,0 2-448,-60-14-72,10 24-701,10-13 1,0 2 27,-7 25 40,14 12-107,13-2-5,0 17 38,27-10 35,15-4-6,17-5-17,11-7-28,-8-10 229,15-5-3206,-15-17 3100,-2 1 64,-7-17-2,-19-1-73,-1-11 28,-6-15-17,-10-2-134,-1 8-6,-6 10-11,1 13-95,-2 3 2771,-3-3-10091,-3 7 7387,2 4 0,5 6 0,3 2 0</inkml:trace>
  <inkml:trace contextRef="#ctx0" brushRef="#br0" timeOffset="396570">10817 3749 19759,'-5'-38'893,"0"-1"0,-3-21-960,10 66 184,9 13 7,9 20-96,-6-9 0,1 3-387,0 8 0,-2 3 342,-2 7 0,-5 2-565,-4 6 0,-4 2 152,-2-19 1,-3 0 0,0 0-871,-6 18 1,-2-1-3171,3-1 0,0-5 4154,3-17 1,3-4-1,0 13 1,6-35-1</inkml:trace>
  <inkml:trace contextRef="#ctx0" brushRef="#br0" timeOffset="398177">10681 4155 19568,'-10'-42'338,"-1"0"0,0 5 0,9 7-355,54 7-16,-14 11-54,5 2 0,6 0-188,4 4 1,2 0-2808,1 0 0,0 1 2953,0 0 0,-2 0-250,-1 0 1,-5 0 1412,9-3-1141,-21 2 1,-3-1 129,2-5 61,-16 3 999,-10-3-590,-9-1 6,-5-2-230,-1 3 3633,-6 3-3494,0 7-77,-5 1 189,-10 16-262,3 6-180,1 5-44,9-2 44,13 9-44,6-15 84,31 13-62,5-26-20,-9-5 0,0-2 9,16-7 67,5-14 180,-17-9-174,-7 6 145,-10-26-134,-25 20-68,-2-8 57,-25 6-96,12 18 46,-22-4 32,4 16-60,-1 8-35,4 3 6,6 16 1,10 7-29,-5 28-6,11-1 1,9-22 0,4-1-12,7 10-95,19 6-162,11-17 13,-11-14 1,4-2-320,8-2 1,3-5 12,-6-3 1,1-4 280,5-3 1,0-6 204,-8-2 0,-2-5 221,23-20 169,-12-9-40,-24 14 0,-4-2-68,3-10 182,-3-15-148,-10 32 197,0-8 313,-2 12-313,0 4-281,-1 6 63,-1 7-270,1 5 107,-1 13-45,1 8 16,0 17 1,1 2-1,1 3 7,1-12-12,0-2-6,1-1 28,-1-14 135,1 4 106,-1-19-167,-1-5-29,6-17-22,2-7 11,4-17-6,3 0 6,0 0-45,-2 13 23,9-3-29,-8 19-55,7-2-28,-6 12 10,0 8 7,-1 8 38,-2 3-10,1 12 16,-4 9-5,1 1 10,-1 4 35,-4-15-18,-2-10 91,0-7 83,1-11-146,5-10 29,6-13-23,-1 0 79,9-23-51,-7 15-22,5-12 16,-6 17-49,-3 12-46,-3 8 12,1 6-18,1 8 12,5 6-39,4 9-50,1 8-46,0 6 34,-4-5-655,6 21-588,-11-12-1670,4 16-1836,-9-16 974,2-11 2856,7-12 1827,11-18 1702,9-13 1149,3-13-522,0-9-1018,-3-4-612,-6 2-447,-8 5-191,-8 10-493,-8 10 45,-5 7-464,-3 9 60,-3 12 18,0 14 11,0 17 0,4 14-292,3-25 1,0-1 279,4 21-2,0-12 0,0 1-209,0 14 206,-3-15 0,-1-1 0,-2 19 0,-6-11 5,-2-12 68,-1-16 11,0-11-45,1-16 515,0-3-526,-6-40-17,3-3-481,4 9 1,1-2 471,2 1 1,0-1 14,2-3 0,0 1-340,-1-1 1,0 1 339,0 2 0,0 2-15,-1 11 1,2 0 2,0-7 1,4 2-110,9-7 98,13-12-10,10 25-24,6 14 24,-7 9-57,15 20 22,-17 10 18,8 20 10,-21 8 23,-15 7 863,-20 2-858,-15-3 140,10-30 1,-2-1-146,-23 14 21,3-12-492,7-13-1400,12-13-7029,11-14 8146,13-4 1,2 2 0,3 5 0</inkml:trace>
  <inkml:trace contextRef="#ctx0" brushRef="#br0" timeOffset="398435">13528 3718 23450,'-46'3'67,"26"-5"-470,69-7 8,-16 2 0,2 0-289,5 1 1,1 0-1173,-1 2 0,0 1 1856,1 1 0,-3 1 0,3 1 0,-9 2 0</inkml:trace>
  <inkml:trace contextRef="#ctx0" brushRef="#br0" timeOffset="398609">13603 3985 24934,'30'-10'-88,"1"0"0,2-1 1,1 1-305,8-3 0,1 2-2316,-4 1 1,0 1 2707,20-2 0,-25 5 0,-18 5 0</inkml:trace>
  <inkml:trace contextRef="#ctx0" brushRef="#br0" timeOffset="406336">14828 3741 21993,'-6'-57'1138,"5"9"-1082,7 31-73,4 2 6,-2 6-34,6 1-101,9 4 90,8 7-11,13 9-67,1 13-124,-2 9-22,-9 6 139,-15 2 130,-11-9 61,-26 17 35,-6-15-1,-15 13 51,6-16-18,10-12 264,6-8 196,11-9-443,0-4 141,4-10-169,3-1-61,5-6-6,6 4-39,9 4 6,1 4-18,28 6-4,-18 4-35,11 3 1,3 3-649,14 10 598,-17-6 0,0 1-223,11 15 4,-21 0 136,-30 1 83,-16-7-143,-20-4 1,-9-3-94,6-4 1,-3-2-875,-17 6 0,-3-3-1198,10-5 0,2-3 54,12-1 0,1-2 2355,-26-4 0,40 0 0,2-1 0</inkml:trace>
  <inkml:trace contextRef="#ctx0" brushRef="#br0" timeOffset="406735">15019 3324 20033,'-47'-10'188,"0"1"0,1-1 0,-2 4 1,1 2-1,3 8-76,-9 20 0,2 10-928,13-9 1,0 3 0,1 1 860,-1 3 0,1 3 0,2 1-10,2 2 1,2 1-1,2-1-10,-3 8 1,4 3 3,11-3 1,4 4 0,3-2-11,5 1 1,5 0-22,2-3 0,2 2 1,4-3-22,11 6 1,8-4-31,10-3 0,4-5 5,-6-8 0,6-4-88,8-4 0,8-1 0,-1-5-826,-10-5 0,-2-4 0,4 0 959,1 0 0,4 0 0,0-1 0,-1-3 38,7-4 1,-2-5 0,-1-2 134,-1-1 0,-2-4 1,-2-2-52,-4-3 0,-2-2 1,-2-3 12,-4-1 1,-2-3 0,-2-2-47,-4-2 0,-3-3 0,-1-1-43,-4-3 0,-2-3 0,-2 0 13,-3-3 0,-3 0 0,-1-1 7,-3 1 1,-2 0-1,-4 0-7,-4-16 0,-8 3-81,-6 5 0,-9 6-104,-11 6 0,-7 7-182,-11 4 0,-7 7-1174,13 9 1,-2 5 0,-1 1 1237,3 2 0,0 2 0,3 0 0,-5 1 0,6 2 1,-9 2-1</inkml:trace>
  <inkml:trace contextRef="#ctx0" brushRef="#br0" timeOffset="419659">28154 13741 19300,'-5'-3'72,"1"1"91,4 2-6,90-30-68,-42 22 1,4 1-837,-3-5 0,3-1 0,3 2 777,-8 4 1,2 3 0,1 0 0,2 0-445,-1-1 0,3 0 1,1 0-1,1 1 1,1-1 426,4-1 1,0 1-1,2-1 1,1 1-1,2 0-277,-11 0 0,3 1 0,2-1 0,-1 1 0,1 0 0,0-1 1,-2 2 257,6-2 0,-1 2 1,0-1-1,0 1 1,0-1-1,0 1-181,-7 1 0,-1-1 1,1 1-1,0 0 1,0-1-1,0 1 0,-1 0 185,8 0 0,1 1 0,0-1 1,-1 0-1,-2 1 0,-2-1-32,-2 1 1,-2 0-1,-1 0 1,-1 0 0,3 0 8,6 0 0,3 1 1,0-1-1,-3 1 1,-7-1-197,0 1 1,-6-1 0,1 1-1886,13-1 0,2 0 0,-10 0 2106,-16 0 0,-9-1 0,0 0 0,-21 0 0</inkml:trace>
  <inkml:trace contextRef="#ctx0" brushRef="#br0" timeOffset="424754">8969 5407 13754,'0'-4'4576,"0"0"-1753,0 4-2599,-29-51-84,5 37-79,-3-13 1,-2 5 17,-17 30-74,-2 9-38,6 9-46,5 12 51,17-11-33,5 12-1,14-13 40,10 6 27,11-1 1,19-2-29,13-1-8,-14-12 1,0-1-10,-6-1 1,-1 0-17,26 12-33,-28 2 66,-22-1 124,-24 16-56,-2-14-12,-6-8 1,-5-2 22,-24 1-247,19-9 1,-2-2 201,1-2 1,0-2-7,-27-2-257,14-12-1069,18-10-2813,18-12 3320,30-12 1,-8 19-1,12 0 1</inkml:trace>
  <inkml:trace contextRef="#ctx0" brushRef="#br0" timeOffset="424986">9247 5211 22481,'17'-9'84,"-1"21"-84,-10 27 0,-5 7-14,2-14 0,0 0-380,3 18 0,-1-1 23,3 12-66,-3-24 1,0 2-494,-1-5 1,0 0-3452,0 27 4381,-2-8 0,-3-25 0,0-8 0</inkml:trace>
  <inkml:trace contextRef="#ctx0" brushRef="#br0" timeOffset="425976">9241 5661 20660,'-15'-36'-241,"0"0"1,17-12 212,27 54-31,3 2 0,1 0-114,21-1 114,-20-3 0,0-1 42,28 0 62,-11-9 61,-11-5 197,-8-15-163,-14 5 173,-5-12 34,-11 9 62,-2-3 39,-6 3 208,-6 5-510,1 9 5,-7 4-117,3 10-29,-4 6-44,-1 15-17,8 2-17,6 7 40,9-13-18,11 1 40,14-8-3375,3-3 3391,2-5 51,5-15-11,-21 2 73,11-14 10,-19 1 113,-5-14-62,-10 5-2273,-10-4 2178,1 14 2341,-9 3-2313,3 8-45,-8 2-17,-1 11-33,-5 15-39,8 10 11,5 4-23,10 10-61,10-3-73,8-8 0,2 1-275,15 22 113,-2-24 0,3-2-35,14 4 1543,-10-18 1,2-2-1767,20 1 291,-12-9 1,1-3 212,22-10 134,-5-4 197,-14-18 167,-13-1 381,4-17-217,-10 7-254,-8 6 701,-8 12-773,-6 15-11,0 0-258,-1 7 285,-1 5-252,-4 20 7,-1 10-34,0 23-1,2-12-33,2-13 1,1 2-32,0 4 1,0 1 66,-1 5 1,0 0 5,1-8 0,-1-1 3,-1 20 23,1-41 161,0 0 180,-1-15-324,-1-5-18,-8-25-11,4-9-11,-3-11-219,8 15 0,1-2 230,1 3 1,1-2 16,3-16 0,0-1-9,1 9 1,0 1-12,1 4 1,0 2 2,7-20-11,1 22-39,14-7 11,1 16 0,10 8 5,-10 13-50,19 18 1,-17 7 16,9 20 56,-21 3 22,-16 6-5,-17-1-23,-16-3-16,0-13-107,-10-2-207,10-16-2409,-1-1-851,14-12 2860,11-8 1,8 2-1,2-1 1</inkml:trace>
  <inkml:trace contextRef="#ctx0" brushRef="#br0" timeOffset="426203">10548 5625 24710,'19'-24'-2425,"14"-1"117,1 12 0,3 2 1176,-4 0 0,-2 1 0,8-3 0,-17 7 0</inkml:trace>
  <inkml:trace contextRef="#ctx0" brushRef="#br0" timeOffset="426609">11110 5298 18621,'0'-3'4991,"0"1"-2924,0 2-2028,-21 8-33,11 5-28,-20 27-40,23-4-44,6 13 72,6-21-67,19 5 73,-9-20-12,19 8 46,-8-15 51,18-5-13,-4-10 35,6-9 50,-11-5 39,-8 0 95,-9 4 17,-8 8-73,-5 5-157,-4 5-78,-1 1-5,-1 9-6,0 7-62,2 17 6,0-3-247,3 21-213,-3-17 1,-1 2-191,-2 2 0,-2 3-827,-2 7 0,-3 1-2242,-2-8 0,-2-2 3169,0-6 0,1-3 0,-5 8 0,7-20 0</inkml:trace>
  <inkml:trace contextRef="#ctx0" brushRef="#br0" timeOffset="426909">8909 6473 20380,'47'-8'258,"0"0"1,0 0 0,5-1 0,0-1 0,2 1-211,6 0 1,2-1-1,2 0-1455,-9 1 1,1 0-1,2 0 1,0-1 1388,-5 2 0,0 0 0,1-1 0,0 0 0,1 1-244,3-1 1,1 0 0,0-1-1,1 1 1,-1 0 173,2-1 1,-1 1 0,1-1 0,-1 0-1,0 0-54,-3 1 1,1-1 0,-2 0-1,0 0 1,0 0-25,7-2 1,0 0 0,-2 0 0,-2 0-360,-7 1 0,-1 0 0,-1 0 0,-2 1 525,10-3 0,-3 1 0,-6 1 0,-4 1 0,-7 2 0,20-5 0</inkml:trace>
  <inkml:trace contextRef="#ctx0" brushRef="#br0" timeOffset="427970">13065 5720 15636,'-15'-44'1352,"0"0"0,0 4 0,-2 8-944,-12 18-296,3 7 23,-22 10-102,11 13-22,9-2 1,0 3-7,-17 28-19,25-20 0,1 2-30,-9 27-29,11-4-17,11-6 40,14-9 106,9-10 89,13-11 12,11-15 0,9-15 39,4-13-82,-27 11 1,-1-1 165,19-23 51,-10 1 280,-10-2-381,-11 17 223,-5 2-134,-8 18-229,-1 1-196,-1 4 27,-2 7 96,-6 13 5,-9 22-11,-1 1 1,-2 3-710,6-12 0,-1 3 695,-10 20 0,-1 2 0,9-19 1,1 0-239,-4 8 0,1-1 249,4-7 1,2-2-55,-3 24 80,9-30 179,10-9 151,13-20 1192,18-8-1517,21-10-70,-19 3 0,2-2-254,6-3 0,0-1-485,3-2 0,-1 1-264,-9 3 1,0-1 416,12-6 0,-5 2 0,-12 5 0,12-6 0</inkml:trace>
  <inkml:trace contextRef="#ctx0" brushRef="#br0" timeOffset="428169">13496 5868 23780,'-15'-31'-3271,"6"7"-4010,28 26 7281,3 0 0,-4 0 0,-5 0 0</inkml:trace>
  <inkml:trace contextRef="#ctx0" brushRef="#br0" timeOffset="429259">13817 5949 22387,'6'-61'375,"0"-1"0,-1 3 0,2 2-230,2 8 1,1 1-1598,-3 2 0,-1 1 1480,0-1 0,-1 0 47,-1 2 1,-1 3 799,-1-19-611,0-3 676,-5 21-783,-1 19-58,-1 13-133,0 11 1905,-4 17-1882,-3 22 5,-1 4-22,1 16 0,2 4-173,5-32 0,0 1 160,0 12 0,0 5 0,2-4-55,1-6 0,3-2-111,4 19 0,1-2 128,-2-18 1,1-2-124,4 8 1,4-2-577,16 5 498,-5-9-275,20-7 113,-8-26 240,24-22 303,-10-10-854,-21 3 0,-4-2 921,3-14 257,-6-10 376,-13 9-549,-2 10 1042,-10 0-1025,-2 23-135,-3 0-100,3 6 1760,3 3-1945,1 0 67,6 2 62,7 4-40,13 2 23,1 1-3476,29-3 3504,-26-4 39,30-13 22,-34-3 17,5-14 17,-16-1-33,-8 5 111,-9-11-67,-5 12-33,-4-3 3425,-5 10-3364,-4 8-55,-2 2-57,1 5 12,-5 10-12,-3 20-39,1 6-11,3 4-35,16 7-49,11-8-224,18 21 190,-3-21-92,7-11 0,3-4-166,11-5-94,21 0 262,-18-15 37,-8-9 0,0-5 199,11-12-129,-13 4 1,-1-4 256,10-24-33,-12 6 148,-11 10 1,-1 1 277,0-5 22,1-8-95,-12 24-191,-6 11-212,0 5 301,-2 2-358,-4 15 23,-3 6-16,-4 18 10,4 6 0,4 5-16,5 0-12,2-4 18,2-9 10,1-14 40,1-9 117,0-9-6,3-7-89,6-9-28,0-4 23,23-27 33,8-2-39,0-1 6,0 7 128,-7 12-118,-10 10-38,8 0-23,-14 13-23,-2 11-21,-1 7-68,-1 13 22,-5-1-247,-1 13-1079,-2 7-685,1 2-2593,5 4 3846,8-17 0,-11-17 0,4-6 0</inkml:trace>
  <inkml:trace contextRef="#ctx0" brushRef="#br0" timeOffset="429576">15449 5477 17266,'-3'-6'5590,"0"0"-4347,3 6-67,0 0-1187,-33-52-28,25 46 84,-19-31-40,40 65-5,14 9-28,12 5-11,8 0-3,-16-14 0,0 3-140,-9-2 0,-3 0 170,1-1 1,-6 0 34,-14 18-35,-20-19-21,-9-2-214,-2-2-419,5-3-740,10-3 337,8-5-8762,24-6 7543,-7-5 1,10 0 0,-14-2 0</inkml:trace>
  <inkml:trace contextRef="#ctx0" brushRef="#br0" timeOffset="429942">16321 5457 18184,'-5'-9'4924,"2"1"-4593,3 8 184,0 0-157,-67-4-139,33 17-152,-10-7 0,1 5-11,11 27-11,5 18-45,13-16-6,7 15-5,16-21 28,9 5 5,11-5 1,10-9 27,4-8-16,-7-9 167,14-13-22,-18-9-4,11-14-35,-18-12-45,-8-10-34,-9-7-27,-4 10-28,-13-11-174,-5 28-516,-18-7-3635,-16 24 4319,-4 9 0,15 4 0,12 3 0</inkml:trace>
  <inkml:trace contextRef="#ctx0" brushRef="#br0" timeOffset="433295">11360 7097 15029,'-5'-56'1720,"-1"0"1,1 0 0,3 7-173,4 17-481,0 3-745,0 17-602,-2 9-293,0 8 442,0 1 179,1 37 31,2 12-567,-1-9 0,0 3 433,0 3 1,0 1-190,0 4 0,1 1-478,-1 0 1,2 1-744,-1-2 1,2-1-1849,-1-3 0,1-2 3276,0-9 0,-1-5 0,1 10 0,-2-26 1</inkml:trace>
  <inkml:trace contextRef="#ctx0" brushRef="#br0" timeOffset="434394">11194 7381 12096,'-1'-5'5388,"-1"0"-3953,2 5-1638,-5-41 439,25 31-101,15-31-90,17 40-29,3-3 1,3-2-390,-17 1 0,1-2 381,18-2 1,-1-1-1,-17 1 1,-3 0 10,-6 0 1,-3 1 148,14-7 263,-17 3-2543,-14 4 2436,-9 3 158,-3 3-224,-2 2 300,-1 0-592,-2 2 46,-3 5 38,-7 7 3364,-3 8-3458,0 5-18,5 0 6,9-2 17,10-5 61,8-5 51,8-6-28,-3-5 90,18-12-51,-8-8 50,14-13 51,-12-6-78,-12 5 173,-6-20-34,-12 17 28,-6-13-134,-7 20-134,-10 9-51,-7 9 17,-8 11 23,-6 13-12,-4 14-3437,2 10 3337,7 6-141,13 4-275,13 0-33,19 3-112,14-5-16,18-4 190,13-11 308,-6-13-110,-9-14 1,2-5-3,16-11 271,-15 0 1,-2-2 123,-9-5 0,-4-2 86,-1-2 1,-3-2 297,14-26 89,-9 0 33,-10 5 40,-8 9 6,-4 12-213,-5 10-325,-1 7-409,0 4 3179,-1 5-3017,1 8 365,1 10-242,2 12 23,5 8-33,4 3 16,4-1 6,2 3 11,-7-19 0,-2 0 174,-6-19 347,-1-4 5,0-4-380,0-10-112,-1-12 16,0-14 17,5-7 34,1-2 17,5 7-46,0 9-49,-3 11-124,-2 9-123,-1 5 101,3 6 106,8 5-134,17 15 22,1 5 62,-1 2 11,-13-4-95,-3 5 33,-7-9 79,2 6 140,-9-17 324,0-5-61,-1-8-291,2-9-39,5-11 27,8-21-44,-3 10 0,9-11-17,-9 21 39,0 3-95,-6 10-459,-4 7 296,1 10 158,0 2-242,11 14-280,3 6-402,10 12-1340,2 6 1477,5 6 0,-17-24 0,-1-1 0</inkml:trace>
  <inkml:trace contextRef="#ctx0" brushRef="#br0" timeOffset="434894">13109 7404 15575,'0'-7'5914,"1"1"-4664,-1 6-623,0 0-941,11-43 337,-9 49-7,8-33 18,-13 77-1725,2-15 1,0 2 1673,-1 25 14,1-14 1,0 0-21,4 13 12,0-18 0,0 0-2297,4 17 2297,1-9-17,-3-25 79,-3-16 2990,0-4-3024,-3-31-29,-1 6-4,-2-41 10,2 24 0,1-2 31,-1-12 1,1 0 1396,1 7 1,0 1-1412,1-6 0,0 4 12,2 4 16,2-23-275,2 17 269,6-6-44,14 2 0,-5 20 0,18-2-1,-5 17-32,13-1-108,12 8 29,-11 11 50,-7 3-83,-17 12 66,-18 6 124,-17 4 33,-23 8-67,4-18 0,-2-3-39,-26 10-236,7-9 1,2-3-585,0-2-130,13-3 1,2-1 988,7-5 0,14 0 0,2-2 0</inkml:trace>
  <inkml:trace contextRef="#ctx0" brushRef="#br0" timeOffset="435177">14044 7072 21041,'-3'0'2118,"0"0"-1749,3 0-1584,59-49-40,-29 38 1,4 2-2023,4-9 0,5-4 0,-1 6 3243,7 8 0,-4 5 1,15-2-1,-28 4 0</inkml:trace>
  <inkml:trace contextRef="#ctx0" brushRef="#br0" timeOffset="435328">14139 7302 23842,'55'-22'-806,"0"1"0,-7 2 1,-3 2-1,12-4 1,-24 9-1</inkml:trace>
  <inkml:trace contextRef="#ctx0" brushRef="#br0" timeOffset="435994">15238 6824 13788,'0'-11'4279,"0"3"-2946,3-26 0,1-4-846,-3 17-302,3-20 0,-1 8-364,-3 32 156,1 11 225,-3 18-51,-8 27-591,2-17 1,-2 3 450,-3 6 1,-1 2-12,-1 0 0,1-1-3,2-4 0,1-2-2,-2 17 10,13-2 85,12-31 174,13 1 116,11-23-32,11-19-52,6-12-156,-27 8 0,0-1-34,21-20 180,-8 3-28,-9 7 893,-9 9-1073,-9 9-5,-1 5-62,-1 5-17,7 4-16,3 8 170,5 10-277,1 14-111,-1 10-3780,-5 13 3177,-13-23 0,-2 1 843,-2 9 0,-1-3 0,-1 7 0,-3-3 0</inkml:trace>
  <inkml:trace contextRef="#ctx0" brushRef="#br0" timeOffset="436818">28748 12209 11801,'-55'10'1102,"-1"0"0,1 0 1,0 0-1,1-1 0,8 0-413,-13 6-303,10-4-196,34-7 223,16-3 208,20-1-145,33-5-388,-12 2 0,8-1 0,-1 1-696,7-2 0,3 0 654,-9 2 0,6 0 0,1 0 0,-2 1-724,3-1 1,-2 2 0,4-1 765,-5 1 0,2-1 0,3 1 1,1 0-25,-1 0 1,1 0 0,2 0 0,0-1 0,-2 1-462,-5 0 0,-1 0 1,0-1-1,0 1 0,1 0 410,-2-1 0,2 1 0,0-1 0,0 1 0,-2-1 1,-3 0-12,5 0 1,-4 0 0,-2 0 0,3-1-238,8 0 0,2 0 1,0-1-1,-4 0 223,5 0 1,-4 0 0,2 0-207,-9 0 0,1 0 0,1 0 1,-2 0 89,-2 0 1,0 0-1,-3 0 1,-3 0-47,14-1 1,-6 0 135,-5-2 0,-11 1 0,-22 2 0,-10-2 0</inkml:trace>
  <inkml:trace contextRef="#ctx0" brushRef="#br0" timeOffset="438851">15609 6366 8741,'-58'-13'1200,"1"0"1,11 3 0,1 5-524,1 11 1,2 6-769,3 3 0,-2 5 690,-1 4 0,-4 5 1,2 1-861,5-2 0,2 2 0,-1 2 369,-5 10 1,-1 2-1,5-1-80,1 3 0,6 2-26,10-8 0,2 3 0,4-2 148,4 10 1,4-1-165,-2-1 0,8 2-35,14-1 1,9 3-1,4-6-1233,5-5 0,5-2 1284,-6-3 0,1 2 0,6-5 33,6-7 1,5-5-1,-2-4 45,7-2 0,2-3-4,-3-1 1,4-1-1,-4-3 5,1-2 1,-1-6 136,-5-4 1,3-2-1,-3-3 42,0-4 1,-2-1-135,10-3 0,-1-3 87,-9-5 0,-2-4 156,-4-7 1,-2-2-261,-6 6 0,-1-1 39,4-19 1,-6-3-68,-16 13 1,-4-2-52,1-11 1,-4-4-29,-6 12 0,-4-2 0,-2 2 188,-6-11 1,-5 3-206,0 15 0,-3 0 1,-1 5-40,-3 3 1,-5 6-179,-8 7 1,-7 3 0,0 4-363,-10 4 1,-2 4 60,12 0 1,-2 0 0,-1 4 293,-7 7 1,-1 4 0,8-1 0,-9 2 0,17 0 0,-1-1 0</inkml:trace>
  <inkml:trace contextRef="#ctx0" brushRef="#br0" timeOffset="449719">9860 8348 20677,'-14'-33'386,"-1"0"1,-14-20-460,1 47-33,-5 8 5,-7 12 6,-5 12 16,1 10-22,7 6-67,10-2-33,12-4 50,9-6 123,13-3 56,10 0-6,16-1 1,17 1-32,-19-13 1,2-2-280,2 1 1,1 0 253,-1 0 1,-1 0-29,-4 0 1,-1 1-113,14 12 51,-18 1 202,-16-1 77,-20 0-38,-18 0-28,-19-2-57,17-13 1,-2-1-4,-4-1 1,-1-1-243,0-2 0,-1-2 195,3-1 0,2-3-128,-15-4-2560,4-24 2705,32-10 0,-3 8 0,17 3 0</inkml:trace>
  <inkml:trace contextRef="#ctx0" brushRef="#br0" timeOffset="450936">10126 8207 16532,'0'-3'4106,"0"1"-4761,0 2 666,-2 50-17,5-24 3,1 15 1,2 2-825,14 10 785,-5-19 0,1 1-62,1-3 1,0 1-6,-1-2 0,0-1-597,9 24-739,-10-5-1736,-11-8-1619,-12-9 1461,-9-11 3306,-8-11 2066,-3-15 1610,-1-13-680,4-12-369,4-9-528,4 0-542,4 1-410,3 6-352,2 7-313,3 5-220,2 8-296,1 5-196,5 3 44,9 4 73,17-1-5,22 1 95,-18-1 0,2 0-182,3 0 0,-1-1 235,-2 0 1,0-1-56,26-6 114,-26 2 95,-4-5 73,-20 2 102,1-5 32,-6 0 258,-3-1-397,-3 6 537,-2 2-683,0 7-145,0 0-326,0 2-229,2 1 543,0 1 90,3 4 22,2 2-17,6 0 0,3 1 101,7-4 22,1-4-55,1-4 94,2-8 107,-4-5 73,2-10-78,-9-2 122,-8-9-257,-7 12 79,-9-6-124,-6 16-106,-9 2-107,-14 7 68,11 8-74,-12 12-4,18 9-12,-2 11-23,12 8-106,10 4-162,15 2-302,14-1-478,14-3 329,-14-25 0,1-1-468,3-3 0,4-3-1803,10-2 0,3-4 1693,-7-6 1,0-4 1445,6-2 0,-2-5 40,-13-4 0,-4-3 1525,11-9 1675,-10-11-386,-18 11 73,-3-11-1664,-6 14-722,-3 4 324,-2 10 1674,2 7-2547,-2 0-454,2 3 22,1 14 454,0-1-17,0 27 23,4 3-6,-2-12 0,1 1-3,2 3 0,-1 2-1699,0 6 1,-1 0 1701,1 16 5,-3-25 1,-1-2-6,0-5 241,-1-3 341,1-13-145,-2-12-392,1-6-62,-4-14 3398,-1-12-3378,-1-2 0,0-3 13,-4-19-225,3 7 0,-2-2 254,0 3 0,0 1-31,2 9 0,0-1 0,-2-11 0,1 4-9,5 0-44,6 0-67,14 13 78,8 17 5,3 7-21,5 13-18,-6 7-5,9 17 11,-12 2-17,-6 9 558,-12-12-423,-12 5 22,-18 1-56,-10-2-101,-5-2-1265,-18-11-29,30-12-7326,-16 0 8693,32-6 0,2 0 0,8-2 0</inkml:trace>
  <inkml:trace contextRef="#ctx0" brushRef="#br0" timeOffset="451186">11613 8445 20240,'17'-3'-2295,"3"-1"0,18-4 0,-14 3 0</inkml:trace>
  <inkml:trace contextRef="#ctx0" brushRef="#br0" timeOffset="451759">12404 8146 21859,'-32'-7'130,"0"0"1,-5 1 0,2 2-108,3 3-18,-7 2 1,-1 2-34,21 1-11,-3 2-34,12 4 45,5 1 16,0 3-10,2 13 5,3-4 17,0 15 28,3-4-17,2 1 1,0-1-1,-1 4-22,-1-9 11,-2-5 0,0-9 0,-1-8 84,0-1 252,2-4 493,0-2 201,0-2-470,3-4-465,4-8-72,6-6-40,6-3 0,7 2 6,-4 6-107,23 4 6,-8 7-11,19 8 73,-19 3-118,16 23-23,-23-4-161,6 23 262,-23-19-28,-20 15 68,-17-16-56,-20 9-12,2-11-409,1-11 1,-3-3-1946,-21-3 694,19-4 0,-2-4 1778,9-9 0,5-1 0,-5 1 0,10-8 0</inkml:trace>
  <inkml:trace contextRef="#ctx0" brushRef="#br0" timeOffset="451942">12366 8109 19329,'58'-12'-926,"0"0"0,-6 1 0,-9 4 0,-18 7 0,-10 2 0</inkml:trace>
  <inkml:trace contextRef="#ctx0" brushRef="#br0" timeOffset="452359">10544 9204 18683,'-20'10'1720,"18"-2"-1267,53-12-302,-14-1 1,3-2-26,12-2 0,4-3-639,-11 2 1,3-2 0,2 0 541,9-2 1,2-1 0,1 0-663,-9 2 0,1 0 0,0 0 1,1 0 626,3 0 0,1-1 1,0 1-1,-1 0-8,0 0 0,-1 0 0,0 1 0,-1 0-189,-4 2 0,-1-1 1,-1 1-1,-2 1 184,8-2 1,-1 0-1,-4 1-51,14-2 0,-5 1-129,-13 3 1,-4 1-307,-8 2 0,-4 2-3013,11-1 3224,-17 3 0,-15 1-1,-7 0 1</inkml:trace>
  <inkml:trace contextRef="#ctx0" brushRef="#br0" timeOffset="456260">13746 8570 10797,'0'-8'2593,"0"2"-1832,-9-23 1,-4-6 398,-3 9-656,-1-12 0,-4 2 331,-10 21-169,-8 7-212,-10 11-258,-6 16-326,24-4 1,1 3 124,-17 17-23,20-10 0,3 1-168,-7 27 50,6-3 67,21 0 164,18-23 240,14-10 100,8-15-111,8-15-85,5-12 40,2-13 151,-6-5 416,-11-1-338,-11 3-15,-12 7-125,-6 10-196,-3 11-285,-2 9-325,-1 3-17,-1 5 369,-4 10 192,-7 17-57,-6 19-25,6-16 0,0 0-504,-10 24 504,7-10 0,1 0-11,5-17 0,1 1-15,-2 12 1,2 0 17,2 13-40,10-16 34,5-12 50,7-11 35,10-10-18,9-10-89,19-10-85,-5-3-563,-2-2 1,2-2-2616,-13 4 0,0 0 3285,11-4 0,-2 0 0,-2 0 0,-20 9 0</inkml:trace>
  <inkml:trace contextRef="#ctx0" brushRef="#br0" timeOffset="456459">14218 8676 18548,'-7'4'3529,"2"-1"-2604,5-3-544,0 0-1681,-5-6 247,4 5-676,-4-4 0,5 6 1</inkml:trace>
  <inkml:trace contextRef="#ctx0" brushRef="#br0" timeOffset="457543">14596 8806 23052,'4'-50'569,"-1"-1"1,1 2-1,-1 1-345,-1 1 0,0 2-466,0 12 1,0-1 339,-1-21 0,0-1-231,0 18 0,-1 0 253,0-8 1,-2 1 8,0 6 0,0 3 162,-7-17 169,-1 20-494,4 19-50,0 9-291,2 10 599,-4 11-235,-7 18-28,-2 20 14,10-20 0,1 3-118,0 3 0,3 2 62,4 3 0,3 1-59,1 1 0,3-1-88,3 0 1,4 0-294,6 4 1,3-2 32,-2-10 1,1-3 232,0-3 1,1-3-553,28 6 59,-7-22 541,11-4 259,-24-14 0,-1-5 340,13-14-134,-7-8 285,-21-10 12,-12 4 754,-5-9-340,-7 0-700,1 19 112,-4 2 90,7 20-499,1 2-932,1 2 865,6 8 100,0-1 23,11 8 6,5-4-6,10-1 6,4-3 78,6-11 33,-11-2-66,-4-4 72,-10-7-3353,-5-11 3275,-2 4 236,-2-17-113,-11 25-152,0-3-32,-9 13-46,-4 5-50,-17 7 45,10 1-119,-18 22 119,28-10-78,-6 35-18,18-14-61,10 19 17,5-18-261,8-10 1,2-3 108,6 1 43,0-4 0,2-1-216,14-5 265,-11-10 1,0-2 187,11-4 155,-12-11 0,-4-4 42,-7-3 3576,10-23-3195,-17 0-79,-4-2-179,-2 4 307,-5 12-60,-2 15-242,-1 2-285,0 7-314,0 2-593,-1 4 755,1 0 152,-1 18 11,1-7 0,0 22-11,2-6-23,1 20 29,2-12 16,-1-2 45,-2-23 655,1-8-285,-2-6 577,3-8-886,0-1-33,7-32-84,2 4 34,9-21-17,-2 21 27,11-3-55,8 7-6,0 5 6,6 4-34,-19 16-257,10 8-51,-10 10-179,10 11-230,-8 13-644,-5 11-2907,-4 6 4313,-6-6 0,-6-16 0,-3-14 0</inkml:trace>
  <inkml:trace contextRef="#ctx0" brushRef="#br0" timeOffset="457927">16355 8255 25083,'-33'-20'-165,"-1"-1"0,-19-10 81,59 37 129,10 8-33,4 2-24,24 15 1,7 0-3,-10-6 0,0 1-189,-13-9 0,-1 1 152,6 6 1,-4 1 56,-8 14-51,-8 1 51,-13-5 16,-18-9 0,-6-3-27,-15 6 5,12-8 0,-1 0-118,-17 8-531,17-9-152,5-1-2069,9-3 2870,19-9 0,-4-2 0,7-3 0</inkml:trace>
  <inkml:trace contextRef="#ctx0" brushRef="#br0" timeOffset="458276">17220 8280 18144,'-34'33'85,"0"1"0,-1-1 1,-10 12-1,9-3 1619,18 2-1671,11-13-2652,10-4 2865,5-11 1357,12 0-1177,5-8-135,11-4-162,-9-7 997,11-7-757,0-19-217,-1-8-96,-16 12 0,-2-3 73,5-22 84,-10 1-123,-8 5-40,-14 8 3269,-7 7-3408,-4 10-550,-25 1-722,3 12-8470,-20 1 8521,23 7 0,12 0 0,18 0 0</inkml:trace>
  <inkml:trace contextRef="#ctx0" brushRef="#br0" timeOffset="459559">11917 10148 10069,'0'-59'3052,"0"0"1,-1 5 0,0 4-2174,-1 16 0,-1 4 522,-5-23-264,-3 11-404,2 14-565,4 13-386,0 9-110,5 33 1,3 16 304,0 17-418,-1-9 1,1 4 325,-1-7 0,0 1-451,-2 7 1,0 0-343,-2 0 1,1 1-1142,0-12 1,0 1 0,1-4-61,-1-8 1,2-3 2108,5 26 0,-2-46 0,1-2 0</inkml:trace>
  <inkml:trace contextRef="#ctx0" brushRef="#br0" timeOffset="460659">11849 10183 20627,'-28'-20'-20,"0"-1"1,1-9 69,82 35-36,-17-3 0,2 0-289,-6-1 0,2-2 275,22-2 0,0-1-327,-19-1 0,0-1 335,14-3 1,0-1 27,-17 1 0,-3-2 110,19-9 84,-16 0 190,-13 2 185,-11 5 369,-7 5-660,-5 5 515,-2 5-879,0 0-34,-9 13 84,-2 5-17,-6 13-45,5-1 23,6-2 5,8-8-5,5-7 196,8-7-45,-3-6 73,10-10-51,3-8 34,8-13 34,0-8 11,-8-7 151,-13-16-292,-9 24-16,-9-6 6,-9 29-73,-4 3-23,-10 3-61,1 9-28,3 9 28,4 9 50,9 2-179,3 26-84,10-9-123,9 20-152,12-8-364,14-2 297,-12-25 1,2-2-43,3-2 1,2-2 125,2-4 0,1-3-1416,1-3 1,0-4 1958,0-6 1,-1-4 192,0-1 1,-2-5 470,2-9 1,-3-2-48,8-9 571,-5-18-152,-25 20-105,-1-3-84,-5 10-248,-2 9 3007,-1 8-3779,-1 4-140,-1 5 185,-1 9 162,-2 11-11,-3 13-39,1 10 22,1 2 17,2 0-17,2-9 28,2-12 28,1-13 583,1-9-157,2-9-320,3-10-83,7-15-51,5-15 34,6-11-9,-9 26 1,0 1-263,17-25 260,-1 10-6,-1 12-39,-4 9-68,0 9-16,0 7-28,3 10 5,2 7 310,0 12-259,-3 5 0,-5 3 16,-4 0 35,-6-3 4,-4-8-38,-4-3 56,-2-12 330,1 0-17,1-8-118,3-6-128,6-9-22,8-9 55,6-6 17,4-4 23,2 3-22,-1 1-52,-4 6-83,-7 9-78,-7 7-18,-6 8-11,1 10 51,-2 2-152,8 26-44,-2-2-302,7 20-835,0-3-3082,5-2 4482,1-10 0,-9-15 0,-6-11 0</inkml:trace>
  <inkml:trace contextRef="#ctx0" brushRef="#br0" timeOffset="461353">14337 10267 17977,'-5'-43'1060,"-1"1"0,1-1 0,-3-9 1,2 7-143,3-3-95,-1 23-302,0 2-762,1 13-167,1 12 307,1 6 134,5 26-16,3 16-533,0-12 0,-1 3 505,0 7 0,0 0 2,-1-8 1,0 1-9,0 3 0,-1 4 0,0-5 9,-1-7 0,1-1 5,0 14 0,0-2-8,-1-4 67,-2-25 274,-1-3-33,-4-15-269,-1-8-6,-21-32-5,-1-8-665,7 8 1,0-3 655,3-3 1,1-1 2,2-5 0,2-1 145,1-1 0,2 0-125,2 1 0,1 0-12,2 5 1,1 0-1356,2-3 1,2 4 1313,4-15-26,2 26 1,4 4-75,18 0 27,18-1 44,-17 21 1,1 4 863,23-3-936,-13 15 0,1 7-57,-11 7 1,-3 3 120,3-3 1,-3 4-52,-5 11 1,-11 2-14,-21 18 114,-4-20 1,-4 0 83,-11 0 0,-4-3-95,-3-2 1,-3-3-46,2-2 1,-1-4-252,7-4 0,3-2-52,-9 0 368,19-8 0,13-5 0,4-1 0</inkml:trace>
  <inkml:trace contextRef="#ctx0" brushRef="#br0" timeOffset="461769">14935 9821 16594,'-3'0'5646,"0"0"-4817,3 0-1445,18-18 229,1 9-842,26-8 0,5 2 343,-2 5 357,-2 2 0,-2 3-2177,-6 3-1774,-9 13 3388,-7-2 16,-24 21 1546,-22-6 29,-8 5 1316,-20 1 980,7-6-6,-7 4-627,11-4 61,13-7-1203,15-8-163,6-4-728,9-5-219,2 0-5,3-2-263,16-4-550,17-4 135,4-1-948,-9 2 0,1 0 1721,0 1 0,-3 0 0,14-4 0,-6 2 0</inkml:trace>
  <inkml:trace contextRef="#ctx0" brushRef="#br0" timeOffset="462342">16068 9511 15479,'7'-9'5534,"-2"2"-4985,-5 7 902,0 0-1261,-29-22-150,11 17-24,-21-17-4,0 23-1,16 0 11,-27 3-16,15 2-12,-7 3-44,5 1-6,13-1 11,7 4 28,10-5 6,0 8 11,0 9 11,1 2 6,1 8-23,3-11 34,1 10-11,3-11 0,-2 9-6,1-9 6,-1-3 17,0-3-34,0-6 72,-1-2 270,1-7 352,0 0 113,3-4-370,3-5-342,9-8-78,1-2 0,22-14-6,-9 12-28,14-6-5,-10 12-3432,-1 7 3404,-5 3-90,21 14 16,-11 4 7,16 13-23,-17 4 50,-13-5-100,-8 19 139,-21-12 18,-15 16-175,-23-11-331,16-20 1,-3-3-201,-3-2 0,-1-2-1306,1-4 0,-1-2 2045,2-5 0,2-2 0,-3 1 0,10-6 0</inkml:trace>
  <inkml:trace contextRef="#ctx0" brushRef="#br0" timeOffset="462727">16010 9211 14493,'0'-5'5607,"0"1"-4520,0 4-550,-89-8-1353,58 18 1,-2 3 876,-12-3 1,-6 0 0,4 6-26,-3 21 1,6 8-32,13-13 1,2 3 0,1 1-3,1 2 1,3 1 0,2 1-10,3 1 1,2 1-1,3 0-9,3 0 0,2 1 1,3-3 0,1 8 0,6-1-39,7-3 1,6 2 0,4-4-27,8 0 0,5-4 43,0-1 1,4 0 0,3-4 25,0-9 1,2-5 0,3-1 9,2-2 0,2-2 0,2-4 28,12-2 0,3-4 0,-4-1-557,3-1 1,0-5 625,-7-4 0,2-3 1,-6-3 98,-3-6 0,-4-5-131,-8 5 1,0-4-1,-2-1 134,12-14 0,-3-7-866,-14 4 1,-2-5 0,-3 2 677,1-3 0,-4-2 4,-4 0 0,-3-5 0,-5 4 26,-7-2 1,-6 1-62,-6-12 0,-8 2-25,-12 5 1,-10 6-258,4 20 0,-4 4 0,0 3 212,-13-5 1,-5 7-610,10 11 0,-6 3 1,-1 2-1,5 2 567,-12 3 1,3 2-1,11-2 1,-1 0-1,8 1 1,-9 8-1</inkml:trace>
  <inkml:trace contextRef="#ctx0" brushRef="#br0" timeOffset="463543">28436 11567 9296,'-52'-8'1749,"0"1"0,1 0 0,0 0 0,4 1-1038,3-1 0,9 1 24,26 1-443,23-2 60,42-4-201,-3 3 1,7-1-918,-4 1 1,4 0 0,4 0 814,-7 1 0,2 0 0,3 0 0,0 0-427,-6 1 0,1 0 0,1 1 0,0-1 0,1 1 406,3-1 0,0 0 0,1 1 0,0-1 0,1 1-239,-11 1 0,1 0 1,-1 0-1,1 0 1,2 0-1,0 0 226,1 1 0,3-1 0,0 1 1,1 0-1,-1 0 0,-2 0 1,-3 0-12,4 0 0,-4 0 1,-1 1-1,1-1 1,4 1-2,-4 0 0,2 0 0,3 0 1,0 0-1,0 0 0,-3 1 0,-3-1-275,2 1 0,-4 0 0,-1 0 0,1 1 0,2-1 271,-2 0 0,1 0 0,2 0 0,0 1 0,-1-1 0,-1 0-11,5 0 0,1 1 0,-2-1 1,-1 0-1,-1 1 14,5-2 1,-1 1 0,-2 0 0,-3-1 10,4-1 0,-2 0 1,-5-1-65,3-2 1,-8-2-1870,1-9 1920,-40 3 0,-8 5 0,-8 4 0</inkml:trace>
  <inkml:trace contextRef="#ctx0" brushRef="#br0" timeOffset="470002">3648 7092 25337,'-27'-35'55,"0"0"1,2 2 0,8 10-432,16 21 19,1 2 480,0 6 45,3 11-83,4 17-59,1 2-82,2-1 0,1 2 91,9 15-46,-3-15 1,3-1-114,1-7 0,3-4-3,3-1 1,3-3 16,5-2 1,2-4 28,3-3 1,3-3-420,2-4 1,1-2 437,2-6 0,-1-2 46,0-3 0,-3-1-8,-9 0 1,-1-2 90,13-9 0,-2-3 68,-2-4-88,-12 8 1,-3-1 159,-10-8 201,-12 4-218,-8-8 837,-9-5-875,-8-1 32,-5-1 134,1 6-83,2 8-134,7 12 83,3 4-172,7 7-96,0 0-129,4 3 78,0 4 135,7 12-5,7 11-1,12 14 17,7 6-17,-15-22 1,0 0-17,15 28-45,-10 3-476,-10 1-326,-10 1-1528,-11 0-6010,-5-4 8407,-1-12 0,5-18 0,4-13 0</inkml:trace>
  <inkml:trace contextRef="#ctx0" brushRef="#br0" timeOffset="470676">4934 7112 25219,'-29'-44'140,"5"10"-156,24 34 190,0 0-169,9-5 12,14-6 11,23-10-31,-16 7 1,2 1-4,4-2 0,1 1 9,-2 1 0,0 1-37,-4 2 1,0 0-573,27-5 108,-24 6-1154,-2 4-818,-24 6-611,-4 5-588,-14 5 1910,-2 1-621,-25 7 2655,7-8 878,-12 3 1155,12-8 627,5-4-342,6-2-683,3-3-605,3 1-615,5-1-556,3 3-89,1 4 123,-2 11 78,-9 29-195,3-7-21,3-4 1,0 2-20,4 18-33,2-19 0,3 2-102,2-1 1,3 0-899,2 1 0,2 0-2767,3 0 0,1-2 3789,12 24 0,-11-31 0,-9-18 0</inkml:trace>
  <inkml:trace contextRef="#ctx0" brushRef="#br0" timeOffset="471642">5509 7315 22330,'-9'-1'565,"26"-1"-453,19 3-5,16-9-46,-22-4 102,0-7 27,-9 0 141,-1-12-214,-8 8 230,-8-15-246,-9 24 90,-15-14-152,6 20-6,-18-3-16,-1 11-17,-1 6 0,0 2-28,8 12-11,9 1 17,1 10-12,7 5-100,15 16 33,2-16-297,17 15-229,5-23-163,26 1 611,-14-13 44,-6-13 1,0-5 145,4-12 34,7-2 107,-13-13 38,-15 2 51,1-10 212,-4-8-55,-8 10 11,-1 1-208,-5 18 135,-1 7-201,-1 6-415,0 2 89,0 7 186,0 1 5,1 14-23,6 13 29,-1-5-12,11 23 29,-7-24-34,3 5-1,-2-11 24,-6-12 111,1-3 258,-3-7-241,0-9-45,0-9-39,-1-2 173,6-33-173,-3 25 79,7-27 5,-3 29-22,2-1-90,-4 11-22,4 0-34,0 9-28,9 0 28,-3 4-56,18 14 56,-17-3-28,22 28 44,-26-16-16,10 29-23,-16-23 35,1 9 16,-5-20 72,-1-6 13,-2-7 251,4-5-274,-2-3 16,8-21-72,0 0 16,2-7-11,-1 8 34,7-4-23,-6 11-22,6-4-5,-10 14-29,4 6-27,2 2-23,7 7-168,7 14-135,-3 5 34,-1 3-2358,2 14-2302,-7-12 5013,13 13 0,-19-24 0,1-6 0</inkml:trace>
  <inkml:trace contextRef="#ctx0" brushRef="#br0" timeOffset="472069">6803 7253 14325,'1'-5'8290,"0"2"-5024,-1 3-3412,6-40-50,-5 36 179,5-19 23,-7 44-6,4 34-6,1-22-2,3 7 0,2 0 13,1-5-14,2 4 1,1-2-8,-3-6-164,8 24 85,-14-37 39,2 5 95,-7-20-28,-7-10 11,-8-13 1,-10-16-1,-2-17-459,15 19 0,1-1 471,-6-25 36,9 10 1,2-2-29,2 16 0,1-1 22,-1-15 0,1-1-204,2 13 0,1 3 182,3 2 0,2 3-31,3-13-136,23-5 136,3 25-22,20-6-34,10 27 23,-19 9-45,8 22-17,-31 9-28,-3 16 897,-15-8-1194,-25 14-1202,-7-28 1,-5-2-1484,8-4 0,-2-1 3094,-15 5 0,2-4 0,14-11 0,0 0 0</inkml:trace>
  <inkml:trace contextRef="#ctx0" brushRef="#br0" timeOffset="476461">1245 3892 16185,'-3'-43'1893,"0"-1"0,-1 6 0,1 6-1181,-2 16-611,1 9-168,1 11 123,1 13 0,1 14-17,3 14-17,10 9-10,10 2-29,-4-29 0,2 0-533,2 0 1,3-1 5,2-1 1,0-1-628,-1 0 1,0-1-2533,18 22-1399,-11-4 655,-14-8 4447,-9-11 0,-6-12 0,-4-7 0</inkml:trace>
  <inkml:trace contextRef="#ctx0" brushRef="#br0" timeOffset="477068">1125 3758 11670,'3'-10'4465,"0"3"-3541,-3 7-196,0 0-392,-40 45-79,10-11-162,-1 1 1,-2 1 66,-10 8-67,12-14 304,-6 0 155,18-20 23,-4 2-180,13-18-72,5-10-17,4-15-61,8-10 128,12-17-257,-1 19 61,14-12-55,-7 26-52,11-3-10,9 8-23,-11 11 0,2 2-28,-1 2 1,-1 2-396,1-1 1,1 2 369,0 2 0,-1 1-322,19 8-678,-20-2 0,-2 4-7052,23 20 7280,-17 1 1,-17-9 0,-13-9-1</inkml:trace>
  <inkml:trace contextRef="#ctx0" brushRef="#br0" timeOffset="477634">845 3378 9694,'-5'-10'3595,"-7"-22"1,-3-6-1377,0-7-1917,-2-1 0,0-1 786,-1-4 48,4 13-570,3 15-275,4 12-509,4 7 79,1 12 153,8 12 440,3 19-483,0-4 1,2 2-93,-2-2 0,0 1-566,6 16 0,-1-1-266,3 9 306,-7-28 0,1-1-3314,6 8-5870,8 2 9120,-8-11 1,1-7 0,-15-20 0</inkml:trace>
  <inkml:trace contextRef="#ctx0" brushRef="#br0" timeOffset="478494">1144 3131 18690,'-49'-5'192,"0"-1"0,-5 12 0,6 8-85,7 29-7,11-9 1,2 0 153,-3 9 52,0 7-86,11-8-55,11-5-64,10-12-31,5-7 118,14-11-43,9-5-42,32-14-112,-29 4 0,-1-1-422,11-6 0,-2-2 429,15-7 18,-23 8 0,0-1 7,-5-1 1,-1 0 73,22-20 18,-6-4 10,-24 12-34,-9 8-10,-6 3-15,-6 9 4,-5 0-100,0 6 931,-8 1-908,5 6 29,-4 4-8,5 2 2,-1 7-7,6 0 10,3 6 21,9-6-44,3-3 20,12-8 51,11-12-34,3-6 6,8-11 77,-13-5-31,-10 3 90,-5-7 19,-11 4 63,-6-12-160,-6 8 65,-10 3-112,3 16 3,-8 7 206,3 5 109,-9 14 220,6 2 119,2 14-127,12 1-255,9 4-92,10 2-142,9-3-364,13-3-53,-2-11 128,0-11 0,0-3-170,6-4-1412,5-7 1,-1-3 1911,-4-5-50,1-6 0,-1-3 318,-5-10-165,-11 9 1,-3 0 87,-4-8-189,-9-9-112,-13 2-206,-1 2-170,-3 6 13,-2 13 3454,7 10-3285,-1 2 106,4 3-274,2 10 293,2 11 40,1 13 128,2 13 133,4 8 38,5 4-366,5 0 162,6-2-137,5-6-621,4-4-319,-5-12 940,13 10 0,-26-28 1,8 10-1</inkml:trace>
  <inkml:trace contextRef="#ctx0" brushRef="#br0" timeOffset="479578">1475 2919 8164,'-3'-3'5411,"0"0"-1574,3 3-3569,-3 0-72,11 9-44,2 4-12,15 12-112,5 5-986,5 2 958,5 4 0,-17-16 0,-3-1 0</inkml:trace>
  <inkml:trace contextRef="#ctx0" brushRef="#br1" timeOffset="519760">11352 11008 9985,'-5'-2'4458,"1"1"-3332,4 1-1042,-31-17-78,15 11 16,-26-12 101,16 16-50,8 1 129,-8 1-23,17 0-140,0 0-100,7 0-51,2 0 296,0 4-32,2-1 301,11 8-190,5 0-145,6 0 184,27 5-223,-17-7 19,17-2 0,7 0-949,-10-4 0,4-2 882,1 0 1,5 0 0,2-1-626,-12-2 1,0 1 0,2-2-1,1 0 609,8 0 1,2-1-1,1 0 1,1 0-12,-7 0 1,1-1-1,0 1 1,2-1-1,-1 0-8,-5 1 0,0-1 1,1 1-1,0-1 1,-1 0-1,-2 1-1,1-1 1,-2 1-1,0 0 1,1-1 0,3 0 0,-1 0 1,3-1 0,3 0 0,0 0 0,-2 0-1,-2 1 1,-6-1-485,4 1 1,-7 0 0,1 0 0,7-2 505,-6 2 1,5-2 0,5 1 0,1-2 0,1 1 0,-1 0 0,-3 0 0,-5 1 11,6-1 0,-5 1 1,-1-1-1,1 1 1,4 0-8,-3 0 0,4-1 0,1 1 0,1-1 1,0 1-1,0 0 0,-3 1-225,4 0 0,-2 1 1,0 0-1,0 1 0,0-1 1,0 1 209,2 1 0,1-1 1,0 1-1,0 0 1,0 0-1,-1 1-89,1 1 1,-1 0 0,1 0-1,-1 1 1,1 0 0,-2 0 81,0 0 1,0 1 0,-1-1 0,0 1 0,-2 0 0,-1 0-28,11 0 0,-4 1 0,0 0 0,0 0 39,-9 0 0,-1 0 1,1 0-1,-1 0 1,-3 0 132,2-1 0,-1 0 0,-2 0 0,0 0 83,13 0 1,-2 1 0,-1-1 244,-10-1 1,-2-1 0,-2-1 124,5-4 0,-5-2 1261,8-6-1779,-17 3 1,-1 0-32,14-5-106,-20 7 1885,-6 1-4416,-20 7 3154,-5 2 0,2-2 1,-4 2-1</inkml:trace>
  <inkml:trace contextRef="#ctx0" brushRef="#br1" timeOffset="522627">11436 11977 10926,'-1'5'5584,"1"-1"689,0-4-5914,4-18-51,2 2-51,6-18-150,-3 11 83,6-10 73,4-13-134,0-13-349,-10 28 0,0-1 268,2-19 0,-1 1-15,0-6 48,-1-2 1,0-1 114,-4 1-140,-1 25 0,-2 0 325,-5-13-174,0 26-134,-2-1-146,0 17-134,-1 7 590,-8 12-394,-11 20 5,7-8 1,1 3-422,-4 6 0,1 3 405,2 4 0,3 1-34,3 2 0,3 1-87,6 0 0,5 0-101,4-1 1,5-2-163,4-2 0,3-4 123,-3-8 0,3-3-574,12 5 0,4-4-617,18-2 908,-14-10 1,3-4 200,-6-10 1,0-5 271,0-3 1,0-5 165,-1-5 0,-1-3 109,-2-3 0,-2-3 84,-3-1 0,-2-2 260,-4-5 1,-2 1-157,2-11 324,-10-7-358,-12 30 482,-11-8-538,-3 15-173,-10 1-90,-1 12-29,-3 12-4,4 2 745,-9 24-791,17-6 23,-1 13 6,13-10 21,8-11 418,9-4-261,3-14 23,12-7-39,4-16-6,8-12 85,2-10-63,-11 7 242,-2-4 273,-16 10-284,-2 5-208,-7 7-280,-3 11 11,-1 4-34,-7 14 113,-2 8-6,-5 14 11,4 2 6,5-1 5,10-4-5,6-7 0,7-5 39,4-9 45,5-6 28,6-13-17,7-11 16,5-14 29,-1-10 45,-8-5 50,-12 1 12,-10 2-102,-8 13 168,-4-3-100,-2 17-17,-1-3-84,0 12-85,1 4-424,1 3 380,7 13 67,12 16-39,-1 2-39,16 22 27,-10-12-16,4 13-479,-5 3-13,-6 1-825,-8-3-1630,-7-6 2975,-11-8 0,4-20 0,-4-7 0</inkml:trace>
  <inkml:trace contextRef="#ctx0" brushRef="#br1" timeOffset="523060">12783 11887 25478,'-7'-30'616,"-1"-8"-532,-2-14-467,6 21 0,0-2 436,0-3 0,0 0 56,2 1 0,0 2 287,-3-21-250,2 21 319,-3 6-398,2 18 192,-2-1-259,4 8-112,0 2-6,0 5 532,0 7-403,0 14 112,4 14-162,10 16 30,-2-24 1,3 1-15,4 3 1,2 0-352,1 3 1,0 1 267,-1-1 0,-1 1-163,-3 0 0,-1 0-314,-4-2 1,-1 0-641,-2-3 1,-1-1-5679,7 21 6901,-2-17 0,-2-20 0,-4-11 0</inkml:trace>
  <inkml:trace contextRef="#ctx0" brushRef="#br1" timeOffset="523244">12697 11799 23383,'32'-33'-1421,"0"1"0,8-1 0,3 7 1421,-4 16 0,0 4 0,15-5 0,-7 1 0</inkml:trace>
  <inkml:trace contextRef="#ctx0" brushRef="#br1" timeOffset="524800">13294 11723 19624,'-19'-58'1635,"0"0"1,2 6 0,2 10-1323,9 25 18,-1 7-505,5 9-11,0 8 202,2 4-11,3 23 5,6 10-17,-1-12 1,1 2-7,2 3 1,2 1 14,6 7 0,0-2-470,7 14 464,-8-23 1,1-3-4,-1-7 57,1-4 122,-5-13-16,4-18-90,8-16 23,9-18-37,-16 19 1,-1-2 13,-1-1 0,-2 1 40,9-26-68,-10 11-45,-6 14-549,-2 6-132,-2 16-909,7 0-841,8 14-1299,12 5-1719,9 8 397,6 4 5058,3-2 0,1-6 0,-1-7 0,-9-6 4352,-9-7 857,-12-3-2229,-9-6-1081,-6-3-578,-2-3-374,-2-2-252,-5-1-236,-3 4-229,-9 6-102,-10 6-32,-12 12-46,-8 9-56,-2 13-1698,24-7 0,2 1 1692,-6 8-10,4 12 5,20-18-22,7 4 45,11-7 33,10-8 45,10-8 106,16-19-123,-15 2 3521,15-19-3285,-24 6 50,0-6-17,-10 5 107,-9 7-259,-4 9-161,-1 5-118,-3 4-40,-3 9 146,-2-1-3425,-8 27 3408,7-13 1,-3 25-12,13-13-22,9 8 5,11-5-5,20-4-2235,-2-15 2296,-1-4 2275,-11-13-2096,19-38-122,-19-3-237,-6 11 1,-1-4 188,-9-5 0,-6 1-15,2-18 1,-3 6 0,0-3 11,-3 9 0,0 0 28,0-7 0,-1 0 78,-3 4 1,-1 4 66,-3-12-111,-3 17-6,2 25 3063,3 11-3310,1 3 62,-2 14 85,0 18-7,2 3 1,1 3 16,-2 22-259,6-11 0,2 2 195,1-15 0,2 1-123,5 14 0,3 1 33,-1-12 1,1-1-282,6 4 1,0-5 233,4-4 11,1-8-45,-8-22 263,13-19-33,-5 1 47,-1-10 1,-1-4 41,-3-2 483,-2 0 1,0 0-344,-2-5-2745,0-3 2651,-9 17-85,-5 9-218,-6 13 111,0 1-16,-7 13 6,-2 13 78,3 5 3363,3 7-3385,15-12 11,2-8 22,15-4 23,10-10-23,-6-1 129,19-15-16,-25-5-35,4-6 141,-11-9 16,-10 4-22,-4-6 6,-10-1-124,-1 12-89,-2 3-45,5 11-370,3 4-346,1 1-125,4 5-548,8 7 320,2 2-4930,30 17-1815,-3-7 6247,-9-6 0,1-2 1595,15 5 0,-17-9 0,-14-6 0</inkml:trace>
  <inkml:trace contextRef="#ctx0" brushRef="#br1" timeOffset="525128">15146 11800 25780,'0'5'-106,"0"-2"22,6-3 78,1-2 56,16-4-10,5-5 32,13-7-16,-7 0 118,9-21-73,-21 6 89,4-14 40,-17 11-29,-7 9-77,-8 10-108,-7 7-16,-2 6 28,-22 7-39,6 7-11,-15 10-12,17-1-16,-4 25-40,20-10-22,1 20-73,25-7-493,20-2 109,-7-23 0,5-3-663,6-2 0,2-2 28,-7-5 0,2-2 1204,14-2 0,-4-2 0,-11-3 0,14-1 0</inkml:trace>
  <inkml:trace contextRef="#ctx0" brushRef="#br1" timeOffset="525328">15918 11521 21965,'-6'-1'2459,"2"0"-3064,4 1 124,4-6-1385,39 7 108,-2-5 1049,21 6 0,2 2 1,-20-3-1,-5 1 1,0-1-1</inkml:trace>
  <inkml:trace contextRef="#ctx0" brushRef="#br1" timeOffset="525518">15897 11864 26687,'42'-3'-252,"-16"2"-432,19-8 1,7-4-4233,-17 6 1,-1-1 4760,4 0 0,-2 1 0,8-3 0,-21 4 0</inkml:trace>
  <inkml:trace contextRef="#ctx0" brushRef="#br1" timeOffset="527034">17194 11349 11066,'2'-3'7976,"0"0"-6554,-2 3-1265,4-10-23,-11 10 118,-16-3-145,-2 10 106,-25 7-62,13-4 6,-9 2 72,-1 1-106,14-5-44,6-1 118,16-5 4,8-1-78,1 0-156,2-1-18,-1 7 91,-1 0-7,-2 15-27,-4 2-6,-1 12 11,-1 2 11,-1 8-10,4-9-24,1-6 29,4-11 45,1-11 330,1-2 515,0-5 930,0-2-1439,0-4-269,2-1-96,2-7-77,3 1 21,2 1-22,8-2 12,9 4 22,3 0-29,34 3 18,-31 8 0,1 2-295,6 0 0,-1 3 278,21 10-73,-18 5-129,-22 3 73,-6 3 45,-13-1-673,-37 10 320,8-18-294,-3-1 0,-4-1-2717,0-6 1,1-3 2845,4 0 1,0-1-1,-21 3 1,34-10-1</inkml:trace>
  <inkml:trace contextRef="#ctx0" brushRef="#br1" timeOffset="527317">17113 11358 18095,'3'0'2632,"0"0"-441,-3 0-1390,90-24-314,-47 13-277,12-4 0,-1-1 103,-20 5-77,-10 2-136,-11 4 58,-6 2-147,-5 2-4649,-1 0 4638,-5 4 0,3-3 0,-3 3 0</inkml:trace>
  <inkml:trace contextRef="#ctx0" brushRef="#br1" timeOffset="561677">25527 11638 19535,'1'-32'1036,"-1"0"0,1-19-902,-1 47 23,-1 2-656,1 2 208,-2 5 269,1 1 156,-1 12-67,1 8-27,0 12-40,0 21-12,0-13-152,0-11 0,1 1 181,0 19-17,0-19 0,0 2 3,0 2 0,0-1 11,0 3 0,-2-1 0,1 1 0,-2 0 8,0 1 0,-2 1 23,-2 12 0,0-1-305,1-17 1,0 2 270,-1 6 0,-2 6 0,0-5 3,0 3 0,0-2-8,-1 11 0,-2 0 16,1 0 0,-1 1-456,4-18 1,0 0-1,-1 1 449,1 1 0,-1 2 0,0-2-10,1-2 1,0 0 0,0 1-1,-1 8 1,0 1 0,0-2 2,0 4 0,-1 2 5,2-3 0,-2 4 1,2-4-3,-1-1 0,1-1 11,-1 10 1,0 2-1350,0-1 1,0 1 1322,3-20 1,0 1-1,0 1 17,-1 6 0,0 1 0,1-3-93,-1 0 0,1-1 96,-1 11 1,-1 0 5,2-11 1,0 1-16,1-1 1,-1 4 0,1-4-8,0 2 0,0 0 0,1 4 0,1 3 0,0-6 0,2-16 0,0 0 1,0 14 1,0 8 0,1-8-5,0-15 1,0-1 3,1 15 1,1 6 0,-1-5-106,1-5 1,0 0 105,0-2 0,1 3 0,-1-4-5,0 0 0,1-2-5,1 10 0,-1-3 597,2 11-584,-1-16 1,1 5 0,-1 0 11,2 15 0,-1 1 734,-1-17 1,1 1 0,-1-1-749,2 17 0,-1-8 575,-1 0-573,0-17 1,0-2 5,1 11 835,1 10-841,-2 1-33,-2-20 5,1 16 401,-2-16-383,1-1 16,-2-12 658,0 1-664,0-15 6,0 5-22,0 1-6,-1-5 6,0 6-23,-1-8 34,1 1-112,-1 1-2542,1-1-1923,-1-3 4577,2-2 0,0-5 0,0 0 0</inkml:trace>
  <inkml:trace contextRef="#ctx0" brushRef="#br1" timeOffset="562967">27600 12013 8466,'-2'-7'6207,"0"2"-4622,2 5-235,0 0-270,-3-60-43,5 37-539,-4-12 1,2 3-62,2 22 375,-1 4-414,-1 4-987,0 1 505,-1 9 129,2 4 0,0 13-6,2 7-11,-1 9-6,0 9-408,-7 9 405,2-26 1,0 0-12,-2 3 1,0 1 8,0 0 0,1 0-9,1 1 0,1 0-8,0 1 0,1 1-11,3 0 0,0 1 2,1 3 1,1-1 13,0-9 1,1 1 19,1 21 1,1 2-670,-3-16 1,-1 1 660,0-1 0,-1 3 0,1-2 8,-2 14 0,0-2-3,-1 3 1,-1 0-508,0 2 1,0 0 486,0 1 1,0 1 19,0 1 1,0 1-540,2-1 1,1 0 527,-1-20 0,1 0 0,0 0 4,0-1 0,1 0 0,0 1-139,0-1 0,0 1 0,1-1 141,-2 1 0,0 0 0,0 1 1,0 0 1,0 0 0,-1 1 1,0 1 1,-1-1-1,-1 1 13,-1 1 1,0 1 0,-1-1 10,0 0 1,-1 0 0,-1 1-19,-1 10 0,-1 2 1,-1-4 28,1 4 1,0-2-45,0-4 0,0 3 0,1-3 9,0 0 0,1-1-9,1-9 0,0 2 0,0-1-4,0-2 1,0 0 0,1-1 0,-2 20 0,0-2-14,1-3 1,0-1-1,-1-2 1,1-1 13,0-1 1,0-1 5,-1 0 0,0-1 5,0 0 1,1 0-12,-1-1 1,1-1-4,1-11 1,0 0 11,0 14 0,1-1 223,2-16 0,-1-1-235,0 14 1,1 0-6,1-12 0,0 0-731,2 5 0,-1-1 720,3 13 300,-1-19 1,0-2-256,0 5 0,2 4 792,-2-6-759,0-6-33,0-10 316,-2-5-327,0-7 3386,-2-4-5374,0-1 1,0 0 0</inkml:trace>
  <inkml:trace contextRef="#ctx0" brushRef="#br1" timeOffset="564534">26368 16535 16308,'0'-7'6167,"0"1"-5595,0 6 559,0 0-1092,3-53-341,-3 44 246,3-39 61,-1 66 18,0 11-21,-1 2 1,0 2-87,0 1 0,0 1-28,-2 0 0,0 2-855,0 8 1,-1-1-2624,0 14 1758,1-24 1,1-1 1831,4 8 0,-1-27 0,0-3 0</inkml:trace>
  <inkml:trace contextRef="#ctx0" brushRef="#br1" timeOffset="564950">26667 16433 18004,'-29'-33'966,"0"1"0,-1 0 1,-15-12-1,0 10-759,-6 18 83,-1 9-178,12 16 0,-1 5-70,7 0 0,-2 4-1387,-3 7 1,-4 4-1,4-1 1356,1 0 0,2 2-9,4 2 0,0 3 0,5-1 406,2 3 0,5 2-448,-2 12 1,3 0-273,6-10 0,4 0 264,6 9 1,8 1-6,12-1 0,8-2 33,2 3 1,6-2-6,-2-12 1,4-2 0,-1-3-30,5-1 1,2-4-93,12 2 1,4-6-1,2-10 0,1-5 163,0-2 0,1-4-412,-16-6 0,1-3 0,-5-2 445,0-4 1,-3-4 89,5-9 0,-2-6 984,-3-7 1,-2-3-879,1 0 0,-2-3 39,2-8 1,-4 0-12,-12 11 1,-4 1-62,-4 3 0,-3 2 51,-2-27-147,-18 11-197,-12 8-122,-17 7-324,-16 7-428,21 17 0,-3 2 954,-11 3 0,3 2 0,-8 0 0,2 4 0</inkml:trace>
  <inkml:trace contextRef="#ctx0" brushRef="#br1" timeOffset="589509">11567 13200 20621,'3'-51'959,"0"1"1,-1 3 0,-2 8-529,-4 15-50,-7 0-291,3 11-6,-7-1-101,0 11 17,-11 0 6,0 6 10,-29 14-55,8 13 17,-1 0-17,11 11-1,26-11 12,4 8 0,16-1-5,21 7 27,-3-16 3,-2-9 1,3-2-10,17 4 1,-16-9 0,1 0-39,27 10-3438,-6 2 3472,-20-8-12,-10 5 44,-22-5 24,-14 6-7,-17 3 12,-20-1-142,18-12 1,0-2 107,-2 0 1,0-3-60,1-1 1,1-3-866,-20-7-1179,18-19-7739,21-3 8447,12-3 0,7 15 0,-1 10 0</inkml:trace>
  <inkml:trace contextRef="#ctx0" brushRef="#br1" timeOffset="590802">11910 12930 24385,'-3'11'-6,"1"10"1,7 38-29,-2-11-143,-3-15 1,-1 0-938,-3 21-3624,2-15 1,0-2 2821,-3 11-5248,10 7 4224,1-39 3815,2 3-875,-3-16 0,-4-9 2251,-6-5 4924,-8-14-5399,0 7 968,-8-10-325,6 10-1836,2 3 335,0-2-318,6 10-259,3 0-290,1 3 3133,4 1-3363,6 0 134,13-2-39,32-7 45,-10 3-20,1-1 1,-1 0 41,-7 0 0,-4 1 0,0-2 6,1-2 56,2-5 89,-6 1-11,-14 6-61,-5 3 100,-7 6 214,-3 2-292,-3 2-62,0 0-33,-5 6-12,-1 1-44,1 8 45,3-5-17,7 6-6,8-7 6,9 0 5,8-3 68,5-4 44,-3-6-3364,-3-3 3454,-7-7 180,-6-8-236,-6 4 112,-6-11-33,-6 9-51,-6-6 0,-4 3 44,-6 1-144,6 8-24,-4 0-38,9 10-17,-4 5 5,-3 11-39,-5 21 57,7-5-18,0 23-106,14-14-263,5 13-455,10-4-399,9-21 0,5-3 640,8 3 57,22-3 118,-28-22-124,22-13 650,-7-4 1788,-15 2 1,0-3-854,13-24-537,-17 12 594,-4-9-29,-16 18-162,-1 0-33,-5 7-556,0 6-200,-1 3 10,1 3-89,0 0-196,0 4 162,0 1 0,0 22-17,0-6 23,-1 32-6,-3-1-1710,-1-7 1,-2 0 1709,3-13 0,0 0-6,-6 16 1,1-3 34,0-9 32,-1 6 18,6-30 123,4-8-68,-1-17-111,-1-9 11,0-23 0,0 3 16,1-20 23,4 30 0,1-1 0,-1 1 0,1 0-14,2-3 0,0 2 25,3-13-50,-1 15 3364,4-2-3403,1 13-34,14-8 44,-6 12-83,25 1 62,-22 12-18,25 5-22,-9 11-39,12 8-95,-1 14 106,-19-4 79,-13 4 50,-22-13 22,-32 10-27,-8-9-23,-11 4-48,15-14 1,2-3-32,1-2-279,-21 3-880,41-10-2448,5-3-6145,18-6 8583,1 2 1,3-1 0,-7 5 0</inkml:trace>
  <inkml:trace contextRef="#ctx0" brushRef="#br1" timeOffset="591025">13120 13302 25612,'10'-20'-1994,"18"-4"667,12 4-1511,-7 6 1,2 0 2837,11-4 0,-5 2 0,-20 8 0</inkml:trace>
  <inkml:trace contextRef="#ctx0" brushRef="#br1" timeOffset="591235">13616 12957 27589,'-26'5'-140,"3"12"50,11 28-291,4 12-241,6-24 1,1 1-513,2 1 0,2 0-802,0 1 1,1-1-2981,1-2 1,1-2 3350,2 12 1,-4-17-1,-3-20 1</inkml:trace>
  <inkml:trace contextRef="#ctx0" brushRef="#br1" timeOffset="591568">11563 14026 17193,'-47'14'1111,"0"1"0,2-1 0,7-1-809,13-1 331,13-2 493,34-3-630,8-5 0,4-2-334,1-1 0,4-1-708,6-2 1,7-2 0,4 0 0,-3-1 578,-5 0 1,-2 0 0,1-1 0,3 0-24,6-1 0,3-1 0,2 1 0,0-1 0,-2-1-5,-5 2 1,-1-1 0,0-1-1,-1 1 1,-2 1-4,1-1 1,-2 0 0,0 0 0,3 0 0,0-2 1,4-1-1,0 0 1,-1 0-1,-5 0-7,8-1 0,-5 0 1,3 0-13,-1 0 1,3-1 0,0-1-1,-4 3-242,-3 0 1,-3 2-1,-3 0-126,14-2 1,-5 3-166,-16 3 1,-4 3 548,27 1 0,-43 3 0,3 1 0</inkml:trace>
  <inkml:trace contextRef="#ctx0" brushRef="#br1" timeOffset="593985">14851 13147 19305,'19'-40'900,"0"1"1,0 0-1,8-15 1,-11 8-453,-23 12-325,-9 5-112,-14 8-22,-12 9 11,-13 10-28,-5 17-439,27-3 1,2 5 449,1 4 1,2 4-7,0 4 1,3 1-1,2 2 1,3 0 5,-7 20-237,15-17 1,4-1 158,3 5 0,7 12 56,6-25 134,6-12 107,6-9 803,9-17-887,13-12-60,-16 4 1,1-2-304,3-3 0,-1-1 374,0-1 0,-2-2 22,-3 2 0,-1 0-602,12-23 726,-10 11-146,-13 14 27,-4 11-312,-7 10-225,0 4 1185,-1 10-742,0 14-29,0 17-16,-3 18-6,-1-6 51,-3-6 1,-2 2-55,2-13 1,1-2-9,-2 8 0,-1 0-6,3-2 0,1-3-10,1 2-29,1 8-78,8-28-1815,20-17 84,1-8 1854,10-5 0,-1-2 0,-9 2 0,19-8 0</inkml:trace>
  <inkml:trace contextRef="#ctx0" brushRef="#br1" timeOffset="594158">15342 13229 17328,'-5'-8'4727,"2"1"-3282,3 7-678,0 0-1327,-12-9-588,9 8-2296,-9-2-1844,12 10 4440,2 6 0,-2-9 0,1-1 0</inkml:trace>
  <inkml:trace contextRef="#ctx0" brushRef="#br1" timeOffset="595201">15607 13319 18930,'2'-4'4402,"-1"0"-2823,-1 4-1366,-6-81-1595,4 26 1421,-1 15 0,0-8 1,1 4 41,0-1 0,0 2 70,1-2 1,-1 0 32,1 5 1,-1 1 163,0-19 469,-2 20-789,1 21 209,0 10-422,1 8-67,0 3 163,0 10 898,2 18-803,-1 18-9,2-16 0,0 3-312,2 4 0,1 1 290,2 1 0,2 1-85,1-2 1,3 0-157,1-4 0,3-2-205,1-5 1,3-2-266,0-4 1,3-3-296,24 9 364,1-15 454,-2-19 353,7-24-6,-19 2 220,7-23 127,-22 13 158,0-6 77,-8 9 509,-7 10-665,-5 11-209,-1 8-401,-1 2-740,2 1 695,4 4 106,1-1-11,9 6 17,4-3 39,7-1 84,5-2 33,-6-7-72,-6 0 112,-7-9-17,-8 1-50,-1-5 33,-12-2-83,-2 4-63,-5 2 23,-2 6-61,2 5-35,-5 5-16,-1 7-11,3 8-84,3 16 33,9-8-274,7 16-426,15-14-548,13 7-1485,27-2 1044,-20-21 1,2-3 845,1-3 1,-1-2-2252,23-6 2893,-20-9 1220,1-16 775,-13-1 396,6-17-1019,-20 12 834,-1-9-301,-6 12-298,1-1-588,-4 14-656,-3 9-385,0 10 2830,-1 3-2506,-2 13 51,-4 8-12,-4 24-16,1-3 5,1 9-11,5-22-34,3-2 90,2-16 236,0-4-24,1-7 427,3-12-611,0 0 23,6-15-23,2-5 134,19-24-179,-9 19 1,17-12-24,-21 30 12,13-8-39,-3 11-22,16 1-1,-6 11-33,6 10 22,-17 4-145,3 13-500,-10-1-1303,3 9-7838,0 7 8467,-10-17 0,-2-3 1,-9-20-1</inkml:trace>
  <inkml:trace contextRef="#ctx0" brushRef="#br1" timeOffset="595535">17024 12844 26368,'-18'-27'-297,"4"8"258,18 26 61,9 7-5,14 11 0,11 7-23,7 5-27,-1 3-18,-8 0-5,-11-2 0,-11-4 17,-8-5 34,-7-8-7,-10 7-72,-4-9-342,-10 7-83,7-8-3703,-7 0 929,15-10 2435,-2 2 0,11-8 0,1-1 0</inkml:trace>
  <inkml:trace contextRef="#ctx0" brushRef="#br1" timeOffset="595902">17765 12914 25253,'-54'7'50,"1"0"1,4 0 0,8 5-51,7 28-11,15-6 22,10-2 17,16-4-6,1-13 118,24 12-28,-2-15 0,17 2 34,-5-12-3370,-4-7 3336,-10-1 336,1-15-252,-16 0-67,3-17-51,-9-6-33,0-7-23,0 2-5,0 8-118,-1 14 1953,-4 14-5044,-4 7 2344,-4 5 0,2 1 0,-1 0 0</inkml:trace>
  <inkml:trace contextRef="#ctx0" brushRef="#br1" timeOffset="601467">17825 12937 9414,'-3'-5'4273,"2"0"903,1 5-4280,1-19-17,-1 11-118,1-16-173,-1 16-156,0 0-96,0 1-78,-1 0-51,-2 2-44,-1 0-51,0 1-40,-2 0-16,0 1-33,-2 1-23,-2 1-17,-4 1 23,-4 5 5,-3 2-17,-1 6 23,0 2 0,0 3-6,0 3 11,-1 1-10,3 0-18,1 0 0,4-1-5,5-2 17,3 0-1,3-1-10,2 1 10,1-1 7,1 0-12,1-1 0,2-2 11,1-3 0,2-2 23,2-1 55,3-3 12,7-1-11,7-3-23,7 0 67,23-7-83,-22 1 5,12-5 72,-25 0 7,0-4 50,1-3-12,-3-5 18,-2-8-135,-7 7 61,1-11 1,-7 9 50,0-5 107,-2-5-186,-1 12 29,-3-5-23,-2 14-67,-1 0 0,-6-2-5,-4 5-7,-4-1-16,2 4 23,-3 3-18,2 3-10,-6 0-34,3 1-17,-4 8 50,4 2-16,0 5 27,-3 6 29,2 0-51,-6 7-5,3 0-18,3 4 24,10-11-18,3 7-11,9-11 28,6 10-5,4-3 16,11 3 40,-3-10-34,12 0-17,0-6 6,11 1-107,7-3-3587,-8-4 3346,-5-5-1416,0-7 1775,-1-8 0,-10 5 0,-2-1 0</inkml:trace>
  <inkml:trace contextRef="#ctx0" brushRef="#br1" timeOffset="617436">11973 14522 11077,'4'-4'8878,"0"0"-6022,-4 4-2480,-9-33-113,0 21-78,-8-24-96,1 33-61,-3 2 0,-8 10-5,-12 9-12,-9 13-11,21-11 0,0 1-169,1 2 0,1 1 149,2 1 1,2 1-26,-9 24-5,12-3-46,10-5-122,17-6-269,10-4-516,21-8-750,16-10 400,-22-9 1,2-2-897,3-4 0,1-3 2249,3-2 0,-2-1 0,5-3 0,-7-1 0</inkml:trace>
  <inkml:trace contextRef="#ctx0" brushRef="#br1" timeOffset="618054">12412 14498 23819,'12'-58'-268,"-4"16"223,-11 54 101,-5 15-34,1 0 17,-3 5 1,-1 3-1,-11 22-25,5-15 0,-2 1 8,1-7 1,0-2-23,1-5 0,0-1-6,-10 14 118,10-17 28,9-14 482,7-7-34,1-8-364,1-7-129,2-11 1,1-14 21,4-12-61,0 13 0,1 1-17,5-14 34,-3 15 0,0 2 33,2-1-22,3-4-67,-4 12 11,10-4-33,-11 18-40,13-5 34,-8 15-12,9 8-27,6 9 39,6 13 5,-12-7 0,-1 1 1,9 10 10,-10-9 1,-2-1-6,3 5-11,4 3 5,-4-5 29,-8-12-18,-4-5 12,-5-10 50,0-8 6,5-8 78,2-27-89,-3 9 22,0-27 11,-7 15 17,0-11 22,0 4 34,-1 7-128,0 19 32,-3 6-77,1 18-370,-1 1-857,3 6 245,3 1-8844,24 22 8707,-5-6 1,4 4 0,-14-14-1</inkml:trace>
  <inkml:trace contextRef="#ctx0" brushRef="#br1" timeOffset="618336">13298 14446 13015,'-3'0'6301,"1"-1"-2979,2 1-1558,-66-8-1148,47 5-530,-17-1 1,5 0 93,29 2-180,3 1-90,5-3-16,10-4-460,32-5-425,6 1-479,8 1 322,-30 8 0,-1 2-3288,16 4 3647,12 5 0,-28-4 0,-7 3 0</inkml:trace>
  <inkml:trace contextRef="#ctx0" brushRef="#br1" timeOffset="618509">13306 14687 25197,'32'-11'-443,"-1"0"1,7-1 0,-2 2-1,2 0 1,0 1 0</inkml:trace>
  <inkml:trace contextRef="#ctx0" brushRef="#br1" timeOffset="620120">14574 14229 21047,'2'-51'1180,"1"-1"0,-1 11 0,0 8-643,-2 11-363,0 19-314,0 0-79,-1 8 169,-2 24 44,1 16-22,-1 10-651,1 4 556,0-15 0,2 2-345,1 2 0,1 1-215,1 8 0,1 0-552,1-8 0,2-5-597,3 6-5371,2-8 7203,-5-23 0,-1-4 0,-3-9 0</inkml:trace>
  <inkml:trace contextRef="#ctx0" brushRef="#br1" timeOffset="620527">14758 14100 15081,'-36'-50'1499,"0"0"1,1 5 0,-1 11-1148,-16 27-1211,5 9 971,12 6 0,-2 3-17,4 4 1,0 4-46,-1 3 0,-2 5 1,3 1-29,-10 14 1,2 2-21,2 1 1,4 3-3,7 5 0,7 1-496,7-8 0,4 1 490,-2 10 1,5 3-10,8-15 0,5 0 0,0-3 1,0 2 0,6-3-18,10-3 0,7 1 1,0-9 3,22 4 13,-15-17 0,6 0 0,-1-4 6,10-6 1,0-5 6,-7-1 0,2-1 1,1-3 30,8-5 1,2-4 0,-2-2-659,-9 0 1,-1-2 0,-1 0 665,-2-1 0,-1 0 1,-2-3 138,10-13 0,-4-3 28,-12 5 0,-2-4 83,-3-1 1,1-4 0,-3 2-171,1-1 1,-3-2-142,-3-3 0,-1-3 1,-5 5 258,0-13-45,-3 7 1,-8 0-154,-15 15 1,-7 2-46,-2-1 0,-5 1 615,-14-1 0,-6 5-837,-3 8 1,-4 4-648,-9 4 1,0 3-1004,9 2 0,0 2 1880,-8 2 0,6 2 0,10 0 0,1 1 0</inkml:trace>
  <inkml:trace contextRef="#ctx0" brushRef="#br1" timeOffset="687612">25509 17016 10153,'-60'19'1362,"0"-1"1,6-1 0,5-3-4833,-6 0 4288,24-7 1901,10-3-2052,18-4 574,5 0-866,12-6-2235,44-17 1933,-5 3-32,-16 7 0,7-1 0,0 1 48,-3 3 1,0 1 0,3 0-79,15-3 0,3-1 1,2 2-299,-11 2 1,1 1 0,1 1 0,0-1 286,4 1 0,1 0 0,1 0 0,0 1 9,1 1 1,1-1 0,0 2 0,0-1-13,0 1 0,-1 0 1,1 0-1,-2 1-2,-2 0 1,-1 1 0,-1-1 0,0 1 4,-6 0 0,0 0 0,-1 0 0,-2 0-8,8 0 1,-2 0 0,-2-1-126,11 0 0,-4 0 4,-15 0 1,-4 0 565,13-1-4985,-22 2 4548,-15 1 0,-8 1 0,-5 0 0</inkml:trace>
  <inkml:trace contextRef="#ctx0" brushRef="#br1" timeOffset="689919">26198 15395 11508,'0'-3'2414,"0"0"723,0 3-2874,2-6-190,-2 5 3511,2-5-2278,-5 8-1009,-1-7-224,-3 0 100,0-16-33,1-2-22,1-15-79,4 13 73,8-14-95,-1 24-23,7-8-33,-3 14 11,9 0-28,5 4-17,20 14 62,-12 1-6,22 23 6,-27-8-130,-4 4 1,-4 5 101,-6 19-3,-16-5 0,-9 1 33,2-19 1,-6-2-474,-20 13 1,-7-3 484,5-14 0,-2-3 13,-10 5 1,-2-1 44,-5-2 1,1-3 39,15-6 0,3-2-235,4-3 0,5-1 252,9-4 251,15-6-335,8 0 169,7-7-203,7-1 0,9-2 924,1 3-924,14 3-2839,16 6 2822,-9 2-157,0 3 1,0 1-379,-4 1 325,-10-1 1,3 0-1057,-1-3 0,-1 0-1265,26 0 36,-11-6 0,0-3 899,-16-2 0,-2-2 341,26-16-380,-13-14 1176,-14-4 492,-12 12 1,-1-3 162,-3-3 1,-2 0 32,-3 6 1,-2 0 983,1-12 0,-4-1 235,-8 7 0,-2 2-963,3-1 0,-4 1 489,-8-3 1,-6 4 717,-19-9-1146,11 18 0,-4 1-62,-14-1 1,-4 4-275,4 6 1,-1 3-135,-1 0 0,1 3 16,-3 6 1,0 5-54,-4 8 1,0 6-12,-2 0 0,-2 6-591,7 5 0,-1 6 1,5-1 573,5 0 0,4 3 2,3 2 1,1 4-1,6 1-406,4 5 0,6 1 407,-2 0 1,2 3-25,8-1 1,3 4 0,2-5-10,2-9 0,4 0-93,5 12 0,4 7 0,5-9 81,9-10 0,3-4 59,4 10 1,6-5 711,11-11 0,5-7-625,-5-8 1,4-5 50,1-1 0,5-3 0,-1-2 39,-7-5 1,-2-1 0,2-4-411,8-2 1,1-4 0,-5-1 400,1-5 0,-4-4 35,-10 1 1,1-2 0,-1-2 127,-1-5 1,0-3-1,-1 0-247,1-1 0,0-2 1,-1-1-16,3-5 0,0-3 1,-4 0 59,-8 2 0,-4 0 0,-3 2-87,1-1 0,-6 0-64,-6-12 0,-9 5-157,-18 7-384,-9 10 1,-7 2-2744,-9 10 1,-4 5 3294,-7-3 0,1 3 0,13 7 0,3 2 0,-11 1 0</inkml:trace>
  <inkml:trace contextRef="#ctx0" brushRef="#br1" timeOffset="715493">26205 14156 18649,'26'-48'947,"1"8"-879,-9 26 21,14 0-55,-6 7-45,15 0-12,1 12-33,6 7-50,3 11-68,-4 7 23,-11 2 151,-16 0 106,-25 1-5,-23 1-50,-7-6 5,5-11 0,-3-1 120,0-1 0,1-2 334,-25 9 498,9-5-667,34-12 276,9-5 184,5 0-857,16 0 11,6 1 23,21 6-6,6 8-11,5 9-733,-1 7 705,-14-4-106,-5 4 21,-22-10 40,-17 9 23,-26-6-9,3-11 0,-3-1-51,-7-2 0,-1-1 26,7-2 0,-2-1-882,-14 0 0,1-2-4634,-7-4 5639,19-1 0,3-1 0,8-1 0,13-2 0</inkml:trace>
  <inkml:trace contextRef="#ctx0" brushRef="#br1" timeOffset="715920">26546 13718 15406,'-42'-12'578,"-1"1"0,0 0 0,-1 3 0,0 1 0,3 5-216,-11 11 0,2 4-856,7-1 1,-1 3 747,0 5 0,-4 5 0,4 1-879,-2 5 1,2 3 667,2-1 0,-1 4 0,5-1-27,2 1 1,5 4 11,6 2 0,3 4 0,4-1 96,4 6 0,4 1-111,1-4 0,1 4 1,6-2-408,9 13 1,9-4 384,7-2 1,7-2-258,-5-22 0,4-1 1,2-3 251,3-1 1,2-3 0,3-3 15,12 0 0,3-5 0,-2-2 6,3 1 1,1-6 7,-2-5 1,3-3 0,-7-3 19,-11-4 1,-1-3 37,4-2 1,3-1 0,0-5 132,0-3 0,-1-5 1,0 0-29,0-2 0,-1 0 1,1-4-26,-4-2 0,2-3 0,-3-1 0,-4 3-87,6-10 0,-4-1 2,-6 2 0,1-4 0,-6 4 317,-4 1 0,-4 0-313,2-9 0,-4-1-43,-6 5 1,-7 2-76,-11 2 1,-7 3-158,-10 3 1,-9 4-497,-14 1 0,-8 5 454,4 9 1,-3 2 0,5 2 0,3 1-1,3 1 1,-3 3 0,1 0 0</inkml:trace>
  <inkml:trace contextRef="#ctx0" brushRef="#br1" timeOffset="725262">11486 15819 9682,'0'-3'8721,"0"0"-6268,0 3-1590,2-62-73,-3 41-468,2-14 0,-2 5 115,-3 23-258,0 5-207,-4 3-28,-10 4 28,-2 2-6,-35 19 18,10-1-18,13-7 0,0 2-106,-6 12-50,14-6 44,13-2 57,12-4 61,9 0 50,10 0-27,8 0-1,8 2-11,6 0 6,-7-5-95,13 7 5,-22-8 17,6 7 17,-21-7 100,-6-1 113,-12 1-29,-12 1-44,-21 2-22,-13 0-18,-7-4-44,5-5-34,16-5-980,5-9-1495,24-8-2830,8-14 663,15 1 3839,15-10 0,-14 21 0,1-1 0</inkml:trace>
  <inkml:trace contextRef="#ctx0" brushRef="#br1" timeOffset="725495">11833 15640 22337,'31'-39'584,"-1"1"0,0-2 0,-11 18-407,-20 25-283,-2 7 243,-5 17-103,-10 31-29,3-10-351,4-7 1,0-1 340,1 2-105,3 2 1,1 1-708,1 16-211,3-19 0,2 0-3311,5 16-5492,2-12 9486,0-17 1,-4-14 0,-2-10 0</inkml:trace>
  <inkml:trace contextRef="#ctx0" brushRef="#br1" timeOffset="726529">11792 16023 22066,'-21'-36'-202,"36"8"225,33 29-4,-12-3 1,2 1 47,24-6-17,-7-3 12,-8-5 28,-9-2-34,-11 2 224,1-13-16,-15 7 32,1-7 24,-10 7-7,-7 5-89,-6 4-117,-10 6-79,1 3 0,-28 10-23,1 10-27,-1 0-45,4 12-6,25-8-6,3 5 7,11-2 27,11-3 0,9-5 51,12-6 38,9-6 1,7-12 22,3-8 34,-1-10 56,-8-4 84,-10-1 33,-13 3 23,-10 4-28,-15 3-219,2 9 17,-15 2-55,1 8-12,-9 3-12,-4 7-21,0 7-29,2 9-44,3 16 83,13-11-83,4 19-107,15-13-750,23 17-437,10-11 363,-4-18 1,1-5-212,20 1-334,-16-12 0,0-3-132,19-3 1254,-21-4 1,-1-3 515,23-12 930,-29 1 0,-2-2 117,5-9 1244,-2-10-471,-23 18-514,-1-3-360,-8 7 750,-1 5-1545,-2 6 56,0 4-251,3 1-180,0 3 84,-1 6 84,-5 20 5,-1 8-5,0 6-5,-1 10-1,1-5-11,-2 11 17,-3-1 11,6-23 12,0-5 117,8-24 146,-1-2-112,2-11-141,0-35-38,0 11 21,0-28 24,6 6 4,2-6-5,-2 25 1,1-2-4,0 5 1,-1-1 27,3 1 0,-1 1-58,4-8 5,8-3 6,-1 23-28,8 0 0,13 8 11,-11 6-45,23 17 28,-30-1-28,15 18-5,-24-4 50,-8 19-11,-16-5 27,-16 7-21,-1-18-51,-16 0-4082,-16-8 3657,20-7-197,-10-4-2335,42-11-5826,7-8 8839,8 0 0,-2 0 0,3 3 0</inkml:trace>
  <inkml:trace contextRef="#ctx0" brushRef="#br1" timeOffset="726736">12977 15912 18134,'-5'1'5181,"2"0"-4100,3-1-1557,-24 2-330,28-5-1944,-2-3-7081,43-8 8277,-4 1 0,-10 4 1,-21 6-1</inkml:trace>
  <inkml:trace contextRef="#ctx0" brushRef="#br1" timeOffset="727161">13393 15761 24727,'-18'-45'0,"-1"0"0,4 3 0,11 9-23,23 21-5676,29 0 5665,-19 9 460,5 5 0,0 3-460,-7 3-50,19 18-44,-29 3-239,-16 11 0,-7 3 98,-5 12 81,-13-2 1,-6-2 134,3-19 0,-2-3 95,-7 7 0,0-1-3,8-9 0,1-3 78,-1-1 1,2-2 1126,-3-1-1087,7-4 145,13-10-313,19-10 3039,15-5-3280,17-5 56,0 1-235,-1 3 0,1 1 53,-10 3 1,-1 1-270,15-2 1,0 0-464,-10 4 1,-3 1-951,16 0 2060,-1 5 0,-33-2 0,4 3 0</inkml:trace>
  <inkml:trace contextRef="#ctx0" brushRef="#br1" timeOffset="727435">11381 16882 13649,'-47'3'1075,"0"-1"1,2 2-1,19-3 853,39-6-1598,32-6-190,-3 1 0,4-1-350,-2 2 1,4-1 250,0 1 0,4-1 0,5 0-446,-5 1 0,5 0 1,2-1-1,-1 1 0,-4 0 406,-2 1 1,-3 0-1,0 0 1,5-1-10,1 0 1,6 0-1,2-1 1,1 0 0,-3 0-1,-6 1-316,1 0 0,-5 0 1,-2 1-1,2 0 312,-1-1 1,0 1 0,0 0 0,3-1-320,-2 0 1,4-2 0,0 1 0,-3 1 0,-6 0 209,15-2 1,-1 0-753,-5 1 1,7-2 0,0 1 0,-8 2 788,6 0 1,-6 1-1,1 0 1,-5 0-1,4 1 1</inkml:trace>
  <inkml:trace contextRef="#ctx0" brushRef="#br1" timeOffset="728329">15148 15868 20308,'-7'-50'709,"0"0"1,0 4-1,-3 8-552,-8 14 190,-18-2-173,4 14-68,-16 0-78,3 16-22,8 4-1,-12 18-8,20-5 1,1 2-4,-17 16-8,13-6 0,3 1-36,8 0-1,-1 10 12,19-22 146,13-9-18,0-7 124,16-10-51,6-9-10,15-11 27,7-10-101,-10 4 45,-14 5 1,-1-1 38,6-8-70,-11 10 1,-2 1-4,-1-1 79,-6 7-61,-11 12-230,0 1-79,-3 6 140,-1 3 96,-3 22-6,-1 4-11,-5 24-3,1-18 0,0 0-25,-4 15-17,3-15 0,0 0 5,-1 9 6,1-4-27,2 2-68,9-12-118,7-3-123,12-7-179,17-15 84,0-7-1053,-1-7 0,2-3-1154,-8 1 0,0-2 2188,10-3 0,-2 1 1,2-3-1,-19 6 1</inkml:trace>
  <inkml:trace contextRef="#ctx0" brushRef="#br1" timeOffset="728519">15582 15910 18050,'-2'-3'5265,"0"2"-4027,2 1-1574,-18-21-560,13 16-1390,-13-16-469,20 23 2755,2 1 0,-3-1 0,1-1 0</inkml:trace>
  <inkml:trace contextRef="#ctx0" brushRef="#br1" timeOffset="729628">15870 15972 24587,'-7'-43'197,"0"0"1,0-3 0,2 3-103,7-6-662,-1 12 0,2 0 589,-1 5 1,1-1 27,3-22 1,1-1-4,-1 20 1,-1 1 33,2-13 0,0 2 510,0-4-456,-4 22 88,-2 15-391,-1 9 6,-3 10 139,-4 12 12,-6 18 11,-3 19-124,7-19 0,1-1 118,-4 26-11,7-14 1,3 0-353,9 14 338,0-18 1,4-2-43,3-11 0,4-5-219,24 19-33,7-11 90,2-14 33,9-15 186,-20-8 44,12-16 28,-22-6-6,7-9 28,-8-2 68,-7 3 56,-8 8 862,-7 9-896,-5 7 271,-3 7-490,-1 1-72,-2 2 39,0 4 45,-3 3 16,2 3-66,-1 9 10,6-4 40,7 6 17,7-8 39,6-6 33,2-3 23,2-10 44,0-5 12,-3-9 12,-5-3-40,-7-5-29,-7 1 12,-9 0-22,-7 3-6,-5 4-28,-5 7-28,0 5-28,-1 8-17,0 9 28,2 7-11,1 10-22,4 5 39,6-4-112,7 19-141,19-6 101,-1 1-296,25-2-151,-2-21-118,15-3 123,6-9 286,3-13 263,-1-10 213,-6-9-144,-9-8 368,-10-1 117,-10 0 84,-8 6-22,-8 7-67,-4 8-134,-4 6-224,-1 4-163,0 3 76,0 1-334,0 2 202,0 6 84,1 9-6,2 8 12,0 7-29,3 2 18,0 3-6,0-15-6,-2-1 73,-1-17 145,0-1 102,32-55-286,-8 21 5,0-5 1,2 0 16,6 3-16,-4 8-35,-2 10-10,-11 8-6,5 8-11,-6 10 16,2 9-173,0 18 28,-9-9-633,-2 19-1310,-6-14-2667,-1 7 4778,3-7 0,-3-15 0,3-8 0</inkml:trace>
  <inkml:trace contextRef="#ctx0" brushRef="#br1" timeOffset="729968">17447 15485 16056,'0'-7'6985,"0"2"-6378,-12-24 1,-5-3-132,4 12-126,-6-17 1,-2 3 125,5 20-140,-1 1-107,6 6-279,6 5-23,4 4 51,1 2 22,3 12 0,8 9 28,12 14-34,-1-9 1,3 1 13,-2-2 0,1-2-8,0 2 0,-1-2-16,18 20-1,-13-15 11,1 5 17,-10-2-11,-10-13 6,-12 10 16,-5-18-16,-32 25-51,18-22-117,-20 11-3098,6-1 3260,4 0 0,3-4 0,11-7 0</inkml:trace>
  <inkml:trace contextRef="#ctx0" brushRef="#br1" timeOffset="731635">18138 15596 10063,'0'-6'6117,"0"0"-3625,0 6 930,0 0-2940,-6-47-465,3 35-179,-6-34 128,2 59 107,-7 13-40,-9 16-5,-8 11-129,14-24 0,1 0 84,-12 27 17,9-3-11,12-8 34,15-6 195,20-7-72,-2-14 218,22-6 72,-7-19 108,12-8-29,-2-12-506,-7-11 278,-8-10-119,-8-8-124,-16 26 1,-2 0 28,4-29 88,-7 6-161,-9 9-196,-11 10-387,-13 11-1349,-18 11 1932,11 12 0,1 2 0,-6 0 0,-2 6 0</inkml:trace>
  <inkml:trace contextRef="#ctx0" brushRef="#br1" timeOffset="734878">12050 17233 19036,'-47'19'218,"0"0"1,4 0 0,2 4-161,3 8 1,3 3-809,2-1 1,1 0 746,1 0 0,2 1-20,4-2 1,3 0 175,5-3 1,3-1-468,2 21 23,21-10-80,20-10-93,21-12 403,-1-8-1116,0-13 1,0-4-1064,7-3-1387,1-5 0,-1-3 3134,-23 6 0,-4 0 1,23-9-1,-25 9 1</inkml:trace>
  <inkml:trace contextRef="#ctx0" brushRef="#br1" timeOffset="735435">12608 17166 21993,'-19'7'-56,"0"10"50,7 15 1,1 4-12,-6 16 0,2-9 0,-1-1 17,-2 2-14,0 2 0,-1-1 31,2-9 213,-3 6 84,14-30 599,4-15-823,2-5 50,0-28 16,0-1 12,1-22-67,2 16 235,6-18-241,-3 31 79,8-24-124,-7 34-89,3-2-95,-4 14 50,3 7 106,6 7-27,11 9-51,10 9 50,8 9-22,3 3-922,-1 2 916,-11-11-61,3 3-11,-9-8 72,-4-4 124,-6-4 167,-12-11-21,-4-8 775,-1-10-899,-1-14 0,0-16 34,0-15-310,-1 27 0,0 0 242,1 1 0,0 1 86,0-23-24,2 15-56,-1 14-112,-1 10-224,0 7-572,1 5-808,7 3-3992,10 5 4776,5 2 0,-6-1 0,-6 0 0</inkml:trace>
  <inkml:trace contextRef="#ctx0" brushRef="#br1" timeOffset="735729">13427 17244 22492,'-10'-30'-1865,"21"2"296,16 18 1,8 4-2302,3-2 0,1 2 2737,-3 1 1,-3 2 0,3-1 0,-24 3 0</inkml:trace>
  <inkml:trace contextRef="#ctx0" brushRef="#br1" timeOffset="735911">13504 17460 22739,'15'6'-2975,"19"-9"2975,9-10 0,3-2 0,5-1 0,0 0 0</inkml:trace>
  <inkml:trace contextRef="#ctx0" brushRef="#br1" timeOffset="737843">14658 17102 18840,'2'-2'-420,"1"2"476,-3 10 67,0 1 180,-3 3 111,-4 1 6,-8 4-61,-8 0-1,-7 0 90,-4-3-224,7-8 964,-17-14-891,23-10-180,-10-7-38,21-2 89,4-5 5,3 0-44,0-5-62,7 6-78,5 5-56,6 9 28,2 4 16,14 9 12,6 12-17,-4 2 0,2 3-5,14 10-15,-13-1 0,-3 3-131,-3 18-562,-15-13 0,-5 4 623,-9 3 1,-7 1-18,-8 4 0,-7 0-925,-3-8 1,-5 1 0,1-3 1061,-2 2 1,-3-2-571,-1-5 1,-4 0 0,5-6 774,-5-1 28,8-8 0,0-5 208,8-15 423,-2-14-810,12-5 2212,6-1-2335,9 3 3369,5 9-3363,11-2-12,13 4-39,20 2-62,-16 5 1,3 1-658,9 0 0,3-1 55,7 0 0,2-1-167,-17 2 0,0-1 1,1 0-2335,6-1 0,1-1 0,-4 0 2915,0 0 1,-3 1 0,-2-1 0,-8 1 0,-22 4 0</inkml:trace>
  <inkml:trace contextRef="#ctx0" brushRef="#br1" timeOffset="738237">14676 16732 8781,'-47'7'910,"-1"1"0,1-1 0,0 1 0,-12 3 0,1 2 0,4 5-841,4 6 0,3 6 0,4-1-2561,-2 1 1,3 4 2461,6 1 0,0 4 0,6 0-1,4 6 1,5 2-206,4 0 1,2 5 0,3-3 215,-1 2 1,7 0 181,11 1 1,6 3-1,2-8-92,0-15 0,5-3-57,7 5 1,5 2-1,2-6 189,9-5 0,5-5-104,7-2 1,5-2 0,-2-3-85,4 1 0,3-5-133,-15-6 0,7-1 1,3-3-1,-4 0 1,-7 0-17,7-3 0,-2-2 354,9 0 1,4 0 0,-7-4-301,-9-5 0,-6-4 271,0-3 1,0-2 854,5-8 0,-2-2-760,-13 7 1,-5-3 669,0-17 0,-6-2-429,-12 13 1,-4-2-104,1-17 0,-5-1-110,-7 10 1,-6 1-118,-9-4 0,-5 3-258,-1 10 1,-2 3-4,0 3 1,-3 4-283,-3 8 0,0 5-1412,-22 1 1759,18 7 0,0 2 0,-2 1 0,6 4 0</inkml:trace>
  <inkml:trace contextRef="#ctx0" brushRef="#br1" timeOffset="738977">25298 15659 10454,'-41'-2'-428,"0"0"1,0 0 0,17 1 1389,29 1 892,11-1-136,25 0-713,8-2 1,3-1-1373,-10 2 0,1-1 716,7-1 0,5 1 1,-2-1-70,-11 0 0,-1 1 0,3-1-71,10-1 0,3 0 0,4-1-59,-6 0 0,3 0 0,1 0 0,-1 0-766,-5 1 0,0-1 0,-1 0 1,0 1 637,-1 0 0,0-1 1,0 1-1,1 0 22,10-1 1,2 0 0,-1 0 0,-4 1-351,-2 1 1,-4 0 0,3 0 324,0 0 1,4-1 0,0 1 0,-7 0 16,12-1 1,-4 1 56,-14 1 0,0 0 1,-5-1-77,-5 1 1,-2 0 108,10-1 0,-2 0 137,4-2-89,-20 2 1109,-12 0-1558,-11 4-397,-4-1-859,-7 1 1531,-4 0 0,2 0 0,1 0 0</inkml:trace>
  <inkml:trace contextRef="#ctx0" brushRef="#br1" timeOffset="763220">26275 12951 12909,'0'-6'6379,"0"0"-5953,5-24 0,1-4-74,-3 13-19,3-17 1,0 4 175,-4 26-134,0 0-245,-2 5-332,1 3 106,-7 15 214,-4 5-68,-9 20-10,-1 2-35,3-7-10,2 3 10,6-7-3402,4-2 3391,1-6-5,4-11 50,2-9 348,7 0-152,0-2 17,8-2 84,11-7-33,21-13-102,2-2-89,0-3 140,-17 8 3499,-17 9-3639,-5 2-123,-7 4-163,-5 3 101,-1 12 96,-2 18-26,1 1 0,-1 4-8,-1 27 2,2-29 1,0-2-65,0 17-252,3-9-537,4 8-2196,13-2-2572,20-19 3581,-3-10 301,9-19-196,12-27 2522,-7-8-378,-14 8 0,0-4 517,-8 1 0,-2-3 59,-1-4 0,-1-1-379,-6 9 1,-2-2 739,3-19 0,-5-1-524,-8 18 1,-3-1-161,-1-15 1,-5 0-182,-5 13 0,-6 4-155,-6 0 1,-2 3-101,-20-14-43,10 22 1,-7 4 145,-10 6 1,-3 4 136,-3 0 1,-3 4-469,12 5 1,-1 3-1,1 4 432,-14 10 0,4 5-159,12-2 0,2 4-18,8 0 1,1 4 0,2 2-934,-1 6 0,3 3 0,1 0 889,-9 7 0,2 4-17,11-10 0,0 6 0,1 1 0,6-5-325,2 8 1,7-1 302,1-3 0,2 2 0,5-5-1,6-3 1,7-3-60,14 1 0,10-3 37,13-5 1,7-5 53,-16-7 1,1-2 0,1-2-33,10 1 0,3-3 1,-2-3 98,-5-5 1,-2-3 0,1-2 41,0-2 0,1-2 0,-3-2 13,9-2 1,-1-4 178,-4-5 0,1-4 1,-4-1 698,-1-6 0,-1-3-838,-4 3 1,2-4 0,-6 1-68,-3 0 0,-6-4 112,2-15 0,-8-3-3,-14 18 1,-5 0-175,-2-16 1,-8 0-135,-12 12 0,-8 4-255,-9 0 0,-5 3-1580,-8 1 1,-2 5 1661,1 3 1,3 3 0,14 8-1,4 2 1,-8-1 0</inkml:trace>
  <inkml:trace contextRef="#ctx0" brushRef="#br1" timeOffset="794419">3394 6039 9870,'0'-4'5246,"0"1"-3716,0 3-724,-46 53-99,11-4-868,3-11 0,-3 4 310,10-7 0,-1 1 1,2-2-704,-7 8 0,-1 2 593,1-2 0,-2 3 0,0 0-9,4-5 0,-1 0 1,0 0-942,0 2 0,-1 0 1,1-1 909,-5 8 0,0 0-156,5-5 1,0 2 0,2-3-468,3-2 0,2 0 182,2-5 0,-1 3 0,3-2-731,1 0 0,2-2-3940,-5 23 2962,9-21 1858,7-13 0,4-16 0,1-5 0</inkml:trace>
  <inkml:trace contextRef="#ctx0" brushRef="#br1" timeOffset="794768">2450 6645 17602,'-39'-44'560,"17"22"-269,38 42-115,6 2 1,3 2-87,14 9-26,-2-6 1,3 0-888,-6-7 1,2-2 847,13 5 1,4-1-12,2-1 0,2-2-20,1-1 0,0-2-16,-2-1 0,-2 0-37,-5-2 0,-1 0-1389,2 3 1,-3-1 1329,-16-5 1,-1 0-379,7 4 1,-1 0-5398,8 2 5893,1 2 0,-17-7 0,-15-5 0</inkml:trace>
  <inkml:trace contextRef="#ctx0" brushRef="#br1" timeOffset="795796">3923 6509 17781,'-14'-44'851,"-1"0"0,2 4 1,3 11-641,7 24-632,2 4 378,2 11 168,5 6-94,5 19 2,5 8-65,1 9 31,-4-9-23,5 15 37,-7-24 23,2 8-92,-5-21 79,-3-8 211,-1-8 265,-1-5-66,-1-9-228,2-10-42,2-16-29,1-10-25,2-9-2,1 1-14,2 2-111,2 5-151,1 9-103,3 9-4,3 8 20,4 9 11,5 7-35,5 10 3,4 10 131,1 11 9,-16-6 0,0 0 47,8 8-3474,10 10 3461,-23-24-167,14 8 200,-12-16 165,6 2 94,-10-16 81,-1-7 13,0-13 3384,0-6-3221,1-12-155,-7 15 175,-1-3-112,-7 21-246,0 2-762,-2 6 349,0 4 85,3 9 143,3 5-33,2 3 0,10 5-14,5-5 44,14-1 28,22-7-28,-1-14-459,-1-5 575,-3-16 116,-17 0 82,3-12 90,-14-2-3127,-17-11 2899,-10 16 159,-15-9-117,2 26 117,-18-10-120,14 15 232,-6-3-497,15 11 3298,6 2-4321,1 3-54,7 1-7407,6 15 7762,-1 0 1,0 2 0,-7-8-1</inkml:trace>
  <inkml:trace contextRef="#ctx0" brushRef="#br1" timeOffset="796434">5266 6242 21489,'5'-15'1442,"1"-8"-1165,7-29-146,-3-1-70,0-1-38,-6 17 1,-3 3-8,-2-2 34,-3-27 89,-3 34-133,-3 2-77,4 13-105,-1 8-25,4 8 289,-5 18-16,1 8-26,0 8-4,3 25-10,6-27-22,2-2 1,2 1-5,18 20-10,4-1-192,3-4 25,6-12 18,0-15 44,11-1 40,3-11 150,9-16 61,-9-14-252,-21 2 1,-3-5 136,-5-5 0,-4-2-17,11-26-2,-16 15 0,-3-3-30,-3 5 1,-3-2 6,2-20 1,-3-1-22,-1 21 1,-3 0 29,-6-18 1,-3 6-136,-4 14 199,-2 8 1,0 2 3,-2 9 134,-15-9-51,12 18-178,-1 0-1,10 13 12,6 13 27,2 16 438,0 17-435,8-8 1,5 2-4,0-1 1,2-1-113,3 0 1,1 1 97,2 0 1,1 0-29,0 1 1,-1-2-212,-3-7 1,1 1 81,2 9 1,1 0-1073,-2-8 0,1-1 1238,1 3 0,1-2 0,8 18 0,-9-22 0</inkml:trace>
  <inkml:trace contextRef="#ctx0" brushRef="#br1" timeOffset="827937">2488 4314 17759,'-14'10'876,"-7"7"-506,-12 12-242,4-3 0,0 0-2,-16 14-505,10-8 0,-1-1 432,10-10 1,0-2-8,-7 6 1,0-2 226,0-3 1,1-1-159,-2-3 1,2-2 88,-15 1-142,10-6 107,17-8-41,9-2 837,-1-3-809,6 0-207,2 0-8,3 3-676,1 1 924,4 11-208,0-2 15,5 12-6,7 14-9,4 11 25,3 10 42,0 2-44,-10-22-208,1 6 169,-7-8 22,-1-1 89,-3 12-17,-3-25 91,1 6 34,-1-21 354,1-4 67,-1-1 566,2-2-417,0-1-350,1-6-123,0-1-46,5-11 49,8-5-106,2 1 0,4 0 75,0 2 0,1 0-124,1 0 0,2 0-143,1 4 1,0 3 52,19-6-33,-13 12 0,0 1-36,21 1-74,3 13-122,-20 9-147,-11 3-91,1 17 33,-15-6 144,1 25 95,-13-19 121,-13 17 96,-10-12 187,-2 1-50,5-14 0,-3 1-269,-6 4 0,-3 1 344,-1 0 1,-3 0-42,-6 6 0,0-2-26,9-10 0,1-3 47,-13 10-47,6-8-70,18-16-130,5-2-36,-3-9-217,11-2-86,-9-5 602,4 0-648,2 0-27,3 4 3,5 2-82,3 3 106,6-2 366,9-2 60,16-7 96,14-6 29,-2 0-59,-7 1 0,1-1 67,12-9-249,-13 7 1,-1-1 175,13-12 252,-12 6 22,4-12 45,-16 11-33,1-4-2,-11 2-81,-8 4-83,-4-18-58,-8 5-356,-6-8 298,-3 19-478,-19-8-70,14 21 56,-13-8 50,-1 9 93,3 4 69,-3 0 62,-2 10 84,15 5 87,-9 6 117,11 0-36,-9 8 310,7-3 11,-7 8-5,10-9-11,-1 4 299,10-11 24,-3 3-12,9-10-25,-1 0-496,-6-5-377,-3-2-119,-9-6-18,1-4-429,-1-4-24,-1-2-14,0 0 40,-1-4 128,6 4 348,2 2 96,8 1 111,5 2 162,1-3 46,2-3 94,5 2 73,2-2 259,4 1 52,1-1 23,0 4-55,-2 3-75,-3 6 21,-2 3-66,-4 3-142,1 1-158,5-3-84,9-4-65,12-7-67,13-5-16,7-2-62,4-2 1,-1-1 100,-3 0-82,-8 1 37,-8 4 384,-12 5 87,-8 7 10,-6 5-44,-5 3 132,0 1-575,-1-3-47,0 1-27,0-6-312,0 4 72,-5-2-603,-4 5 558,-12 9 432,0 1 537,-26 26 276,21-15-399,-2 4 0,-1 0 444,1 1-122,-12 9-136,10-8-609,-2 0 0,-5 5 0,-5 4 0,-4 4 0,1 1 0,5-3 0,11-7 0,10-11 0,11-9-296,5-6-445,3-4 43,5 2-79,2 0-85,3 0 22,8 6-73,-8-3-49,14 12 5,-10-2 189,8 9 376,-3 0 95,3 1 55,1 1-33,1-2 69,-1-2 65,-4-3 51,-4-4 115,-3-5 10,-4-3 38,-1-4 246,1-3 381,5-10 416,6-10 68,9-12-110,3-9-53,2-1-1,-9 9-36,3-1-172,-12 17-369,6-4-688,-8 11-164,13 1-92,-1 5-37,13-1-35,-1 3-44,2 6-98,-1 5-89,-5 10 127,-6 9-57,-11 10 370,-10 10 88,-17 9-35,1-26 0,-3 0 328,-6 1 1,-3 0 44,-3 1 1,-2 0 52,-3-1 0,-1-2 228,0-1 1,-1-2 39,1-3 0,1-2 138,-23 11-486,10-13-6211,12-12 6180,12-9 1,10-1 0,6-2 0</inkml:trace>
  <inkml:trace contextRef="#ctx0" brushRef="#br1" timeOffset="844791">19810 11630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6150-C008-8CE4-BC7A-DBABBA745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FCF3B-A3A4-C109-35F0-4DF0DF666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2FA08-FA5C-B76F-D1E9-E3C8297B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6135-4B20-AC7B-34F9-5FAED812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FF287-DE33-98D0-5ABC-27F2EC55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1824-0755-A0E0-2AB7-5577BF1E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76FC0-D397-CA12-0671-4E0682B9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6FE4-0D9E-8268-7C7F-C9EF09CB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62975-9FCD-5756-0DA9-F10D9FDA8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B2B84-BBAF-7A72-8F8F-342C2507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1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FD8A-3786-AD13-AA47-6042A37C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EEE08-88CB-9410-4CE5-6C0052772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4B80F-ECF0-22CE-0B9E-E04B07AE4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CD08-AFCA-7595-0254-A910508C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BA8D3-4EC9-0D4B-5D20-11084A61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83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D17E9-8DC5-321F-10F1-23AC2E5E2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7DCE8-E5C9-BC5E-BC0C-C035A53966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F28B7-1E30-B546-01F6-2C802AB0D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D03AD-D417-1F1E-855C-2627A4E6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B63CE-E84D-3E64-57E4-47060222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A8DD3-E609-F4CD-7EB7-CE695E26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8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9E3A-8B30-E0F0-0A5B-5DFC70FE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A66A0-2A2B-60CB-F272-E04DE5176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1FC45-E27E-7F1B-6B51-D34C308BB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83F4D-A068-5CA9-14D6-91C0778BD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C0649-6B37-BC0A-20B8-58517DE2B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F1454-E902-18DB-7B94-5E0DB626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17E35-1D6E-BC86-FDF8-661DF7AB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5D793-39C7-BAF4-2856-00077E4F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8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BAF0-C02F-8A38-E967-96CEC665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A462C-CB9A-F11A-9700-F2106B9C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58646-DF40-5CD3-03E7-D0036F02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5838C-3239-C123-8EE7-FAFA108A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8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03B59-3A7E-D890-8619-D05EC97D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BF104-910B-2122-A8C8-191879BE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6258D-539D-1736-E65D-F224AFF4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1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5985-36D8-C215-9CEC-5724DAD4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6CBA0-ACCF-8C1C-B5AE-FFE700A5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6D8D-537C-73DA-9896-48F75E6E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17E84-CE4E-DD42-21A4-2D19A24F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260A0-FA17-BF8E-E21D-94A65A14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17264-7496-0606-8A6C-302FA96B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509AD-5694-DC39-DAB2-BDB71883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A193A-5731-5543-BCEA-B80BE8E0E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F3D6C-3390-3E0B-1B1C-27D868832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474E7-35BD-1F78-256F-6365214E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85052-5C27-359B-EE12-A8D428B8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EBAC2-2C73-5D75-276E-B5C68573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5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CCB2-DFF9-8493-FDB8-1742854F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AA27E-9A1B-DAE8-A0E4-3E886AAD5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CA649-931E-9FA1-555A-CA060169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8BC0C-A940-67B3-965B-F4846CFB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783D2-9C3A-96B9-0550-1C84326A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9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72C47-A58A-FFBB-9819-97824EF604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54956-2DDC-9396-6E49-7B85EFAD2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1AF4A-AEC1-E510-DE5F-53A82B2F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C948-B144-EC84-FDB7-FC0B0379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AD803-1CE8-95CB-F6DD-7DCD4E1A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7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48A57-0E31-7D69-FDA9-AAA79C2C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08675-E755-35B4-1874-B0DAD979E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6D859-8CB1-9C8B-9998-B3EF224D6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55BAF-C2C2-2043-9663-41BEBC16AF4D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33D57-0029-E110-7ECF-6501D7B43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21FC4-CFC2-703B-9915-CBA721EF7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6E5BA-5D2C-DF40-BD72-FAC4DE3CD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2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C8F3F-9277-BECE-308D-4D8E06096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A1F52B-2EF7-9BCA-E7D0-802FBA950CE9}"/>
                  </a:ext>
                </a:extLst>
              </p14:cNvPr>
              <p14:cNvContentPartPr/>
              <p14:nvPr/>
            </p14:nvContentPartPr>
            <p14:xfrm>
              <a:off x="593280" y="2090160"/>
              <a:ext cx="6830640" cy="3570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A1F52B-2EF7-9BCA-E7D0-802FBA950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920" y="2080800"/>
                <a:ext cx="6849360" cy="35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882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530696FB-5B67-B2EC-49F5-13A3B7E9B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2FE332-2493-8DA0-BC36-0E4D632E948F}"/>
                  </a:ext>
                </a:extLst>
              </p14:cNvPr>
              <p14:cNvContentPartPr/>
              <p14:nvPr/>
            </p14:nvContentPartPr>
            <p14:xfrm>
              <a:off x="398520" y="588240"/>
              <a:ext cx="8462520" cy="530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2FE332-2493-8DA0-BC36-0E4D632E94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160" y="578880"/>
                <a:ext cx="8481240" cy="53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946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010AF-3345-EE64-E062-CCD00954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E7BB02-07A8-8DC5-8FB9-0A4D11A6D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B49DE12-347E-F3E6-BA22-2FEE8C2C7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5AA959-83FE-0B14-F005-B34656B27ABE}"/>
                  </a:ext>
                </a:extLst>
              </p14:cNvPr>
              <p14:cNvContentPartPr/>
              <p14:nvPr/>
            </p14:nvContentPartPr>
            <p14:xfrm>
              <a:off x="375120" y="569520"/>
              <a:ext cx="10739520" cy="605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5AA959-83FE-0B14-F005-B34656B27A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760" y="560160"/>
                <a:ext cx="10758240" cy="607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532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F97AE-F824-3C20-28B8-FC7F6447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112CA9-4280-4ECD-29F6-2C5848FB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A791051F-01DF-01CA-4E91-C1C7C3838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A7F8BD-A594-C6A1-F8A6-59A715C81D23}"/>
                  </a:ext>
                </a:extLst>
              </p14:cNvPr>
              <p14:cNvContentPartPr/>
              <p14:nvPr/>
            </p14:nvContentPartPr>
            <p14:xfrm>
              <a:off x="935280" y="585720"/>
              <a:ext cx="9176040" cy="605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A7F8BD-A594-C6A1-F8A6-59A715C81D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5920" y="576360"/>
                <a:ext cx="9194760" cy="607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003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45C71-D184-0127-8470-4A540A8A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938BDC-7A8F-ADBC-207E-FE70E1D8C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2832640-681A-AC11-A8E3-4844ED79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A9709ED-F484-9ACF-8B41-878AC38FC5D3}"/>
                  </a:ext>
                </a:extLst>
              </p14:cNvPr>
              <p14:cNvContentPartPr/>
              <p14:nvPr/>
            </p14:nvContentPartPr>
            <p14:xfrm>
              <a:off x="292320" y="821520"/>
              <a:ext cx="9559080" cy="575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A9709ED-F484-9ACF-8B41-878AC38FC5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960" y="812160"/>
                <a:ext cx="9577800" cy="57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115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F119C8-69DD-6399-7715-116CD590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713F32-1B3F-9E15-0D53-5C617B33D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24BF1CDC-0A76-064F-0F87-3CD936C87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9B3BC4-E4A4-080B-5B28-52878A39BE70}"/>
                  </a:ext>
                </a:extLst>
              </p14:cNvPr>
              <p14:cNvContentPartPr/>
              <p14:nvPr/>
            </p14:nvContentPartPr>
            <p14:xfrm>
              <a:off x="258480" y="281880"/>
              <a:ext cx="9450720" cy="621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9B3BC4-E4A4-080B-5B28-52878A39BE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9120" y="272520"/>
                <a:ext cx="9469440" cy="62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1865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702E7-EFA4-808A-1279-4B8326ED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ACE3F3-1396-632B-A9FB-71B8D00EA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9F196B6-28DA-CB61-B482-581C83BD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22480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AD67AA-2693-EAF7-FE44-68366A9C9190}"/>
                  </a:ext>
                </a:extLst>
              </p14:cNvPr>
              <p14:cNvContentPartPr/>
              <p14:nvPr/>
            </p14:nvContentPartPr>
            <p14:xfrm>
              <a:off x="360" y="77400"/>
              <a:ext cx="11571480" cy="664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AD67AA-2693-EAF7-FE44-68366A9C91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000" y="68040"/>
                <a:ext cx="11590200" cy="666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8948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2025-11-08T13:33:44Z</dcterms:created>
  <dcterms:modified xsi:type="dcterms:W3CDTF">2025-11-08T15:20:35Z</dcterms:modified>
</cp:coreProperties>
</file>