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41:53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6021 7824 18757,'-16'-42'1165,"0"0"0,1 1 0,-5-7 0,4 6-678,4 4-24,7 28-290,3 9 31,1 11-47,1 12-22,2 13-62,3 9-22,4 4-23,6 0 28,8-5 71,7-9-71,9-12 11,9-16-11,11-22-174,-24 0 1,2-7 143,-2-3 0,1-4 0,-1 0-533,4-3 1,-1-2 513,0-1 1,2-4 0,-3 3 3,2-3 0,-2 0 7,-6 6 1,1-1 0,-1 1-8,0 0 0,-1 0 1,0 1-402,-1 0 0,0 0 0,0 0 395,0 1 1,-1 0 0,1 1-6,14-14 0,-1 2-9,-2 3 1,0 3-17,-4 6 0,-2 2-54,-5 7 0,-1 2-303,15-5-457,-13 14-1956,-10 16 3024,-10 13 0,-6-6 0,-3 4 0</inkml:trace>
  <inkml:trace contextRef="#ctx0" brushRef="#br0" timeOffset="767">10323 9556 19647,'-15'-48'1060,"1"0"1,0 6-1,3 6 43,6 8-946,1 15 190,2 24-218,2 3 78,-1 34-78,0 3-82,1-9 1,1 0-36,3 14 13,8-17 0,3-5-8,7-12 33,30 4 34,0-35-1705,-2-12 1,3-6 1640,-15 7 0,3-5 9,-3-1 1,6-7-1,0 0 1,-6 4-537,3-3 0,-1 0 522,-3 3 1,4-3-1,1-1 1,-1 1 0,7-5 1,-1 0 0,0 0-15,1-1 0,1 0 0,-1 0-369,-1 2 0,-2 0 0,0 1 346,-5 4 1,-1 1 0,-3 1-42,5-2 1,-2 0-169,4-3 0,-1 1-613,-10 9 0,-5 4-5917,4-4 6760,-19 21 0,-12 3 0,-1 5 0</inkml:trace>
  <inkml:trace contextRef="#ctx0" brushRef="#br0" timeOffset="33775">8286 7028 17501,'-8'0'3260,"1"0"-1562,7 0-74,-62-24-1081,44 13-440,-17-3 1,8-1-31,30 4-68,4 2-55,18-4-168,13 1-37,-7 3 0,4 0-1259,22-2 0,5 0 405,-5 3 0,0 0 308,2 1 0,-1 1-2504,-7 3 1,-4 2 2551,6 2 1,-9-1 0,-24 2 0</inkml:trace>
  <inkml:trace contextRef="#ctx0" brushRef="#br0" timeOffset="34158">8412 7160 15793,'-55'27'1878,"-1"0"0,13-6 0,4-2-914,-10 7-280,31-16-477,12-3-146,12-8-38,30-13-57,0 0 1,2-1 7,-7 2 1,1 0-560,23-9 0,1 0 520,-17 7 1,-1-1 22,9-5 0,0-1 28,-5 2 0,-1-3 36,-2-4 1,-4-2-190,-10 4 0,-4 0 240,12-24 145,-27 1 309,-24-1-23,-6-1-683,5 22 0,0 1 560,-8-4 1130,0-1-990,13 12 331,-1 0-567,7 8-150,4 6-130,3 5 1242,2 9-1230,3 0-1,25 42-16,0-3-351,-2-6 0,0 2 309,-3-3 0,-1-1 3,-5-8 0,0 2-281,4 18 1,-4-1-201,-3 2-2721,-11 5 1,-6 1 3240,-14-5 0,-1 5 0,4-36 0</inkml:trace>
  <inkml:trace contextRef="#ctx0" brushRef="#br0" timeOffset="44358">1994 9196 9951,'-49'3'897,"0"-1"0,0 1 0,-1-1 0,-14 1 0,-1-1 0,12 0 8,18-2 0,5 0-233,-29-1 852,5-4-628,31 1-376,-1-1-324,24 0 62,20 0 44,29-3-187,-7 3 0,7-1-787,-6 2 0,4-1 0,2 0 730,11-1 0,3 0 0,2 0-632,-10 1 1,2 0 0,0 0-1,2 0 593,-8 1 0,1-1 0,1 1 0,0 0 1,0 0-6,4 0 1,-1 0-1,2 0 1,-1 0-1,1 1-380,2-1 0,0 1 1,1-1-1,-1 1 1,-3 0 366,3 0 0,-3 0 1,1 0-1,3 1-16,-6 0 0,3 0 0,3 0 0,-1 0 0,-2 1 1,-3 0-332,5-1 1,-4 2-1,-1-1 1,5 0 315,-9 1 0,4-1 0,1 0 0,0 1 0,-1-1 0,-4 1-44,9 0 0,-4 0 0,-1 0 0,-1 1 14,11 0 0,-2 0 0,-3 1 274,-8 0 1,-2 0-1,-3 0-259,9 2 0,-6 0 856,-15-1 0,-4 0-738,0 1-51,-35-3-16,-31-4-9,1 1 0,-7 0 575,-15-3 0,-7 1-584,11 0 1,-3 1 0,-3 0-132,8 0 1,-2 1 0,-1-1-1,-2 1 145,-5-1 1,0 1 0,-3-1 0,-2 1-4,11 0 0,-3 1 0,-2-1 0,0 1 1,2 0-1,4 0 8,-9-1 0,4 1 0,0 0 0,-3 0 7,8 0 0,-4 1 0,-1-1 0,1 0 0,1 1 0,5 0-3,-3 0 0,4 0 0,1 0 1,-2 1 0,-10 0 1,-2 1-1,0 0 1,1 0-188,3 0 0,0 1 1,1 1-1,3-1 186,-2 1 0,2 1 1,-2 0-193,1 1 1,-2 1-1,0 1 1,4-1 217,7-1 0,4 0 1,-2 1 41,-15 2 0,-2 1 0,6 0-65,3-1 1,8 0 1700,-15 7-1737,31-4 1607,30-2-1562,13-3 27,22-2 1,9-4-262,5-1 0,5-1 243,-11-1 0,4 0 1,2-1-1,1-1-4,6 0 0,1-1 0,2 0 0,2-1-302,-5 1 0,2 0 1,0-1-1,2 1 0,0 0 280,-5 0 1,-1 0 0,0 0-1,3 1 1,1-1 0,4 1-10,-7 1 1,5 0-1,2 0 1,2 0-1,0 1 1,0-1-1,-2 1 1,-3 0-1,-3-1-288,4 1 0,-4-1 0,-2 1 0,0 0 1,1 0-1,3 0 284,-5 0 1,4 1 0,1 0-1,1-1 1,0 1 0,-3 0 0,-2 1-1,-5-1-216,17 0 0,-7 1 1,-2 0-1,1 0 207,-1 1 1,-1 0 0,1 0 0,1-1-4,-7 1 0,2-1 0,0 1 0,-1 0 0,-1-1-40,3 2 0,0-1 0,-2 1 0,-2 0-244,7 0 1,-1 0 0,-3 0-1586,-9 0 1,-2 1-1,-2-1 1888,5 1 0,-5 0 0,5 2 0,-26-3 0</inkml:trace>
  <inkml:trace contextRef="#ctx0" brushRef="#br0" timeOffset="47124">1841 6419 8926,'3'-5'3725,"-2"0"1848,-1 5-4861,-29-24-421,8 18-190,-19-18 83,7 24 46,0 0-28,-12 0-107,-6 2-56,-8 3-243,-4 2 224,30-3 0,0 1-4,0-2 1,0 0 11,-30 3-11,25-3 0,2-1-6,-13 1 23,-14-1-6,37-1 33,-18 0-44,20-1-34,-8 0 238,12 0-238,1 0-6,6 1 1,0 3 5,4 7 12,0 4 5,1 3-6,1 5 6,3 1-11,-2 16 28,3-9 39,-1 15 0,2-10-6,0-4 0,0 0-5,0 14-1629,-1-1 0,0-1 1668,-1-3 17,-4 11 0,0 1-315,-2-4 284,-5 11 0,-1 1-25,-2-6-220,1-1 1,-1 2 216,5-19 0,1 2 3,-1 5 0,0 5 0,1-2 30,-1 6 1,1 2-323,2-2 1,0 4-1,2-6 269,2-10 1,1-2 27,1 4 1,-1 4 0,2-4 13,-1-1 1,2-2-43,-2 7 0,0 3 40,0 11 0,0-1-12,0-16 0,1 0-30,-2 9 0,1-1 1052,1-14 1,-1 0-1017,0 21 0,-1-2-39,2-25 0,1 1 20,-1 14 0,0 8 1,1-9-5,0 7 6,1-5 1,1 3-1118,0-9 0,-1-2 1083,1-7 1,0 1 183,0 2 0,2 1-145,7 6 1,2-2-11,2 1 415,4 2 0,3-4-387,0-17-892,10-5 1,3-2 840,7-4-227,7-4 1,4-5-361,-5-8 0,2-4 576,1 0 0,3-2 0,-4 0 0,-5 1 0,-3 0 0,2-2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43:01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2507 2904 22004,'-11'-41'827,"0"0"0,1 1 1,3 11-795,7 24 40,0-1 17,3 27 33,-2 4-5,2 25-23,-2 3-17,-4 4-50,0-13 56,-5 15-56,4-26 17,-1 8 180,4-23 267,0-10-251,1-8 90,0-17-303,0 2 39,2-39-50,1 4 5,2-13-3,-4 24 1,1-2-527,1-4 0,-1-1 515,0 9 1,0 0-4,4-15 1,2 5-35,6 6 18,10-8-22,-6 26 21,18 7-4,-8 12 4,8 2 18,1 14-12,5 18 18,-9-3-18,-10-3 0,-3 3 6,3 15 12,0 15-4,-15-21 0,-3 1 4,-4 23 1027,-5-7-989,-9-19-3158,2-20 3203,2-2 28,1-15-72,4-23-68,1 1 45,0-36-28,10 5-1129,0 12 1,3 0 1144,6-15-13,1 19 0,2 4 2282,-3 11-2290,16-12 5,-9 23 0,7 3-34,15 9 17,-4 13 12,10 10-1,-18 2 6,4 13-56,-7 13-28,-6-7-585,-7-2 0,-3 0 2665,-4-1-4214,1-4 0,-1 0 1397,1-1 0,-2-5 0,-4-15 0</inkml:trace>
  <inkml:trace contextRef="#ctx0" brushRef="#br0" timeOffset="1551">3602 2730 26099,'-17'-20'-50,"9"6"67,16 24 5,14 3 0,-6-8 57,16 2 16,-3-9 95,16-13-10,-8-2 16,-1-11-96,-20 8-3312,-7-11 3262,-6 14 40,-6-14-23,-4 14-17,-11-3-50,0 10 0,-4 3 11,7 7 3370,-10 10-3386,11-2-29,-13 19 12,16-4 5,-4 22 17,10 0-11,9 1-6,8-4 17,4-18-6,12-1 1,3-8 38,23-2-16,-16-7 5,-6-8 1,0-4 33,0-7-23,7-6 7,-17 1 66,-5-12-56,-6 4 51,4-29-50,-9 19-35,-1-4-10,0 17 0,7-6-1,-3 11-5,21-17 0,-8 20-17,15-3-27,-4 10 27,-4 5 6,9 9 5,0 11-5,1 7 11,1 10 5,-18-9-16,6 15 6,-16-18-46,18 25-318,-9-20-18,4 5-1377,19-9 1047,-18-16-513,9-6 1,3-4-43,13-10 903,-14 0 0,0-1 377,-8-1 1,-2-1 238,22-20 268,-13-3 729,-6-12-3549,-12 7 2809,-5 1 493,-9 8-179,-6 11-114,-7-1-520,0 10 124,-19 4-218,4 11 3341,-13 6-3403,4 10-22,3 9-12,8-1 17,0 20-16,14-20-29,1 25 12,12-24 22,1 3 61,10-11 107,-3-11-22,2 0 134,7-18-230,-10 3 208,17-25-180,-18 17 107,14-21-146,-14 20-27,5-4-24,-7 13-10,0 10 67,-2 6-12,11 33-16,-5 9-472,-3-7 1,-1 4 440,-4 2 0,-1 3 11,0 8 0,-2 1-1,-1-14 1,-1 1-1,0-1-655,1 11 1,-1 2 634,0-12 0,0 4 1,-1 1-1,0-3-538,-1 1 1,-1-4 0,0 4 414,-1-1 0,0 5 0,-1-1 0,-2-4-29,-2 0 1,-2-4 0,-2-2 41,-6 8 0,-3-7 117,1-17 1,-1-7 633,-9-10-667,-2-63 47,26 18 0,3-5-33,-1 0 0,0-4 1,4-1 20,3-2 0,3-1 0,3-1-10,0-2 1,3-2 0,1 1-12,3 0 1,3 0 0,0 1-10,2 3 0,0 0 0,1 2-65,0 4 0,1 1 0,0 1-145,11-14 0,0 2-14,0 6 0,1 3 379,-2 3 1,1 3-279,-2 6 0,1 2 43,-5 5 0,0 2-37,17-7-1,-16 14 74,-14 9 1503,-9 7-1168,-4 3 1028,-2 3-854,0 3 141,0 0-203,0 1 90,1 3-223,4 0-1,4 6-68,5-3 35,6 0 33,2-6 39,3-5 6,3-6-23,-2-10-27,-2-7-68,-5-12-73,-6-10-55,-6-7 21,-5-2 68,-6 4 23,-1 11 22,-3 11-68,-1 12-83,-1 5-1,-6 14-5,-7 12 0,-7 20 3,13-13 0,1 2-383,0 3 0,1 3 377,3 0 0,2 1-3,4 0 1,3-1-167,6-1 0,6-1-100,3-2 1,6-2-808,6-2 1,4-4-3095,23 10 3563,-18-20 0,-3-3 0,-3-3 0,-1-3 0</inkml:trace>
  <inkml:trace contextRef="#ctx0" brushRef="#br0" timeOffset="2111">7608 2347 17072,'-3'-7'3775,"0"2"-2020,3 5-1251,-62-63-246,34 46-202,-9-18 0,1 7-3022,12 35 2966,11 0 967,1 11-951,9 1 509,8 9-525,8 8-6,14 8 17,-8-19 0,1 2-165,4 1 1,0 2 159,2 1 0,-1 1-1,0-1 1,-2 1 1507,-5-2 1,-4 0-1413,1 23 151,-36-5-190,-2-21 55,-32-4-10,10-21-40,-10-10-22,5-13-73,7-13-168,11-6-476,13-1-1143,13 3-3445,17 7 5260,5 8 0,-2 11 0,-4 6 0</inkml:trace>
  <inkml:trace contextRef="#ctx0" brushRef="#br0" timeOffset="2510">8036 2427 26362,'-42'3'5,"-1"0"1,5 2 0,9 5-6,22 20 11,5 11-33,9-6 16,14 13 29,-1-17 10,26 3 23,-26-25 129,17 2 241,-15-29-269,-5-3-101,-2-10 5,-10 1 68,-5-5-73,-7-6 6,-3-10 38,-8 5 18,-2 9-17,-3 9-107,6 13-11,3 6-22,8 7-179,4 7 27,6 6-352,7 8 90,3 0-1049,15 7-1517,1-5 3019,17 6 0,-22-13 0,1-2 0</inkml:trace>
  <inkml:trace contextRef="#ctx0" brushRef="#br0" timeOffset="2835">8360 2417 20991,'2'-12'5450,"-1"3"-4789,-1 9-68,0 0-677,-19-40 45,14 31-17,-11-22 50,27 50-5,17 26 0,-5-10 8,0 2 0,1 1 15,4 10-15,-9-14 0,-1-1 9,2 7-6,-8-10 61,-11-7 85,-13-13-62,-2-4-39,-5-13 11,-1-21-23,6-20 6,3-6-28,8 20 1,2 1 5,6-9-163,16-4-212,6 23-488,18-4 180,-7 17-1458,-2 8 1,2 4 1444,-5 4 1,-1 0 0,25 2 0,-17 3-1</inkml:trace>
  <inkml:trace contextRef="#ctx0" brushRef="#br0" timeOffset="3178">9088 2821 27774,'15'-42'62,"-1"1"1,1-1 0,0 0-1,0 1 1,0 1-27,8-12 1,0 3-854,-5 6 0,-1-2 845,-4-1 0,0-5 0,-3 2 14,-2-12 0,-3 0-22,0 14 1,-1 0 0,-3 1 23,-7-14 1,-4 6 494,-11-2-516,-2 16 288,5 24-322,11 12-50,-5 22 72,4 19-6,4-2 1,0 4-157,0 10 0,2 2 151,2 9 0,3 2-6,0-18 1,0 2 0,3-1-5,0 1 1,2 1 0,1-1-16,2 0 1,1 1 0,2-1-454,2-1 1,2-1-1,3-1 201,0-2 1,2 0 0,2-2-409,0-4 0,2-1 0,-1-2-410,5 4 0,0-4 1095,2-2 0,-3-5 0,-10-8 0,4 0 0</inkml:trace>
  <inkml:trace contextRef="#ctx0" brushRef="#br0" timeOffset="3360">9205 2408 22565,'-9'-6'3159,"2"1"-2605,7 5-352,0 0-275,-35-62-39,59 45-109,-18-15 0,5 1-32,19 26 1,8 9-1041,12-2 1,1 2 1292,-3 1 0,-2-1 0,-13 0 0,-1 0 0,24 3 0</inkml:trace>
  <inkml:trace contextRef="#ctx0" brushRef="#br0" timeOffset="3827">1675 4055 18189,'57'-6'304,"-1"1"1,1-1 0,-1 0 0,1 0 0,-1 0 0,0 0 0,1 1 0,-1-1 0,2 0 0,-5 0 0,-2 1 0,1-1-1,1 1 1,5-1-738,-7 1 1,0 0 0,3 0 0,0 0 0,2 0 0,3 0 0,1 0-1,3 0 1,2 0 512,-13 1 0,2 0 1,4 0-1,1 0 1,2 0-1,2 0 0,1 0 1,1 0-1,0 0 1,-1 0-1,1 0 1,-2 0-1,-1 0 0,-2 0 1,-2 1-1,-2-1 1,-3 1-231,15-2 1,-4 1 0,-4 0 0,-1 0-1,-2 1 1,1-1 0,3 0 0,3 0 0,6 0 154,-19 0 1,4 1 0,1 0 0,3-1 0,1 0 0,2 1 0,1-1 0,1 0 0,0 0 0,0 0 0,0 0-1,0 1 1,-1-1 0,-2 1 0,-1-1 0,-1 1 0,-3 0 0,-2 1-28,12-2 1,-2 1 0,-2 1 0,-1-1 0,-2 0 0,0 1 0,-2 0 0,1 0 0,-1-1 0,1 1-1,0 0 33,2 0 1,-2-1 0,0 1 0,-1 0 0,0-1 0,1 1 0,0 0-1,2 0 1,2-1 0,1 1-84,-6 0 0,3-1 0,1 1 0,2 0 0,1-1 0,1 1 0,0-1 0,-1 1 0,1 0 0,-2-1 0,0 1 0,-3 0 0,-1 0 0,-3-1 73,10 1 1,-3 0 0,-3 0 0,-1-1 0,-1 1 0,1 0 0,0 0 0,3 0-1,2 0-16,-9 0 1,3 0 0,0 0-1,3 0 1,0-1 0,0 1-1,1 0 1,-1 0 0,0 0-1,-2 0 1,-1 0 0,-2 0-1,-2 0-21,13 0 0,-5-1 1,-1 1-1,-2 0 0,0 0 1,1-1-1,1 1 0,4 0-108,-7-1 1,3 1-1,1 0 1,2-1-1,0 1 1,1 0-1,-1-1 1,0 1-1,-3-1 1,-1 1-1,-2-1-555,4 0 0,-1 0 0,-2 0 1,-1 0-1,-1 0 0,-1 0 1,-2 0-1,0 0 699,7-1 0,-1 1 0,-2-1 0,-1 0 0,-3 1 0,-3-1 0,2 1 0,-2-1 0,-4 0 0,-5 1 0,4-2 0,0 1 0</inkml:trace>
  <inkml:trace contextRef="#ctx0" brushRef="#br0" timeOffset="4433">11004 2255 18817,'18'-49'1615,"0"0"0,-2 4 1,-4 3-502,-8-9-851,-4 20 152,-3 2-185,-3 22-129,-3 3-62,-5 12-22,-8 11 11,-7 15-28,-4 6 0,1 5-3381,7-2 3381,11-4 11,8-6 28,13-9 73,8-9 34,9-9 55,5-12 79,-1-8 3359,-2-10-3438,-6-7 1,-4-4-40,-7 0-27,-5 0-51,-5 5-17,-5 2-73,-3 12-22,0 4-44,-2 11 4,-4 10-55,-10 9-386,-6 18-964,0 12 28,19-18 0,4 1-942,-2 22 2387,17-10 0,0-5 0,-5-19 0,8 13 0</inkml:trace>
  <inkml:trace contextRef="#ctx0" brushRef="#br0" timeOffset="4743">11223 2757 20627,'1'3'4223,"0"0"-2100,-1-3-2017,-52 15-67,42-10 45,-30 13 45,70-14-50,3-1-29,1-4 56,-2-7 1,-10-5 16,4-7 101,-8-12-162,-8 10 38,-9-11-27,-9 10-39,-6-2-17,-8 4-40,-2 9-122,-4 8-1351,-4 15 1496,-6 19 0,17-11 0,0 5 0</inkml:trace>
  <inkml:trace contextRef="#ctx0" brushRef="#br0" timeOffset="53284">5117 5586 17423,'-7'-62'1525,"0"0"0,-2 1 1,-5 8-1083,-14 11-298,-1 8 51,-12 22 0,-4 20-12,3 8 0,-2 6-837,2 1 0,1 4 723,-11 11 1,3 1-57,16-11 0,3 1 5,-3 6 1,3 1-2,0 20-21,14-24 0,6 2 20,9 23-35,32-9 45,9-22-56,8-10 130,5-26 17,-5-15-26,-10-5 1,1-4-18,-5-1 1,-1-1-424,-1-2 1,-1-1 417,-2-5 0,-4-2-31,-5 5 1,-1-4-1,-1 1 0,1-3 0,-1 1 45,3-11 0,-1 2 14,0-4 0,-3 5 3,0 0 163,-10 14 791,-5 27-1122,-1 2 376,-2 14-230,-9 43-118,3-12 39,-2 9 0,0 2 0,1 5 18,3-7 1,0 9 0,2-5-1147,3-1 1,1-1 1125,-1-3 0,0 3 0,3-5 2,2-4 0,4-4-241,9 4 1,3-3 246,6 9-51,0-9 0,4-3 62,12-9 25,-11-14 0,-1-3 9,11-5 24,-10-14 1,-4-5-31,-5-5 39,0-8 0,-1-1-28,-5 1 19,-2-2 1,0 0-26,-4 7 174,7-21-67,-12 32-107,0-1 2914,-5 14-2981,-1 6 676,1 6-659,1 9 110,2 8-115,0-1-51,3 10-84,1-3-219,7 6-1741,15 3-4375,5-14 5627,5-5 0,-17-14 0,-8-6 0</inkml:trace>
  <inkml:trace contextRef="#ctx0" brushRef="#br0" timeOffset="53490">5839 5030 19266,'-4'-3'3422,"1"1"-2767,3 2-1444,-25-21-1592,22 23-1859,-17-16 4240,31 30 0,-6-10 0,2 2 0</inkml:trace>
  <inkml:trace contextRef="#ctx0" brushRef="#br0" timeOffset="54073">5996 5412 21842,'-3'-3'2280,"0"0"-824,3 3-1433,11 3-34,5 18 11,6-2 11,7 24 11,3-2-16,-1-4 22,-1-4 140,-16-21 56,-5-9-101,-1-14-78,-2-2 44,10-29-33,-3 6-22,7-18-23,-3 10-11,-3 11-84,7-4-78,-6 19-113,9-1-55,-6 15 5,3 10 151,-4 1-240,6 11-163,-3-2-325,12 7 393,-3-7 296,4-3 241,-13-9 358,3-10 17,-10-5 169,2-9 116,-7-1-21,-4-1-112,-2 4-158,-2 5-178,-1 5-186,1 4-72,-1 5 11,0 8 11,1 9 1,-1 13-18,1-3-246,5 22-309,2-12-1007,6 18-6239,3-10 7835,-2-9 0,-5-13 0,-4-14 0</inkml:trace>
  <inkml:trace contextRef="#ctx0" brushRef="#br0" timeOffset="54273">6835 5141 20061,'-1'-5'3534,"0"1"-3685,1 4-448,-16-35-539,21 43-1454,-7-20-4276,28 55 6868,-1-3 0,-8-14 0,-7-11 0</inkml:trace>
  <inkml:trace contextRef="#ctx0" brushRef="#br0" timeOffset="54729">7360 5448 24872,'1'-46'582,"1"-1"1,-2 5 0,-3 6-376,-12 10-100,-7 7-57,-7 10-39,-9 11 12,-8 14-23,-6 16-9,26-11 1,2 3 16,2 1 1,2 2-37,-9 29-12,15-4-4,13-7-7,12-9 46,10-12 16,10-11 22,9-16 12,7-15-9,-18-4 1,0-3-15,10-14-375,-15 5 0,-2-3 381,-10 4 0,-1 0-6,2-13 1,-1-2-23,0-3 0,-2-1 25,0 3 0,-2 0 36,-2 7 1,0 2 78,0-17-39,-3 24-56,-3 18-40,0 10-38,-1 6 38,-1 11 775,-1 12-819,1 18-1,0 15-248,2-24 0,0 2 151,2 3 0,1 1-177,1 3 1,1 1-393,2 0 0,3-1-599,3 0 0,2-1-664,4-4 0,3-4-1806,3-4 0,3-4 3775,24 8 0,-19-17 0,-13-10 0</inkml:trace>
  <inkml:trace contextRef="#ctx0" brushRef="#br0" timeOffset="55074">7873 5515 16863,'1'-4'6699,"0"1"-3882,-1 3-2722,-15-40-55,11 30-29,-11-28-11,18 44 22,5 1 1,9 2-7,9-3 7,7-2 10,4-9 7,-2-3 10,-6-10-11,-12 1 56,-6-21-27,-8 5 55,-9-26-67,2 25 106,-10-6 17,3 23-44,-5 0-51,-2 9-51,-14 13-27,8 4 5,-14 20-22,15 5-11,2 17-51,10 8-291,20 3-388,2-31 1,7-1-848,8 0 0,7-2 946,13 3 1,0-5 0,8 5 0,3-6 0</inkml:trace>
  <inkml:trace contextRef="#ctx0" brushRef="#br0" timeOffset="56722">9615 5812 13805,'32'-39'2236,"0"-1"0,1 1 0,9-8 1,-9 1-1789,-20 9 0,-7 2-5308,2-23 5219,-3 2 195,-10-3 1203,-12 22-1438,-31-4-246,8 20-31,5 15 0,-1 7-9,-14 17-25,16 2 1,1 4-9,-9 13-6,17 2 1,5 0 708,8-3-706,3-1 0,3 1-8,9 9 16,11 9-5,14-9-11,24-11 22,1-18-3,-20-14 1,0-4 14,12-9 2,-13-8 0,-1-4 48,8-18-40,-11 11 1,-3-2 5,3-12 84,-12 12 1,-4 2-18,-1 0 3429,2-18-3210,-10 26-235,-2 5-68,-2 7 199,-5 15-188,-1 8-55,-6 33 5,8-16-44,0 30 21,9-24 18,1 1-56,10 4-23,3-14 28,9 2 6,3-13 61,9-14 17,-12-7-39,12-17 34,-14-4 16,13-22 6,-8 7 0,2-6-11,-14 20 45,1 0-57,-11 17 1,3-3-17,-9 12-6,5 9-11,0 7 22,4 14 6,0 5-5,-1 5 5,1 1-11,1-3 5,0-9 0,5-2 1,2-13 5,17-5-17,4-13-5,1-5 2,-8-6 0,0-2 9,2-4 11,-7 5 0,1-2 0,5-5 0,-2-1 0,4-2-17,6-2 1,-3 3 10,-13 10-50,17-3 34,-32 16 16,2 9 6,-12 9 11,-7 20-11,1 0-5,-2 9 5,7-16-6,14 9-5,-3-20-23,18 11 34,2-17-11,6-3 5,1-6 1,14-16 10,-24 2 6,0-5 1,-1-3 16,-4-11 0,5-20 17,-16 3-17,-7 9 28,-5-4 123,-23 8-151,11 11-11,-15 2 5,16 21-16,4 0-12,-1 1 6,2 1 6,1 3-6,-2 1 16,2 2-10,-1-2 11,-4 2-17,-4-1 5,1-2 12,-10 1-22,11-3-1,-6 1 6,9-1 0,-2 2 0,5-1-6,-3 3 6,3-1 12,0 2-12,-1 0 0,0 1-6,2 0 56,-3 8-33,4-7-28,-6 17 11,6-14 6,-2 22-18,6-12-10,6 10-12,5-6 34,9-3-5,-1-6 10,17-1 7,-8-11 10,13-4 6,-6-11 6,-1-12-23,-8 0 22,1-16 35,-7-22-57,-10 25 0,-1-4-605,0-12 1,-2-3 626,-2 1 1,0-1 44,-2-3 1,0 0-973,-1 13 1,-1 1 0,0 2 932,1-2 1,-2 2 72,1-6 0,-2 3 106,1 5-189,-2-2-29,2 18 0,-2 11 828,2 10-828,0 13 0,0 19 0,0 24 1426,0-15 0,1 3-1426,1 11 0,1 2-494,0-13 0,1 2 1,1 0 474,1 4 0,2 1 0,1 0-217,2 1 1,1 1 0,3 0-490,2 0 1,2 0 0,1-2-322,-2-9 1,0-2 0,1-1 1045,3 3 0,1-2 0,-2-5 0,7 8 0,-2-4 0</inkml:trace>
  <inkml:trace contextRef="#ctx0" brushRef="#br0" timeOffset="57572">13183 5358 21472,'-9'-58'1208,"-1"1"0,-1 5 0,-7 10-686,-32 12-237,-7 15-139,-2 16-466,2 17 345,30-1 1,2 3 52,0 6 0,3 4-81,0 11 1,4 6 2,4 3 0,6 3-177,4 0 0,7 0 163,9-3 0,7-3-366,8-11 0,6-4 332,7-3 1,5-4-23,7-4 0,3-4-6,6-4 1,1-5-341,-19-5 1,0-2 0,0-2 403,20-5 1,-1-3 30,-7-5 1,-4-3 30,-7-3 1,-5-4 22,-9-1 1,-4-2 24,-6 1 0,-4-3 131,5-26 34,-9 6 23,-6 9 247,-11 11-393,-10 14 524,-2 9-648,-11 15 29,3 10-28,-5 13 1487,4 7-1504,9 16 0,8-18-5,15 11-23,13-22 0,15 2 17,14-11 33,15-14 0,-19-8 1,1-9 72,-19-22 6,-11 0-12,1-22-47,-21 25 0,-3 1-14,-4-12 0,-2 13 0,-2 3 40,-6-1-1,-8-1-45,8 13 17,-9 9-61,6 22 11,0-2-45,3 25-101,15-1-241,7 14-490,11-16 1,3-2-177,10 14-874,2-16 0,5-2 1856,-1-10 0,-1-4 1,10 9-1,1-8 1</inkml:trace>
  <inkml:trace contextRef="#ctx0" brushRef="#br0" timeOffset="57906">14161 5590 19295,'1'-8'2302,"3"-26"1,-1-6-1172,-1 4-1000,1-3 1,0 2 963,-3 15-849,0 17 104,0 10-328,-2 9 180,-1 26-180,-3 5-16,0 3 503,-1 6-509,5-2-17,2-2 6,2-7 78,8-20-6,-3-16 79,12-13-72,4-16-7,14-19-8,-10 7 1,2-2-526,-4 4 1,-1 1 485,1-1 0,-2 1 0,-2 5 0,-1 2 14,8-6-5,5-1-23,-7 16-17,-9 8-140,3 27-184,-6 9-477,7 26-93,-12-24 1,0 1-1470,0 5 0,0-1 1901,0-3 0,-1-3 0,2 10 1,-4-19-1</inkml:trace>
  <inkml:trace contextRef="#ctx0" brushRef="#br0" timeOffset="58546">15259 5684 21696,'28'-34'754,"-1"0"1,1 0 0,9-8 0,-10 3-127,-27-16-101,-12 11-261,0 13 0,-5 0-26,-19-12-139,-15 9-84,13 22 39,-13 18-11,6 15-37,13 3 1,1 2-9,-11 16-9,14 0 1,4 2-208,9-4 227,3 0 0,4 0-22,11 9 5,3-1 34,28 3 17,13-31-28,12-4 16,-27-20 1,-1-6 22,9-13-101,-16 2 0,-1-3 179,12-21 20,-10 10 0,-1-1-53,-7 8 0,0 0 5,10-21 140,-14 21 11,-11 22-252,-5 5 40,-24 39-28,7-7-537,-6 16 1,0 3 519,1 3 8,4 1 1,2 5-20,8-3 0,3 1 2,0 4 1,3 1-467,4-13 1,3 1 0,1-4 468,2 1 1,3-4-7,2-3 1,6-4-459,14-2 1,4-5 223,2-2-871,9-12 1,1-11-1752,-4-36 2868,-8 1 0,-3-1 0,-4-4 0,-4-2 0</inkml:trace>
  <inkml:trace contextRef="#ctx0" brushRef="#br0" timeOffset="58959">15922 5419 26390,'-3'-42'270,"1"1"1,-2 5 0,2 8-114,5 18-146,-3 10 1,-3 11 4,-4 14-16,-3 5 17,-1 2 0,-1 2-11,0 4-6,1 8 0,1 2 11,6 8-14,4-17 0,4-1 3,14 13 6,4-19-17,19-8 78,17-18 0,3-9-430,-23-6 1,-3-3 396,10-12-122,-2-18 155,-13-14-44,-7 10-227,-12 3 0,-2 1 210,-4-5-40,1-8-78,-2 18-650,0 20 452,2 4-1376,5 14-1224,4 11-4853,6 9 7763,0-1 0,-8-6 0,-5-6 0</inkml:trace>
  <inkml:trace contextRef="#ctx0" brushRef="#br0" timeOffset="59356">16543 5416 18263,'-6'-9'5758,"1"1"-4453,5 8-521,-9-64-240,6 34-323,-2-10 0,2 2 93,5 14-124,1 8-95,0 7-50,-2 5-39,2 3-6,2 8 16,5 6-16,7 12 0,4 7 0,6 5 12,0 1-29,-1 2 11,-5-3 17,-7-1-16,-6-3 10,-9-2 7,-4-5-7,-2-6 23,1-7 34,2-6 11,2-5-23,1-6-28,0-3-5,1-5-17,0-3-39,0-1-101,0 2-34,0 3-1511,0 0 251,0 5 1434,-2-4 0,1 8 0,-1-3 0</inkml:trace>
  <inkml:trace contextRef="#ctx0" brushRef="#br0" timeOffset="60156">16552 5322 25842,'27'4'520,"-1"3"-5922,2 8 5480,-9-6 1454,14 0-1403,-8-8 831,8-4-876,2-6 6,-2-10 5,-5-7 3398,-9-8-3460,-10 3 29,-8-20 5,-9 16 12,-5-12 5,-4 20 0,-3 9-17,-1 8-6,-4 10-16,-1 9 17,-2 11-29,-1 13-21,1 12 38,2 13-25,16-25 0,1 1-228,2 0 1,3 1 221,4-1 1,4 0-1,4-1 1,5-1 5,6-1 1,4-2-10,6-1 1,4-2-11,5-2 0,3-3-381,2-3 1,2-3 368,1-4 1,0-4 16,-1-4 0,-2-4-55,-11 0 0,1-5 52,9-7 0,-1-5 32,10-18-303,-16 8 1,-1-2 264,-11 0 1,-3-1 3,-3-2 0,-3 0 156,-4-1 1,-2 0-158,-3 0 1,-3 1-2381,-8-30 2392,-5 5 22,-5 8 57,1 10-84,2 5 397,5 15-409,2 6 44,4 11-44,1 2 3392,2 10-3392,8 3 0,7 10 0,3-6 0,26 6 0,-4-10 0,-10-5 0,2-1 0,4-3 0,0-1-363,13-1 363,-16 0 0,-2 0 0,-2 1 0,-1 1 0,-10 9 0,-8 6 0,-3 5 0,-3 15 0,-3 3-35,0 17-599,-2-24 1,1 2-1658,4 6 0,0 1 2291,2-1 0,0-3 0,5 15 0,-3-21 0</inkml:trace>
  <inkml:trace contextRef="#ctx0" brushRef="#br0" timeOffset="69197">6186 7391 14264,'-48'1'718,"0"1"0,1 0 1,-13 0-1,4 0 13,7-1 0,6-1-131,1 0-292,29 0-151,22 0 134,27-2-34,14 2-162,-12 0 1,5 0-850,2 0 0,4 1 0,-2-1 773,7 1 1,1-1 0,5 1 1,5 0 0,-1-1-870,-11 0 1,-1 0 0,3-1 862,0-1 0,3 1 0,3-1 0,-1 0 0,-6-1 1,1 1 0,1-1 0,0 0-1,2 0-2,-6 0 0,1 0 0,1 0 1,1 0-1,0 0 0,1-1-289,3 1 0,1-1 0,0 0 0,2 0 0,1 0 0,2 0 287,-11 1 1,2-1-1,1 1 1,2-1 0,0 0-1,-1 1 1,-1-1-1,-1 1 1,-3-1-196,10 0 0,-4 1 0,-1-1 0,-1 1 0,3-1 0,3 1 195,-7-1 0,3 1 0,3-1 0,1 0 0,1 0 0,-2 1 0,-2-1 0,-4 1 0,-4 0-57,5 0 0,-6 0 1,-3 1-1,3 0 1,7-1 58,-9 1 0,4 0 1,4-1-1,3 1 0,1-1 1,0 1-1,1-1 0,-2 1 1,-2 0-1,-3 0 1,9 0 1,-4 1 0,-2-1-1,0 1 1,1 0 0,3-1-1,5 1-5,-11 0 1,4 0 0,2-1 0,3 1 0,1 0 0,2 0 0,-1 0 0,-1 0 0,-1 0 0,-2 0 0,-3 0 0,-3 0-7,4 0 1,-4 1 0,-3-1 0,-1 1 0,-1-1-1,2 1 1,1 0 0,4-1 3,-5 1 1,2 0 0,2 0-1,2 0 1,0 0 0,0 0-1,0 0 1,0 0 0,-3 0-1,0 0 1,-4 0 10,12 1 1,-3-1-1,-3 0 1,0 1 0,0-1-1,4 1 1,3 0-2,-9-1 1,1 1 0,3 0 0,0-1 0,2 1 0,1 0 0,1 0-1,1 0 1,0 0 0,0 0 0,1 0 3,-8 0 1,2 0 0,0 0 0,2 0 0,0 0 0,0 0 0,1 0 0,0 1-1,-1-1 1,0 0 0,-1 0 0,-1 0 0,-2 0 0,-1 1-17,4-1 1,-2 0-1,-2 0 1,0 0 0,-1 0-1,-1 0 1,1 1-1,0-1 1,1 0 0,1 0-1,1 0 1,-1 1 1,3-1-1,1 0 1,0 1 0,2-1-1,0 1 1,-1-1 0,0 1-1,-1-1 1,-2 1 0,-2-1-1,-3 1 1,-2-1 2,13 0 1,-5 1 0,-3-1 0,-1 1 0,-1-1 0,4 0 0,3 1 2,-11-1 0,3 0 0,1 1 0,2-1 1,1 0-1,0 1 0,0-1 0,0 0 0,-1 1 1,-2-1-1,-1 0 1,4 0 0,-1 0 1,0 1-1,-2-1 1,1 0-1,-2 0 1,1 0-1,-1 0 1,0 0-7,4 0 0,1 0 1,-2 0-1,1 0 0,-2 0 1,1 0-1,-2 0 0,0 0 6,1 0 1,-1 0 0,0 0 0,-1 0 0,-1 0 0,-1 0 0,-2 0 20,7 0 0,-4 0 0,-1 1 0,2-1 1,3 0-10,-5 1 1,3-1 0,2 1 0,1-1 0,-2 1-1,-1 0 1,-5-1-10,14 1 1,-5 0-1,-1 1 1,5-1 10,-9 0 0,5 1 0,2 0 0,-2 0 1,-4-1-1,-8 1-10,-2-1 1,-8 0 0,6 1 2,2 0 0,8 0 0,1 0 0,-4 1 0,-8-2 375,3 1 0,-2 0-385,3 0 0,5 0 1,-7 0 719,-12 0 0,-3-1-600,21 2 2097,-21-1-1963,-25-1 2676,-6-2-2715,-8 2 822,3-2-984,-5 1 179,5-1-208,3 0-33,0 0-16,2 4 16,-1 4 0,0 2 28,-2 17-6,0 1-22,0 6 0,0-2-11,-4 24 11,1 2-1696,2-2 0,0 1 1696,2-20 0,0-1 2,0 19 1,1 0-155,1-19 1,0 0 162,1 18 0,0 2-3,1-12 1,1 0 5,3 19 0,1-3-19,1 0 24,-1-14 1,-1-2 2,-2-11-5,-1 8-34,-2-23 6,-1-6 11,0-7 3418,0-2-3306,-3-4 373,-6-3-485,-2-2 22,-22-7-5,0 2-28,-9-2 11,4 5 0,-3 1 0,3 1 0,0 2-436,-8-2 1,-3 0 424,-12 1 0,-1 1-647,4 1 0,-5 1 652,12 1 1,-6 0-1,-1-1 1,1 2-605,3-1 0,0 0 1,0 1-1,0 0 611,-1-1 1,2 1-1,-2 0 1,-3 0 0,-1 0 0,-4 1 0,-1 0 1,3 0-1,5 0-4,0-1 0,5 1 0,-8 1 0,10-1 1,-7 1-1,-4 0 1,-2 0-1,0 0 1,2 0-1,6 0-373,-2 1 0,5-1 0,2 1 0,-2-1 0,-4 1 374,2-1 0,-2 1 0,-2 0 1,-1 0-1,-1 0 0,2 0 1,1-1-168,-3 2 1,1-1 0,1 0-1,0 0 1,-1 1 0,0-1 163,-2 1 0,0-1 0,-1 1 1,0-1-1,0 1 0,0 0-97,-2-1 0,0 2 0,0-1 0,0 0 0,-1 0 0,1 0 102,6 0 1,0-1-1,0 1 1,-1 0 0,2-1-1,0 1 1,2-1-25,-11 2 0,3-1 0,1 0 0,-1 0 0,-2 0 16,10 0 1,0-1-1,-2 1 1,0 0 0,-1-1-1,0 1 1,0 0-7,-2 0 0,-1 0 0,0-1 0,0 1 1,-1 0-1,0 0 0,0 0 7,-1 0 0,0 0 1,-1 0-1,0 0 1,0 0-1,-1 0 1,-1 0 0,9 0 1,-2-1 0,-1 1-1,0 0 1,0-1 0,1 1-1,1-1 1,2 0 0,3 0 2,-5 1 0,4-1 0,1 0 0,1-1 0,-1 1 1,-5 0-2,2 0 0,-3 0 0,-3 0 0,0 0 1,-1 0-1,2 0 0,1 0 0,4-1-3,-3 1 1,3-1-1,2 1 1,0-1-1,-2 0 1,-3 1 2,2-1 1,-3 1 0,-2-1 0,-1 1 0,0 0 0,0-1 0,1 1 0,3 0 4,0-1 0,2 1 1,0-1-1,2 0 1,-1 1-1,0-1 1,0 1-4,0-1 0,0 1 0,0 0 0,0-1 1,0 1-1,0-1 0,0 1-7,0 0 0,0 0 0,-1-1 0,0 1 0,1 0 0,1 0 0,2 0 3,-9 0 1,2 0-1,1 1 1,-1-1 0,-1 1-7,2-1 1,0 1 0,-2-1-1,0 1 1,0 0 0,0 0-6,-1 0 0,0 0 0,-1 0 0,1 1 1,-1-1-1,0 1 4,0-1 1,-1 1 0,0-1 0,0 1 0,0 0 0,-2 0 7,4-1 1,-1 1 0,-2 0 0,0 0 0,2 0-1,3 0 1,3-1 44,0 1 0,5-1 1,1 0-1,-1 1 1,-4 0-44,-4 0 0,-4 0 0,-2 1 0,1 0 1,1 0-1,4-1 5,5 0 0,4 0 1,2-1-1,-2 1 1,-4 0-4,-3 1 1,-5-1 0,-1 1 0,0 0 0,1 0 0,3 0-9,0 0 0,2-1 0,1 1 1,1 0-1,0-1 82,0 1 0,1-1 1,1 1-1,-1-1 1,1 1-81,1 0 0,-1-1 1,1 1-1,2 0 1,1-1 0,0 0 1,2 1 0,1-1 0,-4 0 0,-1 1 1,-4 1 0,0-1 0,0 1-1,5-2 4,-11 2 0,5-1 0,-4 1 5,0 0 1,-4 0 0,0 1 0,3-2-6,-3 1 0,4-1 0,2-1-4,13 0 0,3-1 0,-3 0 235,-10 1 0,-2-2 0,4 1-234,2-2 0,1-1 250,5 0 0,-2 1 1,2-2-243,-2-1 1,5-2 2030,-20-1-2008,29-4 0,3 0-17,5-1 1731,-16-13-1731,28 10 1353,-3-4-1364,9 4 982,3 2-994,2 4 29,2-1 6,1 1-18,0-1 1,3-2-1,0 0 7,2-5-7,0-3 18,-2-5-23,0 1 5,-1-22 18,1 3-12,-2 8 0,1-1 6,1-16-6,-1 4 0,1-3-387,-1 10 1,0-1 380,2-18 1,-1-3-1,0 7 1,-1 0 13,1-2 1,-1-1 8,0 1 0,0-1-482,0 0 1,0 1 478,-1 1 0,1 1-3,-1 1 1,0 0-6,-1 3 0,1 0 5,0 4 1,-1 0 2,0 4 0,0 1-155,-1 5 0,0 0 163,-5-21-5,-3 9-5,-5 10 674,-1 9-675,1 8 988,1 6-1021,2 7 301,2 4-323,1 7 16,-3 5 6,-2 8 11,0 3-6,0 2 6,4-7 11,4 3-11,5-10 12,9 1 4,15-6-27,24-6 5,-10-2 1,3-1-880,15-3 1,5-2 859,-11 1 1,2-1 0,3 0-580,-7 1 0,3 0 1,0 0-1,-2 0 494,10-2 0,-2 0 0,4 0-321,-13 3 1,2-1 0,2 0 0,0-1 0,0 2 255,-2-1 0,2 1 1,-2-1-1,0 1 1,-4 1-1,14-3 1,-5 0-1,0 1 1,-3 1-1,0 0 1,-1-1-1</inkml:trace>
  <inkml:trace contextRef="#ctx0" brushRef="#br0" timeOffset="70923">6268 8078 20929,'5'-49'1034,"-1"0"1,1 4-1,0 7-558,2 11-280,-2 10 213,0 4-314,-4 10-33,0 7 73,-8 16 10,-6 20-94,-3 3 21,-1 0 1,-1 2-50,-2 5 5,3-3 0,1 2 17,7 8-40,10-20 1,3-2-6,7 7 61,38-8 12,-6-38-28,-10-3 0,1-5-17,-2-6 0,-3-4 5,20-18 23,-15 4 0,-2-3-408,-11 12 0,-1-1 436,9-11 0,-2-1 11,-9 11 0,-3 2 135,9-16-112,-10 17 50,-7 9-107,-5 17-38,-1 12 5,-2 17 788,-1 3-802,-1 1 0,0 3-8,0 21-15,0-23 1,2 3-473,3 11 1,2 0 43,2-11 0,2 0-1148,4 17 0,3 1-3331,3-13 1,0-3 3393,11 15 0,-8-23 0,-15-24 0</inkml:trace>
  <inkml:trace contextRef="#ctx0" brushRef="#br0" timeOffset="71197">7546 7356 24041,'9'49'94,"1"-1"0,-1 1 1,0 0-1,-1 2 1,-2 0-1,-1 1 1,-3-1-81,-4-3 0,-3 0 0,-2 0 0,1 2-1000,-2 7 1,-1 1 0,0 1 0,0 2 964,0-9 1,0 0 0,0 2 0,0-1 0,0 1-139,-1 3 0,0-1 0,0 1 0,0 0 0,0 0-793,1-1 1,0 1 0,0 0 0,0-1 0,1-2 951,0 5 0,0-1 0,0-3 0,2-3 0,0-4 0,1-3 0,1-5 0,2-7 0,0 0 0</inkml:trace>
  <inkml:trace contextRef="#ctx0" brushRef="#br0" timeOffset="71922">9347 7983 21825,'-20'-58'922,"0"0"1,3 4-1,6 5-591,21-5-141,14 6-95,15 8-33,9 10-12,7 11-524,3 9 492,6 12-21,-33 3 0,0 2-3,1 3 0,-2 2-39,20 21-3909,-13 6 3982,-17-5 768,-17 26-818,-20-15 36,3-12 0,-5-1 2,-3-7 1,-2-2 6,-1-2 0,-1-3 184,-14 5 12,-10-7-12,22-13 3387,-6-7-3353,19-7 71,8-6-222,6 2 55,15-7-66,4 7-40,16-5-28,6 8 6,6 4-12,6 10-5,1 9-222,0 9 194,-5 7 0,-11 6 28,-14 3-6,-19 4-39,-22 0-33,-19-1 22,11-19 0,-3-3-183,-3-1 1,-2-1-176,-2-3 0,0-1-461,-19 2 875,18-9 0,3-3 0,12 0 0,-13-4 0</inkml:trace>
  <inkml:trace contextRef="#ctx0" brushRef="#br0" timeOffset="72159">11035 7227 26015,'-10'46'171,"0"0"1,0 0-1,0 11 1,0 1-1,1 0-162,3-7 1,0-2-1,-1 4-1145,0-1 0,-1 3 1,-2 2-1,0 0 1128,1-8 0,-1 1 0,-1 1 0,0 0 1,-1-1-374,0 2 0,-1 1 1,0-1-1,0 0 1,0 0-175,0-1 1,0 0-1,0-1 1,0 0-1,1-2 555,-1 3 0,0 0 0,1-3 0,1-3 0,-4 17 0,3-9 0,2 1 0</inkml:trace>
  <inkml:trace contextRef="#ctx0" brushRef="#br0" timeOffset="73090">12670 7674 25018,'4'-63'285,"-3"18"-122,-7 52-39,-9 6-40,-14 3-51,-1-4 48,-12-2 1,-1-2-26,1-2-20,-3 0 0,2-3 54,6-9 16,-3-2 18,13-5 10,9 1-28,9 4-117,5 4 11,3 2 11,-1 10 17,-1 17-28,-1-2 40,-4 25 16,-2-6-12,-2 16 7,1 2-1,1-2 1,3-1 16,1-17-39,2-7 45,0-16 55,2-10 124,0-2-5,2-4-130,0-8-38,0-6-18,0-9-21,4-7-18,3-4 0,8-1-5,7 2-17,6 4-11,14 6 17,-11 8-6,14 6-23,-15 16 12,9 9 0,-1 15 0,-2 10 11,-4 4-23,-11 2 18,-9-1-57,-27 9-44,-12-12-205,-10-3 14,-14-12-263,4-16 84,0-1-3989,8-16 1,1-5 4464,1-4 0,-12-5 0,38 8 0</inkml:trace>
  <inkml:trace contextRef="#ctx0" brushRef="#br0" timeOffset="73359">14007 7312 27370,'11'54'106,"0"-1"1,-5-18 0,-1 4-112,-4 12 1,-1 11 0,-3 3 0,-2-6-1594,-4 0 1,-3-4-1,-2 4 1489,3-10 1,0 4-1,-2 2 1,1-1-1,-2-2-785,-2 6 0,-1-1 0,-1-2 0,2-1-100,-3 5 1,2-3 0,1 0 993,0 2 0,2-1 0,2-10 0,-1 11 0,3-5 0</inkml:trace>
  <inkml:trace contextRef="#ctx0" brushRef="#br0" timeOffset="73989">15625 7655 22032,'-22'-49'1068,"-1"0"0,2 5 0,-3 12-703,-14 23-124,-6 19-146,9 5 28,7 11 0,2 5-78,7-4 0,1 2-560,-9 15 0,3 2 526,9-12 0,2-1-11,0 9 0,3 2 5,8-1 1,3-2-3,-2-6 0,5-1 5,14 17 1,9-4-4,-3-22 1,2-4-3,3 7 0,3-3 11,8-7 0,0-7 30,5-7-21,9-4 371,-24-22-282,-10-14 6,-7-2-51,-3-1 90,-20 3-107,1 21 230,-28-5-218,4 21-17,-18 5-40,14 6-22,-2 14-11,23-11-341,1 22-1037,25-16-3834,14 9 5240,9-13 0,-9-8 0,-7-4 0</inkml:trace>
  <inkml:trace contextRef="#ctx0" brushRef="#br0" timeOffset="74242">16365 7500 24100,'6'-56'797,"1"1"0,-3 6 0,2 14-617,2 27 278,-1 28-267,4 25-116,-5-8 1,-1 3-442,1 9 1,-3 3 396,-4 7 0,-3 3-682,-1-17 0,-1 1 0,-1 0 649,-3 4 0,-1 0 1,0 1-59,-2 3 0,0 0 0,1 1-677,-1 2 1,1 1-1,2 0-568,1 1 0,2 0 0,1-1 1305,2-6 0,2-2 0,0-4 0,1 3 0,2-6 0,3 5 0</inkml:trace>
  <inkml:trace contextRef="#ctx0" brushRef="#br0" timeOffset="74992">17922 7835 16656,'3'1'3478,"0"0"-224,-3-1-2593,0-13-482,0 12 34,0-9 145,-1 17-251,-2-2 83,-4 2-5,-3-4 0,-3 0 23,-3-3 10,-1-5 6,1-5 0,1-9-39,3-10-51,5-10-50,8-5-22,11-1-40,9 5-22,10 10-5,4 9-1,1 11-5,0 13 11,-3 13 0,-5 15-17,-7 16-17,-10 11 26,-12-25 0,-4 1-9,-10 11 0,-5-1-267,5-12 0,-4 0 264,-16 14 1,-5 0-662,6-12 1,-1-3 674,0 0 0,-1 1 20,-14 7 0,1-5-165,-3-6 193,19-10 0,3-7 31,9-21-6,16-12 497,18-7-469,14 0-33,14 7-29,10 9-38,6 11-65,-26 6 0,1 3-518,2 4 0,0 3 802,2 7 0,-2 0 1,6 5-1,-8 0 0</inkml:trace>
  <inkml:trace contextRef="#ctx0" brushRef="#br0" timeOffset="89713">5736 10640 18145,'11'-48'1566,"-1"1"1,0-9 0,-1 5-766,-4 6-727,-2 13 1,0 0 418,0-12 82,0 10-255,-1 12-93,-1 9-155,-1 8-27,-5 28 34,-4 6 10,-8 28-64,7-25 1,-1 0-15,1 1 0,0 1-3,1 1 1,1-1 255,-3 27-253,10-8 0,9-11 6,9-13 28,8-12-6,-3-9 129,19-21-73,-9-9-34,-3-3 1,1-2-22,5-11-10,-11 10 1,-1-1 48,6-7 10,3-7-27,-4 9-6,-6 12-51,-8 11 35,-2 15-24,-4 12-3374,4 25 3369,-4-9-16,3 27-133,-1-14 71,-1-14 0,1 2-311,5 0 0,1-1-847,15 21 1225,5-13 0,0-4 0,-11-12 0,-1-2 0,0-1 0</inkml:trace>
  <inkml:trace contextRef="#ctx0" brushRef="#br0" timeOffset="90600">4688 10275 18588,'-4'-50'1275,"1"1"0,0 1 1,4 6-251,7 15-790,1 6-67,2 16 50,-2 26-95,-2 7 14,-4 13 1,-2 6-94,-3-2 1,-2 2-884,0 1 0,-1 3 0,0-2 839,-3 7 0,-1 2-20,1-14 1,-1 5-1,0 0 1,1-3-112,0 0 0,2-2 1,0 2-450,-1 0 1,0 3 0,1 0 0,2-3-250,1 1 0,3-2 0,2-2-2612,3 12 1,4-4 3440,1-12 0,2-6 0,4 5 0,-5-22 0</inkml:trace>
  <inkml:trace contextRef="#ctx0" brushRef="#br0" timeOffset="91563">4736 10048 18632,'57'-18'288,"1"1"0,-12 1 0,0 5-106,14 7 0,-2 4-1387,-24 0 0,0 0 1255,10 0 1,5 0-1,0 1 0,2 0 1,0 1-1,2-1-45,5 0 1,1 0 0,0 1-392,0-1 0,0 1 0,4-1 388,-15 0 0,4-1 0,1 1 0,-1-1 1,-2 0 1,0 0 0,-1 1 0,-1-1 1,4 0-2,5 0 0,4-1 1,2 1-1,-1 0 0,-2-1-334,-5 1 1,-1-1 0,-1 0 0,0 0 0,-2 1 332,3-2 1,-2 1 0,-1 0 0,3 0-5,-3-1 1,1 1 0,1 0 0,0 0 0,0-1-315,2 1 0,0-1 0,1 0 1,0 1-1,0-1 321,2 0 1,-1 0 0,1 1-1,1-1 1,1 0-130,-5 0 0,1 0 0,2-1 0,-1 1 0,-1 0 0,-1-1 129,2 1 1,-2-1-1,0 0 1,-1 1 0,1-1-1,0 0 1,1 0-1,-1-1 1,1 1 0,0 0-2,0-1 1,1 1-1,-1-1 1,0 1-1,-2-1-70,1 0 1,-2 1-1,0-1 1,4 0 76,-6 1 0,5-1 0,1-1 1,0 1-1,-1 0 0,-4 0 0,9-1 0,-4 1 1,0-1-1,4 1-3,-6 0 0,2-1 1,2 1-1,1-1 1,-1 0-1,-3 1 4,2 0 0,-1 0 1,-2 0-1,0 0 1,0 0-2,0 0 0,-1 0 0,-1 0 1,1 0-1,-1 0 1,12 0 1,0-1 0,-2 1-1,-3 0 3,4-1 0,-4 1 0,1 0 14,-13 1 1,1 0-1,0 0 1,-3 0 20,5 0 0,-2 1 1,-1 0 150,-4 0 0,-1 0 0,-2 1-125,13-2 0,-9 3 1707,-14 3-1374,-29 4 1772,-9 2-1901,-19 9 2979,8-5-3091,-9 9 926,5-1-949,0 7-27,-1 7-34,0 10-359,-1 9 289,12-22 0,1 1-6,-2 5 1,0 1-4,2-8 1,0 2 2,-7 23 1,-1 2-511,5-16 1,1 1 499,0-3 0,0 3 0,1-2 2,-2 8 0,1-3 3,1-1 0,1-1-211,0-4 1,-1 0 212,-1-4 1,-2 0-6,-2-2 0,0-3 6,-15 16 11,0-17 0,-3-2-6,5-10 0,-1 0 3,-19 8 0,-1-2-357,14-9 1,-3-1 351,-6-1 1,-5 0-1,0-1-439,10-2 0,1-2 0,-4 1 431,-1 1 0,-4-1 1,-1 1-1,2 0 1,-12 0 0,1 1 0,-1-1-4,14-2 1,-2 0 0,1-1-1,-1 1 0,-1 0 1,-1-1 0,0 1 0,-1-1-5,-1 1 0,-1-1 1,0 1-1,-1-1 1,-2 0 1,0 0 0,-1 0 0,0-1-310,-3 1 0,-1 0 0,0-1 1,-1 1 313,11-2 0,0-1 0,-1 1 0,-1 0 0,-3-1 0,0 1 0,-4 0 0,-1-1 0,0 1 0,2-1 0,3 0-390,-9 1 1,5-1 0,0 0 0,-5 0 387,6 0 0,-3 0 0,-2-1 0,-1 1 0,3 0 1,3-1-196,4-1 1,4 1-1,1-1 1,-1 0 0,-2 1 192,-1-1 0,-1 0 0,-1 1 1,-1-1-1,0 1 0,0-1-75,1 0 1,0 1 0,0-1-1,0 0 1,-1 0 0,1 0 76,1 0 0,-1-1 0,1 1 0,-1-1 0,1 1 0,-1-1-32,1 0 0,0 1 1,-1-1-1,1 0 0,2-1 1,1 1 31,-13 0 1,5 0-1,-2-1 1,-3 1 2,6-1 0,-3 0 0,-2 0 0,0 0 0,1 0 0,4 0-1,5-1 0,3 0 0,0 0 0,0 0 0,-4 0 27,-5 0 0,-4 0 1,-3-1-1,1 1 0,2 0 1,5-1-31,-4 0 0,6 0 0,0 0 0,-4-1-9,8 0 0,-3 1 0,-1-1 0,0-1 0,2 1 0,5 0-19,-5 0 0,5-1 0,1 1 0,-4-1-2,-1 0 1,-4 0 0,-1 0-1,2-1 1,5 1-86,-12-3 1,4 1-1,3-1-230,8 0 1,2 1 0,3-2-416,-9-2 1,7-3 762,-10-15 0,30 13 0,20-1 0</inkml:trace>
  <inkml:trace contextRef="#ctx0" brushRef="#br0" timeOffset="92063">7295 10461 9134,'6'-56'1875,"0"1"0,0 0 1,-1 5-1,-1 1 0,-1 2-928,-1-7 0,-3 4-603,1 16 1,-3 1-1619,-1-2 1,-1 3 1480,1 10 1442,-2-6-1548,5 36 978,1 18-921,2 25-111,0-13 1,0 4-430,1 9 0,-1 4 387,0-13 1,-1 2 0,0 0-14,0 5 1,0 2-1,-1 0-84,0 3 1,0 1-1,0 0-132,-1 2 0,1 1 0,0 0-2228,2 1 1,0 0 0,1-2 2451,0-6 0,1-2 0,0-4 0,0 3 0,1-7 0,4 7 0</inkml:trace>
  <inkml:trace contextRef="#ctx0" brushRef="#br0" timeOffset="92689">8932 10502 20336,'-21'-58'935,"1"1"0,2 5 1,6 5-662,13 4-16,16-3-191,-1 17 51,21-6-34,-3 19-56,16 0-6,5 7-338,4 9 316,0 12 0,-3 11 0,-14 1-3,-16 2 1,-4 3-32,-2 17 31,-7-10 1,-5 1-12,-11-4 0,-6-1 2,-3 1 1,-4-2 25,-5 0 0,-2-2 3,-3-3 0,0-1 8,-1-4 0,-1-1 78,-3-4 1,2-2-3,-10 1 228,-5-7-83,27-17-16,-1-4-51,10-9-129,5 4 125,21-16-119,2 17-40,11-7 251,4 14-250,-2 8-17,12 5-17,13 16 6,-7 7-257,-3 5 262,-8 7 12,-19-2 16,-8 25-33,-14-19-9,-14-7 1,-7-3 13,-5-6-28,-18 12-509,-10-13-1053,5-9-3320,8-7 1,2-2 2457,-3-4 0,7-4 1,30 0-1</inkml:trace>
  <inkml:trace contextRef="#ctx0" brushRef="#br0" timeOffset="93767">11509 9843 19529,'20'-27'353,"0"-1"0,8 1 0,5 6-281,19 9 1,5 6-1083,-10-1 1,4-1 1048,5 0 0,7 0 0,-3 1-899,-14 1 1,-1 0-1,1 0 860,8-1 0,2 0 0,1 0 4,-7 0 0,2 1 1,-1 0-1,-3 0-178,1 0 1,-3 0-1,2 0 172,7-1 0,3 0 1,0 0-257,6-1 0,1 0 0,-5 1 275,1 0 0,-2 0-8,-5 1 0,2-1 1,-4 2 72,0 0 0,-5 1-105,16 1 2073,-16 6-1518,-33 4 1511,-4 4-1404,-23 15 1213,-2-1-1539,-8 14 704,5 3-894,6-6 39,0 18-81,8-16 1,1 1-1571,0 5 0,1 3 1539,1 13 1,0 2-9,2-3 0,0 1-509,0-17 0,0 1 1,0-1 477,0 8 0,1 1-317,-1-1 1,0 3-1,0-3 331,-1 2 0,-1-1-237,-1-3 0,-1 3 0,-2-3 226,-5 8 0,-2-5 761,1-11 0,-4-3-744,-16 11 0,-7-4-12,5-17 1,-2-3 427,-5 6 1,-5-1-432,1-11 1,-5-3 0,1-2 2,-12 1 1,-1-2-16,13-2 0,-2 0 0,-1-1 7,-5-1 0,-1-1 0,1-1 6,6 0 0,0-1 0,-2 0-8,4 0 1,-1-1 0,-2 1 0,-1-1-6,-8 2 0,-1 0 0,-1-1 1,3 1-181,7-2 0,1 0 1,1 0-1,-1 0 169,-6 1 0,-1 0 0,1 0 0,2-1-100,-7 0 1,3-1 0,0 0-520,0 0 1,0-2 0,2 0-378,11-1 1,2-1-1,1 0 1003,-3-2 0,0 0 0,8-1 0,-9-1 0,2-2 0</inkml:trace>
  <inkml:trace contextRef="#ctx0" brushRef="#br0" timeOffset="94592">12434 10227 15406,'0'-4'5361,"1"1"-2034,-1 3-3176,-25-39-28,1 29-11,-28-27 0,3 43-22,-5 4-46,21-3 1,2 1-17,-10 3-5,-1 1 33,20 0-51,8-3 7,-1 7 4,10-2 7,3 0 111,0 16-39,2-5 1,-1 17-7,1-4 1,0 1-17,0 0 11,-1-4-17,-1-4-11,0-7 23,0-6 50,0-7 179,2-5 397,0-4-598,0-13-23,0-4-34,1-12-44,2 5 33,10-12-39,2 11-11,12-7 33,3 12-11,3 9-5,4 7 5,1 11-17,9 14 1,-5 14-6,-8-4-17,-11 11 28,-18-21-12,-8 17-60,-16-7-91,-17 9-257,12-21 1,-3-3-79,-2 0 0,-1-3-698,-1-1 0,-1-2 1196,0-3 0,1-1 0,-3 1 0,6-5 0</inkml:trace>
  <inkml:trace contextRef="#ctx0" brushRef="#br0" timeOffset="94939">10725 11257 14800,'-54'9'703,"1"0"1,-1 1 0,6-2 0,2 0-1,3 0-221,-5 0 0,6 0 9,-5 2-222,16-2 492,31-5 242,16-1-263,24-2-486,9-5 1,5-2-711,-12 2 1,3-1 488,8-4 1,7-1 0,-6 0-869,-5 1 0,2 0 853,2-1 0,9-2 1,2 0-1,-3 1-483,-13 4 0,-3 0 1,2 0-1,5 0 212,1 0 0,5-1 0,4 0 0,0 1 0,-3 0 0,-5 1-229,2 0 0,-4 1 1,-2 0-1,3 1 482,0 0 0,3 1 0,0-1 0,-5 1 0,-9 1 0,-1 1 0,-7-1 0,2 2 0,0-1 0</inkml:trace>
  <inkml:trace contextRef="#ctx0" brushRef="#br0" timeOffset="96501">15463 10411 15939,'1'-50'1200,"1"0"1,-1 0 0,1 3 0,-1 0 0,0 5-588,-3-4 1,-1 5-166,1 6 0,-1 4 206,-5-10-452,2 21-142,0 20-15,-1 20 32,-1 21-54,0 4-1,1 2 0,2 4-336,2-11 1,0 2 296,0 19 0,0 3-580,3-10 0,2-1 437,2-1 0,2-2-165,2-4 1,2-2-522,2-6 0,2-3-784,13 15-403,-1-22-331,-5-27 423,-6-22 138,-5-21 1147,-5-19 636,-6 24 1,-2-3 196,-1-5 1,-1-1-7,-3-6 1,-1-1 313,2 9 0,-1-1 1,0 2-108,0-2 0,0 1 39,-2-4 0,1 2 1024,1 8 0,1 4-29,-3-22-897,4 19 0,1 1-140,3-1 157,17-1-3352,24 18 2853,2 0-5,-4 14 0,4 2-6,-4 2 0,4 1-9,7 0 0,5-1 0,-2 1 9,6-1 1,3 0-340,-14 1 0,6-1 1,1 0-1,-3 0 348,9-1 1,-3 0 0,5-1-14,-2 1 0,3-1 1,2 0-1,-3 1-9,-9-1 1,-1 1 0,0-1 0,6 1-247,-2-1 1,6-1-1,2 1 1,1-1-1,-1 1 1,-3 0 249,-2-1 1,-2 1-1,-1 1 1,2-1-1,3-1-6,-2 1 0,3-1 0,2 1 1,1-1-1,0 0 0,0 0 1,-3 1-7,4-1 1,-2 0 0,0 0 0,-1 0 0,1 1 0,0-1-124,-8 1 1,0-1-1,0 1 1,0 0-1,1-1 1,-1 1 0,0 0 125,0 0 0,0 0 0,0-1 0,0 1 0,0 0 0,0 0 0,0 0-39,8 0 1,-1-1 0,1 1-1,-1 0 1,0 0 0,0-1 34,-2 1 1,0 0 0,-1 1 0,0-1 0,0 0 0,0 1 16,-3 0 1,-1 0 0,1 0-1,-2 0 1,1 0 0,-1 1 2,7-1 0,-1 1 0,0-1 0,-1 1 0,0 0 9,-5 1 0,-1-1 0,0 1 1,-2 1-1,0-1 20,6 0 0,0 1 0,-3 0 0,0 0 3,7 1 0,-2 1 1,-2 0-18,-10 1 1,-2 0-1,-3 1 490,7 2 0,-4 2-480,15 9 1576,-26 1-1498,-19 3 2166,-15 4-2082,-13 3 3313,-11 7-3380,-7 6-51,-2 9-288,16-20 1,1 2 231,1 5 1,0 1-17,-1 6 0,2 3-14,3-6 1,2 2 0,0-1-7,-1 3 0,1 1-281,3-2 1,1 2 0,1-3 277,2 2 1,2-1-4,2 10 1,3 1-3,1-4 0,2-2-20,2-4 0,1-3-66,-1-3 1,-1-3 51,0 25 34,-23-15-11,-28-13-318,6-22 0,-6-4 330,-3-3 1,-6-2 0,-2-1-463,3-1 1,-3-1 0,-1-1 0,1 0 473,-10 0 0,1 0 0,0 0-1,11-1 1,0 0-1,-1 0 1,2 0 9,-13 0 0,2 0 0,-2 0-7,11 1 0,0 0 1,-2-1-1,-3 1-2,3 0 0,-3-1 1,-2 1-1,1 0 0,-1 0-313,-1 0 1,-1 0 0,1 0 0,-1 0 0,-1 1 316,9 0 1,0-1-1,0 1 1,-1 0-1,1 1 1,-1-1 3,-2 0 0,-1 0 1,1 1-1,-1-1 0,0 1 1,0-1-7,-3 1 1,1 0 0,-1 0-1,0-1 1,-1 1 0,1 0-243,-3 0 1,0 0 0,0 1 0,0-1 0,0 0 0,0 0 245,8 1 1,0-1 0,0 0 0,-1 1 0,1-1 0,0 1 0,0-1-149,-9 1 0,1-1 0,-1 1 1,1 0-1,-1-1 0,1 1 137,2 0 0,0 0 0,0 0 1,0 0-1,0 0 0,2 0-32,1 0 0,1 0 1,1 0-1,-1 0 0,2 0 1,-1 0-11,-6 1 0,0-1 0,0 0 0,2 1 1,0-1 10,6 0 0,0 0 0,1 0 0,1-1 0,-1 1-417,-10 0 0,0 0 0,2-1 0,5 0 184,5 0 0,5-1 0,0 0-870,-22-1 0,15-5-3968,34-7 5105,16-3 0,11 5 0,5 4 0</inkml:trace>
  <inkml:trace contextRef="#ctx0" brushRef="#br0" timeOffset="97155">17331 10086 19714,'-29'-42'1200,"1"-1"1,-4 2-1,0 14-942,1 32-140,-6 2 83,-2 22-106,18-4 1,2 2-60,-1 3 0,1 2-388,-1 9 1,4 2 373,6-4 1,2-1 10,0 23-33,8-26 0,4 0 80,6-3 0,4-2-80,2 0 0,3-2-3,6 0 0,3-4 9,25 0 83,-4-12-22,-12-12 309,3-25-136,-27-9 389,-4-13-613,-27 5 1,-4 16 11,-25-1-17,21 18-11,-34 3-11,27 17-17,-10 9-17,22 2-431,5 20-845,18-10-1676,14 12 2997,28-10 0,-17-16 0,6-5 0</inkml:trace>
  <inkml:trace contextRef="#ctx0" brushRef="#br0" timeOffset="97422">18179 9821 25954,'-46'-15'218,"11"24"-207,36 25 0,8 10-17,-6 4 1,0 1-674,0-7 1,-2 0 652,0 15 1,0 3-339,-1-17 0,0 2 0,1 0-770,1 1 1,1 0 0,2 1 848,2 9 1,1 2-1,1-8 1,-2-12 0,0-4-1,14 24 1</inkml:trace>
  <inkml:trace contextRef="#ctx0" brushRef="#br0" timeOffset="97972">19164 10044 21327,'0'-3'3008,"0"0"-2549,0 3-414,-1 10-12,2-2 96,-2 21-6,-2-7 0,-7 9-22,-10-8 62,-17-6-96,10-7 68,-11-6-1,19-13-22,-2-9-39,9-14-6,6-12 0,12-10-39,10-4-28,13 4 6,-3 18-28,10 8 16,3 17-5,1 4 16,6 13 12,-11 14-17,-3 18 0,-9 14-9,-16-20 1,-3 1-296,-6 24 298,-14-10 1,-8 2-422,1-13 0,-5 1 414,2-2 0,-4 2 0,0-2 1,-13 8 1,-1-4 28,1-3 0,0-4 14,7-7 0,1-5 25,-16 1 11,22-24 6,17-14-29,18-12 270,15-3-264,16 1-16,11 9-23,8 8-16,7 15-1488,-29 5 1,1 3-1656,4 4 1,-1 2 3147,-2 2 0,-3-1 0,11 5 0,-19-7 0</inkml:trace>
  <inkml:trace contextRef="#ctx0" brushRef="#br0" timeOffset="100872">9189 9311 10492,'5'-9'4808,"11"-25"1,3-5-3354,3-3-1462,2-6 0,2 1 376,-1 6 371,4-2 178,-8 15-230,2-4-730,-10 14 288,-4 11-61,-13 23-78,-3 5 123,-22 32-158,8-21 1,-4 1-541,-9 13 1,-3 3 493,9-14 0,-2 1 0,-1 2-54,-7 10 0,-2 3 0,1-2-284,6-6 0,1-1 0,1 0-293,0 0 0,1-1 1,3-2 604,-2 7 0,5-7 0,7-10 0,2-1 0</inkml:trace>
  <inkml:trace contextRef="#ctx0" brushRef="#br0" timeOffset="101572">15775 8999 20358,'-12'-50'1303,"1"0"0,0 1 0,4 6-843,11 4-141,6 4-78,10 15-56,7 9-39,12 13-18,13 16-77,-4 5-682,2 9 1,4 6 644,-10-1 0,1 2-11,-10-10 1,2 1 0,1 4-782,-1 3 1,2 5 0,-2 0 0,-4-4 552,6 6 1,-1 3 224,-6-7 0,5 9 0,2 1 0,-3-2 0,-8-10 0,-3-5 0,-3-2 0,5 7 0,-1 1 0,1 0 0</inkml:trace>
  <inkml:trace contextRef="#ctx0" brushRef="#br0" timeOffset="103656">7979 11735 16596,'23'-39'1460,"0"0"1,1 0-1,7-12 1,-7 8-643,-13 18-600,-5 12 603,-5 17-491,-8 20 24,-16 26-228,-3-9 0,-4 2-1037,2-3 1,-5 1 940,-4 0 0,-5 3 0,-2-1-567,1-4 1,-2 0 0,-4 2 536,6-4 0,-4 2 0,-3 2 0,1 0 0,1-1-389,6-5 1,0-1 0,1 0 0,-1 0 0,0 1 203,-4 4 0,-2 1 0,1 0 1,2 0-1,3-2-661,2-1 0,3-1 0,3 0 1,1-2 633,-1 5 1,2-2 0,5-3-1,0 0 1,7-5 0,1 1-1</inkml:trace>
  <inkml:trace contextRef="#ctx0" brushRef="#br0" timeOffset="104534">8209 11569 24183,'0'-35'773,"22"16"-667,9 31 1,8 11-789,8-3 1,3 0 705,-11-6 0,1 1 0,1 1-672,4 0 1,1 1 0,0 1 637,3 1 1,0 2 0,1 0-44,1 1 1,0 2 0,1 2-547,-4-1 0,2 3 0,-1 0 0,-3-1-421,-1-1 1,-3-1-1,2 1 726,10 9 1,1 2 0,-10-7 0,-1 1 0,-4-1-1</inkml:trace>
  <inkml:trace contextRef="#ctx0" brushRef="#br0" timeOffset="106222">4593 13623 16616,'7'-44'1541,"1"-1"1,0 0 0,3-16 0,-1 5-1133,-2 21 0,-1 4-118,3-13 342,6 0-431,-8 27-130,3-2 52,-8 25 55,-4 19 17,-7 27-123,0-15 0,-2 4-508,-4 8 1,-2 3 464,-3 6 1,0 0-20,2-11 1,2 1 13,-3 10 0,4 1-17,5-16 1,4 1-1,0 12 1,5-1-228,4-16 1,4-4 234,10 20 57,14-34 56,6-27-45,6-14-45,-17 1 0,1-3 0,-3-4 1,-1-2-1,16-19 11,-13 12 1,-2 0 44,5-5 39,6-9 869,-22 31-958,-8 13 455,-5 9-456,-2 25-32,-2-6 2,0 9 0,-1 4-42,-3 13-45,2-12 0,2 3-731,2 5 0,2-2-669,3 20 1214,6-10 0,0-4 0,-3-19 0,8 15 0</inkml:trace>
  <inkml:trace contextRef="#ctx0" brushRef="#br0" timeOffset="107684">3709 13455 13521,'17'-40'1692,"0"1"1,0 0 0,10-24 0,-3 10-572,-7 23-561,0-2-353,-10 30 516,-5 39-427,-1 21-1027,-4-6 0,-1 4 805,0-12 1,0 2 0,-2 1-44,-2 8 1,0 1 0,-1 2-23,1-12 1,0 2 0,-1 0 0,1 0-382,-1 3 1,-1 1 0,0 0 0,1-1 344,0 2 1,-1 0-1,1-1 1,0-2 3,0 3 1,0-2 0,1 3-572,2-2 1,1 4 0,1-2 0,1-8 562,1-5 1,2-2-43,0 29 0,2-11-56,4-38-11,3-16-78,3-31-73,9-31 381,-6 17 0,0-6-257,-2-1 1,1-4-1,-1 2 493,2-5 0,-1-2-353,-3-1 1,1-5 0,-3 4 355,-5 14 1,-1 3 0,0-2-319,1-11 0,-1-2 0,-2 0 9,-1 2 1,-3 1 0,1 2-313,-1-9 0,-2 1 396,-1 11 1,-2-1 0,0 4 21,1 2 0,0 3-34,-3-15 1,2 1 45,3 21 1,1 4-32,0-17 718,8 17-802,7 13-1006,28 12 994,-6 7 8,2 4 1,2 1-74,-3 2 1,2 2 45,14 2 0,4 2 11,-14-4 1,1 0 0,1 0-8,5 1 0,0 0 1,2-1-419,4 1 1,1-1 0,0-1 417,6 0 1,0-1-1,1-1-2,-13-3 1,1 0-1,1 0 1,2-1-303,1-1 0,3-1 1,1 0-1,-2 0 1,-2-1 305,-4 0 1,-2 0-1,-1 0 1,4-1-1,5 0 1,3 0 0,2-1 0,-2 1 0,-4-1 110,11 0 1,-6-1 0,4 1-120,-7 0 0,2 1 1,1-1-1,-2 1 0,-3 0 0,-2 0 1,0 0-1,-1 0 6,11 1 0,-1 0 1,-1 0 6,-6 0 1,-1 0 0,-2 0 46,-6 1 0,-1-1 0,-1 1-39,15 1 0,-3 0 20,-7-1 0,-3 2-9,-5-1 1,-1 0 450,-3 1 0,-2 0-450,8 1 2286,-3 4-2153,-29-1 2511,-2 8-2398,-10 5 704,-8 8-861,-7 4 247,-2 6-297,2 8-29,4 12-222,8-24 0,1 4 228,0 19 0,1 1-545,1-16 1,1 1 514,-1 1 0,1 3 1,0-2 4,0 7 0,0-1-9,0-2 1,0 3-417,3-1 0,2 4 0,0-3 416,1 2 1,1-1-6,0-3 0,0 3 0,0-3-178,0 5 1,-2-4 171,-5-4 1,-3-4 16,-8 16 9,-11-25 0,-5-4 8,-22 3-20,10-11 0,-3-2 14,1-6 1,-2-5-6,-7 0 0,-2-3-346,-7-1 0,-2-2 330,17-1 1,-2-1 0,-1-1-259,-4 0 0,-2-1 0,-1 0 270,-6-1 0,0 0 0,-2 0-11,11 0 1,0 0 0,-2 0 0,0-1 0,-5 0 0,-2 0 0,1 0 0,2 0-162,8 0 0,3 1 0,-1 0 1,-4-1 155,2 0 0,-5 1 0,-1-2 0,-2 1 1,2 1-1,4-1-378,-11 1 1,3 0-1,1 0 1,-5 0 379,7 0 0,-4 0 0,-2 0 0,0 1 0,1-1 0,2 1-133,-2 0 1,1 1 0,1 0-1,1 0 1,-1 1 130,0 0 1,0 0 0,1 0 0,-1 0 0,2 1-26,1 0 0,0-1 0,0 1 0,1 1 0,1-1-33,2 0 1,0 1-1,1 0 1,0 0-1,1-1-169,-8 2 1,1-1-1,0 1 1,2-1-623,5 0 1,1-1 0,1 1 0,2-1 787,-4 0 0,3 0 0,4 0 1,0-1-1,7 0 0,0-1 0</inkml:trace>
  <inkml:trace contextRef="#ctx0" brushRef="#br0" timeOffset="108059">5436 13703 19328,'10'-62'1484,"1"0"0,-2 3 1,0 4-1127,-3 22 1,0 3-16,1-13-119,-7 30-150,-2 18 4,-4 17 26,1 10 0,-1 8-61,0-1 0,0 5 0,-1 2-694,-1 7 0,0 1 1,0 1 655,1-3 1,-1 1 0,0-2-8,1-5 0,0-1 0,-1 1-17,0 3 0,-1 0 1,2 2-167,-1 2 0,2 2 0,1 2-1808,1 2 1,2 4-1,1-1 1,1-3 1992,1 1 0,2-4 0,0-2 0,1-5 0,0-1 0,1-10 0,8 5 0</inkml:trace>
  <inkml:trace contextRef="#ctx0" brushRef="#br0" timeOffset="108596">5937 13919 22727,'3'-50'465,"-1"0"0,0 7 0,6 7-320,27 12-94,-8 13 5,9 5-11,-7 4-6,15 13-28,-15-2-5,14 28 16,-24-5-22,3 7-6,-15 6 29,-14-9-6,-10 6 33,-18-2 6,2-15 6,2-6-3186,0-13 3214,17-6 11,-7-2 364,5-13-269,8 4-134,-2-4-1,8 4-33,6 5 0,6-1 3348,16 4-3360,5 6-10,4 2-12,8 12 18,-2 5-15,-10-1 0,0 3 0,-7-2 0,-3 3 3,2 4 0,-5 1 0,-3 12 17,-23 5-6,-31-8-39,-9-3-28,-8-8-1277,20-21 0,2-5-3283,2-4 4616,-20-10 0,41 5 0,1-1 0</inkml:trace>
  <inkml:trace contextRef="#ctx0" brushRef="#br0" timeOffset="110507">10818 13405 22554,'16'-56'1361,"-11"11"-1205,-25 45-27,-15 7-17,-13 4-73,17-3 1,-2 2-1023,-16 4 1,-2 1 996,16-5 0,-1 0 22,-18 5 1,1-1 247,21-6 0,0-1-133,-11 1 0,1-1-17,-4 0-72,6-3-2816,36-5 2770,3 1 1,1-1 90,0 18 977,0-5-1050,0 16 39,-3 2-1,-1 7 3388,-3 14-3410,1-18 0,-1 1 29,-7 23-29,-2-4 79,-2-8 28,4-19 61,-2 1 269,1-12-386,7-9-28,1-6 0,4-9-28,2-8-12,4-20 6,7 2-39,16-13-11,12 17 0,7 6 22,-6 14 0,4 8-39,8 13 34,3 6-341,-4 7 296,-12 14-134,-24 18 27,-8-9-305,-25 1 0,-9-1-30,-13-3 19,11-17 1,-4 3 0,-1-2-817,-5 0 0,-2-3-819,-1-3 0,-4 1 0,2-3 2097,-6 1 0,3-2 0,4-3 0,5-4 0,8-6 0</inkml:trace>
  <inkml:trace contextRef="#ctx0" brushRef="#br0" timeOffset="111231">9377 13362 24249,'21'57'63,"1"0"1,0 1 0,-4-1 0,-2 0 0,-6-2-1690,-11-6 1,-5-3-1,0 0 1617,-2 9 1,0 1-59,0-4 0,0 2 0,1-5 343,2-4 1,1-2-476,-3 15 0,3-6 184,9-9-982,1-42 184,8-33 555,-7 2 1,-1-5 28,2-19 0,-2-5 212,-1 1 0,-1-1 1116,0-1 1,-2-2-1018,-2 8 0,0-3 1,-1 7 1,0 8 0,-2 1 134,0-12 0,-1-6 1,0 7 357,0 11 1,-1 3-454,-1-7 0,1 1 202,3 4 0,3 4-67,13-6-74,20-12-1595,3 35 0,6 6 1433,-12 3 1,3 3 22,25-2 0,1 4-319,-27 3 1,0 1 292,26 0 1,3 0-6,-9 2 0,3 1-13,3 1 1,5 0 0,-1 0 2,-6 0 0,0 0 0,1 0-267,-6 0 1,1 0 0,1 0 0,-5-1 262,-1 0 0,-4-1 0,1 1 0,9-1 0,2-1 0,-3 0-394,9-2 1,-1 0 389,-12 0 0,2 0 1,0 0 402,0-1 1,0-1 0,-3 1-403,5-1 0,-4 1 213,-3 1 1,-7 0-183,-11 3 2000,-21 6-1720,-17 4 1677,-14 14-1795,-1 2 954,-1 2-1055,3 13-50,9-12 9,2 9 0,0 5-29,4-6 1,2 1-460,-3 22 1,0 3 444,5-21 1,1-1-1,1 0-5,-1 11 0,1 1-4,0 2 1,1 4-1,-1-6 1,1-10 1,1 1-25,1 0 0,2 7 1,-1 0-1,0-6-35,1 7 1,-1-2 8,-1-4 1,1 3 0,-3-4 26,-2-5 1,-6-4 14,-11 2 0,-9-5-387,-6-9 1,-9-5 406,-6-1 0,-8-2 1,-1-3-18,2-3 1,-1-2-1,-3-2-673,3-2 1,-2-2-1,-1-1 1,5 0 637,0-2 0,3-2 0,-3-2-251,-5-2 0,-4-4 0,0-1 0,6 0-1503,2-3 1,5-1 0,-2-2 1796,3 2 0,-3-1 0,2 0 0,6 1 0,-3-4 0,9 1 0,-3-3 0</inkml:trace>
  <inkml:trace contextRef="#ctx0" brushRef="#br0" timeOffset="113856">17332 11484 9663,'25'-45'1444,"-1"0"0,1 0 0,0 1 1,5-10-1,-1 1 0,-4 7-702,-2 6 0,-4 5 323,8-13 464,-12 23-1137,-15 26 78,-17 27-249,-1-1 0,-5 5-734,-9 12 0,-5 3 563,8-8 1,-3 2-1,0 1-729,-6 7 1,0 2-1,-2 1 686,9-9 0,-1 1 0,-1 1 0,1 1-7,-1 1 0,-1 2 0,1 0 0,-1 2-374,4-3 1,-1 2 0,1 0 0,1-1 0,1-2 337,-5 9 1,3-4-1,1 3-76,4-5 0,0 3 0,3-2 0,5-5-661,4 5 0,7-5-426,1 6 1,8-5-4029,24 11 5227,11-32 0,-9-20 0,-11-7 0</inkml:trace>
  <inkml:trace contextRef="#ctx0" brushRef="#br0" timeOffset="114140">17710 11167 19615,'-23'-50'1245,"-1"0"0,0 2 0,10 11-718,17 26-396,2 4 283,20 27-235,7 14-500,8 12 357,-10-11 1,1-1-501,-10-10 0,3 0 480,11 12 1,7 4 0,2 0-10,-6-10 0,1 1 0,0-1 0,0 1-604,-1-1 1,-1 0 0,2 1-1,1 0 565,2-1 1,2 1 0,2 0 0,-1-1 0,-3-2-315,1 1 0,-2-3 0,0 0 0,3 2 346,1 1 0,3 1 0,0 1 0,-1-1 0,-4-3 0,3 2 0,-5-3 0,0-1 0,-4-1 0,0-1 0,0 1 0</inkml:trace>
  <inkml:trace contextRef="#ctx0" brushRef="#br0" timeOffset="114872">15922 13428 18828,'0'-7'3944,"0"1"-2779,0 6-807,0 0-33,-3-61-218,2 52-51,-3-31-17,3 81-34,-1-10 1,0 4-15,-3 8 1,0 1-6,1-7 0,-2 2-596,0 3 1,-1 5 0,0-4-44,1 5 1,-1-1-295,2-4 1,-2 2-1,2-2-1958,0 4 0,1-4-1654,-2 16 4559,3-13 0,3-32 0,-1-3 0</inkml:trace>
  <inkml:trace contextRef="#ctx0" brushRef="#br0" timeOffset="115409">15853 13594 14533,'-1'-58'1842,"1"-1"1,2-1 0,5 8-1417,10 22-242,20-10-100,18 13-59,-5 10 1,5 2-2854,1 1 1,1 1 2830,2 0 0,1 1-5,-15 4 0,0 1 0,-1 2 81,12-2 0,0 2-83,-10 0 0,3 0 1,-1 0 77,-2 1 1,0 0 0,0 0-72,-1-1 1,0 1 0,0-1 3,-2 1 1,1-1-1,-1 0-2,-1 0 1,0 0 0,0 0 19,19-3 1,-1 0-224,-3-1 0,0 0 271,-2 1 0,-3 0-6,-12 2 0,-1 1 218,10-2 1,-3 1 2295,2 1-2256,9 0 1398,-38 4-1247,-13 2 1157,-6 5-1325,-3 5 779,-1 2-835,-6 17-129,1 0-28,-3 22-16,5 7-57,2-5-2,6-13 1,2 6 0,0-5-432,-1-7 0,1 0 412,2 14 1,1 7 0,0-4-588,0 0 0,-1-2 582,0-7 0,-1 2 1,0-2-8,0 7 0,-1 1-23,-4-5 0,-2 2 1,-4-3-37,-6-1 0,-5-2 30,0-2 1,-2 1 0,-5-4 19,-18 4 1,-7-7 19,12-13 0,-2-3 0,-3-2 11,-5-1 0,-2-2 1,-2-3-495,-4-1 0,-2-3 0,-1 0 480,11-3 0,-1 0 1,0 0-1,0-2-449,-3 0 1,0-2 0,0 0-1,-1 0 457,-1 0 1,0-1 0,-1 0 0,1 0-4,0-1 1,0-1 0,0 1 0,1-1-155,1 0 1,1 0 0,-1 0-1,2 0 116,-13-2 1,1 0 0,2 0-230,5 0 0,1-1 0,2 0-581,5 0 0,1 0 0,4-1-801,-5-1 1,3-1 1438,6 0 0,5 0 1,10 1-1,4 1 1</inkml:trace>
  <inkml:trace contextRef="#ctx0" brushRef="#br0" timeOffset="115863">16871 13534 24917,'-38'-7'99,"0"-1"0,1 6 0,3 10-74,7 20 0,4 9-640,0 1 1,0 2 625,3 1 0,1 1-5,5-1 0,3 0-6,2-2 0,4-3 399,5 18-394,9-22 1,6-3-17,18 3 13,-7-11 1,2-3 3,13-3 39,20-15 218,-25-14-185,8-11 34,-25-8-28,-12-1 624,-18 2-663,-13 3-17,-14 8-17,-10 8 6,-4 8-1,-1 11-27,4 7-22,7 11-169,9 6-163,14-5-5129,19 17 4646,11-18 0,0 2 0,-1-16 0</inkml:trace>
  <inkml:trace contextRef="#ctx0" brushRef="#br0" timeOffset="116922">18962 13379 18969,'14'-58'1687,"-1"0"1,1 1 0,-3 8-865,-5 16-391,-1 3-275,-4 16-90,-2 21 0,-3 17 6,-2 25-45,2-16 0,-1 2-14,0 6 0,0 1-423,2-7 1,0 1 405,-1 22 1,1 2-18,2-16 0,1 1-25,1-3 0,1 3 1,1-3-71,2 10 0,2-3-59,2-6 0,2-2-78,-1-8 0,1-4-235,7 7-112,-8-21-678,-8-49 1036,-9-9 218,1 2 1,-2-4-1518,-1-11 0,-1-1 1584,1 2 1,0 1-9,1-1 1,0 1-81,2 1 1,-1 2 202,2 12 1,0 2-116,-1-7 0,-1 0 152,1 8 0,1 1 101,-3-19-84,10 5-157,15 16-31,9 13 0,7 4-14,3 4 1,4 2 950,16-1 1,5 2-960,-9 2 1,3 2 0,-2 0-170,5-1 1,0 1 165,1 0 0,5 0 0,-4 1 0,-15 0 0,-2 1 0,3 0-10,10-2 1,4 0 0,-1 0 9,0 1 0,0-1 0,1-1 5,-9 1 1,1-1-1,-1 1 1,-3 0-4,-3 0 0,-3 0 0,1 0 3,9-2 1,2 1-1,-6-1 168,-10 2 1,-3 0-105,7 0 1,-1 0 513,6-2-471,-18 4 938,-23 5-859,-10 6 1613,-3 9-1720,-5 10 40,-6 29-91,5-12-69,4-6 1,0 3 54,3-8 1,1 1-416,-2 12 0,1 4 401,1-3 1,0 3 0,1-3-496,0 5 1,1 1 483,0 1 1,1 3-1,0-4 6,2 7 0,0-4-17,0-1 1,-1 4-7,-2 3 1,0 4 0,-2-8-12,0-16 0,-2-1-22,-2 11 0,-3 6 0,-7-9 11,-19-6 0,-8-9 39,-5 2 1,-3-4-475,16-13 1,-1-2 0,-3-3 483,-5-4 0,-4-5 0,1-2 1,4-2 1,-1-3-1,-4-1 2,-7-1 0,-7-2 0,0-2 0,4 1-409,1 0 1,4-1 0,-6-2 405,4-2 1,-8-1-1,-1-2 1,4 0 0,8 1-5,9 2 0,5 1 0,-3-2-37,-12-4 1,-5-1-1,0-2 1,7 1-415,-5-5 0,6-2-695,14 6 1,0-2-1,4 1 1146,-1-6 0,7 2 0,0-6 0,20 14 0</inkml:trace>
  <inkml:trace contextRef="#ctx0" brushRef="#br0" timeOffset="117517">19933 13429 24323,'11'-11'689,"-2"5"-588,-10 9 134,-7 5-122,-4-3-18,-6 1-39,3-4 67,-5-1 84,-2-10-83,1-2-68,1-7 33,7-9-27,8-1-40,2-8 1,10 2-7,10 6-16,4 12 6,2 6-17,5 9 44,9 14-27,-7-2-12,-4 7 1,-2 5-12,1 12-3403,4 21 3414,-17-16 6,-18-5 0,-7 2-281,-4-7 1,-5 0 274,-13 16 1,-5 0 2,-5-2 1,-1-2-1,8-8 0,-1-1 5,3-5 0,-1 0 0,2-3 12,7-7 0,1-2 14,-8 6 0,4-7 0,11-18 0,26-13-6,7-4 17,25-7-8,-10 12 0,3 3-20,1 0 0,1 2 1403,10 0 0,0 3-1473,-3 7 0,0 5-894,5 2 1,0 3-1510,-7 0 1,-2 2 2461,6 3 0,-5-1 0,-7-2 0,-2 0 0</inkml:trace>
  <inkml:trace contextRef="#ctx0" brushRef="#br0" timeOffset="121506">4512 15590 13670,'1'-4'6324,"0"1"-4829,-1 3-671,10-11-499,-11 18 403,-10 20-532,-7 6 5,-10 13 1,-3 2-864,-5 2 736,5-8 1,-5 6 0,2-5-1185,8-9 1,-1-1 1135,-8 9 0,-5 4 0,0 0-26,5-6 0,-1-1 0,2-1-10,5-6 1,1-1 0,-1 3-167,-10 11 1,-2 4 0,7-8-669,-2 7-1554,11-11 1,4-3 2397,13-12 0,3-6 0,5-10 0</inkml:trace>
  <inkml:trace contextRef="#ctx0" brushRef="#br0" timeOffset="121925">4476 15651 21047,'-42'-20'877,"0"0"1,2 2-1,13 2-664,26 10 73,19 0-96,15 6-103,-2 4 0,3 0-23,9 2 1,0 1-491,-4 0 0,1 1 454,13 2 0,5 2 0,-14-1 0,2 1 0,0 0 14,4 1 1,2 1 0,1 1-584,-5-2 1,2 2 0,0 0-1,0 0 553,-3-1 1,-1 1 0,-1 0 0,-1-1-47,5 2 0,-2 0 1,3 1-638,0 2 0,4 2 1,-1 0-1,-4 0 671,-2 1 0,-4 0 0,0 0 0,1-2 0,0-1 0,-6 0 0,-5 0 0,-1 0 0</inkml:trace>
  <inkml:trace contextRef="#ctx0" brushRef="#br0" timeOffset="122673">2953 17233 14320,'0'-7'5416,"0"1"-4590,-2-27 0,0-6 183,-1 8-819,0-10 1,0 2 593,0 19-661,2 13-61,0 5-1,-1 9 96,-3 21-37,-2 3 1,-2 4-74,-2 3 1,-2 4-303,-3 5 0,-3 5 0,1-3 266,1 0 1,0-2 4,-5 10 1,6-4 17,14-8 84,17-22 44,11-17-50,9-22 11,7-16-67,-18 10 0,0-3-182,2-2 1,1-1 198,-1-1 1,-1 1-24,-2 1 0,-1 1 62,13-16 830,-10 13-925,-11 16 39,-3 14-23,-3 16-5,3 14-16,-1 14 4,-2 8 1,-3-9-51,-3-6 1,0 2-161,1 20-356,-1-14 1,-1 0-1014,2-8 1,-1-1 1562,-1 2 0,1-3 0,0 3 0,-2-7 0</inkml:trace>
  <inkml:trace contextRef="#ctx0" brushRef="#br0" timeOffset="123479">2593 17164 24122,'-36'21'28,"-1"-1"0,2 8 0,7 7-31,16 21 0,7 8-1040,-2-19 0,-1 1 0,0 0 983,-1 2 1,-1 1-1,0 0-47,0-1 1,-1 0 0,2-1-20,0-4 1,1-1-1,1-1-224,0 9 0,2-4 566,5 11-1095,14-26 655,-1-36 101,8-15 101,-9-11 50,-5-4 0,-2-3 326,-2 6 0,-1-1-270,0-18 0,-1-3 3,-2 3 0,-2-2 11,1-3 0,-1-1 53,-1-2 0,1 0 59,0 0 0,1 1 6,0 4 0,2 1 5,1 3 0,2 3-33,1 6 0,2 2-88,2 5 1,3 2 156,7-11-139,21-2-57,-2 23-42,-8 6 1,3 3-3,-1 5 0,1 3 19,5-1 1,3 2-15,3 2 1,1 0-21,-8 1 1,2 0 2,20 4 1,1 1-360,-17 0 0,0 0 362,18 3 1,2-1-9,-14 0 0,-1-1 0,-2 0 0,-2-1 11,-3-1 0,-3 1-43,24 2 49,-21-2 846,-6 4-819,-19-1 484,1 4-444,-6 3 818,-1 3-807,4 3 94,1 5-121,4 5-1,3 6-17,5 12-39,-12-20 1,0 2-257,2 7 1,-1 1 280,-1 4 1,-1 2-21,2 16 1,-1 0-606,-5-19 0,0 1 625,2 18 1,-1-1-1,-4-20 1,-1-2-169,0 9 1,-3 0 128,-4-2 0,-5-3 11,-5-2 1,-5-3-269,-9-1 1,-8-3 277,-1-7 1,-7-3 0,2-2-449,-4 2 0,-4-3 444,-2-2 1,-5-2 0,1-2-9,-7-4 0,-2-3 5,11 0 0,-3-2 0,1-1 15,-1-3 1,0-3-1,0-1-43,2-1 0,0-2 0,2-2-170,3-2 1,1-2-1,3-2-1047,-15-8 1,5-3 1233,14 2 0,6 1 0,-4-7 0,23 13 0</inkml:trace>
  <inkml:trace contextRef="#ctx0" brushRef="#br0" timeOffset="124209">5256 17119 20711,'2'-62'1469,"1"0"0,-1 0 1,-2 12-1241,-2 32 57,0-5-230,0 18-50,1 7 22,1 13 11,2 32-56,0-5 17,-1-3 0,1 4-536,-1 3 0,-1 2 527,1 2 1,-1 3-56,0-6 1,0 2 0,0-5-8,0-3 1,1-2-11,0 2 0,1-3-446,5 2-307,1-11 151,1-4 16,-2-22 179,-4-28 443,-1 0 40,-3-15 50,-4-2 67,-3-7-11,3 18 0,-1-3 405,0-6 1,0 1-216,-4-24-140,2 7 152,2 18 66,2 13-307,2 4-23,0 5 6,6 2 250,5 6-592,2-4 297,19 3 0,-20 6 0,11-1 0</inkml:trace>
  <inkml:trace contextRef="#ctx0" brushRef="#br0" timeOffset="125039">5236 16997 22419,'-19'-32'109,"1"1"0,2-22-84,43 43 0,11 6-3,0-3 1,2 0-632,7-2 0,0 1 612,-7 1 0,2-1 15,2 1 1,3-2 0,-3 1-14,-8 2 1,1-2 14,17-2 1,8-2-1,-5 0-6,-4 1 0,-1 0-12,-4 1 0,4-1 0,-2 1 1,-5 1 1,-1 0 0,-4 1-1,2 0 0,-2 1 5,6 1 1,-6 1 629,-7 3-425,-2 13 244,-17-2-329,-8 9 354,-13 26-381,3-15-69,0 4 0,0 4 125,4 22-107,2-17 1,2 2 16,-1-8 1,1 2-40,4 4 0,1 5 0,1-3-945,3 4 0,-1 0 920,3 9 0,1 3-13,-4-18 1,2 1 0,-2-4-328,-2 1 1,-1 0 370,4 14 0,-4 1 76,-10-17 1,-4-3-83,-17 23 11,-21-12 57,15-28 0,-3-3-79,-5-2 0,-2-3-3,-5-3 0,-3-2 8,-5-1 1,-2-2-9,-5-2 0,-5-2-3,16-1 0,-5 0 0,0-1 0,2 0 125,-5-1 0,2 0 0,-1 0-136,-6-1 0,-2-1 0,1 0 20,1 0 1,1 0-1,6 1-26,9 1 1,1 0 16,-14-1 0,-6 0 1,6 1 345,13 2 1,2 1-620,-1 0 0,-4 0 1,7 0-2035,-13 2-7489,15-2 9785,41 0 0,5-1 0,-3 2 0</inkml:trace>
  <inkml:trace contextRef="#ctx0" brushRef="#br0" timeOffset="125606">5573 17411 22498,'-18'-45'623,"0"0"1,1 3-1,7 6-505,18 5-62,7 3-56,14 2 28,10 2 5,10 5-38,3 6 16,2 6 0,-3 8-16,-2 8-12,-5 7-17,-6 12 17,-10 6 12,-13 7 5,-12 3 28,-15 1-17,-7-5 17,-8-6 45,1-12 50,3-7 39,4-10 34,5-7-11,5-5-44,3-4-102,4 1 45,12-4-56,6 7-45,14-4 28,6 8 1,8 5-29,5 7 0,4 8 6,-9 1 5,-11 0 1,-1 3-12,6 8 25,-14-7 1,-3 0-3385,-9 12 3371,-16-9-29,-35 8-78,-2-12-65,11-7 1,-2-2-1051,-2-5 1,1-2-1793,-11 1 2452,-7-9 0,37 1 0,1-2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46:33.1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5632 1478 27934,'-36'-4'183,"0"0"0,-20-2-607,53 6 722,3 0 165,11 2-916,3 1 295,6 1 65,19-2-78,-16-1 341,31 0 107,9-2-254,-27-1 0,2 1-8,10-1 1,2 0 294,-2-1 0,0 1-49,6-1 1,0 0 4,-10 1 1,2 0-165,2 0 0,6-1 1,-3 0 10,9 0 0,0-1-57,-1 0 0,4 0 1,-1 0-24,-7-1 0,-1 1 1,1 0 5,4-1 1,0 0-1,-2 0-7,-10 0 0,-2 1 0,4 0-10,5-2 0,4 1 0,1-1 1,-3 0-2,1 0 0,-2 0 1,5 0-11,-11 1 1,3 0 0,2-1 0,0 1-1,-1 0-5,6-1 1,0 0-1,-1 1 1,2-1-5,-10 2 0,2-1 1,0 0-1,-1 0 0,-1 1 2,3 0 0,-3-1 0,1 1 0,5 0-508,-2-1 0,6 0 0,2 1 0,0-1 0,-3 0 0,-6 1 480,-2 0 0,-5 1 1,-1 0-1,7-1 2,-4 0 1,5 1 0,3-1-1,1 0 1,1 0 0,0 0-1,-3 0-125,4 0 1,0 1 0,-1-1 0,0 1-1,0-1 1,1 1 70,2-1 0,2 1 0,-1-1 0,1 1 1,0-1-1,-1 1-57,-3 0 0,0-1 0,0 1 1,0 0-1,0-1 0,2 0 53,-2 1 1,2-1 0,2 1 0,-1-1 0,-1 0 0,-4 0 0,-4 1-60,4 0 1,-7-1 0,1 1 0,7-1 79,-6 1 1,5-1 0,4 0 0,2 0 0,2-1 0,0 1-1,-2 0 1,-2 0-3,2 0 1,-2 0 0,-1 0 0,1 0 0,0 0 0,3 0 0,3 0 2,-10 1 0,2 0 0,2 0 0,3-1 0,0 1 0,1 0 1,-1 0-1,-1 0 0,0-1 0,-3 1 0,-3 0-40,5 0 0,-2 0 1,-2-1-1,-1 1 0,0 0 1,0 0-1,0 0 1,3 0 45,-1 1 1,2-1 0,2 1 0,0-1 0,0 1 0,-2 0 0,-2 0 0,-4 0 0,-4 1-99,18-1 0,-8 1 1,-1 0-1,3 0 23,-11 0 0,1 0 1,2 1-1,0-1 1,-1 0-1,-3 1-64,11-1 1,-3 1 0,1-1-1,3 1 14,-8 0 0,3 0 0,3 0 0,-1 0 1,-2 0-1,-3 1-126,6-1 1,-3 1 0,-1 0 0,2-1 125,-4 1 1,0-1 0,2 0 0,0 1 0,1 0 21,3 0 0,2 0 0,1 1 0,-3-1 0,-2 1-41,-4-1 1,-3 1 0,0-1 0,4 0 38,4 1 1,4 0 0,2 0-1,-1 0 1,-6-1 90,-8 1 1,-3-1-1,-1 0 1,4 0 22,4 1 0,5 0 0,0 0 0,0 0 0,-5-1-51,-3 1 0,-3-1 0,0 1 0,3-1 49,4 1 1,2 0-1,3 0 1,-2 0 0,-2 0-16,2 0 0,-1-1 0,-3 1 0,-1-1-22,3 1 0,-2 0 0,2-1 37,0 0 1,4 0 0,-1-1 0,-7 0-24,4 1 0,1-1 58,-1 1 1,10-1 0,0 0 0,-7 0 206,-10-1 1,-5 0 0,4 0-195,2 0 0,4 0 0,0-1 0,-5 1-12,-4-1 0,-4 0 1,4 0 13,5-1 1,4 0 0,0-1 0,-6 1-22,6 0 0,2 0 18,-11 0 0,8 0 0,2-1 1,-2 1-1,-5 0-2,3 0 0,-4 0 0,2 0 55,2 0 1,3 0 0,1 0 0,-4 0-53,2 0 1,-2 0 0,-1 0 5,-2 1 0,-2-1 1,-1 0 490,17-1 1,-3 0-482,-7 0 1,-2-1 655,-7-1 0,-3 0-622,-4 1 0,-3-2 1079,15-3-1065,-17 2 1,0 0 21,8-3 1667,16-2-1605,-22 4 1185,-11 4-1117,-12 1 401,-6 3-553,-5 0-46,0 1-9,1 2 21,0-1 90,1 2-123,-2-2 6,1 1 11,0 3-12,0 1-5,0 2-11,0 0 28,-1 10-11,-1-7-18,-1 13 12,-1-11 28,-1 20 6,1-4-23,-1 18-5,2-1 5,0 2-17,2 4 23,-1 0-17,4 2-1699,1-21 1,1 0 1698,3 12-12,4 7 63,-2-2-40,-3-7-45,0 17 34,-6-17 0,-6-8 23,-3-5 44,-5-6-28,2-8 3509,-6-1-3069,4-5-19,-1-1 15,3-3 4,4-4 476,-2 0 32,-2-1 348,-6 3 32,5-2 172,-12 4-73,2-2-149,-9 4-1317,-4 0 0,0 1 0,0 0 0,-1 0 0,-3 0 0,6-4 0,-28 1 0,9-4 0,13-1 0,-3 0 0,-8-1 0,1 1 0,2-1 0,2 0 0,-1-1 0,1 1 0,0-1 0,2 0 0,9 0 0,-2 0 0,-20-1 0,-1-1 0,18 2 0,1 1 0,-18-2 0,-1 1 0,17 0 0,-1 2 0,-13-2 0,-2 2 0,-2 0 0,-2 0 0,10 0 0,-2 1 0,3-1 0,-4 1 0,0 0 0,4 0 0,-3 0 0,2 0 0,-3 1 0,1-1 0,7 1 0,-1-1 0,-1 1 0,-1 0 0,0 0 0,0 1 0,-1-1 0,0 1 0,-1-1 0,-2 1 0,0 0 0,0 0 0,-3 0 0,0 0 0,-1 0 0,-3 1 0,0-1 0,-2 1 0,14-1 0,0-1 0,-1 1 0,-1-1 0,0 1 0,-1 0 0,-1-1 0,-1 1 0,1-1 0,-2 0 0,-1 1 0,1-1 0,4 0 0,-12 1 0,4-1 0,-6 1 0,6 0 0,-5-1 0,-2 1 0,0 0 0,4 0 0,-1-1 0,4 0 0,0 0 0,-3 0 0,5 0 0,-1 0 0,-2 0 0,0 0 0,-1 1 0,5-1 0,-2-1 0,0 1 0,0 0 0,3 0 0,3-1 0,-15 2 0,6-1 0,-7 1 0,17-2 0,-5 1 0,-3 1 0,0-1 0,1 0 0,3 0 0,0 0 0,2 0 0,2 1 0,-2-1 0,-1 0 0,-8 1 0,-2-1 0,-2 1 0,1 0 0,1 0 0,1-1 0,1 1 0,-1 0 0,1 0 0,0 0 0,-1 0 0,0 0 0,-1 0 0,2 0 0,1-1 0,5 1 0,2-1 0,0 0 0,0 1 0,1-1 0,-11 1 0,0 0 0,0 0 0,1 0 0,3 0 0,0-1 0,1 1 0,1-1 0,-7 1 0,3 0 0,-5 0 0,9 0 0,-5 0 0,-1 0 0,1 0 0,4 0 0,5 0 0,4-1 0,-1 1 0,-4 0 0,0-1 0,-5 2 0,-3-1 0,1 0 0,4 1 0,6-2 0,-2 1 0,7-1 0,-6 1 0,0 0 0,-7 0 0,-2 1 0,1-1 0,5 0 0,-10 1 0,5 0 0,-4-1 0,8 0 0,-5 1 0,0-1 0,0 1 0,5-1 0,4 0 0,4-1 0,0 0 0,-4 1 0,0-1 0,-4 0 0,-2 1 0,0-1 0,4 0 0,7-1 0,-2 1 0,6-1 0,-5 0 0,0 1 0,-6-1 0,-1 0 0,0 1 0,5-1 0,-8 1 0,4 0 0,-3-1 0,6 1 0,-3-1 0,0 0 0,0 1 0,1-1 0,1 0 0,-1 0 0,-1 1 0,-7 0 0,-2 0 0,-1 0 0,3 0 0,6 0 0,1-1 0,1 1 0,0-1 0,3 1 0,-1-1 0,2 1 0,-1 0 0,-13 0 0,1 1 0,2-1 0,9-1 0,3 1 0,-4-1 0,-3 1 0,-3 0 0,-1 0 0,2-1 0,-8 1 0,2-1 0,1 1 0,2-1 0,2 1 0,0-1 0,3-1 0,2 0 0,1 0 0,8 1 0,2-1 0,-3 0 0,-3 1 0,-5-1 0,1 1 0,3-1 0,3 1 0,2 0 0,-2-1 0,-14 2 0,-4-1 0,2 0 0,8 1 0,2 0 0,1-1 0,8 0 0,0 0 0,-2 0 0,-7 1 0,-4 0 0,0 1 0,8-2 0,2 1 0,0 0 0,-1 0 0,-7 0 0,-1 1 0,9-1 0,2 0 0,0-1 0,-17 2 0,-8 0 0,7 0 0,6-2 0,3 1 0,10-1 0,-2 0 0,2-1 0,-15 1 0,4-1 0,12-1 0,-1 1 0,-18-1 0,-1 0 0,13 0 0,1-1 0,-7 0 0,4 0 0,-12-1 0,27 0 0,-1 0 0,-4-2 0,0 0 0,-18-2 0,23 2 0,1 0 0,-8-7 0,18 5 0,-20-12-266,31 10-743,-6-8-210,13 2-498,2 2 140,3-9 527,1 13 420,0-14 67,1 6 232,0-5 429,1-16 214,0 14 560,2-33-109,4 3-476,2 7 0,1-1-62,-3 14 1,1-1 75,7-23 0,0 1 255,2-4-343,-8 25 0,0 0 262,4-19-58,-1 9-48,-1-1-229,-1 6-234,2 2 66,-5 20-138,7-11-569,-1 15 964,-4 3-5940,10 6 5812,-9 8 1,1-1 0,-6 2 0</inkml:trace>
  <inkml:trace contextRef="#ctx0" brushRef="#br0" timeOffset="1391">6241 1896 31144,'8'-17'-698,"-2"3"655,-5 14-1991,-1 1 1683,-4-1 1735,-1-1-585,-5-4-1096,3-6-1422,0-9 371,5-7 400,2-6 1643,6-2-319,5 2-829,7 5 668,-2 10 1157,12 3 1422,-7 9-915,11 4-1879,3 14 0,-11-1 0,11 16 0,-16-1-1078,-2 13-1231,-13 10 1268,-9-18 0,-5 0 581,-5 6 1,-5 0 362,-6 3 0,-4-1 552,-4 1 0,-2-3 258,1-4 1,0-3 360,4-6 1,1-4 1021,-14 4-2096,15-14 0,12-11 0,5-7 0,6-5 0,2-7 0,6 1 0,4 0-955,6 4 179,7 6 915,8 4 52,12 9 295,13 7-158,-20-1 1,3 1-693,6 1 0,1 0-1075,6 2 1,3-1 1444,11 1 0,-2-1 1,-25-5-1,-2-1 0,0-1 1,0 1-1</inkml:trace>
  <inkml:trace contextRef="#ctx0" brushRef="#br0" timeOffset="1974">7582 1624 31996,'10'-55'218,"0"0"1,-1 7 0,-3 8-938,-3 21 44,-3 11 85,0 11 65,1 15 112,-1 22 320,-3 15 0,-1 4-370,1-19 0,1 0 385,-2 1 1,-1 3 0,1-2-26,-2 7 0,0-2-86,0 5 1,1 2-122,1-10 1,1 2-1,0 0-485,2-2 0,0 1 0,2-1 763,4 1 0,1 0 0,-1-5 0,-1-2 0,1-5 0,11 24 0</inkml:trace>
  <inkml:trace contextRef="#ctx0" brushRef="#br0" timeOffset="2519">9038 1693 28692,'10'-53'522,"1"0"1,-1 6-1,-5 4-1119,-15 2-1390,-14 13 373,-14 9 1602,-1 17 640,3 12 0,1 5 885,-4 7-994,0 1 1,1 4 908,-5 18-807,18-18 0,2 4-501,1 10 0,3-1-120,0 8 0,4 10 0,25-29 0,10-7-1875,3-1-357,4-12 1444,2-15 1521,11-15 548,-6 2 279,10-18-239,-17-1-1321,-4 6 0,1-11 0,-12 20 0,3-4 0,-6 12 0,-2 4 0,-6 9 0,1 8 0,0 10 0,2 4-849,-2 19-340,-1 21 26,-2-10 368,0-8 0,0 1-1265,0-2 0,1-2 322,0-7 0,2 0 1786,5 15 1,1-5-1,-1-19 1,6 7 0</inkml:trace>
  <inkml:trace contextRef="#ctx0" brushRef="#br0" timeOffset="2954">10041 1631 25653,'4'-8'2706,"14"-34"1,2-10-1810,-6 0-539,7-8 0,-2 1-270,-11 15-88,-3 5 0,-4 24-273,-2-3-1313,-1 18 1587,-3 12 32,0 4 3,-7 30-109,-3 13 131,3-3 0,-1 4 14,4-17 1,1 3-131,1 11 0,1 6 1,1-6 17,2-15 1,2 0-634,0 10 1,2 5 0,1-4-1089,3-2 0,3 0-1516,-1-4 0,3 3 0,-1-5 2214,0-1 0,0-5 0,2 1 0,-3-8 1,-4-21-1</inkml:trace>
  <inkml:trace contextRef="#ctx0" brushRef="#br0" timeOffset="3624">11759 1586 31038,'-17'-44'-1726,"-1"-1"1,6 7 0,-4 8-824,-16 15 3742,13 12 243,-22 10 507,7 13-1105,6 3 1,0 6-421,2-2 1,2 3-468,-5 10 0,4 1 933,9-13 0,2 2-535,1 16 0,3-1-349,4 0-107,7 3 0,6-1-1830,12-3 588,-3-15 0,2-2-704,9-1 807,6-9 991,-5-12 795,-5-5 724,5-13 1081,-14-7-636,0-9 266,-5-5-1405,-10-8-570,-3 15 0,-15-7-1416,1 25 431,-6-2-687,1 12 1825,2 11 809,2 5-448,3 11-1104,12 0-334,7-6 958,15 5 0,-9-19 0,7 4 0</inkml:trace>
  <inkml:trace contextRef="#ctx0" brushRef="#br0" timeOffset="3887">12442 1186 32767,'0'-8'-1365,"-4"-25"0,0-3-189,1 11 1168,-2-11 0,1 3-236,3 23 171,1 18 431,4 19-249,1 24-535,-2-16 0,0 3 842,-1 8 1,0 2 107,-4 8 1,-1 1-18,0-13 0,-1 0 0,-1 2-27,-1 3 1,-1 2 0,1 0-288,1 2 1,-1 1-1,2-2-437,-2 11 1,3-1 619,7-12 0,4 2 1,-2-10-1,0 7 1,4-16-1,0-1 1</inkml:trace>
  <inkml:trace contextRef="#ctx0" brushRef="#br0" timeOffset="4641">13482 1527 29796,'-6'-52'-929,"-1"0"1,3 3-1,5 6-203,16-1 1932,10 6 561,9 6 112,8 11 271,4 9-715,2 9-928,-1 12 280,-12 2-381,13 23 0,-18-2 0,-10-8 0,-3 1 0,4 21-1186,-12 2-1189,-11-11 813,-8-2 956,-33 10 1258,5-17-1779,6-8 0,-2-2 3642,-15-8-109,3-12-87,5-9-2228,13-4-91,4-16 0,15 8-463,8-9-1294,12 11 792,10 6 4150,6 7-3185,6 7 0,6 9 0,4 7 0,6 9 0,2 6-517,-1 5-406,-8 2-715,-14 2-303,-18-1 189,-34 1 2022,-1-14 577,-34 1 782,9-18-1231,-13 0-2700,1-10 2594,11-4 1,20 0-1,14 1 1</inkml:trace>
  <inkml:trace contextRef="#ctx0" brushRef="#br0" timeOffset="4895">14648 959 32767,'32'40'-360,"-1"0"0,0-1 1,0 1-1,8 12 1,-2 0-1,-8 0-902,-15-11 1,-6 0 0,0 1 488,0 2 0,0 1 0,-2 1-878,0 2 1,-1 1 0,0-2 1638,-1 17 0,0-6 0,-3-17 0,0-5 0,-1 4 0</inkml:trace>
  <inkml:trace contextRef="#ctx0" brushRef="#br0" timeOffset="5562">16044 1337 29037,'1'-49'88,"0"-1"1,0 6 0,-1 6-982,-2 1-205,1 19 422,-1 6-89,2 16 969,0 10-340,0 16-606,0 0 0,0 3 781,0 17-6,0-9 1,0 3 68,-1-6 0,1-1 103,-1 26-27,3-19 0,1-3-583,4-6 34,4 5 248,7-24 346,-7-12 863,15-14 1208,1-12-1423,-2-3 0,1-2 675,11-13-822,-10 8 1,-1-1-725,5-11 0,5-7 0,-6 8 0,-6 12 0,-7 10 0,-6 11 0,-2 8 0,-2 11 0,2 23 0,-4-4 0,1 27 0,-4-24 0,0 2-433,1 2 1,0 1-597,-1-1 0,3 1-3667,5 9 0,4-2-5135,9 13 9002,-9-23 0,0-3 1,2-3-1,-11-20 0</inkml:trace>
  <inkml:trace contextRef="#ctx0" brushRef="#br0" timeOffset="5820">17679 1039 32767,'0'-11'-1083,"-7"-26"1,-1-3-1173,4 18 1570,-4-16 1,1 7-229,6 27-73,1 20 5122,1 38-4186,0-20 0,0 3-1738,1 15 0,-1 2 1786,1-14 0,0 0 53,0 12 1,0 3-164,0-12 1,1 2-1,0-2-6,0 11 1,2 1-1273,0-1 0,2 3 0,2-3 1330,5 6 1,2-5 0,-7-13 0,1-3 0,1-5 0,0 0 0</inkml:trace>
  <inkml:trace contextRef="#ctx0" brushRef="#br0" timeOffset="6485">19200 1071 32767,'-53'-29'-418,"1"0"1,5 2 0,3 11-893,-8 33 2317,1 3-397,-8-1-507,28-9 0,-1-1-58,-1-1 1,0 0-39,1-2 1,1 1-648,-24 4 1913,10 0-1273,10 0 0,6 2-420,5 1 22,2 4-244,7-3 536,-1 12-696,9-6-131,-1 11 208,6-7-190,2-5 112,4 5-41,0-12 11,1 3 313,0-7 204,0-6 293,3 0-13,3-6 9,5-4 131,2-7 83,1-6-87,-4 2 138,7-11-227,-3 12-126,8-6 122,-2 13-12,1 4 5,1 8-1,2 8 6,4 10-1,2 10 0,-6-3 21,9 21-23,-17-14-25,4 15 23,-20-15-16,-10-9 136,-34 3-3286,-20-10 3378,0 0-270,22-11 0,0-3-1089,-6-2-8684,-6-1 9539,18-2 0,13 1 0,13-2 1</inkml:trace>
  <inkml:trace contextRef="#ctx0" brushRef="#br0" timeOffset="15803">14776 1248 31370,'9'-51'-26,"0"-1"0,0 5 0,-2 7-340,-3 17 361,-2 5-96,0 6 19,-2 6-360,0 4 134,3 4-955,0 7 645,4 8 15,3 11 75,0 8 96,3 10-118,-1 7-166,0 5 433,-4-7 339,-3-10 1,-1 1 58,0 3-47,1 6 0,-1 2 114,1 5-79,-2-16 1,0 0 166,0 18-148,-1-5 231,-1-5 118,-1-6-27,0-6 20,-1-8-127,0-8-28,0-9 739,0-5-615,1-5 361,0-1-668,0-7-147,0-5-49,0-12 162,0 1 5,0-23-78,-1 7 59,1-21 57,0 2-62,0 25 0,0-1 3,0-3 1,0 1-290,1-3 1,-1 0 155,0 0 0,0 0-6,0 2 0,0 0-47,0-28-10,2 11 52,-1 14-123,1 13-142,-1 13 62,-1 8-21,0 3 464,0 8-430,0-1 4,-1 29-3,1 2 201,0-5 0,-1 3-1657,1 12 1,0 0 1698,0-11 0,0-1 13,0 8 1,0 2-241,-1 5 0,-1-1 251,0-7 0,-1 0 76,0 17 1,-2-1 67,1-18 0,0-3 215,-5 21 23,2-19-122,0-14-1700,2-12 1608,3-9 1,0-4 0,2-1-1</inkml:trace>
  <inkml:trace contextRef="#ctx0" brushRef="#br0" timeOffset="20776">4781 3572 22153,'-6'-41'430,"0"0"0,0 3 0,2 9-122,2 20-548,2 5-25,-1 4-84,1 11 582,1 13-38,1 18-479,-1 19 113,-2-23 1,0 1 314,-1 2 1,-2 2-3,-1 0 0,-2 0 40,0-2 0,-1-1 102,2-3 0,-1-1-141,1-4 1,1-1 192,-3 22-45,4-13-165,1-11-283,2-12 4,0-9-770,1-13-968,6-12-1462,3-16 3397,4-4 1,-3 12 0,-5 9 0</inkml:trace>
  <inkml:trace contextRef="#ctx0" brushRef="#br0" timeOffset="22403">4731 3466 28637,'-36'-52'-5232,"13"12"3853,38 43 2750,12 0-423,11 0-221,13-1-134,-5-2-1238,7-2 1,1 0 763,2-2 404,-7 1 1,7-2-1,-6 1-160,-16 0 1,0-1-206,11 0 1,5-1-1,-2 0 75,6-2 0,0 0-403,-6 1 0,1-1 1,2 1 278,0-1 0,1-1 0,1 1-387,2 0 1,0-1 0,1 1 273,3-1 1,0 1 0,0-1-3,3 1 0,0 0 0,0 0 136,-13 3 0,-1-1 1,1 1-1,1 0-15,0 0 0,0 0 1,0 0-1,0 0 0,2 1 1,-1 0-1,0 0 1,1 0-16,-1 0 1,1 0-1,0 1 1,-1-1-7,1 1 0,-1 0 0,0 0 0,0 0 1,1 1 0,-1-1 0,0 1 0,0-1-150,0 1 1,-2 0 0,2 0-1,1 0 69,9 0 0,3 0 1,0 0-1,-5 1-118,-1-1 1,-5 1-1,4 0 40,0 0 0,4 0 1,0 0-1,-5 0-5,-2 0 1,-3 1 0,0-1-11,0 1 1,-1-1 0,5 1 140,1-1 1,3 0 0,2 0 0,-1 1-14,-5-1 1,0 1 0,-1-1 0,1 0-62,-2 1 1,0-1 0,1 0 0,3 0 51,1 0 1,3 0-1,1 0 1,-2 0-1,-4 0 18,7-1 0,-6 1 0,3-1-10,-7 1 1,2 0-1,0 0 1,-1-1 21,-3 1 0,-1-1 0,1 0 0,-1 1-303,3-1 1,0 0 0,0 0 0,-2 0 149,6 0 1,-1 0 0,5 0 697,-3-1 0,8 0 0,2 0 0,-4 0 0,-9 0-394,7 1 1,-3-1-112,-10 0 1,5 1 0,0-1 0,-4 0 30,3 1 1,-3 0 0,-4 0-1589,0-1 1,1 1 1539,7 0 0,6-1 0,-5 0 246,-4 1 1,-1 0-127,12-1 0,2 0 254,-5 0 0,0 1-520,-5 0 0,-1 0 266,-3 0 0,-1 1 2,-5-1 1,0 2-216,-4-1 0,1 0 0,4 0 0,-2 0 0,15 0 0,-21 0 0,-3-1 0,3 1 0,4 0 0,-9 1 0,-14 0 0,-6 0 0,-10 0 0,-2 0 0,-3 1 0,0 0 0,-3 1 0,0-2 0,1 0 0,0 1 0,1 0 0,2 3 0,0 3 0,0 3 0,1 18 0,0-10-1225,1 28-480,0-5 843,0-7 1,0 3-75,0-4 1,0 0 450,0 0 0,0 0 180,0-1 0,0 1 100,0 3 1,0 0 3888,0 24-3778,0-9 0,0 1-49,0 10-271,0-25 0,0 1 327,1-3 1,0-1-38,2 2 0,1 0-156,3 24 135,1-10 0,0 0-294,2 7 274,-4-23 0,0 0-136,0 24 76,-7-14 244,-3-13 1,-3 0 267,-9 17 176,-5-6 141,-14-4 705,15-20-141,-25 8 145,0-15-105,7-5-763,5-3 0,-1-2 133,-11-1-163,-9-1-415,12 0 0,0-1 0,-7-2 0,10 1 0,-8 0 0,4-1-593,-3 0 1,-1-1 459,0 2 0,-3-1 1,2 1 11,-3-1 0,0 1 82,7 1 0,-3 1 0,-1 1 37,-5 0 1,-1 1 0,-1 1-564,-2 0 1,-1 1 0,-1 0 591,7 0 0,-1 0 0,0 1 0,1 0-771,-9 2 1,1 0 0,3 1 735,9-2 0,2 0 1,-1 0-118,-11 1 1,-3 1-1,-1-1-260,14 0 0,-2-1 1,1 0-1,-2 1 277,-1-1 0,-1 0 0,-1 1 1,2-1-13,1 0 0,1 0 1,0 0-1,-2 0-6,-8-1 0,-4 1 0,2-1 0,7 0-150,-8 0 0,-1 0 186,9-1 0,-7 0 0,-2 0 1,3 0-5,10-2 1,1 1 0,0-1 0,0 0 113,-2 0 0,-1 0 0,0 0 0,-2 0-2,-5-1 0,-2 1 1,1-1-1,1 1-6,9-1 0,0 0 1,2 0-1,2 0 0,-5 0 0,2 0 1,-2 0-106,-10 0 1,-2 0-1,2 0-27,9 0 1,1 1 0,-4-1 56,-3 1 0,-6-1 0,-1 0 1,3 1 46,8-1 0,0 0 1,1 1-1,-1-1-53,-7 1 0,-1-1 0,0 0 0,2 0 23,11 0 1,1 1 0,1-2 0,0 1-23,-16 0 0,1-1 0,3 1 7,12-1 1,2 1 0,-3-1 92,-1 0 1,-4 0 0,1 0 0,5 0 90,-4-1 0,-2 1-69,0 0 1,-9 1 0,-1-1 0,7 1-30,9-1 0,3 1 0,-2 0-4,-2 0 1,-3 1 0,-1 0 0,3-1-10,-6 2 0,1-1 0,1 1 42,-1 0 1,0 0 0,3 0 31,-10 1 1,0 0 337,6 0 1,-3 0 0,5-1-331,2 0 1,0-1-231,5 1 0,-3 0 1,5 0-62,5-1 1,3-1-15,-11 1 1,2 0 597,-11-1-612,24 0 1,0 0 2304,-23-6-2552,25 0 280,-5-3-37,11-2 2315,5-1-2133,0-4 592,1-5-823,8-2-240,-2-9 158,3 2 263,1-1 1,0-3-82,-4-21-113,3 13 1,1-1 334,3 4 0,1 2 137,-1-21-1,4 17 0,3 1 311,5-10-239,2-8-167,8 13-3477,4 4 3585,-2 7 0,-4 10 0,-11 20 0</inkml:trace>
  <inkml:trace contextRef="#ctx0" brushRef="#br0" timeOffset="23233">5710 3905 23234,'-4'-4'423,"0"0"-3148,-13-27 1,-1-7 2658,8 14 935,-10-18 0,4 1-810,16 23 1333,5-4-794,3 3-308,8 5 1282,7 5 3400,12 4-3784,13 12-435,11 7-516,-26-2 1,0 2-412,1 1 1,-2 2-203,-2 0 1,-2 1-709,16 19-3882,-19 0 3366,-13-7 627,-26 15 1278,-6-15 619,-16 9 243,8-19 924,-9-6-452,18-12-268,-6-6-215,16-8 1500,5-5-2656,6 0-465,5 2-105,7 4 170,6 3 163,4 4 251,6 4 238,3 8 550,5 6-479,2 9-560,-10-4-549,4 22-635,-22-9 206,-1 16 195,-24-8 752,-16-2 544,-14-3 363,-8-6-11,-1-8-1230,3-7 880,5-7 1,21-5 0,6-2 0</inkml:trace>
  <inkml:trace contextRef="#ctx0" brushRef="#br0" timeOffset="24260">5597 3850 29249,'-17'-8'299,"3"2"-357,14 2 216,1-1 116,0 0 98,1-4 97,2-1 98,2-6-65,1-5 433,3-3-935,2 0 0,11 0 0,-5 8 0,9 2 0,17 8 0,12 12 0,-2 0 0,-15 9 0,-4 3 0,-5 3 0,0 17 0,-4 5 0,-11-5 0,-12 19 0,-9 1-2208,-14-9 2118,-9 1 1,-6 2 363,6-15 0,-3-3 231,-6 6 0,-1-1-91,4-8 1,0-4-415,7-8 0,2-4 0,-19-4 0,20-11 0,3-16 0,14-4 0,2-10 0,5-6 0,9 7 0,9 0-1657,12 9 2221,-1 8-435,8 3 0,5 3 288,-5 2 1,1 1-418,7-2 0,4 1 0,-1 5 0,3 1 0,-6 1 0,-11 0 0,0 1-2382,14 6 1,7 3 0,-10 1 2143,-2 7 0,14 8 0,-46-20 1</inkml:trace>
  <inkml:trace contextRef="#ctx0" brushRef="#br0" timeOffset="24927">5733 3868 24919,'-4'-4'937,"1"1"385,3 3 856,-23-27-3334,17 20 401,-17-20 313,25 31 50,1 2-529,-1-1 1121,1 1-95,-3-3-756,0-1 2300,-8 0 478,2-1-35,-12-1-537,9-2-1555,-14-11 0,12 1 0,-9-15 0,7 3 0,0-11-5652,5 9 4209,7 0 650,5 13 1095,7 2 1424,5 4 692,18 3-313,5 8-768,10 11-1337,-5 14 0,-10 0 0,-16 1 0,-3 2-644,-3 6-327,-7 11 0,-7 4 219,-5-17 1,-5 0 549,-2 5 1,-2 4 0,-2-3 317,-5 2 0,-3-2 391,-6 6 1,-2-6 1257,-10-5-84,3-17-1681,16-32 0,8-13 0,6-2 0,7-4 0,14-17 0,2 18 0,14-17 0,2 26 0,-3 7 0,17 2 0,8 4 0,0 3 0,4 1 0,-2 1 0,0 1 0,-8 2 0,2 1 0,-3 0 0,1 1 0,-1 3-1742,17 9 1,-2 3 1482,-27-6 1,-2 1 0,7 2-1,-4-1 1,-10-1 0</inkml:trace>
  <inkml:trace contextRef="#ctx0" brushRef="#br0" timeOffset="25469">7486 3820 23581,'12'-54'1375,"-1"-1"0,0 0 0,0-3 0,-1-1 1,-1 4-895,0-5 1,-2 4-336,-1 0 1,-2 5 757,-2-2-953,-2 21 25,0 18-219,0 11-283,2 32-1,2 21-354,-1-5 1,0 5 771,0 11 1,-1 4 60,-2-15 0,0 3 1,0 1 22,-2 6 0,0 1 0,-1 1-494,0-12 0,0 0 0,0 1 0,0 0 177,0 2 1,-1 0-1,1 0 1,0 0-651,0 0 0,1 0 1,0-2-1,1-1 1005,0 8 0,2-2 1,-1-5-1,1 2 0,0-8 1,4 2-1</inkml:trace>
  <inkml:trace contextRef="#ctx0" brushRef="#br0" timeOffset="26066">8314 3933 17683,'4'-5'5856,"-2"1"-5023,13-25 0,1-7 1,-6 0-581,6-8 0,-1-1 176,-17 3-146,-7 7-538,-8 9 18,-12 12-90,-14 18 688,-14 16-91,24-2 1,0 3 305,-1 5 0,1 0-53,6-4 1,2 2 10,-4 10 1,5 2 512,4 10-172,3 15-764,28-22-882,13-14-649,12-11 263,6-13 278,5-14 351,0-11 244,-9-3 409,-10 2 1,-1-1 983,8-15-386,-11 13 0,-2 0 738,5-12-563,-12 15-898,-6 7 0,-7 13 0,0 8 0,-5 12 0,-3 18-682,-3 14 12,-1 14 374,4-27 0,0 3-189,0 16 0,0 0-248,2-14 1,0 0-358,-1 22 1,2 0-1249,2-15 1,0-3 2302,0 7 0,0-4 0,1 14 0,0-28 0</inkml:trace>
  <inkml:trace contextRef="#ctx0" brushRef="#br0" timeOffset="26544">9706 3324 20978,'8'-61'1618,"0"1"1,-2 17 0,-2 3-1378,-2 5 0,-2 5 35,-2 5-185,-1 5-124,-1 18 334,3 24-104,0 8-173,0 2 0,0 4 94,-1 4 1,-1 3-556,-2 17 0,-2 6 509,0-4 0,-2 3 0,0-3-18,3-17 1,0-2 0,-1 4-307,-1 8 0,0 6 1,0 0-1,2-7-915,0 8 1,3-1 1151,4-14 1,1 5 0,1-2 0,-1-7 0,0-2 0,1-6 0,7 1 0,-1 0-1</inkml:trace>
  <inkml:trace contextRef="#ctx0" brushRef="#br0" timeOffset="26987">10749 3398 23144,'-5'-48'859,"1"-1"1,-2 9 0,-3 8-1064,-11 18 540,-4 14 446,-9 17 1,-1 7 251,-7 6-1670,7 3 1,-6 8 0,6-3 803,12-10 0,2 3 13,-7 16 0,-2 8 1,5-7 96,8-13 1,3 0-114,-1 6 1,-1 4 0,5-2-82,4 7 0,5-3-434,-1-8 1,2 0-111,6 10 1,7-3-112,13-14 0,6-4 232,2-5 1,2-3 49,-1 2 1,3-9 278,11-25 0,-4-13-67,-7-13 34,-8 8 1,-4-2 92,-7-22 81,-13 2 118,-7 3-246,-5 8-36,-26 15-223,10 18 1737,-32 1-1724,-5 23-2599,1 5 2769,3 7-2400,19 21-592,25-22 3081,-2 21 1,13-34-1,0 0 1</inkml:trace>
  <inkml:trace contextRef="#ctx0" brushRef="#br0" timeOffset="28536">14392 3292 18616,'-2'-47'798,"0"0"1,1 0-1,-1 20-734,1 36 95,1 18-77,0 24-100,-2-13 0,0 2-805,-2 11 1,0 2 825,-4 8 1,-1 0 21,2-10 0,-2 1-85,1-2 0,-2 4 1,1-4-333,1 0 0,0-2 301,1-4 1,0 2 0,1-6 5,1-4 0,1-5-189,0 28 191,2-39-220,0-2-147,1-32 184,1-20 137,-1-23 405,1 18 1,0-1-273,0-8 0,-1-2-91,1-6 0,0-2 194,0-2 1,0 1-44,0 13 0,0-2 96,0 6 0,0-3 1,-1 4 22,1 1 0,0 1-333,-1-15 1,1 1 374,0 17 1,1 4 155,1-19-127,3 17 347,1 14-470,2 11 1436,6 9-1241,8 9 72,9 8-43,1 2-151,11 1 1,4-1 282,4 0-404,-13-7 1,5 0 0,-1-2 168,5-5 0,0-2-511,-4 0 0,2 0 0,0-2 544,11-1 0,1-2-98,-3-1 1,2-1-1,0-1-25,-2-1 1,-1-1-1,6 0-584,-4 0 1,4-1 0,3 0-1,1 0 1,-2 0 492,-3 1 0,-1 0 0,0-1 0,1 1 0,1-1-260,0 1 0,2-1 0,0 0 0,2 1 0,-2-1 0,-1 1 292,-6 0 0,-1 0 1,0 1-1,0-1 1,0 1-1,0 0-17,1 0 1,0-1 0,1 1 0,-1 0 0,1 0 0,-1 0-188,0 1 1,1-1-1,-1 1 1,0-1 0,0 1-1,0 0 136,0 0 0,-1 0 0,0 0 0,0 0 0,0 1 0,0-1-112,10 0 1,0 0 0,-1 0 0,1 0 0,-1 0 107,-1 1 1,1-1-1,-1 1 1,0 0-1,1 0 0,-2 0 1,1 0-1,-1 1 1,0-1-1,1 1-24,-1-1 1,0 1 0,1 0 0,-1 0 0,0 1 60,-1-1 1,0 1 0,1-1-1,-1 1 1,0 0 2,-1-1 1,-1 1-1,1 0 1,-1 0-1,0 0 38,-2 0 1,1 1 0,-2-1 0,1 0 0,-1 1-34,-2 0 1,-1-1 0,0 1 0,0 0 0,-1 0 16,9-1 0,-1 1 0,-1 0 1,0 1 3,-5-1 1,-1 0 0,0 1 0,-2-1 235,9 0 0,-1 0 0,-1 0-256,-8 1 1,-1-1-1,-2 1 314,11-1 1,-4 1-514,-11-1 1,-2 1 1777,19 0-1793,-27 1 2894,-11 0-2540,-15 2 834,-3 0-2099,0 3 636,-5 2 108,-3 5 34,-6 8 158,-5 10-361,-5 10-14,-2 14 156,11-22 1,0 2 589,1 5 1,0 2 51,1 5 1,2 2-484,2 4 0,3 2-664,1 4 0,3 1 435,4 2 1,3 1 80,-1-13 0,2 1 0,0-2-158,1 2 0,0-1 28,2 4 1,-2 1 151,-8-7 0,-5-3 127,-5-8 1,-5-1-113,-7 15 1,-7-5 433,-10-13 0,-4-8 199,7-5 1,-5-4-570,-6-6 1,-6-3 0,1-2 483,9-2 1,1-3-1,-4 0-70,-2 0 0,-4-1 0,-1-1 0,1 0-18,3-1 0,1 0 0,-1-1 0,0-1-45,-2 0 0,-1 0 1,0 0-1,-1-1-400,-1 1 1,0 0 0,0-1 0,-1 1 132,0 0 1,0-1 0,-1 1 0,0-1-69,-1 1 0,0 0 0,-1 0 0,0 0-251,-2 0 0,0 0 1,-1 1-1,0-1 307,10 2 1,-1 0 0,0 0 0,0 0 0,-1 0 9,-2 1 1,0-1-1,-1 1 1,-1 0 0,-3 0 48,-1 0 1,-3 1 0,-2 0 0,0 0 0,2 1 0,3-1-242,5 1 0,2-1 1,2 1-1,-1 0 0,-5 0 310,4 1 0,-4-1 0,-2 1 1,-1 0-1,1 0 0,2 0 0,3 0 53,-4 1 0,4 0 0,1 0 0,-1 0 0,-5 1-8,1 0 0,-4 0 1,-2 0-1,-2 1 1,1 0-1,3-1 1,3 1-106,-3-1 0,4 1 0,1-1 1,-1 1-1,-3 0 102,5 0 0,-3 0 0,-2 0 0,-1 1 0,2-1 1,1 1-1,5-1 32,-4 0 1,5 1 0,1-1 0,0 0 0,-4 0-29,2 0 0,-3 0 1,0 1-1,-1-1 0,0 0 1,1-1-57,1 1 1,0-1 0,0 1 0,0-1 0,2 0-1,2 0-23,-11 0 1,3 0 0,0 0 0,-4-1-348,5 0 0,-5-1 0,-3 0 0,2 0 0,5-1 0,6 1-308,-2-2 1,7 1-1,-4-1 694,0 0 0,-6 0 0,-1 0 0,5 0 0,14-1 0,-10-2 0,7 0 0</inkml:trace>
  <inkml:trace contextRef="#ctx0" brushRef="#br0" timeOffset="29383">15315 3664 16484,'-4'-4'5406,"1"1"-5459,-8-27 1,-1-8 220,7 10 85,-8-17 0,5-1 68,17 12-88,8-6-31,22 0-123,-9 17 115,1 10 1,1 5 180,8 6-108,8 3-39,-1 14 62,-6 9-225,-10-1 0,-1 0-23,9 12-185,-15-3 0,-6-1-323,-8-2 152,-11 26 377,-20-18 254,-2-11 0,-3-1 344,-11 7 153,-18-1 313,25-23-13,-3-5 68,6-8-283,5-11-854,10 2-672,3-6-377,10 11 314,13 0 652,-3 6 83,32 7-215,-5 3 172,23 10 292,-16-4 160,14 9 63,-12-2-493,-16-4 0,-1 2-817,6 5 20,-8 12 67,-40-7 696,-1-5 44,-26 4 279,3-16-607,-14 1-1151,13-10-459,7-3 1105,16-7 1,10 4-1,1 0 1</inkml:trace>
  <inkml:trace contextRef="#ctx0" brushRef="#br0" timeOffset="29650">16470 3223 30227,'4'-39'-278,"0"0"1,4-19-115,-8 100-21,0 12 287,-1-3 0,0 2-278,0-13 0,-2 1 377,-1 8 0,-2 4 0,0-5-304,0-7 1,1 1 3,-3 16 1,-1 9 0,2-7-783,2-8 0,3-2 99,2-3 0,0 2 0,2-5-197,2-4 0,4-2 1123,10 2 0,2-5 1,-5-11-1,9 6 0</inkml:trace>
  <inkml:trace contextRef="#ctx0" brushRef="#br0" timeOffset="30070">17195 3399 22664,'15'-57'1425,"1"0"0,-3 9 0,-3 8-982,-5 14-301,-3 19-118,-2 0-113,1 17-78,-1 27 105,0 15-63,0-10 0,-1 0-192,0-9 1,0-1 318,-1 11 1,1 2-72,1-4 1,0-1-2,0-8 1,2 1-63,4 9 0,3-5 52,5-10 32,10 1 22,-7-22 532,23-27 371,-3-9-503,-10 3 1,0-2 22,-2-1 1,-2-1-23,-2-1 1,0 1 60,-3 3 1,-1 1 344,9-16-175,-10 19-464,-6 9-698,-8 11 156,0 5-51,-2 5 351,3 23-456,0 3-129,2 23 19,-1-11-161,-1-9 0,1 2-1459,7 18-28,-2-16 1,3-1 2234,12 14 0,-7-20 0,-5-15 0</inkml:trace>
  <inkml:trace contextRef="#ctx0" brushRef="#br0" timeOffset="30359">18787 3010 22491,'-3'-3'2303,"2"1"-1566,1 2-121,2 28-716,3 18 64,-3-5 1,-1 5-482,-2 6 0,-1 3 477,-5 5 1,-1 2-595,0-18 1,0 0 0,0 0 122,0 1 1,0 0-1,0-1-1159,2-1 0,1 0 1,2-2 1607,1 11 0,2-4 1,2 10-1,4-28 1</inkml:trace>
  <inkml:trace contextRef="#ctx0" brushRef="#br0" timeOffset="30987">19661 3198 20199,'0'-7'1905,"0"2"-564,0 5-772,-9-30-696,-8 33 548,-12-21-345,1 36 234,-24 5-114,9-10-24,12-5 0,-1 0 39,-9-2-36,-6-3 211,26-4-459,-4 1 253,18-2-354,5 2 141,2-1-145,0 6-1,0 7 12,0 7 44,2 8 27,-1 3 2,1 4 46,-1 3-4,-2-1 172,-3-2 73,-2-6 6,-2-5 53,-1-7 155,3-7 123,3-5-202,1-4 185,2-9-393,0-4-77,2-10-40,1 4 28,13-10-6,2 11 11,11-5-24,3 12 54,-5 6-11,34 15-63,-32-1-2,2 4 1,-1 3-29,-1 13-67,4 12-72,-8 5-67,-10 0-96,-16-3 115,-15-7-91,-17-6-404,-12-6-1104,-8-8-3328,-3-7 5172,9-7 0,18-2 1,15-1-1</inkml:trace>
  <inkml:trace contextRef="#ctx0" brushRef="#br0" timeOffset="31215">19649 3049 17067,'50'-20'1374,"0"1"0,-4 1 0,-6 1 3212,-4 1-3488,-7 1 694,-7 4-1483,-10 3 236,-6 3-1883,-13 4 1549,-15 8 1,9-5 0,-8 6 0</inkml:trace>
  <inkml:trace contextRef="#ctx0" brushRef="#br0" timeOffset="33216">12031 2413 19486,'26'-41'1691,"0"1"0,-2 1 0,-12 16-973,-34 45-38,0-3-404,-6 8 1,-3 2-1694,-11 9 1520,7-8 0,-7 6 0,2-1-50,6-6 0,2 0 0,-4 1 82,-1 2 0,-4 4 0,0-1 0,3-2-165,1-1 0,2-2 0,-2 2-1434,0 2 1,-3 2 0,2 0-1,3-4 1464,-3 6 1,2-2 0,-5 3 0,8-7 0,20-18 0</inkml:trace>
  <inkml:trace contextRef="#ctx0" brushRef="#br0" timeOffset="33853">14695 2166 31810,'44'8'-197,"-12"-6"-52,7 20 1,8 11 0,-3-2-1266,-7-9 1,1 1 1409,-1-1 0,5 4 0,1 0 0,-2-2-601,4 3 0,-1-2 0,2 2 517,-3-2 0,2 2 1,1 0-1,2 2-1779,-3-3 1,2 3 0,0-1 0,-1 0 0,-4-2 1539,8 4 0,-4-3 0,-1 1 0,2 1 0,0-1 1,-13-6-1,-12-9 0</inkml:trace>
  <inkml:trace contextRef="#ctx0" brushRef="#br0" timeOffset="36151">11197 2663 26275,'0'-6'2416,"0"1"-1334,0 5 931,-4-63-2103,3 46-14,-1-20 0,1 10-21,3 32-456,1 10 83,0 16 482,-2 15 87,-8 11-199,4-25 1,-2 0 430,-5 29 33,4-7-137,8-11 451,8-9-4716,7-8 3357,7-6 401,7-7 25,8-3 196,-4-6-2875,21-2 3189,-15-4 1,-5 2-1,-14-2 1</inkml:trace>
  <inkml:trace contextRef="#ctx0" brushRef="#br0" timeOffset="36908">16056 2724 15607,'-1'-6'5334,"0"2"-2748,1 4-1696,-21-60-545,14 40-258,-4-13 0,0 4-92,8 25-82,1 7-20,0 9 222,0 12-21,0 1-70,2 7 0,0 1 171,0 1-145,2 1 0,0 2 66,2 2 7,2-1-228,-3 15 134,-9-22 130,-7 12-56,-21-16 104,7-11 149,-18-4-111,11-9-227,-14-1-491,-9 1-1401,24-1 1,0 0 1907,-28 2 0,21-1 1,18-2-1</inkml:trace>
  <inkml:trace contextRef="#ctx0" brushRef="#br0" timeOffset="39970">4768 6311 13179,'0'-3'5013,"0"1"-2566,0 2-1943,9-42-356,-6 32 104,6-32 169,-9 44-201,0 1 140,0 5 158,-4 8-17,0-3 62,-10 11 118,-5-4-69,-10 4-3428,-13 1 3339,13-9 167,-17-4-270,29-9-88,-9-6-119,15-11-731,3 0-93,3-14 3513,10 3-3079,-1 5 199,10-2 183,1 15 160,7 0 33,4 6 202,1 9-271,6 18-447,-11-4-399,5 23-22,-21 14 58,-5-7-341,-8-6 1,-7 1 710,-4-7 1,-5-1 133,2-4 1,-1 2 0,-2-1 99,-2 2 1,-2-1-1,-1 0 133,-7 4 0,-1-1 1,2-4 204,-1 1 1,-1-3 133,-11 0 0,3-10 62,15-19-306,-11-17-441,29-26-381,4-7-2996,13-13 3066,4 20-942,24-13 1124,-1 24 191,-7 8 0,2 2 281,28 1 98,-9 9-201,-4 8 1,2 4-190,-9 1 0,0 1-333,7 1 1,1 3-169,-1 2 0,0 4-1515,-2 3 1,1 1 1929,4 3 0,-2-1 1,-11-5-1,-3-1 1,7 6-1</inkml:trace>
  <inkml:trace contextRef="#ctx0" brushRef="#br0" timeOffset="41144">3554 6289 21820,'15'-47'1306,"0"0"1,2 1-1,-1 10-611,-1 26 375,3 9-1152,-7 26-833,-4 5 751,-4 0 1,-1 5-1522,-6 15 0,-3 5 1672,1-14 1,-1 1 0,-1 2-35,-4 12 1,-1 4 0,-2-2-818,0-1 0,-1-1 0,0-2 662,4-9 1,-1-1 0,0 2-213,-3 14 0,0 4 0,2-6 645,4-5 0,1-2-221,1-7 0,-1 2 0,3-5-83,4-6 1,0-6 1549,1 6-1925,0-23 2245,5-49-2409,4-10 305,-2 4 0,2-4 214,1 1 0,1-1-126,0-8 0,0 0 159,-2 9 0,0-1 166,1-13 1,1-3 98,-4 20 1,0-1 0,-1 0-65,0 0 1,1-1-1,-1 0-17,0-3 0,0-2 0,-1 4 66,1-8 0,0 4-45,0 3 0,2 3-14,-3 11 0,3 2 204,7-8 1,3 5 894,4 2-748,8 2 1,6 4 647,13 6-705,-10 7 0,2 1-352,-4 6 0,1 2 204,5 1 1,0 1-126,5 2 1,1 2-740,5 0 1,2 2 434,7 2 0,2-1-32,-16-1 1,2 0-1,-2 0-313,13 1 1,3 0 353,-13-2 1,5-1 0,1 1-1,-2-1-528,2 0 0,-3 0 0,5 0 709,-11-1 0,3 1 0,2-1 1,0 0-1,-2 0 38,5 0 0,-1-1 0,-1 1 0,1-1-315,2 0 0,0 1 0,-1-1 0,-1 0 377,3 0 0,-1 0 0,3 0-84,-11 0 0,5 0 0,0 0 1,0 0-1,-4 0 38,11 1 0,-4-1 0,4 1-9,-13-1 1,4 0-1,1 1 1,-1-1 0,-2 1-147,14-1 0,-2 1 0,-1 0 33,-2 0 1,0 0 0,-4 0-37,8 0 1,-1 0-21,-6 0 1,2 0-1,-4 1-83,-1 0 1,-2 0 94,-4 1 1,2-1 0,-4 2 81,1 1 1,-4 2-144,-6 0 1,-4 1 1147,9 6-1121,-7 7 1883,-21-5-2451,1 6 1710,-8-3-1606,-1-1 1003,2-1-927,1 2 47,3 1-262,-1-2 438,4 21 494,-8-1 57,-1-8 0,-1 3-26,-6 2 0,-2 0-39,-2 7 0,-2 1-396,-4 5 1,-3 2 486,-3 4 0,-1-2 64,3-9 0,-1 0-155,-1-2 0,-1 1 0,0-2 121,-1-2 0,-2-2-69,-9 16 1,-4-4-11,5-15 1,-3-5 95,-3-3 1,-3-3-50,-4-2 0,-3-3-92,-5-1 0,-2-3-67,-5-1 0,-2-3-86,17-3 0,-1-1 0,-1-1-745,-3 0 1,0-1 0,-1 0 578,-3-1 1,0-1 0,-1 1-124,-4-1 0,0-1 0,-1 0-70,-2 0 0,-1-1 1,-1 0 82,13 0 1,0 0 0,-1 0 0,3 0-53,-5 0 1,2 0 0,-5-1 126,8 1 1,-5 0-1,-1-1 1,0 1 0,3 0-27,1 0 0,3 1 1,0-1-1,-4 1-402,-4-1 0,-3 1 0,-2-1 0,0 0 0,3 1 497,-6 0 1,2 1 0,1-1 0,0 1 73,-1 1 0,-1-1 0,1 1 0,0 0-338,-1 1 1,1 0 0,0 0 0,-1 1 412,1 1 1,-1 0-1,1 0 1,2 0 40,-4 1 0,2 0 0,-4 1-229,13-1 0,-5 1 1,-1 1-1,2-1 1,3 0 235,-11 2 0,4 0 0,-4 1-60,13-3 1,-4 2-1,-1-1 1,1 1-1,3-1 4,0 1 1,1 0 0,2-1 0,0 0-11,-13 3 1,0 1 0,1-2-202,4 0 1,2-1 0,1-1-527,5-1 0,2-1 0,3 0 670,-8-1 0,6-1 0,-6 0 1,30-4-1</inkml:trace>
  <inkml:trace contextRef="#ctx0" brushRef="#br0" timeOffset="41586">5580 6453 21803,'9'-52'1658,"1"0"0,-2 4 0,-2 6-480,-2-1-640,-2 12-372,-2 12-319,1 11 114,-1 14 8,0 19-207,-4 24 224,-1 1 0,-2 2-74,2-12 0,-2 1-555,0 4 0,-2 5 0,0-3 492,-1 10 1,0-1-90,1-8 0,1 1 0,1 2-811,0 7 1,3 1 0,1-2-1108,3-11 0,2-2 0,1 0 2124,3 21 1,3-7 0,7-8 0,-5-27 0</inkml:trace>
  <inkml:trace contextRef="#ctx0" brushRef="#br0" timeOffset="42024">6542 6570 21242,'1'-63'1196,"1"1"0,-5-2 0,-6 15-1624,-4 33 89,-19-4 221,6 21 335,-26 20 78,1 11-283,25-13 1,0 3-90,-1 5 1,2 1 243,-11 23-74,15-20 1,3 2 40,5 1 0,2-1 1,-1 9-132,22 2-318,0-34-66,13 2 318,16-30 287,1-5-56,-10 3 0,1-4-334,1-5 0,-1 1 443,11-12-65,-16 12 1,-2 2 547,3-2-54,3-3-370,-12 14-318,-6 7-40,-9 12-299,0 22 847,-2-5-855,-5 31 19,-4-3 146,2-15 1,-2 2-416,0 3 1,0 2 266,0 2 0,1 2-348,0 1 0,2 1-2661,2 11 1,2-1 3311,2-15 0,0-3 1,0-2-1,1-6 1,2-8-1</inkml:trace>
  <inkml:trace contextRef="#ctx0" brushRef="#br0" timeOffset="43058">10340 6520 17769,'9'-52'1959,"1"0"1,-2 7 0,-1 4-836,-1 3-914,-3 18-236,-2 13-4,-3 20 23,0 5 15,-5 24-78,-3 6 62,1 3-70,0 1 1,-1 2 22,5-20 0,-1 1-140,-2 19 0,-1 1 112,4-21 0,1-3 36,-3 12-74,-3-7 28,-1-23-62,-9-9 107,2-19-23,-3-22-40,11-1 121,4-3 0,4-3-11,3 10 1,1-2-199,2-17 1,2-2 216,3 9 0,1 4 9,-1 9 0,1 1 47,4-7 1,1 4-325,8-4 318,5-5 236,26 10 112,0 15-221,-21 8 1,2 1-15,22 1 0,2 3-585,-13 2 0,1 0 497,0 0 0,3-1 0,-1 1-386,-5 0 1,0 1 0,-1-1 393,4 0 1,1 0-1,-1 0-85,3-1 0,-1 0 0,1 1-49,0-1 0,1 0 1,-1 0-38,-3 0 0,1 0 0,-2 0-10,18-1 0,-2 1 172,-11 0 0,-2 1 311,-10 2 1,-2 0 25,14 0 262,-19 5-342,-15 1 995,-8 11-1486,-7-4 1592,1 28-1655,-6-2-216,-1 9 5,-3 14 226,2-21 1,-1 2-451,1 5 1,-1 3 558,0-8 0,1 3 0,0-3 241,-1 6 0,1-1-120,0-5 0,0 1 0,0 1-47,0 2 0,-1 0 0,1 1-27,0-2 0,0 1 0,-1 0-44,-1 3 1,0 0 0,-1-3-120,-4 2 0,-3-5-396,-3-5 1,-4-4 419,-6-6 0,-4-4 19,-6-3 1,-4-4 29,-7-4 0,-3-4-8,-3-1 1,-10-5 89,15-5 1,-10-4 0,-5-2 0,-1-1-1,3-1 1,7 3-614,3 0 1,5 1-1,1-1 1,-6-2 641,-4 0 1,-6-2 0,-4-2 0,2 1 0,4-1 0,11 1-58,1-1 0,9 0 0,1-1-363,-17-6 1,3-1-146,6 1 0,3 0-10,11 6 0,3-1 581,-2-4 1,5 2-1,7 6 1,-2-6-1</inkml:trace>
  <inkml:trace contextRef="#ctx0" brushRef="#br0" timeOffset="43494">11257 6352 19480,'-4'-3'1676,"1"1"-1322,-25-6 1,-10 1 5,-3 13-302,-2-10 1,0 3 67,14 14 0,2 6-659,-5 8 1,1 3 650,-1 3 1,0 2-55,-4 10 1,3 1 7,9-5 1,4 0-53,5-2 0,3 1 54,5-2 0,4-1 126,5-2 0,5-1-154,3-3 0,4-1-28,5-3 0,4-2-53,5-3 0,2-3 22,2-4 1,2-3 43,2-3 0,0-4 60,-2-2 1,-1-5 157,24-12 65,-16-13 62,-17-10 196,-13-5-22,-16 1-375,-5 10 186,-25-6-280,2 18 120,-18-3 63,2 17-51,16 11 0,1 3 204,-11 4-377,13 4 1,2 3-1282,-1 14-1891,2 1 3243,8 5 1,13-25 0,2 0 0</inkml:trace>
  <inkml:trace contextRef="#ctx0" brushRef="#br0" timeOffset="44757">14785 6161 19787,'1'-43'1107,"1"0"0,-1-1 0,1-14 0,0 8-556,1 11-294,1 13-262,0 12 98,-2 11 415,5 17-886,-1 17 10,0 22 345,-5-7 1,-2 2-243,-1-13 0,-1 1 273,-3 19 0,-3 0-382,0-18 0,-1-1 364,-2 7 0,-1-1-152,2-6 1,-1-3 674,-13 21-80,7-27-27,3-13 130,5-26-765,5-14 49,1-5 216,4-4 0,0-3-90,3 6 1,0-1 134,2-18 1,1-3 21,4 7 1,1 0-1,2-1 0,3 2-45,7-3 0,2 3 383,-3 11 1,1 3-111,0 3 1,1 4 669,25-9-667,0 13-218,-14 9 1,1 2-770,25-6 508,-6 7 1,6 2-13,-18 3 0,1 1 1,0 0-46,-1 0 1,0-1 0,2 1 21,13 1 1,3 0 0,-3 1-537,-12 0 1,-3 0 0,3 0 528,10 0 0,4 1 0,-1-1 30,-1-1 1,0 1-1,0-1-32,-1 0 0,-1 0 0,-1 0 121,-2-1 0,-2 1 0,0-2-37,-3 1 1,-2-1 0,0 1 27,18-3 1,-4 1 6,-15 0 0,0 1 40,-1-2 0,4 1 0,-6 0-79,18-2-3,4 0 0,-4 1-13,-23 4 44,18-1-38,-35 4 639,-2 4-644,-7 9 1736,-7 0-1799,0 16 1142,-1 2-996,2 18 19,-1-19 0,1 2-564,0 5 1,-1 2 587,1 5 0,-1 3 2,-2-4 0,0 3 1,-1-4 28,-1 5 0,0-1-12,-2-2 1,0 4-1,-1-4-23,-1 0 1,-2 0-1028,-2 6 1,-2 5-1,0-5 1033,0-3 0,0-1-30,-5 13 1,-3-4-42,2-25 1,-3-5 35,-3 1 1,-5-2 7,-17 8 0,-6-2-722,2-9 0,-1-3 771,-1-3 1,-1-2-3,-9-6 0,-2-3 0,1-2 0,-2-2-12,22 1 1,1-1-1,-9-1 0,3-1 1,-9-2 0,-5 0 0,-3-1-1,2 1 1,4-1 0,8 1 276,-10 0 1,8-1-1,-9 0-292,12 0 1,-8 0-1,-4-1 1,-3-1-1,0 1 1,2-1-1,6 1 1,7 0-12,-14-2 0,9 0 0,-1 0 4,4 1 1,-1-1-1,0 1 1,2 0-15,-7-1 1,1-1-1,3 2-84,-6-1 1,-1 1-707,8 0 1,-4 1 0,3-1-1885,-6 1 0,3 0 2722,4 0 1,6 1-1,7 1 1,22 1 0</inkml:trace>
  <inkml:trace contextRef="#ctx0" brushRef="#br0" timeOffset="45468">15453 6309 26278,'0'-18'-1469,"0"4"1866,0 14 757,-5 0-550,1 0 92,-7-3-271,1 0-364,1-2 63,-2-6-122,6 2-273,0-5-386,5 0 285,2 2 192,5-9 560,22-22 338,-8 12 67,14-15 349,-8 23 483,8 2-276,3 2-1341,3 7 0,-10 9 0,-7 5 0,1 6 0,-5 8 0,7 17 0,-9 1-1447,-3 2-363,-13 15 666,-5-24 852,-7 4 1,-2 0 156,-4-5 355,-6 0 0,-2-1 870,-5-4 455,-13 4 346,12-16-1738,10-5-153,1-10 0,11-1 0,0-5 0,13 2 0,5 3 0,10 3-123,11 4-200,-3 2-38,17 6 438,5 10 469,3 4-362,1 7-184,-26-7-1376,-15 16-104,-30-8 823,-23 13 503,9-25 0,-3-2 162,4-3 0,-1-2-58,-19 3 0,2-3 143,-2-2-1195,0-3 0,1-2 497,4-7 0,1 3 1,25-5-1</inkml:trace>
  <inkml:trace contextRef="#ctx0" brushRef="#br0" timeOffset="45728">16217 5811 26444,'0'-3'1451,"0"0"-1490,0 3 647,-32 71-588,24-39 1,1 3-644,-7 7 1,-2 5 0,3-1 522,3 12 0,2-2-70,0 1 0,0 1-600,2-2 1,1-1 134,2-3 0,2-1-915,3-5 0,4-1 1414,1-2 1,2-4 0,2 2-1,2-9 1</inkml:trace>
  <inkml:trace contextRef="#ctx0" brushRef="#br0" timeOffset="46141">16544 6155 21988,'0'-9'4143,"0"2"-3200,0 7 627,0-61-1558,0 44-267,1-40 123,1 68-185,2 17-157,0 18 586,-2 14-132,-2-26 1,-1-1-691,-2 23 743,-1-19 1,-1-2 58,-1 8-3,-2 11 58,5-25 10,5-13-42,2-8-288,7-13 901,5-8-252,1-4-72,15-20-125,-7 6 136,14-13 32,-5 12 166,-8 10 246,5 7-842,-16 11 384,10 21-754,-14 8-439,-1 24 84,-7 4-79,0 8-13,0-27 0,1 0-503,4 22-1777,4-10 1,2-1 1954,5 8 0,-1-3 0,-12-39 0</inkml:trace>
  <inkml:trace contextRef="#ctx0" brushRef="#br0" timeOffset="47233">18907 6066 18267,'3'-12'2336,"4"-25"1,2-4-862,-4 11-1022,3-10 1,-1 4-179,-6 21-322,-1 23-101,0 4 53,0 17-178,-3 34 246,1-32 1,-1 3-564,-1 17 1,-1 2 559,-1-7 1,-1 0-24,-1 2 1,0-1-232,0-3 0,0 0 263,1-4 1,0-1-23,1-7 0,1-2-38,-5 12-152,2-21 130,3-16-236,2-19 1079,3-16-1020,3-17 147,0 16 1,1-3 35,4-16 0,0-2-245,-1 15 0,-1-2 408,5-20 1,-1-2 81,-2 19 0,0 1 108,0-9 1,0-1-54,-1 6 0,0 2-127,-2 7 1,0 1 32,3-17-58,4 13-44,9 14-156,17 9-143,23 7-197,-20 6 1,4 2 449,0 0 0,5 1 0,-1 0-129,-2 0 1,0 1 0,1-1 176,0 1 0,1 0 1,0-1-5,2 2 0,0 0 1,1-1-5,5 0 0,0 1 0,-1-1-6,-10 0 0,0 0 1,3-1-22,6 0 0,6-1 0,-1 0 1,-9-1-6,-3 1 0,-2-2 4,10 0 1,5-1 0,-5 0-19,-2-1 0,-2-1 21,-10 2 0,1 0 0,-1 0-9,16-2 0,-2 0-199,-1 2 0,-4 1 204,-14 1 1,-4 0 27,21 1-17,-31 4 23,-14 2 621,-3 3-627,-3 5 1425,-1 5-1430,-2 8 575,-2 11-514,-5 13-36,2-17 0,-1 1-9,-5 26-745,2-17 1,-2 7 0,1-5 733,2-10 0,0 0-10,-3 12 1,-2 7 0,1-3-3,-1 5 1,1-1-11,-2 3 0,1-1 13,1-2 1,-1-2-184,2-4 0,-4-3 207,-5-4 1,-3-2 28,6-6 0,-3-1 2,-15 6 1,-4-7 40,6-15 0,-3-4-19,-4-1 1,-6-2 0,2-1-395,-4 0 0,-1-3 390,-2-1 0,-5-2 0,2-2-364,11-1 0,1-1 1,-2-1 326,-12 0 0,-4-1 0,-3 0-12,6-1 0,-4-1 0,1 0 0,4 0-37,0 0 0,4 0 0,-3 0 19,0 0 0,-2-1 0,0 1 0,5-1-25,7 1 0,3 1 0,-1-1-681,-17-2 1,-3 0-1,4-1 553,1 1 0,2-1-294,11 2 1,-1-1 0,5-1 393,1-2 0,4 1 0,-14-3 0,8-2 0</inkml:trace>
  <inkml:trace contextRef="#ctx0" brushRef="#br0" timeOffset="47891">20099 5965 20396,'0'-4'666,"0"1"-288,0 3-90,-51-11-201,30 12 10,-19-2 1,-5 3 229,13 5 1,2 2 168,-24 6-191,14-8 0,3-1 322,12-4 228,-18 0-433,32-3 21,-2 0-109,11 0-610,1 1-36,1 3-80,0 5 5,0 3 207,0 18-135,-1-10-3214,-5 34 3298,1-27 342,-8 33-102,7-35 236,-3 17 121,3-17-147,1-4 256,1-3 75,3-13 3505,0 0-3854,1-4 106,0-10-229,3-2 77,4-12-20,6-1 121,2 3 48,20-7 118,-13 15 159,23-6 99,-3 13-151,0 3-204,7 9-103,-19 2-242,3 15-256,-8 9-332,-7 4-168,-12 11-6,-16-15 572,-11-7 0,-3-2 15,-7 1 87,-8 1 0,-4-3-319,-13-1 258,15-7 0,0-2 51,-13-2-1685,-6-7 1895,21-11 0,10 5 0,10-5 0</inkml:trace>
  <inkml:trace contextRef="#ctx0" brushRef="#br0" timeOffset="49209">6519 4954 17610,'29'-50'2027,"1"0"0,-1-1 1,1-1-1,-2 4-1163,-1 4 1,-4 8-353,-11 17-490,-8 16 360,-6 9-286,-25 43-36,3-8-778,-3 1 1,-6 11-1,0-2 754,4-8 0,1-1 0,-1 1-19,3-4 1,0 0 0,-1 1 0,-1 3-16,-2-1 1,-1 3 0,-1 1 0,1-1 0,2-2-71,-7 11 1,2-4 0,-1 4-423,6-10 1,-1 3-1,-1 1 1,2-1-1,2-4 196,-2 5 1,3-4 0,2 2-21,-3 10 0,3 2 1,3-9-1,-1 6 1,9-17-1,1 0 1</inkml:trace>
  <inkml:trace contextRef="#ctx0" brushRef="#br0" timeOffset="49733">9911 5038 16926,'-11'-43'1121,"1"0"1,-1 0-1,0-4 1,-1-1-1,2 7 27,-3-8-789,-1-6 257,6 27-573,6 20-35,1 1 221,35 45-420,3 6-471,0-1 1,4 5 642,-12-16 0,0 1 0,1 1-541,7 6 0,2 1 0,0-1 514,-5-5 1,-1-1 0,3 2 16,0-2 0,3 3 0,1 0 0,1 0-79,-3-4 0,2 0 0,1 0 0,1 0 0,0 1-800,2 1 1,0 0-1,1 0 1,0 0 0,0 0 268,-1 0 1,1 0-1,0-1 1,0 0 0,-2-2 658,6 4 1,-1-1 0,-3-2 0,-6-5 0,-3-2 0,-4-2 0,1 0 0,-1 0-1</inkml:trace>
  <inkml:trace contextRef="#ctx0" brushRef="#br0" timeOffset="50366">16681 4548 14243,'43'-31'2047,"0"1"1,-7 5 0,-12 14-1254,-28 31-631,-28 31-12,4-12 1,-3 3-1081,5-7 1,-1 1-1,-2 2 950,-3 4 0,-2 2 0,1 1-61,-3 5 1,0 0 0,2-1-287,5-9 0,2-1 1,-1 3-156,3 2 1,-1 4 0,1 1 0,3-3 458,2 1 1,3-2 0,0 0-1,-1-2 1,0-1 0,2-3-1,6-2 1,-1 0 0</inkml:trace>
  <inkml:trace contextRef="#ctx0" brushRef="#br0" timeOffset="50800">19034 4415 24691,'-22'-50'230,"1"-1"0,1 2 0,6 11-730,14 26 546,0 1-74,7 16 7,0 6-141,20 28 107,-9-14 0,1 3-912,9 11 1,2 4 990,-6-10 1,1 2-1,1 0-22,4 5 1,1 0 0,0 1-77,5 5 0,2 0 0,0 1-495,-6-8 1,0 1 0,1 0 0,-1-1 395,4 4 0,-1-1 0,2 4-38,-3-2 0,3 5 0,1 2 0,-3-4 1,-5-8-1,0 1 0,-2-2 0,5 9 1,1 0-1,-1 0 0</inkml:trace>
  <inkml:trace contextRef="#ctx0" brushRef="#br0" timeOffset="54966">4796 7724 20431,'11'-23'823,"-7"12"-640,-25 39 0,-20 33 0,3-6-1871,10-16 0,-3 2 1690,5-5 0,-6 6 0,-2 3 1,1-2-1,5-7-14,-8 8 1,2-3 1,5-6 0,-2 2 1,-1 3-1,0 0-636,-4 5 0,0 2 0,1-1 0,1-2 593,0 0 1,2-2 0,0 1-23,-7 10 1,-1 1-1,8-8 88,0 5-1127,14-18 1114,7 0 0,9-25 0,5 0 0</inkml:trace>
  <inkml:trace contextRef="#ctx0" brushRef="#br0" timeOffset="55212">4525 7736 22099,'39'22'126,"1"-1"1,-1 1 0,1 1 0,0 1 0,-5-1-108,-2 6 1,-1 0-903,13 10 0,3 2 838,-9-10 0,2 0 0,-1-1-306,-7-4 0,-1-1 0,5 1-103,7 5 0,6 3 0,0 0 1,-3-3 333,-3-2 1,-3-3-1,-1 0 1,0 0-1,-1-1 1,-3-3-1,-1 1 1,-1-1 0</inkml:trace>
  <inkml:trace contextRef="#ctx0" brushRef="#br0" timeOffset="56328">3531 9666 17585,'11'-45'834,"-1"-1"1,0 4 0,-5 9-560,-11 21-124,-6 6-101,-1 2 40,-10 3-18,-9 4-38,-1 3-23,-1 1 6,0 5-45,13-3 22,-7 4 40,5-2-12,4-3 299,-17 6-7,9-4 50,-13 4 89,11-6 35,7-4-56,7-5-127,5-4-122,6-3-308,3-4 37,4-1 68,2-2 20,5 0 55,1 0 7,-2 4 104,-1-1 114,-2 4-59,-3 1-1,1-1-100,-4 6-89,1-1-119,-1 2-56,1 0 114,2 1-109,4 0 54,-1-1-57,9-3 65,-5 1 119,4-3-191,-6 3 34,-5 0-107,-1 0 87,-2 0-2,1-3 9,-1 1-21,0-2 18,0 0 146,-1 0 117,1-3-46,-2 4 1,1-3 7,0 4-16,1 2-1,1 21 63,1 11 61,3 29-736,-4-20 0,1 2 602,-1 7 1,-1 3-23,-3 8 0,-1-1-28,1-9 1,-1 1-9,-3 1 1,-2 4 0,0-3-18,-1 3 1,0-1-36,1-4 0,0 3 1,0-4-227,0 4 1,2-5-699,1-7 1,3-3-6237,5 13 7202,6-21 1,-1-18 0,-1-8 0</inkml:trace>
  <inkml:trace contextRef="#ctx0" brushRef="#br0" timeOffset="56999">3154 9531 15025,'-8'-5'3680,"3"1"-2133,5 4 82,0 0-1511,-39-66-18,48 43-66,-13-16 0,5 2 5,28 25 1,10 6-562,4-5 0,3 1 538,5 0 1,2 0-9,4 0 1,1 1 5,2 1 0,0 1-3,2 0 0,-2 1-11,-14 3 0,2 0 4,6-2 0,5 1 0,-6 0-2,-15 1 1,1 0-1,20-2 0,8-3 0,-10 2 0,-24 1 1,-1 1 10,10-3 0,5-1 1,-6 0 2,7-1-8,-8 0 1,-1 1 19,-1-2 0,-8 2 73,-7-1 56,-19 6-40,-1-1-55,-2 3-40,-1 0 1,-2 4 1088,-1 5-1088,-1 6 10,-1 9 18,2 8 49,1 11-13,1-8 0,2 3-12,0 7 1,1 3-386,0 2 1,1 2 316,2-8 1,0 2-1,0-4-1,0-2 0,1 0-14,3 6 1,3 5-1,-1-7-457,-3-11 0,1-1 456,10 30 1,-1 0-3,0-3-1,-2-1 1,-2 1 16,-7-21 1,-3 0-3,-2 21 0,-6-2 3,-10 3 2,-8-25 0,-8-4 3,0-12 1,-5-4-10,-12 4 1,-6-2-9,3-4 1,-3-3 0,2-1 10,-5 1 1,-1-1-395,1-3 0,-3-1 0,2-1 392,-1-2 0,0 0-2,10-1 1,-2 0 0,1 0-19,2-1 0,1 0 1,1 0-46,1-1 1,1 0-1,3 0-31,-7-1 1,1-1-745,1-2 1,-2-1 0,5 1-1142,-15-6 1483,0-1 0,7-1 1,28 6-1,-5-4 1</inkml:trace>
  <inkml:trace contextRef="#ctx0" brushRef="#br0" timeOffset="57619">3753 9852 17328,'-4'0'2520,"0"0"317,4 0-2489,2-21-204,1 17 209,4-12-158,-1 25-176,-2 3 143,-2 2 28,-4-3 12,-3-1-134,-2-6-124,-1-4-96,-3-8 42,3-9 133,-4-10 91,4-23 10,2 13 10,6-21-9,9 22 42,7-2 21,10 12 61,6 12-32,4 14-122,10 23-118,-15-2-9,11 26-84,-27-21 59,-5 13 0,-4 2-69,-8 1 13,-14 16 0,-6 1-473,-10-7 584,3-13 0,-6 5 1,4-6 90,8-12 0,0-2 6,-8 5 0,-3 2 0,3-6 247,-10-2-79,-10-4-112,31-24-149,5-16-159,11-4 138,11-17 103,9 7 66,6 1 36,14 10 110,15 8-102,-5 4-98,-9 7 0,1 2 196,24 6-1049,-13 2 1,1 2 91,-14-3 0,-2 2-569,7 2 1,-2 0 1143,8 4 1,-23-6-1,-1 1 1</inkml:trace>
  <inkml:trace contextRef="#ctx0" brushRef="#br0" timeOffset="58599">5770 9438 9905,'0'-7'3809,"4"-27"0,-1-5-1497,-2 6-1797,2-9 0,-1 2 245,-3 18-228,-3 8-111,-1 20-370,0 3 546,-4 30-541,4-6 20,-3 12 0,0 6-48,0-8 0,0-1-256,-1 9 1,-2 2 227,-1 1 0,-1 0-17,-1 0 0,1-1-372,1-1 0,0-1 372,1 0 1,2-4-178,3 2 261,4-24-22,2-19-40,2-13 532,3-9-535,2-13 1,1-5-3,2-4 225,0-7 1,-1-4-215,-1 4 1,-2-1-338,1-4 0,-1-2 329,-1 10 1,0-1 0,-1 1 15,1-11 1,-2 1-3,-1 4 0,-1 1-158,0 7 1,-1 3 202,-1-22-29,0 23 18,5 6-68,8 18 342,13-2-303,2 10-5,34 1-6,-6 6 94,-14-1 0,3 1-102,-4 1 0,1 0 2,3-1 1,-1 1-6,-8-2 0,2 0-6,24-1 1,-2-1-1,-26-1 0,0-1 6,15-1 0,7-2 0,-5 0 28,-5-2 0,-2-1-338,19-4 1,-2 1 312,-24 3 0,-2-1-107,5-2 1,-3 0 109,1-3 33,4-5 67,-26 7 660,-10 4-693,-3 4 1019,-2 2-1041,-3 7 257,-1 9-302,-3 14 5,1 2 0,2 3 0,-1 2-695,-1 27 689,2-14 1,0 4-1,2-3 1,0 1-3,0 5 0,2 0-14,2 2 0,2 0 16,-1-1 1,0 0-15,1-2 1,0-2-9,0-13 0,-3 0-22,-4 14 0,-5-1 30,-1-20 1,-4-2 19,-7 14 1,-5-3-18,-4-14 0,-4-4-11,-17-1 1,-2-4 16,14-7 0,0-2 0,-22 0 0,-1-3-427,14-6 1,1-1 423,-14-2 1,-2-2-482,-1-2 1,0-1 466,2-3 1,0-1-21,5-1 1,2-1-20,5 0 0,3 0 0,13 4 0,2-1-597,-2 0 1,5-1-4204,5-2 4308,-1-3 0,21 11 1,4 2-1</inkml:trace>
  <inkml:trace contextRef="#ctx0" brushRef="#br0" timeOffset="59091">6494 9546 20946,'-36'-44'588,"1"0"0,3 4 0,1 12-437,-3 27-16,-8 15-79,5 4 44,2 7 1,1 3-670,9-5 0,0 2 589,-9 10 0,1 1-4,10-8 1,4 0 490,-5 21-490,18-13 278,21-11-262,17-13 29,17-10-6,11-14-26,-27 1 1,-2-2-235,20-11 274,-16 2 0,-2-3 93,6-10-43,-14 10 0,-1 0 922,2-9-689,-11 8-89,-7 12-118,-4 6-102,-3 7-10,-1 11 350,-1 10-379,-3 24-5,2-9 0,-3 24-61,3-14-511,-2 16-59,2-27 1,0 1-1619,0 2 1,-1 0 2248,1-4 0,0-2 0,-1 8 0,2-17 0</inkml:trace>
  <inkml:trace contextRef="#ctx0" brushRef="#br0" timeOffset="60404">16001 7497 7834,'6'-11'5573,"-2"2"-3344,-4 9 331,0 0-1512,9-25-808,-7 18 136,6-18-175,-8 25-66,0 0 66,0 6 135,-3 7 269,-14 33-432,1-8-284,-13 15 0,-5 3 170,15-26 0,-2 1-505,-8 11 0,-4 5 1,-1-2 476,6-11 1,1-2 0,-3 3-25,-3 2 0,-3 4 0,0-1 0,3-3-5,1-1 0,1-3 0,0 3-16,-2 1 0,-3 4 0,2-2 0,5-6-6,6-6 0,2 0-44,-13 16 1,3-3-195,9-12-650,5-7 421,11-18-623,22-31 561,-3 5-154,8-12 1,3-3 388,-1-1-48,9-14 1,1-3 358,-17 29 0,1-1 68,9-13 1,4-6-1,-2 3-463,0 2 0,-2 1 510,7-7 0,0-2 375,1-5 0,-2 3-64,-13 19 0,0 1-205,3-8 1,0 1 348,-1 4 0,-3 4-158,2 2 280,17-17-152,-12 27-318,1 3 397,19 6-504,-23 9 230,37 18-269,-34 0-9,3 4 1,1 3 2,-6-1 0,0 1-405,9 9 1,1 2 356,2 4 1,3 2-13,-4-6 1,1 2 0,-1-2-8,4 3 0,-2-1 0,8 6 0,2-1-51,2 0 1,-1-1-57,-8-6 1,2 2-415,1 1 0,3 4 0,-3-3-1818,0 3 1,-3-3 2117,0 2 0,-5-4 0,-4-2 0,-15-16 0</inkml:trace>
  <inkml:trace contextRef="#ctx0" brushRef="#br0" timeOffset="62933">14182 9439 11987,'2'-53'1528,"-1"0"0,1 0 0,-1 0 0,0 0 0,1 8-1204,-1 11 1,1 4 232,-1-4 0,-1 4 155,0 6-555,-1 6-34,0 12 94,1 20-72,-2 16 102,0 18-177,-1-8 0,0 3-82,0 7 1,0 3-412,0-11 1,0 2-1,1-2 386,-1 5 1,1-1-42,1 2 0,0-3-107,4 8 174,-2-12-12,2-9 1,-2-29-40,-2-11 23,-2-15 28,0-35 11,1 12 5,0 5 1,2-2-102,2 9 1,1 0 129,5-21 0,1 0-15,-2 17 1,2 1 27,6-13 1,4 1 14,11-4-37,-9 21 0,3 1 0,11 0 0,3 2-289,-1 7 1,2 2 271,-2 1 1,3 3 2,16 1 0,0 3-14,-13 4 1,-1 1 4,9-2 1,1 1-160,0 1 1,-2 0 153,-8 1 0,1 0 3,9-2 0,1-1 25,4-1 1,-2 0-29,-19 4 0,-2-1-1309,7-2 0,-6 0 1340,-15 5 150,3-2-105,-20 7 1136,-5 12-1148,-1-3 285,-6 16-211,0 10 3307,2-6-3395,2 6 1,2 1-25,1 2-7,0 13 1,2 4-17,0-18 0,1 0 8,2 22 1,1 0-440,-1-18 0,1-1 431,4 13 0,3 1-11,2 3 0,1-1 0,-3-10 0,0 1-16,-1-1 1,0 3 0,-3-5-11,-5-9 1,-2-2 25,2 8 0,-6-2 5,-16-3 1,-4-7-6,-9-2-15,-5-5 1,-5-4 5,7-11 1,-2-3 19,-14 2 0,-4-3 5,14-2 1,-1-2 0,-1-1-574,-4 0 1,-1-2-1,0-1 562,-3 0 1,1-1-1,-1 0 2,2-2 1,-1 1-1,2-2-152,4 1 1,2-1 0,0-1-139,-19-8 0,6 0-57,20 6 1,4-2-1896,-1-4 0,6-2 2246,11 1 0,3 2 0,10 8 0</inkml:trace>
  <inkml:trace contextRef="#ctx0" brushRef="#br0" timeOffset="63499">14497 9350 18246,'8'-46'1055,"1"0"0,-1 3 0,4 6-815,16 2-105,6 5-57,6 7-22,-10 15 0,2 2-33,5 2-1,-3 8 0,-2 5-33,-5 14 11,9 16-5,-19-8 21,-8 14-4,-16 8-1,-10 1 3,3-23 0,-3-2 31,-20 13 23,-1-10-7,11-11 264,-4-8-202,19-9 381,-6-22-420,18 7 62,5-19-34,12 16 11,16 0-89,-7 6 22,29 4 0,-16 11-34,9-1-11,-17 6 0,-3 2-5,3 2-1,3 11 1,-2 2 5,-12-4-27,11 28 4,-38-26-32,-12 4 16,-6-9-101,-19 0-190,0-10-533,8-6 0,0-1-1040,-14 1 1892,12-7 0,4-1 0,14 1 0,-6-4 0</inkml:trace>
  <inkml:trace contextRef="#ctx0" brushRef="#br0" timeOffset="64452">16539 9121 16952,'9'-46'1886,"0"1"0,-1-5 0,-2 6-1125,-4 14-329,-2-4-309,0 23-101,-1 17 17,1 16-27,0 18-24,-1 18-313,-1-25 0,1 1 244,0 3 0,-1 1-76,1 1 0,-1 0-131,2 0 0,1-1-99,1-2 0,1-3-442,4 21 135,2-21-146,-4-21-56,-1-22 509,-7-18 337,-5-15 128,-6-14 6,3 24 0,-1-2 25,-1-2 1,0-2 120,0-1 0,1 0 47,2 2 1,1 0 18,3 4 1,1 1 224,1-20-236,20 5-117,24 7-146,1 9 9,7 12 0,6 3-564,-12 5 0,1 2 525,1 0 1,3-1 0,-3 1 1,4 1 0,1 0-2,0 1 1,4-1 0,-4 1 10,3-1 0,0 0 4,-5 0 1,3 0-1,1-2 32,5-4 0,1-3 1,-6 2 74,-6 1 1,-1 1-1148,16-9 1,-10 3 1262,-32 11 286,-11 4-404,-12 11 128,-5 6-111,-4 11-17,-1 13-28,5 11-23,5 13-30,5-25 0,0 1 84,1 4 0,-1 1-115,1 4 0,0 2 8,-2 4 1,0 0-12,-1 4 0,-1 2 0,-1 2 0,-1 0 3,1-13 0,-1 0 658,0-2 0,-2 2 0,-2-4-656,-1-1 1,-3-1 3,-6 16 0,-5-2-100,0-20 1,-3-5 101,-5-4 0,-4-6-8,-3-3 0,-4-4-605,-5-3 1,-2-3 604,-5-3 0,-1-2 3,-6-3 0,0-2-11,19 0 1,-1 0-1,1-2-33,-1 0 0,1-2 0,0 0-145,-16-5 0,2-2-273,8-1 0,4-2-627,10 0 1,6-4 1085,-5-24 0,20 21 0,13 1 0</inkml:trace>
  <inkml:trace contextRef="#ctx0" brushRef="#br0" timeOffset="64869">16919 8972 18408,'-2'-4'4000,"1"1"-2712,1 3-1131,1-25-129,0 25 22,3 0-10,-1 31-29,1 7 17,3 1-34,1-11 23,4 4 67,8-10-28,-5-10 95,13-11-61,-4-14 44,8-9 23,4-8 39,-3-5 190,2-3-116,-9 10-74,-1 2-146,-13 17-22,-2 6-5,0 15 33,4 20-6,0 10-53,-5-12 0,-2 2-288,-1 1 0,-1-1 56,2 24-1253,-5-8 1,-1 3 1487,-1-7 0,-1-2 0,1-3 0,0-3 0,-2 16 0</inkml:trace>
  <inkml:trace contextRef="#ctx0" brushRef="#br0" timeOffset="74112">21004 618 29373,'52'-26'1115,"0"0"1,-3 1-1,-2 6-1091,-14 13 0,-1 2-24,1-1 0,0 0 0,-1 0 0,0 1 0,29-4 0,-7 3 0,-5 2 0,-9 5 0,-7 6 0,0 19-278,-10-1-1886,-1 8-83,0 13-177,-6-8 1268,-3-8 0,-2 0-532,5 14 907,-2 1 1,-1 2-654,-1 1 1264,1 4 1,0 3 116,-7-21 1,-1-1 88,3 10 1,-1 3-298,-2 0 1,0 2 414,0 2 0,-2 0 11,0 4 1,-1 1 35,0 3 0,1 0-595,-1 3 0,0 1 523,0-21 0,1 0 0,0 2-5,1 9 1,2 2 0,-1-3-33,0 3 0,1 0-46,1-3 0,0 3 0,-1-4 20,1 5 1,-1 0-27,-1-9 1,1 2 0,-1 1-515,0 0 1,0 0 0,-1 1 455,0 1 0,-1 0 0,0-2 6,1 10 0,-2 2 117,0-7 0,-1 6 0,0 0 1,-1-8-22,1 4 0,-1-1-42,0-9 1,0 4 0,0 2-1,0-3 27,1 6 0,-2-1 0,1-1-11,0-6 0,0 0 0,0 3-19,1 1 0,-1 4 0,0 0 0,1-2-421,-1 9 1,1-2 0,-1 1 431,1 0 1,-1 1-1,1 0-2,0 1 0,0-1 1,-1 0-99,1-1 0,-1 0 1,0 3 72,0-7 1,0 2 0,-1-1 0,1-3-121,-1-2 1,0-3 0,0 2 137,0 1 1,-1 4 0,0 0 0,0-5 34,-1-3 1,-1-3 0,1 2 16,-2 12 1,0 3-1,0-1-15,0 0 0,-1 0 0,0-1-79,-1 1 1,1 0 0,-1 0 60,0-3 1,0 1-1,0 2-7,1-9 1,0 2 0,0 0 0,1-2 16,-2 10 1,1-2-1,0 0-27,1-3 0,-1 0 0,2-1 5,0-3 0,0 0 0,1-3 122,1-8 1,-1-2-1,1 1-151,-1 10 0,0 2 0,0 0-3,0-3 0,0 1 0,0 1-15,0-7 0,0 3 1,-1-2-1,1-3-8,0-1 1,-1-3 0,1 1 23,-2 15 0,-1 3 1,0-5-38,-1-1 1,0-1-15,1-10 1,-1 3 0,0 0 96,-2 8 0,-1 2 1,0-2-86,1-8 0,0 0 1,0-1 386,0-3 1,1 0-1,-2 1-339,-6 15 0,-3 3 1,3-9 498,5-16 1,-1-1-554,-4 13 0,-3 5 0,1-7-90,-9 7 129,11-23 1,-6 0-28,-21 1 0,-6-5-175,4-8 1,-5-4-556,5-5 0,-6-1 0,-2-2 0,3-1-2531,-5-3 0,2-3 0,0 0 2763,-1 1 0,0 0 0,6-1 0,3-1 0,9-1 0,13 2 0</inkml:trace>
  <inkml:trace contextRef="#ctx0" brushRef="#br0" timeOffset="75265">23187 3595 16434,'31'-44'1075,"-1"-1"0,1 1 1,-3 3-1,-2 1 0,-8 3-311,-13-21-291,-15 1-132,-11 7-234,-3 13 92,-25 2-153,9 22-19,-21 7-20,8 23 35,-1 15-16,29-11 1,0 2-13,2 3 1,2 0-27,2 1 0,2 0-21,-9 25-32,12-4 20,8-16 50,17-1 70,6-20-69,7 1 69,14-22 23,-11-7 0,1-5-740,3-3 1,-1-2 672,2-3 0,-2-2 41,-1-7 1,-3-1-969,3-14 952,-9 5 0,1-9 0,-2 3-28,-3-1 0,-1 0-19,0 5 0,0-3 1,-2 4 37,0-10 1,-3 6 13,-3 16 1,-1 1-37,1-9 0,-1 2 154,1-9 5,-4 15-187,-2 28 1105,-1 10-1070,-1 7 59,-2 36 6,-2 13 60,1-10 1,0 4-117,1 1 1,0 1-55,1 4 0,1-1 1,-1-12 1,3 0-29,4 17 1,1-3-22,3-2 15,6-2 1,2-3 169,3-12-203,6 6 100,-2-30-18,-7-21 0,10-10 62,-7-8-19,0 0 1,0-3 25,7-13-32,-7 13 1,-1-1 170,4-8 1161,-7 10-933,-8 11-73,-5 9-89,-2 6 11,-1 9-165,-1 7 40,1 11-155,0 9-320,6 5-67,-1-6-226,11 8-1464,16-3-1623,6-2 3098,-9-18 0,-1-4 0,0-2 0,-2-6 1</inkml:trace>
  <inkml:trace contextRef="#ctx0" brushRef="#br0" timeOffset="75443">23879 2564 20918,'25'-6'-1791,"-4"4"0,-4 22 0,-7-8 0</inkml:trace>
  <inkml:trace contextRef="#ctx0" brushRef="#br0" timeOffset="75970">24142 2709 25028,'20'50'-691,"4"3"570,-7-23 0,2 0-104,0-1 1,1 0 234,15 21 185,-5-11 119,-10-16 351,-9-12-249,-4-16 451,0-12-355,3-15 1,4-13-291,4-9 1,2-1-89,2 2-323,-6 23 0,1 2 44,2-2-889,13-1 114,-16 32-281,7 7-326,2 7-199,1 7-41,1 1 520,2-3 866,0-7 720,-2-8 622,-5-12 659,-5-7 178,-3-8-99,-6-2-78,-2 2-458,-3 5-489,-3 4-508,0 6-436,0 4 70,3 23-32,0-7-126,7 27-763,5-8-1176,6 9-2917,3-1 5172,-4-9 1,-8-11-1,-5-10 1</inkml:trace>
  <inkml:trace contextRef="#ctx0" brushRef="#br0" timeOffset="76176">25016 2450 26755,'-45'-37'-7122,"27"28"3540,44 43 3477,15 13 1,-28-32 0,1 0-1</inkml:trace>
  <inkml:trace contextRef="#ctx0" brushRef="#br0" timeOffset="76621">25650 2629 15977,'0'-4'6550,"0"0"-4663,0 4-1204,-78-45-642,32 46-995,5-6 1,-7 0-1,7 7 1203,-6 28-132,13-2 1,5 2 996,8 5-930,2 13-56,10-16 156,15 3-474,2-23 19,36 1 108,-5-18 99,16-1 123,0-25 56,-28 5 0,-1-3 22,16-18-68,-17 6 1,-4-4-165,-10 11 1,-3-2 166,2-25 1,-2-1-232,-2 19 0,-3 0-58,-2-17 1,-3 3 0,-6-2 48,0 25 0,0 2-201,-6-8-159,3 14 58,5 18 3484,5 7-2713,-2 9 172,3 23-330,-2-2-124,4 13 1,1 3 67,3 3-205,2 3 1,5 3-466,6-3 1,3-2-221,-5-7 1,3 0-118,0-5 1,3 2 0,2-4-2180,12 2 1,1-4 2555,-4-4 1,-1-1-1,-2-6 1,-3-4 0,-6-9-1</inkml:trace>
  <inkml:trace contextRef="#ctx0" brushRef="#br0" timeOffset="76962">26120 2543 23331,'0'-7'3050,"0"2"-2013,0 5 346,-26-60-1555,9 36-7,2-10 0,0 4-235,5 21 427,8 7-628,20 10 970,17 1 101,3 2-735,23-3 1034,-15-7-658,13-12 69,-21 1 121,0-15 320,-21-9-582,-4 8-13,-8-19-340,-10 29-222,-21-14 939,-31 20 92,14 2-413,9 10 1,3 5-47,10 6 30,1 11 1,3 4-80,3 1 141,-6 28 52,24-13-1099,14 7-3983,11-6 1,3-1 3043,4 7 1,-8-21-1,-4-6 1,-16-16 0</inkml:trace>
  <inkml:trace contextRef="#ctx0" brushRef="#br0" timeOffset="78303">23226 3044 9492,'0'-7'8324,"0"2"-6772,0 5 957,0 0-1698,21-59-241,-16 42-388,6-16 1,-4 4 146,-10 23-274,-4 3 291,-1 0 106,-16 8 235,-1 3 76,-13 8 43,9-3 48,-10 10-215,12-5 131,-10 8-276,-3 10-225,10-8-258,-7 10-83,-2 10-119,18-21-38,-11 19-3,21-23-26,-1 7-32,1 2 33,4 1-42,2-1-26,2-2 41,3-4-45,1-8 71,6 3-73,1-9 128,7 3 84,3-8-5,6-3 31,6-8-33,7-5 7,6-8 126,-7 0 1,1-3 39,-9 3 1,0 0-184,9-7 0,-1-1 254,8-13-3268,-7-1 3197,-11 9 11,-9 1 1,-3-2 5,3-19-56,-6 15 0,-1-2-16,-4 6 1,-2-1-11,2-27 128,-1 11-8,-1 0 25,-1 16 0,1-1-993,-2-3 1,1 0 987,-1 3 0,1 0 18,-2-1 1,0 3 2389,-2 1-2277,-1-7-172,0 4 2,-2-4-180,1 16 4,2-3 3432,1 19-3386,-1 0-54,0 3-215,1 2 703,-2 11-298,2 10-14,-2 20 32,-2 17-65,1-23 0,0 3-32,-1 3 0,0 4 0,0-1-280,-1 6 0,1 2 342,1-7 0,-1 3 0,3-4-276,2 3 0,3-3 48,2-1 0,3 0-186,2-2 1,4-1-389,0-2 0,2-1-977,0-2 0,1-2-3421,8 16 5061,-2-5 0,-15-29 1,-2-1-1</inkml:trace>
  <inkml:trace contextRef="#ctx0" brushRef="#br0" timeOffset="111224">2778 12326 14432,'-5'-50'1598,"1"0"0,0 5 1,1 11-1162,3 23-275,1 13 353,3 36-364,-3-8-20,2 5 1,-2 4-406,-4-7 1,-2 1 298,-2 13 1,0 1-29,-1-9 0,-1 2-74,0 1 1,-2 4-1,2-3-102,-1 3 0,2-1 3,0-2 1,-1 2 0,2-3-433,1 3 0,2-3-1991,1-7 0,2-4 1808,0 11 0,1-23 0,1-11 0</inkml:trace>
  <inkml:trace contextRef="#ctx0" brushRef="#br0" timeOffset="112083">2730 12226 11962,'-4'-2'3842,"1"0"-190,3 2-3394,25-43-213,-3 28-26,8-12 1,6 1-459,-3 17 1,3 3 458,3-2 0,4 0 1,3 0-6,-1 1 0,4-1 0,0 1 0,-2 0-22,2 0 1,-2-1 0,2 1-395,2 0 1,4-1 0,0 1 0,-5 0 375,-4 1 1,-4 0 0,4-1 11,6-1 0,4-1 1,1 0-1,-5 0 11,-1 1 0,-3 0 1,4-1-17,-3 0 0,4-1 0,2 0 0,-3 0 0,-7 1 13,11-2 0,-2 0 14,-5 1 0,4-1 0,2 0 0,-2 1-867,6-2 1,-1 1 0,-2 0 860,-9 2 1,-1 0 0,4 0 10,6-2 0,5 0 0,-1 0 0,-8 2-228,-2 0 0,-2 0 236,10-1 1,7-1 0,-5 1 13,-3 0 0,1 1 7,0 0 0,4-1 0,-3 1-24,1-1 1,1 1 5,-12 2 0,5 0 1,0-1-1,-8 2-111,0 0 1,-1 1 109,9-2 0,7 1 0,-5 0 29,-1 1 1,-2 2-11,-10 0 0,2 0 0,0 1 63,4 0 0,0 0 1,-4 1-23,3 0 0,-2 1 78,11 0 0,-1 3 40,-18 2 0,-2 2 325,-1 0 1,-1 1-450,24 9 2723,-24 0-2672,-15-3 874,0 7-924,-9-6-1994,-3 12 2032,-6-13 408,-10 28-374,-2-5-95,-6 9 22,3-7 1,0 3-43,3-6 1,-1 0-327,-2 7 1,0 2 298,4-2 0,0 2 1,2-4-8,1-6 1,1 1-9,-1 16 1,0 7 0,2-3 2,2-5 0,2 0-273,-1-2 1,0 3-1,0-4 265,0 0 0,0-2-3,-2 8 0,-1-2 1022,-2-13 1,-1-2-1015,-2 8 0,-4-1 6,-10 0 0,-4-5 0,9-12 0,-2-3 8,-5 0 1,-6-2 16,-18-3 1,-3-5-24,11-3 1,-4-2-179,-9 1 0,-7-1 1,0-2 171,8-3 0,1-3 1,2 0-1,6 0 0,1 0 0,-2-2-11,-17 0 0,-4-1 1,8 0 5,15 1 1,0 0 9,-11-1 1,-8 0 0,-1 1 3,16 1 1,-2 0 0,0 0 0,-1 1-350,-5 1 1,-1-1 0,-1 1-1,-2 0 348,0 1 1,-2-1-1,-1 1 1,1 0 0,4 0 0,1 0 1,3 1 0,1-1-1,-3 1-1,0 0 1,-1 0-1,-2 1 1,0-1 0,-1 0-302,-2 0 1,-1-1-1,0 1 1,1-1 0,2 1 298,8-1 0,2 0 0,0 0 1,-1 0-1,-4 0-8,1-1 0,-4 1 1,-2 0-1,-2 0 1,2-1-1,3 1 1,5-1-164,-8 1 0,6-1 0,0 0 0,-5 1 165,9-1 1,-4 0 0,-2 1 0,-2 0 0,1 0 0,1 0-1,2 0-12,-1 0 0,0 0 0,2 0 1,0 1-1,1-1 0,1 0-45,-2 0 0,1 1 0,2-1 0,-2 0 0,0 0-143,-6 0 0,-4 0 0,1 0 0,5-1 1,8 0-333,-6-1 1,4-1 535,-8-2 0,-4-2 0,13 0 0,9 0 0,-6-8 0</inkml:trace>
  <inkml:trace contextRef="#ctx0" brushRef="#br0" timeOffset="121694">4694 11993 13323,'0'-7'5298,"0"2"-4158,-4-24 0,0-7-216,1 6-540,-1-10 0,1 2-48,2 17 392,0 5-616,1 11 118,0 1-68,0 23 28,0 4 23,0 27-28,0 7-522,0-21 1,0 1 403,0 7 0,0 1 17,0 6 0,1 2 25,0 4 1,1 2-32,-1 2 1,1 4 5,-1-19 0,0 4 0,0 1 0,0-3-41,0 2 0,-1-1 0,1 1-374,0-2 1,-1 1 0,1 0-1,-1-4 376,0 16 0,1-4-9,-1-5 1,1-3-22,0-13 1,0-1 37,1 6 1,1-2-15,1 4 0,0 8 95,-2-32 731,0-13-781,0-18 1503,1-17-1548,1-22-36,-1 18 0,0-3 0,1-7 0,0-1-416,0-7 1,1 0 412,0-4 0,-1-2-547,0-1 0,-1-2 552,-1 0 1,-1 1 8,-3-1 0,-2 0-8,-1 1 0,-1 0 8,-3 2 0,0-1-922,1 12 0,0 0 0,1 3 908,0-1 0,-1 1 0,0-12 0,1 5 11,3 7-11,1 3 489,2 20-511,1 13 776,-1 12-743,4 10 3387,1 19-3393,3 23-14,-3-6 1,0 3-332,-2-14 0,1 1 336,-2 1 0,1 4 0,-1-2-2,-1 2 1,1 0-6,-1 11 0,1-1 5,-1-14 1,1 0-329,2 17 1,0-5-367,1-7-1941,0-4 0,0-3 2641,0-16 0,0-5 0,-3-11 0</inkml:trace>
  <inkml:trace contextRef="#ctx0" brushRef="#br0" timeOffset="126809">3761 12488 20308,'32'3'540,"0"0"0,19 4-355,-39 6 482,-7 5-331,-12-3-129,-10 8-134,-4-8 50,-17 2 62,-8-8-56,1-2 45,-5-10-29,20-12-66,8-13-12,7-11 6,7-7-51,4 10 40,8-10-34,5 22-12,6-5 1,6 17-17,6 6-11,8 6-11,5 9-29,2 10 34,-4 13 23,-12-1-45,-9 22-1,-21-14 1,-7 1-556,-4 6 0,-5 2 555,0-8 1,-4 1 0,-2-1-376,-1-3 0,-2-1 1,-1 0 423,0-2 0,-2-1 1,0-2 40,-13 9 1,2-4-60,11-11 1,0-5 106,-3-7 0,2-6 2,0-12-32,-5-14-12,25-16 923,14-7-951,6 7 1371,19-6-1354,23 19-50,8 5 5,-19 17 0,1 5-421,-2 4 1,0 4-11,4 4 0,0 1-421,-6-3 1,0 0 851,15 7 0,-4-2 0,-11-5 0,14 6 0</inkml:trace>
  <inkml:trace contextRef="#ctx0" brushRef="#br0" timeOffset="129341">6114 12337 12466,'14'-57'1773,"-1"0"1,1-7 0,-5 5-407,-10 12-807,-3-8 605,-21 21-689,-7 21-101,-23 5-230,25 14 1,-1 5-663,-4 5 1,0 4 636,-3 6 1,1 5-35,-1 5 1,2 4-9,-2 8 1,3 3-34,9-3 0,5 0-15,2-4 1,7-2 31,15 20 401,9-32-272,32-8 67,-17-16-152,8-9 1,3-6 33,12-16-273,-21 10 1,1-5 314,5-9 0,-4-2 182,9-14-146,-13 13 1,-1-1 178,3-13 597,-9 11-747,-8 12-147,-6 11-60,-3 13 16,0 15-8,-2 31 1,-4 23-1,2-7-272,1-15 0,0 0-130,-1-1 1,-1 8 0,0-2 0,2-7-2377,2-3-1,1-8 2731,3 13 0,1-9 0,-2-20 0</inkml:trace>
  <inkml:trace contextRef="#ctx0" brushRef="#br0" timeOffset="133618">5875 13607 13844,'5'-2'5215,"-1"0"-1328,-4 2-3551,5 1-79,-4-1-66,4 1-96,-4-1-1523,-1 0-6218,2-1 7646,0-2 0,-1 1 0,-1 1 0</inkml:trace>
  <inkml:trace contextRef="#ctx0" brushRef="#br0" timeOffset="134167">10991 6961 5924,'0'0'0</inkml:trace>
  <inkml:trace contextRef="#ctx0" brushRef="#br0" timeOffset="135086">5741 13856 23159,'4'-55'330,"3"19"-173,12 65-17,-2 10-51,-1 3-27,-1 0 0,1-9 61,-1-10 140,3-11 56,3-16-78,8-18-79,11-23-580,-15 13 1,2-2 459,3-5 0,1-2-9,2-3 1,0 0-17,-7 11 0,0-1 11,9-13 0,-2 3-11,-2 3-20,-9 11 1,-1 2-21,-6 5-3551,7-9-6257,-11 17 8841,4-5 0,-13 18 1,-1 2-1</inkml:trace>
  <inkml:trace contextRef="#ctx0" brushRef="#br0" timeOffset="135760">10633 7731 23668,'-57'7'515,"16"8"-431,59 22 191,11 0-141,-7-14 432,20-4-95,-1-36-323,-6-4 1,0-3-666,-7 1 1,-1-2 552,12-14 1,0-2 13,-11 12 0,-1 0-221,5-5 0,1-2 199,-6 6 0,-1 0-22,14-14-90,-13 15-308,-11 15-1899,-8 25 1193,-4 2 1098,-9 31 0,4-28 0,-3 10 0</inkml:trace>
  <inkml:trace contextRef="#ctx0" brushRef="#br0" timeOffset="138661">2789 14696 11760,'6'-46'2472,"0"0"0,-1 5 0,0 5-1436,1 9-722,-3 12 251,-2 8-335,0 35-79,-3 8-112,0 0 1,-1 3-664,-4 21 601,2-15 1,-2 2-213,1 6 0,-1 2-661,2-1 1,0 2 172,0 4 1,1-1-692,4-17 0,2-4-5501,6 24 6915,2-20 0,-2-21 0,-4-12 0</inkml:trace>
  <inkml:trace contextRef="#ctx0" brushRef="#br0" timeOffset="140053">2799 14509 17938,'-1'-34'193,"-1"1"0,29-21-170,2 55 2,9 2 0,3 2-1076,12 3 1045,-14-1 1,1 1 11,12 2 44,-10-3 1,2 1-29,-11-4 0,2 0-349,17 1 1,3 0 340,-4-3 0,1 0-409,6-3 1,2-1 397,-17 0 1,2 0 0,0 0 3,2-1 1,1-1 0,1 1 3,3-1 0,0 0 0,-2 0-5,11-1 0,1 0-1,-1 0 1,5 0-1,-4 0 2,-16 2 1,-3 0 0,3-1-360,2 1 0,3-2 1,1 1-1,-5 0 360,14-1 1,1 0 28,-1-1 1,5-1 0,-7 1-19,-10 1 1,0-1 15,4 1 0,9-2 0,1 0 0,-5 1 2,-7 0 0,-4 1 1,4 0-6,2-1 0,5 0 0,0 1 1,-4-1-7,-4 1 0,-4 0 0,4 0 27,5 0 0,4-1 0,0 1 1,-2 0-10,0-1 1,-2 1 0,4-1-340,-11 2 0,3-1 0,2 0 1,-1 1-1,-2-1 331,6-1 1,-2 0-1,0 1 1,0-1 6,2 0 0,1 0 1,-1 0-1,1-1 4,2 0 1,0 0 0,0 0 0,-3 0-13,6-1 1,-2 1-1,4-1-224,-10 1 0,4-1 0,2 1 1,-1-1-1,-4 1 240,-2 1 1,-3 0 0,0 0 0,3-1-21,4 1 0,3-2 1,3 1-1,-2 0 1,-2 0-149,3 1 1,-2 0 0,-1 0 0,1 0 141,-1 0 0,0 1 1,1 0-1,-2 0-9,0 0 1,0 0 0,-1 1 0,1 0-5,-1 0 1,0 0 0,0 1 0,-3 0-8,4-1 1,-3 1-1,4 0-35,0 1 0,5-1 0,0 1 0,-5-1 50,-2 1 1,-3 0 0,3 0 94,1 0 1,4 0-1,1 0 1,-4 0-101,5-1 0,-2 1 0,-1-1 1,0 1 1,-1-1 0,0 1 0,-2 0 0,0 1 0,-1-1-1,-2 1 1,-1 0 0,-2 0-9,8 0 1,1 0 13,-2 1 1,3 0-1,-7 0-11,-16 0 1,-1 1 381,9 0 0,5-1 0,-6 2-365,-12-1 1,-3 1 780,7 1 0,1-1-793,-4-1 1,-1 1 23,25 0 1787,-19-1-1692,-7-1 1958,-22 0-1802,-1 0 619,-12 0-798,-5 0 179,-4 0-202,-4 1-55,3 0 33,-4 3-56,6 2 0,-3 4 6,4 3-6,1 4 17,0 7-5,-1 10 5,-1 11 5,-2 15-27,3-7-804,3-4 1,1 4 794,2-12 1,1 1-1,1 19 0,1 2-326,4-8 1,2-3 319,0-11 1,1-1-18,7 14 1,0-2-6,-5-20 1,-2-1 18,4 12 1,-5-1 11,-17 11-22,-21-9 8,5-26 0,-4-2-129,-6-1 1,-7-3 91,-4-3 1,-7-2 0,2-1 59,10-1 1,0 0 0,-2-2-18,-14 1 1,-4 0-1,3-1-7,14-2 0,2-1 0,-1 1 11,0-1 1,-1 1-1,0 0 11,-1 0 1,-1 0 0,0 0-10,-2 1 0,0 0 0,-1 0-2,-3 2 0,-1 0 1,-1 0-317,-3 1 1,-1 0 0,-3 1 319,14-2 0,-4 1 0,0 0 0,1-1 0,3 1 2,-12 1 0,4-1 0,-7 1-3,13-1 0,-5 1 0,-4-1 0,1 1 0,4 0 0,6-1-518,-4 0 1,7-1 0,-6 2 527,-1-1 0,-6 1 0,-2 1 0,0-1 0,6 0-2,5-1 0,4 0 0,0 0 0,-4 1-7,-6 0 0,-5 0 0,-2 1 0,1 0 0,5-1-3,5 0 0,4-1 0,-1 0 1,-5 1-2,1 0 0,-6 0 0,-2 1 1,0-1-1,4 0 0,7-1 4,-3 1 0,6-1 0,-5 0 0,-3 0 0,-6 1 0,-3 0 0,3 0 0,7-1-393,4-1 1,7 0 0,-7 0 392,-4 0 0,-6 1 0,-4-1 0,0 0 0,3 0-176,5 0 0,0 0 0,2-1 0,-1 0 0,0 0 176,0 0 0,1 0 0,-1 0 0,0 0 0,-1-1 3,-4 1 1,-2 0-1,0-1 1,2 0-1,3 0 1,6-1 0,4 0 1,0-1-1,-3 1 45,-9 0 0,-2 0 1,-2 0-1,0 0-43,5 0 1,-1 0 0,-1 1 0,2-1 0,4 0-125,3 0 1,4 1 0,1-1 0,-4 0 119,0 1 0,-2-1 1,-2 1-1,1 0 0,2-1 10,-2 1 1,0 0 0,3 0 0,0 0 17,-8 0 0,3 0 0,-4 0-32,4 0 1,-2 1 0,-1-1-1,3 0 11,-7 0 1,3 0-1,1 1-5,9-1 0,2-1 0,-3 1-6,3 0 1,-3 0-1,0 0 1,5 0 57,-12 0 0,2 0-58,10 0 0,-1 1 1,1 0 20,-17 0 1,2 1-1,5 0 1,1 0 13,-5-1 1,3 1-17,19-2 0,2 0 5,-9 1 1,3-2 1620,-2 1-1576,-2-1 1337,13 0-1325,13-1 2985,10-2-3075,7 0 1068,7-3-1057,6-1 0,4-3-95,8-3 34,-7 2-824,11-11-1311,-15 10 2196,9-11 0,-15 15 0,0-2 0</inkml:trace>
  <inkml:trace contextRef="#ctx0" brushRef="#br0" timeOffset="144741">3669 13424 14701,'-50'12'1275,"1"0"0,4-1 0,7-1-849,10 0-308,11-2 28,5 2-118,8-4 11,4 6-34,4-6 7,9 1-12,6-4-23,12-1 6,-2-3-17,4-4 1,2 0 11,1-1-9,3-2 0,0-1-30,5 0 21,6-1 18,-11 3 44,-13 3 51,-12 2-22,-13 2-7,-13 4 18,-16 3-12,-16 5 18,-15 4-139,23-8 0,-1 1 200,-4 1 0,0 0-309,9-2 1,-1-1 546,-12 3 0,1 0 31,-3 0-1746,14-4 0,3-1 1455,7-1 10,9-2-111,12-2 168,5-1-129,19-5-45,28-8 0,1-1-35,-9 3 1,3-1 28,-10 4 1,0 0 10,9-3 1,1 0-6,-5 2 0,-1 0 1592,-2 1 0,-4 1-1586,7-2 5,-13 4 28,-26 6-44,-17 5 21,-17 4 6,-3 1 1,-2 1 42,-21 6-45,10-4 0,-3 2 10,3-1 1,2-1-9,9-2 1,-1 0 16,-12 3 1,5-1 22,4-2-296,4-1 268,21-5 67,26-8-51,12-5 23,33-13-73,-13 4 11,2 1 0,1 0-195,-3 1 187,-2 1 0,-1 1 8,-4 1 11,23-5-39,-25 9-184,11-2-417,-17 7 618,-1 2 0,-12 1 0,-3 0 0</inkml:trace>
  <inkml:trace contextRef="#ctx0" brushRef="#br0" timeOffset="145884">11171 7793 18936,'-38'10'819,"0"0"0,-16 6-599,62-16 89,33-5-187,6-4-84,-9 3 0,1-1-551,-1-1 0,0 0 506,-1 1 1,-1 1 0,-2 0 1,-2 0 243,18-3-167,-16 3 97,-17 2-79,-14 3-86,-15 1 22,-15 3 871,-17 1-795,-14 5-37,24-3 1,-2 0-225,-2 0 1,0 1 248,2 0 1,0 0-14,3-1 0,2 0 41,-16 4-38,16-3-51,17-2 28,9-4 16,12 0-38,13-1 470,14 0-493,17-3 0,12-1-17,-29 1 1,2-1 10,-1 1 1,0-1 11,26-3 11,-18 2 28,-19 2-22,-16-1-23,-21 3 6,-3 0-6,-42 1-11,4 4-126,13-1 0,-3 2 145,-2 2 1,3 1 8,-15 3-28,1 2 17,34-7 50,12-2 23,9 0 67,29-7-112,-2 0 16,32-7-33,-23 4-17,4-2 1,2 0 27,16-3-39,-12 2 0,-1 1 252,2-1-437,-4-1-812,-32 8 997,-11 3 0,-8 3 0</inkml:trace>
  <inkml:trace contextRef="#ctx0" brushRef="#br0" timeOffset="150986">4319 14797 14712,'-8'6'4683,"1"-1"-4134,7-5 940,0 0-1304,15 5 353,-2 8-415,6-2 6,-9 5 112,-8-4 67,-7 4-157,-7 4-33,-11 1-6,-8-3 28,-4-5 17,-3-5-68,8-4 208,-9-13-135,15-4-22,-5-15-89,16 4 33,6-11 5,9-1-66,4 0 5,8 0-6,5 15-22,-2 7 0,8 5 11,-2 6-22,17 15 22,-5 6-16,-2 8-6,-5 21-34,-19-5 17,-9-7 0,-3 0-861,-11 19 852,-14-2 1,-7 2 22,7-13 0,-2 1 10,1-2 0,-3 1 1,3-2 14,-2-2 0,0-2 48,-7 0 0,0-5 42,-4-10 22,-11-5-73,29-23 45,8-29-72,12 11 21,9-7 1,5-3 17,15-7-51,-4 11 0,2 3 497,13-6-472,-6 17 1,3 4-48,18 1 8,-13 7 0,0 2-3,15 7-134,-11 6 0,0 3-316,-13-1 0,1 2-4460,19 10 1,-2 0 3346,1 4 0,-6-1 1,-35-22-1</inkml:trace>
  <inkml:trace contextRef="#ctx0" brushRef="#br0" timeOffset="151501">5561 14700 13726,'3'-46'1581,"0"0"1,0-1 0,1 1 0,-1 1 0,0 8-966,-1 2 560,5-17-733,-3 29-219,5-4-67,-1 20 78,3 16-106,-1 5 53,-2 15 0,0 6-101,-3-1 0,-2 4-562,1 1 1,-1 5 0,-1 0 506,-3 3 0,-3 1 0,0 1-17,-2 7 1,-1 1-1,-1-1-19,0-10 1,0-1 0,-1 3-109,0 2 1,-2 3-1,1 0 1,1-4-455,3-6 1,2-2 0,0 1 159,-1 16 1,1 3 0,2-8 0,2-16-1,1-5 1,9 14 0</inkml:trace>
  <inkml:trace contextRef="#ctx0" brushRef="#br0" timeOffset="156245">6022 13117 11038,'-48'4'1833,"-1"0"1,2-1-1,8 1-1547,14-1 212,6 2-156,27-3-186,3 0 68,28-1-128,12-1-82,-12-2 0,3-1-856,18-2 1,1 0 835,-18 0 1,1 1 6,0-1 1,4-1 0,-8 2-150,10-1 162,-12 0 0,-2 1 288,-12 1-195,-6 1-18,-19 0 12,-26 4 1547,2 1-1567,-20 4 1,-3 1-43,-1 3-59,6-2 1,-5 1 55,2 1 1,1-1-21,-13 4 4,4 0 0,-1-1 27,17-3 1,2-1-9,3 0 0,2 0-5,-23 6-6,37-9 157,20-3-124,9-6 90,47-10-115,-28 5 1,2-1-107,7-1 0,2-1 81,-1 0 0,3-1 0,-4 2-8,-7 1 0,1 0 12,9-3 0,5-1 0,-6 2 52,12-4-22,-21 6 0,-4 1 173,-8 0-84,-19 6-72,-26 3-17,-13 8-23,-12 0 3,14 1 1,-2 1-780,-10 3 1,-1 0 750,9-2 1,-2 1 2,-18 4 0,-1 1-371,15-5 0,3-1 382,7-2 1,0 0 24,-2 0 0,6-1 48,12-5-39,8-2-22,30-13 1392,16-2-1418,4-2 0,7 0-8,6-2 0,0 1 404,-6 2 1,1 1-391,-6 1 1,2 1 0,-4 1 1,-7 2 1,-2 2-3,10-3 0,-3 0 13,-1 3 7,-18 3 5,-29 8-23,-3-1-8,-16 4 1,-5 2 4,4-1 1,0 0-232,-7 2 1,-2 1 231,-15 4 0,1 0-320,-3 1 339,6-2 1,0-1 50,-5 2-34,14-3-5,14-5 145,45-13-78,16-6-57,-3 1 1,5-1-487,6-2 0,2 0 475,6-2 1,2-1 16,2 1 1,-2 0-15,-10 3 1,-2 0 55,4 0 1,-3 0 522,9-4-341,-1 1 983,-22 6-1178,-22 6-57,-22 9 0,-29 9-16,-4 2-284,12-5 0,-6 3 1,1-1 179,-9 3 0,-2 0 23,4-1 0,-2 1 1,3-1-150,1-1 0,4-1 67,3 0 0,6-1-157,9-1 314,20-3 0,32-15 17,28-13-68,-3-3 273,-13 6 0,3-2-222,8-1 0,-1 1 0,9-5 0,-23 11 0,0 0 0</inkml:trace>
  <inkml:trace contextRef="#ctx0" brushRef="#br0" timeOffset="161405">7134 14497 18225,'-37'-21'334,"0"0"1,0 1 0,-15-7 0,3 15-100,14 29 0,3 8-592,-14 12 466,12-5 0,1 6-3,3 6 1,3 1-88,3-9 1,1 2-7,2-1 0,0 4 0,2-1 15,0 9 0,4-2-8,0 0 0,3 0-29,3 1 1,6-3 2,18 6 604,5-20-547,21-13 61,15-19-68,-8-4 18,-4-11 0,-3-4-46,-3-4 37,0-7 1,-1-1 315,-10 3-308,-7 3 1,-4 0 391,-12-1-358,-15-1 617,-33 8-684,-10 11 6,-4 6-12,26 6 1,0 2 27,-19 12-25,14-2 1,1 3-29,8-1 0,3 1-20,-2 4 1,5 0-28,0 8-275,10 8-1765,19-3-4267,13-1 6357,9-5 0,-6-18 0,-8-6 0</inkml:trace>
  <inkml:trace contextRef="#ctx0" brushRef="#br0" timeOffset="161695">7599 14166 17641,'0'-9'3674,"0"2"-3007,3-26 0,2-6 464,-1 9-1036,0-10 1,1 3 27,-2 24 34,-1 13 151,2 21-79,0 13-131,-2-2 0,0 3-25,-1 27-773,-3-19 0,-1 7 0,-1-5 716,0-4 1,0 1-2,-3 12 0,-1 8 0,-1-2-474,-1-5 1,-1-1 0,1 0 318,1 1 0,0 1 0,0-1-34,0-4 1,-1 0 0,3-1-2348,2 0 1,1-1-1,3-5 2151,0-8 0,2-1 0,-1 6 0,0-5 0,3-11 0</inkml:trace>
  <inkml:trace contextRef="#ctx0" brushRef="#br0" timeOffset="168561">9281 14363 14911,'-10'-45'1413,"0"0"1,-3 1-1,-3 6-757,-12 10-364,-1 3 44,-5 10-30,1 7 42,-27 6-242,16 5-97,9 4 0,0 3 187,-16 16-79,11 0 1,1 3-90,11-9 0,2 3 11,-9 11 1,2 3-12,12-4 0,3 2-218,0-1 0,2 1 204,2 4 1,5-1-55,10 16 57,6-18 39,16-1 0,7-17 84,30-8-87,-28-12 1,0-4-24,1 0 1,0-5 22,4-6 1,-1-5-468,1-5 1,-2-2 461,-5 6 0,-1-2 75,7-10 0,-4-2 125,-13 8 0,-4 1-41,12-18 403,-6-12-274,-18 36-196,0-3 101,-3 15-196,0 8 1209,0 3-1192,0 13 471,-1 12-410,-7 32-84,4-27 1,-1 2-259,-2 9 0,-1 1 230,1-2 1,0-2-9,2-8-1,0 2-2,-3 15 0,1-2-28,2 2-236,0 2 1,2 1-1484,7 4 1747,1-16 0,1-2 0,2-4 0,1-7 0</inkml:trace>
  <inkml:trace contextRef="#ctx0" brushRef="#br0" timeOffset="173968">14707 11100 8602,'-3'-8'3535,"2"1"-1551,1-28 1,1-4-1549,1 17 186,0-20 1,1 7-421,1 31 492,1 10-352,-2 23-158,-6 16-136,-2-9 0,-2 2 973,-8 22-1004,-4-4 0,-2 1-294,9-27 0,0 0 245,-4 13 0,-3 4 1,3-4-23,4-9 1,3-1 17,-5 12 0,3-2 19,4 1-39,10-7 101,5-20 27,1-5 274,1-11-273,0-23 631,-6 3-642,2-43-23,-4 10-465,-2 9 1,0-3 453,0 0 0,0 0 3,2-5 0,0 0-9,-1 10 0,2 0-251,3-11 0,2 2 285,5-7-109,-4 20 1,2 3 85,9-6-10,5 9-23,-2 9 840,16 1-818,20 3-25,-25 10 1,2 0-3,12 0 0,2 0-1,-2 3 1,1 0 13,6 0 1,1 1-372,-9 0 1,1 0 354,-6 1 1,2-1-1,1 0-544,14-1 1,3 0 531,-15 1 1,5-1-1,1 0 1,-2 0-425,10 0 0,0-1 0,-2 0 440,0 1 0,-1-1 0,1 0-2,-8 1 1,1 0-1,0 0 1,-4 1-7,0-1 1,-3 1 0,2 0-228,2-1 1,2 0 0,1 0 0,-4 0 236,5 0 0,-3 0 1,-2 0 9,8 0 1,-1-1-2,-5 1 1,2 0-1,-5 0-7,-11 2 0,1-1 3,12 0 1,6-2 0,-6 2 96,-8-1 0,-2 1-81,15-1 1,-1-1-3,-15 2 0,-4 0-1,23-3 800,-11 2-805,-13 1 1287,-11 3-1259,-4 0 1903,-9 4-1919,1 0 722,0 9-712,-3-4 174,25 21-67,-8-9-39,23 16-22,-7-4-35,-7-4 32,-11 0 0,-1 1-240,-1 4 212,-2 10 0,-1 3-503,-9-14 1,-2 0 490,2 18 0,-1 1-22,-3-5 0,-1 0-6,-1 2 1,1 1 2,-1 0 1,0 1-1,1-1 0,0-1-6,-1-10 1,1-1 13,-1 17 1,0 0-14,-4-18 0,0-2-14,1 8 0,-4 0 36,-9-2 0,-6-5 45,-20 7-59,17-17 0,-3-1-195,-15-6 0,-2-4 209,10-6 0,-1-1-14,-17 2 0,0-1 0,16-5 0,0 0 36,-19-1 1,-2 0-37,15-1 0,-1 0-7,-8-1 1,-4 1-1,4-1-4,3 0 0,-1 0-3,0 0 0,-4 0 0,2 0-686,-12-1 1,-1 1 685,5 0 0,-3-1 0,1 1 3,10 0 1,1 0 0,-5 0 4,6 1 0,-6 0 0,-1 0 0,0 0 0,3 1-406,1-1 1,3 1-1,0-1 1,-2 1 406,-8 0 1,-1 0 0,-1 0 0,-1 1-5,7-1 1,-2 0-1,1 1 1,2 0 0,5-1-300,3 0 1,5 1 0,-6-1 288,-5 1 1,-6 0 0,-4 1-1,2 0 1,7-1-239,-4 0 1,6 1 0,-4 0 236,-3 0 1,-3 0-1,-1 0 1,2 0-15,7-1 1,1 1-1,1-1 1,2 0-19,-6 1 1,3 0 0,-3-1-350,0-1 0,-4 0 1,1 0-1,7-1-831,-2 0 0,2-1 1218,-2-1 0,-5-1 0,13 0 0,7-1 0,6-3 0</inkml:trace>
  <inkml:trace contextRef="#ctx0" brushRef="#br0" timeOffset="176958">15129 11231 10125,'-3'0'5276,"0"0"-2405,3 0-2284,-18-43-542,19 28 440,2-41-246,21 43-85,15-4-4,-14 10 68,24 6-341,-25 4-5,27 11 155,-30 0-151,23 24 8,-22-15 42,-1 4 1,-2 2-34,-7 6 59,-3 15 70,-20-13-6,-3-10 147,-21 3 100,9-14 150,-11 2 142,12-12 67,6-5-133,7-8-24,6-10-391,5 3 78,8-6-111,0 12 119,15-2-102,-4 7-35,6 3 26,13 13-21,-4 6 1,6 4-56,-10-4 0,1 2-61,13 11 18,-12-8 0,-1 2-107,7 16 60,-17-3 48,-27-5 26,-24-5-27,-1-13 1,-6-3-52,-4-1 0,-1-2-323,1 0 1,0-3 11,4-1 1,4-4-3159,-7-9 3590,15-3 0,14 0 0,8 3 0</inkml:trace>
  <inkml:trace contextRef="#ctx0" brushRef="#br0" timeOffset="177258">15958 10741 22537,'3'-41'1041,"0"1"1,4-23-885,1 58-28,5 16 0,6 18-40,4 27-91,-11-10 0,-2 8 1,0-4-796,0 2 0,-2 0 797,0 1 0,-1 3 0,-1-3-17,-1 9 0,-2-4-8,1-14 0,0 2-170,1 10 1,2 7 0,0-2-725,0-12 1,1 0 0,-1-1 61,0 0 0,0 0 0,0-1 857,3 20 0,-1-11 0,-5-24 0,-1-2 0</inkml:trace>
  <inkml:trace contextRef="#ctx0" brushRef="#br0" timeOffset="177740">16656 10966 17266,'0'-5'4318,"1"1"-2469,-1 4-1412,7 37-370,-9-13-14,0 16 0,-1 3-36,-6-5 2,2-3 1,2-1 3,3-5 50,11 18 27,3-24 158,19 2-90,-1-23-67,0-7 128,2-18 1,-6-9 28,5-14-26,-13 16 1,-1 0-71,7-12 146,5-6-61,-10 25-90,3 2-62,-3 9-50,2 16-34,-8 4 6,4 22-12,-5 11-8,-5-10 1,0 3-424,1 7 1,0 1 184,1 6 1,0 2-1018,2 5 1,0 2-435,1 5 1,-1 0 1691,-2-5 0,0-4 0,-3-16 0,-1-4 0,-1 7 0</inkml:trace>
  <inkml:trace contextRef="#ctx0" brushRef="#br0" timeOffset="181024">14618 13402 16443,'13'-45'1381,"1"1"1,-4 4 0,0 14-1041,-1 28 202,-4 18-106,-6 33-370,-2-5-448,-2-3 0,-3 5 372,-6 5 1,-2 0-26,5-10 1,-2 3-141,-2 7 0,-1 5 1,2-8 27,5-15 1,1-1-279,-1 12 0,-1 5 1,3-7-137,2 9-418,3-4 0,1-4 336,2-17-1721,3 9-3216,0-36 5579,-1-9 0,0 1 0,-1-3 0</inkml:trace>
  <inkml:trace contextRef="#ctx0" brushRef="#br0" timeOffset="181900">14614 13468 11950,'-8'-53'1480,"1"1"1,0 5 0,4 6-282,17 0-930,-1 18 162,27 2-112,7 11-165,-1 4 1,3-1-465,-14 3 0,2 0 362,10 0 0,6-1 1,-6 1-464,-12 2 0,1-1 440,20-2 1,8-1 0,-7 0-10,-14 2 0,1-1 6,7-2 1,9-1-1,1 0 1,-7 1-1077,2-2 1,1 1 1060,-3-1 0,6-1 1,3 0-1,-1 0 17,-2 0 0,0 1 0,0-1 0,4 0-9,-12 2 1,1 0 0,2-1-1,1 1 1,1 0 0,0-1 4,0 2 0,1-1 0,1 0 0,1 0 0,-1 0 0,-2 1 0,-2-1-450,7 1 1,-4-1 0,0 1 0,-1 0 0,2 0 437,-5 1 0,2 0 0,0 0 0,0 0 0,-3 1 0,-2-1 9,4 1 0,-4 0 0,1-1 0,3 1-206,-3 0 0,3-1 0,3 1 0,0-1 0,-3 1 0,-2-1 203,4 1 0,-5 0 0,2 0 0,5-1-81,-4 1 0,5-1 0,4 0 0,1 0 0,0 1 0,-3-1 0,-4 1 122,5 0 0,-5 0 1,0 1-1,-1 0 0,2-1-48,-4 1 0,1-1 0,0 0 0,1 0 0,0 1 0,0-1 38,3 1 0,1-1 1,1 1-1,-2 0 1,-2 0-1,-5 1 0,0-1 1,-5 1-1,-1 0 1,2-1-28,8 0 0,3 0 1,0 0-1,-3 0 22,-6 1 1,-2 0 0,0 0 0,-1 0 128,13 0 1,0 0 0,-3-1-150,-9 2 1,-1-1-1,2 1 156,2 0 0,3-1 0,0 1 0,-7 0-144,6 0 1,-3 1 116,-3 0 0,2 0 0,-5 0-139,-5 1 0,-2 0 863,3 0 0,-1 0-804,21 0-26,-20 3 1,0 1-25,10 1 27,9 15 1740,-44-8-1611,3 23 1442,-21-15-1520,-13 23-67,2-16 16,-6 10 0,-1 3-44,2 1 556,0 3 0,1 4-559,9-16 0,3 2 2,-3 22 1,1 2-641,3-17 0,1 0 636,0 0 1,2 4 0,0-3-2,0 4 0,1 1 0,1 1 0,1 5 0,-1-3-3,0 1 1,0 1-2,2 3 0,-1 5 1,0-6-9,-2-7 1,-1-2 7,-1-2 1,0 2-1,-2-4-116,0-3 0,-3-2 100,-10 12 0,-4-3 4,-5 0 7,-11 1 1,-4-2-647,-3-9 647,7-13 1,-8 3 0,2-5-345,-6-3 1,1-3 345,-11 5 0,-2-2 10,16-7 0,-1-2 0,1-1 4,-14 1 0,-3-1 2,16-2 0,-5 0 0,0 0 0,1 0-3,-10 0 0,2 0 1,-1 0-67,3-1 0,-1 0 0,-2 1 60,5-1 1,-3 0-1,1 0 1,1 0-630,-4 0 1,2 1-1,-2 0 629,7-1 1,-1 0-1,-1 1 1,0 0-2,-3 0 0,0 0 0,-1 1 0,-2 0-2,6 0 1,-2 0 0,0 0 0,0 0 0,1-1 1,-3 1 0,3 0 0,-2 0 0,-6 0 0,8 0 0,-6 0 0,-3 0 0,-1 0 0,2 0 0,4 0 0,6-1-310,2 0 1,6-1 0,1 0 0,-6 0 309,-5 1 0,-5 0 0,-3 0 0,-2 0 0,2 0 0,2 0 3,-2 0 1,2 0-1,0 0 1,0-1-1,-3 1-1,11-1 0,-1 0 1,-1 0-1,-1-1 1,-1 1-1,0-1 1,0 1-101,1-1 1,0 0-1,-2 0 1,0-1 0,1 1-1,1-1 1,1 1 0,3-1 98,-13 1 0,4 0 0,1-1 0,0 0 0,-3 0-1,0-2 0,-3 0 0,-2 0 0,2-1 0,5 0 0,7 0-105,-2-1 1,8 1 0,-4-2 62,0 1 1,-4-1 0,-3 0-1,2-1 1,3-1-180,4-1 0,3-1 1,1-1-1,0 0-806,-14-2 0,0-2 1,2 0-401,6 0 1,1-1 0,5 0 1426,-1-5 0,9 0 0,10 4 0,4 0 0</inkml:trace>
  <inkml:trace contextRef="#ctx0" brushRef="#br0" timeOffset="187083">15363 13822 19518,'-6'-51'761,"0"-1"1,2 4 0,5 6-572,20 8-32,21-6-130,-9 15-3,-5 9 0,1 3 3,17 3 0,14 0-17,-1 12-22,-5 11 0,-9 13-17,-25 2 0,-5 5 8,-8-1 1,-3 0 13,0 1 0,-4-1 6,-16 6 0,-4-3 6,-5-3 2,-1-5 1,-1 0 30,-12 1 87,8-13 0,-1-4 42,-2-7-112,-2-5 39,32-21-11,8 5-17,2-3-16,10 1-40,-3 8-5,10 2-6,1 12 16,9 8-10,19 16-380,-16-5 382,-8-4 0,0 1-2,9 7 0,6 8 5,-13 9-6,-19-15 7,-25 8-24,-34-11-16,-11-2-95,13-12 0,-1-2-135,12-5 1,1-1-561,-4-2 0,1-3 818,-15-7 0,24 2 0,9-2 0</inkml:trace>
  <inkml:trace contextRef="#ctx0" brushRef="#br0" timeOffset="187516">16387 13424 16644,'0'-53'1886,"0"0"0,0-7 0,1 5-968,0 10-218,-1-14-392,-1 32 202,-4 4-163,3 15-308,0 1 23,1 11 95,1 22-101,0-1 45,0 38-68,0-17 1,0 2-434,0-8 1,0 3 410,0 1 0,0 8 0,-1 1 0,1-7-585,-1 5 1,0 0 574,0-2 1,-1 6-1,1 1 1,0-4-504,0-2 0,0-3 0,0 2 475,0 11 1,0 1 0,1 2-98,2-12 1,0 1 0,1 1 0,1-3-199,-1 6 1,1-2 0,1-1-6,0-3 1,1-1-1,0 0 327,2 0 0,0 0 0,-1-9 0,1 4 0,-1-8 0,0-1 0</inkml:trace>
  <inkml:trace contextRef="#ctx0" brushRef="#br0" timeOffset="192549">17125 13659 14622,'12'-45'1568,"0"-1"0,0 1 1,1-5-1,-1 5-660,7-15 11,-13 35-634,0 7-229,-3 7 152,-3 23-68,-2 9-28,-4 21-26,-5 2 1,-3 4-65,2-9 1,0 0-426,-6 17 1,2-2 416,6-15 0,2-3-3,2-3 1,2-1 16,6 19-6,3-18 96,14-11 16,-2-18-33,15-12-12,4-17-10,10-18 454,-5 4-485,-5 4 0,-1 0-4,2 0 32,2-2 0,-1 2 41,-4 6-22,10-6-22,-25 24-39,-8 14-17,-5 4 39,-1 29-29,-3 1-15,1 26-18,-2-31 0,0 0-274,1 4 1,0 1 122,1 1 1,1 0-231,1 2 1,2-1-530,1 0 0,1-2-1269,3-1 1,0-3 2184,13 20 0,-8-24 0,-7-15 0</inkml:trace>
  <inkml:trace contextRef="#ctx0" brushRef="#br0" timeOffset="192829">18332 13064 19154,'19'-56'1327,"-1"1"1,-1 5-1,0 7-638,10 3-308,-4 18-191,-3 18-5,-3 23 28,-5 28-1786,-10 6 0,-4 4 1606,-1-13 1,-2 1-12,-2 15 1,-4 4-555,-2-10 1,-3 2 0,0 0 525,3-3 1,-1 0-1,1 2-289,0-9 1,0 2 0,0 2 0,2 2 10,2 2 1,0 5-1,2 1 1,1-4 0,1-6-128,2-5 0,1-6 1,2 6 410,0 4 0,2 8 0,1 2 0,0-6 0,1-12 0,8 15 0,-1-17 0,-1-1 0</inkml:trace>
  <inkml:trace contextRef="#ctx0" brushRef="#br0" timeOffset="195779">19861 13218 12797,'3'-5'5427,"0"1"-2554,-3 4-2671,20-49-18,-22 41-105,14-36 173,-48 63-140,-4 1-56,-9 3 22,0-2 1,0 0-40,18-9 1,-1 0-164,-23 10 0,0-3 348,2-3 73,8-5-28,27-11-62,11-5-67,4 0-62,4 0-44,0 3 67,3 2 398,1 6-420,3 5 27,-1 8-50,-1-2 135,2 26-158,-6-19-1665,0 7 1,-1 2 1670,-3-6-5,-4 17 72,-12 1-16,-1-8 27,-10 13 12,5-19 50,6-9 113,5-11-152,7-6 118,6-16 3229,9-5-3425,10-15-23,14-4-22,-1 6-9,0 6 0,0 2-325,3 1 350,3 1 1,2 2-28,4 6 10,-6 5 1,-2 3-28,5 5 22,-5 11 0,-3 5-22,-2 12 5,-7-4 1,-3 2-12,-6 18-11,-16 4-61,-17 1 5,-6-11-284,-4-13 1,-4-3-216,-15 3-543,7-9 1,-1-4-780,-3-4 1905,-8-17 0,40 4 0,-3-9 0</inkml:trace>
  <inkml:trace contextRef="#ctx0" brushRef="#br0" timeOffset="196047">19961 13052 21612,'44'-23'425,"1"-1"1,-1 1 0,1 0 0,-1 0 0,-7 5-73,5-1-107,4 1-100,-15 5-68,-16 7-83,-9 4-953,-12 10 958,-13 11 0,8-6 0,-7 4 0</inkml:trace>
  <inkml:trace contextRef="#ctx0" brushRef="#br0" timeOffset="197129">18371 12937 19524,'17'-57'1013,"-3"13"-705,-11 51-118,-1 2 197,-1 13 85,-3 7 73,-10 30-451,3-13 1,-1-9 0,-1 1 45,-3 21-39,5-9 0,1 0-483,3-15 0,1 1 446,0 17 1,2 0-24,2-17 1,0 1 33,0 20 0,1 2-30,-1-19 0,1 0 41,0 15 1,0 0 0,-1-21 0,0-1 14,1 9 0,-1 0-150,0-4 1,0 1 185,-1 6 0,-1-1-25,-1 15 14,1-12 0,-1-3-53,1-6 41,2 2 1,2-2-47,1-5 35,3-1 1,2 0-42,-1-7 145,11 25-128,-12-31 906,5 19-913,-8-23 398,1 18-436,-4-19 61,0 15-78,-1-18 5,-1 8-5,0-9 17,0 4-34,1-6 16,0 1 29,1-5-28,2-1-17,-2 0 28,3-1-17,-2 0-16,1 2 10,-2-2 6,0 2 1,0 0-24,0-1-4,0 0-214,0 0-3567,1-2 3797,1-1 0,0 0 0,0-1 0</inkml:trace>
  <inkml:trace contextRef="#ctx0" brushRef="#br0" timeOffset="201870">4079 11446 20953,'-7'-48'1018,"0"1"0,1-1 0,-1-1 0,0 1 0,1 2-662,-1-1 1,1 3-23,0 0 0,1 3 222,0-10-120,8 14-148,4 11-242,4 13-72,14 12 175,2 18-418,18 20-347,-21-9 0,1 5 301,2 8 1,0 3-87,2 7 1,-1 3-462,-9-15 1,0 1 0,0 0 67,0 1 0,0 0 0,0-2-442,3 8 1,1-1 571,11 10 0,-2-6 1,-9-15-1,14 13 1</inkml:trace>
  <inkml:trace contextRef="#ctx0" brushRef="#br0" timeOffset="202162">5738 10715 21037,'17'-42'923,"1"-1"0,-1 1 0,-6 15-685,-11 26-156,-21 35-27,-8 14-50,3-3 1,-4 4-886,-2 2 0,-2 5 721,5-3 0,-2 5 0,2-4-468,7-14 1,2-2-1,0 3-352,1 2 0,-2 4 1,2 0-1,4-5 979,0 6 0,3-4 0,0-3 0,2-4 0,2 3 0</inkml:trace>
  <inkml:trace contextRef="#ctx0" brushRef="#br0" timeOffset="204023">6604 13614 13009,'-15'-60'2272,"-1"1"0,2 6 1,0 4-1461,0-9 425,-1 10-82,3 21-858,4 6-79,3 13 68,13 24-40,9 20-151,2 3-31,2 3 1,1 5-505,-5-11 0,1 2 414,0-1 0,2 2 0,-1 0-659,8 11 0,-1-2 533,-5-9 1,2-1-2033,15 11 0,2-3 2184,-16-23 0,-1-2 0,6 6 0,-3-5 0,-5-9 0</inkml:trace>
  <inkml:trace contextRef="#ctx0" brushRef="#br0" timeOffset="205019">10924 7984 19165,'6'-18'1596,"-1"14"-1439,-4 18 89,1 18-33,-6 1-87,-2 0 0,-1 1-64,-5 18-626,-3 5 1,-1 1 596,0 0-13,3-11 0,-1 3 19,-3 8 0,0 1 3,0-4 0,-1 2-438,2-3 1,-2 3 0,-2 1 434,4-12 0,-2 0 1,0 0-1,1-3-458,0 0 1,2-3 0,-2 3 443,-2 1 0,-1 4 1,0 0-1,1-4 12,0 0 1,0-2-1,-1 2-438,-4 11 1,-2 3-1,-1-1 426,7-14 0,0 0 1,0 1-1,-2 1-3,-5 10 0,-1 2 1,0 0-1,2-3-11,0-2 1,2-3-1,-2 3 10,-2 2 0,-1 3 0,0 1 0,1-4 12,1-3 1,2-2 0,-3 3-14,3-7 0,-3 4 0,0 2 0,-1-1 1,3-4-13,2-3 0,2-3 1,-1 0-1,-2 4 10,-1 0 1,-2 5 0,-2 1 0,0 0-1,3-4 1,2-5-221,-1 3 1,3-5-1,-3 3 217,0 2 1,-4 5 0,0 2 0,1-3 0,3-6-5,3-4 0,3-6 0,-4 8-156,-2 3 0,-5 8 1,-2 5-1,0 1 1,1-3-1,3-6 153,1-3 1,4-4-1,-1-1 1,-2 5-4,-1 2 1,-2 4-1,-2 3 1,0 0 0,2-3-1,2-4-125,1-3 1,3-3-1,0-1 1,0 0 143,-7 14 0,-1-1 1,1 1 73,1-3 1,1 0 0,-2 1-70,5-8 1,-1 2-1,1 0 1,1-4-21,2-2 0,1-2 1,-1 1 12,-8 12 0,-1 3 1,2-5 2,1 0 0,0-3-8,5-8 0,0 2 0,-2 1 16,-7 9 1,-1 2 0,2-2-15,-2 3 1,0-2-4,7-10 1,-1 0 0,4-4 488,4-8 1,3-3-495,-7 12 2024,9-15-1990,10-12 2662,4-13-2730,4-5 1278,6-13-2296,4-6-5182,10-11 6223,0 2 0,-7 12 0,-6 9 0</inkml:trace>
  <inkml:trace contextRef="#ctx0" brushRef="#br0" timeOffset="207404">15105 10071 17748,'-3'-7'3808,"1"1"-3539,2 6 225,0 0-198,4-13-161,16 33-102,1-13-22,8 29 1,1 8-781,5 2 505,-9-9 1,5 5 0,-1-3-1015,1-2 1,1-1-465,0-1 0,3 1 0,-1-4 1742,8 3 0,-2-5 0,-12-9 0,-3-4 0,8 1 0</inkml:trace>
  <inkml:trace contextRef="#ctx0" brushRef="#br0" timeOffset="207621">16862 9842 23064,'-21'49'-116,"1"1"0,0 0 0,0 0 0,0-1 0,0 0 0,0-1 0,2-6-971,-4 10 1,2-4 216,-3 8 0,2-6 1,5-10-1,2-1 1</inkml:trace>
  <inkml:trace contextRef="#ctx0" brushRef="#br0" timeOffset="208804">20094 7387 10114,'1'-12'3287,"-1"2"-1254,0 10 869,0 0-1838,3-50-907,-2 38 202,2-37-152,-3 52 263,0 5-117,1 5-34,1 15-140,-1 3 140,0 27-201,-4-24 0,0 1-74,-2 27 24,-2-14 0,-1 1-453,3-14 0,0-2 416,-1 7 0,0 2 50,-1 14 0,1-1-42,-1 6-8,1-2 0,0 4 2,1-2 1,0-1-595,1-10 0,0 2 608,0-6 1,0 5 0,0 0 0,0-6-694,0 1 0,0 0 685,-1 9 0,-2 7 1,0 0 3,0-6 0,-1-1 0,0-1-32,2-9 0,0-1 0,-1 4 0,-1 0 0,0 4 1,-1 0-1,1-3 9,0 0 1,0-4 0,0 3-5,-2 11 1,-1 3 0,0 2 5,1-7 1,0 3-1,0-1 1,0-3-12,1-3 0,0-2 0,-1 4-406,1-4 1,-1 5-1,0 1 1,0-1 0,1-5 407,-1 6 0,1-5 0,-1 3-8,-1 4 1,0 3 0,0 0-1,0-4-142,1-6 0,1-4 1,0 2 147,-2 10 0,-1 2 0,1-3-4,2-10 1,0-2 0,-1 4 10,0 1 0,0 4 0,-1 1 0,1-2-9,-2 9 1,0-3-1,1-1-5,0-2 0,0-2 0,1 0 7,0-4 0,1-2 0,0 1-6,-1 1 1,1-1 0,0-1-3,-2 12 0,0 1 2,1-10 1,0 3-1,1-2-16,-1 7 0,1-4 2,2-9 1,0 1-86,0-2 1,1 2 0,1-5-211,1-8 1,2-4-443,-2 8 1,1-1 518,0 16 0,2-38 0,1 4 0</inkml:trace>
  <inkml:trace contextRef="#ctx0" brushRef="#br0" timeOffset="209240">15993 12270 21909,'49'26'207,"-1"0"1,-5 1-1,0 3 1,-7-1-192,-13-6 1,-1 1-924,15 17 1,6 7 0,-5-5 819,-10-10 0,0 1-1234,3 4 1,5 6 0,1 1 0,-5-6 1320,4 5 0,-3-3 0,6 9 0,-3-6 0,-6-8 0</inkml:trace>
  <inkml:trace contextRef="#ctx0" brushRef="#br0" timeOffset="215237">5186 16713 8685,'0'-7'5052,"0"2"-2693,0 5-13,0 0-1712,-1-44 105,-2 48-112,-2-21-325,0 45 1,1 18-180,-2 13-609,1-5 0,0 3 491,2-12 1,1 1-31,0 3 1,0 3 0,1-2-1,-1 0 0,1 2-140,4 1 1,1 4 0,0-8-648,3 13-488,1-18 1,0-3 1299,2-11 0,-5-16 0,-1-8 0</inkml:trace>
  <inkml:trace contextRef="#ctx0" brushRef="#br0" timeOffset="216956">5167 16640 9092,'-4'-3'4744,"1"1"-1726,3 2-2503,25-22-139,12 16-189,8-6 1,4 1-903,-16 10 1,2 1 770,21-1 0,3-1-14,-14 1 0,0-1-22,-4 1 1,2 0-1,1-1-5,3 0 0,1 1 0,3-1-570,1-1 0,3 0 1,0 1-1,-4-1 553,1 0 0,-3 1 1,4-1 3,4 0 1,4-1 0,1 0 0,-3 0 0,0-1 1,-2 1 0,2 0 0,-3-1 0,3 0 1,1 0-1,-3 0-676,5 0 0,-2 0 0,6-1 682,-10 1 0,4-1 1,3-1-1,-2 1 0,-3-1 0,-1 2 0,-4-1 0,1 0 0,6 0-198,-9 0 1,5 0 0,3 0 0,2-1 0,-2 1 0,-3 0-1,-4 0 196,9 0 1,-5 0-1,-1 0 1,7 0-91,-9 1 0,6-1 0,2 0 0,2-1 1,-3 2-1,-3-1 0,-7 1 85,14-1 1,-8 1 0,6 0-18,-8 0 0,5-1 1,3 1-1,2-1 1,-3 0-1,-4 2 19,8-2 1,-4 1 0,0 1 0,2-1 20,-11 1 1,2 0-1,1 0 1,1 0-1,-1 0 1,1 1-27,-1-1 1,1 1 0,0-1 0,1 1 0,-1 0 0,0 0 1,2 0 0,-1 0 0,0 1 0,1-1 0,0 1 0,-1-1-3,2 1 0,0 0 0,0 0 0,-1 0 0,0 0 0,-2 1 1,0-1 0,-3 1 0,0-1 0,1 1 0,4 0 3,-4 0 0,4-1 0,1 1 1,2 0-1,-1 0 0,0-1 0,-2 1 5,5-1 1,-1 0-1,-1 0 1,0 0-1,0 0 1,0 0-7,0 0 1,-1 0 0,0 1 0,1-1 0,2 0 0,1 0-14,-6-1 1,4 0 0,2 0 0,1 0 0,-2-1 0,-2 1 0,-4 0 0,-6 0 14,6 0 0,-8 0 0,0 0 1,7 0 2,-3 0 1,6-1 0,5 0-1,2 0 1,0 0 0,-3 0-1,-4 0 1,-6 1-1,4-1 0,-7 1 0,0 0 0,6-1-3,-5 1 1,6 0 0,4 0 0,0-1 0,0 1 0,-2 0 0,-4 0 0,1 0 1,-4 1-1,-1-1 1,0 1 0,3 0 14,-1-1 0,2 1 0,1 0 1,0 0-1,0 0 0,0 1-10,-3-1 0,-1 0 1,1 1-1,-1-1 0,1 1 1,1-1-1,6 1 0,2 0 0,0 0 1,0 0-1,-3 0 0,-3 1-7,6-2 0,-5 2 0,1-1 0,4 0 9,-4-1 0,7 1 0,1 0 0,-1 0 0,-4 0 0,-8 0-5,2-1 1,-8 1 0,6 0-6,0-1 0,6 0 0,3 0 1,-2 0-1,-5 0 5,9-1 1,-4 0-1,4 0-1,-9 1 1,5-1 0,1 0 0,0 0 0,-5 0-3,-5 0 0,-3 0 0,0 0 1,4 0 1,1 1 1,3-1 0,2-1 0,-1 1-1,-2 0 2,6 0 1,-2 0-1,-1 0 1,-1 0-8,-7 0 1,-2 1-1,1 0 1,0-1 110,4 1 1,0-1 0,1 0 0,1 1-97,4-1 1,3 0 0,-2 0 0,-6 0 81,-9 1 0,-5 0 0,5 0-101,15-1 0,8 0 0,-1 0 0,-8 0 17,1 0 0,-3 0 18,-2 0 0,4-1 0,-5 1-16,1 0 1,0-1 11,0 0 0,5 0 0,-9-1 459,-15 2 1,-1 0-466,6-1 1,4 0 0,-2 0 33,9-1 0,-4 0-37,-8 1 1,1-1 38,9 0 1,-2 0 995,0 0-863,2 0 1435,-19 1-1318,-15 3 2915,-10 0-3150,-8 3 1096,0 2-1130,-3 4-5,0 2 16,-1 2 57,-4 7-68,2-5-3346,-10 17 3340,8-14-54,-11 32 38,13-22 8,1 10 0,1 2-25,4 1-2,7 5 0,4 10 1,-1-7-2,-2-16 0,1 0-177,5 14 1,2 7 0,-1-4 140,-3-2 0,-2-5 33,0-5 0,-1 0-2,-5 16 0,-4-4-9,-6-10-23,-20 7 1,-8-1 16,-12-7 28,3-5 1,-2-2-11,-5-8 2,18-11 0,-2-1 3,-3-1 0,0 0 0,7-2 0,-1 0-6,-25 3 1,3 0-6,4-2 16,1 0 1,-2-1-1,15-2 1,-1 0-8,-3-1 0,-3 1 1,0 0 9,-18 2 0,2 0-349,0-1 1,-2 0 343,6 0 1,-3 0 0,6 0 2,7-2 0,-1 1 1,3 0 0,-5 0 0,-1 0 0,3 0 474,0 0 1,3-1-1,-3 1-494,-11 1 0,-4 1 0,-2 1-479,6-2 1,-3 1 0,-1 1 0,2-2 489,5 1 1,0-1 0,1 0 0,0 0-1,1 0 1,1 0 0,-1-1-1,-2 1-6,2-1 0,-3-1 0,-1 1 1,3-1-1,5-1 8,-1 0 0,5 0 0,-6 0-11,0 0 1,-8 0 0,-4 0 0,0 0 0,3-1-1,8 0 3,-3 0 1,6 0 0,-7-1 4,2 1 0,-9-1 0,-4 1 1,-1 0-1,3-1 0,6 1-11,-3-1 0,5 0 0,0 0 0,-1 0 8,2 0 1,-1 0-1,-1 0 1,1 0-1,3 0 3,1 0 0,4-1 1,-1 1-1,-4 0-9,2-1 1,-3 0 0,-2 1 0,-1-1 0,2 0 0,2 0-362,-10 1 1,3-1 0,0 1 0,-6-1 366,12 0 1,-3 1-1,-3-1 1,-2 0-1,2 0 1,1 1-1,4-1-162,-6 0 0,2 0 1,3 0-1,1 0 0,1 1 158,-3-1 0,3 0 1,-1 0-1,-4 0-105,6 1 1,-6-1 0,-1 0 0,0 1 0,3 0 0,6-1 104,-10 1 1,7-1 0,-10 2-8,15-2 0,-6 1 0,-6 0 1,-2 1-1,-1-1 0,0 0 0,3 1 1,5-1-16,-1 1 0,4 0 0,1 0 0,0-1 1,0 1-1,-2 0 31,-6 0 0,-1 0 0,-2 0 0,1 0 0,-1 1 0,0-1-2,7 1 1,-3-1 0,-1 2-1,1-1 1,3 0 0,3-1 0,6 1 0,-13 0 0,9 0 0,-8 0-7,12-1 0,-7 1 1,-4 0-1,-2 0 1,2 0-1,5 0 1,6-1 10,-11 1 0,8 0 0,-7 0-2,3-1 1,-9 2 0,-4 0 0,0 0 0,5-1 0,7 0-5,-1 0 0,7 0 1,-6 0 52,0 0 0,-6 0 1,-3 1-1,1 0 1,2-1-59,9 1 0,1-1 0,0 0 0,1 0 0,-1 0 19,-2 0 0,0 0 0,-1 0 0,0 1 0,0-1-10,-7 1 0,-2 0 0,0 1 0,1-1 0,3 0-6,-5 0 0,1 1 1,2-1-1,3 0 7,10-1 1,3 0-1,-1 0 1,-3-1-5,-3 1 1,-4 1 0,-1-1 0,1 0 0,3-1-4,4 1 0,3-1 1,0 0-1,-3 1 10,-3-1 1,-4 0-1,-1 1 1,1-1 0,2 1 61,-2-1 0,2 0 1,0 0-1,1 1-72,0-1 1,1 0-1,-1 0 1,1 0 3,1 0 1,1 0-1,0 0 1,0 0 1,1 0 0,0 0 0,1 1 0,2-1 5,-3 0 1,2 1 0,-3-1-5,1 1 0,-3 0 1,-1 0-1,4-1-9,2 0 1,3 0 0,-2 0 84,-2-1 1,-3 1 0,0 0 0,2 0-71,-4 0 1,3-1-1,-1 0-13,2 0 1,1-1-1,0 1-2,2 0 1,0-1 0,2 1 5,1-1 0,1-1 0,1 1 13,-17 0 1,1 0 16,5 0 0,2 0 483,5-1 0,1 0-491,7 1 0,1-1 1925,-13 0-1957,-6-3 7,26 1 27,-6-2 1986,14 2-1991,9 0 1421,2 1-1443,5 0 971,4 1-921,2 0 50,-3-1-11,0-3 6,-3-4-45,3-2 117,-1-17-128,3 10-57,5-33-89,0 29-1399,8-21 1511,-4 27 0,-1 2 0,-3 6 0</inkml:trace>
  <inkml:trace contextRef="#ctx0" brushRef="#br0" timeOffset="222154">3893 15930 16756,'-41'4'1739,"1"0"1,-22 3-1578,59-8-111,8-1 60,24-10-55,7-1-34,-5 3 1,1 0-31,2 0-1,1 0-118,3 0 1,1 0 123,0 1 0,0 0-17,-2 1 1,-1 0-15,25-3-5,-17 5 34,-20 3-18,-18 4 6,-11 1 1,-29 8 16,-6 3 5,6-3 1,-2 2-242,-3 0 0,-2 0 250,-4 3 0,-2 0 17,-3 1 0,-1 0 21,9-3 0,-2 0 1,4-1-48,1 0 1,3-2-17,-9 4 0,18-8 22,27-6-17,13-4-11,16-5 1,7-2-15,-3 1 0,3-2-514,8-2 1,6-1-1,-4 1 531,0 0 0,-1 0 3,10-2 0,-1 0-31,-16 6 1,-1 0 43,3 1 1,-1 0 5,-4 1 1,-3 0 2,17-2-16,-41 9-68,-42 13 95,-15 4 17,6-2 1,-3 1 625,12-4 0,-3 1-497,-11 3 0,-6 2 0,6-2 48,13-4 0,0 0-91,-11 3 0,-5 3 0,9-4 26,3-2 67,-8 3-72,34-10 152,8 0-24,19-6 100,16-5-301,19-9-76,-16 4 1,4-1-410,7-3 0,4-1 112,8-2 1,4 0-1163,-15 6 1,2-1 0,-1 1 1461,-2 1 0,-1 1 0,-2 0 0,3 0 0,-5 1 0,9-1 0</inkml:trace>
  <inkml:trace contextRef="#ctx0" brushRef="#br0" timeOffset="223306">15234 14849 15557,'-47'2'1030,"0"1"1,-2-1 0,5 1-33,1-2-214,2 0-689,21 0-56,13-1 79,35 0-90,-8 0 5,42-1 18,-4-2-459,-17 1 0,2 0 422,4-1 0,0 1-8,-10 0 0,1 0-6,5 0 0,3-1 0,-5 1 5,16 0-5,5 0 0,-4 0 11,-28 2 62,8-1-56,-39 1 28,-35 4-34,-11 0 0,-1 1 0,-8 1 24,11 0 0,-5 1 0,-1 0 0,6-1-7,-12 1 0,1 0 70,-4 2 1,-4 0 0,14-1 52,10-1 1,4 0-96,19-3 78,25-2 12,36-5-3243,18-2 3111,-26 2 0,0-1 0,-3 0 0,2 0 27,15-2 0,2 0-25,2 1 1,1 1-14,7-2 0,-1 2-3,-15 0 0,-6 2 5,7 1 7,-33 0-35,-31 3-5,-13 1 0,-7 1 28,-10 0 0,-2 0-226,-1 2 0,-2 0 220,-6 0 1,-2 1 27,-1 1 1,1 0 1020,11-2 0,0 0-1012,-10 2 0,6-1 2,13-1 612,11-1-555,24-3 128,30-8 6,17-5-140,-9 3 0,3-2 23,6-1 0,5 0-68,-6 1 0,3-1 1,-2 2-26,3-2 0,0 1 6,2-1 1,2 0-1,-7 1-8,10-1-24,-11 1 1,-5 1 536,-16 4-1551,-17 0 136,-16 3 890,-18 5 0,-2 1 0,11-2 0,-25 5 0</inkml:trace>
  <inkml:trace contextRef="#ctx0" brushRef="#br0" timeOffset="223956">14348 14273 9643,'-2'-34'3688,"0"1"1,3 4-2594,3-16 0,3 1-541,5 20 751,18-23-958,-16 30 600,15-14 78,-19 20-907,2-1 11,-9 8-107,-4 6 34,-3 5 0,-3 7 28,-4 18-6,2 6 12,-1 16 0,4 1-18,1 6-38,2-11 33,2-9 0,1-1-22,-1 4 5,1 6 1,-1-1-963,0-6 934,1-4 1,-1 1 38,-2 7-127,1-15 0,0 0 105,-1 9 62,0 7 39,4-31 89,4 4-89,2-13 1043,8-5-993,7-2-33,30-10-140,-11 3-658,12-6 0,1 0 652,5-2-26,-19 5 0,4 0 0,2 1-275,0 0 1,1 1 0,0 1-865,4-1 0,0 1 0,1 0 1154,3 0 0,1 0 0,-7 1 0,-5 1 0,-7 1 0,6 0 0</inkml:trace>
  <inkml:trace contextRef="#ctx0" brushRef="#br0" timeOffset="230114">5998 17087 9503,'-1'7'3333,"1"-2"-337,0-5 544,0 0-2767,9-11-588,-6 8 487,6-5-443,-9 11 186,0 5-40,-2 0 40,-7 5-202,-3-2-112,-2-1 84,-2-2 83,-2-3-172,3-2 200,-5-8-100,11-7-44,-1-14-74,7 2 40,1-19-62,3 0 16,5-19-66,-1 21 5,4 3-5,0 29 5,0 4 0,5 13-22,2 11 11,6 13-22,-3-2-76,-4-1 0,0 3-93,3 22 129,-6-23 1,-3 4-476,-4 13 0,-5 0 453,-6-10 0,-3-1 33,-5 16 1,-3 0 38,2-19 1,-5-2 25,-16 8 0,-4-4 20,13-16 0,-1-3-9,-6 6 0,0-4 48,1-11 0,3-7 27,-3-13-77,-4-4 33,21-29-28,11 19 50,16-33 661,6 33-773,11-6 34,-3 22-17,-1 13-11,-4 5-11,8 17-56,15 10-163,-11-11 1,2-1-135,-5-3 1,1 0-164,11 1 1,0-2-597,-9-6 0,-1-2 36,1 0 1,1 0 1114,11 1 0,-4-2 0,-10-2 0,11 1 0</inkml:trace>
  <inkml:trace contextRef="#ctx0" brushRef="#br0" timeOffset="230379">6837 16862 19097,'-11'-44'1107,"0"0"1,1 0 0,-4-15 0,1 8-397,2 13 9,3 13-552,3 12 12,8 23-90,5 16 16,8 30-56,-6-16 1,-2 2-732,1 12 0,-1 2 695,-2-7 0,-2 3-24,-4 8 1,-3 5 0,-1-2-34,0-17 0,-1-1 0,-1 3-240,0 6 0,-1 5 0,0 2 0,1-4 283,0 7 0,1-3 0,-1-4 0,-1 4 0,2-5 0,4-14 0,0-1 0</inkml:trace>
  <inkml:trace contextRef="#ctx0" brushRef="#br0" timeOffset="234139">6733 15669 10662,'-5'0'2762,"2"0"1668,3 0-3965,-52-5-280,39 4-90,-34-7 0,62 3-45,16-3-16,16-4-17,12-3-6,-28 7 0,0 1-1480,30-9 1475,-17 4 5,3-1 112,-27 8 11,1-1-89,-35 7-45,-2 2 17,-31 8 11,-2 2 8,6-2 1,-1 1 740,13-4 0,-1 0-671,-25 6 1,0 0 72,6-1-168,17-5 0,3 0 6,9-3-11,18-3 27,8-4-10,11-4-1,28-11-16,-6 1-18,7-2 1,0 1 6,-1 1 2,6-1 0,-2 2-14,-10 5 0,23-1 23,-40 14 78,-6 12-45,-14-1 56,-21 16 29,-14-6 32,-18 9-278,21-16 1,-3-1 320,-9 3 0,0-1-59,8-4 0,2-1 2,-1-1 1,3-2-25,4-2 61,24-14-140,19-7 12,36-17-46,-14 12 1,5-1-1,11-4 1,2-1-971,-4 2 1,-1 2 964,-9 3 0,-3 0 0,-5 3 0,-3 1 352,10-4-352,1 1-2836,-16 6 2702,-13 6-1474,-18 8-4564,-7 5 6172,-6 5 0,7-5 0,5-3 0</inkml:trace>
  <inkml:trace contextRef="#ctx0" brushRef="#br0" timeOffset="234345">6628 15722 15356,'-7'0'5343,"1"0"-4715,6 0 364,0 0-992,18-11 0,-13 8 0,13-9 0</inkml:trace>
  <inkml:trace contextRef="#ctx0" brushRef="#br0" timeOffset="238720">7833 16992 17260,'-7'-53'737,"0"1"1,-3 10 0,7 5-318,32-8-325,-12 26 57,24-12-40,-3 16-42,-7 6 0,2 2-59,13-1-3,-9 9 1,-1 3-4,-7 4-22,22 21 1,-28 2-7,0 13-10,-10 3 21,-13 2 7,-9-1-6,-7-3 27,-1-12 74,-8 4 67,9-18 83,-4 1-122,11-14 207,2-13-152,6-4 1,3-8-34,6-3 78,15-2-162,-3 9 28,18 0-27,-4 13-23,15 2-12,6 10-27,1 9-12,-1 9 17,-6 8 0,-17-7-1685,-19 2 0,-7 0 1674,-8-1-210,-14 7 0,-7-2 221,-9-9-77,-3-4 1,-4 0 42,-17-1-20,21-9 1,0-1-101,3-3 0,1-3-3173,-21-7 3327,23-9 0,11 0 0,16 2 0</inkml:trace>
  <inkml:trace contextRef="#ctx0" brushRef="#br0" timeOffset="239187">9500 16802 14341,'-12'-52'1733,"0"0"1,-1 0-1,1-9 1,-1 8-300,-11-3-1120,16 39 282,-1-1-501,7 20 414,6 36-335,0-4-17,2 22 0,0 5-886,-4-28 1,0 3 739,0 7 0,-1 8 1,1 1-1,-2-6-17,-1 2 1,-1 1-28,-1 4 1,0 9 0,-1 0 0,0-8-615,-1-3 1,0-1 381,0 8 0,0 7 0,2-6-1687,3-9 0,2-3 1467,1 3 1,1-4-1,0-1 1,0-32 0</inkml:trace>
  <inkml:trace contextRef="#ctx0" brushRef="#br0" timeOffset="243303">17265 14692 12735,'-56'0'1635,"-1"-1"1,7 1-1,7-2-918,7-2-499,18-1 80,34-7-225,3 4-26,11-1 1,4 0-9,2 1 0,4 0-428,14-3 0,4 1 402,-17 3 0,1 0 0,2 0-349,9-1 1,1 1 0,-2 0 340,11-1 1,-2 1-12,4 0 1,-6 2-23,1 1 17,-20 2 28,-33 4-12,-37 6-5,-3-1 5,-20 3 1,-7 1-397,15-4 1,-1 1 401,1-1 0,-4 2 0,4-2-5,-3 0 0,2 1 310,-10 1 0,2 0-286,7 0 1,2 1-20,3-2 1,2 1-40,2 0 0,7-1 39,11-1 0,44-3-11,7-7-803,22-3 1,7-1 807,-13 1 1,2-1-1,-2 1 1,5-1 0,-4 1-104,2 0 1,0 0 99,-6 1 0,2 1 0,-6 1-2,17-1 8,-11 1 1,-5 1 8,-22 1 11,-16 2-28,-20 1 16,-30 4 1,-11 1-485,13 0 0,-2 1 494,-6-1 0,-6 2 0,2-1 17,8-1 0,0 1 0,1-1 56,-4 0 0,1 0 0,2-1 4,-10 2 1,1 0 707,15-2 0,-2 0 0,7 0-704,-12 1 509,2 1-577,52-9-17,22-5 1,11-2-15,2-1 1,2-1-385,7-2 1,5 0 367,4-1 1,5-1 0,-2 1-68,-12 3 1,-2 1-1,2 0 73,8-3 0,2 0 1,1 0-1,4 1 0,1 1 0,-9 1 2,-12 2 0,-3 0 3,6 0 1,3-1 0,-9 2 699,-8 1-698,-14-1 12,-35 5 14,-21 3 0,-7 2-451,6-1 0,-3 2 526,0-1 1,-3 1-1,3 1 34,-4 0 0,0 1 226,4 0 1,-3 1 0,4-1-177,6 0 1,1 0 743,-9 2 0,7 0-626,22-2-168,21-2 90,49-7-180,-2-1-50,-11 1 0,2-1 136,-13 0 0,1 1-1346,18-3 0,-2 1-4704,1-2 5446,-9 1 0,-5 0 1,-16 1-1,-3 0 1</inkml:trace>
  <inkml:trace contextRef="#ctx0" brushRef="#br0" timeOffset="246822">10200 16843 17333,'15'-44'1363,"-1"1"0,-1-3 0,-2 9-1044,-8 22 231,0-6-186,-2 17-163,-6 30-128,1-6-23,-5 26 23,-2-8 0,-1 3-45,4 1 0,2 2-31,-3 5 0,4 0 3,6-8 0,6-6 45,18-2-17,2-14 90,26-11 5,-10-17-204,-10 0 1,0-3 142,10-13 33,-13-3 0,-2-2 51,6-17-99,-14 18 1,-2 0 59,3-14 385,1-11-212,-4 21-123,5-7-118,-12 34 68,-2 30 199,-4 9-298,-1 0 1,-2 4-12,-2 5 0,-1-1-342,1-6 0,-2 2 314,-2 19 1,-2-2-54,0-4-213,0 7 0,0 0-157,3-11-3741,8 10 0,4-3 4195,6-15 0,5 17 0,-10-45 0</inkml:trace>
  <inkml:trace contextRef="#ctx0" brushRef="#br0" timeOffset="247087">11460 16665 19339,'10'-49'1197,"0"-1"0,0 1 0,2-10 0,-1 4-749,-1 6 0,-1 6-117,-1 2 78,-2 14-185,-2 19 118,1 20-85,-2 20-150,1 13-12,-3 11-21,-7-9 1,-4 7 0,0-3-1178,2-5 0,-1 2 1096,-2-2 0,-3 9 1,-1 3-1,1-1 1,1-6-19,-2 4 1,2-5 0,0 5-171,1-1 0,0 6 0,1 2 0,0-2 0,3-4-481,1 5 0,3-5 0,2 2-1603,2-9 1,1 3 0,2-3 0,3-6 1746,6 4 0,2-8 0,7 8 1,-8-25-1</inkml:trace>
  <inkml:trace contextRef="#ctx0" brushRef="#br0" timeOffset="250145">19941 14261 11155,'-63'-2'1910,"-1"1"0,15 0 0,-2 1 0,7 1-845,-17 3-867,24-2 1,2 1 400,-10 2-212,25-2-135,6-1 33,32-4-212,3-1 33,40-7-78,-14 2 0,0-1-1119,-7 2 0,0 0 1091,11-2 0,4 0 11,-12 3 0,2-1 1,-4 2-260,-7 0 1,0 0 258,29-4 1,-5 1 72,-29 4-22,-7 1-40,-44 2-5,-4 1 2,-7 2 1,-4 1 16,2 0 1,-1 2 796,-11 1 0,-4 2-629,-10 3 1,0 0 242,13-1 1,1 0-308,-1 3 0,5 0-62,6 0 23,20-2 84,44-9-146,0-4 5,5-2 1,4 0-17,-4-2 0,2 0 11,21-2 1,3-1-21,-9 1 1,-1 0 128,-1 1 1,-3 0-124,-7 2 0,-5 0 81,4 0 74,-6 1-12,-39 6-174,-11 1 31,-24 5 0,-5 1-2,-8 2-621,10-1 0,-8 1 1,6 0 605,14-3 0,0 0 12,-6 2 1,-4 0 0,6 1 292,-20 8-279,6 3 10,42-10-21,20-6 16,47-14-20,-7-1 1,3-2-333,-10 2 1,3-2 323,11-2 0,8-1 1,-9 1 215,-14 3 1,-2 0-266,9-2 1,5 0 0,-8 0-36,-14 4 0,-1-1-3619,25-7 0,-2 0 3692,-11 2 0,13-5 0,-47 15 0</inkml:trace>
  <inkml:trace contextRef="#ctx0" brushRef="#br0" timeOffset="253937">12892 16506 20554,'-39'-23'901,"1"6"-761,6 22-22,-4 2-4201,-11 2 4155,15-3 968,-9-1-855,20-4-1,-2-4-94,8 0 274,1-7-84,7 6 3325,-1-3-3488,3 6-16,1 7-50,1-1 122,-2 20-61,0-1-5,-2 17-12,1-1 28,-5 14-73,4-17 40,-8 16 11,4-23-6,-4 7 17,1-8 67,3-6-100,4-11 330,3-4-280,3-7 78,1-7-45,0-5-61,5-8-56,-1 3 78,13-13-56,-1 10-16,11-8-29,1 10 17,5 5 1,7 6-29,14 9 0,-16 2-5,17 12 5,-21 2-28,12 16 6,-18-11-17,-4 14-6,-25-12 34,-14 9-11,-16 0-1761,2-15 1,-1-1 1676,-14 6-491,6-7 1,2-4 53,7-4-1708,-19-1 2240,34-20 0,2 7 0,9-9 0</inkml:trace>
  <inkml:trace contextRef="#ctx0" brushRef="#br0" timeOffset="254297">13660 16478 21796,'0'-50'692,"0"0"0,1 0 1,-1 1-1,0 2 1,0 10-139,-2 9 16,1 2-464,-1 13 137,0 17-92,0 20 17,1 27-115,-1-13 1,0 5-467,0 11 1,-1 4 410,-1-12 0,0 0 0,0 2-474,-2 4 0,0 2 0,0 0 408,-2 2 1,1 1 0,-1 0-137,0-1 1,-1 1 0,0-1-410,1-1 1,1-1-1,-1-1-2285,1-4 1,0 0 0,0-3 2897,-1 12 0,0-7 0,1 0 0,5-34 0</inkml:trace>
  <inkml:trace contextRef="#ctx0" brushRef="#br0" timeOffset="255997">23199 13221 17608,'1'-5'3674,"0"1"-2049,-1 4-920,-91 16-2339,51 7 1,-1 2 1651,1-10 1,-4-2 0,4 5-3,4 9 1,4 5 0,2 0-261,-1 6 0,2 2 169,4-6 1,-1 2-1,1 1-219,-1 0 1,0 2 0,-1 0-2797,-6 9 0,-2 1 0,2-3 3090,6-10 0,2-2 0,0-1 0,-9 12 0,3-6 0,6-10 0</inkml:trace>
  <inkml:trace contextRef="#ctx0" brushRef="#br0" timeOffset="256195">22193 13427 15261,'2'-8'5629,"0"1"-4374,-2 7-409,0 0-370,87-1-1565,-55 18 0,2 4 1090,14-3 1,8 0 0,-3 6-131,-9 9 0,-2 5 1,1 2-455,-5-8 1,1 1-1,0-1 1,-1 0-1413,6 4 1,-1-1 0,0-1 1732,6 4 0,0 0 0,-7-6 1,-14-11-1,-3-2 0,26 18 1</inkml:trace>
  <inkml:trace contextRef="#ctx0" brushRef="#br0" timeOffset="260786">15087 16352 20324,'-43'-13'496,"0"-1"0,0 1 1,-12 9-1,-2 5 1,8 7-427,17 7 0,2 6-516,-8 4 0,-4 5 0,3 2 481,9-1 1,3 3-1,2 0-449,0 2 0,2 0 1,2 0 401,-10 16 1,9 2-40,20 3 1,9-3 39,13 0-6,8-7 1,9-4-100,0-19 1,6-5 124,1-3 1,6-2-1,0-2 0,-8-4 1,0-1-1,1-4 2,6-1 0,0-4 1,-4-2-4,-4-1 1,-4-4 24,-1-7 1,-5-5 50,-1-16-23,-11-22-21,-21 19 16,-21 10 0,-8 6-23,-9 6-132,-16 4 0,-6 5 135,19 8 1,0 4-18,-19 1 1,0 4 353,13 3 1,4 3-386,4 4 1,3 2-23,6 0 1,5 3-157,-12 26-6,19-10 124,17 6-9601,38-6 9673,-2-6 0,5-7 0,-17-18 0</inkml:trace>
  <inkml:trace contextRef="#ctx0" brushRef="#br0" timeOffset="261103">16362 16247 17120,'-4'-8'2305,"0"-26"0,4-5-1112,8 5-776,-5-8 1,2 2-127,9 18 235,0 11-386,-9 15 280,-2 37-313,-8-7-26,-5 19 1,-3 6-586,0-13 1,-1 0 503,-3 9 0,0 3-431,4-16 1,-1-1 0,2 2 260,0 4 0,1 0 1,1 1-741,0 2 0,1 0 0,2 1-707,0 7 0,2 1 1,2-3 1616,5 5 0,2-7 0,-1-17 0,0-5 0,5 4 0</inkml:trace>
  <inkml:trace contextRef="#ctx0" brushRef="#br0" timeOffset="261586">17803 16493 18341,'7'-50'1316,"0"0"1,-4 9 0,-4 5-791,-19 2-352,-4 19 218,-38 8-286,24 10 28,-10 8 1,0 3-434,5 7 332,-6 10 1,1 3-603,9 0 577,4 0 1,2 1 2,8-3-17,6 3 1,5 1 5,10 1 11,12 17 6,19-40 0,7-7-1,27-6 14,-24-1 0,1-5 48,3-11 0,-3-3 29,1-5 184,2-4 0,-2-2 202,-3-4-261,-13 11 1,-1 0 159,-1-2 510,-11 11-784,-5 10-12,-10 15-39,-5 13-5,-5 17-28,-2 13-29,11-23 1,1 2-127,2 3 0,2 1-56,4 4 1,3-1-60,-1-8 1,2 0-986,6 9 0,4 1 1221,2-4 0,1-3 0,5 15 0,2-6 0</inkml:trace>
  <inkml:trace contextRef="#ctx0" brushRef="#br0" timeOffset="262763">20623 17264 20420,'-17'-48'550,"0"0"1,1 1-1,6 6-56,8 11 116,4 13-162,3 29-145,4 26-186,0 4-11,2 5 1,1 0-849,3 8 784,0-4 0,2 0-11,-4-20 0,1-3 30,11 12 1,2-3-250,10 10 247,-8-22 0,3-6 182,27-13-174,-25-9 0,1-5-755,11-10 0,-2-4 730,-10 0 0,0-4 64,10-9 1,5-7-1,-5 3-58,-3 3 0,0-2-560,-1 1 1,5-5-1,1-1 1,-2 2 542,2-3 1,-3 2 0,6-2-21,-8 8 0,5-3 1,1-1-1,1 1 0,-2 3-3,5-3 1,-2 2-1,1 2 1,3-1 6,-2 3 1,4-1 0,1 0-1,-1 3 1,-3 3-16,-5 4 0,-1 4 0,-1 0 0,3 1-376,10-2 0,3 1 0,0 1 0,-7 4 372,-9 2 1,-5 3-1,4 1-58,3 3 1,4 2-1,0 2 1,-7 2-472,5 6 1,-3 5-924,16 5 0,-6 5-600,-26-3 1,-8 3 2055,4 29 0,-23-29 0,-1-1 0</inkml:trace>
  <inkml:trace contextRef="#ctx0" brushRef="#br0" timeOffset="270655">11579 16291 8993,'0'-3'6486,"0"0"-1837,0 3-2963,-1-60-1395,0 45 147,0-46-170,1 61-38,1 1-124,-1 3 186,-1 17-147,-4 6-72,-6 17-135,-4 5-302,-3 5-941,4 2-3820,6-1 5125,3-11 0,5-19 0,0-11 0</inkml:trace>
  <inkml:trace contextRef="#ctx0" brushRef="#br0" timeOffset="271396">9402 16487 12818,'-3'-4'5786,"1"0"-5067,-12-24 1,-3-6 389,3 6-711,-4-10 0,2 2 228,9 18-430,4 7-9,6 9-30,6 18-97,-1-2-72,5 26 59,-9-15-1277,-1 13 1,-1 2-2233,-3 1 3318,0-2 1,0-2 0,-1-19 0,0 1-1</inkml:trace>
  <inkml:trace contextRef="#ctx0" brushRef="#br0" timeOffset="303234">22583 5577 11194,'0'4'5092,"-1"0"581,1-4-5409,3-15 302,11-6-404,-1-5 146,16-7 0,-4 6-44,7-12-35,1-14-78,-13 10 1,-2-5-592,-2 0 0,-1-2 458,-4 8 1,0-3 0,-1 0-2,1-16 0,-1 0 8,-2 0 0,-2 3-6,-1 14 1,-2 2 0,-3-1 1,-2 4 46,-9-8-50,-14-8-50,4 25-63,-14 8-4,10 23-35,-19 30 102,14-1-506,2 16 1,2 4 544,3 6-18,9-12 1,0 7 0,4-6 5,3-12 1,3 0-14,5 13 1,3 6-1,3-6-34,5-8 0,7-2 0,8 6 1,6 2 0,4-7 69,16-3 1,4-7-38,0 0 0,0-7 14,-11-13 1,-5-9-17,13-25 116,-18-10-8,-9 2 0,-1-1 103,4-15 30,-14 19 0,-3 4-37,-7 9 988,-7 9-1258,-11 16 1049,1 2-829,-19 27 0,11-3-15,-3 9-130,11 1-13,12-2 1,5-2 19,5-6-210,3-17 202,22-7 7,-13-8 116,8-8 0,2-5 86,4-18-83,-11 7 0,-2-3 99,4-11 93,-7-11-11,-13 13-88,-6-20-207,-11 15-102,-10-1-120,-9 20 53,-2 7-15,-1 8 5,5 6 95,5 8 43,3 17 48,10-2-43,1 9-252,13 0-1601,31 18 443,-9-14 309,6-9 1,4-3-197,1-9-798,7-4 0,4-2 1231,-14-5 0,1-3 610,15-2 1,0-3 440,-19 1 1,-3-4 817,6-8 1,-4-4 1051,-2-10-24,-11-1 0,-5-1-532,-14-7-604,-7-4 5,-26 18-615,5 16-220,-6-1 215,-1 12-447,4 14 123,1 5 0,-1 25 51,17-16 238,1 17 111,9-18-106,5 4 138,7-9-4,6-8 179,5-12 289,3-13 288,1-12-384,1-10-244,-2-4 113,2-2-190,-10 14 115,0 3-140,-10 17-147,1 11-1009,-3 19 268,0 27 342,-5-16 1,-2 4-358,-3 9 1,-1 1 264,-1-8 0,-2 3-420,-1 5 1,-1 4-1,1-1 473,3-13 0,2-1 0,0 4-63,-2 8 0,0 6 1,0 0-1,1-6 193,3-7 0,0-5 0,0 3-119,-3 17 1,-2 2 0,0-11-101,-5 5 197,0-18 0,-3-13-57,-6-37-83,8-18 0,3-7 135,4 6 0,4-3-804,2-10 1,3-5-1,3 4 775,1 4 1,4-1-94,4-2 0,2-5 0,2-2 0,1 5 156,2 2 0,1 2 1,4-3-364,1 2 1,4-6 0,2 0 0,1 1 0,-3 5 117,7-5 0,-1 5 0,2-1-33,-2 5 0,2-2 0,0 2 1,-3 3 449,13-10 0,-4 3 155,-3 4 0,-2 1 39,-7 4 1,-3 2 241,-6 5 0,-3 1 4250,1-22-3934,-12 21-109,-7 6-874,0 18 1789,-1 7-1676,2 11 338,4 13-359,5 19 14,-4-18 0,1 3-1689,0 14 1,-1 0 1703,-2-13 1,0-1 2,-1 7 1,-1 0-1048,-5-5 0,-1-2 1063,0 7 49,-6 14 997,-5-28-757,8-15 158,-7-6-152,14-23 2206,8-18-2379,13-14 3,-4 21 1,2 0 1651,3 0 0,2 1-1459,9-1 0,0 3 261,12-6-258,-13 16 0,-2 5 316,7 5-188,16 24-457,-18 1-210,-11 7 0,-5 7-965,-6-3 1,-4 4 1086,1 15 1,-2 0-1,1 7 1,-7-3-1</inkml:trace>
  <inkml:trace contextRef="#ctx0" brushRef="#br0" timeOffset="313391">21886 11593 22979,'18'-22'678,"-4"6"-430,-9 49 0,-6 31 1,-1-8-210,0 7-458,-1-8 0,-2 10 0,0-11 475,-7 4-20,5-20 1,0-2-15,-1 8 594,2-6-84,5-30 215,2-11-500,6-16-63,14-35-128,-4 10-549,4-8 1,0 0 543,2 1 10,-1 1 1,3 0 183,-6 18 0,1 2-158,12-10 0,1 2-65,-11 13 1,1 3 13,8-1 0,0 5 20,7 10-56,9 12 0,-1 20-22,-20 7 0,-2 5-604,8 18 192,-16-4 0,-4 1-984,-6 5 1418,-10 3 0,-1-3 0,2-14 0,-3-11 0,0 1 0</inkml:trace>
  <inkml:trace contextRef="#ctx0" brushRef="#br0" timeOffset="315383">24555 15823 24161,'20'-47'532,"-2"26"-426,-16 62-22,0 19-53,-3-26 0,-2 2 0,-2 16 0,-1 1-1,-1-9 1,1-2-28,-1 1 0,0-5 53,-3 7 162,8-34 96,1-12-263,4-9 33,8-25-6,7-9-19,-5 12 0,1-2-271,4-4 0,1-1 240,3 0 0,2 0 17,1 3 0,1 1 14,5 0 0,0 4-26,9-7-5,8 5-5,-22 24-7,16 7-21,-13 7 22,7 6-1,11 16-16,-18-7 0,1 0-290,-1 0 1,1 1-72,5 8 0,-2 1-2518,6 17 2879,-14-13 0,-3 0 0,2 4 0,-8-4 0</inkml:trace>
  <inkml:trace contextRef="#ctx0" brushRef="#br0" timeOffset="316349">25809 16187 19204,'5'5'5069,"20"-61"-4554,-7 14-725,-3 3 0,1-4 411,4-2 1,-2 2-831,3-9 699,0-1 0,0-7-492,-8 19 0,0-1 1,-1 0 441,0-4 1,1 0-1,-1 0-2,0 0 1,0 0 0,-1-1 9,0-9 0,-2-2 0,-1 7-20,-2 10 1,0 1 6,-1-11 0,0-5 0,-2 9-84,-1-3 97,-3 13 0,-1 5 222,-3 18-244,-7 16 27,-9 30-27,-1 16 0,-1 5-296,5-12 1,0 3 296,0 3 0,-3 9 0,1 0 0,2-7 15,0 4 1,0 0-21,3-5 1,-2 5 0,0 1 0,2-6-3,-1 12 0,3-1-278,4-9 0,1 3 0,4-4 267,4 5 0,7-4-122,7-2 1,5-7 76,21-5-6,2-27 1,3-9 27,6-9 155,0-7 1,3-8-145,-7-8 1,-1-7 18,-11 8 0,0-1 1,-1-2 4,-2 2 1,-1-1 0,-2 0 12,4-12 0,-6 2 680,-12 11 1,-5 2-684,-1-4 1167,-18 4-1117,-17 30-38,-2 9 16,-2 7 293,4 19-332,2 13 17,0 6-22,5 0 16,9-3 909,7-15-936,16 10 258,-2-20-253,24-6 27,7-28-4,-7-1-18,17-24 73,-20-4 23,4-14-12,-19 17 1,-3-1 66,4-23-16,-10 22 0,-4 2 5,-7-8-16,-9 4-90,-2 23-39,0 7 16,0 16 6,0 9-44,-4 13-102,2 10-1113,5 17 301,7-18-1955,12-5 1,5-4-2846,7-5 4899,22 12 0,-25-28 0,2-2 0</inkml:trace>
  <inkml:trace contextRef="#ctx0" brushRef="#br0" timeOffset="317266">27073 15685 23497,'5'-58'759,"1"0"1,0 7 0,-6 8-418,-9 18 75,-17 19-350,5 10 17,-22 36-73,18 6 8,6-10 1,1 1-8,-3 17-10,7-10 1,2-1-453,2 2 453,2-4 0,4 0-26,19 12 12,-5-12 152,20-4-152,-11-30 125,4-7-46,-2-12-24,-7-1-16,-2-1 420,-6 6-381,-1 0 85,1-2-108,-3 4 63,1-1-102,-4 6 85,1 1-96,-1 3 1,0-2 72,0 3-33,2-4 50,6-8-68,1 0-4,1-3 21,0-4-33,-6 10-28,2-4 34,-3 7-6,0-2-11,1 1 22,6-3 0,4-5-22,-3 1-17,3-9 45,-9 9-29,-1-3-4,-3 3 88,-3 2-55,-1 1 6,0-1 10,-1-1-27,1 1 5,-1-2-11,2-1 6,-1 3-1,0-2-5,0 4 23,1 2 5,0 2 5,2 1-5,-1-1-5,1 0-12,0-1 34,0-2-29,0 1 7,0-2 128,0-2-50,0 4-12,0-3-38,0 5-34,0 1-34,0 10 0,-1 39 6,-1-2 0,-2 4-1216,1-1 0,-1 1 1221,-1 10 1,-2 4 3,-1-4 0,-1 4 0,0 0-11,1-7 0,0 0 0,0 4-5,1-12 0,0 2 0,0 2 0,0 1 0,1-1-73,1 0 0,0 1 1,1-1-1,0-1 1,1-4-293,-1 8 0,0-4 0,1 0 278,1 5 1,1 0 0,0-13-81,-1-9-448,-9-54 112,-1-29 145,1 4 1,0-4-153,3 6 0,-1-1 184,-1 1 1,-1-2-1,-1-2 137,-4-7 0,-1-2 1,0 2 47,3 9 0,1 1 0,-3-2 159,-1-6 0,-4-5 0,2 2 0,3 11 0,-4-10 0,3 11 0,1 0 0</inkml:trace>
  <inkml:trace contextRef="#ctx0" brushRef="#br0" timeOffset="317782">27726 15608 21467,'-3'-3'1910,"1"1"891,2 2-2398,6 58-230,-6-12-405,3 2 1,0 2 253,-3-15 1,-1 0 19,2 12 0,1-1-8,0 8 106,-2-15 0,-2-6 62,-1-18-118,-3 3 39,2-23 23,3-22-79,7-23 5,4 14 1,3-1-14,1 2 0,4 1-23,4 2 1,3 3 24,24-11 23,4 10 407,-1 8-497,10 12 12,-21 9-12,13 15-10,-20 11-29,6 16-263,-11 9-963,-13 8-208,-14-11 800,-9-12 1,-4-4-1,3-8 1,-9 11 0</inkml:trace>
  <inkml:trace contextRef="#ctx0" brushRef="#br0" timeOffset="318442">24776 15076 21321,'-6'-39'1067,"0"1"0,-7-23-451,-10 71-448,4-1 146,-18 17-23,0 7-162,-1 4 0,-3 5-860,11-11 0,-1 2 772,-5 7 0,-4 5 0,2 0-546,6-6 0,2-1 0,-2 5 532,4-4 0,-2 5 0,-1 1 0,2-1 0,1-2-16,-6 10 0,2-3 1,1 6-5,5-4 1,0 8 0,1 1 0,2-2 0,5-8-12,5-7 0,3-6 1,2 6-12,3 6 0,1 7 1,2 2-1,2-2 1,3-10-65,6 9 0,8-3-156,1-7 0,5 4 0,4 0 0,3-8-521,11-4 0,5-7 0,4-1-946,0 0 1,5-1-1,1-1 1,-2-2-757,-9-5 0,0-1 1,-1-3-1,0 0 2240,16 3 1,-1-3 0,-9-2 0,9 1 0,-25-8 0</inkml:trace>
  <inkml:trace contextRef="#ctx0" brushRef="#br0" timeOffset="318892">28429 15325 24570,'16'-37'596,"0"0"1,10-19-278,-24 95-232,2-8 0,4 6-74,0 2 0,3 5 0,1 1-618,2-1 0,1 1 1,2 1 577,4 7 1,2 1 0,0 2-693,-2-6 0,1 3 1,-1-2-1,-1-2 530,0 0 0,-1-3 1,0 3-323,-1 2 0,1 4 0,-2-1 0,-4-3-1480,-4-7 1,-3-2 0,-2 0 1990,1 4 0,-2-1 0,0-3 0,-2 0 0,-2-6 0,-5 3 0</inkml:trace>
  <inkml:trace contextRef="#ctx0" brushRef="#br0" timeOffset="319282">24349 17482 20456,'-56'7'3,"-1"1"1,0-1-1,10 0 1,1-1-1,2-1 137,-12 2 1,7-1 21,3 0 1096,70-5-1095,20-6-55,-3 1 0,10-1 1,0 0-753,2-2 0,1 0 0,9-1 720,-11 2 0,7 0 0,5-1 0,3-1 0,-1 1 0,-2 1 0,-6 0-452,3-1 1,-4 2 0,-2-1 0,2 1 0,4-1 380,-2 1 1,3-1-1,3 0 1,0 0 0,0 0-1,-1 1 1,-3 0-278,-2 1 1,-3 1 0,-1 0-1,0 0 1,2 1 0,3-1 261,-2 0 0,2 1 0,3-1 0,1 1 1,0-1-1,0 1 0,-2 0 0,-2 0-170,0-1 0,-2 1 0,-2 0 0,1-1 0,1 1 0,2 0 0,3 1 143,-7-1 0,2 1 1,3 0-1,3-1 1,0 1-1,0 0 0,0 0 1,-2 0-1,-2 1 1,-3-1-1,-4 1-90,11 0 1,-6 1 0,-2 0-1,-2 0 1,3 0 0,5 0-174,-7 0 1,3 0 0,3 0-1,1 0 1,0 0 0,0 0-1,-2 0 1,-2 1 0,-4-1-1307,5 1 0,-2 1 1,-3-1-1,-1 1 0,-2 0 1,0-1 1605,14 1 0,0 0 0,-5 0 0,-6-1 0,12 2 0,-17-1 0,-24-2 0</inkml:trace>
  <inkml:trace contextRef="#ctx0" brushRef="#br0" timeOffset="319634">24967 17776 12743,'-61'13'122,"-1"0"1,1-1-1,0 1 1,-1-1-1,4 0 1,3 0-1,0-1 1,-1 1 276,-5 0 0,-1 2 0,1-1 1,5-1-866,6-1 1,3-2-1,1 1 652,3 0 1,-1-1 0,3 0 1421,-21 3 1,19-3-1083,40-8-313,4-2 20,33-7 0,29-5 1,1-1-302,-6 2 0,1 0 1,2-1 113,-7 1 0,1 0 0,3 0 1,1 0-195,-2 1 1,3 0 0,0 0 0,1 0 0,0 1 204,-3 1 0,-1 1 0,0 0 1,4 0-1,4 0-29,-13 1 1,3 1-1,4-1 1,1 1 0,1-1-1,0 1 1,-1 0 0,-2 0-1,-3 0-24,9 0 1,-3 0 0,-2 0 0,0 1 0,4 0-1,5-1-100,-15 3 0,5-1 0,3 0 0,2 0 0,1 1 1,0-1-1,-1 1 0,-1 0 0,-3 0 0,-4 0 0,-6 1 108,14-1 1,-9 1-1,-2 1 1,1-1-1,9 0-16,-11 0 0,6 1 0,3-1 0,3 0 1,1 1-1,0-1 0,-1 0 0,-2 1 1,-4-1-1,-5 1 26,14 0 0,-7 0 1,-2 0-1,1 0 1,5 0-9,-10 0 1,4 0 0,2-1-1,2 1 1,-1 0 0,-1 0-1,-2 0 1,-3 0 0,10 0 1,-3 0 0,-2 0 0,-1 0-1,-1 0 128,8 0 0,-1 0 0,-3 0 1,-4 1-141,1-1 1,-5 0 0,-7 0 631,-10 1 0,-8-1-1285,3-5-1350,-39-3-7831,-3-1 9818,-11-1 1,14 7 0,3 1 0</inkml:trace>
  <inkml:trace contextRef="#ctx0" brushRef="#br0" timeOffset="2.54787E6">4064 16460 24575,'0'35'0,"0"0"0,0 11 0,0-5 0,0 3 0,0 0 0,0-2 0,0-7 0,0 1 0,0 13 0,0-2 0,0-11 0,0-4 0,0 18 0,0-5 0,0-20 0,0-6 0,0-11 0,0-15 0,0 0 0,0-12 0,0-17 0,0 3 0,0-4 0,0-2 0,0-3 0,0-5 0,0-1 0,0 11 0,0 2-3392,0 1 0,0 1 3392,0-23 0,-2 15 0,0 2 0,1-6 0,-3-12 0,4 35 0,0 8 0,0 11 6784,0 11-6784,0 14 0,0 2 0,0 2 0,0-1 0,0-3 0,0 5 0,0-11 0,0 3 0,0-15 0,0 1 0</inkml:trace>
  <inkml:trace contextRef="#ctx0" brushRef="#br0" timeOffset="2.55093E6">15349 15246 24575,'0'15'0,"0"4"0,0 12 0,0-4 0,0 11 0,0-12 0,0-6 0,0-4 0,0-8 0,-1 3 0,-1-3 0,1 1 0,-1-3 0,2 2 0,0 5 0,-1 17 0,1-3 0,0 9 0,0-12 0,0-5 0,0-5 0,0-3 0,0-6 0,0-2 0,0-10 0,0-2 0,0-20 0,0 15 0,0-14 0,0 12 0,0-2 0,4-14 0,1 4 0,9-22 0,-6 22 0,3-11 0,-7 23 0,0-1 0,-1 5 0,1 4 0,0 23 0,-2 6 0,0 26 0,-2 0 0,0 4 0,0-1 0,0-5 0,0-9 0,0-9 0,0-6 0,0-5 0,0-2 0,0-5 0,0-1 0,-1-2 0,-1-4 0,1-9 0,-1 0 0,0-12 0,-1 1-6784,-3-13 6784,-2-9-4009,0-8 4009,-1-4-3209,0 1 3209,1 6 0,-1 3 0,3-2 3209,2 20-3209,1 6 4009,3 25-4009,0 11 0,0 4 6784,0 25-6784,0-9 0,0 24 0,0-16 0,0-13 0,0-5 0,0-18 0,0 0 0,0-4 0,0-9 0,0-11 0,0-14 0,0-6 0,0-10 0,0 10 0,0 1 0,0 3 0,0 13 0,0-3 0,0 12 0,-3 3 0,1-1 0,-1 4 0,2-2 0</inkml:trace>
  <inkml:trace contextRef="#ctx0" brushRef="#br0" timeOffset="2.72496E6">6694 16074 24575,'40'0'0,"-10"0"0,23 0 0,-15 0 0,8 0 0,2 0 0,9 0 0,-20 0 0,1 0 0,-2 0 0,3 0-1435,10 0 0,6 0 1,-2 0 1434,8 0 0,1 0 0,-4 0 0,4 0 0,1 0 0,-1 0 0,0 0 0,0 0 0,-2 0 0,0 0 0,-2 0 0,-1 0 0,-2 0 0,-1 0 0,-7 0 0,-2 0 0,-3 0-2351,2 0 1,-3 0 2350,4-1 0,0 0-1901,1-1 1,1-1 1900,-3 0 0,0-1-172,1-1 1,-1-1 171,-1 1 0,-1 1 0,-5 1 0,1 1 0,8 0 0,-1 1 0,10 1 0,-18 0 0,-2 0 1419,1 0-1419,-2 0 4334,-5 0-4334,-1 0 6481,-10 0-6481,2 0 915,-7 0-915,-4 0 0,2 0 0,-5 0 0,0-2 0,2-2 0,1 0 0,5-3 0,7 1 0,-1 0 0,1 0 0,-6 2 0,-10 2 0,-1-6 0,-4-7 0,0 6 0,0-2 0</inkml:trace>
  <inkml:trace contextRef="#ctx0" brushRef="#br0" timeOffset="2.75367E6">6384 15818 24575,'10'0'0,"3"0"0,4 0 0,24 0 0,-5 0 0,15 0 0,-11 0 0,-7 0 0,1 0-499,22 0 499,-16 0 0,1 0 0,22 0 0,-27 0 0,1 0-490,2 0 0,0 0 490,2 0 0,0 0 0,3 0 0,1 0 0,-2 0 0,2 0 0,5 0 0,2 0 0,3 0 0,-1 0 0,-5 0 0,0 0 0,-1 0 0,-3 0 0,-11 0 0,-2 0 0,26 0-519,-11 0 519,-14 0 0,3 0 0,3 0 0,2 0 0,-1 0 0,0 0 0,7 0 0,-2 0 0,15 0 0,3 0 0,-28 0 0,0 0 0,0 0 0,1 0 0,4 0 0,0 0 0,20 0 0,-10 0 0,-4 0 0,-8 0 462,10 0-462,-13 0 977,8 0-977,-12 0 559,17 0-559,-29 0 0,9 0 0,-13 0 0,2 0 0,4 0 0,2-2 0,10-1 0,-3-1 0,6 0 0,0 2 0,-5 2 0,-3-1 0,-9 0 0,-9-1 0,-3 0 0,-1-3 0,0 2 0,1-1 0,5 1 0,5-1 0,2 1 0,-2 1 0,-3 0 0,-5 2 0,0-1 0,0 0 0,0-2 0,1-1 0,8-2 0,-5 1 0,5 2 0,-7 0 0,-3 1 0,0 0 0,-2 1 0,0 1 0,0 0 0,-2 0 0,-5 0 0,-11 0 0,-7 0 0,-15 0 0,-7 0 0,-22 0-1009,25-1 0,-2 0 1009,-14-2 0,-3-1-959,15 0 1,-2-1 0,-1 0 958,-3-2 0,-2 0 0,-1 0 0,-8-1 0,-2 0 0,-1 0 0,14 3 0,-1-1 0,1 1 0,-1-1-709,1 1 1,-1 1 0,1-1 0,1 1 708,-12-1 0,2 1 0,1 0 0,8 1 0,1 1 0,2 0-709,-13 0 1,3 1 708,7 0 0,0 0 441,-2 2 0,1 2-441,16-1 0,1 3 0,-3 0 0,2 3 0,-14 11 0,3 2 2170,0 1-2170,-1-2 0,13-8 0,1-1 0,-16 5 0,3-3 0,0-1 0,-3-2 0,11-1 0,-1-2-2629,-11 2 2629,-1 0 0,-3-2 1469,2-3-1469,-13-2 0,0-1 0,7-1 0,9 0 387,18 0-387,4 0 80,7 0-80,3 0 0,3 0 0,4 0 0,0 0 6784,1 0-6784,-1 0 0,5 0 0,13 0 0,6 0 0,11 0 0,21 0 0,-3 0 0,-14 0 0,5 0-1045,8 0 1,6 0 0,-1 0 1044,9-2 0,5-1 0,-8 0 0,8 0 0,1-1 0,-2 0-1063,-10-1 0,-2 0 1,1 1-1,0-1 1063,4 0 0,1 0 0,1 0 0,-1 1 0,-2 0 0,1 0 0,-1 2 0,0-1-1085,-4 2 1,-1 0-1,0 0 1,-1 0 1084,10 1 0,-1-1 0,0 1 0,-9 0 0,2 0 0,-1 0 0,-5 0-540,13-1 0,-2 1 540,-12 1 0,2-1 0,-4 1 384,2 1 1,-3 0-385,5 1 0,1 1 0,1 1 0,-1 0 0,-1 0 0,0 0 0,-3 0 0,-2-1 0,-1-1 0,-1 0 0,-4 0 0,0-1 0,29 1 0,-9-1 0,-10 0 2741,-11 0-2741,-6-1 0,-6 1 5542,-6 0-5542,-6-2 588,-6 1 1,0 0-1,-2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53:47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4120 2109 10022,'-52'-15'1415,"0"1"0,4 0 0,7 3-665,17 3 745,-1 1-1402,15 4-48,0 1 334,15 3 110,9 2-46,14 2 65,15 3-67,-1-3-48,-9-1 0,2-1-196,-2-1 0,2 0 105,6 0 0,3 0 1,-1-1-550,3 0 0,2 0 477,-3 0 0,7-1 0,0 0 1,-6-1 158,2 0 0,3-1-154,5 0 1,10 0 0,1-1 0,-8 0-838,1 0 0,0-1 739,-5 1 0,7-1 1,2 0-1,-2 0 13,-3 1 1,-1-1 0,0 0 0,2 1-60,-10 0 1,1-1 0,1 1 0,0 0 0,-1 0 19,11 0 1,-1-1 0,2 1 0,2-1-62,-14 1 1,4 1 0,1-1-1,-1 0 1,-2 1 0,-6 0 20,12-1 0,-7 1 0,9 0-36,-11 0 0,6 0 0,5 0 0,2 0 0,-1 0 0,-2 1 1,-6-1 53,0 1 1,-6 0 0,0 0 0,2 0 0,5 0-12,-4 0 0,4 0 0,3 1 0,3-1 0,0 1 0,1-1 0,-1 1 0,-3-1 0,-4 1-359,9-1 0,-4 1 0,-1 0 0,-1-1 0,1 1 0,1 0 341,-4 0 0,2-1 0,0 1 1,0 0-1,0 0 0,-1 0 0,-3 0-211,11 0 0,-2 0 1,-2 0-1,1 0 1,1 0 228,-7 0 1,2 0-1,-1 0 1,1 0 0,-2 0-1,-1 0-104,3 0 0,-2 0 0,-1 0 0,2 0 0,3 0 679,-5 0 1,2 0-1,2 0 1,0 0 0,1 0-1,-1 0 1,-1 0-561,4 0 1,0 1-1,0-1 1,-2 0 0,0 0-1,-1 0-52,3 0 0,-3 0 1,0 0-1,2 1 1,3-1-10,-3 0 1,3 0 0,3 1 0,0-1 0,-2 0 0,-3 1 0,-6-1-1021,2 0 0,-8 0 1,1 1-1,8-1 1006,-8 0 0,5 1 0,4-1 0,2 0 0,1 1 0,-1-1 0,-1 1 0,-5 0 25,4-1 0,-5 1 0,-1-1 0,1 1 0,3 0 0,6 0 368,-9-1 0,4 1 0,4 0 0,2 0 0,2 0 0,1-1 0,-1 1 0,0 0 0,-1 0 1,-3 0-1,-4 0-400,4 0 1,-4 0 0,-2-1 0,0 1 0,-1 0 0,1 0 0,3 0 0,3 0-2,-4 0 1,4 0-1,2 0 1,1 0 0,2 0-1,-1 0 1,1 0 0,-2 0-1,-2 1 1,-2-1 0,-3-1 1,10 2 0,-3-1 0,-2 0 0,-2 0 1,0 0-1,-1 0 0,2 0-1,-3 0 0,0 0 1,-1 0-1,1 0 1,0 0-1,0 0 1,2 0 25,-3 0 1,2 0 0,1 0 0,0 0-1,0 0 1,-1 0 0,-2 0 0,-2 0 13,3 1 0,-4-1 0,-1 0 1,0 0-1,2 0 0,3 1-11,-1-1 0,3 0 1,3 0-1,0 1 1,1-1-1,-2 0 1,-3 0-1,-3 1-24,10-1 0,-5 0 0,-2 1 1,1-1-1,3 0-6,-3 1 0,3-1 1,1 0-1,-1 0 0,0 1 1,-3-1-1,2 0 0,-3 1 0,0-1 0,1 0 0,5 1 1,-11-1 0,3 0 0,2 0 0,1 1 1,1-1-1,-1 0 0,0 0 0,-3 1 11,1-1 0,0 0 1,-1 0-1,-1 0 0,0 0 1,-1 0-1,1 0-8,7 1 0,-1-1 0,0 0 0,-1 1 0,0-1 0,0 0 6,-4 0 1,-1 0 0,1 0-1,-2-1 1,1 1 0,1 0-16,-1-1 0,1 1 0,0-1 0,0 0 0,0 1 0,0-1-5,1 0 0,0 1 0,0-1 0,1 0 0,0 0 0,0 1 0,-3-1 0,1 0 0,1 0 0,-1 0 0,-1-1 0,-2 1 0,-3 0 0,11 0 0,-5 0 0,-1-1 0,4 1 0,-6-1 0,3 1 0,2-1 0,-1 0 0,-3 1 0,-5-1 0,9 0 0,-7 0 0,8 0 0,-12 0 0,7 0 0,4 0 0,1 0 0,-1 0 0,-4 0 0,-7 1 0,11-1 0,-9 0 0,9 1-414,-13-1 1,7 0 0,3 0 0,3 1-1,-2-1 1,-2 0 0,-6 0 428,10 1 0,-6-1 0,0 1 0,1-1 46,-3 0 0,0 0 0,1 1 0,1-1 0,-1 0 444,3 0 1,1 0-1,0 0 1,-2 0 0,-4 1-506,10-2 0,-4 1 0,1 0 0,-7 0 0,0 0 0,2 0 0,-2 0 0,-1 0 0,0-1 0,-2 0 0,-3 1 0,13-1 0,-2-1 0,-6 1 0,2-1 0,-1 1 0,-5 0 0,-1 1 0,-3-1 0,3 1 0,-1 0 0,15 0 0,-4 0 0,-6 1 0,6 0 0,-32 0 0,-3 0 0,-11 0 0,-7 0 0,-10 0 0,5 0 0,-6 1 0,7 0 0,0 0 0,2 3 0,0-1 0,0 5-1886,1-3-622,2 4-275,-1-4 456,1 1 261,-1-2 60,-1 2 1782,-2 13 306,1 9-61,-2 0 366,2 2-215,0 1-238,3 22-153,-1 5 241,1-20 1,-1-1 52,1 15-154,0-11 0,-1 2 27,-1-12 1,0 2-15,0 25 1,0 1 40,0-23 1,-2-2 36,1 16 1,-2 1-469,0-17 1,0-1 532,-1 12 1,0 0 12,1-10 1,0 1-33,0 7 0,1 5 0,1-2-59,2 9 0,1 1-22,-2-7 1,1 2 0,0-3-36,4 13 0,-1-5-62,-1-21 1,-1-1 20,1 12 1,-1-2-80,-1 14 98,-2-17 1,0-1 1108,-4 7-1005,-9 11 8,-1-24 178,-7 12 314,3-19-168,-2-3 3226,5-10-3056,-6-3 662,-3-13-1026,3 1-17,-20-11-173,22 5-42,-28-7-72,20 7 28,-9 0 1,-1 1-126,-6-1-550,0 3 0,-8 0 0,6 0 784,13 2 1,-1 1 1,-22-2 0,-9 1 1,8 1 34,18 0 0,2 1-128,-11-1 1,-5 1 0,2-1-627,-4 2 0,1-1 629,6 1 0,-2 0 0,-1 0-13,-2 0 1,-1 0 0,0 1-451,-3 0 1,-2 0-1,0 0 434,-2 0 1,-2 1 0,1-1 17,12 0 1,1 0 0,-1 0 0,0 0-397,-1 0 0,-1 0 1,0 1-1,0-1 502,-2 1 1,0 0-1,1-1 1,-2 1 1,0 0 0,0-1 0,0 1 0,-1 0-171,0-1 1,-1 1 0,0 0 0,0-1 169,0 1 0,-1-1 0,0 1 0,0-1-5,-1 0 1,0 1-1,0-1 1,-1 0-110,0 0 0,1 0 0,-2 0 0,-2 0 100,3 0 1,-4 0 0,0 0 0,2 0 0,3 0-123,3 0 1,4-1 0,1 1 0,-5-1 129,-4 1 1,-5 0 0,-2 0 0,4 0-1,7 0-1,3 0 1,6-1-1,-6 1-2,5 0 1,-6-1-1,-4 1 1,0-1-1,1 1 1,4 0-49,-8 0 1,3 0 0,1-1 0,-5 1 49,7 0 0,-3 0 1,-2-1-1,0 1 0,0-1 1,3 1 1,-2-1 1,1 1 0,1-1 0,0 1 0,-3 0 0,2-1 0,-1 0 0,-2 1 0,0-1 0,1 0 0,2 0-7,-6 1 0,2-1 1,0 0-1,1 0 0,-1 1-10,3-1 1,0 0 0,-1 0 0,2 0 0,-1 1 2,3-1 1,0 0-1,0 0 1,0 0 0,-1 0 8,-3 0 0,-2 0 1,1-1-1,0 1 1,2 0 8,-5 0 1,3 0-1,-1 0 1,-4 0-13,8 0 1,-3-1-1,-1 1 1,-1 0 0,2-1-1,4 1-9,-6-1 0,3 0 0,1 1 0,-3-1 9,1 0 0,-2 0 0,-2 0 0,0 1 0,1-1 4,0 0 1,0 0-1,0 0 1,1 0-1,-1 0-3,0 0 0,-1 0 1,1 0-1,0 0 0,0 0-1,0 0 0,1 0 0,0 0 0,-2 0 0,0 0-32,1 0 1,-1 0 0,-2 0 0,1 0 0,1 0 0,5 0 37,5 0 1,3-1 0,1 1 0,0 0-1,-3 0 8,-4 0 1,-3 0 0,-2-1 0,0 1 0,3 0 0,3-1-10,-5 1 0,6-1 0,-1 0 0,-5 0-2,4 1 0,-4-1 1,-2 1-1,-1-1 1,3 1-1,3-1 6,-5 0 0,4 1 0,-1-1 0,-5 1-4,12-1 1,-5 1 0,-2 0 0,-2-1 0,1 1 0,2-1 0,3 1-3,-8 0 0,3-1 1,1 1-1,0 0 1,-3-1 3,3 1 0,0 0 0,-2-1 0,-1 1 0,0 0 0,0-1-2,4 1 1,-2 0 0,-1-1 0,0 1 0,2 0 0,3-1 0,3 1 3,-8-1 0,6 1 0,0-1 0,-6 1-13,10-1 1,-5 1-1,-3-1 1,-1 1-1,3-1 1,3 1-1,7-1 11,-11 1 0,7-1 0,-7 0 1,11 1 0,-7-1 0,-3 1 0,-3-1 0,3 1 0,3 0 0,7-1 1,-9 1 0,6 0 0,-6-1-7,2 1 0,-9 0 1,-4 0-1,1-1 1,4 1-1,8 0 1,-2 0 1,7 0 0,-5 1-4,-2-1 0,-7 1 0,-2-1 0,3 1 0,7-1-8,7 1 0,5 0 0,-7 0-3,-1 1 1,-8-1 0,-5 1-1,0 0 1,3 0 0,8 0 6,-5 0 0,7 0 0,-7 0 1,8 0 1,-7 1 0,-5-1 0,-1 0 0,1 1 0,6-1 0,8 0 2,-4 0 0,8 0 0,-6 0-4,3-1 1,-8 1 0,-4 1 0,1-1 0,4 0 0,7-1 6,-1 1 1,6-1 0,-4 1 69,-1 0 0,-5-1 0,-2 1 0,2 0 0,3 0-74,-7 0 1,4-1 0,-2 1-1,4 0 0,-1 0 1,-1-1-1,1 1 119,3-1 0,-1 0 0,1 0 0,-2 1-125,-7-1 1,-2 0 0,1 0 0,3 0 9,4 0 0,3 0 1,-5 0-12,-7 0 0,-6 1 0,2 0 1,8-1 10,2 1 1,3-1 2,5 1 0,-6 0 0,0 0 0,5 0 510,-14 0 0,0 1-507,1-1 0,-3 0 0,4 0 26,-2 1 0,2-1-9,7 0 1,-2-1 0,4 1-4,4-1 1,1 0 2,-10 0 0,0 0 9,5-1 0,1 1-1,4-1 1,3 1-1,10-1 1,1 0 819,-14 0 0,3 0-706,5 0 693,2 0 0,2-1-645,9 0 157,-2-3-68,11 1 1604,6-3-1917,6 1 661,2-1-802,3 2 1049,0 0-771,2 2 279,0-3-141,1 0 57,-1-2-31,-1-1 178,0-2-56,1-3-233,1-8-27,-1 5-226,2-21 35,-2 16-184,0-26 93,-2 7 83,-1 3 1,1-1-419,-3-17 453,1 12 1,-1-1-5,-1 12 1,0 0 45,-1-22 1,-1-2 17,2 17 1,1 0-1524,-2-22 0,1 3 1754,1-4-175,1 14 0,0-7 0,0 6-43,0 13 1,0-1 24,0-17 0,0-8 1,0 9-131,-1-7 111,-1 17 0,0-6 0,0 7-84,-2-16 144,-1 5 1,0-2 25,2 13 0,0 1 1209,0 0 1,0 0-1295,1 4 1,1 1 134,1-20 117,1 16 149,-1-14-205,1 20 535,-3-14-465,1 29 577,-4-16-815,4 22 213,-3-7-3901,2 12 3532,1 2 0,1 3 0,1 3 0</inkml:trace>
  <inkml:trace contextRef="#ctx0" brushRef="#br0" timeOffset="2099">5161 3060 13722,'4'-63'2635,"-1"1"0,-5-1 1,-5 4-2326,-1 26 0,-4 2-239,-11-3 1,-4 5-100,-10 2 230,-10 9 261,-10 23-335,21 4 552,-24 10-146,19 25 0,3 7-112,19-26 1,0 1-952,-5 8 1,-2 5 0,6-3 875,10-4 1,5 0-334,3 8 1,2 1-15,3-2 1,4 0-220,14 6 1,6-5-538,19-6 447,-13-22 0,1-8 260,15-25 287,-23 2 1,-3-4 251,13-17 14,-12 2 0,-3-2 232,2-19-287,-8 17 0,-2-1 227,-6 7 1,-2 4-196,1-9-241,-4 2-852,-3 31-57,-1 2-176,0 11 3468,-2 16-2719,-1 15 54,2 4 1,-1 3 25,2-11 0,-1 2-266,1 24 1,1 3 63,1-12 0,1 1-472,1-5 0,0 2 1,1 1 164,1 1 0,0 0 0,2 0-788,1-1 0,2-1 1,1-1 1237,3-3 1,1-2 0,-1-4-1,-1-2 1,0-5 0,13 10-1</inkml:trace>
  <inkml:trace contextRef="#ctx0" brushRef="#br0" timeOffset="2342">5871 2451 24557,'-3'-37'480,"0"-1"1,-3-16-773,5 63 324,-1 11-13,2 28-42,0-3-566,0-5 1,0 9 0,0 1 593,0 5 1,0 3 0,0 0-422,0-2 1,0 0-1,0 4 327,-1-5 0,1 5 0,0 1 0,0-3 0,0-6-121,0-6 0,0-5 0,0 6-993,1 8 0,1 9 0,0 3 0,0-3 1,0-11-3714,1 8 1,1-5 4705,0 2 1,0 4-1,1-14 1,-1-12-1,-1-16 1</inkml:trace>
  <inkml:trace contextRef="#ctx0" brushRef="#br0" timeOffset="2966">6672 3176 17512,'-4'0'2157,"1"0"-1289,3 0 7,5-86-689,3 51-1346,1-23 0,4 2 1241,6 26 259,6 1 1,3 2-19,3 4 20,20-7-7,-27 25-206,15 17-63,-17-3 19,5 9 0,1 3-53,-3 2-120,5 12 0,-2 3-145,-9-4-882,-3-3 1,-3 1 852,-12-2 224,-15 4 1,-5-1 421,-2 3-68,-12 0 0,-4-6 272,7-16-88,-4-6 1,1-5 140,6-6 1446,-20-13-1384,21-12-735,6 4-200,6-11 2135,15 15-2303,15-3 719,6 7-188,5 5 91,11 8-65,-12 4-30,4 5 1,2 3 5,19 13-72,-9 2 1,-1 2-419,5 10 110,-20 0 1,-6 0-412,-14-3 95,-17 29 204,-23-27 193,2-13 1,-3-1-3118,-17 5 3263,20-13 0,-1-4-1434,-1-4 0,-1-3 1511,-27-3 1,3 1 0,25-4 0</inkml:trace>
  <inkml:trace contextRef="#ctx0" brushRef="#br0" timeOffset="3466">8111 2777 22115,'-4'-51'666,"0"1"1,1-1 0,-1 1 0,0-6 0,-1-2 0,0 5 0,1 9-691,-3-10 309,0 9 0,1 3 290,1 11-561,1 7-44,2 15-30,2 24 134,5 21 6,-1-3 1,1 7-767,0 8 0,1 6 0,-2 1 723,1 3 1,-2 2 0,-1 3-534,-2-15 0,0 3 0,-1 1 1,-1 1-1,0-2 513,-1 0 0,-1 0 1,-1 0-1,0 0 1,-1 1-27,0 1 1,-1 2 0,-1 0 0,1-2-1,0-1-3,-1 1 0,0-2 1,1 0-1,0 3-395,1 0 1,1 4 0,1 0 0,0-2 0,1-7-676,1-3 0,2-6 1,-1 3 221,1 19 1,1 5 0,1-9 867,3-8 1,1-9-1,0 6 1,0-4 0</inkml:trace>
  <inkml:trace contextRef="#ctx0" brushRef="#br0" timeOffset="4383">5831 2259 24781,'-10'-47'333,"1"1"1,0 4 0,3 8-343,4 21 100,1 5 228,-1 4-577,2 3 326,-2 1 1031,1 0-235,-2 1 1519,2 1-471,-1 1-1396,1-2-516,1 0 0,0 2 0,-1 1 0,1 36 0,-1-12 0,1 8 0,0 4-134,0-4 1,0 2-363,0 15 1,0 3 11,0-8 1,0 0-282,0 1 0,1 5 767,0-10 1,2 6 0,-1 1 0,0-3-89,0 2 0,0-2 0,1 4 83,-1 6 1,2 6 0,-1 1 0,0-5 288,0-2 0,0-2 1,0-1-319,1-1 0,-1 0 0,1 0-10,2 6 1,0 0-1,0-4-72,0 2 1,0-2 49,1-11 1,-1 0 0,0 0-338,-1 13 1,0-4 304,-1-18 0,-1 0 53,0 14 0,-2-8 522,-2-24 261,1-4-843,-1-11 2197,1-21-2793,3-6-1826,9-20 2569,4 2 1,-3 14 0,-4 11 0</inkml:trace>
  <inkml:trace contextRef="#ctx0" brushRef="#br0" timeOffset="5308">9684 2794 21713,'-2'-11'314,"1"3"-236,6 16 152,-3 2-95,-2-3 481,-27 15-493,13-12 146,-28 8-17,17-15 50,-6-9 45,2-7-100,5-15-169,5-15-36,13 11 0,2 0-19,1-13-23,6-4-17,3 31-28,20-11 17,1 14 0,20-5 28,-12 18-23,3 13 1,0 3 5,-2 4-11,0 5 0,-3 5-2103,-14 19 2158,-3 2-337,-23-1 1,-11 3 362,-1-11 1,-4 0 34,-4 8 0,-5 1 0,-5-4 0,-6 1 0,4-7 71,10-11 1,1-2-6,-9 6 0,-5 3 0,7-10 186,-2-9 335,-24-11-264,29-19-245,-6-16-150,24-14-99,16-5-22,8 8 29,20-1 45,1 16 232,-1 13 0,1 2 184,8 0 60,24 18-106,-23 15-275,-13-4 0,0 3 483,2 3 0,0 2-959,2 3 1,-1 1-425,0 2 0,1-1-1444,0 2 0,-1-1 2179,-4-4 1,-1-3-1,6 7 1,-14-15 0</inkml:trace>
  <inkml:trace contextRef="#ctx0" brushRef="#br0" timeOffset="5591">10408 2142 32417,'-11'-37'-1311,"0"1"0,-5-11 243,19 79 910,2 9 194,-1-3 1,1 9 0,-2 0-1416,0-1 0,-2 1 0,1 1 1421,0 8 0,1 3 0,-3 4 10,-3-8 1,-1 4 0,-1 3 0,-2-1-1,1-3-497,-1 0 0,0-2 0,-1 0 0,-1 4 505,1-7 0,0 4 0,-1 2 0,1-1 0,-1-1 0,1-5-97,-2 4 1,1-5 0,0-1 0,0 5 25,1 6 1,0 4 0,1 2 0,0-4 0,2-8-59,1-7 0,1-6 1,1 5-532,2 5 1,0 7-1,2 2 1,2-3-1,2-10 371,11 9 0,1-8 1,-3 5-1,0-5 1,11-3-1</inkml:trace>
  <inkml:trace contextRef="#ctx0" brushRef="#br0" timeOffset="6109">11505 3053 11997,'1'-49'1421,"0"0"0,0 1 0,0-1 1,0-17-1,1 1 0,-1 10-608,0 16 1,-1 5-313,1-8 0,0 0 539,-1 1 1,0 4-751,0-8-47,0 9-279,2 35 340,1 8-445,10 38 151,-6-5 0,0 3-147,0-4 1,-1 5 30,-2 7 0,-1 8 1,-2-5-1095,-3 3 1,-2 0-68,1-2 0,0 4 1,-1-4 856,-2 6 1,0-6 0,2-17 0,0-5 0,0 4-1</inkml:trace>
  <inkml:trace contextRef="#ctx0" brushRef="#br0" timeOffset="6616">12645 2892 9622,'20'-53'1230,"1"0"0,-1 0 0,-3 10 0,-1 1 0,-1 0-405,0-5 0,-1 0 1,-2 0-940,-1-1 0,-2 1 1,-1 1 516,4-12 0,-2 0-10,-4 10 0,-1-1 0,-3 6 1211,-3-13-1029,-2 8 0,-2 2 119,-3 1 396,-3-7-832,5 38-17,0 38 150,1 3-210,0 10 1,-1 7 157,0 1 1,0 5-238,0-5 0,-1 6 0,0 1 1,0-2-778,0 0 1,0-1-1,-1 4 727,1-3 0,-1 5 1,0 2-1,0-2 0,0-5 32,0-1 0,0-4 0,0 7-55,1-6 0,-1 7 0,0 5 0,0 1 1,0 0-1,0-5 0,2-6-774,-1 14 1,1-8 0,0 7 682,1-8 1,-1 6-1,-1 3 1,2 1-1,2-3 1,3-7-521,7 15 0,4-7 0,0-2-438,-4-7 0,0-2 0,2-1 142,3 1 0,3 0 0,1-5 795,3 0 1,0-6 0,-2-1-1,8 9 1</inkml:trace>
  <inkml:trace contextRef="#ctx0" brushRef="#br0" timeOffset="7316">13856 2972 11131,'7'-49'1158,"-1"0"0,0-1 1,1 1-1,0-9 1,0 1-1,-1 8 404,0 9 1,-1 6-1171,2-8 492,0 16-727,1 33 349,-2 11-410,2 29-37,-3-8-15,-4-1 1,0 8-1,-1-2 246,-2 2 1,-1 0-277,1-5 1,0 3 0,0-1 22,-3 16 0,0-4-1569,4-17 0,0-2 1552,-1 3 0,2-3 348,10 9 61,11-52-234,11-17-74,2-14-8,0-8-16,-16 19 1,1-2 49,12-17 0,1-2-63,-3 5 0,-1 0-49,0 0 1,-2 3 137,2-4 2868,-22 33-2948,-1 3 3,-5 6-32,-3 47-28,0-16-1531,0 3 0,0 2 1587,-1 6-48,0 2 0,1 2 505,-2 15-825,3-5 1,-1 11 0,2-8 30,1-19 0,2 0-676,3 17 1,4 8-1,2-12-754,10 1 1655,8-11 1,1-6-1,-11-20 1,11 1-1</inkml:trace>
  <inkml:trace contextRef="#ctx0" brushRef="#br0" timeOffset="7584">15089 2258 19434,'6'-58'1429,"0"0"0,-1 8 0,-1 4-191,1-8 237,-3 22-1202,-2 17-88,0 18-129,-3 25 1,-2 14-16,0 1 1,0 3-836,-2 13 0,-1 6 873,0-14 0,0 4 0,-1 1 0,0-2-39,-1 6 1,0-3 0,-1 6-56,3-13 1,0 4-1,-1 3 1,0 0-1,1-2 1,0-5-394,0 1 1,1-5 0,0 1-1,1 2 390,0 2 0,1 3 0,0 1 0,0-1 0,3-5-116,0 6 0,2-3 0,2 1-127,0-6 1,0 2-1,2 0 1,0-1-776,3 11 0,1-2 1,2-3-97,2 7 1,2-3 793,0-15 0,1 0 0,-1-7 0,1 4 0,9 10 0</inkml:trace>
  <inkml:trace contextRef="#ctx0" brushRef="#br0" timeOffset="8434">17067 2774 12858,'-3'-9'2324,"1"2"-240,2 7 538,0 0-1172,3-62-929,-7 38-398,4-13 0,-5 3-49,-12 21-58,-6 4-21,-12 5 16,-12 6 31,7 4 0,-1 2-8,-20 5-320,11 0 0,-1 2 330,15-3 1,0 1 3,-8 2 0,0 2 53,4-1 0,1 0 213,6-2 0,2 0 215,-20 8 96,14-4 177,10-4-22,10-2-137,8-2 134,3 12-501,5-10 245,2 15-722,3-10-41,2 5-285,-2-4 272,-1 8-74,-3-10 146,-3 12 160,2-12 107,-7 7 113,4-9 198,-14 24 156,9-20-20,-7 14 398,8-16-271,4-8 83,0-1-184,5-12-244,8-18-4,4-4-282,3-8 50,16-15 14,2 7-5,-13 20 1,2 0 166,23-13-19,-14 19 352,10 4-480,-5 9-106,26 9 0,-22 10 0,0 5 0,-5-2 0,-1 2-98,-1 3 0,-3 2-496,0 22-261,-21-8-114,-8 2 598,-23-4 0,-8-2 60,-7-1 212,4-8 1,-8 2 0,5-5 152,-13 1-747,-4-2 0,0-2 72,11-9-4295,3-3 1,3-3 4026,13-7 0,-3 0 1,22 0-1</inkml:trace>
  <inkml:trace contextRef="#ctx0" brushRef="#br0" timeOffset="8734">17462 2093 24544,'2'-5'4988,"-1"1"-4124,-1 4 608,10 10-2102,-7 18 399,-1 10 1,-2 11-799,-7-5 0,-3 7 0,-2 1 0,1-2 1062,0 6 0,0-2 0,-2 7 1,1-15 0,-2 6 1,-2 4-1,0 2 0,0-2 1,0-4-1,3-5-322,-5 15 1,2-7 0,-2 6 294,3-9 0,-2 5 0,-1 4 0,1 1 0,0-3 0,3-5-176,-1 3 0,3-4 0,1-1 0,0 3-178,2-4 0,-1 2 1,2 0-1,0-1 1,1-2 321,-3 13 0,3-4 1,4 3-1124,8-3 0,4 4 1,2-3-1,-1-8 895,3-2 0,2-3 1,-2-1-1,2 1 0,-1-10 1,0-13-1</inkml:trace>
  <inkml:trace contextRef="#ctx0" brushRef="#br0" timeOffset="9391">18889 2717 19994,'-15'-57'1128,"1"1"0,-4 2 1,-5 14-706,-18 32-51,5 15 1,0 4-1075,-17 9 851,8 17 1,3 7-466,17-10 0,3 1 355,-7 7 0,1 1 68,5 3 0,5-1-32,5-8 1,3 0-24,0 18 0,4 0-134,8-10 1,5-2-130,-1-2 1,6-4 80,9-5 0,7-5-46,-3-8 0,4-3 176,12 1 0,2-3-101,17-2 141,-19-19 0,-3-9-30,-6-18 19,-13 7 0,-2-2 11,-4-13 666,-13-9-426,-22 8-219,-9 6-38,-8 8 10,-3 25 1,0 7 484,0 4-516,4 0 1,1 4-19,-1 19-18,16-3 0,1 3-64,1 0 0,3 3-205,0 8 1,5 0-460,9-5 1,5-1-889,8 0 1,5-3-3267,5 0 1,3-4 4004,16 10 1,-8-16 0,-22-17 0</inkml:trace>
  <inkml:trace contextRef="#ctx0" brushRef="#br0" timeOffset="9658">19658 2185 23915,'-12'-31'633,"1"1"1,-8 6-325,15 53 0,5 19-266,-2-10 1,-1 4-1877,1 3 0,-1 4 0,0-2 1860,-1 2 0,-1 4-20,0-9 1,0 8 0,-2 5 0,0 1-1,0-1 1,1-4-17,-2 5 0,1-4 0,0 1 0,0 4-114,-1 0 1,0 5-1,-1 2 1,1 0-1,-1-3 1,2-5 81,0-2 0,0-5 1,1-2-1,0 0-110,-1 13 0,0-1 1,0-1-524,3-7 1,0 0-1,1-1 593,1 2 0,1 0 0,-1-2 0,0 6 0,1-4 0,1-11 0,1-1 1</inkml:trace>
  <inkml:trace contextRef="#ctx0" brushRef="#br0" timeOffset="10117">20488 2789 16751,'-3'0'5730,"0"0"-4005,3 0-1468,-20-62-49,18 34 32,-2-21 1,5 0-129,12 18 112,15-3 1,4 3-197,-7 14 5,27-14-21,-33 30-12,21 15 5,0 12-8,-10-1 1,0 4-408,-9-6 0,-1 4 415,8 28 1,-3 5-12,-10-12 1,-4 2-433,0-2 0,0 3 0,-3 0 359,-4-7 1,-3-1 0,0 2-270,-3 6 1,-1 1-1,0-4-8,0 4 1,-1-3-1031,-1 13 0,1-5-4360,3-13 5746,0 10 0,1-37 0,0-2 0</inkml:trace>
  <inkml:trace contextRef="#ctx0" brushRef="#br0" timeOffset="10284">20576 3195 23175,'4'-48'394,"1"0"0,1 0 0,6 8-439,19 16-291,21-5-224,-19 17 0,4 2-2040,5 0 0,1 2 2600,-2 2 0,-3 1 0,12-1 0,-23 4 0</inkml:trace>
  <inkml:trace contextRef="#ctx0" brushRef="#br0" timeOffset="10583">21728 2190 24760,'-9'52'123,"0"0"0,3 8 1,4 5-96,7-13 0,3 2 0,0 3-1026,-3-9 0,-1 2 0,-1 1 1,0 1 1015,-1 5 0,-1 1 0,0 1 0,-2 3-33,-1-1 1,-2 3-1,0 1 1,-1-1 0,1-5-353,0-3 1,1-3 0,-1-1-1,-1 3 268,1 1 1,-2 3-1,1 1 1,0-2-1,1-5-301,1 3 1,2-5 0,1 1-929,1 9 0,3 2 0,0-5-915,2 7 0,3-6 2243,4-3 0,2-10 0,-3-12 0,0-5 0</inkml:trace>
  <inkml:trace contextRef="#ctx0" brushRef="#br0" timeOffset="11184">22407 2862 18908,'-2'-5'3085,"0"0"-1679,2 5-1372,-23-6 95,0 47-37,-6-2 1,-1 3-77,14-2 1,1 1-222,-7 20 1,1-3 243,14-26 1,1-1-24,-1 8 1,3 0-12,2-4 1,5 0 30,8 2 1,3-3-14,10 11-1,3-18 0,4-5 29,27-2-7,-7-11 1,3-4-377,-17-2 0,0-3 385,15-5 1,-3-6 63,-1-14-70,-22 1 1,-3-2-25,1-12-52,-17-21 51,-25 17-16,2 15 0,-3 0 16,-7 1 0,-3 1-23,-4 0 1,-2 0 31,-2 0 0,0 2-9,8 5 1,0 0 19,-2-4 0,1-1 154,-15-19-84,6-1 17,9-10-101,21 25 695,7-10-712,11 15-22,12-10 11,-1 12 53,16-3-37,-2 15-15,25 2-1,-16 6-1,-6 10 1,-1 4 10,-5 6-4,0 12 1,-2 6-2,-14-9 1,-2 1-8,4 5 0,-2 3-18,-5 1 1,-3 1-198,-5 3 1,-2-1-81,0-7 0,-1 1-2164,-6 13 0,-3-1 2460,-8 4 0,3-8 0,5-20 0</inkml:trace>
  <inkml:trace contextRef="#ctx0" brushRef="#br0" timeOffset="15858">13896 4701 10265,'-51'3'1286,"-1"0"0,3-1 1,4 2-649,0 1 992,-13 3-1002,27-3-416,-5 0-206,24-2 151,9-2 28,7-1 425,29 0-504,-2-1-61,11-1 0,14-2 0,-3 0-896,4 0 0,1 0 849,-12 1 1,5-1 0,0 0 0,-3 1 2,-1 1 1,-3 0 0,1 1 0,6-1 0,0 1 0,-4 1-172,-3-1 1,-3 1 214,3 0 0,-13 1 128,-29 0-60,-56 3-79,5 0-697,-7 0 0,-9 1 709,15-1 1,-3 0 0,0 1-8,-4 0 0,0 0 1,-1 1 0,6-1 1,-3 0-1,2 0 1,4 0-8,2 0 1,4-1 0,0 1 27,-5 0 1,0 0 0,6 0-20,6-2 0,0 1 168,-27 3 0,3-1 1393,10-2-1536,14 0 1,6-2 494,23-3-511,39-8-63,18-3-5,-6 1 1,4 1-126,-10 2 0,3 0 125,8-1 0,6 1 0,-6 1 386,-7 1 0,0 0-375,11 0 1,5-1 0,-4 1-554,-2 2 1,-1 0 554,-6 1 1,2 0-1,-3 1 9,4-1 1,-4 1 11,-5 1 0,-6-1 168,-11 2-163,-64 2 17,-19 2-535,2 0 1,-7 0 512,20 0 0,-2 0 0,1 1-3,-13 1 0,-3 0 12,15-1 1,-5 1-1,0 0 1,3 0 1,3-1 0,3 1 0,-3 0-2,-15 2 0,-4 1 0,6-1 19,0 1 1,6-2-41,15-1 1,6 0 1047,-2-1-997,31-4 40,28-4-63,7 0-25,18-4 1,10-2-265,-14 3 0,2 1 1,1-1 251,-2-1 0,1 1 0,0 0 2,2 1 0,1-1 1,-6 1 1,-6 1 0,0 1 1,9-2 1,5 1 0,-3 0 171,-1 0 0,-1 0-149,1 0 0,4 0 1,-10 1 53,2 0-5,-17 1-17,-27 2-51,-27-1 1,-14 1 0,-4 1 14,-6 1 1,-12 0-1,7 1-356,13 0 0,0 0 345,-2 0 1,-5 2-1,5-1 2,6-1 1,-2 1 28,-3 1 1,-8 1 0,0 1 0,7-2-39,2 0 1,0 0 2,-16 1 1,-4 1 0,33-1 100,31-5-38,49-8-66,-14 1 1,4 0 174,8-3 1,6 0-1,-3 0-177,2 0 0,-1 0-4,-8 1 1,1 1-1,1 0-270,1 0 0,0 1 0,-1 1 277,10-2 0,2 0-74,-6 1 1,2-1 0,-4 2 70,1 0 0,-6 1 8,-11 1 1,-4 0-4,4 1 1328,-22 1-1478,-36 4 83,-22 4 37,8-1 1,-7 1 0,2-1 217,-5 2 1,-2 0-183,-6 1 0,-6 1 1,6-1-126,11-3 0,1 0 136,-8 2 1,-4 0-1,6 0-19,12-2 0,3-1-346,-10 2 1,7-1 364,16-3 62,44-7-72,21-6-21,-3 2 1,5-1 19,7-1 1,5 0-311,-4 2 0,3 0 0,-2 0-975,4 0 0,-2 1 347,-10 1 1,0 1 0,-4 0 926,-3 2 0,-5 0 0,3 0 0,-2 1 0</inkml:trace>
  <inkml:trace contextRef="#ctx0" brushRef="#br0" timeOffset="20541">3247 5853 20187,'6'-3'2816,"8"2"-2973,13 5-372,26 1 199,-6-2 276,4 1 1,4-1 71,-13-1 0,1-1-834,19 1 1,-1-1 806,-22 0 1,0-2-104,3 1 1,4 0 0,0 0 140,-4-1 1,1 1 0,2-1 56,1 0 1,4 1 0,0-1 0,-3 1-36,1-1 1,-3 0 0,4 1-10,1-1 1,5 0-1,-1 1 1,-3-1 2,-5 1 1,-2-1 0,4 1-8,-2-1 0,4 0 0,2 0 0,2 0 1,-1 0-28,5 0 1,2 0-1,0 0 1,-2 0 0,-1 0-593,-1 0 0,-1 0 1,-2 0-1,2 0 563,6 0 0,2 0 1,-2 0-1,-5 0-2,-3 0 1,-3 0 0,-1 0-699,6 0 1,0 0 0,0 0 679,-2 1 1,1-1 0,3 0 42,2 0 1,5 0 0,0 0 0,-5 1-387,0-1 1,-4 1 0,5 0 370,-4-1 1,4 1 0,3-1 0,0 1 0,-5 0-23,-2 0 0,-2 0 0,-1 0 0,0 0-8,-2 1 0,0-1 0,-1 0 0,2 0 65,7 1 0,2-1 0,-1 1 0,-3-1-156,0 1 1,-3-1 0,3 1 97,2 0 0,3 0 1,1 0-1,-3-1-10,-9 1 1,-1 0 0,-3 0-1,0-1-5,3 1 0,-2 0 0,1 0 7,9 0 0,1-1 1,-4 1-44,-7-1 1,3 1 80,0-1 1,9 0 0,5 0 0,-3 0 0,-9 0 112,-7 0 1,-6 0 0,4 0-167,16-1 1,9 1-1,-2 0 1,-11-1-57,-9 0 0,-1 0 107,3 0 0,8-1 1,2 0-1,-4 0-19,2 0 0,-4 0 0,5 0 77,-7 0 0,4 0 1,2 0-1,-1 0 0,-4 1 12,12-2 1,-5 1 0,1 0-50,1 0 1,0 0-1,-3 0-12,-11 0 1,-2 1 0,1-1 6,8 1 1,2-1-1,-1 0 175,0 0 1,1 0 0,3-1-201,-10 1 1,2 0 0,2-1 0,0 1 0,-4 0 26,16-1 1,-4 0-1,1 0-73,-13 0 0,0 1 0,1-1 0,0 1 30,8 0 0,1-1 0,-1 1 0,-6 1-14,6-1 1,1 1 18,-7-1 1,5 0-1,2 0 1,-5 1-9,-3 1 0,-3 0 0,-1 0-36,-5 0 0,-1-1 1,3 1 42,16 0 1,4 0-1,-5 0-29,1 1 0,-5-1 5,-5 0 1,2 0 37,0 1 0,3 0 0,-1 0-42,6 0 0,2 0 31,-15-1 0,4 1 1,0 0-1,-3 0 34,-2 0 0,-2 0 0,1-1 28,15 1 0,3 0 1,-3 0-16,-15 0 0,-1 0 0,1 0 7,9 0 1,3-1 0,-5 1 506,-1 0 0,-5-1-513,-10 0 1,-3 0 679,23 0-593,-19 0 0,0-2-68,-3 1 1,0-1 977,5 1 0,0-1-1003,-1-1 1,-3 0 1701,0 2-1710,4-2 0,0 0 6,-6 1 490,24-1-317,-47 2 471,1-1-543,-10 1 396,-1-4-481,1 0-22,0-2 1,4-1-1,1 3 11,1-2-11,-2 4 62,-2 1 628,-2 1-326,0 2-364,3-1-5,1 1-6,2-1 6,5 0-6,-3 1 28,4 0-17,-5 0-11,-4 1 5,-1-2-21,-3 2 27,1-2-6,0 2 7,-1 0-1,0 0 0,0 0 17,1 1-28,-1-1 17,1 2-6,-1-1-17,1 4 18,-1-2-1,0 4-6,0-4 23,-2 9 0,0-2 34,-3 8 5,0 1-33,-1 3-6,1 3-17,0-6-5,2 0 72,1 16-16,2-6 16,-1 28-44,1-16 55,0 20-27,-2-14-1,0 9 60,-4-11-5,-2-1 7,0-1 3,0 0 11,2 9-54,2-16 0,2 16-14,2-17-66,1 11-3,2 0-1,-1 1-16,0-1 20,-6-3 29,-3-3 21,-8-5 59,-4-3 63,-11-1-23,10-12 40,-11 3 5,10-12 26,-9 2-37,9-5-140,-10-1-26,13-5-46,-9 1-3,-5-1 1,-2 0-31,-22 3 10,18-3 1,-3 1-10,-14 4 0,3-1 52,0 1-272,6 0 1,-1 0 397,-11 6-133,5-1 0,-1 2 10,16-5 1,-1 0-1062,-4 2 0,-3 1 0,5-2 1079,-15 5-8,6-4 1,-9 3 0,6-2-576,11-3 0,-1 0 543,-2 0 1,-7 2 0,0-1 0,6-1-27,0-1 0,-1 0 45,-1-1 1,-10 2-1,-3 0 1,1 0-1,8-1-554,2-1 1,6-1-1,-7 1 558,4-1 0,-7 1 1,-3 1-1,0-1 1,1 0-1,5-1-7,-1 0 1,5-1-1,-1-1 1,-4 2-174,2-2 0,-3 2 1,-3-1-1,0 1 1,2-1-1,3 0 179,-7 0 1,4 0-1,1 0 1,-2 0 133,-8 1 1,-1 0 0,0-1 0,3 1-109,13-2 1,3-1 0,-2 1 0,-5-1-101,4 0 1,-5 1 0,-4-1 0,-1 1 0,0-1 0,3 1 0,4-1 104,-13 1 0,5 0 0,0 0 0,-8 0 33,14-1 1,-6 0-1,-3 0 1,-2 0-1,0 0 1,1-1-1,3 1 1,6-2-50,-6 1 1,4-1-1,3 0 1,1-1 0,-2 1 5,-1 0 0,-1 0 0,1 0 0,0-1 0,2 1 6,-10 0 0,1 0 0,1-1 0,0 0-8,0 0 0,0 0 0,-1-1 1,0 0-109,9 1 0,-1-1 0,0 0 0,0 0 0,0 0 111,0 0 0,1 0 0,0 0 0,-2-1 0,-1 1-8,-1-1 0,-3 0 1,-2-1-1,2 1 0,4-1 1,6 1 13,-3-1 1,7 0 0,-5-1-73,-1 1 1,-6-1-1,-2 0 1,1 0-1,4 0 69,-9 0 1,4-1-1,-5 0-11,10 1 1,-4 0-1,-2 0 1,1 0-1,4 0 11,4 0 0,4 0 0,0 0 0,-3 1 0,-3-1 0,-4 0 1,0 1-1,2-1 0,7 1 11,3 0 0,6 0 1,-5 1-18,-5-1 1,-7 0 0,-2 0 0,2 0 0,6 0 14,3 1 1,4 0 0,-6-1-15,-3 1 0,-9-1 1,-5 0-1,-1-1 1,6 1-1,9 1 18,2-1 0,7 1 0,-7-1-51,2-1 1,-8 0-1,-4 0 1,0 0-1,6 0 1,8 0-29,-10-1 1,2-1-7,1-1 1,-7-1-1,0 0 1,9 1 313,7 0 0,0-1-339,-14-2 0,-8-2 0,9 1 15,20 4 1,1-1 16,-12-2 0,-8-1 0,4 0-41,-4-1 0,2 1 105,11 2 1,-1 0 0,0 0-46,-4-1 0,1 0 0,3 1-86,6 2 0,1 0 5,-15-4 0,3 2 1312,5 1-1360,2-1 0,0 0-95,-10-2 121,18 2 0,1 0-141,-10-5 2265,7-7-1957,14 7 2727,4-5-2733,8 4 1099,-2-8-1155,-1-3-13,-2-7 33,-2-12-1,7 14 0,1-4 19,-1-3 0,2-1-317,0 2 1,3-1 340,0-8 0,3-2-3,2 3 1,1-4 7,2-1 0,0-5 0,1 2 3,0-1 0,0-3-4,0 6 0,1-7 1,0 1-1,-1 8 37,-1 6 0,0 2-31,0-14 1,0-6-1,-2 8 1,-2 14 1,-2 2-61,-2-12 1,-2 1-15,-4-9-3492,-9-1 3039,11 39 454,-4 4 1,9 10 0,0 5 0</inkml:trace>
  <inkml:trace contextRef="#ctx0" brushRef="#br0" timeOffset="21408">4712 6625 16447,'2'-6'2076,"-1"1"-322,1-32 0,-1-9-1375,-5 14-30,3-22 1,-6-1 331,-23 9-793,5 9 246,-10 13 1,-2 5-120,1 9 130,-5 4 0,-1 5 256,1 9-650,-4 8 1,-1 4 932,-2 7-349,12-6 1,0 4 77,12-4 1,3 5-172,-2 19 0,2 2-128,5-17 0,1-1-94,1 15 1,9-4 168,27-8-731,34-15 383,-25-11 1,1-4 14,11-9 1,0-6 207,-7-7 0,-4-3 90,-6 5 0,-1-3 154,9-13 0,-4-4-117,-12 12 0,-2-2 25,7-10 0,-1 0 465,-2-9-330,-3 2-37,-11 17-604,-1 6 410,-4 11-534,-1 14 47,0 24 61,0 9 4,-1 12 179,1-15 0,0 1-87,0 12 56,1-5 0,0 8 0,1-2-682,1 1 1,1 1 114,0 5 0,1 4 0,0-6-353,1-4 0,2-3 440,5 13 0,1-7 0,-4-14 0,7 10 0</inkml:trace>
  <inkml:trace contextRef="#ctx0" brushRef="#br0" timeOffset="21691">5496 6012 24641,'-4'-54'839,"-1"0"1,2 7-1,0 6-669,4 8-158,0 17 43,2 16 299,1 21-541,2 5 116,-2 3 0,-1 7-85,-1 21 0,-4 5-459,-1-16 1,-2 2-1,-1 3 612,-1-2 0,-1 3 0,-2 1 0,0-1-618,-3 0 1,0-1-1,-2 1 1,1 0 479,-1 3 0,-1 2 0,1-1 0,0 0-324,2 0 1,0 1 0,2-1 0,1-1-741,3-2 1,1-1 0,2 0 0,1-3 1200,2 5 1,3-2 0,1-5 0,1-1 0,1-6 0,6 0 0</inkml:trace>
  <inkml:trace contextRef="#ctx0" brushRef="#br0" timeOffset="22374">6247 6566 20431,'-5'-42'373,"0"-1"1,0 1 0,0-18 0,8 8-223,21 4-44,13 6-5633,13 8 5554,-14 16 1415,12 7-1415,-18 20 831,7 8-859,-8 4 0,-3 4 17,0 14-34,-9 22 12,-2-9 3102,-16 9-3103,-9-33 25,-8-1 1,-3 0 70,-9 5 2,6-8 1,-1-4 170,-6-9 6,6-13-40,4-9-44,9-8-79,7-5-55,29-8-46,-8 15 1,20-1 295,-16 16-285,15 2-16,-8 4 6,5 4 0,1 3-1,17 15-42,-9-2 1,1 4 14,-14-4 0,-3 1-4,0 5 1,-5 0 8,-4 10-5,-29-8 0,-9-3 22,-3-3-128,-12-2 0,-4-5-34,-21-8-1821,10-6 1,-1-3 1772,16-1 0,0-1-854,-17-3 0,1-4 1013,19-2 1,4-2-1,-18-1 1,15-3-1</inkml:trace>
  <inkml:trace contextRef="#ctx0" brushRef="#br0" timeOffset="22792">7952 6202 21354,'8'-54'837,"0"0"0,0-1 0,-2 9 0,1 1 0,1 6-674,13-19-70,-6 30-42,-8 22 160,4 28-372,0 16 134,-4-2 1,-1 4-337,-1-7 1,-2 4 381,-4 11 1,-1 7 0,-3-1-637,-2-9 0,-2 0 1,-1 3 587,-1 4 1,0 5-1,-1 0 1,-1-4-25,-1 1 1,-1-4 0,0 3-116,1-4 0,0 2 0,0 0 0,1-2-353,1 3 1,1-2 0,1 2-1938,2-3 0,1 3 1,0-1-1,1-5 1900,-2 14 0,2-6 0,4-5 0,1-11 0,1-27 0</inkml:trace>
  <inkml:trace contextRef="#ctx0" brushRef="#br0" timeOffset="23400">8662 6243 23389,'30'30'-27,"0"0"0,-4-3 0,-6-2-48,-12-4 392,-23 4-34,3-14 249,-32 4-267,20-12 162,-28-15-232,25-6 114,-8-18-165,19 6 94,5-24-257,9 24 115,11-32 35,3 35 233,13-6 223,4 23 311,7 12-251,-3 6-462,0 16 1,-1 4-73,-3 3-1902,-1 7 1,-4 2 1400,-13-1-988,-10 10 0,-5 3 963,-10 6 1,1-20 0,-3 5 0,-2-4 365,-9 4 1,-5-2 198,-3-3 0,-5 1 0,3-4 185,3-1 1,0-5 132,-14 1 0,5-11 395,22-24-382,-3-29-643,17-7 51,8 8 1,3 0-211,7-15-65,20-6 2027,-9 26-1884,8 5 0,4 2-526,11 6 551,-15 4 1,1 3 183,21 15-104,-14 10 0,0 3-238,15 11 1058,-9 1 1,-2 5-1394,-19-8 0,-2 1-741,8 12 0,0 1-72,-7-7 1,0-1 1508,3 6 1,-3-4 0,-3-7-1,-2-2 1</inkml:trace>
  <inkml:trace contextRef="#ctx0" brushRef="#br0" timeOffset="23820">9775 6416 11788,'4'-6'3199,"15"-30"1,1-7-1980,-6 7-624,8-20 1,-1-2 300,-15 15 300,-2-6 0,-1 0-287,-2-5-594,-1 13 0,1 2 622,-1-4-814,0 18 41,0 9-318,2 16 319,2 8-360,14 37-1,-6-8 149,-2 1 0,0 9 0,-2-5-131,-2-6 0,-2 1 147,-2 8 1,0 8 0,-2 2-1,-3-3-837,-3-1 1,-2-2-1,-2 3 756,1 5 0,-1 3 0,-1 1 0,0-4-117,-2-3 0,0-2 0,0 3-582,3-7 1,0 5-1,0 1 1,0-2 0,3-8-613,-2 11 0,2-2 1439,0 10 0,0 4 0,4-14 0,4-18 0,2-3 0</inkml:trace>
  <inkml:trace contextRef="#ctx0" brushRef="#br0" timeOffset="24275">10974 6481 19421,'-6'-60'1884,"0"0"0,0-1 1,2 5-1366,0 5-146,-1-8-44,1 11-368,2 20-3,4 23 108,10 43-298,-3 1 204,0 12 1,-1 3-575,-3 5 466,-3-13 0,-2 7 0,-1-6-39,-2-13 0,0 1-1730,-2 22 0,-1 8 1,1-7 1901,1-19 1,1-3-1,-3 16 1,2-11 0,4-28-1</inkml:trace>
  <inkml:trace contextRef="#ctx0" brushRef="#br0" timeOffset="24726">11613 6291 11791,'13'-48'1282,"0"-1"1,0 0 0,-1 3 0,0 0 0,0 3-952,1-2 1,-1 1 674,2-14 0,-1 4 1354,-2 3-2235,-3 14 1,-2 5 764,-1 14-892,-3 13 399,2 29-441,-2 15 0,-2 8-4,-2 0 0,0 5 21,-2-2 1,0 3 0,-2-1-34,-2-5 1,-1 0-1,-1-2-25,-2 11 0,-1 3-64,3-14 0,-2 4 1,1-1-1,2-4-33,-2 4 1,1 2-482,3 5 0,0 9 0,2 0 0,2-10-62,3-9 0,3-3-103,-1 6 0,2 3 1,4-9 96,16 4 1,-11-23 0,1-4 0</inkml:trace>
  <inkml:trace contextRef="#ctx0" brushRef="#br0" timeOffset="25133">12746 6218 19481,'17'-58'1381,"0"0"1,0 0 0,-3 6-185,-6 7-882,-1 7-289,-5 12 1,-2 26-6,-2 20 26,-5 22-86,-2 4 71,-3 5 1,-1 4-351,3-15 0,0 1 332,-3 9 0,2 2 9,2 4 0,3-4-14,2 0 13,8 0 0,5-1-1,12-7-25,8 6 151,15-29-32,-8-23 63,18-13-111,-5-18-50,-9 1 92,-11 7 1,-1-1 99,6-3 648,10-6-761,-24 21-88,-9 18-127,-7 4 114,1 21-11,-4 7-10,2 3-292,-3 2 0,1 2-946,-1 8-449,-1 5 0,0 1 1074,-1-20 0,1-4 0,-2 27 0,1-25 0</inkml:trace>
  <inkml:trace contextRef="#ctx0" brushRef="#br0" timeOffset="28101">16103 5858 16997,'-3'-8'3786,"1"2"-2834,2 6-161,4-58-562,1 49 231,10-30-102,1 76-238,-6-7 1,-1 3-26,3 28-54,-10-19 0,-3 5 0,0-4-202,-1-6 0,-2 2-33,-3 10 1,-3 9 0,0 1 0,1-8-1791,0-4 0,0-2 1526,-2 6 1,-2 5-1,3-4 458,4 2 0,1-9 0,0 0 0,1 16 0</inkml:trace>
  <inkml:trace contextRef="#ctx0" brushRef="#br0" timeOffset="29541">16067 5675 19596,'-38'-16'767,"0"0"1,-4-12-682,71 22 1,18 3-62,0 0 1,3-1-1395,4 0 1,3 0 1386,-1 2 1,4 0 0,-7-1-16,-6 2 0,-2-1 0,1 0 1,3 0 0,2 1 1,1-1 1,1 0 0,-3-1-1,0 1 1,6-1-7,-11 0 0,8 0 0,5-1 0,2 0 0,-2 0 1,-6 0-7,4 0 0,-6 0 0,1 0 0,5-1-299,0 0 0,4 0 0,3 0 0,1 0 0,-4 0 0,-4 0 306,1 1 0,-5 0 0,-1-1 0,6 1-224,-4 0 0,4 0 0,3-1 0,-1 1 1,0-1-1,-4 2 214,8-2 0,-3 2 0,0-1 1,4 0-244,-7 1 1,4 0 0,1-1 0,1 1 0,-1-1 0,-4 1 239,2 1 1,-1-1 0,-2 1 0,0 0-1,0 0 7,0 0 1,0 0-1,0 0 1,-1 1-1,-2 0-103,1-1 1,-4 1 0,2 0 0,2 0 99,4 0 0,5 0 0,0 1 0,-2-1 0,-6 1 5,-3-1 0,-5 1 1,8-1-52,-6 1 0,9 0 1,4-1-1,2 0 1,-1 1-1,-5-1 1,-8 1 40,8-1 1,-7 0 0,6 0 5,-4 0 1,7 0 0,4 0-1,-1 0 1,-4 0 0,-8 0 319,-4 0 0,-6 0 0,10 0-319,-5 0 0,9 0 0,7 0 0,5-1 1,2 1-1,-1 0 0,-3 0 0,-5-1 0,-8 1 8,10-1 1,-9 1-1,-1-1 1,8 0-2,-7 1 1,6 0 0,4 0 0,3 0-1,-2 0 1,-3-1 0,-7 1 0,-8-1 0,7-1 1,-9-1 0,-5 1 505,-2 0 0,1 0-489,18-4 1,7-1 0,-7 0-11,-17 3 0,0-1 94,17-3 0,7-1 0,-10 0-63,0-1 119,-4-1 0,-4 1-18,-18 2 2723,11-5-2599,-32 10 179,-1-3-393,-6 4 2945,0 0-2961,0 2 222,7-2-250,2 0-1,9-1 1,1 1 5,-3 1 6,-4 1-23,-3 1 23,-6-1 11,4 1 6,1-1-23,1 0 17,8-1-11,0-1-17,5 1-12,1 0 18,-4 2-12,-4 0-10,-6 1 55,-4 2 17,-4 2 11,0 2 6,-3 1-17,-1 1-34,-1-2 17,0 6-16,1-6 10,-2 13-21,3-3 38,-4 19 6,3-12 78,-4 19-16,3-8-6,-2 26-73,3-16-8,1-9 0,1 0-14,0 2 25,2 5 0,0 4-3,2-13 0,0 3-4,0 10 1,0 6-1,0-2-474,1 4 0,-2-1 454,-1-7 0,0 3 0,-3-4 21,-2 5 1,-3-3-12,-3 0 0,-2 0 11,-3-2 1,-1-1-21,4-11 1,-2 0 25,-10 13 0,-1-4-8,-2 1-250,-5 0 0,-2-3 222,3-8-4,-5-3 1,-1-2-14,5-8 0,-7 0 0,0-2 11,7-6-17,-23 7-277,1-12 294,3-3 2,12-1 1,-1-1-6,3-2 1,2 0-15,-24 0 14,10 0 0,-2 0-453,10 0 0,-1 0 454,2-1 0,-4 1 0,1 0-1,-18 0 1,-2 0 0,5 1 0,-4-1 0,4 1 2,14 0 0,3-1 0,-4 1-121,-6 0 1,-4 1 0,1 0-1,5 0 121,-6 0 0,-2 0-440,3 0 1,-11 1 0,-3 0 0,1 1 0,9-2 435,4 1 0,7-1 1,-8 1 2,5-1 0,-6 1 0,-4-1 0,-1 1 0,3 0 0,5 0-383,0-1 0,4 1 1,1-1-1,-3 1 391,1-1 1,-2 1 0,-1-1 0,0 1 0,0-1-184,0 0 0,0 1 0,0-1 0,0 1 0,0-1 176,0 0 0,0 0 0,0 0 0,1 0 0,-1-1-72,0 1 1,1 0 0,0-1 0,-1 1-1,-2-1 80,3 0 1,-3 0-1,0 0 1,0 0-1,2 0 1,2 0 22,-5 0 0,4 0 0,-1 0 0,-2 0-24,-3-1 1,-3 1 0,-2 0 0,2-1 0,5 1-8,6-1 0,3 0 0,0 0 0,-1 0 41,-11 1 1,-2-1-1,0 0 1,0 0-45,2 0 0,0-1 1,0 1-1,1-1 5,1 0 1,0 0 0,1 0 0,0-1 8,1 0 0,1 0 1,0 0-1,-1-1 7,-7 0 0,-3-1 0,2 0 1,4 0-10,2 0 0,4 0 1,-1 0 1,-6 0 0,-1-2 0,7 1 3,13 2 0,-1-2 12,-1 0 1,-8-1 0,0 0 0,6 1-19,-2 0 1,0 0-7,0 0 1,-7-2 0,1 1 0,10 1 8,-15-1 287,13 1 1,-1 0-280,13 2 1,0 0 508,-11-1 1,1-1-507,-18-3 17,8-2 1764,31 3-1831,11-1 2301,9 1-2794,10-4 1828,-2 2-5955,14-12 3849,-9 8 1,2-1-1,-7 7 1</inkml:trace>
  <inkml:trace contextRef="#ctx0" brushRef="#br0" timeOffset="30258">17041 6104 15771,'1'-4'5214,"1"1"-3326,-2 3-1821,13-43-16,-11 33 189,-5-22-195,-10 39 39,-25 13-22,14-10-9,-6 1 0,-1 0-14,-4-1 42,-4 0 1,1-2-21,7-4 264,-25-9-252,41 0 61,-8-11-33,20 6 0,0-1-95,3 4 5,0 4-11,4 17 22,0 2-16,1 9 11,0-1-23,-1 24 12,-2-20 27,2 31 46,-3-28-12,-5 5-22,1-9 201,-8 1-61,3-14 135,-1 0-96,5-9 308,3-7-364,1-7-62,3-8-44,1-1-18,13-19-49,-4 16 21,8-3 1,2 2-17,-2 6 0,25-8-5,-16 20-1,20 12-5,-14 0-6,15 21 23,-28-11-32,0 11 1,-3 3-3,-5-1 0,-3 3 0,-7 2-50,-23 5-62,-15 10 28,-3-13-202,3-15 1,-1-3-136,-1-2-2937,-5-5 0,1-4 3386,11-11 0,-9 1 0,30-5 0</inkml:trace>
  <inkml:trace contextRef="#ctx0" brushRef="#br0" timeOffset="30575">17740 5634 25886,'-4'-38'129,"0"0"0,-2-23-101,8 88-17,0-6 3,0 11 0,1 5-361,1 11 362,-3 6 0,-1 11 0,-1-5-1048,-1-12 0,0 0 1034,0 4 1,-1 7-1,0 1 1,0-9-5,-1-2 0,-1-1-53,3-2 0,-1 7 0,1 0 0,0-7-62,0 5 1,2 0-445,1-2 0,2 8 1,0-1-1,1-6-4354,2 6 1,1-2 4765,-1-9 1,1 1 0,-1-5-1,3 16 1,-4-31 0</inkml:trace>
  <inkml:trace contextRef="#ctx0" brushRef="#br0" timeOffset="31158">18725 5975 13116,'2'-4'5752,"-1"0"-1142,-1 4-4257,-29-51-152,-1 56-94,-18-40 5,9 70 75,-1 10 1,0 3-158,17-21 1,0 3-347,-9 15 1,-5 9-1,8-5 319,10-9 0,5 1-1,-5 16 1,5 0 11,11-22 0,5-1-177,8 4 0,8-2 174,15-6 0,6-3-28,1-1 1,3-3-262,10-2 1,1-6 285,-19-9 1,-2-4 25,22-8 78,-26-12 0,-4-4-51,2-4 68,-4-9 1,-7-1 77,-17-2 39,-20-20-184,-1 29 27,-23 1-38,6 21-23,-18 9-28,26 4 0,-1 4 464,-8 7 1,1 5-521,5 4 0,3 2-101,3 0 0,6 2-364,5 26-1545,38-14-3569,25-6-2918,-1-14 8553,2-7 0,-30-11 0,-7-1 0</inkml:trace>
  <inkml:trace contextRef="#ctx0" brushRef="#br0" timeOffset="31467">19529 5698 20392,'0'-7'3607,"0"2"-3120,0 5 549,-13-65-700,10 43-260,-4-15 0,3 5 13,9 26-50,4 9 1,0 14 10,-2 21-61,-2 3 91,-8 1 0,-4 9 1,1-4-1543,0-7 1,-2-1 1466,0 8 1,-2 5-1,-2-1 0,-2 1 1,-1 0 0,1-2-453,2-5 1,1-2 0,1 3 390,-1 1 0,-1 2 0,2 1 0,4-2-415,6 11 0,4-1 1,2-4-113,0 3 1,6-4-2056,5-6 0,5 1 0,0-7 2638,0-7 0,0-5 0,-2-1 0,-1-3 0,3 2 0</inkml:trace>
  <inkml:trace contextRef="#ctx0" brushRef="#br0" timeOffset="31850">20360 5835 24419,'43'-37'115,"0"1"1,1 9 0,1 14-80,-6 23 1,-1 12 5,-1 6 0,-4 3-28,-13-6 0,-2 2-2513,0 11 1,-3 0 2515,-2 11-66,-9-3 1,-2 9-1,-1-6 192,-1-15 0,-1-1-503,0 15 0,-2 5 0,1-6-783,1-13 1,0-4-2023,0 31 3165,3-6 0,-1-36 0,0-3 0</inkml:trace>
  <inkml:trace contextRef="#ctx0" brushRef="#br0" timeOffset="32033">20418 6347 21982,'-7'-48'679,"-1"0"1,4-1 0,6 7-630,13 18-201,21-2 0,11 2-488,-3 11 1,2 3-775,8-6 0,4 1 1413,-4 10 0,3 3 0,-10 1 0,0 1 0,-3-1 0,-1 1 0</inkml:trace>
  <inkml:trace contextRef="#ctx0" brushRef="#br0" timeOffset="32301">21529 5674 16120,'-4'-47'515,"1"0"1,-1 8 0,3 5 2581,7 10-3069,-2 16 1403,2-2-1403,-2 22 848,0 12-876,0 26 8,-2-16 1,-2 2 1383,-2 8 1,-3 4-1412,-2-2 1,0 3-1,-1-3-675,-1 6 1,-1 0 579,0 0 0,-1 4 0,2-6-35,2-12 1,2 0-810,-1 16 0,1 7 1,1-8 108,2-16 0,2-1-607,-1 26 0,2-3 1456,5-15 0,-3-22 0,1-2 0</inkml:trace>
  <inkml:trace contextRef="#ctx0" brushRef="#br0" timeOffset="32850">22126 5981 21881,'4'-52'1131,"0"1"1,0 1-1,-2 13-1052,-3 30-74,-1 0-16,-1 8 73,-19 31-45,6-9 5,-4 8 1,-1 3-12,-2 2 8,0 11 1,2 3-25,5-3-105,1 1 1,6 0 86,18-3 18,9 10 10,7-18-11,4-13 1,4-4 5,23 2 0,-6-8 0,0-3-408,10-6 413,-20-7 1,-3-4 0,-7-5 16,-4-8 1,-3-3-12,-7-1-11,5-20 17,-34-3-29,1 14 4,-5 2 0,-6-1 27,-7 3 1,-3 2-6,-1-1 0,-1-1-77,-7-2 1,0 0 112,12 7 1,2 0 44,-13-19 360,18 1-360,16-5-89,10 16-6,12-8 6,5 17 5,2 2-6,10 2 7,15 8-12,-13 3 0,20 9 470,-23 10-442,9 13-6,-10-1-44,-3 9 0,-3 3-6,-5 1-285,0 5 1,-6 3-1145,-24 15 1457,-3-16 0,-3-1 0,-3 4 0,-9-3 0</inkml:trace>
  <inkml:trace contextRef="#ctx0" brushRef="#br0" timeOffset="46467">4084 8837 7542,'1'-8'8996,"1"1"-8057,-2 7 484,-4-61-412,-2 32-817,3-6 1,-3 0 465,-9 10 319,-15 1-832,8 8-6,-22 0-25,10 17-34,2 8 0,-1 2-12,-15 7-988,9 5 1,1 2 994,1 6-615,-3 14 1,3 3 566,6-3-275,3 8 1,5-2 265,16-15-84,7-3 0,5-2 17,7-9 1522,23 10-1480,1-25 47,-3-8 0,1-4-51,15-6-595,-11-5 0,-3-4 635,-1-6-10,-1-13 0,-2-3 156,-5 2-1014,-3-4 1,-4 0 1041,-12 12 528,-1-28-594,-7 38 1658,-1-11-1755,-1 29 950,1 6-670,0 6-292,0 30 0,1-10-32,0 11 0,1 5-11,-1-12 0,1 1 1252,-1 18 1,1 3-1493,-1-3 0,0 2-1303,0-5 0,0 2 0,-1-3-946,1 4 0,-1-1 2213,0 17 1,1-8 0,-1-22-1,1-3 1</inkml:trace>
  <inkml:trace contextRef="#ctx0" brushRef="#br0" timeOffset="47358">5527 8924 17708,'-23'-43'1230,"1"0"1,1-1-1,7 7-1084,13 18 140,17-20-264,-6 22 12,36-16-18,-21 23 1,33-5-11,-26 11-15,8 5 1,1 3 2,-4 5-22,3 7 0,-3 4 89,-15 3-92,8 28 14,-24-23 0,-12 8 1,-8 3 38,-13 9-1710,7-14 1,-1-1 1709,-15 2-1149,-7-4 1128,17-15 568,-26 5-401,36-22 168,-11-7-39,21-9 2733,3-11-2979,5 6-7,12-6-27,0 15 1943,40-6-1966,-11 13-11,18-3 17,-18 12-16,15 10-1,-1 13-3386,-1 0 3380,-15 4-50,-29 3-44,-20 20 5,-17 5 72,9-30 1,-4 0-336,-25 7 0,-3-4-141,1-4 138,8-8 0,-6 0 0,9-4 0,7-5 0,-21 4 0</inkml:trace>
  <inkml:trace contextRef="#ctx0" brushRef="#br0" timeOffset="48042">6972 8827 11589,'1'6'3754,"-1"-1"130,0-5-3345,24-3 439,-15 3-744,20 0 558,-23 4-82,-6 3 852,-7-3-997,-7 1-198,1-3-84,-5-7-26,-1-10-236,2-7-141,2-4 145,13-19 16,10 12-169,8-14 51,9 18 88,-3 9 77,20 7 111,-5 9 13,18 9-40,-6 12 11,-2 15-325,-21 12 0,-4 4-82,-1 8-204,-15 2 0,-9-1 186,-20-11 174,-2-13 0,-6 3 0,0-3-647,-8 2 0,-2-2 689,3-3 1,-4 2 0,4-5-74,-1-1 0,2-6 190,-6-2 1,3-6 57,8-8-10,-11-12-76,36-6 19,19-28 111,22 3-117,-11 16 1,3 2-16,3 3 0,3 4 33,28 1-55,-28 11 0,2 3-89,2 3 0,0 4-32,2 3 1,-2 2 1223,19 13-2003,-21 1 1,-5 3-3713,-4 16 4555,-8-15 1,-4-1 0,-7 2-1,-5-15 1</inkml:trace>
  <inkml:trace contextRef="#ctx0" brushRef="#br0" timeOffset="48558">4582 8806 14595,'3'-46'1359,"-1"-1"0,1 1 0,3-12 0,0-1 0,1 11-881,3-2-122,0 5 0,2 4 147,-3 20-111,10-3-143,-6 22-89,7 15-179,-8 9 112,-3 32 1,-4 8-90,-3-26 1,-1 2-1077,-2 19 1,-2 10 0,-1-6 1038,-1-11 0,-2 0-45,-2 6 1,-1 6 0,-1 2-578,4-14 0,0 0 1,0 1-1,0 0 396,1 1 1,0 0-1,0 0 1,1-1 49,0-3 1,0 0 0,0 0 0,3 0 213,3 19 1,2 0-1,0-12 1,-1 6-1,3-11 1,0-1-1</inkml:trace>
  <inkml:trace contextRef="#ctx0" brushRef="#br0" timeOffset="48929">6174 8460 15328,'-4'-9'2789,"1"3"-1436,0-29 0,2-6-681,3 14-230,0-20 1,3 2-157,6 29 257,25-5-470,-18 15 134,21 13-84,-24 8 123,-4 31 1,-3 10-214,-6-25 1,-1 3-870,-2 18 1,-2 9 0,-2-2 840,-2-12 1,-2-1 0,0 2-698,1-2 0,-1 2 0,0 1 0,0-2 673,0 5 0,-1-1 1,2 2-167,1 3 0,0 5 0,2-1 0,1-3-418,3-4 0,2-4 0,1 5 603,1-6 0,1 6 0,1 2 0,1-5 0,-1-6 0,1 10 0,2-6 0,5 3 0,0 0 0</inkml:trace>
  <inkml:trace contextRef="#ctx0" brushRef="#br0" timeOffset="49534">3002 8316 10399,'-52'-15'1047,"0"-1"1,1 0 0,13 3-970,29 6 39,3 0 79,21 5 121,16 2-121,6 0 126,9 2 0,3 1-350,12 1 238,-15-1 0,12 2 1,1 0-1,-8-1-1147,1 1 0,2-1 1056,2 1 0,11 0 0,-1 1 0,-7-2-27,0 0 1,4 0-15,-13-2 1,11 1-1,5 0 1,1-1-1,-3 1 1,-8-1-867,9 1 0,-7-1 1,10 0 815,-21-1 1,6 0-1,6 0 1,3 1 0,0-1-1,0 0 1,-2 0 0,-5 0-1,-7 0-454,11 0 0,-9-1 0,0 0 1,7 1 441,-2-1 1,7 1 0,3-1 0,2 1 0,-1-1 0,-5 0-1,-5 0-196,1 0 1,-7 0 0,1 0 0,7 0 207,-9 1 0,6-1 0,2 0 0,4 0 0,0 1 0,0-1 0,-1 0 0,-2 1-59,3-1 1,-2 1-1,0-1 1,-1 1 0,1-1-1,1 1 1,1-1 37,0 1 1,2-1 0,1 1-1,0 0 1,0 0 0,0-1 0,-3 1-1,-1 0-14,-2-1 1,-1 1-1,-2 0 1,0 0-1,-1-1 1,0 1-1,-1 0 11,6 0 1,0 0 0,-1 0 0,-1 0 0,-1 0-1,-2 0-11,0 1 0,-3-1 1,0 1-1,0-1 1,1 1-40,8 0 0,2 1 0,0-1 0,1 1 0,-1 0-982,1 2 0,1 0 1,-1 1-1,-3 0 1,-3-1 1027,-3 1 0,-4 0 0,-1 1 0,-3-1 0,9 1 0,-3 1 0,-10-1 0,2 4 0</inkml:trace>
  <inkml:trace contextRef="#ctx0" brushRef="#br0" timeOffset="50125">3457 9821 13894,'-33'19'484,"-1"0"1,-16 11 272,76-18-421,10-3-230,-5-3 0,2 0-38,25 2-2155,-13-3 1,1-1 2111,-15-1 0,2 0 63,9-1 0,9 1 0,2-1 1,-7 0-341,5 1 0,2-2 321,-3 1 0,11-1 1,3 0-1,-2 0 1,-9-1-39,-6 1 1,-7-1 0,8-1 4,2 1 0,8-1 1,5-1-1,2 1 1,-2 0-1,-5-1-368,-5 1 0,-3-1 0,-1 1 0,1-1 0,4 0 340,-2 1 1,4-2 0,2 1 0,1 0 0,-1-1 0,-1 1 0,-4 0-245,3 0 1,-4 0 0,-1 0 0,2-1 0,4 1 251,-2-1 0,4 0 0,2 0 0,1-1 0,0 1 0,-2-1 0,-4 1 2,5-1 0,-4 0 0,-1 0 0,2 0 0,3 0-11,-4 0 0,3 0 0,2 0 0,0-1 1,1 1-1,-2-1 0,-2 1-15,-2-1 0,-2 0 0,-2 1 0,1-1 0,1 0 0,3-1-23,-4 1 1,2 0 0,2-1 0,1 0 0,0 0 0,-1 0 0,-2 0 0,-2 0-55,4-1 0,-3 1 0,-1 0 0,0 0 0,0-1 1,3 0-118,0 0 0,3 0 1,1 0-1,0-1 1,-1 0-1,-2 0 0,-4 0 202,4-2 0,-3 1 0,-1-1 0,-4 1 0,-4 0 0,4 0 0,-4 1 0,-2-1 0,12-3 0,1-1 0</inkml:trace>
  <inkml:trace contextRef="#ctx0" brushRef="#br0" timeOffset="50400">9232 8433 17641,'-9'-41'1394,"1"1"1,0 1 0,2 13-1272,6 24 315,-1 29-41,-1 18-246,0-2 1,-2 3-1163,1-7 1,-1 3 1032,-4 9 0,-2 8 1,-1-2-48,1-10 1,-1-1 0,-1 1-25,-1 10 1,-1 2-1,0-2-52,2-10 1,-1-2-1,-1 3-2357,-2 6 0,0 5 1,0-1-1,1-7 1829,0 3 0,0-1 0,-2 7 0,-1 5 1,5-19-1,8-25 0</inkml:trace>
  <inkml:trace contextRef="#ctx0" brushRef="#br0" timeOffset="50908">3066 8560 11166,'1'-53'1620,"0"-1"0,-1 1 0,1-1 0,0 2 0,-1 13-1183,0 17-23,0 0 336,-2 50-475,-1 1-40,-4 16 0,-2 16 0,1-6-199,1-10 1,-2 3-870,0 0 1,-2 11 0,-1 4 0,0-3-1,1-8 822,2-5 0,0-6 0,-1 5-79,-2 4 0,-1 7 1,0 3-1,0-2 1,1-7-68,1-1 0,1-5 0,0 4-2301,-1 6 0,0 7 1,0-1-1,1-8 2012,1 6 0,2-6 0,-1 6 1,2-10-1,4-22 0</inkml:trace>
  <inkml:trace contextRef="#ctx0" brushRef="#br0" timeOffset="52609">10923 8797 19008,'-13'-48'1097,"0"1"1,0-1 0,-6-20 0,4 18-997,11 41-62,-1 1-39,4 8 23,2 44-23,0-12 0,-2 10 0,0 11 0,-1-5-12,0-14 1,-1 1-794,-3 21 0,-2 9 0,1-8 701,1-20 1,0-3-20,-4 20 0,1 0-188,3-15 0,1-2-183,1 3 1,1 0-269,0-5 0,0-1-1389,0 18 729,2-36-3082,-3-30 3194,0-13-1536,-2-27 3019,2 4-253,2-2 0,1-3 561,-1-8-239,4 13 1,1-8-1,1 7 220,-2 15 0,2 1 584,4-19 0,3-7 0,-1 9-464,5-7-165,1 3 1,2 4-132,-1 22 549,13 2 1,6 3-735,20 0-84,-17 8 0,2 2-3,2 6 0,1 3-3,-1 3 0,1 0-8,-1 0 0,3 1-5,5 0 0,5 1 0,-6 0 2,-8 1 0,3-2 2,11 1 1,12-2 0,0 0 0,-10 1 374,-3-1 0,-1-1-376,1 0 1,8 0-1,0-1 1,-9 0-2,-4 0 0,-1-1 2,-1 0 1,7-1 0,1 0 0,-3 0 2,-2 0 1,-3-1 0,4 0 3,-4 1 0,5-1 0,1 0 0,0 0 0,-4 1 9,11-3 1,-3 1 0,1-1-7,-10 3 1,2-1-1,-1 1 1,-5 0 15,13-2 0,-3 0 52,-6 3 0,1 0 1,-3 1 85,-1 0 1,-2 1-83,17 0 0,-1 0 30,-11 4 1,-5 1-70,13 2 44,-11 8 1,-2 3 17,-2 10 476,-8-3 1,-1 4-461,9 23-84,-10-5 362,-2 4-317,-7-7 0,1 0 1317,-9-14 1,1 3-1376,4 8 1,4 8 0,0 2-1,-3-5-470,3 12 1,-2 0 437,0-5 0,1 3 1,-3-3-1,-2-1 1,-4 0-10,-3 1 0,-3 5 0,-1-4 15,-2 5 0,-2-1 5,0-4 1,0 2 0,-4-5-9,-4-8 0,-8-4-11,-29 6 0,-6-5-377,20-15 1,-2-3 394,-15 5 0,-7 1 0,4-6 1,11-9 1,-1-4 3,-5 1 0,-6-1 1,-1-1 6,-7-1 1,-2-1 0,-4-2-8,4 0 1,-4 0 0,0-2 0,-1 1-385,12-1 0,0 0 1,0 0-1,-1-1 0,1 0 377,-1 0 0,0-1 1,0-1-1,-1 0 1,-2 0-14,0-2 1,-2 0 0,-2-1-1,1 0 1,2 0 0,4 1 4,-3-1 1,6 1-1,-1 0 1,-8-1-208,7 0 1,-8 0-1,-4-1 1,-2 0 0,0 0-1,3 0 1,5 1-1,8 1 198,-15-1 0,10 1 1,-7-1-6,6 2 0,-8-2 1,-3 0-1,0 1 1,3 0-1,7 1-181,4 2 0,6 1 1,0 0-1,-1 0 97,-9-1 1,-3 1-1,1-1 1,2 0-257,4 1 0,1 0 1,1 0-1,4 0-85,-2 0 1,3 0 0,1 0 397,-1-1 1,0-1 0,8 0-1,-3 0 1,-7-2 0</inkml:trace>
  <inkml:trace contextRef="#ctx0" brushRef="#br0" timeOffset="52958">11614 8960 19707,'0'-61'1232,"1"-1"0,-2 7 1,0 10-1043,0 24-206,-2 12-12,3 10 30,0 33-220,0 13-62,0 13-140,0-1-4496,-2-2 1,1 0 3653,-1-2 1,0-5-1,0-8 1,1-29-1</inkml:trace>
  <inkml:trace contextRef="#ctx0" brushRef="#br0" timeOffset="53291">12270 8546 21204,'3'-40'652,"1"1"0,-1 0 0,0 9-234,-3 24-346,2 6 12,0 11 84,1 28-64,-3 0 0,0 5-79,-3 6 0,-1 1-238,1 2 1,-2 3 199,-2-5 0,-2 3 0,2-5-15,0-8 0,1 1-142,2 2 1,-1 6 0,1 2-1,2-6-1177,6 10 0,4-2-227,-1-3 0,2 3 0,2-5 1574,6 1 0,2-6 0,7 10 0,-10-27 0</inkml:trace>
  <inkml:trace contextRef="#ctx0" brushRef="#br0" timeOffset="53716">12620 8860 19188,'-1'-9'1332,"-2"-25"1,1-3-739,3 11-163,-2-16 1,1 2-119,3 21 197,7-2-504,-4 18 33,10 15 0,-8 7 22,0 22 1,-2 5-28,-3 1-118,-3-8 1,-2 7-1,0-3 103,-1-3 1,1-2-12,0 8 1,2-1-1,3-9 1,3-4 25,9 0 302,12-12-51,-2-21-195,6-5 14,-6-11 0,1-6 47,15-19-1559,-11 11 1,-2-1 1558,8-12 77,-3 0 86,-14 20 120,-2 2-434,-8 13 6,-6 9 16,-1 34-22,-1-9-20,-1 8 1,1 3-32,-1 5-416,0 1 0,1 9 1,-1-4 877,1-10 1,0 2-3471,1 17 1,-1 9 0,1-10-1858,0-17 1,-1-3 4828,1 12 0,0-4 0,-1-14 1,0-13-1</inkml:trace>
  <inkml:trace contextRef="#ctx0" brushRef="#br0" timeOffset="56142">17841 8570 12617,'0'-5'4744,"1"2"-1456,-1 3-2958,-33-51-128,9 37-166,2-12 1,-2 1 120,-29 25-85,5 4-27,-11 1 44,14 1 1,-1 2-26,13-4 1,0 1-113,-12 1 0,1 0 256,-9-1-112,24-3 49,15-3-38,15-4-74,5 1-22,2-1 1,4 4-3085,16 17 3101,-12-5-245,17 24 239,-22-15 12,3 21 5,-8-4-28,-1 1 34,-13 25-17,-2-29 3270,-6 13-3102,-7-20-34,6-14-78,-3 1 486,2-10-330,3-9-83,2-3-22,3-9-85,7 2 45,4-6-28,6 5 23,10-4-79,6 7-11,11 1 5,-2 10 1,1 2-11,11 1 13,11 6 1,1 4-3396,-14 0 3384,-4 0 1,-1 1-10,-9 2-359,10 30 332,-22-21-39,-7 30-1,-36-28-38,-20 6 33,19-16 0,-2-1-182,-6 1 0,0-2-412,3-4 0,1-2-2049,-22 4-903,23-13 3630,20-5 0,9 3 0,1-1 0</inkml:trace>
  <inkml:trace contextRef="#ctx0" brushRef="#br0" timeOffset="57324">16802 8517 11913,'-18'-41'1162,"0"1"0,0-1 0,-4-7 0,3 5 1135,2 0-2179,11 30-68,5 12 705,3 10-503,9 51-204,-6-30 0,-2 4-15,2 11 1,-1 7-1,-1-4-175,0-3 0,-3 2 142,-2 8 0,-1 7 0,-1-8 94,2-16 1,-1-1-106,-1 6 0,-1 4 0,2-5 2,1-8 1,1-2 19,-1 6 0,-1-1 68,-2 3 16,-4-16-45,-12-50 671,8 4-698,-5-28-9,14 14 0,2-3 1,2-1 1,2-2-11,0 0 1,2-3-1,2 0-863,1 1 1,3 0 0,0 2 860,2-11 0,4 0 0,2 4 1,3-2 0,0 5-230,2 2 0,3 2 237,1 0 0,5-2 0,2 4-4,6 7 1,3 4 0,-2 2-8,5-5 0,2 4-334,0 7 1,4 2 0,-2 4 338,5 4 1,1 3-6,-6 0 0,3 1 0,-1 1-6,-9 1 1,-2 1 0,5 0-8,4 1 0,6 1 1,-1 0-1,-2 1 7,-1 1 1,-2 2-1,2-1 2,2 0 0,3 1 0,0-1 0,-3 2-8,2 1 1,-3 1-1,-1 1-9,3 0 1,-1 1 0,-4-1 17,-1 1 0,-2 0-3,6 1 1,-6-1 547,-13 0-537,15 3 2243,-25-4-2226,2 4-5,-16-2 691,-5 17-686,-3-9 1697,-3 20-1635,-5-6 12,-9 27-74,2-13-1403,3-5 1,0-1 1403,2 7 5,1 9 0,1 2-20,3-24 1,1 0 2,-1 16 0,0 8 0,1-4-358,2-4 0,1 1 322,2 4 1,1 6 0,1-6 1,-1-6 1,1-2 0,4 5 0,-2-1-18,-5-8 1,-8-3 25,-13-2 0,-5-2-1101,5 3 1,-3-4 1119,-14-6 1,-3-6 542,-21-3-548,18-12 0,-10 0 0,-7-1 0,2 0 0,7 0 0,2-1 0,4-1 0,-6 0-266,-4 1 0,-6 0 0,-4 1 0,3-2 0,4-2 269,-5-1 1,5-3 0,-2 0 4,5-1 0,-2 0 1,0-1-1,1 0-109,-5 0 0,2 0 0,-3-2 95,-2-1 0,-6-2 1,4 0-1,11 1-8,12 2 0,3-1 563,-3 1 1,-3-2 0,4 2-755,3-1 0,3 1-724,-21-7 988,23 6 0,2 0-59,-11-10 0,30 12 0,-2-4 0</inkml:trace>
  <inkml:trace contextRef="#ctx0" brushRef="#br0" timeOffset="57824">18033 8311 9640,'16'-54'1327,"0"-1"1,-2 8-1,-1 5 2230,3 4-3417,-8 18 1370,-3 10-1488,-4 14 96,1 45-90,-1-13-371,-4 12 0,-1 2 360,-5 9-17,-2-15 0,-2 8 0,-1-2 715,-5 9 1,-1 1-775,4-11 0,-1 5 0,-1 0 0,2-5-17,-5 11 1,2-2-831,4-7 1,1 2 0,2-8 541,4 14-1232,5-8 1,4-2 9,6-6 1750,3-7 1,1-4 0,-2-15-1,4 0 1</inkml:trace>
  <inkml:trace contextRef="#ctx0" brushRef="#br0" timeOffset="58224">18504 8564 21013,'-3'-37'490,"0"-1"1,-5-18-198,-8 69-125,-5 14-4194,-5 18 4076,4 0 284,6-3 1,1 2-321,6-11 0,2-1-14,-3 16 0,1-1 33,3 10-17,6-21 1,2-3 6,3-1 66,10 21 3320,-3-39-3129,11-4-224,-9-15-28,3-11 457,-1-9-345,3-20-89,-4 9 150,-2-25-100,-13 39 190,-22-15-252,7 29 12,-27 2-29,10 16-72,-14 14-23,16-4-364,1 16-151,23-16 588,14 24 0,-5-30 0,10 12 0</inkml:trace>
  <inkml:trace contextRef="#ctx0" brushRef="#br0" timeOffset="59392">19970 8422 16706,'3'-56'1702,"0"0"1,-1 11 0,0 6-1299,2 4 49,-2 22-346,-1 10 346,6 38-363,-4-9-23,0 25 0,-2 7-809,-4-14 1,-2 1 731,1-1 1,-2 4 0,0-1-29,-2-4 1,-2-2 0,1 1-86,-5 19 0,1-1-54,0-5 1,3-2-113,2-1 1,3-4 424,-1 9-326,4-10-617,1-41 231,0-29 497,3-16 90,1 4 1,1-2-498,5-24 562,5 1 0,1 0-43,-6 26 1,1-2 156,4-9 0,4-10 1,-1 0-1,-2 9-103,-2 7 0,1 2 30,7-18 1,4-8 0,0 12-51,-4 21 0,0 4-39,3-6 0,4 1-9,16 1 1,8 5-11,-13 11 1,3 3-1,-1 0-11,-1-1 1,1 0 0,0 1-9,3 2 1,1 1 0,1 2-603,8 0 0,1 2 0,0 1 600,-5 0 1,0 0 0,3 0 4,2 0 0,4 1 0,1 0 0,-1 0 7,-7 1 0,0 0 0,-1 0 0,-2 1 2,7-1 0,-2 1 0,2 0 2,-4 0 0,2 0 0,0 0 0,-5 0-4,12 0 0,3 0-1,-9 0 0,9 0 0,4 0 0,-1-1 0,-6 1 3,-10 0 1,-4-1 0,0 0 0,3 1-316,2-1 1,3 1 0,1-1-1,-1 1 1,-4-1 314,16 0 0,-3 0 0,-5-1 9,-10 1 0,-4 0 0,0 0-2,0 0 1,-1 0-1,2-1 30,7 1 1,1 0 0,-7 0 155,-13-1 0,-2 1-36,24 0 1,-6 0 622,-25 1-703,4 0 1682,-29 6-1677,-4 6 2379,-6 12-2351,-10 13-56,-1-2 22,-6 2 1,-2 1-40,-7 8-350,4-8 0,-5 6 0,3-4 316,9-9 1,-1 0-602,-7 9 0,-3 5 0,4-4 596,8-9 0,1 2-28,-9 16 0,-3 9 0,6-6 8,8-16 1,3 2-21,0 1 1,-3 8 0,2 0 0,4-6-366,2 0 0,1-1 335,-6 19 0,-4-2 8,1-14 0,-5-4 37,-8-2 0,-3-6 25,4-6 0,-5-4 5,-9-4 1,-7-2 0,0-4 18,8-3 0,2-3 1,-7 0-452,0 0 0,-6-1 0,-3 0 0,1-1 0,5-1 438,-9 0 0,5-1 1,-3-1-193,4-1 0,-2 0 1,1-1-1,5 0 185,8-1 0,5 1 0,-4-2-153,-13-1 1,-6 0-1,0-2 1,4 2 150,8 0 0,3 0 0,-7-1-2,8 0 0,-7 0 0,-5-1 0,-2 0 0,2 0 0,5 0 0,8 1-62,-6 0 0,7 0 0,-6-2 43,3 1 0,-7-1 1,-3 0-1,0-1 0,4 0 1,8 1-108,-1-1 1,7-1 0,-3 0-635,-18-6 0,-4-3 1,9-2 759,10-6 0,6-1 0,6 9 0,8 0 0,12-12 0</inkml:trace>
  <inkml:trace contextRef="#ctx0" brushRef="#br0" timeOffset="59800">20708 8571 18487,'7'-43'1178,"0"0"0,14-7 0,3 7-1015,4 21-4,12 1 1,2 2-98,-2 11-26,-2 2 1,2 4 13,12 13-1654,-21 0 0,0 3 1593,13 17 127,-20 7 0,-6 5-97,-9-7 1,-5 3-14,-1 19 0,-5 3-245,-8-6 0,-4-1 85,-4 1 0,-2-1-129,1-3 0,1-2-196,3-4 0,3-2-176,-3 18-3114,6 0-2572,3-37 6341,-3 4 0,3-23 0,1-4 0</inkml:trace>
  <inkml:trace contextRef="#ctx0" brushRef="#br0" timeOffset="59958">20797 8950 17977,'-2'-44'343,"0"0"1,4 1 0,10 5-484,23 12 0,7 6 16,-14 4 1,2 0-668,6-2 0,4-1 1,-1 2-292,2 0 1,0 3-1145,13-6 0,1 0 2226,-7 3 0,-4 2 0,14-5 0,-28 9 0</inkml:trace>
  <inkml:trace contextRef="#ctx0" brushRef="#br0" timeOffset="60183">21587 8250 18778,'-3'-42'1213,"0"0"1,0 2 0,1 13-1029,3 25-95,-1 18-40,1 5 62,-4 36-50,0-12-656,-3 1 0,-2 11 1,-1-5 601,2-10 1,-1 1-16,0 1 0,-2 6 0,-1 1 0,1-4-61,-5 15 1,1-2-64,3-9 1,-1 3-1,1-3-82,-1 8 0,2 1-1550,6 1 1,2 4 0,2-9-599,1-15 0,2-2 2361,1 6 0,2 5 0,0-12 0,1-12 0,2-4 0</inkml:trace>
  <inkml:trace contextRef="#ctx0" brushRef="#br0" timeOffset="60716">22047 8545 18678,'-36'-17'353,"11"0"273,7 54 0,4 17-595,6-22 0,1 0-12,-3 16 1,2-1 797,1 12-778,13-12 0,4-2-33,14 6 2,4-7 0,7-2-2,-6-22 0,2-3 215,0 0 0,3-5-179,8-9 0,-2-6-19,-5-4 534,-3-10 1,-6-4-558,-15-5-12,-4-30 1,-18 8-981,0 16 0,-1-1 992,-14-21-3,5 20 1,-3 0-358,-6-1 0,-1 1 390,-2 0 1,-1 0-1186,-7-2 1,2 2 1198,-9-3 26,1-6-20,31 18-39,2-4 1400,36 4-1389,8 12-10,25-3-7,-11 12-8,-13 4 1,2 5 10,8 11 0,0 3-5,-11-6 0,0 2 320,9 6 0,-5 7-418,-15 13 0,-7 1-85,0 7-296,-9 7 0,-8-1-751,-13-7 787,-11-2 0,0-3 1,7-12-1,-15 14 1</inkml:trace>
  <inkml:trace contextRef="#ctx0" brushRef="#br0" timeOffset="90299">3714 11683 15081,'-2'-53'1882,"-1"1"0,-2-3 0,-2 10-1439,-5 20 566,-18-24-561,3 22-140,-16-6-129,-3 25-34,-10 21-354,6 7 256,16 2 1,-1 4-12,4 1 1,0 4-24,-3 8 0,-3 6 0,4-4-518,2-1 0,2 0 503,4 1 0,0 5 0,7-7 2,8 3 22,14-7 1,4-2-18,9-6-1469,15-8 0,5-6 1498,3-12 2,2-5 1,1-6 59,-13-5 0,-1-4 7,16-15 1,-1-2-62,-14 10 0,-2-3 128,-1-5 1,1-4 0,-4 3-51,-5 3 1,-3 1 44,6-14 1,-1 2 2,-1-4 289,-7 4-389,-8 30 3056,-5 0-3107,-3 20 16,-9 30-27,3-8 2,0 5 1,0 3-12,2-5 0,0 2-73,-3 24 1,1 3-218,3-17 1,0 1-479,0 11 0,0 7 0,2-7-750,1-13 1,1-2 1520,0 6 0,0 5 0,0-10 0,2-1 0,0-2 0</inkml:trace>
  <inkml:trace contextRef="#ctx0" brushRef="#br0" timeOffset="91633">2467 11540 13817,'-1'-55'2106,"-1"1"0,0-4 0,-2 10-1087,-2 22-771,0-1-52,3 33 56,4 21-117,-1 8 30,0 11 0,0 4-120,-2 13-1437,0-7 1,-1 10 0,0-7 1363,0-12 0,-1 2-62,0 3 0,0 10 0,-1 1 1,1-7-149,0-9 1,1-5 0,-1 3 142,0 15 0,-1 4 0,1-6-203,-1 5 1,1-7 300,2-22 0,-1-3 59,-1 16-51,1-43 2497,1-7-2547,0-55 39,1-3-706,1 17 0,1-1 711,0 7 1,0-2 1,2-4 1,0-5 0,0 3 75,1 0 1,-1-2-61,1-4 1,-1-8 0,1-1 0,-1 9-5,0 3 1,0 1 20,-1 1 1,0-5 0,0-2-1,0 6 55,2-13 1,-1 3-1128,0-2 0,1 3 1062,-1 12 1,4 5-648,16-16 639,-6 24 782,16 0 0,6 3-776,16 10-17,-16 4 0,1 3 343,22 7-335,-9 6 1,1 2 732,-18-1 1,1 1-749,9 1 0,7 1 0,1 2-13,-7 0 1,3 1-1,-1 1 1,-2-1-112,1 0 0,-3 0 1,3 0 112,0 0 0,2 1 0,1 0 0,-1-2-35,13 1 1,-1-2 0,-4 0 24,0-1 0,3-1-1,-11-2 0,8 1 0,2-1 0,-2-1 0,-8 0 1,11-1 1,-1-2 5,-11-1 1,7 0 0,3 0 0,-3-1 0,-8 0 13,10-1 0,-2-2-3,-6 2 0,6-2 0,-1 0 0,-6 1-112,-2 0 0,1-1 126,-1 2 1,10-2 0,3 1-1,-2-1 1,-9 2-4,10-1 0,1 0-423,-12 1 0,7 0 1,3 0-1,-4 0 1,-9 2 422,-3 0 0,-1 1 21,10-1 0,6 1 0,-1 0-11,-10 1 0,0 1 0,0 0 3,7-1 0,2 0 1,2 1 10,-8 2 0,4 0 0,-3 1 0,-4-1-10,6 1 0,-2 0 10,2 2 1,2 1-1,-7 1 5,10 2 13,-2 3 0,3 3 401,-13-1 1,-1 3-419,9 1 1,0 3 13,-1 4 1,-5 1-6,4 6-682,-16-2 1,-5 1 669,-7-3 12,-6 6 0,-3 2-17,-6-4 299,-10 7 0,-5 2-288,-18 14-14,-5-2 0,-4 0-135,11-21 0,-1 1 119,-5 6 1,-3 4-1,3-4-6,2-1 0,2-1-6,-6 8 0,1-1 986,9-11 1,0-1-1004,-13 14 1,-3-1 16,6-14 0,0-1 6,-10 13 0,-1-2 2,12-21 1,-1-3 5,-19 5 1,-2-2-4,17-6 0,-3 0-482,-6 0 0,-9 2 0,-1-1 1,6-1 478,-1-1 1,-5 0-154,12-4 0,-10 2 0,-6 1 0,-2 0 0,0 0 1,6-1-1,6-2 148,-7 1 0,7-1 0,-6 1-169,6-1 1,-7 0 0,-2 2 0,0-1 0,4-1 0,9-2 165,-14 2 0,1-1 18,12-4 1,-7 0 0,-2 0 0,0-1 0,3 0-18,1-1 1,2-1 0,0 1 0,-2-1-1,-2 0 1,-4 0 0,0 1 0,2-2 0,4 0-3,-6-2 1,5-2-1,-5-1-6,2-1 0,-5-1 0,-3-1 0,1 1 0,3-1 1,0 1 1,2 0-1,0 0 1,-6 0-8,12 1 1,-3-1 0,-4 0 0,0 0 0,0 1 0,2-1 0,4 2-17,-6-2 1,2 2-1,1-1 1,3 1 0,0 0 1,-2 0 1,2 1 0,2-1-1,-1 1-15,-11-1 0,1 1 1,1-1-40,5 1 0,1 0 0,3 0 444,-6 0 1,-2-1-1374,4-1 1,-9-2-1,1-1 1,10 1-3904,4-1 1,3 0 4684,-4 0 1,-4-1 0,15 1-1,16 0 1,18 7 0</inkml:trace>
  <inkml:trace contextRef="#ctx0" brushRef="#br0" timeOffset="92091">4411 11719 16582,'-2'-51'1554,"0"-1"1,1 1-1,-1-13 1,0 9-1169,1 4 493,1 4-666,1 20 526,3-15-688,0 39 94,3 14-105,-2 30-18,-1 6-11,-5 6 0,-3 7-60,-2-13 1,-2 1-1,-1 4-1002,2 2 0,-2 3 0,1 1 0,-1-2 819,-1 3 1,0-2 0,1 2-841,2-3 1,0 4 0,1-3 0,2-8-424,4-5 1,1-2 1494,1 25 0,2-8 0,2-28 0,1-3 0</inkml:trace>
  <inkml:trace contextRef="#ctx0" brushRef="#br0" timeOffset="92607">4914 11767 21926,'12'-43'341,"-1"0"1,1-1 0,2-12 0,6 10-258,25 18 19,-14 18 1,1 3-25,14 1-51,-12 4 0,0 2-28,21 12-40,-5 11 18,-13 2-23,-1 18-5,-19 3 19,-12-8 0,-4 2-197,-5-5 1,-4-1 255,-6 4 0,-3-3 28,-22 11 0,7-18-11,2-9-2839,-7-11 2928,14-6 527,-21-22-521,31 6 84,-5-24-129,16 20 147,16-21 29,-3 21-209,30-15-34,-10 25-23,20-2-10,-14 10 16,2 3-8,-8 6 0,2 3-12,0 7 1,-1 2 1701,2-3 0,-3 4-1710,-3 16 1,-10 2 16,-15-2-1716,-8 0 0,-5-1 1694,-13-2-244,-14 2 0,-7-2 86,16-16 1,-3-2-311,-19 11 0,-1-3-658,-5-9 1148,17-11 0,4-1 0,9-2 0,-11-2 0</inkml:trace>
  <inkml:trace contextRef="#ctx0" brushRef="#br0" timeOffset="93616">7856 11532 13967,'13'-56'2623,"1"-1"0,-3 10 0,-2 4-1636,-4-2-483,-8 24-381,-1 14 274,-8 32-234,4-3 47,-3 16 0,0 7-140,3-8 0,1 2-715,-4 21 1,0 3 633,4-3 0,0 1-923,3-18 1,0 1 0,0-3 916,1 9 0,-1 0 7,2-8 1,0 3 0,0-5-141,1-5 0,-1-2 127,1 10 1,-1-3 11,-2-8-23,-3-23 17,2-16 614,-2-23-614,5-18 22,1-2 1,2-2 1363,0 13 1,1-2-1346,2-12 1,1-7-1,0 7-10,-1 13 0,1 1 10,1-14 0,2-8 1,-2 7 11,0 10 1,-1 1-1228,4-18 0,0 2 1210,-4 25 1,2 0 36,7-12 0,2 3-28,4 1-11,12 1 0,3 2-6,2 11-156,10 2 0,5 3 153,-17 13 0,1 2-636,18-3 1,1 1 627,-17 5 0,2 2-4,13-1 0,7 0 1,-7 1 0,-11 1 0,0 0 444,15-1 0,8-1 1,-7 1-434,-6 0 1,-3 0-4,12-1 1,-1 1-6,-15 0 0,-1 1 3,10-1 0,-5 1 342,-4 1-345,-4 0 0,-4 0 6,-13 1 27,9 4-10,-24-1 2173,-2 10-2162,-6-5 123,-1 15-73,0-10 140,4 28-156,0-19 44,5 11 0,0 1-45,3 3 11,4 13 1,3 6-49,-6-16 1,1 1-742,0 2 1,2 2 0,0-2 712,1 3 1,1 1 4,3 4 1,2 5 0,-2-6-144,-3-9 1,-2 2 128,-1 0 0,2 7 0,-2 2 0,-6-7 1,-8 9 1,-5-2-306,4 12 1,-9-3 307,-21-10 0,-10-8-6,-3-11 1,-3-6 8,0 2 0,-6-2-3,0-9 0,-8-2 1,-1-2-1,7-2-348,-3 0 1,-2-2 344,7-3 1,-9-1-1,-4 1 1,3-2-1,11-2-5,-6-2 0,2-4-41,2-1 0,-8-2 0,0-2 1,8-2-112,-5-6 1,4-2 81,10 4 1,-1 0-1,3-2-241,-9-9 0,4-4-1244,6-2 1,3-1-614,6 6 1,2-1 2178,-1-8 0,6 3 0,13 12 0,4 0 0</inkml:trace>
  <inkml:trace contextRef="#ctx0" brushRef="#br0" timeOffset="94250">8774 11442 18852,'-5'3'3450,"2"-1"-2241,3-2-1024,0 12-95,0-4 173,-6 17-179,0-13 196,-20 12 17,-4-13-196,-1 0 195,-14-12-189,26-4 5,-11-7 202,8-17-236,9 8 68,-5-37-79,17 20-33,8-17 5,11 17 6,11 9-34,0 11 3,6 14 0,0 4-3,3 6-11,-5-1 0,1 6-9,1 14 1,-6 5-3,2 6 2,-4-4 1,-7 5-14,-24 5 0,-9 1 5,-9 16-600,-2-18 0,-8 8 0,-2 2 0,1-7 609,3-6 1,0-4-1,-3 2 16,-3 5 1,-4 3-1,0-2 1,4-5-1307,-6 4 1,4-7 1305,5-9 1,3-5 47,-13-6 78,9-42-55,14-5-40,14-22-5,22 13 38,9 10 1,4 3-34,4-3-357,2 1 0,0 4 368,-6 15 1074,5 8 1,3 5-1165,10 16 9,-15-8 1,0 4-189,-6 6 1,-3 3-1636,16 22-1054,-1 1 2908,-2 7 0,-22-32 0,-1 0 0</inkml:trace>
  <inkml:trace contextRef="#ctx0" brushRef="#br0" timeOffset="94941">11480 11278 13861,'-1'-44'1485,"0"-1"0,0 1 1,2-7-1,1-1 0,0 9-891,4-4 185,5 0 0,2 2-281,1 13-190,8-10-213,-13 32 135,-1 20-73,-5 15 11,1 27-96,-5-1-478,-3-6 0,-1 1 414,0-15 1,0 3-43,-6 22 1,-2 11-1,1-4-123,2-3 1,1-1-1000,-1-3 0,0 2 1,2-5 830,2-8 0,5-2 325,11 11 0,2-4 0,-6-7 0,5-7 0,1 0 0</inkml:trace>
  <inkml:trace contextRef="#ctx0" brushRef="#br0" timeOffset="95500">11554 10912 20117,'-37'-42'687,"0"1"0,2 3 1,13 10-582,23 23 252,7 2-235,3 3 358,43 1-419,-17-1-6,21 0 0,4-1-28,-2 0-20,2-1 1,0-1 2,1 0 0,-21 1 0,5-1 1,-2 0-631,0 0 1,2 0 631,1 0 0,4-1 1,-3 1-3,0-1 0,-3 1 0,-3 0 0,-4 1 1,8 0 44,-4 1 28,-13 5-268,13 3 262,-24 1 68,3 7-79,-12-5 196,9 28-196,-9-16 28,3 12 1,-1 3-46,0 0-295,1 15 1,0 5 266,-4-14 1,-1 1-23,0 0 0,0 3 0,0-2-126,-1 3 1,1 1 115,-1 2 1,0 3 0,-1-5 3,-2-8 1,0-1-3,-1 9 1,1 5-1,-3-7 184,-2-13 1,-6-1-179,-10 12 0,-7 5 0,-4-7-4,-6-6 1,-5-3-876,-4 1 1,-4 2 0,0-7 880,0-9 0,-3-6-6,7-5 1,-4-2-1,0-2-280,-4-4 0,-1-2 1,1-2 227,-1-1 0,0-1 0,0-4-137,-5-2 0,0-3 0,5-4-659,-2-12 0,7-6-4062,11-2 1,6-2 4383,10 9 1,5 1 0,2-12 0,11 30 0</inkml:trace>
  <inkml:trace contextRef="#ctx0" brushRef="#br0" timeOffset="95742">11973 11124 17893,'0'-8'4782,"0"2"-4215,0 6 1115,0 0-1384,-10 91-254,3-47-35,1 12 0,-3 6-112,1-12 0,-1-2-1287,3-4 1,-1 3-1888,2-5 0,-1 3 0,1-4 2683,1-1 1,1-5-1,0 12 1,3-34 0</inkml:trace>
  <inkml:trace contextRef="#ctx0" brushRef="#br0" timeOffset="96716">13952 11258 11732,'8'-50'2240,"0"-1"1,1-1-1,-2 5-615,-2 3-438,-1-2-285,-2 13-56,-2 11-672,0 12 358,0 17-359,0 4 87,-3 22 1,-2 6-183,0 5-399,-2 7 0,-3 6 321,1-5 0,-1 1-587,1 1 0,0 1 355,3-11 1,-1 1 0,2-3-170,1 0 1,1-3-368,2-2 1,0 0 767,1 1 0,0-4 0,0 0 0,1 10 0</inkml:trace>
  <inkml:trace contextRef="#ctx0" brushRef="#br0" timeOffset="98024">14003 11144 16874,'11'-45'1691,"0"0"1,-3 7-1,1 5-682,5 0-539,-6 16-89,1-4-106,-6 13-57,-1 4-128,-9 18-1,-6 7-61,-2 4 23,-11 9-7,11-18-16,-3 5-16,7-10 55,0-2-28,7-5 23,-2 0-6,6-5-28,0-7-12,3-1 7,2-6-12,-1 6 23,1-1-29,-4 7 12,1-5 0,-1 2 5,3-4 6,-1 1-28,2-1 23,-1 0 38,2 0 12,-1 4-62,-1 2 40,-1 13-35,-2 2 24,0 10 11,-5 8-29,-1-6 6,-3 7-6,-2-9 40,-18 35-51,8-14-11,4-7 0,0-1 0,4-1-3369,2 3 3413,7-23 119,0 3-18,3-18-72,0-6-28,0-9 11,1-10-45,1 1 3409,3-12-3397,4-9-18,3-6 1,1 3 10,2 18 1,1 2-17,1 4 6,3 0 0,1 3-6,1 9 16,32-9-16,-6 10-1368,-10 5 0,1 0 1374,19 1-1248,-16 3 0,0 0 1237,14 1-23,-5 0 0,9 0 0,-4-1-420,1 0 1,0 0 441,2 0 1,5-1-1,-7 1 0,-10-1 1,-2 1 2,6-3 1,-4-1-39,3-2 30,6-2 1515,-29 4-1431,7-5-56,-8 3-6,9-3 2769,-13 6-2735,12 5 1686,-17 4-1748,15 9 117,-25 1-94,4 18-29,-6 4 29,-3 10 0,-1 4-1,-1 15-1134,-1-22 0,-1 5 1,0-5 1133,0-8 1,0 0-3,-2 24 0,0 7-486,2-20 0,0 2 0,-1 0 464,0 2 0,0 2 1,0-2 14,1-2 0,-1 0 1,-1-1 4,-3 6 1,-3 1 0,1-7-8,1-10 1,-4-1 5,-9 8 0,-5 4 0,-4-8-375,-7-12 0,-6-5 375,1-1 0,-6-1 0,0-4 5,-2-6 1,-2-4 0,0-3-4,-6-2 0,-1-3 0,0-2-344,-2-1 1,0-2 0,1-3 341,2-1 0,0-1 0,2-3 3,5 1 1,1-2 0,1-2-6,0-3 0,1-2 0,4 1-9,1 0 0,2-3-12,-6-8 1,7-1-39,9 2-393,12-1 0,2-1-470,6 0-3992,14-3 1,6 2 3570,3 10 0,12-7 0,-17 28 0</inkml:trace>
  <inkml:trace contextRef="#ctx0" brushRef="#br0" timeOffset="98441">14659 11100 25203,'-22'57'218,"1"-1"1,1-3-1,2-3-165,7-16 1,2-1-29,1-2 0,2 0-1863,-1 24 1872,4-17 670,11-4-625,-2-23 307,7 0-44,28-40-252,-16 10-43,-1-2 1,3-3 136,6-8 1,-2 1-84,4-3-858,1-4 0,-2 3 841,-16 15 56,6-7-134,-20 22 33,2 12-33,-5 3 10,3 32-21,-1-16-175,0 8 1,1 2-168,2 1-2270,2 10 0,0 1-502,2 0 3119,-2-6 0,0-3 0,-3-13 0,-1-1 0</inkml:trace>
  <inkml:trace contextRef="#ctx0" brushRef="#br0" timeOffset="99450">5353 9979 22212,'-30'37'100,"1"0"1,0 1 0,0 2 0,-3 7 0,-1 2 0,2-3 0,4-4-1000,4-4 0,3-4 0,-4 6 882,-3 2 0,-4 9 0,-4 3 0,0 1 1,2-3-1,4-4-703,0-2 0,4-5 0,0 1 0,-2 2 463,-1 3 0,-3 3 1,0 1-1,2-2 1,3-4-370,-3 6 1,4-5 0,2 1 625,3 0 0,1 1 0,5-9 0,-1 3 0,4 6 0</inkml:trace>
  <inkml:trace contextRef="#ctx0" brushRef="#br0" timeOffset="100133">7324 9916 14785,'-21'-41'1118,"0"0"0,-1 0 0,1-1 0,0 1 0,6 9-553,7 9 342,-1-5-688,13 27 549,27 25-561,-4-1-2134,18 14 0,4 3 1963,-23-18 1,3 1-15,7 4 0,7 6 1,2 1-1,-2-3-322,2 0 0,-1-2 1,3 3 295,-5-5 1,2 3 0,2 0-1,0 0 1,-4-3-7,-1-1 0,-3-2 0,2 1 1,4 2-211,-2-2 1,4 2 0,3 2-1,1 1 1,0-1 0,-2-1 0,-3-1 219,3 0 0,-3 0 0,-1-2 0,0 0 0,1 1 0,5 4 0,2 0 0,0 0 0,-2-1 0,-6-4 0,-5-2 0,0-1 0,1 1 0</inkml:trace>
  <inkml:trace contextRef="#ctx0" brushRef="#br0" timeOffset="100699">12446 9859 14437,'20'-43'2324,"0"1"1,1 0 0,-9 18-1995,-15 28 343,-8 18-158,-11 22-385,2-5 1,-5 7 0,1 1-979,1-6 0,0 0 0,-1 2 836,-4 9 1,-1 2 0,1-3-23,7-14 1,0-2-1,0 4-793,-1 4 1,0 5 0,0 0 0,2-3 826,3 1 0,1-3 0,0 2 0,-7 8 0,0 1 0,5-7 0,10-16 0,1 1 0</inkml:trace>
  <inkml:trace contextRef="#ctx0" brushRef="#br0" timeOffset="101125">13057 10099 15373,'-16'-54'1684,"1"0"1,1 3-1,0-2 1,2 8-1052,-2-12-59,1 4 0,6 4-227,12 24-235,2 0-5,10 18 61,14 16-101,-3 3-15,10 12 0,8 9 1,-4-1-1064,-10-8 0,0 3 998,4 3 0,6 6 1,0 1-1,-6-4-10,-4-1 1,0 2-87,0-1 1,5 6-1,3 3 1,-1-1-1,-5-5-31,-1-3 0,-4-4 0,4 5-760,2 1 0,6 5 0,4 4 0,-1-1 0,-2-2 0,-6-7 900,2 3 0,-5-6 0,2 1 0,6 6 0,1 0 0,-6-5 0,7 7 0</inkml:trace>
  <inkml:trace contextRef="#ctx0" brushRef="#br0" timeOffset="101941">17999 9823 11962,'0'-5'3136,"0"1"2404,0 4-4555,-18 3-817,7 11 101,-26 24-173,14 3-7,-6 11 1,-2 2-306,13-23 0,-1 0 238,-11 18 1,-6 7-1,4-7-22,8-14 0,0 0-8,-10 12 1,-4 5 0,4-7-2,13-17 1,0-1-200,-16 20 1,3-3-118,14-17-2806,1 7 426,23-31 2705,20-15 0,-13 6 0,7-8 0</inkml:trace>
  <inkml:trace contextRef="#ctx0" brushRef="#br0" timeOffset="102166">17826 9852 18039,'11'-47'1730,"0"-1"1,0 2 0,-1 12-1523,-5 27 357,16 8-206,9 16-113,24 14-1046,-19-8 0,2 2 825,6 5 0,1 1-17,-7-3 1,1 1 2,10 11 0,0 2-28,-8-5 1,2 2-154,0 0 0,3 3 0,0-1-233,-6-5 0,0-1 0,1 1-2580,5 5 0,1 0 0,-2-2 2983,5 3 0,-5-6 0,-13-10 0,-5-4 0,3 2 0</inkml:trace>
  <inkml:trace contextRef="#ctx0" brushRef="#br0" timeOffset="103009">17629 11277 14477,'4'-7'5019,"-1"2"-4331,-3 5 1099,0 0-1288,15-21-432,-14 16 129,-17-8-157,-7 18 0,-36 9-11,26-7 20,-6-1 0,-1 0 13,-2-1-1631,-3-3 0,1-2 1665,11-4-628,-22-10 668,41 5 190,-6-7-225,17 11-27,0-1 6,9 26-18,-3-5 163,6 42-162,-7-27 22,0 6 0,-1 0-39,0-3 382,-4 8 1,-1 0-378,0-9 14,-2 0 1,-2-1 143,-9 1-107,1-4 56,-1-6 11,7-15 3308,4-10-3426,3-4 361,3-20-388,3 10 10,18-32-16,-5 26-1702,8-2 0,2 0 1685,1 6-1115,6 1 1,2 3 1120,-2 7-442,3 2 0,1 3 447,-5 7-20,3 4 1,-2 3 14,-5 6-18,4 9 1,-3 3 6,-11-1-18,-3 8 1,-6 2 0,-14-6-9,-5 0 0,-3-1 1812,-9-2-2157,-10 3 1,-6-2-1025,-10-1-1054,9-7 1,1-3 2453,-3-9 0,18-8 0,13-2 0</inkml:trace>
  <inkml:trace contextRef="#ctx0" brushRef="#br0" timeOffset="104125">16798 11187 13564,'0'-8'5299,"0"3"-4666,0 5 811,0 0-705,-29 88-689,19-49 1,1 3-542,-5 10 1,-2 6 0,2-3 487,2-1 0,3-1-21,1-9 0,0 2 0,0-2-30,0 10 1,1 0-16,1-6 0,1 2 0,0-2-188,0 7 1,1-4 236,1-5 1,1-5-3,-1 2-23,-1-31-146,1-15 1,-1-25 100,3-6-27,3-29 930,0 20-810,2-1 1,2-8 0,-1 4 90,-1 11 1,1-2-69,1-7 1,1-8 0,0 0-1,0 5-567,1-6 0,1 2 589,-1 3 1,1-3 0,1 3 23,2-7 1,2 5-214,0 5 1,3 2 213,0 5 0,4 3-3,2 6 0,1 3 165,18-12-160,-1 19 1,3 3-42,8 1-149,-12 4 1,5 2 153,8 2 0,3 2-15,-13 2 0,1 2 1,1-1-22,7 0 1,2-1 0,0 2 1,-1 0 1,0 2 0,-2-1-6,11 2 0,-4 0 8,-4-1 1,-4 1-15,-13 0 0,-3 0-55,28 3 78,-41-1 1273,2 11-1195,-20-5 269,-5 21-218,0-12 727,-4 31-672,4-11-44,3 22-84,2-15 30,3-2 1,1 2-54,-1-8 1,-1 1 123,3 18 1,0 4-156,-3-6 1,-1 2-18,-1-8 0,-1 2 0,0-2-614,-1 4 1,0-1 605,0-3 0,0 3 1,-3-4 2,-2-1 0,-1-2 3,0 0 0,-2 0 0,-7 4 0,-7-3-1357,-12-7 1,-3-3 1358,8-4 1,-3-2 3,-22 4 0,-5-6-237,12-12 1,-2-4 215,-6-2 0,-6 0 0,4-2 9,-4 1 1,-3-3-33,11-5 0,-7-3 0,2-1 1,7 0-5,3-1 0,2-4-141,-14-8 0,-5-6 0,11 0-61,22 6 1,4-5-3034,-3-9 0,-1-7 0,8 5 2321,5-9 0,1-16 0,17 49 0</inkml:trace>
  <inkml:trace contextRef="#ctx0" brushRef="#br0" timeOffset="104766">19149 11256 13614,'1'-8'6038,"0"3"-4904,4-29 0,1-3-903,-3 19-128,3-22 1,-1 9-26,-4 30 230,3 16-22,0 6 33,0 20-168,-2-3 56,-8 0 1,-2 2-102,-4 5-3,-9 11 1,-2 0-65,-2-5-21,8-11 1,-2 6 0,3-6-13,0 6-1101,3-1 1,4-3 1110,11-17-1238,4 11 1245,-1-23 178,2 3-83,-5-13 134,0-4-213,-2-2 1844,-6-13-1950,2 8 1422,-6-11-1674,6 12-2320,1-14-7192,15-6 7657,-6 5 1,8 0-1,-11 18 1</inkml:trace>
  <inkml:trace contextRef="#ctx0" brushRef="#br0" timeOffset="105232">19229 11257 11878,'1'-6'7976,"-1"0"-7537,5-25 1,1-4 238,-3 11 36,3-18 0,-1 2-372,-4 28 308,-2-4-544,0 13 174,-10 12-168,2 2 185,-24 38-208,13-18-1684,-7 15 0,1 2 1657,0-1-6,7-9 0,-2 5 0,2-5-100,-7 16 68,10-14 0,-2 6 0,3-6-12,-1 14-1,4 5 0,3 0-5,10-13-1,9 0 1,5-2 5,8-12 11,13-5 1,2-3 5,1-11 31,4-8 0,0-4-20,-9-8-1067,-4-9 0,-2-4 1056,-11-5-442,-5-8 0,-3-1 442,-6 2-607,-7-4 1,-4 2 600,-3 7 604,-14 1 0,-5 4-626,1 11 8,-7 5 1,-1 4 1813,1 9-1831,-2 6 1,0 4-59,-8 10-481,15-6 1,3 1 402,1 7 1808,12 5-3002,14-7-8492,22 7 7644,-10-15 0,13-4 0,-21-13 1</inkml:trace>
  <inkml:trace contextRef="#ctx0" brushRef="#br0" timeOffset="105932">19120 11051 13429,'-5'-8'5343,"1"2"-4323,4 6 979,-66-40-1449,40 44-335,-14-13 1,3 5-42,21 40-46,6-5 1,1 1-22,-2 13 2,-2 9 0,-1 4-259,6-27 0,0 2 167,-6 17 0,-4 7 0,2-7-17,4-13 0,-1 0-10,-6 16 1,-4 7 0,4-8-14,5-17 1,1-1 9,-4 11 0,-2 4 0,3-7 92,-2 4-51,2-6 0,1-7-39,6-23-17,-1-13 5,9-21 20,5-11 1,3-4-1,-1 3 0,0 0-1114,2-8 1,1-2 1105,1-7 0,0-2 14,-1 13 1,0-1 0,1-1-488,0-2 0,1 0 1,0 0 484,-1 1 1,1 1 0,1 1-370,5-17 1,2 4 372,-4 14 1,2 2 2,-3 1 1,4-1 4,4 2 0,4-2 0,-2 6-406,13-13 407,4 1 0,2 4-14,-5 16 11,-5 7 0,1 3 1623,22-3-1626,-12 10 1,1 2-4,-7 2 1,1 2-4,5 2 1,0 2 5,-7 1 1,-1 1-586,1 2 0,-3 1 583,22 3-660,-17 0 1,-1 0 647,0 0 155,2 6 1,-2 3-111,-13 5-11,9 10 45,-32 5 118,-20 16-116,8-23 1,-1 0-43,-2 1 1,0 1 11,0 4 0,1 1-6,4-3 0,1-1-28,-1 1 0,2 2-3,1 24 1,2-1-4,4-28 1,0 1-213,3 17 0,1 7 0,0-6 207,0-16 0,0 1-131,2 17 0,-1 7 1,-3-5 132,-6-6 1,-4-2 4,0-2 1,-2 3 0,-3-6-3,-3-2 1,-7-3 27,-22 8 1,-5-6-26,22-21 1,-4-1 2,-19 3 0,-11 1 1,0-7-100,12-11 0,1-4 0,-1-1 9,0 6 1,0-1 0,0-5-901,-6-11 1,1-6 0,8-5 978,11-8 0,5-3 0,-2 8 0,3 0 0,0-22 0</inkml:trace>
  <inkml:trace contextRef="#ctx0" brushRef="#br0" timeOffset="106849">21111 9686 17376,'24'-44'575,"-1"-1"0,-9 9 0,1 6 768,17 11-1220,-20 15 296,-2 2-386,-4 3 261,-5 14-261,-4-5-10,-4 9 640,-7-3-601,-11 4-51,4-3 18,-20 12-18,25-18-11,-17 16 22,14-5 12,-12 13 5,3-3 42,1 2 1,-1 2-12,6-9 0,0 2-194,-10 13 0,0 1 174,8-9 1,2-1-7,4-2 1,1-1 45,-8 20 16,9-8-67,8-16-39,4-8-56,3-12-33,1-5-1564,3-7-732,1 0 2477,5-8 1,-4 8 0,0 0 0</inkml:trace>
  <inkml:trace contextRef="#ctx0" brushRef="#br0" timeOffset="108016">18945 7221 10718,'1'-7'6923,"0"2"-6324,-1 5 1032,0 0-1217,-77 23-885,41-1 564,-9 9 1,-12 10-1,7 0-968,14 2 0,3 2 834,1-4 0,-2 2 0,4-2-60,1 2 0,3-1-344,5-3 1,1 2 0,1-3-66,1-2 0,1 3 510,-4 15 0,-1 7 0,5-12 0,3-4 0,5-8 0,0 0 0</inkml:trace>
  <inkml:trace contextRef="#ctx0" brushRef="#br0" timeOffset="108516">21072 7158 14197,'-27'-44'1386,"1"0"1,0-1 0,0 3 0,2 2 0,12 11-938,16 15-28,10 5-115,3 10-4176,23 18 4036,-8 3-47,1 5 1,8 7 0,-2 0-565,6 6 0,1 1 462,-10-7 0,3 2 1,1 2-1,-2-1-383,4 6 1,-3-1 0,-1-1 315,-6-5 1,-1-2-1,-2 1-30,-1-2 0,-2 0 0,2 3-894,3 3 0,2 3 1,1-1-1,-5-4-3878,5 5 0,-1-1 4848,6 6 0,3 4 0,-10-12 0,-10-15 1,-9-11-1</inkml:trace>
  <inkml:trace contextRef="#ctx0" brushRef="#br0" timeOffset="109108">7684 7858 31126,'-33'54'547,"0"-1"0,6-10 0,1 1-547,1 2 0,-1 4 0,3-4 0,3-7 0,1 2-6,-4 8 1,-2 6 0,4-2-60,3 4 1,3-4 0,2-13 0,2-3-1,4-6 1,0 1 0</inkml:trace>
  <inkml:trace contextRef="#ctx0" brushRef="#br0" timeOffset="109500">11157 7875 23109,'53'14'55,"0"0"1,-10 6 0,1 4 0,-9 0-280,5 25-27,-14-16 0,4 5 0,-3-4-529,-5-6 1,0 0 776,12 14 0,4 7 0,-5-9 1,1 4-1,-2-4 0,0 0 1</inkml:trace>
  <inkml:trace contextRef="#ctx0" brushRef="#br0" timeOffset="110032">7822 4581 20975,'-37'30'238,"0"1"0,0-1 1,1 9-1,-3 6 1,4-1-1,6-4-204,6-1 1,3 0-1920,-7 10 0,-2 5 1,3-5 1871,3-6 0,-2 2-309,2-4 0,-6 8 0,-2 3 0,0-1 0,4-5-844,-1 1 1,3-4 0,-4 5 1161,-1 3 0,-5 7 0,0 1 0,2-5 0,7-11 0,4-7 0,4-6 0,-1 1 0,0 1 0</inkml:trace>
  <inkml:trace contextRef="#ctx0" brushRef="#br0" timeOffset="110725">16978 4516 20964,'34'2'417,"-1"0"1,18-4-410,-19 22 0,6 13 1,1 5-1,-2-4-95,2-5 0,-1-3 0,3 3-666,7 5 0,4 2 0,3 1 0,-1 1-327,-8-7 0,1 1 1,1 0-1,-1-1 0,-3-1 919,3 1 1,-2 0 0,-2-2 0,0 0 0,12 8 0,-2 0-1,-8-5 1,-15-12 0,-1 1 0</inkml:trace>
  <inkml:trace contextRef="#ctx0" brushRef="#br0" timeOffset="112033">20623 11022 10746,'-7'2'4857,"2"-1"-3480,5-1 3104,0 0-3910,5-37-184,16 16-213,2-24-1674,10 29 0,4 6 1601,3-3-123,14 7 1,1 5 82,2 19-47,-18-8 0,-2 4 3,4 23-53,-18-3 1,-1 7 0,-1-4-393,-5-7 0,-1 1 305,7 14 0,1 8 0,-5-6-373,-9-8 0,-4-3-70,2 2 1,-2 0-427,-2-4 0,-4 0 992,-5 2 0,-1-3 0,2-2 0,-8 13 0</inkml:trace>
  <inkml:trace contextRef="#ctx0" brushRef="#br0" timeOffset="112234">20884 11349 19630,'16'-53'584,"0"0"0,10 1 1,6 12-625,19 29-2160,-10 4 0,1 1 1982,22 2-773,-13 3 0,1 1-2144,-17 0 0,-1 0 3135,11 0 0,-3 0 0,-3 0 0,-20 0 0</inkml:trace>
  <inkml:trace contextRef="#ctx0" brushRef="#br0" timeOffset="112633">21348 10634 12383,'-51'-14'1231,"0"-1"0,0 0 0,-4 1 0,0 0 0,3 7-632,2 9 1,3 5-933,-1-3 0,-2 4 670,-1 6 1,-2 6 0,2 3-161,8 6 1,3 3 0,-1 0-784,-1-3 1,-1 0 0,3 6 652,6 7 1,1 8-1,4 0 1,4-5-34,2 1 0,5 4-8,5-2 1,0 10 0,0 3 0,3-2 0,2-9-13,3 9 1,6-1-4,0-2 1,1 8-1,4 0 1,5-9-236,6-12 0,6-6 1,0 0 233,-2 1 1,2-1 0,4-1-8,13 3 0,6-3 1,2-4 6,-2-9 1,2-3 0,2-2 0,-3-2 1,2 0-1,2-3 1,2-2-4,-4-5 1,3-2 0,1-2 0,-1-2 0,-2-1 15,5-3 0,-3-3 0,1-2 1,-1-2-1,5-4 0,0-3 0,-1-2 1,-6-4 8,1-9 0,-6-4 0,-5-1-4,-8 6 0,-3 1 1,-4-4 3,-1-9 0,-5-4 0,-3-2-206,-6-7 1,-5-2 0,0 2 199,0 9 1,-1 2-1,-3-4 10,-5-8 0,-4-5 0,-2 1 0,-1 10-9,-2 5 0,-6 2 6,-3 5 0,-6-5 0,-3 2 0,0 8 6,-15 2 0,-2 6-19,10 4 1,-2-1 0,0 5-4,-1 6 0,-1 4 1,0 2-122,-19 1 0,2 3-174,2 1 0,1 5-2372,-2 9 0,8 4-5929,6 9 8959,18 10 0,22-24 0,3-5 0</inkml:trace>
  <inkml:trace contextRef="#ctx0" brushRef="#br0" timeOffset="113158">21344 9762 14331,'-33'-47'1723,"0"-1"1,0 2 0,12 10-119,24 22-1044,12 6-173,7 9-159,10 10 1,3 4-146,9 5-47,-6-1 1,6 4-1,-4-2-435,-9-3 0,-2 0 398,19 11 0,2 4-41,-16-8 0,0 3 0,0 0-198,3 5 0,0 0 0,1 1 54,-1-1 0,0 0 0,0 2-2152,-2 0 0,2 3 0,-1-1 0,-5-4 2198,1 4 0,-2-3 0,6 7 0,-3-4 0,-9-6 1</inkml:trace>
  <inkml:trace contextRef="#ctx0" brushRef="#br0" timeOffset="113782">22862 10827 15978,'1'-6'4100,"0"1"-1137,-1 5-2700,-62 0-201,39 13-9,-22 15 0,2 9-39,31-1 0,6 3-11,-8 5 0,4 1 27,13 3 1,9-4 3,17 7-1713,-1-16 0,5-2 1684,-7-12 1,2-3-164,15 1 1,2-3 162,-4-5 1,1-4 11,15 1 0,0-3-12,-18-2 1,-3-4 25,3-7 0,-7-5-20,-17-5 28,-18-30-28,-10 24-17,-14-5 1,-4 1 11,-4 3-1083,-12-4 1,-1 0 1076,2 2 940,-5-4 0,-1-3-926,24 14 0,2-1 0,-12-9 0,2-1 318,-2-7-231,3-15-45,25 19-51,0-13 12,14 20 17,20-4-29,-6 17 18,36-9-12,-25 19 11,13 5 1,1 4-18,-7 5 541,3 5 1,-2 4-547,-9 5-1163,-3 9 1,-3 4 1145,-3 4-972,-4 11 1,-5 2 814,-6-4-1515,-6-4 1,-1 8 0,0-8-732,-1 9 213,-2-4 1,3-3 2206,8-19 0,-3-15 0,2-1 0</inkml:trace>
  <inkml:trace contextRef="#ctx0" brushRef="#br0" timeOffset="114174">23466 10544 15782,'-50'-39'841,"1"0"0,0 0 0,-2 9 0,-5 1 0,1 5 0,9 8-696,9 10 1,-1 6-624,-14-1 0,-7 4 0,5 4 722,4 8 0,2 6-1152,7-2 1,-1 2 0,2 1 974,-7 6 1,2 5 2,6 4 1,0 7 0,6-3 296,7-8 1,4 4-335,2 7 1,-1 10 0,3 1 0,7-5-15,8 9 1,7-1-211,-5-5 0,0 2 1,7-3 195,9-11 1,6-3 0,6-3-158,11 1 0,8-4 1,-2-1 145,-7-3 1,-2-1-1,6-1-7,9-1 1,6-1-1,1-2 1,-5-3 4,-11-5 1,-3-4-1,6 0-1,6 1 0,7 1 0,3-1 0,-1-1 0,-7-2-435,-2 0 0,-4-3 0,4 1 446,0-1 0,6 0 0,1 0 1,-1-2-1,-6-2 41,2-4 1,-6-2 0,2-4-18,12-4 0,1-5 1,-6-1-11,-2 0 1,-7-8 15,-15-7 0,-5-8 0,-8 4-24,-12 7 0,-7-2 7,-5-20 0,-5-9 0,-2 8 89,-2 12 0,-3 2-100,-5-10 0,-4-4 0,-3 5-10,-7 6 0,-5 4-91,-5 4 0,-5 1 0,2 3-138,-5 0 0,-1 5-1804,-2 6 0,-5 3 0,4 4 2039,5 5 0,3 3 0,4 0 0,4 0 0,-8 3 0</inkml:trace>
  <inkml:trace contextRef="#ctx0" brushRef="#br0" timeOffset="115900">3790 12876 13099,'28'-44'2160,"-1"0"0,0 0 1,-10 19-1635,-23 37-201,-16 20-253,0-2 1,-3 4-2154,-10 8 0,-2 0 2098,6-5 0,-3 2-14,-2 3 1,-3 3 0,3-4 237,7-7 1,0 1-347,1 1 0,-5 5 0,1 1 0,5-5-335,-2 4 1,3 0-1550,-9 14 0,4-2-1954,8-2 3943,16-20 0,7-23 0,2-3 0</inkml:trace>
  <inkml:trace contextRef="#ctx0" brushRef="#br0" timeOffset="116108">4068 12767 21525,'40'-23'382,"1"1"1,-1 8 0,-6 14-181,-11 51-141,0-1 1,2 3-525,-8-16 0,4 2 289,4-1 1,6 7-1,2-1 1,-4-7-1147,1-2 0,2-1-452,1-1 1,7 5 0,0-1 0,-4-5 1771,6-1 0,-4-5 0,-1 0 0,-4-3 0,5 3 0</inkml:trace>
  <inkml:trace contextRef="#ctx0" brushRef="#br0" timeOffset="116775">3368 14480 16740,'-18'-45'1480,"0"0"1,-7-2-1,0 8-1178,4 21 102,-26-7-146,8 21-113,7 10 1,-3 6-45,-7 9 0,0 4-1103,6-2 0,1 2 1027,-2 4 1,1 2 13,-2 7 0,4-1 449,-9 9-483,4 2 1,4-2-17,17-12 6,-3 20 21,24-40 113,18-1-73,-4-18 70,10-9 0,3-6 98,14-20-1479,-10 8 0,-1-1 1319,-10 10 0,-2 0 153,6-7 0,-2 1-111,-2 3 57,9-11-90,-21 27-6,-2 7-39,-5 9 17,-2 19-1,-2 13-30,-5-1 0,-1 3-2,-2 20-74,-3-13 0,-3 7 1,1-6 828,3-15 1,0 1-1041,-3 11 1,-2 6-1,1-6-660,4-6 1,1-3-2231,-1 8 0,2-1 3163,2-9 0,2-4 0,2 6 0,2-20 0</inkml:trace>
  <inkml:trace contextRef="#ctx0" brushRef="#br0" timeOffset="117242">3222 14286 14493,'-25'-37'1127,"-1"0"0,1 0 0,-7-2 0,-2 0 0,4 10-735,-9 5-94,1 13 1,-9 3 0,6 4-170,-18 8-1468,17 3 0,-6 4 1,7 1 1388,12 2 1,1 5 31,-10 12 0,-5 6 1,5-1 131,6-3 0,2 4-191,-2 7 1,-4 10 0,1 2 0,6-7-379,1 2 0,4 4 360,5-9 1,-2 8 0,0 2-1,2-1 1,4-8-9,-2 10 0,6 0-16,5-10 0,1 7 0,1 4 0,3-4 0,5-8-12,12 10 0,5-3 21,-6-3 1,1 3 0,8-9-28,24-7 1,7-13 19,-1-10 0,2-5 23,-1 3 0,6-6-1,-5-11 1,8-6-1,0-3 1,-5 0-16,-6-3 1,-3-1 0,2-2-460,2 1 1,3-1 0,-1-1-1,-6-2 467,-7 0 0,-5-1 1,-1-3 34,4-10 1,-2-4 0,-3 2 770,-2 3 0,-3-4-739,-5-7 1,1-10 0,-4-2 0,-7 6 7,-8-9 0,-9-1-379,2 15 1,-2-5 0,-1 0 0,-3 6 358,-7-9 1,-5 5 80,-11-7 0,-2 7-72,11 23 0,-4 3 16,-8 0 0,-8 0 1,-1 6-63,-17 6 0,-1 6-22,2-4 0,-2 5-61,-6 11 0,4 8-76,26 1 0,3 6-569,-8 13 1,5 7-1640,11-1 1,6 1 2350,2 7 0,5-3 0,6 5 0,4-21 0</inkml:trace>
  <inkml:trace contextRef="#ctx0" brushRef="#br0" timeOffset="117965">4672 14671 14628,'-4'0'4834,"0"0"-2813,4 0-1673,-21-86-270,25 55 23,-3-27 0,8 1-11,27 29-62,7-5 0,-3 16 17,0 15-45,-7 2 5,13 14 7,-25-1 7,4 10 1,-1 4 2,-2 13-545,-5-6 1,-2 1 511,-12 9-3057,-16 16 3068,-3-24-982,-7-2 0,-3-2 1032,-3-1 117,-7-4 0,-3-4 130,3-12 519,-17-6-492,32-21-100,11-13-156,10 1 72,29-27-118,-9 31 1119,5 0 0,1 3-1135,0 11 16,19 0 3369,-5 13-3369,-8 6 1,0 2-18,12 9-11,-13 0 1,-3 2 83,-5 4-182,-6 13 1,-7 4-138,-18 16-227,-1-11 1,-6 0 187,-8-14 0,-6-4-244,-2-2 0,-2-4-759,-1-3 1,-1-4-1272,-18 2 1912,18-14 1,4-4 0,9-1 0,-8-4 0</inkml:trace>
  <inkml:trace contextRef="#ctx0" brushRef="#br0" timeOffset="118333">4739 14197 10580,'2'-51'2102,"1"0"0,-1 6 1,-8 7 909,-30 13-2726,6 19-23,-23 18-22,20 11 15,4 8 0,-4 9 0,2-2-634,5-4 0,0 3 403,2 0 1,-3 9 0,-1 3 0,1-1-1,6-7-11,-3 11 0,3 0-10,3-3 0,-2 6 1,1 1-1,3-7-4,2 2 0,4 1-5,4 0 1,2 8 0,1 0 0,6-7-46,8 8 0,7-2-793,0 2 1,4 3 0,5-11 814,7-15 0,7-10 0,10-8 0,8-5 0,-4-3-446,-7-3 0,2-5 470,4-6 0,10-3 0,0-3 0,-9 0 9,0-3 1,-2-7 12,1-4 0,8-7 0,-1-3 1,-11 3 3,-4-2 0,-4-3 6,-6 3 0,3-4 0,-1-2 0,-7-1 24,-6-9 1,-8-1-1,-1-2-24,0-2 0,-1-1 0,-4 0-17,-3 1 0,-2 0 1,-7 1 17,-5 0 1,-7 0 0,-3 5-141,-10-6 0,-10 4 141,-5 8 0,-7 2 0,-2 5-68,3 9 1,-3 5 0,-2 4-422,3 5 1,-2 3 0,-1 3 0,2 2 458,-4 3 0,1 4 0,5 1 0,-5 0 0,7 1 0,-9 5 0</inkml:trace>
  <inkml:trace contextRef="#ctx0" brushRef="#br0" timeOffset="1.16829E6">18679 4604 24575,'-3'3'0,"1"1"0,2 4 0,0-3 0,-2-6 0,-2-5 0,-2-4 0,-4-6 0,1-7 0,-3-5 0,-1-4 0,1 2 0,0 0 0,0-3 0,4 7 0,1 3 0,3 18 0,2 12 0,1 13 0,1 4 0,0 3 0,0 8 0,1-11 0,2 4 0,5-8 0,-3-5 0,2 2 0,-3-7 0,1 0 0,0-2 0,-2-1 0,0-1 0,0-1 0,0 0 0,-1-7 0,-1-2 0,0-9 0,-1 0 0,-1 2 0,-1-1 0,1-4 0,-1 5 0,1-3 0,1 7 0,0 3 0,0 3 0,0 5 0,0 9 0,1 3 0,5 13 0,3 8 0,2-4 0,0 0 0,-4-13 0,2-4 0,-3-2 0,-1-4 0,-3-4 0,-2-4 0</inkml:trace>
  <inkml:trace contextRef="#ctx0" brushRef="#br0" timeOffset="1.17243E6">16623 5230 24575,'0'4'0,"0"14"0,0 5 0,0 12 0,0 22 0,0-9 0,0-13 0,0 2 0,0-2 0,0-2 0,0 11 0,0 10 0,0-34 0,0-4 0,0-5 0,0-5 0,0-2 0,0-12 0,0 0 0,0-10 0,0 3 0,0-2 0,0-6 0,0-2 0,2-2 0,4-8 0,4-2 0,0 6 0,0 3 0,-4 15 0,1 0 0,-1 1 0,-1 3 0,0 2 0,-2 3 0,0 0 0,-1-3 0,-1-1 0,-1-3 0,0 2 0,0-2 0,0 4 0,0 0 0,0 0 0,0 2 0,0-1 0,0 0 0,0 0 0,0 1 0,0 1 0,0 4 0,0 2 0</inkml:trace>
  <inkml:trace contextRef="#ctx0" brushRef="#br0" timeOffset="1.17484E6">16870 5250 24575,'0'27'0,"0"-9"0,0 9 0,0-14 0,0 5 0,0-2 0,0 2 0,0 0 0,0-7 0,0 3 0,0-2 0,0 0 0,0 2 0,0-1 0,0 4 0,-1-1 0,0-1 0,-1-2 0,1-4 0,-1-1 0,0-2 0,1 0 0,-1-1 0,2 1 0,-1-1 0,0 1 0,-2 0 0,0-1 0,1 1 0,0 1 0,1-2 0,-1 5 0,0-3 0,-2 3 0,0 0 0,-2 0 0,-2 0 0,-2 0 0,-2-1 0,-10 4 0,3-5 0,-9 5 0,3-6 0,-3 1-6784,-6-1 6784,-3 0 0,-4-2 0,1-3 0,-6-2 0,10 0 0,-16 0 0,21 0 6784,-3 0-6784,15 0 0,6 0 0,4-2 0,0-3 0,5 0 0,1-3 0,4 4 0,3 1 0,8 2 0,0 1 0,6 0 0,-4 0 0,4 0 0,-1 0 0,0 0 0,-2 1 0,-2 1 0,-1 0 0,6 2 0,5 0 0,1 0 0,2 0 0,-8-2 0,0 1 0,5-1 0,2 1 0,-3 0 0,0-1 0,-4 0 0,-3-2 0,3 0 0,-4 0 0,3 0 0,-2 0 0,2 0 0,-5 0 0,0 0 0,2 0 0,0 0 0,-1-1 0,6-8 0,-4 3 0,4-6 0,-4 6 0,-1-1 0,-2 2 0,-1 0 0,1-2 0,-4 3 0,2-5 0,-6 2 0,1-1 0,-1-1 0,-3 3 0,3-1 0,-3-1 0,3 2 0,-2-2 0,-1 2 0,2 0 0,-2 0 0,2 2 0,1 0 0,0 3 0,1 1 0,-2 0 0,0 0 0</inkml:trace>
  <inkml:trace contextRef="#ctx0" brushRef="#br0" timeOffset="1.17649E6">22219 5083 24575,'0'-12'0,"0"-3"0,0 2 0,0-3 0,0 3 0,0-1 0,0 1 0,0 3 0,0 1 0,0 2 0,0 4 0,0 1 0</inkml:trace>
  <inkml:trace contextRef="#ctx0" brushRef="#br0" timeOffset="1.17773E6">22521 4864 24575,'0'26'0,"0"-2"0,0-1 0,0-3 0,0 15 0,0-8 0,0 10 0,0-11 0,0-2 0,0-2 0,0-2 0,-2-2 0,1 6 0,-3-9 0,1 3 0,-1-8 0,1-2 0,0-1 0,2-3 0,-2-1 0,0-1 0,-2-1 0,2-1 0,1 0 0</inkml:trace>
  <inkml:trace contextRef="#ctx0" brushRef="#br0" timeOffset="1.17942E6">22143 4946 13317,'-3'-4'0,"1"8"4521,1 6-4521,1 9 1955,0 3-1955,4 11 1079,0-9-1079,3 8 3703,-2-15-3703,-1-2 0,-3-5 0,1-2 0,-2-2 0,1-1 0,0 0 0,1-1 0,-1 0 0,-1 1 0,0 1 0,0 0 0,0 0 0,0 0 0,0 2 0,0-2 0,0 2 0,0-2 0,0 2 0,0 0 0,0-1 0,0-1 0,0-1 0,-2-4 0,-4-17 0,2 10 0,-1-12 0</inkml:trace>
  <inkml:trace contextRef="#ctx0" brushRef="#br0" timeOffset="1.18106E6">21743 5073 24575,'0'-6'0,"2"3"0,3 3 0,4 8 0,-1 0 0,5 6 0,-3-6 0,3 1 0,-4-5 0,1 0 0,3 0 0,2 0 0,3 0 0,3 2 0,5 2 0,7 2 0,8 2 0,-10-3 0,1 0 0,-15-5 0,7 1 0,-2 0 0,-2 0 0,-2 0 0,-6-2 0,0 1 0,7 2 0,-7-2 0,6 2 0,-7-4 0,1-1 0,1 2 0,-2-3 0,-1 3 0,-3-3 0,1 1 0,0 1 0,2-1 0,0 1 0,0-2 0,3 0 0,-5 0 0,3 0 0,-4 0 0,3 0 0,4 0 0,-1 0 0,0 0 0,-5 0 0,0 0 0,0 0 0,8 0 0,-3 0 0,5 0 0,-4 0 0,3 0 0,1 0 0,1 0 0,0 0 0,-4 0 0,-3 0 0,-3 0 0,-4 0 0,0 0 0,0 0 0,3 0 0,-1-1 0,-1 1 0,-3-2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59:38.1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5127 1757 31844,'-23'3'923,"21"-1"-923,55-1 0,-4 0 0,-4 1 0,2 0-88,-9 0 1,1 0-7,20 1 0,3 1 26,0-1 1,0-1 18,-13 0 1,1 0-1,-2 0-76,-6 0 1,-1-1 0,5 0 97,8 0 0,7 1 0,2-2 0,-4 1 35,-10 0 0,-2-1 1,0 0-1,4 1 30,6-1 0,3 0 1,3 0-1,-1-1 1,-1 1 13,-3-1 1,-2 0-1,1 0 1,0 0 0,1 0-1,3-1 0,2 1 1,0-1-1,0 0 1,1-1-9,-8 1 0,1 0 1,0 0-1,1-1 0,0 1 1,0-1-27,2 1 0,2-1 0,-1 1 0,1-1 0,0 1 1,0-1-19,-6 1 0,-1-1 0,1 1 0,0-1 0,1 1 0,-1 0 0,1-1 0,1 1 0,1 0 0,0-1 0,0 1 0,0 0 0,0 0 0,1-1 0,1 1 0,0 0 0,1 0 0,0 0 0,0-1 0,1 1 0,-1 0 0,-6 0 0,-1 0 0,0 0 0,1 0 0,0 0 0,0 0 0,2 0 0,1 0 0,-3 0 0,2 1 0,1-1 0,1 0 0,1 0 0,-1 0 0,0 0 0,-2 0 0,-1 1 0,-3-1 0,7 0 0,-3 0 0,-3 1 0,1-1 0,-1 0 0,3 0 0,4 1 0,-7-1 0,2 0 0,3 1 0,1-1 0,1 0 0,-1 1 0,1-1 0,-3 0 0,-1 1 0,-2-1 0,6 1 0,-3-1 0,-2 1 0,0 0 0,0 0 0,2-1 0,2 1 0,-5 0 0,3-1 0,0 1 0,1 0 0,1 0 0,0-1 0,0 1 0,0 0 0,0-1 0,0 1 0,0 0 0,1-1 0,0 1 0,0-1 0,0 1 0,-2-1 0,-1 1 0,-1 0 0,6-1 0,-3 1 0,-2-1 0,0 1 0,2 0 0,1-1 0,4 1 0,-12-1 0,3 1 0,2-1 0,2 0 0,0 0 0,1 0 0,0 0 0,-1 1 0,-2-1 0,-1 0 0,-2 0 0,5 1 0,-3-1 0,-2 0 0,0 1 0,-1-1 0,2 1 0,1-1 0,4 0 0,-6 1 0,3-1 0,1 0 0,1 0 0,1 0 0,1 1 0,0-1 0,0 0 0,0 0 0,-1 0 0,-1 1 0,-1-1 0,0 0 0,0 1 0,0-1 0,0 1 0,-1-1 0,1 1 0,-1 0 0,-1-1 0,0 1 0,-1 0 0,6-1 0,-1 1 0,0 0 0,-1-1 0,-1 1 0,1 0 0,-2-1 0,1 1 0,0 0 0,-2 0 0,0-1 0,0 1 0,1 0 0,-2 0 0,0 0 0,-2 0 0,0 0 0,-3 0 0,11 0 0,-4 0 0,-1 1 0,-1-1 0,2 0 0,2 1 0,-1-1 0,3 0 0,1 1 0,1-1 0,-1 1 0,-1-1 0,-1 1 0,2 0 0,-2-1 0,-1 1 0,0 0 0,3 0 0,3 0 0,-11-1 0,3 1 0,3 0 0,0 0 0,1-1 0,-1 1 0,0 0 0,-2 0 0,-1-1 0,4 1 0,-1 0 0,-1 0 0,-2 0 0,1 0 0,-1 0 0,1 0 0,-2 0 0,0 0 0,0 0 0,0 0 0,0 0 0,-1 0 0,0 0 0,7 0 0,0 0 0,-1 0 0,0 0 0,0 0 0,-1 0 0,-3 0 0,-1 0 0,1 0 0,-2 0 0,0 0 0,0 0 0,7 0 0,-1 0 0,-1 0 0,-1 0 0,0 0 0,-5 0 0,-1-1 0,-1 1 0,0-1 0,-1 1 0,7-1 0,-1 1 0,-1-1 0,-1 0 0,-6 0 0,-1 0 0,-1 0 0,-1 0 0,9 0 0,-1 0 0,-2 0 0,-5 0 0,-1 0 0,-2 1 0,15-1 0,-3 0 0,-15 1 0,-1 0 0,9 0 0,-3 0 0,8 0 0,-21 0 0,-1 0 0,-4 0 0,-12 0 0,-13 0 0,-2 2-767,-5 2 480,-1 2-1082,-1 2 718,-1 2-61,1 2 236,2 4-130,0 3-64,2 3 335,2 5-108,3 6-44,3 10-250,6 11 366,-5-22 0,0 2 74,4 16 0,0 0-329,-4-13 0,0-1 454,3 7 1,-1 2 51,1 4 0,-1-1 41,-2-6 0,-1 1 30,4 18 1,-2 2 83,-5-12 0,-2-2 39,-2-1 0,-1-1 32,-3-1 0,-2-1-146,-1-2 0,-2-2 255,-1-2 1,-2-2 39,1-3 1,-2-1 297,-14 25 96,1-9-75,-2-6 89,1-5-32,-3-6 105,-3-5 42,-5-6 9,-7-4-287,-8-4-452,-10-5-125,26-5 0,-1-1-1,-5-1 0,0 0-47,-5-1 0,-1 1-87,-1-1 1,-1 0-143,0 0 1,-1 0-295,1 0 1,-1 0 115,0 0 0,0 0 175,-1 1 0,-1 0-9,-2 0 1,-1 1-1,-3 0 0,-1 1 134,17-1 0,-1-1 0,2 1-25,-11 0 1,-1-1 44,-4 0 0,-5 0 0,2-1 188,14 1 0,1-1 0,-3 0-507,-2-1 0,-5 1 1,0-1-1,1 0 532,5 0 1,1 0 0,0 0 0,-1 0 2,-2-1 1,-1 0 0,0 0 0,-1 1 1,-1-1 1,-2 0 0,1 0 0,-1 0-2,-1 0 0,0 0 1,-1 1-1,0-1-4,-1 0 1,-1 1-1,-1-1 1,1 0 1,-2 1 1,0-1 0,0 1 0,-1-1 4,12 1 0,0 0 0,-1 0 0,0 0 0,-3 0-6,0 0 1,-3 1 0,-1-1 0,0 1 0,2-1-1,3 1-483,-8-1 0,5 0 0,0 1 0,-5 0 479,6-1 0,-3 1 0,-2 0 0,0 0 0,1 0 0,5 0-390,-9 0 1,4 0 0,1 0 0,-4 1 408,13-1 0,-2 0 0,-1 0 0,-1 0 0,-1 1 0,-1-1 4,1 0 1,-3 1 0,0-1 0,-2 0 0,2 0 0,2 1 0,2-1-142,-3 0 1,3 1-1,1-1 1,0 0-1,-4 1 138,4-1 0,-2 0 1,-3 0-1,1 0 1,0 0-1,2 1 1,3-1-42,-3 0 0,3 0 1,2 0-1,0 0 1,-4 0 42,1 0 0,-3 0 0,0 0 1,-1 0-1,0 0 0,0 0 26,1 0 0,2 0 0,-1 0 0,-1 0 0,-1 0 0,-3 0 26,3 0 0,-4 0 0,-2 0 0,-1-1 0,1 1 0,0 0 0,4 0 1,3 0 17,-8 0 0,5 0 0,2 0 1,-1 0-1,-3-1-25,8 1 0,-4 0 1,-1 0-1,0 0 0,1 0 1,3 0-1,3 0 69,-13 0 1,4-1-1,3 1 1,-3 0-35,10 0 1,0 0-1,-2 0 1,0 0-1,-2 0-12,1 0 0,-2 0 0,-1 0 1,0 0-1,-1 0 0,1 0-10,1 0 0,0 1 1,0-1-1,0 0 1,-1 1-1,-1-1-14,0 1 0,-1 0 1,-2-1-1,0 1 1,1 0-1,2-1 1,3 1-88,-3 0 0,3 0 1,1 0-1,0 0 1,-4 0 44,5 0 0,-2 0 0,-2 0 0,-1 0 0,1 0 0,2 0 0,4 0-72,-15 1 0,5-1 0,0 1 0,-3-1 2,13 0 1,-1 1 0,-2-1 0,0 1 0,0-1 0,1 1 4,-10 0 1,1 0-1,0 0 1,-1 0-1,1 0 21,1 0 1,1 0 0,0 0-1,-2 0 1,0 1 38,2-1 1,-1 0-1,0 1 1,-1 0 0,1 0-1,1-1-40,-4 1 1,1 0-1,1 0 1,1 0-1,0 0 3,1 0 0,2 1 0,-1-1 0,1 0 0,1 0 2,1 1 1,1-1 0,0 1 0,1-1-1,2 1 136,-4 0 0,2 0 0,0 0 0,-3 0-57,4 0 0,-2 0 1,-2 0-1,0 0 1,-1 1-24,4-1 1,-1 1-1,-1-1 1,0 1 0,1-1-1,2 1 8,-4 0 0,1-1 1,2 1-1,0 0 1,0-1-3,2 1 0,0-1 1,1 1-1,1-1 1,0 0 8,-7 1 1,1 0-1,0 0 1,0 0-106,0-1 1,0 1-1,0-1 1,3 0 2,-8 1 1,3 0 0,-5 0-52,9-1 0,-5 0 0,-1 0 0,3 0 1,8-1 20,-9 1 1,2 0-49,7-1 0,-6 0 0,1 0 0,5 0-167,-13 0 0,3-1 135,12 0 1,-1-1 0,0 0-10,-1 0 0,1 0 1,1 0 89,-8-3 1,3 1 563,6 0 0,3-1-232,-18-6 1391,27-2-1508,0-4 2724,13-7-3051,11-5-213,5 3 1350,4-3-1099,1 2-5,0-18-40,-2 6 221,-1 2 1,-1-2-1,-6-11-22,-3-10 255,-6 1 359,-3 7-634,4 9 0,-1-3-29,3 2 0,0-1-881,-2-14 0,2 0 892,6 16 1,2-1 73,0-16 1,4-1 1,1 10 0,2-2 47,2 4 1,0-5-1,1 2 73,0 1 1,-1 0 0,1 3-525,2-13 1,0 3 677,-2 8 0,-1 3 158,-4-17-1913,-4 28 1,-1 0 296,-5-20 1356,-20 2 1,22 40-1,-7 0 1</inkml:trace>
  <inkml:trace contextRef="#ctx0" brushRef="#br0" timeOffset="1244">6798 2412 16338,'-4'-5'1289,"1"2"-144,3 3-36,-63-41-662,38 30-192,-14-12 0,-3 2 101,7 19-47,-3 2 13,-8 5 213,1 4 391,-6 1-936,-5-1 700,10-2 356,-9-3-420,26-2-257,-4-1-101,22 0 88,6 2 387,2 4 2,0 9-760,1 10 35,0 12-95,2 8-5,0 5 10,-2 1-135,0-3-419,-2-5 803,-1-7 241,2-9 209,1-9 412,1-9 218,1-5-437,0-9-521,0-8-294,0-1 8,2-20-32,3 8 139,4-8 101,4 12 403,3 6-556,8 8-70,7 3 0,14 9 0,-6 0 0,-4 3 0,2 2 0,18 6 0,-17-4 0,0 2 0,13 11 0,-18-4-93,-24 18-1167,-29-6 1489,-8 7-112,-6-18 1,-10 1 0,4-4-1287,-17 7 1589,0-1 1,1-2-304,9-11-538,11-6 0,8-2 0,14-4 0</inkml:trace>
  <inkml:trace contextRef="#ctx0" brushRef="#br0" timeOffset="1676">7396 2649 18280,'20'-59'1522,"1"-1"0,-6 14 0,1-1 0,-2 3-482,2-5 0,-2 2-634,2-8 0,1 0 306,-5 9 0,-1 4-149,-2 9 1,-2 2 25,0-10-639,-4 21 51,-4 14-231,-1 22 426,-4 19-201,2-5 0,-2 4-459,0 11 1,0 3 468,-3 12 0,-1 2-372,2-14 0,0 1 0,0 2 308,-2 2 1,0 2 0,0 1-290,2-6 1,1 1-1,0 0 1,0-4 60,0-2 1,0-2 0,2 1-1622,3 10 0,2 1 0,3-7 1289,3-14 1,3-4 0,5 24-1,-3-29 1</inkml:trace>
  <inkml:trace contextRef="#ctx0" brushRef="#br0" timeOffset="2110">8532 2358 25341,'-4'-49'746,"1"-1"0,-2 5 1,-4 6-1272,-15 3-30,-11 11 711,-8 12 596,-7 13 202,-4 17-3188,19 4 1,2 3 2964,-14 13-114,17-4 0,3 3 1620,-1 14-1686,13-19 0,3 0 958,-2 26-1613,25-6-869,0-21-608,26-6 734,6-30 837,-6-1 41,18-24 501,-20 0-99,-11 5 0,-1 0 196,6-9 2887,-1-6-3516,-19 23 0,-2 2 0,-4 8 0,-3 6 0,0 10 0,0 8 0,-2 16-651,-2 16 187,1-6 1,0 0-334,1-10 1,0 1-86,-2 21 1,0 2-1467,1-14 0,-1 0 2294,0 5 1,-1-3 0,0 14-1,1-27 1</inkml:trace>
  <inkml:trace contextRef="#ctx0" brushRef="#br0" timeOffset="2584">9490 2273 13774,'7'-44'2292,"1"0"0,0 0 1,1-15-1,-1 5-1466,-1-7 1556,-5 9-1855,-4 24 303,0 4-1038,-1 15 162,0 22 494,1 6-327,-4 36-30,0-22 1,0 2-93,-4 16 1,-2 4 111,2-14 0,0 2 0,-2 2-603,0 0 0,-1 4 1,-1 0-1,2-2 201,-2 11 0,1 0 1,1-2-11,-1 1 0,0-1 0,4-1 105,5-3 1,2-2 0,1-7 0,2 6 0,5 12 0</inkml:trace>
  <inkml:trace contextRef="#ctx0" brushRef="#br0" timeOffset="3017">10644 2035 22259,'-1'-8'1242,"-1"2"87,2 6 560,-62-43-2051,40 37 376,-24-7 1,1 9 607,22 27-214,-8 15 0,0 6-332,11-10 0,1 3-189,1-1 0,-1 3 0,2 0 225,-3 15 1,4 1-708,2 2 0,3-1 495,3-12 0,3-1-246,3 8 0,5-1-73,4-14 0,3 0-666,4 5 1,5-1 232,8-4 0,4-5 400,-5-11 1,1-3-27,24 6 405,-14-27 713,-13-24 59,-3-25-293,-8 4-1280,-10 15 1,-3 3 1145,-4 3 345,-10-10-1236,-6 18 57,-25 5-119,8 13 457,-2 9 0,-1 5 356,-13 15-110,18-6 0,1 3-68,-4 21-1613,20 4-8372,20-5 8819,4-14 1,3-13 0,-6-13 0</inkml:trace>
  <inkml:trace contextRef="#ctx0" brushRef="#br0" timeOffset="3517">11820 2325 16882,'9'-55'1242,"0"0"0,0 0 0,-1 3 1,0 1-1,-1 3-364,1-11 0,-1 3-681,-2 8 0,-3 3 103,-3 9 1,-2 3 468,-3-14-739,-3 21-88,3 18-248,1 24 928,1 26-521,1-7 1,0 5-888,-1 14 0,0 2 915,0-7 0,-1 4-37,-1-8 1,0 6-1,-2 1 1,1-3 37,-1 4 0,-1-2 1,1 4-394,-1 2 1,-1 5-1,0 0 1,2-2 178,1-9 1,1-1-1,1-1 1,1 0-726,-1 13 1,2-1-1,3-1-1981,3-7 1,3-2 0,0-3 2693,5 10 0,1-8 0,8 8 0,-7-31 0</inkml:trace>
  <inkml:trace contextRef="#ctx0" brushRef="#br0" timeOffset="4110">12985 2266 26346,'-19'-54'-429,"1"1"1,-2 10-1,10 6 1,32 6 1447,2 16 33,15 2-310,12 6-443,-6 13 0,1 3 149,12 2-344,-18 1 0,-2 3 749,3 9-248,-1 5-757,4 10-421,-13 6-234,-16 4-223,-24 3 568,-7-11-1141,-18-10 1,-4-3 2075,2-5-257,-4-3 0,-1-4-15,0-11 85,-7-8 281,8-8 169,11-9-661,14 1-548,13-10 2873,12 12-2858,9-4 406,8 10 611,7 6-108,7 6-437,10 10 49,-22-2 1,2 3 33,11 8 0,0 2-38,-13-6 1,-1 1-190,9 9 0,-5 3-279,-13 12-718,-12 10 215,-33-2 808,3-26 1,-4-2 49,-7-1 1,-3-3-489,-3-1 0,-2-3-306,-2-2 0,-1-2 911,-6-3 0,4-2 0,-7-1 0,5-3 0</inkml:trace>
  <inkml:trace contextRef="#ctx0" brushRef="#br0" timeOffset="4467">14980 2029 23890,'-6'-1'4629,"2"0"-5108,-16-34 1,-3-12-453,3-3 755,-7-5 0,1 1-35,9 12-1532,6 20 1374,6 18-201,2 22 297,3 24 496,-1-8 1,2 4 72,1 9 0,1 6-82,0 2 1,0 4 0,0-2 38,1 6 0,1 1-117,-3-15 1,1 5 0,-1 1 0,0-4-19,-1 0 1,0-3 0,0 2-1223,0 11 1,0 2-1,1-1 759,0 0 1,0 0 0,0-7 0,0-5 0,0-4 0,0-9 0,0-1 0</inkml:trace>
  <inkml:trace contextRef="#ctx0" brushRef="#br0" timeOffset="5067">15553 2036 26292,'0'-9'-539,"0"2"183,0 7 3369,0 0-1828,52 42-1278,-36-21 90,14 6 0,-8 0-3,-30-7 528,-31 1 980,-2-10-507,-10-2-737,18-12-258,2-7 0,3-12 0,-2-13 0,12-15 0,10-9-337,17 18 0,4 1-377,9-12 253,12 0 533,-8 37 1403,6 10-3119,27 18 3087,-10 0-1192,1 14 1,-2 5-252,-5 5 0,-7 1 0,-4 4 0,-19-11 0,-6 1-179,-4 10 1,-7 2-529,-9 3 0,-10-1 1042,-3-9 1,-5 0 0,0-3-504,-2 3 1,-2-3 273,-14 8 0,0-8 742,-4-13-809,-4-7-39,12-26 0,9-25 0,16-6 0,6-3 0,21 8-102,6 15 204,8 1-639,15 13 738,3 16-158,14 15-305,-11 4 463,-15-5 1,2 4-369,3 4 0,1 1-637,2 3 1,3 0-2139,10 8 1,-1-1 745,-13-13 0,0-2 2012,8 2 1,-3-4 0,-8-4 0,1-3 0</inkml:trace>
  <inkml:trace contextRef="#ctx0" brushRef="#br0" timeOffset="5343">17241 1738 24141,'-3'-6'1848,"0"0"-1599,3 6 2078,0 0-1143,19 78-2715,-11-23 1,0 6 1434,0-5 1,0 4 0,-1 2 46,-4-13 1,0 1 0,-1 1-1,-1-2-69,0 13 0,-2 0 0,0-3 85,-1-10 0,1-2 1,1 4-1806,2 1 1,1 5 0,0-2 0,2-5 1375,2 11 1,2-4-1,-3-12 1,-1 2-1,2-9 1,5 8-1</inkml:trace>
  <inkml:trace contextRef="#ctx0" brushRef="#br0" timeOffset="5618">18296 1928 26747,'-4'55'-281,"-1"-1"0,0 4 1,2 1-9,3 4 0,2 0-1033,-3-12 1,-1 3 185,-1 2 0,-1 6 0,1-7-1668,0-10 1,1 0 2795,-1 5 1,0 4 0,1-10-1,2-2 1,0-2 0</inkml:trace>
  <inkml:trace contextRef="#ctx0" brushRef="#br0" timeOffset="6076">19537 1761 21724,'2'-45'724,"-1"-1"1,-1 1 0,3 18-624,0 30 242,6 18-321,2 26 8,-3 5 1,-1 4-647,-1-14 0,-2 2 622,-4 4 0,-2 5 0,-2-2-995,-7 11 1,-3-2 965,5-20 0,0 1 1,-2 2-407,-1 4 0,-2 4 1,1 0-1,2-4-1472,2-1 1,3-3-1,0 2 1910,-3 12 0,0 3 1,2-8-1,5-11 1,2-6-1,3 4 1</inkml:trace>
  <inkml:trace contextRef="#ctx0" brushRef="#br0" timeOffset="6727">20963 1894 19524,'0'-7'2010,"0"2"-796,0 5-798,-54-39-71,17 37-55,-6-13 1,-3 2 82,14 20 1,3 4 498,-23 4-310,14-6 0,1-1 531,-9 1-574,11-1 1,0-2 313,2 0-52,1 1-1,18-1-94,2 2-408,4 2-79,4 2-594,2 4-175,2 3-110,1 5-1,-1 4-446,0 5-9,-1 5 221,-4 3 393,-4 2 539,-5 1 297,-4-7 242,2-5-83,2-9 196,3-9-84,6-7 632,2-4-711,2-8-831,-1-3-110,0-10-71,0-5 175,2-4-44,4-1 57,3 2-20,7 2 173,6 3 707,8 5 115,7 5 66,6 6-76,4 6-98,2 8-175,-1 7-147,-4 8-248,-4 7-234,-7 4-254,-8 1-217,-11 0-63,-10 0 47,-16-1-224,-17-1-714,-23-2-2212,20-17 1,-2-1 3825,1-2 0,2-2 1,-12 3-1,19-7 0</inkml:trace>
  <inkml:trace contextRef="#ctx0" brushRef="#br0" timeOffset="10092">6538 4146 28221,'-58'-3'255,"1"0"1,1 4 0,12 7 227,26 22-540,2 12-159,15 0-189,13-2-17,31 0 89,-4-19 4,9-3 137,-21-19 285,-7-9 366,-3-7 72,-3-12-3523,-10-19 3223,-7 13 114,-13-17-362,-8 14-317,2 7-267,-10-1-233,13 21-12,-4 3 366,3 9 3557,4 10-3950,6 15 919,7 14 0,3-15 0,4-1 0</inkml:trace>
  <inkml:trace contextRef="#ctx0" brushRef="#br0" timeOffset="10501">8392 3948 24727,'-15'-23'-87,"2"24"-408,8 35 0,6 16-2005,-2-8 1,0 0 1563,0 5 1,1-3-1,0 2 1,1-20-1</inkml:trace>
  <inkml:trace contextRef="#ctx0" brushRef="#br0" timeOffset="11109">9892 3879 23215,'5'-1'554,"-1"0"196,-4 1-503,-1-2-191,-1 0 73,-5-8 72,-6-10-145,3 2 112,-4-21-122,12 12-30,8-13-16,12 8-16,15 2 16,0 9-17,15 5-6,-6 11 53,20 16-33,-8 19-3366,-12 1 3393,-17 9-222,-31 17 210,-5-28 1,-4 2-27,-7 14 0,-6 2 22,-4-6 1,-3-2-30,0-1 0,0-4-182,4-5 0,2-4 186,-9 6 38,13-13 110,17-12 2922,27-22-3120,13-2-40,17-11-378,-4 12 1,4 1-1229,-8 6 1,1 0 325,9-3 1,1 1 1386,-2 3 0,-7 2 0,-7 1 0,0 1 0</inkml:trace>
  <inkml:trace contextRef="#ctx0" brushRef="#br0" timeOffset="11751">13146 3846 10884,'-1'-5'3702,"0"2"-119,1 3-1679,17-81-1445,-5 47-158,-2-12 1,3 2-235,11 18 206,5 12-279,14 1-22,5 10-5,3 13 804,-4 9-805,-5 9-56,-13 7 39,-13-5 6,-11 9 45,-21 2 28,-3 0 28,-14 2 74,4-18 128,2-7 134,4-8-163,8-5 488,5-11-269,7-2-134,2-5-230,4 3 16,7-1-77,5 5-12,11-1 0,6 7-11,8 6 0,-6 2-11,12 11-11,-6 14 16,-8 3 23,-13 12-23,-36-7-27,-19-2 2,9-20 0,-3-3-244,-3-1 0,-1-3-14,-2-2 1,-2-1-421,0-3 1,1-2-2070,1-1 0,2-1 2778,-21-5 0,23 1 0,18-2 0</inkml:trace>
  <inkml:trace contextRef="#ctx0" brushRef="#br0" timeOffset="12292">15589 3745 20996,'26'-52'1182,"-1"1"0,-5 10 0,-3 8-913,-5 8-269,-10 22-68,-4 9 80,-2 4 55,-16 36-62,0-3-2,6-10 0,0 1-3,-2 19-6,7-5 1,14-9 44,7-11 34,12-14-23,7-11 45,7-16 51,4-10 5,-1-10 57,-2-4 10,-5 1-44,-5 5-51,-7 9-84,-6 7-50,-7 9-17,-4 6 6,1 10 22,2 9-62,2 14-167,1 9-332,-2 13-218,-4-24 1,0 2-4138,0 2 1,0 0 4117,4 17 1,-3-18 0,-3-24 0</inkml:trace>
  <inkml:trace contextRef="#ctx0" brushRef="#br0" timeOffset="12985">18347 3652 18257,'1'6'2560,"1"0"-1339,-2-6 532,0 0-1573,-16-24-80,6 16-49,-18-19 22,-12 23-40,6 1 29,-29 4-6,17 4-23,-7 1-27,13 1-23,15 0 6,12-1 33,8 0 1,3 2-1,2 2 1,3 3-7,3 11 1,-1-6 28,2 11-11,-5-8 16,0 6 6,-3-1 39,-3 2-61,1-11 16,-3 3 68,4-13 179,0-1 241,2-4 201,0-3-543,0-3-123,0-1 50,0-5-11,0 1-73,1-1 34,14-7-62,3 6-22,8-3 17,10 6-12,0 5-11,13 4-11,12 11 17,-20-1-17,12 17 0,-28-3-17,-2 11 12,-14 5-12,-26 10-95,-13-9-17,5-20 0,-3-3-463,-17 3 174,14-12 1,-1-1-1874,-21 0-745,-1-2 3064,2-5 0,33-2 0,2 0 0</inkml:trace>
  <inkml:trace contextRef="#ctx0" brushRef="#br0" timeOffset="13525">20522 3892 18459,'6'-8'3366,"-2"1"-2641,16-20 1,2-6 545,-9 4-1103,10-7 0,-5 4-112,-23 16-61,-12 16 16,-3 5 0,-6 6 3,-5 14 0,-1 3-8,-3 5 5,-5 13 0,2 5-608,23-22 1,2-1 593,-3 7 1,2 1-1,6-4 0,5-1-36,15 24 33,1-10 40,26 3 95,12-33 5,-1-6-67,-1-10 175,-13-21-164,-25 9 34,-5-22-101,-14 21 12,-34-18-12,13 20 610,-1 1 1,-3 2-650,-24 0-185,4 2-375,0 7-1703,25 10-2067,12 1 4358,5 5 0,8-10 0,1 1 0</inkml:trace>
  <inkml:trace contextRef="#ctx0" brushRef="#br0" timeOffset="14151">19572 1903 16021,'-2'-45'1658,"0"0"0,1-1 0,-1-16 1,0 3-1170,2 20 0,-1 3 228,1-26-137,2 17-214,-2 16-276,2 15-53,0 15-67,0 18 46,0 5 67,0 14 1,0 6-37,-1-3 0,-1 2-498,0 2 1,-1 3-1,0 1 491,-1-1 0,0 1 1,-1 1-497,0 4 1,-1 0 0,0 1 491,-1 2 0,1-1 0,-1 1-37,1-1 0,0 0 1,0 0 26,1-2 0,0-1 0,0 0-11,0-3 1,1-1 0,0-2-18,0 7 0,0-2-202,0 12 0,0-3-434,1-26 0,0-2-2022,-2 10 1,1-3 2662,-3-4 1,2-19-1,0-12 1</inkml:trace>
  <inkml:trace contextRef="#ctx0" brushRef="#br0" timeOffset="15018">17194 1786 24392,'-20'-38'267,"0"-1"0,0 1 0,-8-14 0,6 7-876,8 11 553,5 9 79,4 10-3,3 6 17,2 10 171,1 4-954,5 19 1090,5 31-121,-5-23 0,1 2-185,-1 2 1,1 2 166,-1 2 1,1 0-349,-2-7 1,1 0 262,1 5 0,0-1-107,6 25 147,-3-18 172,-4-19 299,-2-12-241,-3-14 1889,0-15-1802,0-15-1594,-1-1 1,0-1 1823,2-19-423,0 7 0,0-1 42,1 12 1,0 0 47,1 1 0,-1-1 68,3-4 0,-1 3-1470,0 5 1434,1-4-122,-4 29 380,-1 19-861,1 19 17,0 27 52,-2-19 1,1 3-112,0 9 1,-1 2-127,-1-14 1,-1 2 0,0 1-634,1 3 0,-1 1 1,-1 2 970,0 7 1,-1 1 0,0-5 0,1-5 0,0-3 0,0-2 0,0-1 0</inkml:trace>
  <inkml:trace contextRef="#ctx0" brushRef="#br0" timeOffset="16008">6306 5357 22225,'4'-46'836,"0"0"1,0 1 0,2-13 0,-2 10-224,-9 15-436,2 23-466,-4 9 457,2 23-69,-3 20-83,2-11 0,-1 2-40,-2 6 1,-1 3-29,-7 14 1,-2 1-422,6-18 0,-1 1 383,-10 16 1,-2-3 1,7-22 0,-1-3-19,-4 3 1,0-2-141,-21 4 11,5-22-74,11-17 85,-10-30-38,16-1 204,-8-17 189,13 14-16,5 12-85,6 12 978,4 10-1038,2 8 262,4 18-218,5 9-1,3 5-33,10 9 43,14-4 0,-7-18 0,3-2-6,21 12 14,-14-21 1,0-4-8,4-2 7,-7-6 0,4-2-172,-1-5 1,1-1 76,-2-1 0,1-1-222,2-3 1,-4 0-1825,7-5 2111,-18 7 0,-13 6 0,-9 5 0</inkml:trace>
  <inkml:trace contextRef="#ctx0" brushRef="#br0" timeOffset="16467">6049 6578 19927,'1'-10'1498,"6"-27"0,-1-5-725,-7 3-504,2-7 0,-5 0 78,-20 7-151,-14 11-95,-6 10-45,-4 11-34,-3 16-33,-1 12 5,4 17-95,26-15 0,1 2 101,-11 30 23,12 1-23,11-4-6,17-5 1,4-15-23,32 9 16,-2-14-5,-9-8 1,1 0 10,-3-3 1,0-1-1,-1-1 0,-2 0-5,13 7 22,-11 10 12,-33-6-6,-18 12-12,-27-5-305,18-16 0,-2-2 297,-2 0 0,-1-2-14,-1-1 1,1-2-89,1-2 1,1-2-344,-26-4-1178,16-17-4172,20-18 5008,17-8 1,7 12-1,4 11 1</inkml:trace>
  <inkml:trace contextRef="#ctx0" brushRef="#br0" timeOffset="17719">6386 6217 19613,'3'-7'4268,"-1"2"-3445,-2 5-414,0 0-359,13-37-27,-10 52-12,8-11-17,-10 28 1,-6 14-15,1 2 1,0 2-757,-2 8 0,-1 1 613,2-17 1,0 1 0,-1 0-185,2 1 0,-1-1 0,1 0-469,-1 16 1,1-2-439,4-10 0,1-4-5227,4 16 4302,2-32-364,-1-34 2941,-4-8 2587,-1-43-1696,-1 25-1,0-22 2571,-4-4-1905,-2 11-1173,1 16 1,-2 1 288,-7-7-342,-3 12 1095,2 9-1627,5 8-179,8 5 0,14 3 221,13 1-227,18 0-11,17-4-9,-23 0 1,1-2-219,2-1 1,2-3 245,-1 0 1,-1-2-17,-3 0 0,-3-1 31,21-11 2,-19 1 36,-17 8 175,-15-2-118,-14 10-17,-11-1-12,-11 8 485,-5 8-529,-1 6 51,2 7-40,-5 21-61,16-15 5,0 11 0,16-13-11,3 0 0,2 6 6,7-4-6,7-7 44,7-8 2,9-7 21,4-12 39,1-8-5,2-9 0,-5-4 11,-4-1 17,-8 2-6,-6 2 0,-6 7-11,-3 6-33,0 5-57,-1 5-16,0 3 5,0 6 6,0 7-12,1 8-38,0 6-1,3 4-16,4 1 27,5-1 51,7-5-22,8-6 16,3-11-16,3-10 22,-1-11 17,-1-10 72,-1-15-83,-11 9 16,-5-13-22,-13 12 17,-1-7-17,0 3-11,2 5 0,5 4 5,4 4-22,8 5-11,16 4 11,2 6-6,0 7 1,-1 12 27,-13 9-22,4 13-6,-10 8-3436,-5 15 3425,-6-19 17,1 15-22,3-27 22,8 4 28,10-14-11,12-9 50,13-17-50,-6-2-9,0-13 0,-2-3 3023,-3 0-3020,-2-1 1,-3-4 32,-12-18-49,-5 9 24,-12 9 1,-4-2 36,-3-13 0,-2-16-28,-3 12 50,0 13 1,-1-1 111,0-14-117,-2-1 61,2 20-44,1 24-68,-1 1-16,1 5-6,1 1 0,0 11 395,2 11-406,-2 19 5,2 16 6,1-22 0,1 1-1034,2 15 0,1 1 1011,-1-15 1,1 1-96,3 19 1,1 2-518,-2-15 0,0 0-48,3 11 0,1 2-609,-1-3 1,1-2-1798,-1-6 0,0-4 3089,5 18 0,-7-29 0,-5-20 0</inkml:trace>
  <inkml:trace contextRef="#ctx0" brushRef="#br0" timeOffset="17891">7693 6694 23931,'-18'-48'325,"0"0"0,12-1 0,12 9-364,27 15-486,2 8 1,5 1-400,7 3 0,0 1 16,-8 2 1,2-1 907,4 2 0,3-1 0,-7 2 0,-1 1 0,19-2 0</inkml:trace>
  <inkml:trace contextRef="#ctx0" brushRef="#br0" timeOffset="19434">20235 5067 23495,'0'20'431,"4"-2"-325,-1-6 157,8 1 79,2-7 201,11-1-234,-1-10-18,4-7-168,-12-4 146,0-21-157,-10 7-28,0-16-22,-10 10-29,-6 6 1,-5 8-45,-3 12-51,-3 7 6,-12 22-3370,3 9 3415,-1 9-6,4 16-106,13-18 109,5-5 0,1 4-12,4 0 1,2 2-1144,2 0 1,2 1 1084,4 4 0,5-1-23,4-10 1,4-3-111,15 10 79,-6-19 1,4-4-149,29-4 177,-20-6 0,0-4 75,-7 0 1,0-5 49,19-19 1,-2-5 17,-10 0 1082,-5 1 0,-3-4-875,-11-19-129,-9 20 413,5-27-200,-13 35 3068,0 1-3421,-4 14 111,0 7-94,0 26 22,0 2-11,-2 29-6,0-16 12,-3 19-6,0-22-6,-1 12 40,1-21 95,2-12 78,2-9-78,4-13-107,0-2 40,13-27-29,2 4 1,11-17-12,-2 7-22,0 4-5,-1 9-23,-2 9-17,0 10-22,2 9-57,3 9-32,5 10-85,7 12-218,6 8 139,-6-7-445,-5-7 1,3 0-242,-8-9 1,2-1 131,14 6 1,2-1 133,-6-9 0,0-2 337,-1-3 0,-1-3 355,-3-4 1,-3-4 461,22-12 392,-16-11-246,-17 0 482,-6-14 442,-8-12-660,-2-1-497,-5 23 1,-2 0 181,-8-9 176,-7 13-512,-16 12 1,0 10-85,-3 10 1,-3 4-17,-16 10-193,13-2 1,2 4 130,-12 20-11,18-6 17,13 16-11,21-19-23,11 10 39,18-21 18,13-9-12,-3-11 25,-7-8 0,0-6 45,-5-9 1,-2-3-57,2 3 0,-2-2-191,0-16 1,-7-3 226,-9 6 0,-3-2 20,2-11 0,-1-3 22,-2 0 1,-2 0 33,-1 4 0,-1 3 22,-2 8 1,0 2 120,-1-13-140,-1 21-135,0 17-44,0 10 22,0 16 16,0 17-27,0 28-6,2-19 1,0 4-899,0 0 0,0 3 1,1-2 891,0 4 1,-1 0-79,1 0 0,-1 2 0,0-3-559,-1-1 0,0-2-382,-1 11 0,0 0 1042,0-2 0,0-4 0,0 3 0,0-10 0</inkml:trace>
  <inkml:trace contextRef="#ctx0" brushRef="#br0" timeOffset="20184">21170 4698 20601,'3'-63'1135,"1"0"0,-1 6 1,-1 7-644,-1 10 8,-1 13-489,0 14 19,0 10-53,0 15 50,-1 13-33,0 18-22,0 12-39,-3 6 11,-4 0 39,-6-5 34,-7-10 17,-5-12 27,-16-15-33,11-12 226,-14-15-124,18-13 4,-1-9-61,11 3 240,5-11-128,9 20-90,0-5-123,3 16-39,0 7 56,3 10 33,4 9-5,8 9 0,8 3 5,9 1 1,8-6 10,5-5 35,4-9 10,2-8-11,0-11 45,-1-7 67,-5-8 6,-11-3-28,-12 2-45,-10 1-17,-7 4-67,-3 3-45,-2 5-100,0 5-1591,0 3-3070,1 12 4778,1-2 0,0 4 0,0-6 0</inkml:trace>
  <inkml:trace contextRef="#ctx0" brushRef="#br0" timeOffset="20634">20478 1825 5114,'-61'2'3,"0"0"1,12 0 0,1 0 0</inkml:trace>
  <inkml:trace contextRef="#ctx0" brushRef="#br0" timeOffset="48310">5322 9167 15855,'-7'-50'2034,"0"0"1,-1 0-1,1-12 1,-1 12-1520,-3 21-313,7 23-197,1 3 57,1 15 28,2 14-29,0 18-5,0 16-389,0-25 1,0 0 351,-1 3 1,0 0 2,-1-1 1,0-1-9,-1-4 0,-1-1 64,-5 19-11,3-23 130,1-12-57,3-24-78,2-11-23,-1-19 17,4-16 86,0 21 1,1-1-132,2-4 0,2-1-8,1 0 0,3 0 0,2 3 0,2 2 2,10-15-2,-4 25 0,3 5 25,10 6-28,17 0 0,-9 26 11,-1 14-28,-4 17 14,-20-15 1,-3 3-115,-1 2 0,-3 2 114,-3 3 0,-2 0-14,-1-1 1,-3 0 10,0-3 1,-1-1 5,-1 21 11,0-18 17,0-16 430,0-12-419,7-23-22,5-10-12,2-3 1,1-1-6,6-12 11,-4 10 1,0 0-1,7-7 28,8-3 217,-2 9-256,-2 13 23,0 10-23,2 7-11,3 10-17,2 7-3392,5 15 3414,-14-6 6,3 9 39,-15-14-16,4 1 10,-6-12-27,3-13-6,-5-7 3403,3-9-3409,5-8 12,5-5 5,7-9 23,1 4 55,0 4-55,-13 16-12,-1 5 6,-11 12-5,3 13-12,-4-1-3392,7 24 3381,-7-15 11,6 21-95,0-11-425,7 10-1435,8-2 1944,9-1 0,-15-17 0,-1-5 0</inkml:trace>
  <inkml:trace contextRef="#ctx0" brushRef="#br0" timeOffset="48494">6625 8766 22621,'-16'4'-2458,"5"0"0,19 4 1,-3-3-1</inkml:trace>
  <inkml:trace contextRef="#ctx0" brushRef="#br0" timeOffset="48935">7248 8987 16047,'0'-5'5367,"0"2"-3577,0 3-1342,-67-39-263,37 32-34,-18-11 1,-3 8-1,18 22 0,4 7-208,-3 0 1,1 2 78,-4 8 1,3 1-15,10-3 1,5 2-1,4 3 1,4 0-9,4 8-6,15-2 377,20-25-388,31-13 17,-27-5 0,1-3 322,1 0 1,-1-4-329,18-18 34,-22-6 0,-3-3-476,1-7 464,-11 6 1,0-8 0,-5 3-397,-6 4 0,-3 1 394,2-10 0,-1 1 25,-1 2 0,-1 2-245,-1 8 1,0 2 300,1-23 235,0-1-150,-2 43 303,2 0-461,-1 16 1302,5 13-1279,6 28-12,2 15-76,-6-14 1,0 2 25,-1 3 1,-1-2-15,-2-7 0,0 1-174,1 9 1,1-1-392,0-11 0,2-1-3129,9 15 0,4-2 3725,-5-14 0,1-4 0,16 19 0,-18-34 0</inkml:trace>
  <inkml:trace contextRef="#ctx0" brushRef="#br0" timeOffset="49127">7877 8841 20705,'-4'-5'2566,"1"2"-2006,3 3-488,33-63-88,4 44-2371,5-14 1,3 5 1815,11 29 41,-23 2 1,-1 3-5700,9 15 6229,-10 0 0,-6-3 0,-13-8 0</inkml:trace>
  <inkml:trace contextRef="#ctx0" brushRef="#br0" timeOffset="49276">7986 9094 17921,'-3'1'5725,"0"0"-5322,3-1-722,81-52-5464,-28 28 5783,-16 4 0,3-3 0,-5 6 0,5 4 0,-17 8 0</inkml:trace>
  <inkml:trace contextRef="#ctx0" brushRef="#br0" timeOffset="50583">10594 8237 21329,'-33'-30'417,"1"0"0,-1 0 1,-12-12-1,3 14-215,2 28-46,-4 11-60,-1 11 193,6 9-244,13 3 57,13 4-91,18-1 23,15 1-23,15-2-5,12 1 1,-21-19 0,1 1-24,14 9 1,0 0 13,-13-7 0,-1 0-1387,5 2 1,-5-1 1417,-8 1 0,-24-5-6,-21 0 12,-22 4-20,14-12 0,-3-1-193,-2-1 1,-2-1 181,1-2 0,1-2-3,4 0 0,2-4-129,-17-14-661,23-17-2246,21-20 3036,17 17 0,3 1 0,0-7 0,10 5 0</inkml:trace>
  <inkml:trace contextRef="#ctx0" brushRef="#br0" timeOffset="50817">11154 7857 25292,'-10'56'30,"0"0"0,2 3 0,4-3-841,12-19 1,3 1 714,-1 14 1,-2 0-306,-3-8 1,1 0-1933,2 19 1,1-1-2584,-3-16 1,0-3 3427,1-4 1,-1-5-1,-1-8 1,-4-19 0</inkml:trace>
  <inkml:trace contextRef="#ctx0" brushRef="#br0" timeOffset="51810">11016 8397 22015,'43'-22'-6,"0"0"1,2 1 0,3 3-15,4 10 0,1 4-1069,0-4 1,-1 0 1082,-3 0 1,-1-1 10,-7 0 1,0-1 30,-3-2 1,-2-1 8,6-5 772,-5-8-576,-30 10 571,-8-3-240,-12 4 77,-18 6-486,7 6 1253,-17 10-1187,7 17-195,6-4 16,-2 19 23,21-2-50,3-7 27,12 8 0,11-19-38,12 0 10,6-9 6,2-8-6,-2-11 40,-4-8 0,-4-10 10,-7-4 13,-8-2-3354,-8-1 3308,-8 14 40,-7 2 22,-4 14 16,-4 6-10,-3 12-79,8-1 11,2 13 3386,10-4-3402,6 6 16,6 1-17,11-1-3436,17 4 3408,-10-12 12,19 4-118,-17-15 157,5-1 22,-7-11-28,-11-7-17,-7-4-10,-8-16-12,-2 11 16,1-21 3346,4 10-3345,7-10 170,9 2-142,20 0-28,-10 15-6,20 0-5,-16 17-12,8 5 6,-5 10 0,-6 9 6,-10 13-12,-7 9 6,-6 6 14,-2-12 0,2 0 3,9 15-358,5 3 347,-1-30-6,5-7 28,7-6 22,14-7-16,3-15-4,-19-5 1,-2-7-20,-5-2 1,-3-2-258,0-2 1,-3-2 264,-3-9 1,-3-3 30,-2-11 1,-1-1-37,0 12 0,-2-4 38,-3-10 0,-1-7 0,-3 9-24,-1 22 0,-2 1 3,0-26 0,-4 4 143,-8 12 44,2 11-72,-4 4 260,7 16-383,2 15-18,1 16-10,-3 19-9,4-7 0,0 3-81,-1 8 0,2 4 85,3-2 1,1 3 0,0-3-1331,2 4 1,1 0 1316,4-1 1,1 2 0,4-4-71,5 0 1,4-3-240,6 11 0,4 0-247,-7-16 0,2 1 0,0-3-779,6 5 0,0-2-350,-4-3 0,-1-5 1708,7 3 0,-24-23 0,0-3 0</inkml:trace>
  <inkml:trace contextRef="#ctx0" brushRef="#br0" timeOffset="51983">12557 8158 24413,'54'-16'-72,"0"0"0,0 0 1,-2 1-1,-1 0 1,-5 5-321,-9 5 0,-1 3-3815,13-2 1,-1 1 4206,-13 1 0,-3 1 0,26-2 0,-26 1 0</inkml:trace>
  <inkml:trace contextRef="#ctx0" brushRef="#br0" timeOffset="52483">13947 7870 20610,'2'-60'1583,"0"-1"0,-3 7 0,-3 10-1229,-4 20-315,-3 17 62,3 49-79,6 13-832,0-10 1,1 4 803,1 1 1,1 2-49,1 5 1,0-1-6,0-10 1,1 0-316,1 0 0,1 2 1,1-3-702,2 0 0,1-1-2308,4 18 0,1-3 2862,-4-24 1,0-5-1,3 6 1,-8-21-1</inkml:trace>
  <inkml:trace contextRef="#ctx0" brushRef="#br0" timeOffset="52683">13794 8251 22526,'-38'-40'463,"0"-1"0,5 5 0,16 5-419,39 13-49,21 4-135,18 5-489,-22 5 1,1 2 68,4 1 0,2 0-1198,2 2 0,0 0-1236,-1 1 0,0 0 2994,-1 1 0,-3-1 0,5 2 0,-11-2 0</inkml:trace>
  <inkml:trace contextRef="#ctx0" brushRef="#br0" timeOffset="53792">14483 8009 24015,'-48'20'583,"20"-2"-466,56 0-21,15-6-35,8-6-5,7-8 0,-1-9-5,-3-9-18,-15-1 40,-3-11 39,-17-14-56,-5-3-17,-13-11-11,-7 25 85,-20-1 27,0 23 61,-15-1-27,1 17-45,1 9-96,9 4 23,0 18-50,11 4-15,8-5 1,1 2-9,-1 26 11,9-24 1,3-1-23,14 22-45,15-3-11,1-15-98,0-15 0,3-4-599,21-2 599,-14-7 0,1-3 36,-8-10 1,-1-5 16,27-13 118,-12-18 16,-11-11 35,-10-8 10,-9 9 79,-10 14 0,0 2 123,-3-4 146,1-9-320,-7 28-33,1 7 6,-2 15 5,2 8 16,-1 12 435,2 0-446,5 23-50,3-11-16,7 17-3387,8-7 3369,-6-18 63,5-2 44,-12-22-6,0-9-28,0-11-16,2-14 44,2-9-38,4-3-29,0-1 0,-2 12 3415,8-1-3415,-9 17-22,6-1 5,-6 13-5,1 9 5,5 7 29,5 10-35,-3-2-150,16 19-101,-5-12 30,-7-8 1,2-2-340,0-4 0,3-4 294,6-1 1,2-4 61,5-1 1,2-3 117,3-4 0,0-4 75,-1-3 1,-1-4 41,-4-3 1,-2-5 33,-6-3 1,-3-3 24,-6-1 1,-3-3 47,-4-1 0,-4-1 39,-3 0 0,-3 0-27,2-27 293,-8 9-27,-12 12-79,-9 14-134,-11 12-68,-10 15 486,-6 12-598,15 4 1,2 2-7,-10 12-2,13-5 0,4 2-25,5 12-6,6 12 0,19-3 2,7-23 1,4-2-14,14 6 14,-5-13 0,1-6 25,9-8-12,7-14 29,-9-18 22,-5-22-31,-18 16 1,-1-4-311,-1-7 1,-1-4 331,1-6 1,-2-2-605,1-3 1,-2 0 615,-1 3 0,-1 2 31,-2 8 0,-2 3 106,-3-19-39,-8 24-39,-3 19-40,-2 13 727,-2 20-760,-4 33-16,4-3 117,4 1 1,1 3-150,5-4 1,2 1-699,-1 16 0,3 4 529,1-18 1,3 0 0,0 1-347,2 2 1,1 1 0,2 0-1443,2 1 0,2-1 0,1-1 1604,-1-5 0,0-2 0,0-3 0,1 2 0,-2-6 0,4 4 0</inkml:trace>
  <inkml:trace contextRef="#ctx0" brushRef="#br0" timeOffset="54308">9553 9580 11622,'-54'3'277,"-1"-1"1,0 0 0,0 1-1,1-1 1,-1 0 0,-11 1-1,1-1 1,3 0 0,2-2-732,8 0 0,0-1 0,4-1 1,5 0 691,-5-2 0,6-1 226,6-3 1,10-4 1421,17-9-1321,42-1 1,20 1-239,0 4 1,6 3-538,-8 1 1,3 2-1,2 1 338,-8 4 1,1 2 0,1 1 0,-5 0-69,-1 1 0,-3 0 0,5 1-4,10-1 0,7 0 0,3 0 0,2-1-301,-14 1 0,2 0 0,2 0 0,-1 0 0,1-1 0,-3 1 256,3 0 0,-3 0 0,1 0 0,2-1 1,7 0-46,-14 0 0,5 0 0,3 0 0,2-1 1,2 1-1,1-1 0,-1 0 0,-1 0 1,-3 0-1,-3 0 54,8 0 0,-3 0 0,-2-1 0,-1 1 0,1 0 0,1-1 0,1 1-147,-6 0 1,1 0 0,1-1 0,0 1 0,1 0 0,0-1 0,0 1 0,0 0 0,0-1 135,2 1 1,0-1 0,0 0 0,1 1 0,-1-1 0,0 0 0,0 0 0,-1 1 0,-2-1-38,1 1 0,-3-1 1,0 1-1,0 0 0,-1 0 1,1 0-1,2-1 0,1 1 38,2-1 1,1 0-1,2 0 1,0 0 0,1 0-1,0 0 1,-1 0 0,1 0-1,-2 0-1,-2 1 0,0-1 1,0 0-1,-1 1 1,0-1-1,0 1 1,1-1-1,0 1 0,1-1-2,-2 0 0,1 1 1,1-1-1,0 1 0,1-1 1,-1 0-1,-1 1 0,-2-1 1,-1 1-1,-3 0-6,5-1 1,-4 1 0,-1 0-1,-1 0 1,0 0 0,1 1-1,2-2 0,2 1 1,2 0-1,2-1 1,1 1-1,-2 0 1,-1 0-1,-3 0 1,-4 0 5,3 0 1,-4 1-1,-3 0 1,0 0-1,2 0-114,7 0 1,1-1 0,0 1 0,1-1 0,-1 1-1861,-1-1 1,1 1 0,-1-1 0,-2 1 0,-6 0 1288,3 0 0,-6 0 1,0 1-1,25-3 1,-18 2-1,-43 2 1</inkml:trace>
  <inkml:trace contextRef="#ctx0" brushRef="#br0" timeOffset="54943">13224 9709 16269,'2'-2'3971,"0"0"-1310,-2 2-2465,63-5 101,-42 15-169,14-8 1,-6 3-11,-28 13 128,-23 6-190,3-11 56,-26 11 56,-2-14 40,-1-1 72,-2-9-28,23-10-152,12-3 40,9-14-21,16-3-7,10-9-12,23-6-38,0 14-40,1 7 12,9 18-23,-16 15 6,16 11-12,-29 3 1,-3 2-6,4 13 14,-13-5 0,-8 3-11,-14-7 0,-6 0-588,-8 13 1,-7 2 578,3-11 1,-5-1 0,-1 1-703,-6 3 0,-1 1 0,-2-1 700,-4 3 1,0-1-1,-1 0 19,2-2 0,-1-1 1,3-3-1,-7 6 0,1-4-270,0-7 0,5-9 315,10-11 135,-2-33-119,49-13-55,2 9 0,4-1 22,21-11 25,0 16 1,3 4 140,-11 11 1,1 2-212,15-3 0,2 5-72,-9 11 0,-1 7-690,1 7 1,-4 3-1152,-6 0 1,-4 3 1918,0 8 0,-5-1 0,-6-4 0,-3 1 0</inkml:trace>
  <inkml:trace contextRef="#ctx0" brushRef="#br0" timeOffset="56034">15978 9038 11547,'-61'4'2642,"0"-1"0,3-1 0,3 0-1934,12 0 1,2-1-228,8-1 1,2 0 135,-10 1-460,20-1 123,22 0-28,23 0-56,34-5-140,-13 0 0,6-2-863,-7 1 0,3-2 0,1 0 825,9-2 1,2-1 0,1-1-9,-10 3 0,2-1 0,0-1 0,-2 2-7,6-2 1,-1 0 0,3-1-2,-9 3 0,3 0 0,2-1 1,0 0-1,-3 2-11,5-1 1,-1 1 0,-1 0-1,0 1-1,1-2 0,0 1 1,0 0-1,-1 1-37,0 1 1,1 0 0,-2 1 0,-7 1-613,7 1 1,-4 1-2426,3 3 1,-4 3 2485,7 6 1,-32-4 0,-19-2 0</inkml:trace>
  <inkml:trace contextRef="#ctx0" brushRef="#br0" timeOffset="61075">17959 8364 22927,'54'-25'-145,"0"0"1,1-1-1,-4 3 1,1 2-1,-2 6-250,7 11 0,-2 6-501,-6 2 0,-4 3-1017,-11 1 1,-5 5-3059,0 22 3613,-38-5 0,-11 2 1434,-12 12 1187,-7-8 0,-6-1 344,13-11 1,0-1-163,-7 5 0,0 1-457,5-3 1,2-1-367,6-3 0,3-1 423,-7 10-417,16-11 0,21-10-432,17-14-173,23-13-35,-14 3 1,1-3-381,5-4 0,1-2 322,0-2 0,0-1 17,-3-2 0,-2-2 301,-7 0 0,-3-1-209,-8 2 1,-5-2 105,-9-24 102,-25 8 218,-20 9-57,-10 10 387,2 6-72,12 6-224,16 4 544,12 3-892,13 5 65,10 8-115,15 14-28,11 19-59,-14-10 0,-1 4-328,1 5 1,-1 4 243,0 4 0,-4 4-603,-6-5 1,-3 3 0,-1-2-708,1 3 0,-4 0 1380,-2 16 0,-4-8 0,-2-21 0,-3-2 0</inkml:trace>
  <inkml:trace contextRef="#ctx0" brushRef="#br0" timeOffset="61736">19860 7608 18769,'-1'-3'4083,"-1"0"-2821,2 3-904,-60-18-100,27 29-188,-8-10 0,-1 5-6,17 22 1,6 6-576,-11 14 527,13-9 1,4 1 11,7 17-14,9-21 0,4 0-11,6-3 0,5-2 3,6-1 0,7-4-1494,14 2 0,2-4 1494,-14-8 0,0-2 24,15 0 1,-2-5 185,0-12 64,4-20-190,-24 1 195,-10-39-150,-13 29-1,-5 0 0,-3-1 85,-11-9-1060,-2 14 0,-1 1 908,-10-6 2159,-15 1-2243,29 25-50,-3 0-342,16 14-1395,13 9 1804,14 15 0,-9-13 0,6 2 0</inkml:trace>
  <inkml:trace contextRef="#ctx0" brushRef="#br0" timeOffset="62659">19800 7667 8517,'-5'-6'7001,"1"1"-4469,4 5 1630,0 0-3843,-28-34-201,22 24 95,-12-26-118,31 34-3414,8 6 3341,-5 2 57,4 22-40,-10 1-34,3 20-156,-8 0-1384,3 7 968,5 5 0,-6-26 0,3-6 0</inkml:trace>
  <inkml:trace contextRef="#ctx0" brushRef="#br0" timeOffset="63024">20984 7788 21331,'-6'-58'1146,"1"1"1,0 11-1,-1 6-820,-10 8 43,5 22-335,5 18 74,3 16-108,3 21-6,2-14 0,1 1-67,1 7 1,1 2-445,3 4 0,1 0 136,1 4 0,-1-2 25,-1-9 1,-1 1-3888,0 16 0,-1-2 4243,-2 6 0,-2-24 0,0-4 0,-2-9 0</inkml:trace>
  <inkml:trace contextRef="#ctx0" brushRef="#br0" timeOffset="63218">20633 8036 23276,'-12'-43'550,"0"0"1,5-2 0,12 8-506,48 20-84,0-2-849,-4 15 0,6 4 378,-7 3 1,2 2-1692,-4-2 1,1 1 0,0 0 2200,-3 1 0,0 0 0,-4 0 0,4 0 0,-5 0 0,7 1 0</inkml:trace>
  <inkml:trace contextRef="#ctx0" brushRef="#br0" timeOffset="63602">22166 7469 21349,'-4'-6'3193,"0"1"-2866,-26-17 1,-10-1 70,1 12-275,-9-12 1,-1 7 21,1 35-481,2 17 386,24-12 1,1 4-34,2 5 0,3 2-29,2 2 1,2 1 8,5 4 1,2 0 2,3-9 0,5 1-17,10 16 0,9-1-493,0-16 1,6-1 498,13 14 0,5-3 19,2-11 0,2-6 0,0-4 1,1-3 13,-5-5 1,-2-4 14,-10-7 0,-4-3 7,5-8 80,-23-26-29,-27 3 265,-16-16-315,7 26 0,-4 2-23,-4 1 1,-1 1 322,-4 1 0,-2 3-331,0 1 0,0 3-31,1 3 0,1 2-73,-25 5-346,16 14-1189,20 14-6054,18 14 7679,13 1 0,0-15 0,2-11 0</inkml:trace>
  <inkml:trace contextRef="#ctx0" brushRef="#br0" timeOffset="63958">20528 8681 9240,'-59'4'624,"0"0"1,0 0-1,0 0 1,0-1-1,-1 1 1,-4 1 0,1-1-1,0 0 1,2 0-1,2 1-214,-3 0 0,2 0 1,4 0-1,4-1-330,5 1 0,5-1 1,2 0 106,-18 2 1,20 2 1963,38-2-1658,40-1-308,4-3 0,8-3-944,-3 0 1,4-2 0,3 0 807,-5 0 0,2-1 0,2 0 0,1 0-30,-4-1 0,1 0 0,1 0 0,0 0 0,2 0-5,4-1 1,2 0-1,0 0 1,1-1 0,1 2-15,-9 0 1,1 0 0,0 0 0,1 0 0,0 0 0,0 1-7,0-1 1,0 0-1,0 1 1,1-1-1,2 1 1,1 0-27,-4 0 1,1 0-1,3 1 1,0 0-1,0-1 1,-1 1-1,-2 0 1,-3 0-306,3 0 1,-3 0-1,-1 0 1,-1 0-1,0 1 1,2-1-335,8 0 1,2 0 0,1 1-1,-1-1 1,-5 1 0,-8 0 670,7 0 0,-8 1 0,-7 0 0,-5 0 0,-9 1 0,-11 0 0</inkml:trace>
  <inkml:trace contextRef="#ctx0" brushRef="#br0" timeOffset="64942">20991 9285 23455,'51'-3'600,"-12"7"-382,-46 18-145,-5-3 28,-24 8-17,-6-7 5,-15 0 79,-4-7-11,18-14-84,11-4 22,20-15-22,14-15-51,3 5 34,22-25-45,-10 34 1,24-14 10,-23 28-16,21 2-46,5 26 12,5 8-11,0 10-28,-25-5 0,-8 3-3,-10-6 0,-7 2-17,-4 16 0,-9 2-717,-14-2 1,-9-2 763,6-12 1,-4-2 0,-3 0 41,-11 5 0,-5 0 0,3-4-687,-3 1 0,1-2 713,13-11 0,-1-1 0,4-5 191,-23-7 41,11-31-120,17-10-50,34-27-59,16 30 0,6 1 291,-2 5 0,4 1-294,11-3 0,5 2 0,8 3 0,1 2-26,-9 3 1,2 0-24,-2 5 1,4 0 0,0 3-162,-3 2 1,0 3 0,1 0-283,2-1 0,1 1 0,0 1-2813,6 0 0,2 1 0,-5 1 2189,-3 0 1,-5 0 0,13 2 0,-41-2 0</inkml:trace>
  <inkml:trace contextRef="#ctx0" brushRef="#br0" timeOffset="65202">22823 8441 22140,'39'-27'-40,"1"0"1,-1-1 0,8 2 0,1 2 0,-5 9-266,-10 12 0,-1 5-455,15 1 1,1 1-2633,-12 2 1,-3 1 3391,20 10 0,-23-4 0,-18-5 0</inkml:trace>
  <inkml:trace contextRef="#ctx0" brushRef="#br0" timeOffset="65568">22913 8718 13967,'-4'2'7634,"0"-1"-6020,4-1-1642,83-36-17,-44 22-302,-1 0 0,8-3 1,-3 1 74,2 3 0,-3 1 36,0-2 1,0-2 17,1-2 0,-5-3-118,-3-21 469,-22 7-86,-21 4 1,-9-1 255,-16-11-399,5 10 1,-1 1 356,5 8 0,1 1 321,-14-19 38,15 7-301,11 11 1101,9 1-1264,3 14 40,9-1-162,6 17 722,12 12-734,-3 7-19,-2 6 0,0 5-640,-8-5 1,-1 2 588,6 16 1,-3 3-183,-8-5 1,-4-1-51,-2-10 0,-4 2-2762,-9 15 1,-5-1 3041,-6 4 0,8-23 0,1-4 0,0-9 0</inkml:trace>
  <inkml:trace contextRef="#ctx0" brushRef="#br0" timeOffset="66168">24009 8246 17675,'-3'0'4385,"1"0"-3404,2 0-427,1-78-709,20 38 256,-5-11 0,4 2-28,26 18 8,-5 13 0,3 3 3,14 0-62,-16 5 1,1 4 170,17 5-182,-6 13-16,-15 3-29,4 30-5,-23-3-85,-9-10 0,-4 3 124,-10-4 0,-6 0 5,-4 1 1,-4-2-6,-5 0 0,-4-3 6,-1-3 0,-1-2 33,-17 8 61,13-18 1,0-3 140,-9-4 67,-14-9 7,22-10 164,14-5-367,14 1-67,16 5 5,12 7 291,15 8-302,9 8-17,11 11-247,-25-5 1,0 2 215,3 2 1,-1 3-12,0 1 1,-3 1 8,-4-1 0,-5 2-12,5 20-10,-36-4-130,-32-5-101,5-21 1,-4-3-1237,-8 0 1,-3-3 1499,-11-2 0,3-1 0,24-3 0,3-1 0,-30 0 0</inkml:trace>
  <inkml:trace contextRef="#ctx0" brushRef="#br0" timeOffset="68609">13564 942 29014,'-7'-47'-5,"0"0"1,0 0-1,-1-11 1,-2 8 2586,-8 1-3647,9 33-20,-5-3 428,12 27 964,0 15-336,4 24-817,-2-1 0,0 2 287,1-12 0,-1 1 362,0 23 0,0 1-211,-1-18 1,0-1-708,0 10 1,0 0-2189,1-7 1,0-3 3108,3 21 1,0-30 0,0-19-1</inkml:trace>
  <inkml:trace contextRef="#ctx0" brushRef="#br0" timeOffset="69469">13847 766 20312,'9'-44'1157,"0"-1"1,-1 7 0,-3 9-834,-4 18-274,-1 24 88,0 18-98,-1 5 7,-1 7 1,-1 4-391,-1-8 0,-1 1 298,-2 20 0,-1 1-137,-1-8 0,1-3-216,0-3 1,1-1-427,1-8 1,1-3-2022,-2 16-1759,-3-19-1966,-8-17 4710,-14-15 1860,-11-11 0,3-3 303,-14-11 2164,22 10 0,0-1-987,-1-1 1,-1 1-123,-6-4 1,1 1-289,9 3 0,2 2 534,-13-8-187,6-2 12,17 6-992,4 2-213,9 5 5,11 17 404,8 13-454,9 14-56,6 10-28,7 4-33,6-1-23,-17-25 0,1-2 14,3-3 1,2-2 13,1-4 0,2-3-224,2-3 1,1-4 203,2-5 1,0-3-26,2-2 1,1-3-9,2-4 0,-1-1 8,-1 0 1,-1-2 7,-4 2 1,-2 0 70,18-12 23,-20 6-23,-16 7 0,-10 5 0,-5 5-79,-1 3-39,-5 3 470,-7 6-453,-14 7 22,-16 12-25,10-7 1,-1 1-231,-8 3 1,-2 0 237,-5 2 1,-2 1-650,-2-1 1,-1 0 657,1-1 0,0-1-3,4-4 0,2-2-144,5-5 0,1-2 183,-23-6-116,15-18 83,12-12-17,12-3 0,10 0 0,2-2 5,-1-20-5,5 15 0,1 0 23,2-17 10,4 17 320,0 17-375,2 15 1327,0 11-1277,12 23-6,4 6 6,14 19-22,6-1 8,-17-27 0,3-1 0,1 0 0,2-3-3,2-1 0,0-3 28,28 9 40,0-11 10,-4-15-3033,-2-13 2978,1-14-1,-1-9-71,-25 15 1,0 0 42,-2-1 1,1 0-17,19-19-62,-12 13-5399,-1 3 5472,-19 17 0,1 0 0,-11 8 0</inkml:trace>
  <inkml:trace contextRef="#ctx0" brushRef="#br0" timeOffset="81477">5997 1608 20728,'-9'-7'-2804,"2"1"2898,7 6 6084,0 0-4575,-14-37-2885,10 27 777,-10-29 358,15 36 103,-1-1 923,0-1 32,0-1-1573,0-1-34,0-1 1711,0 0-186,0 1-15,0 1-1249,0 2 384,-1 1-478,1 2 607,0-2 19,0-1 16,2-3 559,2-5 10,3-7 339,2-6-203,4-8 308,1-5-411,4-3 32,1 2 55,4 5-802,4 6 0,5 5 0,4 4 0,-3 5 0,26-5 0,-10 5 0,-14 4 0,2 0 0,-5 3 0,-1 0 0,1 1 0,0 0 0,1 0 0,0 1 0,3 0 0,-1 0 0,2 0 0,1 1 0,1 0 0,1 0 0,1 2 0,0 0 0,1 1 0,0-1 0,1 1 0,0 1 0,-1-1 0,1 1 0,1-1 0,0-1 0,1 0 0,1-1-217,1-1 0,1 0-630,2-1 0,1-1 647,4 0 1,0 0-541,3-1 0,1 1 561,2 0 1,0 0 8,1 0 0,-1 1-15,-1 0 0,0 1 54,-1 1 0,-3 0-17,-13 1 1,1 0-40,-2 1 0,3 0 0,-2 0 146,4 0 0,2 0 9,-3 1 1,4-1 0,-2 0-2,-5 1 1,0-1-1,-1 1-78,2 0 0,0-1 0,1 1-309,0 0 1,1 0 0,-1 1 235,0 0 0,0 0 1,-1 1 2,0-1 1,-1 1-1,0 0-155,20 2 0,0 0-105,-1 0 0,0 0 113,-1-1 0,-1 0 4,1-1 1,-1 0 130,-3 0 1,1 0 110,-2-2 0,0 1 133,-2-1 0,0 0-109,0 0 0,0 0 72,1-1 1,0 0-84,1 0 1,0 0 4,0-1 1,1 1 3,-1-1 1,0 1 0,0-1 0,-1 0-1,-1 0 0,-1 0-13,-1-1 1,0 1-4,-2-1 0,-1 0 1,-2 1 0,0-1 5,-3 1 0,1-1-15,-2 1 0,-1 0 2,-1-1 1,0 1 174,0 0 0,-1 0-181,0 0 0,-1 0 4,-1 1 1,0-1-4,-1 2 1,-2-1-4,-1 1 1,-1-1 1335,28 4-1250,-7 0 5,-5 3 16,-5 0-4,-4-2-12,1-2 16,5-2-16,6-3-5,5 0-6,0-1 11,-4 0 1193,-6 2-1181,-8 0 938,-6 1-950,-13 0 541,4-2-524,-9 0-17,11-4 11,-10 4-11,3-3-5,-9 3-7,0 0-10,-3 2 10,-4 1-5,-2 0 23,1 0-12,0 2 12,-1-1 28,3 3-28,-3-1 11,3 3 11,-2 2-6,3 6-16,-1-4 10,4 10-10,-2-11 0,3 11 10,-1-5 7,1 6-18,0 5 7,-1 5-35,-4 19-27,-2-13-256,-5-5 1,-2 2-132,-12 26 0,7-20 0,-3 0 0</inkml:trace>
  <inkml:trace contextRef="#ctx0" brushRef="#br0" timeOffset="84476">15406 1322 17669,'-6'6'9771,"1"-1"-7491,5-5-30,0 0-1990,-16 8 277,11-7-537,-11 3 0,14-10 0,1-2 0,0-18-1149,1 11 1035,0-29-259,0 24-603,0-28 98,2 26-42,3-17 1425,3 16 181,10-9-20,-5 12 158,15-3 427,-5 16-773,5-1-478,6 4 0,1 2 0,-4 2 0,3 0 0,28 1-388,-22 0 1,-1 0-291,12 2-529,13 1 859,-29-1 1,0 1-586,24 1 612,-16 0 0,2-1-285,-2-1 0,1-1 348,3 0 0,1 1 15,-1-2 1,1 0-59,15 0 1,-4-1 16,-27 0 1,0 0 21,28 0 1,2 0 20,-12 0 1,-2 1 100,-8-1 1,1 1 95,14 0 1,1 0-17,-19 0 1,0 0-5,9 0 0,3 0 55,11 0 1,1 1-87,-9-1 1,1 1 7,8 1 1,-2 0 226,-20-1 0,-1 0-221,7 0 0,-1 1-15,-9 0 0,0 0-198,9 0 0,0 1 209,0 0 1,-1-1-67,-1 0 0,0 0 81,0-1 1,0 0-2,0 0 1,0 0 4,0 0 1,0 0 113,0 0 0,0 0 61,11 1 1,-2 0-14,-17-2 0,1 1 12,25 0 0,-3 0 220,-6 0-159,-5 0 0,2 0-70,-10-1 0,-2 0-73,2 1 0,0-1-105,5 0 1,0 0-54,-8 1 1,-2-1-129,20 0 166,-22 1 1,2-1-87,4 0 0,-1 1-233,24 0 270,-7 0 1,-1-1 644,10 1-643,-9 0 0,3 0 11,-9-1 0,-1 1-8,1 0 1,-1 0 167,0 0 0,-2 0-87,-7 0 0,-2-1-65,21 1 168,-24 0 1,1-1-139,4 0 1,-1 0 41,26 1 106,-8 0 1,-1 1 55,-4 0-113,5 0 0,-1 1-12,-9-1 12,2 1 0,1-1 82,2 0 136,9 0-168,-24-2 1,-1 0-179,14-1-33,10 0 182,6-2-45,-21 1-6,16-1 18,-18-1-7,-7 1-17,-11 0 743,-3 2-645,-12 0 174,0 0-173,-5 0-6,0 0-45,-1 0-11,2 0 0,-3 0 17,5 7-6,-3-3 6,2 13-12,-2-8-38,1 14 21,-2-9-279,0 21-1921,0-5 1364,-1 9 0,0-16 0,-1-9 0</inkml:trace>
  <inkml:trace contextRef="#ctx0" brushRef="#br0" timeOffset="100617">2862 10041 23906,'-17'-49'257,"0"-1"0,2 6 0,5 9 23,12 18 1041,1 12 363,0 8-2725,-1 13 1364,0 10 29,-2 13-87,0 8 336,1 3-82,2 0-662,4-4-627,6-6 1675,6-7-1167,3-11-375,1-9 262,0-8 100,-6-6 632,18-24 409,1-10-244,-6 4 0,4-4-805,4-3 0,1-2 542,-8 9 0,1 0 0,1 0 87,3-2 1,1 0-1,-1 0-50,1 1 0,0 0 0,0 1-151,-3 2 0,0 1 0,-1 2-338,8-6 1,-3 4-1741,9-6-4746,-33 36 6539,-25 18 0,-2 2 1,0-5-1</inkml:trace>
  <inkml:trace contextRef="#ctx0" brushRef="#br0" timeOffset="144533">4195 12809 18366,'-3'0'3383,"1"0"-1144,2 0-2172,51-60-50,-3 33-374,-10-8 0,4 1 292,-1 19 1,1 5-295,-3-2 1,2 1-1565,-1 0 0,4-1 0,-2 1 1479,6-1 1,-3 1 0,-3 1-1,-7 1 1,-9 4 0</inkml:trace>
  <inkml:trace contextRef="#ctx0" brushRef="#br0" timeOffset="145466">4611 12614 14600,'-3'0'7601,"0"0"-5507,3 0-2088,-40 0 16,33 11 6,-27 7-28,41 6 6,3 17-3504,-4 12 3414,-1-6-174,-9-2 0,-4 2-365,0-15 0,-3-1 410,-6 16 0,-2-2 107,6-15 1,-2-1 77,-7 7 0,0-3 67,1-3 230,-17 14 5,27-34 2933,-2-2-3005,20-21-157,8-4-34,5-5 1056,14-4-1073,4 2-3,-11 8 1,1 0-3,21-9-28,-9 3 0,1 0-382,-11 6 0,-1-1 390,13-7 0,0-1 17,-10 4 0,-2 1 14,-2 1 0,-2 0 73,22-22-17,-22 15 118,-7-4 95,-17 13 151,-4-2 56,-2 1 857,-3 5-996,2 3-141,1 4-185,3 4 0,0 7 1,2 3 38,4 20-44,0 3 10,2 17-4,-3 3-7,-1 3 1,-3 0-1,-1-9 1,1-16 145,-1-11-5,1-17-73,0-11-34,5-12 11,2-14-22,4 5 59,13-8 0,4 1-65,4 9-11,0-2 1,2 5-1,4 24-11,-8 7 0,6 11 0,-14 0 5,15 18 7,-7 1-18,8 10 12,0-2-6,0-8 16,1-13 1,0-13-11,3-18 16,3-18-11,-20 6 1,0-4-473,-1-5 1,-1-2 471,0-4 0,-2-3 9,-4-4 0,-2-1-238,-4-3 0,-2-1 260,-3 0 0,-3 0 36,-3 3 1,-2 2 49,-3 6 1,-2 2 140,-13-18-163,1 23 62,-5 12-145,12 17-7,-3 11 872,8 18-871,3 19-17,5 16-138,4-25 1,1 1 145,4 5 0,2 1-33,4 4 0,3 1-98,3 3 0,2 1-292,3 0 1,1 0-516,2-1 0,0-2-2005,-1-5 0,-1-2 2935,-6-9 0,-2-4 0,4 6 0,-14-21 0</inkml:trace>
  <inkml:trace contextRef="#ctx0" brushRef="#br0" timeOffset="145666">5707 12965 24402,'-1'-46'106,"-1"0"0,7 4 1,9 7-116,19 18 1,8 7-434,4-1 0,0 1 246,-7 2 0,2 2-2533,19 0 0,2 2 2729,-18 4 0,-2 0 0,0-1 0,-3 1 0,6 1 0</inkml:trace>
  <inkml:trace contextRef="#ctx0" brushRef="#br0" timeOffset="146359">6401 12746 25959,'-47'2'174,"29"3"-157,45 6 16,31-3 12,-23-9-11,6-2 72,-10-9-22,-14-4 17,0-6 16,-13-7-94,-8 8-1,-15-8-5,-8 15 11,-12 1-6,-3 7 90,-5 15-95,17-1 22,-2 15-50,22-8 22,-1 20 1,11-5-35,13 20 29,0-19-1,22 10 1,-3-14-12,15 6-5,7-4-3,-18-16 0,-1-2-8,16 2-18,-11-11 1,-1-4 17,-4-6 5,-4-2 0,0-2 1,8-13 21,-11-3 1,-1-1-6,4-7 14,-13 4 0,-5 2-14,-8 7 28,-1-12-6,-9 13 12,-7-4-29,1 11 1,-5 3 16,8 8 6,1 0-11,4 2 17,2 0-57,1 2 51,-1-1-5,-1 0-29,0-1-5,-2 2 0,2-1 0,-1 1-17,1 0-2095,1 0-7708,6 2 652,-2-1 9179,3 1 0,-5-1 0,0 0 0</inkml:trace>
  <inkml:trace contextRef="#ctx0" brushRef="#br0" timeOffset="147666">7214 12860 9632,'0'-4'9056,"0"1"-8041,0 3 424,-11-65-419,3 31-609,0-9 1,-3 1 467,-11 6-649,6 16 111,-15 3-111,5 17-56,-14 9-65,12 4 0,-1 4-25,-21 19-70,23-11 0,2 2 8,-5 15-10,15-3-18,18-9 56,14-10-38,6-8 21,18-7-5,-11-8-1522,17-21 0,1-7 1662,-13 4 42,6-11 0,-7 0 3,-27 14 313,-3-20-212,-9 18-85,-1-6-150,-2 18 61,1 5 3263,3 9-3397,2 10-1,1 4-5,8 44 0,-3-28 0,0 3-628,5 21 0,-1 2 642,-1-13 0,-1 2-24,3 7 1,0 5 0,0-1-636,-2-13 1,-1 0 0,0 2 621,0 2 1,0 4 0,-1-1 0,-1-3-8,0-2 0,-2-3 0,-5 2-364,-6 16 0,-7 4 0,-3-7 344,-7-7 0,-4-3 48,9-7 0,-2 1 0,-4-8 19,-16-9 0,0-15-324,-7-29 315,15-3 1,4-8-9,12-13 0,7-4-103,1 5 1,5-2 100,4 3 0,3-3 1,5-2-93,5-5 1,5-1 0,1 0-102,1-1 1,1 0 0,3 0-13,-1 8 1,2-1-1,1 1 1,1 4-39,4-2 0,2 3 0,0 2 43,-1 3 1,2 1 0,-2 3 69,5-4 0,0 3-123,3 1 1,1 2 90,-1 6 1,0 3 132,-8 3 0,0 2 25,2 1 1,-4 3 362,-2 7-341,-14 5 1252,4 9-1010,-9 2 2189,-1 9-1943,-5 0 754,-5 1-827,-2-2-139,-3-2-96,1-3-45,4-2-50,2-3 34,6-4-7,6-2-32,11-8-57,0-1 8,7-9 1,0-3-14,-2-2-1,2-2 1,-3-1 95,-9-4 61,-2-2-61,-18 5 0,-21 8-96,0 8 40,-19 6-34,13 8-50,-5 7 33,7 7-5,10 5-11,8 4 16,6 4-22,8 4 0,8 1-11,11-1-6,15-4 23,14-5-6,-21-16 0,2-3 0,2-1 0,0-3 0,18 1 16,-18-10 1,-1-3 23,2-7-24,6-6 29,-17-13-34,-15 2-11,1-5 51,-3-17-29,0 15 12,5-15-45,-1 23-3320,14-8 3348,-12 23 0,18-10 22,-9 19-11,8 1-28,3 10 22,-1 9-33,2 14 6,-1 12 13,-15-7 0,-3 0-41,7 17 1329,-12-19 1,-1 1-3218,-4 5 0,0-1 1921,0 17 0,2 4 0,-6-34 0</inkml:trace>
  <inkml:trace contextRef="#ctx0" brushRef="#br0" timeOffset="150016">3869 13810 15457,'-4'0'4744,"1"0"-2145,3 0-1804,-48-52-593,36 39-171,-15-18 0,6 9-3,20 23 50,3 4 34,7 4 6,8 5-1,16 4-16,18 0-1071,-2-7 0,3-2 984,-13-2 0,2-2 1,5 0 0,6-1 0,1-2-903,10-1 0,1-2 0,-1 0 901,-9 0 0,-1 0 0,6-1 1,-6-1 0,6 0 0,5-1 0,-1-1 0,-3 1 0,-7 0-411,8-1 1,-6-1 0,10 0 401,-16 1 0,9-2 0,5 1 0,4-2 0,1 1 0,0-1 0,-3 1 0,-5 0 0,-6 1-357,13-2 1,-8 2 0,-1-1 0,9-1 354,-14 2 0,7-1 0,4-1 0,2 0 1,2 0-1,-2 0 0,-2 1 0,-5 0 0,-7 1-119,13-2 0,-10 1 0,0 0 1,7-1 118,-10 2 0,5-1 0,3 0 0,0 0 1,1-1-1,-1 1 0,-4 1-1,0-1 1,-2 1 0,-2-1 0,1 1 0,2 0 0,3 0-1,-2-1 0,3 1 0,3 0 0,0-1 0,1 1 0,-2-1 0,-2 1 1,-3 1-32,10-2 1,-5 0 0,-1 1 0,1 0 0,3 1 8,-6 0 0,4 0 0,3 0 0,-1 0 0,-2 1 0,-5 0 0,-6 1-335,11 0 0,-8 1 1,1 0-1309,-3 2 1,3-1 0,-3 1 0,-7 1 1739,-3 2 0,-9 1 0,-4 4 0,-23-2 1</inkml:trace>
  <inkml:trace contextRef="#ctx0" brushRef="#br0" timeOffset="151516">9454 12419 24402,'31'-31'22,"-1"0"0,-5 4 1,3 5-44,12 7 1,8 5-1,-2 2-1272,5-2 0,0 2 1197,-4 0 1,3 1 0,-4 1-138,2 5 1,-5 2 676,12 7-1166,-45 33 655,-28-12 75,-12 4 1,-10 1-214,6-10 0,-3-2 0,-1 0 309,0 1 1,0 0-1,-1 0 23,-5 3 0,-1 0 0,4-2 30,-2 1 0,4-1-57,10-4 1,4-1 34,-2 7 1147,25-12-1165,25-11-55,26-15-43,-14 1 1,3-2-92,6-4 1,0-2 88,3-2 0,-1-3 345,-2-2 1,-2-1-335,-4-2 0,-5-2 3,-6-1 0,-4-2-20,-7-1 0,-7 0-1523,-7 0 1,-7 0 1653,-6 1 1,-5 2 81,-6 2 0,-3 3 23,-18-13 198,6 19 1,1 3-134,5 5-43,-22-5 273,42 16-502,3 3 3346,13 12-3369,8 15-6,16 19-8,-9-15 0,2 2-483,4 6 0,0 1 401,0 5 1,0 3-997,-3 3 1,-2 3-991,-6 4 1,-3 0 2064,-4-5 0,-3-3 0,-3-16 0,-1-4 0,-2 7 0</inkml:trace>
  <inkml:trace contextRef="#ctx0" brushRef="#br0" timeOffset="154343">12792 12553 24195,'28'-15'828,"-2"11"-559,-21 17-22,-1 7-96,-13-1-39,-13 2 12,-13 0-63,2-6 124,-27-1-17,16-10 17,-16-8-34,21-13-33,14-15-40,14-14-50,17-6-17,5 8 28,16-3 6,9 14-28,3 6-28,8 10-3387,5 30 3398,-16-1-9,-9 5 1,-1 5-109,6 19 106,-16-10 0,-2 0-6,3 24-288,-26-5 0,-10 3 280,-5-9 0,-5-1-253,-1 0 0,-3 3 0,-3-2 279,-1-5 1,-2-1 0,-1-2 13,-1-1 0,0-1 0,-2-3 24,-4-2 0,-2-3 1,4-3-21,0 0 1,2-6 30,-5-5 1,7-10 2740,19-22-2690,16-14-50,19-2 10,18 3 1,8 0-478,-6 10 1,3 0 420,17-9 1,4 2-6,-6 9 0,-1 6 0,1 3 0,0 5-25,-1 5 0,-1 5-68,-1 5 1,-2 3-191,-3 5 1,-3 4-707,-3 1 0,-2 3 1139,-3 3 0,-4-1 0,3 3 0,-9-4 0</inkml:trace>
  <inkml:trace contextRef="#ctx0" brushRef="#br0" timeOffset="155209">13237 11853 14157,'-3'-1'6526,"0"0"-3115,3 1-3025,-30-75-173,33 38-140,-11-11 0,5 1 22,35 12-39,7 8-23,4 10-21,3 9-7,5 14-16,0 10-11,-1 15-318,-10 11 290,-15 6-1,-19 7 12,-21 0 22,-16-3 28,10-27 1,-2-3 27,-26 16 17,4-10 67,0-10-72,18-10 66,1-13-16,18-9-16,2-10-1,10-4-12,7 0 12,9 3 345,4 8-367,6 6-34,-5 7 0,26 9-28,-5 6-6,-13-1 1,1 2-40,23 15-17,-12 5-16,-17 3-6,-25 1-34,-25 2-89,-19-2-26,13-18 1,-1-3-345,-2 0 0,-1-2-1054,-1-2 1,1-3 1630,-30 3 0,28-7 0,8-3 0</inkml:trace>
  <inkml:trace contextRef="#ctx0" brushRef="#br0" timeOffset="155460">14076 11629 20532,'0'-4'5338,"0"1"-4039,0 3-1159,4 6-67,-3 22-180,1 34-156,-4-24 0,0 2-480,0 0 0,-1 0-3237,0 3 0,-1-1 3980,-2 14 0,1-8 0,2-22 0</inkml:trace>
  <inkml:trace contextRef="#ctx0" brushRef="#br0" timeOffset="156042">11490 12909 20162,'-8'0'3741,"2"0"-3237,6 0 835,0 0-1193,7-22-79,33 10-22,-3-15-20,3 20 0,5 3-1696,-3-2 1,-1 2 1672,-7 0 1,0 1-3,4-1 0,-3 1-72,-8 3 10,-6-1-246,-11 3-2834,-17 1-6689,-1 0 8299,-2-1 0,3-1 1,6-1-1</inkml:trace>
  <inkml:trace contextRef="#ctx0" brushRef="#br0" timeOffset="156793">15415 13113 26138,'22'-41'94,"0"-1"0,1 0 0,5-9 0,-3 1-24,-6-4 0,-5 1-1402,-4 9 1,-1-1 1349,-1 1 1,0-3 0,-2 1 0,0-16 1,-4 2 38,-2 1 1,-2 3-6,-1 6 0,-3 5 43,-9-17 567,-4 35-618,2 25 61,-14 51-84,18-21 1,2 5-339,-1 16 1,1 8-1,2-1 290,4-13 0,2-2 0,0 2 1,1 6 1,0 2 0,4 0-176,4 0 0,3 1 1,1-4-261,2 4 1,3-2-255,-2-3 1,2 3 0,0-4-3379,3 4 1,-1-4 4091,-2-9 0,-1-5 0,1 6 0,-9-21 0</inkml:trace>
  <inkml:trace contextRef="#ctx0" brushRef="#br0" timeOffset="157226">15342 12949 21915,'-5'-54'698,"0"0"0,6 5 1,7 7-598,24 11-963,12 9 0,7 3 853,-5 4 1,3 2-442,-2 1 0,4-1 1,1 1 447,-5 3 0,0 0 0,1 1-4,-2 1 1,1 1-1,-1 0-629,3 1 1,0 0 0,-3 1 634,0 0 0,-3 1 8,4 0 1,-7 1 24,-16 5 74,-8 3 669,-27 5-340,-19 7 103,-16 5 791,-6 6-1140,4 4-94,15 2 3269,17-1-3315,25-3 1,18-5-23,21-7-1677,-10-12 0,2-2 1654,17 0 6,-14-6 1,-2-2 188,-5-4-147,-5-4 1,-3-5-2026,-5-21 2084,0 1 118,-34-12-29,-16 15-27,-17-9 2030,3 12-2145,9 12 0,-1 2-26,-11 2-55,-14-3-45,27 13 2725,6 15-7694,18 13 5036,4 2 0,6-3 0,1-13 0</inkml:trace>
  <inkml:trace contextRef="#ctx0" brushRef="#br0" timeOffset="158233">17934 12596 18285,'0'-4'3271,"0"1"679,0 3-3844,0-46-4279,0 34 4190,0-34 893,-2 48-882,0 3-12,-2 0 35,-4 5 16,-1-2 39,-3 0 90,1-4 3426,1-6-3224,12-57-354,10 20-24,-1-2 0,5 3-20,23 5 0,7 13-12,-7 10 24,10 11-1,-7 13-11,9 15 5,-24 0 1,-4 4-479,6 18 459,-17-9 0,-9 5-25,-23 4 0,-8-1-661,9-7 0,-4 0 670,-9 1 0,-7 2 1,-3-2 4,-2-2 1,-2-3 0,2-1 24,7-6 0,1-1 0,-2 1 20,-11 6 1,-3 2-1,7-9-99,11-12 1,3-5 134,-2 0 0,4-7 50,0-21 107,39-38-121,4 23 1,5 0 21,2-3 0,4 1-69,8 1 0,2 4 430,-5 8 1,2 2-443,5-2 1,4 2-18,5 7 1,0 4-34,-6 6 1,0 3-46,9 5 1,-1 3-18,-15-1 1,-1 2-281,13 6 1,1 1-1243,-5-4 0,-1 1-592,1 0 1,-1 0 2192,3 0 0,-5-2 0,-9-4 0,-1 1 0</inkml:trace>
  <inkml:trace contextRef="#ctx0" brushRef="#br0" timeOffset="161100">18700 11732 19848,'-14'-48'1014,"0"-1"0,3 4 0,6 6-807,13 12 79,16-2-113,4 9-50,14 0 1,16 6-74,-7 12-39,-3 5-5,-9 16-1,-13 6-16,-1 12-22,-15 19 21,-17-5 12,-8-1-5,-19-8 72,-15-5 45,0-4-25,20-17 0,1-3 181,-7-3-133,12-5 117,8-12-56,10-5 39,9-15-140,8 2-21,10-3-30,2 13-16,-3 7-5,5 5-29,7 15 6,6 5-28,15 16-22,-3 3-40,-3 4 22,-14-9-172,-15 15 44,-30-17-62,-20 10-117,-25-11 128,4-11-198,11-7 0,-1-3-434,-8-3-1636,-12-4-880,37-6 3395,13-8 0,11 6 0,0 1 0</inkml:trace>
  <inkml:trace contextRef="#ctx0" brushRef="#br0" timeOffset="161342">19568 11340 21875,'0'-5'3395,"0"2"-1670,0 3-1495,-18 8-174,14 23-51,-15 2-27,16 0 0,3 4-110,-4-5 0,0 2-2283,-5 21 0,-1 2 2415,2-13 0,1-3 0,-1-2 0,1-5 0,1-7 0</inkml:trace>
  <inkml:trace contextRef="#ctx0" brushRef="#br0" timeOffset="161726">19880 12777 16790,'-4'0'5680,"1"0"-3328,3 0-2106,60-21-139,-8 9-99,-10-1 0,5 1-448,15 4 1,-4 3-1533,-1-1 1972,8 2 0,-6 0 0,-31 3 0,14 0 0</inkml:trace>
  <inkml:trace contextRef="#ctx0" brushRef="#br0" timeOffset="161942">21054 12439 24178,'-4'-8'2912,"0"3"-2503,4 5 230,0 0-600,8 73-1379,-16-12 1218,5-19 1,1 6 0,-3-2-669,-8 12 1,-4 0 657,5-11 0,-1 2 0,1-5 0,1-4 0,2-2 0,0-2 0,0 1 0</inkml:trace>
  <inkml:trace contextRef="#ctx0" brushRef="#br0" timeOffset="165718">3834 15882 15898,'-40'20'633,"0"0"0,3-1 0,14-11 2251,36-27-2688,22-17-121,-8 7 1,4-3 232,8-7 1,2-2-287,-11 10 1,1-1-1,0-2-42,1-2 0,1-1 0,-2-1 27,1-2 1,-1-1-1,-1-2-5,-1-1 0,-1-1 0,-1-1-12,-3-1 1,0-1 0,-3-1 5,-2 0 0,-1-1 0,-2 1 9,-4 2 1,-1 0 0,-3 2-1,0-16 1,-7 3 1091,-6 12 1,-7 6-1101,-3 10 1,-5 7-9,-32-1-1,-7 30 6,27 6 1,2 7-214,-1 7 1,2 6 204,1 6 0,4 5 3,2 6 0,6 3-15,3 6 1,4 2-316,5-18 1,2 2 0,1 0 260,3 1 0,1 1 0,2-1-51,1 0 0,1-1 1,3 0 5,2-3 1,2 0 0,3-3-307,10 14 0,6-6-347,2-8 1,3-6 256,2-9 0,3-6 112,0-8 0,0-7 176,0-8 1,0-6 190,-1-7 0,-1-5 118,-2-6 0,-1-4 108,-2-3 1,-2-3 95,-3 1 0,-3-2 219,0-7 0,-3 2-329,-8 15 1,-3 1-6,0-2 1,-3 2 1299,-10-9-1274,-4 21 1772,-14-6-1745,-9 33-61,-11 9-61,-4 18 1181,2 9-1254,8 8 16,11 1-50,11-3 5,12-9 887,11-12-876,21-16 6,5-19-11,2-9-1662,-14-9 0,-2-2 1690,2-5 19,-3 1 1,-1-3-336,1-17 384,-6 10 94,-6-7 12,-14 27-124,-2 3 34,-6 6 3055,-10 26-3162,4-4 40,-6 18-39,7 6-17,2 7 11,1 14 815,6 1-843,21 2 22,-2-23 6,30 0-17,2-27 17,16-7 8,-30-8 1,0-4-125,-2-3 0,-2-3 150,18-22-54,-14-6 37,-14-1 39,-11-2-34,-12 2 101,-10-7-89,2 18 22,-5-8 5,13 18 12,3-7-22,9 7-35,6 4 1,7 11 0,-2 4-11,6 3 236,-1 6-225,9 5 20,3 6-31,11 16-34,-15-7-34,9 19 45,-17-6-44,5 15-68,-2 2-182,-11-23 0,0 0-75,7 9-746,15 6-335,0-32 402,0-10 1,3-5 616,17-5-202,1-10 1,0-5 772,-23 4 0,-2-2-19,9-1 0,-2-2 198,-7 0 0,-6-4 583,-7-5 1,-4-2-444,10-12-33,-18 10 0,-8 1 251,-16 3-385,-4 0 117,-15 1-100,3 13-29,-9 2-56,-4 11-151,16 6 1019,-6 12-1069,19 6 11,1 18-45,8-3-6,11 6 23,11-12 11,3-9 39,10-2 28,4-13 45,2-7 45,5-10 0,-9-7 39,-4-1-106,-10 7 5,-3 3-22,-9 9 5,-1 22-28,-3 13-19,-1-4 0,-1 4-17,-1 4 0,-2 3-17,-3 8 0,-1 0-514,1-6 1,-1 1 475,-4 10 0,-3 6 0,2-6-709,1-6 0,-1 1 612,-1 5 1,-5 9 0,1 0 0,2-9 72,0-2 1,0-3 65,1-5 1,-3 6-1,0-2 1,1-10 6,1-9 0,0-5 31,-5 8 0,0-14 17,0-38-16,10-34-40,11-6 318,6 13 0,3-4-315,10-9 0,3-1-15,-6 19 0,1-1 1,1-1 5,6-7 1,1-1-1,1 2 6,-2 6 0,0 1 0,0 3-11,6-10 0,0 1-12,-6 10 1,1-2 0,1 1-29,5-1 1,1 0-1,-1 2 31,1-4 1,1 1-12,13-10 1,-4 10 64,-16 23-62,-2 4 17,-12 13 33,-8 11 252,-4 2-240,-3 11 1556,-3 4-1568,2 1-22,1-3 23,4-5-1,8-5-11,-2-3 29,16 1-1,-3-8 0,6-1-11,4-9-17,0-8 17,19-21-33,-16 7 27,5-22 68,-20-3-46,-5 10 23,-7 6 1,-2 1 21,-6 0 7,-3-10-12,-7 22-56,0 12-6,-1 6 45,-21 32-39,3 7-392,5-2 1,0 2 363,-7 20 16,11-8 1,3 2-23,9-15 1,2 1-29,-2 14 1,4 0-101,11 6-715,20-21 1,9-7-2029,3-11 1,4-5 2350,12 5 1,0-3 0,-18-8 0,-3-3 0,9-1 0</inkml:trace>
  <inkml:trace contextRef="#ctx0" brushRef="#br0" timeOffset="166574">7476 15037 24458,'-6'32'694,"0"-4"-568,0 4 1,-2 4-54,-12 24-774,2-15 0,-3 1 718,1-6 0,0-2-9,4-9 0,0 0 275,-3 3 0,1-3-42,4-5 373,-2-4-284,18-35-66,9-22-63,8-22-128,1 3 51,-6 16 0,1-2-35,1-4 1,1 1-37,0 2 0,0 0 6,2 0 0,-1 3 19,5 2-27,-5 19-18,-4 13-21,1 15-1,4 11-11,3 16-6,4 15-5,-12-20 0,0 1 16,1 2 0,1 2-22,2-1 1,1 0-21,1-2 1,2-2-26,2-4 1,0-3-62,26 10 27,-3-17 57,-7-20 28,-5-19 22,-5-21 3,-16 14 0,-1-3-9,-1-5 1,-1-2 5,-3 7 1,-1-1-460,3-23 1,0-1 483,-3 17 1,0-1-4,4-15 1,0 0-216,-2 16 1,0 3 265,5-21 426,-5 25-510,-6 12-11,-2 19-34,-1 21 801,1 11-1551,5 24-67,1-10 862,6-1 0,0-4 0,-3-11 0,10 24 0</inkml:trace>
  <inkml:trace contextRef="#ctx0" brushRef="#br0" timeOffset="166941">8528 15217 22800,'-2'-6'3450,"0"1"-2834,2 5-212,-23-62-214,16 46-162,-6-19 0,0 11-11,8 36-12,-4 14 7,-1 16-29,2 9 6,5 2-1,9-3 18,9-8-6,10-10 0,6-14 11,3-11-5,2-15 27,2-15-27,-9-2 22,-10-2 0,-1-1 56,2-15-39,-6 12 0,-3 0 22,1-17-39,-5 6-23,-4 8-16,-2 11-95,-1 9-561,2 16 63,0 4-1995,6 18 2599,3 5 0,-3-9 0,0 0 0</inkml:trace>
  <inkml:trace contextRef="#ctx0" brushRef="#br0" timeOffset="167525">9087 15217 19753,'2'-9'4828,"-1"2"-4156,-1 7 796,0 0-1384,-17-5-39,10 20-6,-13 3 17,16 20-51,1 0 7,1-5-1,2-8 34,-1-10 55,0-9 7,-1-14 16,0-11 6,-1-16 0,1-13 61,0-10-33,7-2-76,0 27 0,2 1-36,6-8 5,9-1 1,-3 25-51,8 2 11,6 7 0,5 12-22,-2 12 28,-5 13-45,-7 25-183,-13-14 191,-7-9 1,-3 0-3322,-7 21 3346,1-11 7,-3 3 4,6-35 24,0-4-24,6-30 116,1 2-98,8-32 8,-2 22 0,1 0 3019,7-21-3042,-4 15 1,2 2 64,8-3-39,-1 6 11,4 12-45,-14 19-11,2 8 24,-2 11-24,2 8-46,6 26-27,-1 1-217,-9-17 1,-2 0 82,5 15-255,-7-17 0,-2 1-1847,0-1 1,-2 0-7523,7 27 8642,-5-10 0,-1-33 1,-4-14-1</inkml:trace>
  <inkml:trace contextRef="#ctx0" brushRef="#br0" timeOffset="168001">9911 14895 21041,'7'-48'1747,"1"0"1,-2 6 0,1 4-1087,-1 5-437,-2 13 56,1 11-79,4 20-89,2 15-16,6 24-77,-8-18 1,1 2-434,-1 7 1,0-1 413,-2-6 0,-1 0-23,1 12 1,-3-1-137,-2-7 0,-1-1 167,0 15 1,-3-1-1,-1-13 1,-3-2 10,-1-1 1,-2-5-14,-6-4 50,-5-12-17,8-16 17,-5-21 814,8 3-802,1-35-46,8 28 45,4-5 0,4-1 62,10-4 269,6-8-342,8 12 1,9 7-57,-6 6 0,22 4 0,-23 19 0,-1 5 0,15 2 0,-10 5 0,-4 5 0,-5 16 0,-3 15 0,-12-8-13,-21 12-12,-10-28 0,-4-1 0,-2 0 0,-6-1-96,-20 3 1,-3-5 38,19-11 1,-1-3-188,-17-2 1,0-5-835,-9-16 117,4-1-3930,31-7 1,6-2 3902,6 1 1,2-11 0,11 27 0</inkml:trace>
  <inkml:trace contextRef="#ctx0" brushRef="#br0" timeOffset="168600">10683 15118 27510,'12'16'174,"0"-5"-84,23-27-62,0 0-34,18-10 45,-12 0 23,-11-5-29,-14 6 1,-14-15-17,-6 22 56,-16-17-57,2 25-16,-11-1 45,4 12-11,6 4 5,-6 11 0,9 3-16,-6 15-29,8 7-39,4 12 17,5 8-140,5-28 1,4 0 167,3-1 0,3 0-3,5-1 0,2-2 14,15 14-20,-1-17 1,2-3-127,13-1 126,-13-8 1,0-3-25,14-12 27,-14-7 23,7-27-6,-18 0-11,4-7 17,-8-8 28,3-2 11,4 0-176,7-3 148,-1 19-28,-5 12 380,11 0-279,5 10-56,1 5-3218,4 12 3195,-20 6-5,1 26-34,-13-2 6,4 20-6,-9-13-98,-5-8 1,0 2-505,1 16-2532,0-9 0,1 1 3046,4 8 0,-1-8 0,-4-29 0</inkml:trace>
  <inkml:trace contextRef="#ctx0" brushRef="#br0" timeOffset="168834">12226 14972 24256,'-6'0'1765,"0"0"-1340,6 0-425,77-52-1376,-47 42 0,3 0 1195,10-9 0,6-4 0,-1 6-688,10 8 1,0 7-1063,-15-1 1,1 1 0,-1 1 1475,16 0 0,-4 1 0,-16 0 0,-5 1 0,5 0 0</inkml:trace>
  <inkml:trace contextRef="#ctx0" brushRef="#br0" timeOffset="169001">12718 15347 25708,'47'-30'-520,"0"0"1,0 0-1,-5 3 1,-1 1-1,-8 8 1,-2 13-1,-20 3 1</inkml:trace>
  <inkml:trace contextRef="#ctx0" brushRef="#br0" timeOffset="169759">15051 15232 9654,'-1'-4'6128,"0"1"-365,1 3-4340,-79 26 252,28-12-1292,2 2 1,2-2-132,15-6 28,28-9-173,22-6-40,18-4-64,-6 2 0,2 0-233,8-1 1,3 0 153,4-1 1,2 1-785,2 0 1,2 0-1507,1 0 0,0 1 2366,-6 1 0,-4 1 0,13-2 0,-25 4 0</inkml:trace>
  <inkml:trace contextRef="#ctx0" brushRef="#br0" timeOffset="170334">16104 15059 26368,'50'-21'91,"1"1"1,-6 2-1,-12 10 27,-25 22-68,-9 0 74,-15 2-18,-7-3 73,-16 0-106,12-6 140,-5-14-146,23-1 11,0-18-10,9-2 10,14-27-61,5 6-6,11-6 0,-1 25-22,-7 13 33,3 11-22,-3 11-5,7 11-12,15 30 8,-25-19 1,-1 1-103,1 2 0,-3 1 91,-3 5 0,-6 2-258,-9-3 0,-6 1 224,-7 5 0,-5 3 0,-4 0-596,-1-3 1,-4-2 0,-3 1 632,1-3 0,-3 0 1,-1 0-1,2-4 17,0-1 0,0-4 0,-1-1 22,-3 1 1,-1-1-1,1-6-176,1-8 0,2-5 215,-21 5 261,22-47-187,44-6-68,1 9 0,5 0 334,18-13-334,4 14 0,5 2-36,-10 11 0,1 1 534,17-5 0,1 3-573,-6 8 0,-1 4-104,3 3 0,-2 4-28,-8 0 0,-1 2-527,10 5 1,0 2-1429,-9 0 0,0 1 2095,3 0 0,-2 1 0,10 3 0,-24-8 0</inkml:trace>
  <inkml:trace contextRef="#ctx0" brushRef="#br0" timeOffset="171074">17288 14234 15877,'-3'-3'5086,"1"1"-2134,2 2-2488,-20-20-200,15 15 795,-15-14-858,20 19 309,0 0-404,-5-2-44,-2 1-23,-10 0 34,-16 14-45,6-3 39,-19 21-5,9-1-207,14-8 0,0 3 167,0 2 1,2 2-1,2 1 1,1 2-23,4 0 0,2 1-14,3 0 0,4-1 8,9 29-5,19-7 22,22-10 17,-2-15-20,-2-17 1,1-4 13,11-6 6,-17-4 0,-2-4 73,-2-17-17,-16-10-22,-16-7 44,-15 0 23,-29 0-96,8 15 1,4 14 0,-1 2 317,-11 7-374,-7 8 23,9 10-22,10 14-135,9 8-425,9 6-5971,23 10 6553,6-16 0,4-7 0,-7-21 0</inkml:trace>
  <inkml:trace contextRef="#ctx0" brushRef="#br0" timeOffset="171635">17475 14454 14538,'3'-4'7747,"-2"0"-7030,8-25 0,1-9 369,-1 0-859,2-4 0,0 0 759,0-7-527,-4 23-140,0-4-123,-3 19-151,-4 10-23,1 11-5,-3 12-39,-1 14 16,-2 12 6,1 6 3,4-20 0,1 1 2,3 10 7,9 11 27,0-35-6,3-3 12,1-14 17,1-16-6,-2-3 101,16-24-3387,2 0 3275,0 0 50,4 3-61,-21 24 38,10-1-55,-15 14-28,0 9 17,-12 14-12,-8 14-67,-5 10-352,-5 13 2690,2-11-2265,5 0 0,1-2 0,3-15 0,-3 29 0</inkml:trace>
  <inkml:trace contextRef="#ctx0" brushRef="#br0" timeOffset="172101">18679 15352 25204,'35'-43'123,"0"0"0,1 0 0,-3 1 1,-1 0-1,-5 2-70,-4-3 0,-4 0-508,0-7 1,-2 0 462,-4 8 1,-1-2-233,-4-2 0,-1-4 1,-1 2 253,-2-1 1,-2 1-14,1 4 0,-1-1 0,-3 3 313,-3 3 0,-3 6-313,-15-5 251,-14 38-262,-12 32-1,17-3 1,1 4 28,-2 10 1,2 3-33,-1 6 1,4 3-89,10-16 0,2 1 1,1 1 70,3 1 0,2 1 0,1 0-43,2 0 0,2 0 0,3 1-88,3-1 1,3 1 0,1 0-160,3-1 1,2 0 0,3 0-398,2 0 0,2-1 0,2-1-850,1-1 1,2-1 0,0-2-2090,12 14 1,0-4 3175,-6-11 0,-2-5 0,6 4 1,-18-21-1</inkml:trace>
  <inkml:trace contextRef="#ctx0" brushRef="#br0" timeOffset="172558">18529 15194 16896,'-11'-60'1561,"1"0"0,9 1 0,9 9-1427,19 17-67,5 13 1,5 2-46,-2 7 1,1 2-1105,15-2 1,3 0 1086,5 1 1,3 2 1,-10 2 1,2 0-1,-2 0 0,-7 2 1,-2 1 0,0-1-3,19-2 1,-4 2 234,-12 1 1,-5 2-207,6 0 856,-4 3-520,-32 6 172,-15 3-18,-24 9 0,-7 3-227,-13 12 337,9-5 0,1 1-533,0 16-68,19-2 557,26-5-590,8-11 28,11-12 0,5-4-481,23 0 464,-14-4 1,2-4 10,-6-4 1,-1-4 80,4-7 1,-3-2-3,11-9 30,-20 0 1,-6-4 103,-7-16-84,-11 7 0,-5-2-11,-14-23-30,1 25 0,-3 3-71,-14-3-11,-13 5-64,6 16 53,1 3 399,-10 10-988,17 18-72,1-3-4235,11 19 4879,14-12 0,2-3 0,3-8 0</inkml:trace>
  <inkml:trace contextRef="#ctx0" brushRef="#br0" timeOffset="174267">20894 14829 24603,'-8'25'1171,"3"-4"-980,7-15-79,0-2 89,-1 3-33,-7-2 6,-6 0-79,-13-1-11,-9-3 34,-6-8-12,3-7-16,11-11-12,21-26-67,9 18 51,20-18-28,-1 31 5,7-2-39,-2 8-11,-1 7 11,-1 8 11,6 10 11,4 11-44,-4 2 22,10 14 11,-12 0-17,-14-4 1,-3 2 33,-1 15-68,-24-1 1,-8 0-723,-12-3 753,-8 0 1,-5 0-501,6-16 1,-2-3 519,-9 6 1,-4-3 7,-5-6 1,1-5-6,16-8 0,2-4-9,5-4 1,5-6 11,5-19 0,28-8-17,29-21 22,13 8-8,-3 18 0,3 4-162,-9 9 1,0 4 150,0 2 0,-1 4-9,-1 6 1,-1 4-57,22 17-92,-22-9 0,2 2-353,-2 2 1,2 0-3023,5 4 0,0-2 3529,-10-5 0,-3-3 0,21 12 0,-32-20 0</inkml:trace>
  <inkml:trace contextRef="#ctx0" brushRef="#br0" timeOffset="176117">21546 13939 23512,'-41'19'193,"0"0"0,1-1 1,-18 12-1,9 3-132,22 4 1,7 4-411,1-2 0,2 0 352,5-2 0,3 1-15,4-4 1,3-1 438,15 22-421,17-11 11,19-15 27,11-13-16,-27-14 0,-1-2 56,27-14 68,-13-10 50,-14-11 264,-17-2-259,-18 0 34,-24 0-185,1 14 186,-23 2-186,13 16-39,-9 8 564,2 9-570,5 13-33,7 7-107,5 7-302,10 1-790,9 1-2084,20-5 3305,22-6 0,-13-14 0,7-6 0</inkml:trace>
  <inkml:trace contextRef="#ctx0" brushRef="#br0" timeOffset="176534">21939 14011 22431,'17'-49'1181,"0"0"1,-2 7 0,-4 6-544,-9 12-554,-5 14 34,-5 17 11,-6 15-23,-7 18-39,-3 13-182,11-23 1,2 1 128,2 1 0,2 2-11,1-1 0,3 0 2,11 27-5,11-9-3269,20-10 3274,-8-20-2165,18-14 2205,-30-14 39,16-17-34,-14-5 29,6-11 33,-3-1 222,2-1-199,-7 14 2195,-3 7-2213,-2 18-94,-9 7-12,4 6 3381,-5 12-3392,1 9-3498,-1 28 3374,-2-14-148,-2-10 1,-1 2-1320,-3 19-384,2-18 1,0 0 1974,-1-3 0,-1-3 0,1 10 0,2-20 0</inkml:trace>
  <inkml:trace contextRef="#ctx0" brushRef="#br0" timeOffset="176900">22305 15092 26161,'9'9'812,"22"-6"-728,19-12-48,-11 2 1,2 0-21,20-1-3145,-2-1 3095,-23 5-92,1 2-2081,-9 0 2207,13 1 0,-25 0 0,-1 0 0</inkml:trace>
  <inkml:trace contextRef="#ctx0" brushRef="#br0" timeOffset="177184">23371 14703 27034,'28'29'499,"-2"25"-488,-23-6-845,-1-11 1,-2 1 531,-5 15-2493,-4-7 0,-2-1 2795,-8 10 0,0 5 0,9-37 0</inkml:trace>
  <inkml:trace contextRef="#ctx0" brushRef="#br0" timeOffset="179076">13906 16649 22043,'61'-5'179,"0"0"1,-10 0 0,-3 2 7,-6 2 1,3 2-1825,9-3 0,7 0 1,-3 0 1688,-15 0 0,-3 1 1,5-1 24,14 0 0,6-2 0,2 1 0,-4-1-289,0 1 0,-3-1 1,3 1 252,-12 0 0,2 1 1,2-1-1,-1 0 1,-1 1-24,3-1 0,-2 1 0,1 0 1,3 0-105,0-1 1,3 1 0,2 0-1,2 0 1,0 1 97,-12-1 1,0 1 0,1-1 0,1 1 0,1 0 0,0-1 0,0 1-159,3 0 1,0-1-1,0 1 1,1-1-1,1 0 1,1 1-1,1-1 149,-7 1 0,2-1 0,0 1 0,2 0 0,0-1 1,-1 1-1,1-1 0,-2 1 0,0-1 34,1 1 0,1-1 0,-1 0 0,-1 1 0,0-1 0,-1 0 0,0 1 0,-2-1-34,8 0 1,-2 0 0,-1 0 0,0 0 0,2 0 0,4 0-5,-13-1 0,3 1 0,2 0 0,2-1 0,1 1 0,-1-1 0,0 0 0,-1 0 0,-1 0 0,-4 1 9,9-2 0,-3 1 0,-2-1 0,0 1 0,0-1 0,3 0 0,2 0-4,-5 0 1,2 0 0,2 0 0,1 0 0,1 0-1,0 0 1,0 0 0,-1-1 0,-1 1 0,-2 0-2,5-1 1,-1 0-1,-2 0 1,0 0-1,0-1 1,0 1-1,1 0 1,2-1-2,-6 1 1,0 0 0,2-1 0,0 1 0,0-1-1,0 1 1,1-1 0,-2 1 0,0-1 0,-2 1-1,0 0 1,0 0-1,-1 0 1,0-1-1,-1 1 1,0 0-1,-1 0 1,1 0-1,-1 0-33,5 0 0,-1 0 0,1-1 0,-1 1 0,0 0 0,-1-1 0,0 1 0,0 0 30,4 0 0,1-1 0,-1 1 1,-1 0-1,0 0 0,-1 0 1,-2 0 2,-1 0 1,-1 1 0,-1-1 0,-1 1 0,1 0 0,3-1-4,-1 1 0,3 0 0,0-1 0,0 1 1,1-1-1,0 1 0,-2 0 3,-2 0 0,0 0 1,0 0-1,0 0 1,-1 0-1,-2 1 1,-1-1-2,7 0 0,-2 1 0,-2 0 0,0-1 0,2 1 48,4 0 0,0-1 1,1 1-1,-2 0 1,-1 1-42,6-1 0,-3 1 1,0 0-1,-1 0-3,-4 0 1,0 1 0,-2-1 0,0 1-12,-5 0 0,1 0 1,-4 0-1,-7 0 546,1 1 1,-13 1-530,-22 1 1664,-28 1-1670,-26 2 1,-9 1 700,6-1 0,-4-1-704,0 2 0,-6-1 0,3 1-2,13-2 0,2-1 0,-5 1-4,1 1 1,-5 0 0,-3 0-1,0 0 1,3 0-155,-5 0 1,3-1-1,-1 1 1,-5 0 157,5 0 0,-3 1 0,-3-1 0,0 1 0,-1 0 0,2-1-231,2 0 1,0 0 0,1 0-1,-1 0 1,0 0 0,-2 0 230,6-1 0,-1 1 0,0 0 0,-1-1 0,0 1 0,0 0 0,-1-1-211,-3 1 1,0 0 0,-1 0-1,1 1 1,-2-1 0,1 0 0,-1 0 208,5-1 1,-2 1-1,1-1 1,-1 1 0,0-1-1,1 1 1,1-1-1,1 1-108,-7-1 0,2 1 1,2 0-1,-2-1 1,-1 1-1,-5 0 113,12-1 1,-3 0 0,-3 0 0,-2 0 0,0 0 0,0 0 0,1 0 0,2 0 0,3-1 0,4 0-3,-14 1 0,7 0 0,2-1 0,-3 1 1,-9-1-4,20 0 1,-5 0-1,-3 0 1,-3 0 0,-2 0-1,-1 0 1,-1 0-1,1 0 1,1 0 0,2-1-1,4 1 1,2-1-45,-9 1 0,3-1 0,3 0 0,2 0 0,-1 0 0,-2 0 1,-4 1 45,6-1 0,-3 0 0,-1 0 0,-3 1 0,1-1 0,-1 0 0,2 1 0,1-1 0,2 0 0,4 0 0,-12 1 1,4-1 0,3 0 0,1 0 0,-2 0 0,-2 0-3,3 1 0,-2-1 1,0 1-1,-1 0 1,-1-1-1,1 1 1,0 0 4,0 0 0,0 0 0,0 0 1,0 0-1,0 0 0,-1 0 0,1 0-2,6 0 1,1 0-1,0 0 1,-1 0-1,0-1 1,0 1-1,-2 0 1,-1 1 0,2-1 1,-1 0 0,-3 0 0,0 0 0,-1 1-1,1-1 1,1 0 0,2 1 0,2-1 0,4 0-2,-7 0 1,5 0 0,2 0 0,1 0 0,-2 0 0,-2 0 54,-3 0 1,-4 1 0,0 0 0,-1 0-1,1-1 1,3 1 0,4-1-71,-10 2 0,4-1 0,3-1 0,-2 1 36,1 0 0,0 0 0,0 0 0,0-1-17,-3 2 1,-1-1 0,1 0 0,5 0-3,1-1 1,4 0 0,-2 1 158,5-2 1,-3 1 0,1 0 0,5-1-141,-19 1 1,6 0 797,10-2 1,9-1-838,17-2 1124,54-9-1101,-2 4-15,25-3 1,9 1 704,-10 2 1,4 1-694,2 0 1,5 0 0,2-1-292,-15 3 1,1-1 0,1 0-1,2 0 297,-4 1 0,0 0 0,2 0 0,1-1 0,1 1-422,6-1 1,1 0 0,1 0 0,2 0 0,0 0 413,-6 1 0,1-1 0,0 0 0,2 1 0,2-1 0,2 0-153,-11 1 1,3 0-1,2 0 1,1-1 0,0 1-1,0 0 1,-1 0-1,-2 0 1,-2 0 151,1 0 1,-2 0 0,-1 0 0,-1 0 0,0 0 0,1 0 0,2 1-77,-1-1 0,2 0 0,1 0 1,0 0-1,0 0 0,2 0 0,-1 0 1,0 0 80,-3 0 1,0 0-1,1 0 1,1 0 0,-1 1-1,0-1 1,0 0-1,-1 0 1,0 0-18,1 0 1,0 1-1,-2-1 1,1 0-1,-1 1 1,2-1 0,2 0-1,3 0 16,-6 0 0,3 1 0,2-1 0,1 0 0,1-1 0,0 1 0,1 0 1,-1 0-1,-1 0 0,-1 0 0,-2 1 1,5-1 1,-2 0-1,0 0 1,-1 1 0,-1-1-1,0 1 1,0-1 0,0 1-1,1 0-2,-1 0 1,0-1 0,1 1 0,0 0 0,-1 0-1,0 0 1,-2 0 0,0 1 0,-2-1-4,5 0 1,-4 0 0,0 1 0,-2-1 0,2 1 0,1-1-1,3 1 2,-3 0 1,3-1-1,2 1 1,1 0-1,1 0 1,-2 0 0,-1 0-1,-2 0 1,-4 1 12,7-1 0,-5 1 0,-3 0 0,1 0 0,2 0 0,4 0-175,-6 0 0,4 0 0,2 0 0,2 0 0,0 0 0,-1 0 0,-2 0 0,-4 0 1,-5 0-323,9 1 0,-7-1 0,-2 1 1,0-1-1,0 1 482,5 0 0,3 0 0,-2 0 0,-5 0 0,-11 0 0,-6 0 0,-6-1 0,27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4:04:54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4837 2536 9491,'3'-49'1237,"0"0"1,1 0 0,-1 0 0,0-10 0,0 2 0,0 6-516,-2 5 1,-1 5-2346,-2 1 1,0 4 1885,-1-8 1527,-2 4-2014,2 32 1053,2 6-762,0 21 3,4 23-46,-2-7 0,1 5-560,0 13 0,-1 6 544,-2-10 1,-2 2-1,0 2-5,0 7 0,-1 2 0,-2 3-13,1-15 1,-1 4-1,0 0 1,-1-1-1,1-2 1,-1 11 1,-1-2-1,0 2-29,1-11 1,0 3-1,-1 1 1,1-1-1,0-5-488,-1 11 0,1-5 0,-1 2 51,3-6 1,-1 2 0,1 1-1,0-2 475,2 1 0,0 0 0,1-2 0,0-5 0,0 11 0,1-7 0,2-7 1,0-1-1</inkml:trace>
  <inkml:trace contextRef="#ctx0" brushRef="#br0" timeOffset="601">8190 2212 10513,'-7'-52'1150,"-1"0"1,2 5-1,1 8 1880,2 11-3136,2 15 1470,1 13-1291,3 26-12,3 29-44,-3-11 0,0 8-162,-3 5 1,-1 6 0,-1 0 181,-1-1 1,-2-1 0,-1 3 92,0-6 0,-1 3 0,-1 1 1,0-3-437,0-6 1,-2-1-1,1-2 1,-1-1-401,0 5 1,-1-3-1,0 1-2571,-1 6 0,-1 0 0,2-6 2368,1-10 1,2-4-1,-1 2 1,2-5-1,3-16 1</inkml:trace>
  <inkml:trace contextRef="#ctx0" brushRef="#br0" timeOffset="1509">4587 3931 5449,'-5'-1'3097,"1"0"2190,4 1-5074,-16-3-12,12 2-329,-12-3 259,16 4 99,5 4 338,6 2-367,11 4 63,7 1 89,11-2 50,12-1-230,-21-6 1,2 0-429,6-1 0,2 0 350,5 0 1,2-1 4,7-1 1,0 0-70,-9 1 0,1-1-11,-6 0 1,2 0-1,1 0-598,5 0 1,1 0 0,0-1 584,3 1 1,0-1 0,-1 0-3,-1 1 1,-1 0 0,1 0-12,8-1 0,0-1 1,-2 1 5,5 0 0,-1 0 1,-14 1 1,2-1 0,1 0 7,5 0 1,1 0-1,-4 1-1258,4-1 0,-1-1 1273,-2 1 0,2 0 1,-1-1-9,11 0 1,-4 0-148,-12 0 0,0 0 148,-1-1 0,2 0 0,-1 0 8,3-1 0,2-1-257,-4 0 1,4 0 0,-3 0 247,-2 0 1,-1-1 24,-3 1 0,1-1 1,-3 0 317,-2 1 0,-1-1-219,15-1 0,-2 0 33,-19 2 1,-3 0 2502,19-4-2334,-11 2 320,-10 0-454,-9 1 2039,-7 1-2236,-5-1 570,-4 3-1971,2-4-547,-2 4 1937,3-4 0,-5 6 0,1-1 0</inkml:trace>
  <inkml:trace contextRef="#ctx0" brushRef="#br0" timeOffset="2309">8073 2641 8892,'0'-9'5243,"0"1"-3165,0 8 1160,0 0-2986,2-48-224,-1 36 185,2-27 50,-1 56 17,0 17 11,0 14-123,-3-17 0,-1 2-245,-1 4 1,-2 2 208,0 4 0,-2 0-481,-2 5 1,0 0 446,0 3 1,-2 2-30,2-8 0,0 2 0,-1-3-47,1 4 1,0-1 18,0-4 0,-1 3 0,1-5 48,-1-1 1,1-2 8,-4 9 0,0-2-39,3-12 0,-2-1-6,-4 6 0,0-3 204,-3-1 163,-4 6 185,13-27 238,6-13-686,2-13 876,1-16-1005,2-3 0,7-14 1,4-4-14,-2 16 1,0 0-103,5-14 1,1-1 174,-2 11 0,0 3-48,6-18-26,-9 20 0,0 1 8,8-24-22,-3 10 11,-2 11-3,-4 13-46,-4 11-155,-3 6 284,-2 12 586,0 9-624,-1 16-70,-2 15 28,-6 12-197,3-26 1,-2-1 302,0 2 0,-2 0-48,0-1 0,-1 0-937,1 0 1,0 0 893,-2 2 0,1-3 0,-1 4 0,1-5 0</inkml:trace>
  <inkml:trace contextRef="#ctx0" brushRef="#br0" timeOffset="4275">5569 4821 12399,'2'-2'5085,"-1"-1"-1377,-1 3-3568,-6-31-84,-2 23 157,-27-18-67,-2 32-40,-21 7-33,7 2-28,4 1-12,12-3 29,-4 4-40,18-6-5,-6 6 6,11 1-12,6-4-5,1 3 50,3 6-17,1 1 12,-1 16-23,1-1 11,1 5-28,2-8 28,0 14-11,2-19 39,-3 11 79,2-17 123,-1-6 235,0-9 207,1-5-364,0-4 264,-2-4-449,-3-3-21,-2-4-80,0 1 34,1-4-5,4-3-68,1-1-22,8-3-11,6 3-6,8 3-27,6 4 10,5 4-11,3 5 23,3 8 11,1 5-23,-2 8 12,-6 4 16,-12 5 23,-12 4 0,-18 4-17,-11 1 16,-15-1-16,5-10-22,5-10 0,-3-3-102,-13 4-142,12-7 0,-1-1-2372,-16-2 2638,8-20 0,20 8 0,7-12 0</inkml:trace>
  <inkml:trace contextRef="#ctx0" brushRef="#br0" timeOffset="4776">6345 4787 15440,'0'-10'3170,"-3"-25"0,-2-4-1887,2 12-930,-2-11 0,0 3-90,1 23-380,2 8-29,0 11 157,0 1 96,-4 42-57,-3 7-25,2-10 0,0 2-354,-1-2 0,1 1 348,0-1 1,2 0-15,1-4 1,2-2-12,3-5 1,2-2-79,11 19-258,14-15-5614,27-18 1661,-10-16 4295,-11-8 0,-3-3 0,-8-1 0,-1-2 0</inkml:trace>
  <inkml:trace contextRef="#ctx0" brushRef="#br0" timeOffset="5199">6959 4792 17748,'-1'-49'1848,"0"0"0,-1-1 1,-2 7-863,-5 10-370,-2 0-275,1 12-330,4 11-162,3 10 95,2 14 51,1 17-1,0 22 0,0-17 1,0 3-320,0 7 1,0 2 94,1 6 1,0 0-826,2 3 1,1 0 54,1-2 0,1-2-1117,1-5 0,0-2 1547,0-6 0,-1-5 0,3 4 0,-5-14 1</inkml:trace>
  <inkml:trace contextRef="#ctx0" brushRef="#br0" timeOffset="5366">6791 5139 22111,'-8'-43'168,"-1"0"0,3 1 0,8 9-448,25 19-292,18-5-467,-6 7 1,4 1-2861,-4 1 1,1 0 3898,4 0 0,-4 1 0,3 1 0,-22 4 0</inkml:trace>
  <inkml:trace contextRef="#ctx0" brushRef="#br0" timeOffset="5692">7278 4782 15810,'0'-8'4811,"0"2"-3753,0 6 2718,0 0-3888,-23-31-17,22 25 101,-8-15-6,45 55-5,5 10 22,-19-19 0,-1 2-158,-2 5 1,-4 1 129,-2 26 36,-6-24 1,-4 0 58,-8-1 1,-2-3 27,-2 7 197,-14-11 101,9-25-108,-2-13-55,6-17 106,10-34-151,11 0-121,-4 30 1,2 1 2,4 1 1,4 2-20,3 2 0,2 2-23,2-1 1,3 2-163,4-1 0,3 4 45,-3 8 0,0 4-1039,30 1-661,-15 11 1057,-6 9 0,-27-5 0,-2 1 0</inkml:trace>
  <inkml:trace contextRef="#ctx0" brushRef="#br0" timeOffset="13084">8157 2254 28445,'3'-49'800,"-1"1"0,1-6 0,-1 8-762,-1 17-124,0-9 199,-3 3-128,1 7-68,-2 1 87,1 2-333,1 11 386,1-2-118,0 8 28,0 3-31,-1 4-622,1 1 1179,-1 6-3881,1 15 3857,-2 14-2,-3 20 58,-2 6-8,-1-10-231,4-19 0,0 0 880,-2 30-1170,1-11-25,3-18 1,0-1 2335,1 8-2307,1-8 0,0 1-197,0-21-208,0-2 442,0-7 2,0-13-560,0-1 553,0-22-109,0-28 11,1 27 0,0-3-235,0-10 1,2-1 355,1 5 1,1 2 104,-1 9 1,1 1 29,0-3 1,1 2 241,2-10-5,-2 7-274,-3 14-153,-2 16 0,-1 12 0,0 3 0,0 39 0,0-15 0,0 12 0,1 2 0,-1-3 0,2 4 0,1 0 0,-1-11-76,2 1 0,0-2-109,-2-5 522,3 8-337,-5-24 0,1-8 0,-1-7 0,-2-15 0,1 1 0,-6-47 0,5 4-117,0 12 1,0-2 199,2 5 0,2 2-50,-1 2 1,1 2-34,1-12 0,0 10 0,-3 27 0,1 2 0,-1 20-1795,0 2 1899,0 23-88,-5 25 1,2-26 1,-2 3 802,-2 12 0,-1 0-1670,1-14 0,-1 1 896,-3 17 0,1-4 0,1-13 0,-2 18 0</inkml:trace>
  <inkml:trace contextRef="#ctx0" brushRef="#br0" timeOffset="13875">8107 2304 13177,'0'-3'7002,"0"1"-4022,0 2-2756,0-47 29,0 35 54,0-34-89,1 50-195,2 5 232,1 8 36,-1 11 142,-6 18-53,-2-11-60,-9 20-113,-1-20 43,-3 10 165,2-6-57,5-5-69,3-6-78,4-8-76,1-7 90,2-6 304,1-4-405,0-3 336,0-9-568,0-4-109,0-14-180,0 3 71,0-11 218,3-5-66,0 7 323,4-14-122,-3 29 173,1-5 81,-3 15 97,-2 5-108,0 2-135,0 10 3,0 4-181,0 13-36,0 5-42,1 6-94,-1 6-588,0 4-2064,-2 8-2557,-2-9 4591,-3 6 0,4-32 1,0 0-1</inkml:trace>
  <inkml:trace contextRef="#ctx0" brushRef="#br0" timeOffset="16156">12883 2578 13758,'4'-56'1112,"1"1"1,-1 0-1,0 6 1,0 2-1,-2 3 173,-4-1 1,-1 6-1444,-3-4 404,1 9 0,-2 3 530,-3 11-664,2 8-254,2 3 129,3 33 291,3 20-1796,-1-2 0,0 3 1623,0-6 0,-1 3-9,-1 0 1,-1 4 0,0 0-218,0-2 0,-1-1 0,0 4-51,-1 5 0,1 5 1,-1 0-1,1-4-103,0-2 0,1-2 1,0 3-2184,0 5 0,1 5 1,0-2-1,1-10 1817,2-9 1,0-3 0,0 16 0,0-9 0,1-29 0</inkml:trace>
  <inkml:trace contextRef="#ctx0" brushRef="#br0" timeOffset="16582">14871 1979 18572,'10'-57'2902,"0"1"1,-2 10 0,-3 7-2095,-8 3-6541,-1 23 5092,0 7 1374,2 8 1182,-3 23-762,0-2-978,-1 19 1,0 7-115,1-9 1,0 1-5,0 1 1,-1 4 0,1-2-162,-1 3 0,-1 2 315,0 7 1,-1 6 0,1-6 1134,0-8 1,0 2-1748,0 3 1,-1 9 0,0 1-1,0-6-867,0-9 0,1-3 0,-1 1 820,0 9 0,-1 2 0,0-2-1734,-1-5 1,-1-2-1,0-5 1858,-1 1 0,1-6 1,-4 19-1,10-39 1</inkml:trace>
  <inkml:trace contextRef="#ctx0" brushRef="#br0" timeOffset="17571">12811 3457 8119,'-4'-1'5786,"1"0"-1109,3 1-4660,-30-12 95,33 10 40,-13-7-63,38 13 79,7 0 0,5-1-62,-4-2 1,2 0-374,6-1 0,5-1 353,0-3 0,5-1 0,-2-2-1006,-7 1 0,-1 0 0,4-1 927,2 0 0,5-1 0,2 0 0,-2 1 2,-2 0 1,0 0 0,0 1 0,0 0-402,3 0 1,1-1 0,0 2 0,0-1 403,0 1 1,0-1 0,-1 2-1,0-1-7,-3 1 1,-1-1 0,-1 2 0,-2-1-3,9 0 1,-3 0 0,-3 1-150,10-1 0,-6 1 143,-19 1 0,-6 1 57,-2 0-3745,-33 4 3623,-13 1 0,0 0 0,6-1 0</inkml:trace>
  <inkml:trace contextRef="#ctx0" brushRef="#br0" timeOffset="18496">13821 4983 19518,'0'-3'2013,"2"-26"1,2-7-1644,1 9-200,0-11 1,2-2 367,8-4-3167,-3 9 1,2-1 2667,-4 7 0,1-3 13,3-9 1,0-5-1,-2 4 166,-3 10 0,-1 0-203,2-10 0,1-4 0,-2 4 268,-2 1 1,-2 2-220,1-6 1,-1 2 24,-2 9 1,-4 3 134,-11-13 2537,0 23-2739,-13 10 1201,5 16-1190,-7 13-10,0 18-6,1 20 125,15-20 1,2 2-152,2 5 1,2 2 5,4 3 1,3-1-10,0-9 1,4 1-182,9 16 0,7 0-701,6-10 1,3-2-270,-4 1 0,4-1 1163,17 4 0,-3-8 0,-16-17 0,16 9 0</inkml:trace>
  <inkml:trace contextRef="#ctx0" brushRef="#br0" timeOffset="19678">14396 4334 17910,'2'-43'1316,"0"0"0,0 0 1,0-7-1,0 7-599,-3 5-353,-1 28-313,-1 2-79,1 17 28,-1 16 33,-1 24-16,1 1-592,0 0 1,2 3 563,1-13 0,1 1-68,1 19 1,2-1-12,-1-21 1,1-1-457,5 11 0,1-2-1714,3 8-1065,-6-17 1,0-3-6507,-1 1 9482,-4-12 0,-2-17 0,0-3 0</inkml:trace>
  <inkml:trace contextRef="#ctx0" brushRef="#br0" timeOffset="19845">14271 4580 13637,'-2'-5'6799,"1"1"-6502,1 4-101,4-65-241,18 36 0,-14-7 1,3 2-298,39 16-487,-4 13-218,-14 2 0,0 0-4481,32 4 5528,-13 3 0,-22-1 0,-15 0 0</inkml:trace>
  <inkml:trace contextRef="#ctx0" brushRef="#br0" timeOffset="20178">14677 4387 24004,'-11'-51'-39,"12"17"50,23 52-11,15 8-22,11 10-65,-19-11 0,0 2 17,-8-3 0,-2 0 3,15 22 5,-24-9 146,-22-12-22,-1-5 84,-22-7 83,3-16 124,-6-10-23,7-11 6,10-9-22,12-7-106,12-2-141,4 6 0,26-11-67,0 17-173,-8 9 0,3 2 94,23-4-196,-1 10-951,-4 6-6033,-7 10 6439,-11 3 0,-13 0 0,-9-1 1</inkml:trace>
  <inkml:trace contextRef="#ctx0" brushRef="#br0" timeOffset="21383">17995 2269 12729,'4'-46'1441,"0"1"1,0-1 0,1 0 0,-2 1 0,1 8-378,-1-5 37,0-5-915,-3 20-123,0 9 40,-6 65 75,2-17-66,-2 14 0,-1 7-2119,1-11 0,0 1 2105,-2 17 0,-2 2-31,3-10 1,-1 1-102,2-7 0,-1 4 0,1-3-325,-1 13 1,1 1-706,2-12 1,1 3 0,-1-1 1058,2-2 0,1 1 1,0-5-1,0-4 1,1-4-1,2 21 0</inkml:trace>
  <inkml:trace contextRef="#ctx0" brushRef="#br0" timeOffset="21949">20599 1940 22070,'-5'-57'1372,"-1"-1"1,4 11-1,-2 8-1546,-4 17 48,3 14-185,3 4-51,-1 3 1277,3 15-651,0 19-263,-1 26 171,0-19 1,-1 2-634,-1 8 0,-1 3 770,-1 4 1,-1 3-98,2-17 1,-1 0 0,0 1 20,0 0 1,0 0 0,1 0-351,0 0 1,1-1 0,0-1 116,0 6 1,1-1-529,1 3 1,1 0-2729,-1-6 0,0-1 3206,-1-4 1,0-3-1,-1 22 1,0-40 0</inkml:trace>
  <inkml:trace contextRef="#ctx0" brushRef="#br0" timeOffset="22601">18421 2977 8870,'-57'-6'1919,"0"-1"0,5 1 1,6 1-391,-2-2-739,13 1-219,7 1-375,9 3-112,5 0 95,1 2 40,0 0-85,-1 2-128,4-1-1,2 2 46,5 2 72,0-2 179,-4 5-105,2-4 408,-11 5-168,3-3-57,-4 0-161,8-3-74,5-2 82,4-1 41,9 0-95,2 0 197,45-1-271,-25 0 0,4-1-682,21-1 1,4-1 683,-17 1 1,1 0 0,2-1 81,6 0 0,1-1 1,-1 0-15,-7 1 1,-2 0 0,5 0-727,9-1 1,7 0-1,1 0 1,-4-1 687,-10 2 0,-2 0 1,0 0-1,2 0-9,8 0 1,1-1 0,2 0 0,2 1-333,-3-1 0,2 1 0,1-1 0,-2 1 0,-4 0 350,-4 1 1,-4 0-1,0 0 1,3 0-74,1-1 0,4 0 1,1 1-1,-1-1 0,-5 1-69,10-1 0,-3 1 1,-5 0-191,-9 0 1,-3 1-1,-4-1 36,4 1 0,-7 0-1330,2-1 1452,-27 2 1,-11 1 0,-3 0 0</inkml:trace>
  <inkml:trace contextRef="#ctx0" brushRef="#br0" timeOffset="23491">18801 3796 14387,'11'-58'2003,"-1"-1"1,1-1-1,-1 8-6622,-1 11 5354,4-6 1177,-1 12-1598,-2 12 630,-4 12-916,-4 13 44,-2 17-4,-5 23-35,0-11 1,-1 2 1265,-2 7 0,-2 1-1299,-1 3 0,1 1 5,0-1 1,1-1-242,2-2 0,2-1 236,1-5 0,3-1 23,7 19-1,2-19 230,13-12 28,-2-19 712,13-12-869,5-18-70,-15 5 0,1-2 255,1-2 0,2-2-199,2-6 0,-1 0 3,-7 8 0,-1 2 34,11-19 173,-17 23-178,-10 12-147,0 3-22,-3 8 11,0 9 17,-1 12-5,0 10 5,0 10-45,0 10-546,2 8 210,1-27 1,0 3-1581,3 11 1,0-1-149,0-14 0,0-1 1456,3 9 1,0-6 0,-3-15 0,1-3 0</inkml:trace>
  <inkml:trace contextRef="#ctx0" brushRef="#br0" timeOffset="23724">19689 3603 23607,'4'31'14,"0"1"0,2 30-37,-2-23 1,1 1-699,-2 3 1,-1 0 101,-2-7 0,1 1-4297,1 16 1,0-1 1771,-1-17 0,-1-2 3144,3 4 0,-1-5 0,-1-16 0,0-1 0</inkml:trace>
  <inkml:trace contextRef="#ctx0" brushRef="#br0" timeOffset="24248">19570 4050 12281,'-3'-6'6923,"1"1"-6559,-9-28 0,0-7-212,5 11-214,-5-14 0,5 3-50,13 24-179,16 6-39,10 6 212,2 2-146,3 4 1,3 3-107,9 1 166,-14-2 0,0 2-93,11 1 73,-16-3 134,5 0 241,-17-5-22,-6-7-56,-12 0 224,-6-11 235,-3 1-2322,-8-9 2412,5 9 621,-2-6-285,9 13-415,0-2-520,5 6-12,13 2-22,-1 5 0,32 14 11,-6 5-12,9 8 1,-23-8 0,-1 2 1391,0 7 0,-1 2-1386,-1 2 0,-3 1 0,1 8 1,-6 0-6,-7-8 0,-4-2 28,-5 13 89,-11-10 202,-6-23-84,0-2 644,-10-36-476,17-5-213,-5-17 74,24-12-102,11 9-95,1 15 0,4 1-51,-2 8 1,3 3-28,10-3 0,2 5-23,17 4 554,-1 5-958,-4 21-1858,-16 12 2307,-4 25 0,-13-19 0,-12 6 0</inkml:trace>
  <inkml:trace contextRef="#ctx0" brushRef="#br0" timeOffset="53796">12852 4340 22397,'16'-14'784,"0"8"-526,-13 14-135,1 2 134,-3 2 1,-3-2 162,-8 5-162,-3-4-118,-4-1 162,0-7 175,-1-7-214,2-7-3465,0-12 3275,8-1-279,4-25 206,4 21 39,8-26 6,10 19-45,-1 7 11,19 0-11,-12 22 17,6-1 3197,0 13-3264,3 15 39,-6 0-1443,-5 8 0,-4 2 1443,-6 4-3,-10 16 0,-6 3-890,-14 2 906,3-19 0,-5 6 0,-1-4-290,-9 4 0,-5-2 297,0-2 0,-3 2 1,1-3-2,-1 0 0,-1-3 74,2-8 0,-4-1 1,6-5 37,-3-5 115,-18-13 2565,43-26-2654,7-17 50,28-19-90,5 12-67,8 6 12,1 17-18,10 15-27,8 5 248,-18 7 0,2 4-327,-2 4 1,0 2-94,-6-1 1,-1 2-4751,13 13 1,-3 1 3606,-5-2 0,9 11 0,-36-30 0</inkml:trace>
  <inkml:trace contextRef="#ctx0" brushRef="#br0" timeOffset="60714">12984 5967 16180,'-7'-41'1372,"0"0"0,0 1 0,4 8-862,5 19-185,2-2-45,3 4-191,-3 5-50,0 4 141,-4 7-91,0 1 74,-5 14-11,-10 24-113,-4 8-384,6-16 1,0 1 367,-4 15-7,9-20 1,2 0-214,0 19 214,1 10-1544,6-28 0,0-1 1538,1 8-29,4 10 34,-2-22 462,2 6-444,3-1 5,3-8-28,1-5 196,7-6-146,4-6 3357,15-1-3390,-6-5 0,1-1-23,16 0 3,2-2 1,0-2-341,-2-2 343,0 0 0,1-1-303,-15 1 0,0-1 297,11 0 1,-1-1-6,-10 1 0,2 1 3,5-1 1,5-1 0,-3 0-653,1 1 0,-2 0 649,18-2 0,1-1 2,-10 3 1,-3 1-112,-6 1 1,2 0 115,2 1 1,5-1 0,-4 1-322,3 0 0,2-1 314,-8 2 0,6 0 0,0 1 0,-8-1 2,2 1 1,-1 0-7,12-1 1,5 0-1,-2 0-486,2 0 1,-1 0 489,-9 0 0,3-1 0,2 1 3,-6-1 0,2 1 0,1-1 0,-4 0-5,-1 1 0,-2-1 0,2 0-1,2 0 0,4 0 0,-1 0 1,-3 0 5,-2 0 1,-3 0 0,4-1-9,4 1 0,4-1 0,2 0 0,-2 0 8,-6 1 0,-2 0 0,0-1 0,2 1-382,6-1 1,3 1-1,-1-1 1,-2 1 378,-6-1 0,-2 1 0,0 1 0,-3-1 1,6 0 1,-3 0 0,2 0 2,10 0 0,1-1 0,-1 1-9,-11 0 1,-1 0-1,3-1 0,4 1 1,5 0 0,0-1 0,-5 1 49,-2 0 1,-3 0 0,3-1-48,-2 1 1,5-1 0,-1 1 0,-5-1 6,-3 1 1,-3 0-1,1-1 0,12 0 1,2 0 0,0-1-6,-2 1 0,-1 0 0,0 0 2,-1 1 0,-1 0 0,-1 0 3,-1 0 1,-1 1 0,1-1-80,8 1 1,1-1 0,-2 1 75,-8 0 0,-2 1 0,0-1-1,-2 0 1,-1 1 0,0-1 614,16 0 0,-2 0-633,-4 0 0,0 1 22,0-1 1,-1 0-6,-6 1 0,-2 0 6,-3 0 0,-4 0-6,-2 1 11,-7-1 0,-1 0 678,7-1-672,-10 0 1452,3 0-1122,-24-1 1644,1 0-1571,-5-12 358,-3 4-683,2-11 274,-2-4-190,2-10-76,0 1 1,1-3-20,2-17-1654,0 2 0,-1 1 1654,0 5-8,0-2 0,-2 1-48,-2 11 5,0-1 1,-1 2-22,0 11-248,-2-16-1444,-2 31-1350,-2 1 2462,-4 15 1,5-2 0,-1 3 0</inkml:trace>
  <inkml:trace contextRef="#ctx0" brushRef="#br0" timeOffset="61672">16500 6645 17148,'0'-6'5143,"0"2"-2836,0 4-2218,-39-48-89,29 36-22,-29-31 67,49 64-6,1 12-33,4 7 2,-8 0 0,-3 1-13,-3 8-309,-5 0 0,-3 5-590,-2-5-1,-2-2 121,2-8 0,1 1 784,0 20 0,3-6 0,4-23 0,4 13 0</inkml:trace>
  <inkml:trace contextRef="#ctx0" brushRef="#br0" timeOffset="61903">16763 6792 21780,'6'-46'816,"-1"0"0,1 4 0,-3 11-883,-3 26 39,0 14 62,0 12-1,-2 21-27,-2-1-90,-2 0 0,-3 2-202,3-11 1,-1 1-1040,-3 22 0,0 0-2754,3-18 0,0-3 1771,2-1 0,-1-2 2308,-5 6 0,7-25 0,-1-1 0</inkml:trace>
  <inkml:trace contextRef="#ctx0" brushRef="#br0" timeOffset="62203">16378 7141 18621,'-45'-28'1477,"0"-1"0,4 4 0,10 4-1197,20 11-117,6 5-186,6 9 62,7 7-22,2 3 62,27 21-35,-2-8-22,-8-8 1,1 1 22,11 3 67,-9-11 0,1-2 129,15-2-107,-11-5 1,0-2 5,12-8 36,-9-5 0,-1-4 60,16-11-99,-17 7 1,0 0 170,10-13-23,-15 6-173,-14 9 84,-10 1-196,-6 11-537,-6-1-1082,-5 12-5999,-12 11 7618,-1 6 0,7-5 0,5-5 0</inkml:trace>
  <inkml:trace contextRef="#ctx0" brushRef="#br0" timeOffset="63403">15614 8336 18538,'1'-55'1075,"0"0"0,1 0 1,-1-11-1,0 7-487,-2 20 0,0 7-196,-2 3-5,-1-2-381,2 23 114,7 51-106,-4-6 0,1 3-9,1 3 1,-1 3-509,-4-1 0,-1 4 0,-1-1 508,-5 15 1,-1-1-6,3-20 0,-1 0 0,0 3-4,-2 3 0,-2 4 0,1-1 0,1-6-2,-1 3 0,1 0 2,-3 9 1,-1 5-1,2-9 4,5-20 0,0-4 28,-1 9 0,0-5 107,2-10-45,4-24-62,4-20-6,7-18-16,10-17 5,-5 24 0,1-2 580,3-2 0,1 0-580,1 0 0,1-1-6,1 3 1,0 2 5,12-15 51,11 3-56,-20 28-6,10 0 0,-10 21-11,-1 12-6,2 15 425,-1 13-413,-1 8-51,1 4-119,3-2-278,8-5-370,10-7-225,9-12 530,-24-21 0,1-3 65,2-5 1,1-3 239,0-5 0,1-3 185,-1-3 0,-1-4 78,-1-2 1,-2-3 61,-4-2 0,-2-2 64,-2 0 1,-3-3 64,-3 0 0,-2 0 308,6-30 73,-8 4 33,-6 8-78,-8 8-163,-5 11-201,-3 9-135,-5 9-39,-4 15-11,-6 12 6,-5 19-3199,-2 12 3156,15-21 1,2 2 8,-9 29 0,9-5 0,9-10 12,10-12 16,7-13 33,13-19-38,-7-7-7,13-22 18,-8-3 3392,5-15-3354,-4-4 41,-4 4 83,-8 9 39,-6 15-128,-3 12-51,-6 15-28,-4 13-28,-4 14-6,0 12-5,3 4 28,5-10-29,15 9-4,4-19 21,15 4 23,5-19 17,7-19-28,8-15-218,-22 2 0,-1-4 226,1-5 0,-1-4-466,1-6 0,-3-3 472,-1-7 0,-2-3-12,-1-4 1,-1-5-7,-6 10 0,1-2 0,-1 1-353,-3 7 0,0 1 0,0 1 359,5-19 1,-3 2 25,-3 12 0,-2 5 12,-3-12 49,0-1 337,-5 23-449,-1 18 824,-3 20-806,-5 22-12,-9 27 0,4-13 0,0 4-61,-4 12 1,0 4 65,5-14 1,0 1 0,0 1-14,1 4 1,0 1 0,2 0-23,1 0 0,1 1 0,3-1-45,2-3 1,2-1-1,3-2-230,4 15 0,9-5-1102,9-6 1,6-6-151,-2-17 0,4-5-3359,6-4 1,1-9 4713,19-13 1,-22-3-1,-16-3 1</inkml:trace>
  <inkml:trace contextRef="#ctx0" brushRef="#br0" timeOffset="63620">17709 8464 17333,'13'-52'1382,"-1"0"0,1 0 1,-3 5-1,0 2 1,-5 9-985,-11 5 145,-11 10-251,-4 15-96,-10 11-73,-5 18-45,-3 24-534,18-13 0,1 5 456,-2 9 0,2 5-2,5-11 0,0 2 0,1 4-7,0 1 1,0 5 0,0 1 0,1-1-805,2-1 0,0-1 1,1 0-1,0 1 736,-1-1 0,1 0 0,0 1 0,2 2-513,2-3 1,1 2 0,0 1 0,2-2 0,-1-6-227,1-2 0,0-4 0,0 4 683,-2 14 0,-1 9 1,0-3-1,1-13 0,2-17 1,-1-5-1,-3 13 0,0 1 1</inkml:trace>
  <inkml:trace contextRef="#ctx0" brushRef="#br0" timeOffset="63770">17030 10111 16203,'-8'-48'889,"0"-1"1,0 0-1,0 0 1,-2 0-1,1 3 1,5 0-661,6 1 1,4 0 0,2 3-760,4-6 0,4 2 606,-1 6 1,1-2 0,0 3-44,4-8 1,4 0 9,7-4 0,6-2 0,-2 5-66,1 3 1,1 3-372,-5 3 1,2-2 0,-1 4-198,7 0 1,-3 4 590,-5 8 0,-2 2 0,12-12 0,-8 9 0</inkml:trace>
  <inkml:trace contextRef="#ctx0" brushRef="#br0" timeOffset="64520">18718 8784 12096,'19'-48'1708,"1"1"0,-1-1 1,-1 4-1,0 2 1,-2 0-911,4-8 1,-2 2-248,-5 9 1,-2 1 5,-3 5 0,-3 2-310,-1-3-63,-5 8 12,-4 24-151,-3 14-17,-2 5 23,-8 28-18,-1 12-585,3-7 1,0 3 551,4-5 0,1 0 0,-1 7 0,3-2 5,5 10-46,18-9 64,11-31 38,15-5 2,6-25-30,-13-9 1,0-6-12,-4-2 1,-1-2-1518,6-10 1,-3-1 1499,-11 11 1,-1 0 210,4-12 1,-2 0-144,2-5 37,3-7 102,-16 25-184,-8 19-5,-9 8 3182,-11 24-3217,-3 8 24,-3 18 502,14-2-520,9-3 12,12-4 16,2-14 6,23-3-5,-5-17-6,16-7-34,-8-18 22,-10-4 12,-1-17 22,-10-13 1,-2-4-21,-9 22 1,-3 1 8,-1-14 0,-1 12-28,-4 12-23,0 12-55,-3 10 11,2 9-230,1 10-140,6 1-3529,18 22-274,-3-20 3392,18 17 0,-29-33 0,-2-1 0</inkml:trace>
  <inkml:trace contextRef="#ctx0" brushRef="#br0" timeOffset="65147">20154 8371 23864,'-30'-44'466,"0"1"1,7 3 0,-2 11-270,-16 30-35,-1 18-111,-1 6-18,-1 17-16,16 4-28,12-7 5,7 12 1,7-23-29,17 26 68,-1-33-12,16 5 12,-2-34 5,1-13 6,0-14-34,-7 4 34,1-24-1,-14 32 52,3-17-46,-11 33-11,-5 3-22,-5 14 0,-5 10 0,-3 16-17,2 8-6,6 5-28,12 0 29,14-4 16,15-7-5,16-11 27,7-13-1704,-19-18 1,0-3 1681,14-7 3,-15-5 0,-1-5-235,7-20 235,-15 11 0,-2-2-17,-1-7 1,-2-2 13,1-7 0,-2-3 17,-7 15 0,1-1 0,-1-1-364,1-2 1,-1 0 0,0 0 359,0 0 1,-1 0-1,0 0 18,3-14 0,-1 2 5,-4 9 1,-2 3 39,0-17 109,-6 23-129,-2 19 2683,0 13-2750,-2 18 34,-2 17-34,-4 31-229,3-18 0,0 5 217,-1 9 1,0 5 0,1-2 0,0 3 0,1-2 89,1-17 1,0-2 0,1 3-107,-1 3 0,1 3 0,0 0 0,2-3-97,1-4 0,0-3 0,2 1-176,0 7 0,0 2 1,1-2-507,4 15 1,2-3-1401,-1-13 0,1-5 1567,5 16 0,-6-31 0,-5-18 0</inkml:trace>
  <inkml:trace contextRef="#ctx0" brushRef="#br0" timeOffset="65903">20369 8474 23304,'2'-41'80,"1"0"0,-4 4 1,7 9-90,26 22 1,7 8-238,23 1-639,-15-1 1,2 0 38,-6 1 0,-1 1-717,0-1 1,0-1-231,-4 0 1,0-1 615,-4-1 1,-1-1 594,23-4 1623,-12-4 931,-15-2 1264,-13-1-356,-13 2-881,-11 0-699,-6 3 134,-7 2-768,-2 3-263,1 3-190,5 5-33,7 5-51,5 7 5,9 6-39,7 4-61,4-6 56,26 7-18,-4-15-50,-4-6 1,1-3-12,6-5 62,9-15 11,-24-7-33,0-10 10,-8-6-16,-7-1 0,-5 1 11,-10 5-23,-7 6 29,-11 11-12,-10 7-16,-6 12 22,-3 9-17,-6 18-11,16-6-17,-4 19-11,20-7 23,2 14-18,9 4-10,14 0 5,12-2-238,17-7 232,13-8-3,-22-23 1,1-3 25,31 3-17,-2-15-5,-5-10 44,-4-13-11,-3-6-11,-4-9 27,-4-3-16,-5-1 42,1-6-36,-12 17-23,2 0 45,5 8-6,0 8 12,17-4-34,-5 13 0,0 12 6,-4 12-12,-5 18-28,-11 1-16,-11 0 0,-4 6-860,-3 2 1,-2 2 438,1-2 1,0 2 442,-2 19 0,0-7 0,-1-21 0,2 18 0</inkml:trace>
  <inkml:trace contextRef="#ctx0" brushRef="#br0" timeOffset="74405">13595 1714 16755,'-23'-51'603,"1"-1"0,0 3 0,-1 6-673,-18-4-257,19 23 1,-1 0 498,-3-1 0,-2 1 2,-3-2 0,-1 1 40,-6-1 1,-3 1-15,-5-1 1,-2 1-1172,-5-1 0,-3 0 1036,17 8 1,-2 0 0,1 1 19,-3-2 0,0 1 0,0 0-46,-2-1 0,0 1 0,0-1-48,-1 0 1,0 1 0,-1-1-697,-11-3 0,-3-1 0,5 2 648,15 6 1,2 0-1,-1 0-54,-16-5 0,-3 0 0,4 0-322,-2 0 0,1 0 410,8 3 0,-2 0 1,0 0 9,-1 1 0,0 0 0,-1 1-220,-2-1 1,0 1 0,-1 1 177,-3-1 0,0 2 0,0 0 0,-3 0 1,0 0 0,-1 1-92,15 3 1,-1 0-1,0 0 1,-1 1 135,0 0 0,-1 0 0,1 1 0,-1 0 4,0 0 1,0 1-1,0 0 1,-2 1 3,-8 0 1,-3 1 0,2 0-1,3 1 0,2-1 0,4 1 1,-3 1-5,2 1 0,-3 0 1,1 1-1,4 1 291,4 2 1,4 0 0,-3 1-292,-10 1 0,-2 2 1,0 0-1,0 2 1,0 1-1,1 2 0,-2 1 1,1 1-1,-1 1-4,-1 2 1,0 2 0,-1 1 9,13-4 0,1 2 0,-1 0 0,0 1-183,-1 1 0,-1 1 1,0 1-1,1 0 187,-1 1 0,0 1 0,0 1 1,1 0 4,0 1 1,1 0 0,-1 0 0,2 1-3,2-2 0,1 1 0,0 1 0,1-1 61,-10 8 1,1 0-1,2-1-55,3-1 0,2 0 1,2-2-14,-5 5 0,2 1 28,6-4 0,-1 3 0,3-3 2,-2 3 1,2 0-16,2-3 0,-1 2 0,1-2 80,-6 7 0,3-2 256,2-2 0,1-2 667,4-3 0,2-2-131,-15 14 1185,17-15-428,16-15 2398,8-16-3829,6-5 2153,1-18-1742,3-19-369,-2 5-163,-3 7 0,-2-1-81,-11-24-355,2 22 1,-1-1-157,-3 1 1,-2 0 604,1 5 1,0 2-796,-13-20-109,8 16-87,5 12-111,7 12 128,3 6 627,2 11 1262,0 12-590,0 14 0,0 4 424,-1 12-310,0-10 0,2 1 382,-1 16-34,3 1-465,3-22 1,3 1-2166,1-3 1,5-2-108,14 3 1,7-4-3072,1-7 1,2-4 4309,0-1 1,-2-3 0,12-6 0,-32-7-1</inkml:trace>
  <inkml:trace contextRef="#ctx0" brushRef="#br0" timeOffset="75787">17916 1425 28987,'-2'-6'-7368,"0"1"4945,2 5 5971,-35-68-4971,21 41 2786,-6-6 1,-5-9-1,3 8-1777,-2 5 539,-13-6 0,-2 0-1907,-3 8 2206,-3 0 0,-6 1-502,5 8 0,-2 2-226,5 1 0,-3 1 0,-2 0 137,0 1 0,-3 2 0,-2-1 1,2 1 480,3 1 1,1 1 0,0 0-1,-3 0-89,-8-2 0,-3 1 0,0 1 0,4 0-121,4 0 1,3 2 0,-6-1-89,-1 0 0,-7 1 0,-2-1 1,3 0-1,7 1-670,3 1 0,6 0 1,-5 0 625,3 0 0,-5 0 0,-2-1 0,0 0 1,1 1-116,-7 0 0,-1-1 0,2 1 1,4 1-79,4-1 1,3 1 0,-8-1 116,11 2 1,-6-1 0,-5-1 0,-2 1 0,1 0 0,2 0 0,5 1-371,-12-2 0,5 1 1,1 1-1,-5-1 436,5 0 1,-3 0 0,-2 0 0,0 0-1,2 1 1,4-1-112,-4 1 1,4-1-1,0 1 1,-3 0 63,5 0 1,-4 0 0,-2-1 0,1 1-1,1 0 1,3 0-204,-7-1 0,2 1 0,2-1 1,-3 1 183,5 0 0,-2-1 0,-1 1 0,1 0 0,1 0-6,3 0 1,0-1-1,0 1 1,2 0 0,1 1 14,-3-2 1,3 2 0,-2-1 0,-3 0 3,4 0 0,-3 0 0,-2-1 1,0 1-1,0 0 0,2 0-6,-3 0 0,2 0 0,0 0 1,0 0-1,-2 0 9,4 1 0,-2-1 1,0 1-1,0 0 1,2-1-1,4 2 57,-4-1 0,4 0 1,1 1-1,-3 0 65,-9 0 0,-2 0 0,0 1 0,3 0-56,10 1 1,3-1-1,-1 2 1,-3-1 8,-4 1 0,-5 1 0,-1-1 1,1 1-1,2 0-16,-5 1 1,3 0-1,0 0 1,-1 1 36,8-1 0,-2 2 0,0-1 0,1 1 0,2 0-33,-2 2 1,1-1-1,1 1 1,0 1 5,-1 1 0,1 0 1,0 1-1,-1 0-69,0 1 0,-1 1 0,0 1 0,3-1-21,-4 1 0,2 1 0,-4 1 99,12-1 1,-4 1 0,-1 2 0,1 0 0,1-1-9,-4 4 1,1 0 0,1 1 0,0-1 4,-1 0 1,0 0 0,0 0 0,2 0 46,-9 6 1,2-1 0,3 0-53,-3 3 0,3 0 353,1 2 0,-2 1-400,5-1 0,-4 1 0,3 0 81,9-4 1,1-2 0,0 2 149,-5 3 0,-2 0 0,5-2-164,0 0 1,3-1 33,-11 6 1,1 0 771,10-6 1,1-1-464,-10 7 1,-1 1 181,4-4 1,0 1-6,-5 4 1,3-2-21,17-11 1,1 0-10,-7 5 0,4 0 1918,3 3-1234,1 3 398,12-2-957,10-10 1852,4-2-2460,3-10 1093,0-1-769,-2-5 648,-1-1 676,-4-4-1278,-1-5-1026,0-2-194,-2-11 23,0-9-3715,2 3 4130,-4-25-978,2 17-786,-2-7 1252,1 12 854,-6-4-106,-1 7 193,-4-1-169,4 12 324,10 11 409,2 3 478,-1 11 736,-1 8-331,-2 16 65,3-1-884,4-1 1,0 1 339,1 3-758,4 7 1,0 1-445,3-8-178,2 1 1,3 0-1327,4-4 236,6 10 194,-5-20 124,-6-11 579,-2-5 385,-5-7 1305,-1-4 40,6-13 57,-2 3 16,9-18-459,5 8-10597,21-16 10353,-14 14 1,4 2 0,-24 19-1</inkml:trace>
  <inkml:trace contextRef="#ctx0" brushRef="#br0" timeOffset="76461">6866 1495 21806,'-2'-7'1160,"1"1"-429,1 6 2022,0 0-1857,-15-41-2255,11 32 390,-11-26 250,15 51 12,0 3 1460,0 32-74,2-5-954,-1-10 1,1 1-38,2-5 0,0 0 1084,7 30 17,7-6-170,9-9-1480,0-16 871,0-15 0,4-4 383,23-2 4,-14-6 1,3-2 184,-4-6 0,-1-3 196,2-3 0,-1-2 158,1-3 0,-3-1-38,-7 3 1,-1-2-899,11-7 0,0-1 0,7-8 0,-15 11 0,-2 0 0,3-4 0,-16 10 0,-12 7-8204,-13 10 8192,0-1 0,-2 3 1,7-3-1</inkml:trace>
  <inkml:trace contextRef="#ctx0" brushRef="#br0" timeOffset="76843">6963 1737 24310,'-5'-7'-1453,"-16"-27"1,-3-7 492,2 4 995,-5-9 0,0 0 16,7 7-95,6 12 467,4 1-273,6 16-1781,0-1 2080,4 14 1084,2 12-768,0 3 110,7 37-160,-3-5-362,0-12 0,1 2-133,0-5 1,0-1 83,8 19-247,1-19 1,4-2-1356,15 5 1215,-7-13 0,3-1 186,-2-10 0,1-2 250,2-3 0,1-3 122,0-2 1,1-4 188,-1-2 0,0-3 134,0-2 0,-1-3-39,-1-3 0,1-1-678,-2-2 0,0-1 398,-1-2 0,-3 0 1,4-2-1,-9 2 1</inkml:trace>
  <inkml:trace contextRef="#ctx0" brushRef="#br0" timeOffset="77727">7005 1584 27257,'2'-61'-2467,"15"5"3369,14 35 1,5 4 1171,16-9-1356,-6 4 1,-1 2 113,3-1-543,8-2 0,4-1-134,-15 6 1,2-1 77,9-2 1,5-2 0,-4 3-115,-3 0 1,0 0-120,-1 1 0,4-1 0,-3 0 0,4 0 0,0-1 0,-10 4 0,3-1 0,0 0 0,-1 0 0,0 1 0,2 0 0,-6 2 0,2 0 0,0 0 0,-1 1 0,9-3 0,-1 0 0,0 1 0,-2 1 0,1 0 0,-2 0-46,-1 1 0,0-1 0,-2 2-22,-7 1 1,-1 1-1,2 0 11,9-3 0,3-1 0,0 1-23,1-1 0,0 1 1,1 1 6,0-1 0,1 0 0,-1 0 17,2 0 0,-1 1 0,1-1-4,0 1 1,-1 0 0,1 0-6,1 0 0,-1 1 0,1-1-26,0 2 1,1-1 0,0 1-684,-15 3 1,0 0 0,2 0 0,0 1 470,11-2 1,2 1 0,0-1-1,-3 2-36,-1-1 0,-3 2 0,2-1 76,-9 1 0,1 1 0,0-1 0,1 2-171,3-1 0,0 1 0,1 0 0,-2 0-118,9 0 1,0 0 0,5 0-83,-15 1 1,5 0-1,2-1 1,1 1 0,-1-1-1,-3 1 544,1 0 0,0-1 0,-2 1 0,-2 1 0,-2-1 1,18-1-1,-4 1 0,-5 0 0,4-1 0,0 0 0</inkml:trace>
  <inkml:trace contextRef="#ctx0" brushRef="#br0" timeOffset="79978">8387 2806 27521,'37'-22'518,"0"0"0,0 0 1,3 1-1,1 0 0,1 5-488,1 5 0,1 3 0,0 1-1499,1-1 1,1 1 0,-3 0 1225,8 0 0,-2 1-171,0 1 0,-4 3-58,3 7-173,-18 8 912,-40 14-1014,-40 10 876,13-14 1,-3-1-201,-5 3 0,-2 0 438,-1-1 0,1 0 357,3-2 1,2-2 140,7-2 1,2-2 2569,-12 7-1647,22-10-1161,14-7-627,16-3 0,21-5 0,12-7 0,21-8 0,-13-2 0,-18 3 0,-1-2 0,-2-12 0,3-18 0,-29 1 0,-14-5 0,-10 2 0,-11 0 0,12 20-138,-2 2-2149,18 20 135,0 1 291,4 4 741,9 6 1676,10 7-4108,14 11 4222,9 11 3753,1 10-4514,-4 7-151,-15-6-472,-11-5 1,-4 2-3012,-2 18 1681,-2-21 1,-1-1 1372,-3 18 0,0-33 1,0-2-1</inkml:trace>
  <inkml:trace contextRef="#ctx0" brushRef="#br0" timeOffset="80620">9657 2410 22324,'0'-6'6014,"0"2"-4876,0 4 1207,-20-67-6784,9 46 4070,-1-16 1,-1 6-399,2 29 1382,2 13 561,4 2-52,-6 33-376,5-6-852,2-8 0,1 0 827,6 24-459,6-21 0,2-1-99,9 12-842,3-15 0,3-4-1476,8-6 1790,4-8 0,2-5 559,11-15 381,-17 0 0,-2-5 1016,1-30 203,-16-12-1180,-14 23 0,-4-1-476,-3-3 0,-4 0-140,-2-2 0,-2 1 0,-2 0 0,-2 2-309,-3 2 0,-2 1-701,-2 4 0,-2 3-1,-3 3 0,-2 4 286,-1 3 0,0 3 378,-29-1 794,8 12 660,11 13 796,11 14 273,10 14-1352,14 11-824,18 6-1106,0-28 0,5-2-1188,5 2 1,4-2 2121,9 0 0,-1-2 0,5 2 0,1-5 0</inkml:trace>
  <inkml:trace contextRef="#ctx0" brushRef="#br0" timeOffset="80960">10110 2304 32767,'-21'-23'-3985,"13"19"3327,36 43-1266,-5-7 820,14 8 648,-8-20 695,-5-4 192,1-6-875,-17-15 3152,0-11-1581,-3-14 147,-3-13-206,-2-8-181,-4-8-730,2 19-104,-1-4-644,3 24-1775,4 0 807,17 8 2588,-2 7-2126,23 12-3047,-8 6 4183,15 12 1,-23-10 0,-3-1-1</inkml:trace>
  <inkml:trace contextRef="#ctx0" brushRef="#br0" timeOffset="81496">10640 2232 32767,'-32'-29'-3193,"9"4"908,48 12 6286,0-1-2524,20-13-1477,-18 9 0,2-17 0,-22 18 0,-2-15 0,-15 13 0,-14-5 0,-4 9 0,-8 5-1176,13 9 349,-1 8 1050,7 3 944,-1 10-554,6 5-613,5 16 0,7-11 0,8 17 0,2-24-14,7 4 0,5 0-2224,12 2-8,13 12 1679,8-34 1,0-9 887,-14-2 300,15-7 1,-6-6 1167,-33-1 10,4-21-1306,-17 17-493,-2-18 0,-2 4 0,-2-10 0,1-1 0,3-4-1582,6 7 554,3 7 620,3 16 1180,0 13 1205,-3 6-1708,1 6-269,0 10 0,3 10 0,12 26-890,3-1 728,11-5 1,-1-3-1,-16-12 1,1-9 0,0 0-1</inkml:trace>
  <inkml:trace contextRef="#ctx0" brushRef="#br0" timeOffset="82337">10230 3244 32119,'-14'-40'-882,"1"0"0,1 2 0,-2 13-1418,1 26 5377,-12 19-560,9-2-2517,-2 14 0,-1 6 0,8-6 0,0 2-93,-4 21 1,1 5-113,4 2 0,4 2-97,2-15 1,1 1 0,2 1 475,0 5 1,1 2 0,1 0-846,2 4 0,1 0 0,0 0-542,0-14 1,1 0-1,0-1 1,0 0 272,3 13 0,2-2 0,-1-1 272,0-8 1,0-2 0,0-2-137,1 6 0,0-7 213,1 7 963,-15-30-331,-14-26 1237,-21-32-1582,19 12 1,2-4 37,-4-12 1,2-5 877,7 1 1,3-1-541,1-2 0,3-1-7,2 0 1,1 1-15,1 12 1,2-1-128,2-15 0,4 0 77,0 15 1,3 1 329,5-16 1,3 0 105,3 9 0,2 2-34,3 0 1,2 0-113,0 2 1,2 1-229,0 3 0,0 3-148,-7 8 1,1 2 264,7 1 1,-4 4 0,-6 6 0,7-2 0</inkml:trace>
  <inkml:trace contextRef="#ctx0" brushRef="#br0" timeOffset="83078">10360 3773 29405,'24'-40'319,"-1"0"1,1 0 0,-1 1 0,0 0-1,-2 1-163,2-5 0,-2 1-1750,2-5 0,-2-1 1628,-1-2 1,-2 0-19,-3 1 1,-3 2 408,-4 10 0,-2 1-309,-4-11 1,-2 3 31,-9-10-282,2 17 0,-1 2-281,-10-7 312,0 10-782,4 14-153,5 10 231,2 16 238,1 16 1426,-4 34-21,3-11-386,3-16 0,1 2 36,2 5 0,1 0-46,2-6 1,2 1-29,1 14 0,1 1-259,3-11 1,2-3-1220,1-1 0,2-2-608,20 22-124,8-12 565,-5-18 775,-5-16 0,3-7 744,15-15 1860,-13 2 0,0-3-1681,-9-4 0,-3-2 159,-1-1 0,-4-2 1078,8-22-592,-12 4-1110,-15 5 0,-11 8 0,-7 6 0,-6 7-264,2 6-206,2 6-133,5 5 404,4 9 1025,4 9-240,3 10-462,5 6-124,5 2 0,5 0 0,6-4-346,3-7-1267,-3-9-451,14-7 1217,-9-15 1037,12-9 426,-8-15 304,-4-8 2,-7-5 105,-7-1-189,-11 4-481,-8 6-357,-10 9-1080,-6 9 377,-7 8 565,-1 9 605,3 6 486,11 7-452,9 6-501,12 3 0,11 4-1309,13-2-5366,12-2 6597,0-7 0,-12-7 0,-10-5 0</inkml:trace>
  <inkml:trace contextRef="#ctx0" brushRef="#br0" timeOffset="83560">11425 3078 25588,'0'-5'5010,"0"1"-2841,0 4-2169,-28-50 0,22 44-493,-22-32-508,28 61 1075,5 4-958,5 0 262,7-3-211,15-5-147,-8-9 2207,18-4-81,-10-14 1218,7-5-2362,-3-10-2,-8-2 0,-10-1 0,-8 5 0,-7 4 0,-6 7 0,-3 5 0,-6 7 0,4 3 0,-3 9 0,8 2 0,0 5 0,7 1 0,6-2 0,10-4 0,8-6-1669,7-5 890,5-10 1166,-3-6 1214,-5-26-1141,-17 13-460,-4-16 0,-13 9 0,-6 0 0,-4-7 0,-5 10-665,-4 9-1480,6 10 36,-6 14 28,5 12 2223,-5 17 0,9-13 1,2 2-1</inkml:trace>
  <inkml:trace contextRef="#ctx0" brushRef="#br0" timeOffset="83860">10858 3848 29374,'-46'13'1131,"0"-1"0,8-1 0,11-7-1131,23-14 0,57-24 0,-17 14 0,5-1-1166,-1 1 1,3-1 0,-2 1 1200,9-2 0,0 0 0,-7 3 0,2-1 0,-2 0-231,11-3 0,-2-1-27,0 2 0,0-1-19,5-2 1,-3 1 896,-17 8 0,-2-1-780,10-4 1,-1-1-209,11-7-93,-14 5-247,-27 15-680,-12 5 1244,-18 12 0,10-6 0,-9 6 1</inkml:trace>
  <inkml:trace contextRef="#ctx0" brushRef="#br0" timeOffset="84060">10552 4330 27548,'41'-43'376,"-1"-1"1,0 0 0,-2 7 0,3-1 0,0 1 0,-4 5-635,10-7 0,2 3 354,-7 7 1,7-2 0,-1 1 0,-4 5-765,9-2 0,-3 3 493,-9 4 0,1-1 1,-4 4-2265,-1 3 1,-7 4 2505,-8 4 0,-7 3 0,-13 3 0</inkml:trace>
  <inkml:trace contextRef="#ctx0" brushRef="#br0" timeOffset="97554">8522 11743 11278,'-5'-18'331,"0"3"2447,5 17 1395,0-1-2705,-4-2-321,-2-3-704,-2-1 218,-2-4-145,-1-1 156,-9-8-471,4 6 275,-21-5-246,8 12-34,-18 0-11,3 12-40,-3 9-83,12 2 39,-10 21-73,25-16 22,-8 30-44,25-19 5,10 12-6,17-10 18,18-4-1,0-9-17,-2-7 1,3-1 5,-13-4 1,1 0-474,13 4 0,-1 1 457,6 6-79,-4 13 84,-31-16 50,-17 26-56,-15-24 26,-16 4 0,-4-3 8,-6-1-14,-11-3 0,-3-2-160,21-10 0,2-2 112,-18 1 0,1-4-498,20-2 1,1-4 231,-3-5 1,2-6-2241,9-8 0,3-4 2540,-16-18 0,14 1 0,18 28 0</inkml:trace>
  <inkml:trace contextRef="#ctx0" brushRef="#br0" timeOffset="98021">9165 11727 23511,'-14'-41'739,"0"-1"1,-9-12-561,18 98-112,3 19-638,0-27 1,1 2 575,1 11 1,0 2-28,1-5 0,0 2-132,0 14 0,1 1-42,-1-14 0,1 0-953,1-7 1,-1 3 0,1-5 1148,1 0 0,0-4 0,-1 2 0,0-3 0,2-2 0</inkml:trace>
  <inkml:trace contextRef="#ctx0" brushRef="#br0" timeOffset="98310">8985 12197 22369,'-16'-40'375,"1"-1"0,0 4 1,11 8-225,36 23-101,3 2-33,5 3 28,7 0-34,-4-1-17,9-1 1,-5-2-6,-9-1 22,-10 0 0,-9 1-11,-8 1-123,-6 2-420,-3 2-415,1 0-8873,2 0 9645,0 1 0,0 0 0,-3-1 0</inkml:trace>
  <inkml:trace contextRef="#ctx0" brushRef="#br0" timeOffset="99277">9677 12011 13138,'12'-3'6694,"-3"0"-4740,-9 3 813,0 0-2537,-20-50-51,3 37-45,-21-31-61,7 54-23,-1 9 12,-1 7-12,4 2 1,5 4 17,7 1-29,8-1-17,11 0 40,11-5 5,12-7-11,9-9 28,6-9 22,0-11 18,-2-9 49,-6-10 46,-3-8-1,-5-4-16,-7 3-6,-4 4 0,-8 10-73,-2 9-78,-3 7-34,-5 12 0,-9 16-5,2-2 27,-5 11-33,6 8 0,6-4 11,7 14-22,12-14-22,24-3 27,4-12 12,1-5 10,0-11 7,-14-11-12,3-5 6,-7-9 0,-8-16-12,-8 9 1,-6-16-1,-4 22 7,-3-24-1,1 15 6,5-11 5,8 15 12,9 5-23,9 4-11,4 6 0,-4 4-11,13 8 5,-15 12-5,8 11 11,-15 13 0,-5 8 0,-4 4 0,-1 0 0,5-1-11,9-4 11,9-6 0,9-11-12,3-11 7,0-19 22,-1-14-1,1-19-8,-19 5 1,-2-4-1,-3 0 1,-3-2-179,0-1 0,-3-1 178,-4-6 0,-3 0-318,-3 7 0,-2 0 321,1-9 0,-2-1 8,-3 4 1,-3 3 8,2 10 0,-1 2-80,-7-4 1,0 2 146,-3 1-22,-3-5-45,9 26 298,3 24-321,1 2-5,-1 34-16,1 9-103,2-16 1,1 4 106,-1 5 1,2 2-17,3-8 0,2 3 0,1-2-549,4 13 1,2-2 514,2-2 1,4-3-180,3-7 0,4-4-358,-5-12 0,1-1-345,2 3 0,3-1 422,1-8 0,-1-3 0,-1 2 1,-1-12-1</inkml:trace>
  <inkml:trace contextRef="#ctx0" brushRef="#br0" timeOffset="99460">10523 11909 25309,'40'-25'-159,"0"0"1,0 0 0,7-8 0,0 7-4758,8 19 1,-4 6 2938,-5-1 1,17 0 0,-52 2 0</inkml:trace>
  <inkml:trace contextRef="#ctx0" brushRef="#br0" timeOffset="99886">12281 11883 21500,'-4'-46'1106,"0"0"1,0 0-1,0-11 1,-3 10-693,-10 18-375,9 24 45,3 19-33,4 18-7,0 21-4,3 0-2161,1-2 1,0 3 2081,0-13 0,-1 2-96,1-2 1,0 4 0,0-4 48,-1 2 0,0-2-1010,2 8 1,-1 0 1095,1-4 0,0-2 0,1 12 0,0-2 0</inkml:trace>
  <inkml:trace contextRef="#ctx0" brushRef="#br0" timeOffset="100154">12046 12171 23798,'-25'-41'274,"1"1"1,5 1-1,13 9-16,56 22-146,13 0-605,-19 5 1,2 1 534,-3 1 0,-1 0-3,0 1 0,-1 0 0,-4 1 0,-1 0 29,22 1 4,-16 1 436,-18 1-362,-12-2 205,-8-1-317,-5 0-87,-9-2-1292,-1 0-991,-4 0 2336,1 0 0,10 1 0,-1 0 0</inkml:trace>
  <inkml:trace contextRef="#ctx0" brushRef="#br0" timeOffset="102011">13976 11677 24738,'1'41'235,"0"0"1,4 5-1,6-8-112,15-13-5,18 5-12,6-18-16,5-13-6,-2-13-51,-14-4 51,-5-15 51,-17-12-51,-5-6-56,-11 19 0,-4 0 5,-12-19 18,-12 6-18,-9 13-10,-7 13-1,-3 12 17,-9 20-22,18 0-6,1 13-16,13 22 5,12 0-209,3-12 0,4 2 198,8-5 0,3 0-6,3 0 0,4-1 8,6 0 1,3-2-3,4-1 0,4-3-15,4-1 1,3-4-424,2-4 1,2-3 392,1-4 0,0-4 6,0-7 0,-1-3-81,19-9 117,-22-6 0,-3-6 14,2-15 8,-13 9 1,-3-1 13,-3-23 57,-9 2 33,-6 7 0,-3 9-11,0 11 329,-1 9-413,0 9 804,0 8-860,3 10 115,5 11-76,3 14 11,4 10 11,-2 8-27,0 2-1,0-3 1,-1-7-18,0-10 40,-2-13 17,-1-15-23,-3-10 50,10-27-21,-1-7-15,-3 8 0,0-1 14,12-26 23,3 1 33,1 10-28,1 12-16,-1 13-57,-1 12-33,1 12 39,15 17 11,-13 0-175,-5-1 0,1 2 158,9 13-64,-12-13 0,1 1-165,0 1 0,2-2-213,2 0 0,2-1-158,2-3 1,2-3-157,3-4 1,1-3 16,1-3 0,-1-3 297,0-5 0,-2-3 319,-3-1 0,-3-3 241,16-16 185,-17-3 123,-12-3 79,-6-2 38,-3 1 63,-1 0 27,-1 4-78,-4 6 222,-2 6-514,-5 8-100,-4 4-17,-3 6 23,-2 7-119,3-3 46,-1 7 5,7-6 0,-3 2-11,4-3 0,0-2 23,2 0 0,-1-2-23,0-1-23,1 0-21,0 0 32,-1 0 80,2 0-147,0 0 23,-1 0 17,1 0 0,-2 0 5,0 1-11,1 0 45,1-1 45,-1 1-6,1 0-39,-2-1-11,2 0 45,-2 0-85,1 0 18,-2-2-1,0 0-22,0-2-11,-1-1 11,0 0 22,-2-1-38,3 3-1,-3 0 0,2 3-5,-5 6 16,-8 9-16,4-1 5,-7 13 0,8-6-5,0 8 22,3 1-12,6 1-10,4 0 28,16 1-18,-3-13 1,19 1 22,-3-17-11,9-10-11,12-24 17,-11-12-1,-3-6 17,-23 7 1,-6-1-569,-1-8 563,-3-1 0,-1-5 19,-2 5 1,0 0 24,0 2 1,0 0-40,0 2 1,0 4 156,-2-12-50,0 30-57,0 5-72,1 18-16,2 20-7,1 6 1,3 30-6,-1 8-104,-2-17 1,0 4 78,-3-4 1,0 4 0,0-1-408,-1-4 0,1-1 0,0 2 262,-1 8 0,0 2 0,2-4-116,0 0 1,4-1-934,6 5 1,6-3 665,9-14 0,2-5 0,5 19 0,7-18 0</inkml:trace>
  <inkml:trace contextRef="#ctx0" brushRef="#br0" timeOffset="102394">16513 11844 22907,'-40'10'950,"-1"0"0,3-1 1,10-2-699,24-6 380,17-1-492,0-2 62,28-3-34,-1-3-22,13-3-12,-1 1-89,-13 1 22,3-2-5,-10 2 5,3-2 95,-8 1-117,-12 4 11,-7 2-45,-10 2-123,-6-1-95,1 1-4218,-8 1 4425,9 0 0,-2 1 0,5 0 0</inkml:trace>
  <inkml:trace contextRef="#ctx0" brushRef="#br0" timeOffset="103753">17542 11705 12202,'0'-7'7596,"0"2"-6829,-8-25 0,-4-6 180,-3 7-597,-1-11 0,-2 2 160,-7 17-157,-4 10-84,-5 9-68,-6 14-61,-4 13-73,1 15-56,23-15 1,2 2-1,-7 28-5,14 2 5,13-15 5,12-13 1,7-2-346,24 6 343,-8-9 0,2-3-11,-9-7 0,1-3 0,15 3 0,0-1-3,8 4-6,-19-8 0,-4 1 129,-6 2-55,-32-3-29,-26 2 0,-29 1-22,2-1 5,9-3 1,-5-1-26,-1-4 0,1-2-284,9 0 0,3-2-49,-3-1 0,11-6-2046,25-10 2382,17-1 0,-4 8 0,8 2 0</inkml:trace>
  <inkml:trace contextRef="#ctx0" brushRef="#br0" timeOffset="104020">17977 11410 22974,'-8'-45'952,"-1"1"0,1 5 0,1 8-627,3 18-286,1 12 57,5 20-35,5 17-16,5 21-374,-4-21 0,1 3 317,2 5 1,-1 1 0,-1-8 0,0 1-94,-1 3 1,1 2-1,-1-1-271,0 3 1,-1 1-133,-1-4 1,1 2-1,-2-2-792,0 5 1,-2-3-3617,-4-2 1,-2-4 4587,-5 6 1,-1-14 0,2-25 0</inkml:trace>
  <inkml:trace contextRef="#ctx0" brushRef="#br0" timeOffset="105003">17956 12003 14197,'5'-46'2531,"0"0"1,0 0-1,-1 7-1270,-3 11-5768,2-4 4709,-3 14 1386,1 2-1526,5 11 820,9 0-871,15 3 11,16 1 0,-4 0 1,1 0-368,20-2 350,-16 0 1,1 0-6,9-6 0,-25 4 0,-1-1 3227,18-7-3166,-16-5-16,-17 7 45,-10-6 50,-15 9 28,-7-1 516,-11 4-544,-5 4-3324,-14 13 3228,16-2-4,-9 18-1,22-4 11,1 17-33,10-12 17,19 19-23,-1-28-6,22 13 1,-11-21 22,29 2-11,-17-12 3436,19-14-3430,-27-1 38,0-19 1,-17 6 72,-1-12-94,-5 12 88,-3-5-83,-2 23 17,-2-2-23,0 9 0,-4 6 34,-2 13-39,0 6-18,1 4 24,4 8-12,5-5 11,18 17-39,8-10 5,19-1 12,1-17-6,-8-9 17,5-7-11,-15-10 22,3-6 23,-8-31-45,-11 13-3364,-5-32 3358,-10 30-217,2-1 1,-1 0 216,-1-1 0,4-21 23,8 23-29,-2 8 7,15 4-1,0 16 3183,11 5-3200,15 18-5,-16-2 637,11 23-649,-20-6 20,-6-5 1,-1 1 7,8 9-2,-1-6 0,2-3-9,14 0 17,-9-11 1,1-2-7,23-2 7,-12-11-12,12-23 11,-24-10 0,-11 4 0,-3-4 0,-7-2 1,-4-4 2,-1-17 0,-2-1-790,-1 15 0,-1 0 787,0-9 0,0 1 11,0 13 1,0 1 16,-2-7 0,0-1-3,-2 3 1,-2 0-15,2 4 1,-3 2 89,-15-10 22,5 20-27,-6 1-74,8 14-27,3 8 16,5 30-11,4 12-17,4-8 1,1 1 1343,5 22-1355,10-10 1,6 0-502,-2-14 1,2 0 497,14 15 1,2 0-6,-10-18 0,1-3-54,8 6 1,2 0-413,-5-6 0,1 0-434,-3-3 1,-2-1 157,-3-4 0,-4-2 767,0-6 0,-19-10 0,0-3 0</inkml:trace>
  <inkml:trace contextRef="#ctx0" brushRef="#br0" timeOffset="105178">19500 11572 18980,'-4'-2'5758,"1"1"-4649,3 1-1036,75-53-1192,-45 41 0,3 2 1119,8-10 0,6-4 0,-1 6-73,6 9 1,0 5-363,4 0 1,-2 0-213,-11 2 1,0 1 68,14 1 1,-6 1 0,-14-1 0,14 2-1</inkml:trace>
  <inkml:trace contextRef="#ctx0" brushRef="#br0" timeOffset="105687">14643 12836 16572,'-42'-12'463,"-1"0"0,1 0 1,-14-5-1,11-1-138,19-6-44,16 2-7,19 4 208,22 3-144,-2 8 1,5 2-1221,15-1 0,2 2 1005,-4 1 0,4 0 31,-2 1 0,6 0 0,3 0 0,-2 0-55,-7 0 1,-2 1 0,1-2 0,4 1-411,-3 0 0,3 0 0,3-1 0,0 1 0,1-1 0,-2 0 350,0 0 0,-1 0 0,1 0 1,-1-1-1,2 1 0,0-1-328,5 0 0,1 0 0,1-1 0,1 1 0,0-1 0,0 1 304,-5-1 0,0 1 0,1-1 1,1 1-1,-1-1 0,1 0 0,0 1-163,-5-1 1,1 1 0,-1-1 0,1 0-1,0 1 1,0-1 0,1 0 0,-1 0 149,2 1 1,-1-1 0,1 0 0,0 0 0,0 0-1,1 0 1,-1 0 0,0 0-60,0 0 0,0 0 0,0 0 0,0 0 0,0-1 0,0 1 0,0 0 0,-1 0 55,0 0 1,-1 0-1,0 0 1,0 0 0,-1 0-1,1 0 1,-1 0 0,0 0-13,4 0 0,1 0 1,-1 0-1,0 0 1,-1 0-1,0 0 1,-1 1-96,5-1 1,-1 0 0,-1 0 0,0 0-1,-2 0 1,0 1-1125,3-1 1,-1 0 0,-1 1 0,-3 0 0,-2 0 1232,0 0 0,-2 0 0,-3 0 0,-4 0 0,13 0 0,-10 0 0,-4 0 0</inkml:trace>
  <inkml:trace contextRef="#ctx0" brushRef="#br0" timeOffset="106336">16598 13391 16874,'9'5'4878,"-2"-1"-4295,-7-4 448,0 0-701,-1 7-89,-3-4-107,-4 6-33,-6-5-28,-5 0-17,-4-1 11,-3-2 40,0-4 33,4-7-17,8-11-78,6-1 39,20-28-56,14 14-9,-4 9 1,4 1-277,3 8 0,3 4 262,0 2 1,2 3 2,0 2 1,1 5-68,5 8 1,-2 5 36,17 16 27,-9 10 18,-32 11-12,-30-5-14,0-13 0,-4 0-288,-10 2 1,-4-1 295,-8 3 1,-2 1-535,-6 2 0,-2 0 529,16-12 0,-1 0 0,0-1 19,-16 9 1,2-4 33,8-6 1,4-6 520,-10-5-478,29-26 118,30-14-24,19-10-61,6 6 53,3 10 0,6 2-45,2 6 0,1 2-83,-2-2 0,2 3-23,7 4 0,-4 8-26,5 18-117,-25-2 0,-4 6-1448,-7 7 0,-5 4 1756,-4-1 0,-5 0 0,-1 13 0,-4-18 0</inkml:trace>
  <inkml:trace contextRef="#ctx0" brushRef="#br0" timeOffset="111944">14511 12659 10926,'-6'0'3089,"-27"2"0,-8 2-938,-10 3-1726,5-2 1,2 0-174,3 2 17,26-3-40,11-2 135,6-2-5,9 0-152,13 0-95,14 0-34,15-2-44,10 1-18,-20-1 1,1 1-777,-6 0 0,-1 1 757,-1-1 1,-2 1 2,18 0-34,-25 0 45,-5 3 23,-16 0-1,-31 5-4,2-3 44,-32 3 5,5-4-25,16-1 1,0 0 32,0 0 1,0 0 134,-3 0 1,1 1 1477,-9 0-1234,-2 4-359,35-6 12,-1 1 5,13-3 118,31 1-207,-7-2-23,11-2 0,3-1-523,10-3 383,0-1 0,4-2-1097,-4 2 0,4-1 1226,-4 1 0,4-1 0,-6 1 0,-4 1 0,-3 0 0,-1 1 0,0 0 0</inkml:trace>
  <inkml:trace contextRef="#ctx0" brushRef="#br0" timeOffset="112961">19358 12382 15378,'-42'2'1652,"0"0"1,3 0 0,8 0-819,24-2-61,3-1-218,30-1-393,-5 1 45,14 0 1,4 0-46,21 0-460,-13-2 1,0 1 316,-13 0 1,0-1 27,20-4 1,1-1-28,-14 1 0,1-1-690,18-3 0,-1 0 678,-19 3 1,-2-1 10,12-2 1,-2 0-2641,4-2 2689,5-1 66,-44 8-128,-20 5 5,-14-1-14,-26 7 0,-6 2 79,-9-1-72,6 2 0,-11 2 0,9-2-2,19-1 1,1-1 2,-13 3 1,-7 2 0,10-2 5,-8 4 447,12-2 0,5-1-436,15 1 3188,5-4-3187,12-2 128,9-4-22,12-3-23,16-3-28,26-3-196,-17 2 0,3 0 123,10 0 1,2 0-507,7 0 0,2-1 469,-20 3 1,1-1-1,-1 1-276,19-1 0,-1-1-1882,-8 2 0,-2 0 2190,-13 1 0,-4 1 0,4-1 0,-21 2 0</inkml:trace>
  <inkml:trace contextRef="#ctx0" brushRef="#br0" timeOffset="116237">13633 5545 19557,'7'-59'2442,"-2"13"-2072,-23 35-146,-2 6-84,-12 0-17,-7 9-42,7 6 1,1 3-60,-7 5 0,9 0 1,4 1-18,11-3 18,-2 15 10,16-11 1,10 8 5,14-10-11,13-1-5,10-1-275,-7-4 258,12 4-17,-9 3 33,-3 4 73,-13 0 101,-28-2-106,-12-9 39,-25 1-68,7-6-5,-8-1 0,-2-1-109,-6 0 75,3-2 0,-3-2-19,13-1 0,2-2-81,-26-5-628,12-4-2313,35 0 3019,26-2 0,-7 7 0,9-1 0</inkml:trace>
  <inkml:trace contextRef="#ctx0" brushRef="#br0" timeOffset="116510">14003 5459 19328,'-3'-6'3971,"0"1"-3537,-12-25 0,-2-6 210,7 10-594,-9-16 0,6 14-27,17 47-12,1-1-11,3 18 0,1 3 0,-1 0-6,-1 0 1,1 6-1904,-2 8 0,-1-1 1780,-1-15 1,1 1-332,1 23 1,0-1-1453,-3-23 0,0-4-7919,1 28 9323,-1-13 1,-3-33 0,0-12 0</inkml:trace>
  <inkml:trace contextRef="#ctx0" brushRef="#br0" timeOffset="117470">13929 5804 21086,'14'-44'85,"-1"0"1,2 2 0,6 9-74,24 22 10,-4 0 0,1 0-990,20-5 976,-19 5 1,0-1 30,14-5 12,-21 5 578,-14 0-500,-19 5 72,-6 1-112,-15 3 30,-15 3-35,-1 5 518,-6 5-484,13 6-23,6 3-5,5 4-29,5 2-21,6 4 21,5 1-5,8-2 45,7-3 61,8-7 40,4-7 22,2-8-56,2-11-39,-1-7-28,-3-7-29,-3-6 7,-8-1 10,-7 2 18,-7 6-6,-9 6-73,-1 9 11,-6 3 6,2 7-23,3 3-22,2 2 11,10 10 0,4-3 6,5 8-6,1-8 1,9 7-1,-6-11 22,6 5 40,-7-10-11,-5-4 123,2-6-101,-4-7 16,3-6-49,-3-1 101,1-16-80,-2 6-44,3-13-16,-1 8-1,1 6-11,-1 9-11,9 1 11,0 8-6,10 1 0,3 9-5,0 7 0,-1 9 5,-7 7 1,-7 4-1,-7 3 6,-4-4 0,0-3 6,-1-9 27,10-1 63,8-12-63,2-3 12,16-14 11,-6-7 22,8-13 18,-5-7-24,-10-7-33,-18 17 1,-2-1-1,0-11 62,-7-16 5,-6 27 23,-4-3-17,-1 9-34,3 11-83,2 7-6,3 13 27,1 3-16,1 9 12,0 21-3410,10 10 3387,-1 1-12,14 7-80,3-17-20,11 11-26,-17-25 1,2 0-245,-1-1 1,1 1-1865,17 21 2257,-2-3 0,-17-20 0,-4-5 0</inkml:trace>
  <inkml:trace contextRef="#ctx0" brushRef="#br0" timeOffset="117643">15051 5511 23395,'49'-33'-196,"1"0"0,0 3 0,-6 12 0,-15 20 0,-1 3 0</inkml:trace>
  <inkml:trace contextRef="#ctx0" brushRef="#br0" timeOffset="119261">19755 4942 16370,'-5'-3'2941,"1"1"571,4 2-3462,-9-10 73,27 17-67,-9-9-28,21 15 67,-4-4 107,-5-5-56,-1-1 430,13-11-469,-18 1 94,15-15 46,-18-4-174,-3 4 33,-5-11-56,-10 12-16,-5-1-17,-14 4-28,0 8-1,-1 4 7,2 10-6,6 5 11,-4 9-12,4 6-10,3 22 11,7-7 0,4 6 11,5-15-40,6-2-55,7 3-218,20 12 161,-7-16-223,23 0 22,-13-21 96,18-10 240,-20-3 45,6-23 11,-25 1 0,1-6 129,-3-16-100,-5 24 69,4-5 0,1 2-75,-2 8 22,13-13-34,-16 26-56,2 3-10,-3 5 4,0 7 18,0 8 5,2 9-11,-3-2 6,-1 8 5,-1 0 0,-1-1 0,0-3 96,-1-12 10,-1-9 326,2-2-359,-1-6-23,5-8-10,3-6-18,9-12-38,-2 4-12,4 1-22,-2 9-6,-1 8 23,1 2-34,8 6 22,-8 3-50,17 6-157,7 8-72,4 2 47,-18-7 0,2 0-115,0-4 0,1-1-681,6-1 1,0-1 817,-5-2 1,0-1-141,10-3 1,-1-1 109,7-3 156,-2-5 1,-2-4 357,-6-7-22,-11 4 1,-5-3 285,-14-10 28,-14-2-246,-3 8 465,-18-4-583,11 15 89,-27-2 975,12 15-1199,-7 3-10,1 12 5,4 14-17,3 4 11,5 9 1,16-8-23,9-4 5,5-9 1,24 2 22,0-15 45,19-3 56,-4-19-79,-11-2 107,1-18 207,-12-18-264,-13 23 1,-3-3-247,0-9 0,-4 0 275,-2 3 0,-3 1-11,-1-22 64,0 26 0,-1 2 25,-1 0 421,-4-16-572,5 32-62,0-3 12,5 27-1,12 28-5,-1-3-3,0 1 1,2 3-24,1 6 1,-2 1-91,-2-8 0,-1 2-252,-1 1 0,-1 4 0,-2-2-4548,-3 6 1,-2-3 3762,1-1 0,-1-2 1,-2 17-1,0-42 0</inkml:trace>
  <inkml:trace contextRef="#ctx0" brushRef="#br0" timeOffset="172476">21432 3800 17462,'-47'3'1349,"1"-1"1,2 0 0,5 2-660,4 3-500,9-1-27,9 0 251,17 0-235,3-2-22,8 0 123,24-2-313,26-10-135,-2 4-322,-13-3 0,1-1-1208,-11 3 1,-1-1-1017,1 1 1,0-1 2713,5-1 0,-7 2 0,-17 2 0,-4 0 0</inkml:trace>
  <inkml:trace contextRef="#ctx0" brushRef="#br0" timeOffset="173043">22380 3516 22156,'13'16'767,"-4"-4"-503,-8-9 21,-1-1 1339,0 0-1389,0-11-72,0-5-67,1-14-46,7-3-28,0 5 18,22-11-46,-4 17-5,13-5-23,-8 16 1,-1 9 16,-8 5-34,8 17 23,-7 4-11,8 18-28,-13 5-29,-12 10 23,-13-8-655,-18-4 1,-8-1 713,1-13 0,-3-1 29,2-2 0,-3 1 0,1-3 41,-9 0 0,1-4 61,8-6 1,2-3 146,-9-3-101,25-17-57,27-11-11,20-6-11,17 1-45,12 3-33,-9 8-31,-8 6 0,2 1-412,-10 3 0,2 0 92,18 2 1,3 1-692,-4 2 0,0 1-3880,0 0 1,-1 1 4515,-13-1 0,-3-1 0,11 2 1,-35-4-1</inkml:trace>
  <inkml:trace contextRef="#ctx0" brushRef="#br0" timeOffset="173493">23316 3852 16336,'-8'0'2941,"2"0"-1267,6 0 1469,0 0-2561,37-36-95,-26 20-172,27-34-131,-35 22-60,-3-12-1,-3-16-79,2 20 1,-1-2-199,0-5 1,-1-2 203,1 0 1,0-1 33,1 4 0,0 2 22,0 7 1,1 3 44,-2-14-39,1 18-89,0 13-169,0 8 135,0 29 11,-1 14 2,2-3 1,-1 5-309,0 4 0,1 3 211,0 4 0,3 2-434,3 1 0,3 1 111,4-2 1,5-1-706,8-1 0,3-4-207,-3-10 0,2-3 1330,6 2 0,-2-5 0,-5-8 0,0 0 0</inkml:trace>
  <inkml:trace contextRef="#ctx0" brushRef="#br0" timeOffset="173703">23270 3714 23380,'33'-29'-329,"0"0"0,-1 0 0,16-10 0,-2 10-1850,15 22-5387,1 4 7566,-11 4 0,-21-1 0,-15 1 0</inkml:trace>
  <inkml:trace contextRef="#ctx0" brushRef="#br0" timeOffset="174043">23697 3515 24105,'38'-13'-23,"-1"1"1,2 3 0,-1 8-34,2 21 0,-1 8-143,-5 1 0,-2 0-1854,-3-3 0,-4-1 1997,0 20 1176,-27-20-1081,-15-5-1846,-22-1 1952,8-11 253,-15-9 117,28-11 1576,2-12-1520,13-8-78,15-10-134,12-2-107,12-2-101,6 5-95,8 5-28,2 7 3341,2 6-3971,-15 15 0,0 2-753,6-2-1877,13 10 3232,-34 4 0,-12-1 0,-2-1 0</inkml:trace>
  <inkml:trace contextRef="#ctx0" brushRef="#br0" timeOffset="175143">23070 3823 20890,'6'-53'676,"-1"-1"0,1 0 0,-3 5-547,-2-4-20,-1 4 0,-1-3-882,0 12 1,0 1 802,0-8 1,-1-1 28,0 5 0,0 4 70,0-11 536,0 1-676,1 21 128,1 18-161,0 11 72,3 28-6,0 12-25,-1-6 0,-1 2-749,1 4 0,-1 0 763,-2-5 1,1 0-43,-2 9 0,0 3-1451,2 4 1,2 0-172,5 1 1,2 0-2770,-1-4 0,2-4 3946,17 11 0,-17-38 1,-3-8-1</inkml:trace>
  <inkml:trace contextRef="#ctx0" brushRef="#br0" timeOffset="188027">4888 6313 24353,'-51'7'419,"0"1"0,0 0 1,2 0-1,2 0 0,10-1 446,4 0-66,32-5-131,54-15-570,-1 0 0,8-1-915,-7 1 1,3 0 0,3-1 808,-7 2 1,2-1 0,2 1 0,0-1-362,-6 2 0,0 0 0,1-1 0,1 1 0,-1-1 328,4 1 1,0-1 0,0 0 0,1 0 0,0 1-103,1-1 1,0 0 0,0 0 0,0 1 0,0 0-87,0 0 0,0 0 0,0 0 0,0 1 0,-1 0-34,-1 1 1,0 0 0,0 0 0,-1 0 0,-1 1-268,10-1 0,0 0 1,-2 0-1,-1 1 333,-5 1 1,0 0 0,-3 1-1,-1 0-229,7 0 0,-3 0 0,-5 1-52,5 0 1,-10 2-711,-4 5 560,-84 10 289,-5-1 1,-9 2 91,4-2 1,-7 0-1,-6 2 222,16-3 0,-5 1 0,-3 0 0,-3 1 0,1-1 1,2 0-1,4 0 3,0 0 1,3-1-1,1 0 1,0 0-1,-5 1 40,3-1 1,-3 1 0,-2 0 0,-2 1 0,2-1 0,2 1 0,3-2 71,-3 2 1,3-1-1,2-1 1,0 1 0,-1 0-49,0-1 0,-1 1 0,0 0 0,0 0 1,-2 0 80,-7 1 0,-2 1 0,0 0 0,1 0 0,1 0-64,7-2 0,0 0 0,2 0 0,1 0 1,2 0 3,-4 0 1,3 0 0,1 0-1,3 0-161,-3 0 0,4 1 1,4-1 276,0 1 0,9-1 1381,14 2-877,56-14-587,3-6 1,8-4 279,-4 1 0,4-2 0,3-1-314,-6 1 0,2-1 1,2-1-1,1 0 17,9-2 0,1 0 1,1-1-1,-2 2-77,-7 1 1,-3 0 0,1 1-1,5-1-277,-1 0 1,5-1-1,3-1 1,0 1-1,-1 1 1,-4 0 172,-3 2 1,-4 1 0,0 1 0,2-1 0,4 0-117,-6 1 0,3-1 1,4 0-1,1 0 0,0-1 1,-2 2-1,-3 0 0,-4 1-205,16-2 1,-7 1-1,-1 2 1,2-1-193,-2 1 1,2-1-1,0 1 1,-3 1-1,-8 1 611,17 0 1,-8 1 0,-9 0 0,-5 1 0,7 1 0</inkml:trace>
  <inkml:trace contextRef="#ctx0" brushRef="#br0" timeOffset="188211">5823 6277 7103,'-56'11'951,"-1"1"1,1-1-1,0 1 1,0-1-1,4 0 1,2-1-1,0 0 1,0-1 0,-1 1-564,-5 1 1,0 0 0,-1 0 0,2 0 0,5-2-221,-12 3 0,6-2 1,6-1 746,1 2 0,20-8-653,31-10 5,26-5 0,15-2-160,0-1 1,6-3-1,4 0-237,0-1 0,3 0 0,2 0 0,-1 0 159,-6 1 1,-1 1-1,2 0 1,6-1-14,-7 1 1,5 0 0,3-1 0,2-1 0,0 1 0,-2 1 0,-3 1-1,7-1 0,-4 1 0,-1 0 0,1 1 0,5-1-25,-13 2 0,3 0 1,2 0-1,1-1 1,0 0-1,0 1 1,-2 1-1,-3 1-203,6-1 0,-2 1 1,-2 1-1,0 1 1,-1 0-1,0 0-612,4 0 0,0 1 0,-2 0 1,-1 1-1,-2 0 661,0 1 0,-1 0 0,-3 1 0,-5 1 1,15-1-1,-10 2 0,-4 2 0</inkml:trace>
  <inkml:trace contextRef="#ctx0" brushRef="#br0" timeOffset="193471">13874 11139 27209,'-32'33'1169,"-1"-1"1,0 13-1,6 6-1200,13-3 0,5 6 1,-1 2-1130,0-7 1,-2 1-1,0 1 1,0 2 978,-2 5 0,-1 2 0,0 1 1,0 0-310,2-9 0,0 1 0,-1 0 0,1 1 0,0-1 398,1 2 1,-1-1 0,1 1 0,1-1 0,1 0-15,0-1 1,0-1-1,1 0 1,2 0 0,3 1-195,3 3 1,3 1-1,2 1 1,1-3 0,1-3-324,0 10 1,3-4 0,6 0-261,5-4 0,6 2 0,3-2 0,4-7 795,11-1 1,5-7-1,-3-2 1,-1 7-1,-1-3 1,5-8 0,0 0-1</inkml:trace>
  <inkml:trace contextRef="#ctx0" brushRef="#br0" timeOffset="194026">21029 11074 23371,'22'48'70,"0"-1"1,1 1-1,-1 0 1,1 1-1,-1 0 1,1 2-1,-2 4-76,-3-4 1,0 4-1,0 2 1,-2 1-1,-1 0 1,-1-3-1158,-1 2 1,-3-1 0,-1-1-1,0 2 1,0 0 1132,0-3 0,1 1 0,0 0 0,-2 1 1,-3 0-1,-6 0-190,-5 3 1,-6 1 0,-3 1-1,-3-2 1,-1-1 0,-1-4-620,-2-1 1,-3-3 0,0-2-1,-2 0 1,-1 3 838,0 1 0,-1 4 0,-1 0 0,-1-1 0,1-3 0,2-6 0,-10 11 0,1-6 0,2-7 0,2-4 0,-1-1 0</inkml:trace>
  <inkml:trace contextRef="#ctx0" brushRef="#br0" timeOffset="253534">18884 1963 17918,'3'-1'6105,"0"0"-2358,-3 1-3616,2-11-407,-2 6-11,2-10 297,-2 7-85,0-2-169,-3-3-924,-3-2-357,-6-2-83,-12-7 494,7 8 300,-15-7 126,7 8 423,-8-4 50,-5 0 522,7 4 384,-23-9 470,9 5-718,12 4 0,-3 0-63,4 1 1,0 1-126,-3-1 1,0 0-99,-3 0 1,-1 1 23,-2 0 1,-1 1-13,-2 0 0,0 0 2,-3 1 0,0 0-9,-1 0 0,-2 2 13,-1 1 1,-2 2 65,-2 1 1,-2 2 75,-2 3 1,-1 3-62,18 0 0,0 1 0,-1 1 36,0 2 0,-1 1 0,1 0 24,-1 2 0,-1 1 1,2 0 165,-7 1 1,-1 2-159,2-1 1,-2 0 0,2 0 99,-4 0 0,-1 0-329,3-1 1,-3 0 0,0 0-96,8-2 0,0-1 0,1 0 0,-2 0 0,1 0 0,0 0 0,0 0 0,-1-1 0,2 1 0,1-1 0,2 0 0,0-1 0,-17 4 0,1-1 0,7 0 0,3-1 0,13-3 0,1 1 0,-5 2 0,3 1 0,-7 4 0,-16 9 0,17 0 0,1 7 0,-1 1 0,-3 4 0,-5-2 0,-3 1 0,26-17 0,0 0 0,-1 0 0,0 0 0,1 0 0,0 0 0,0 0 0,0 0 0,-25 17 0,2-1 0,3 3 0,1 0 0,-2 2 0,-1 2 0,22-20 0,0 0 0,0 1 0,0-1 0,0 1 0,0-1 0,-12 10 0,-7 8 0,23-15 0,-8 10 0,14-9 0,3 1 0,0 2 0,1 2 0,3-6 0,-7 15 0,3-12 0,-7 14 0,3-8 0,2-2 0,3-2 0,4-4 0,3-8-63,1 5-234,1-5-165,-3 9 66,-1-4 84,1-2 135,0-4 174,2-6 240,2-3 340,2-4 187,0-1-632,-1-1-132,1 0 0,-3-3-1211,0-1-748,-6-8-275,1-2 54,-5-18 450,5 8-280,-3-22 474,7 4 1832,-2-12 157,4 1 573,2-5 254,0 13-181,0 4-346,-1 11-174,-2 8-422,1 5-156,-2 0-331,3 11-456,-2 0-470,1 4-192,1 1 825,0 2 2263,-2 7-273,-4 8-328,-5 20 189,5-8 163,-5 16 399,7-13-123,-2 8-749,1-1-2173,-1 8 518,2-14 266,1 13 20,3-13-7,2 9-48,7-1-164,13 5-517,-2-16-235,20 3 192,-2-20 756,16-1 355,7-11 411,-22-6 1,1-3 213,-7 0 1,0-3 307,7-8 1,-3-1 1413,3-6 502,-3-4-1316,-15 12-1414,-4 0 0,-4 2 0,-5 5 0,-6 4 0,-1 5 0,-1-2 0,-1 2-1371,-2 2-606,0 0 585,-1 4 1302,-2 1 481,-2 4 1132,-8 7 146,-2-1-422,-1 3-1247,-7 1 0,2-1 0,-9 4 0,-11 4 0,15-10 0,-13 0 0,-7-10 0,9-2 0,-10-3 0,16-5 0,2-5-135,5 1-1391,-6-9-388,17 0-328,-3-7 450,3-8 457,5 5 298,3 2 370,4 5 486,3 9 117,0 1 387,2 3 513,0 5 176,0 2-97,2 6-1282,3 4 93,6 14-157,-2-4-56,5 15 55,-2 6 13,-1-6-168,6 27 46,-5-28 969,7 14-251,-1-20-376,-2-10-268,1-7 710,28-20 1121,-3-9-455,-6 0 0,3-3 46,-4-3 0,-1-2 141,-6 5 0,1 0 63,6-7 0,0 0-379,-9 8 1,-1-1-781,8-7 0,-1 0 0,13-15 0,-4-3 0,-23 22 0,-7 3 0,-9 15 0,-2 3 0,0 15 0,0-9 0,0 9 0</inkml:trace>
  <inkml:trace contextRef="#ctx0" brushRef="#br0" timeOffset="270702">21704 5797 14538,'-6'-3'-698,"1"1"3020,5 2-2094,47-46 55,-19 32 0,2 1-175,17-17 1,3 1-495,-1 14 1,0 4 133,-3 2 0,0 1-272,-1 2 0,0 2-33,-3 2 1,-3 2-3077,20 11 2933,-31 12 1,-16-8 0,-16 2 0</inkml:trace>
  <inkml:trace contextRef="#ctx0" brushRef="#br0" timeOffset="271060">21754 6016 10971,'-48'28'1459,"-1"-1"1,8-4 0,9-4 1164,20-10-1787,26-11-136,19-8-255,5-3-97,-7 1 1,4-2-397,7-4 0,1-1 454,1 0 0,0 0-234,6-5 0,-1-1 482,-15 6 0,-4 0-127,10-9 55,-18-9-940,-31 15-742,-5-5 219,-38 1 196,11 7 520,11 6 1,2-2 72,-11-8-15,11-1-278,12 6 811,6-4-208,8 10 982,1-3-1231,7 10 489,8 1-236,12 11-137,14 8 25,13 18-76,-22-11 0,-1 3-454,2 6 0,-1 2 132,-3 4 0,-3 3-549,-5 2 1,-5 2-2308,-6 1 0,-5 0 2475,-5-4 0,-2-4 0,-4 11 0,-1-22 0</inkml:trace>
  <inkml:trace contextRef="#ctx0" brushRef="#br0" timeOffset="271667">22922 5507 20018,'31'20'308,"-8"-1"-332,-19-4 98,-9 2 205,-4 0 59,-8-2 133,-2-3 43,-1-6-320,3-8-81,1-10-80,6-1 142,2-25-49,6 6 39,4-16-101,5 10-55,7 3 79,0 6 27,0 7 108,1 10 168,4 12-175,5 13-182,5 13-122,5 13-96,-2 10-862,-7 7 914,-15-23 1,-5 1 64,-5 5 1,-6 1-45,-6 6 1,-6-1 120,-6 3 0,-5-1-303,-4-3 1,-2-2 548,1-7 0,-1-6 119,6-7 0,1-6 471,-10-1-366,17-16-276,17-21-328,18-5 178,14-14-66,16 6-6,10 5 26,-24 18 0,1 2-246,3 2 0,0 2-349,2 1 1,1 2-1433,1 3 1,0 1 2057,-3 1 0,-4 0 1,11 3-1,-19-2 0</inkml:trace>
  <inkml:trace contextRef="#ctx0" brushRef="#br0" timeOffset="272234">23713 5799 14150,'-4'4'3924,"1"0"1374,3-4-5475,-8-68 88,1 30 28,-2-10 1,0-3 3,-1 19 1,0 3 18,-2-7 0,0-1-429,0-2 1,-1 0 317,2 0 1,-1 2 230,3 4 1,0 2 308,-5-19-279,5 21-73,4 11-163,2 13-8,2 7 230,1 13-26,0 16 1,0 22-51,-1-19 1,2 2 11,1 4 0,2 2-38,2 2 0,2 0-534,3 1 0,4 0 149,1 0 1,4-1-903,9 7 0,2-2 663,-10-17 1,3-1-1456,11 8 1,1-4 2075,5-5 0,-6-5 0,-16-14 0</inkml:trace>
  <inkml:trace contextRef="#ctx0" brushRef="#br0" timeOffset="272426">23559 5751 16305,'19'-46'164,"1"0"0,1 4 1,4 6-221,2 19 1,3 5-470,11-4 0,3 2 532,6-2 1,-2 2 0,-14 5 0,-2 0 0,22-5 0</inkml:trace>
  <inkml:trace contextRef="#ctx0" brushRef="#br0" timeOffset="272778">23915 5362 11876,'-5'-2'7795,"2"0"-5688,3 2-1328,13-43-550,-1 34 438,34-18-135,-18 41-658,6 8 1,2 2-65,5 12 49,-13-8 0,-1 1 80,0 8-404,-16 12 160,-14-26 358,-27 13-242,12-28 982,-22-4-98,21-19-159,2-14-372,7-1 287,7-19-90,12 4-189,-1 11 0,3-2-29,14-20-90,-9 26 1,1 2 194,6-1 294,6 4 206,-5 13-1788,11 4-195,-11 8 1254,6 15 1,-22-7-1,1 5 1</inkml:trace>
  <inkml:trace contextRef="#ctx0" brushRef="#br0" timeOffset="274060">23435 6071 10871,'5'-2'5347,"-1"0"597,-4 2-5468,-2-45-229,5 24 309,-2-12 1,-1 0-507,5 11 276,-2-15 195,-6 6-636,-5-14-290,-7-5-26,0 8 475,2 8 1,-2-1-509,-5-12 371,6 12 1,0 1-2,-8-16 52,4 4 70,2 6 130,4 7 94,4 10-64,2 8-123,3 10-280,0 2 35,2 4 1148,1 9-514,4 12-275,5 14-116,10 12-94,8 7 1,-11-25 1,1 0-181,1 1 0,0 1 151,0 0 1,-1 0-399,-1 1 1,-1 1 112,-1-1 1,-1 0-305,-3 0 0,0 1-1945,-2-1 1,-1 0 2625,1 21 1,-3-21 0,-3-17-1</inkml:trace>
  <inkml:trace contextRef="#ctx0" brushRef="#br0" timeOffset="274744">22958 6841 14641,'-58'25'1800,"0"-1"0,11-5 0,7-3-1127,6-6-959,27-11-6,23-10 338,18-10-28,-6 5 1,3-2-613,9-4 1,4-2 600,2-1 1,4-1 0,-1 2-985,5-3 1,3-1 934,-14 8 0,4-3 0,1 0 0,-3 3 56,2-1 1,-3 2 0,2-1 37,11-4 0,2-2 0,-1 2-58,-2 0 1,-1 1 0,0 0-23,-4 2 1,0 1 0,-2 0-52,-4 2 1,-2 0 0,-1 2-454,11-6 1,-2 3-1421,-11 3 1,-3 1 1947,13-4 1,-25 10-1,-15 5 1</inkml:trace>
  <inkml:trace contextRef="#ctx0" brushRef="#br0" timeOffset="275378">23765 6789 20543,'3'-22'750,"0"4"-700,1 14 1,-1 1-34,0 3 11,0-1 22,0 4-22,0-3 162,-1 3 696,-1-3-516,0-7-152,-2-9-168,1 0 102,-1-6-91,1 13 62,0-8-33,2 2-23,4-5-39,4-4-11,15-4-17,-6 8 11,16-4-22,-8 15-39,8 1 22,-3 13 11,-4 10-22,-8 19 5,-12 19-631,-19-5 0,-7 6 623,-3 2 0,-4 0-423,6-17 1,-1 0-1,-3 2 423,-2 1 0,-4 2 0,0-1 0,3-4 19,-4 6 1,-1-1 12,4-7 0,-3 6 1,0-2-1,2-5 52,-3 2 0,0-5 28,-1 2 0,-1-9 53,-9-23-16,32-51-79,14 14 0,6-2-325,8-7 1,5 0 332,3 9 1,2 4-18,-6 5 1,1 3-6,5 0 0,-1 2-3,17-2-16,12 1 940,-11 11-1249,13 10-1226,-7 12-3376,-14 1 1,-2 1 3552,9 7 1,-8 2-1,-31-19 1</inkml:trace>
  <inkml:trace contextRef="#ctx0" brushRef="#br0" timeOffset="276294">24408 5942 15137,'-6'0'925,"1"0"-667,5 0-505,32-51-212,3 31 321,-11-9 1,3 2-473,26 17-225,-11 7 286,-7 8-44,-10 11 162,-30 15 301,-17 10 116,3-16 0,-2 0 9,-17 16 58,7-11 0,1-1 93,-8 7-37,14-12 1,2-1 181,1 3-39,11-10 1176,10-7-464,10-7-281,7-6-78,8-6 112,3-7-138,2-4-88,0-2 18,-3-1-43,-5 0-171,-7 4 52,-4-8-99,-7 8-255,-5-8-108,-10 8 44,-7 2 172,-7-1 391,-1 0 506,-1-7-280,6 1-619,7 5 233,6 0-236,6 12-56,1-2-68,2 6-45,2 1 45,5 5 45,6 9-1,8 11-16,4 12-5,3 10-57,-2 6-83,-3 2-231,-3 1-526,-6 1-1405,-6-3-5216,-5-3 1491,-5-16 6032,-1-9 0,0-16 0,1-5 0</inkml:trace>
  <inkml:trace contextRef="#ctx0" brushRef="#br0" timeOffset="276851">25338 3908 20028,'-16'-44'997,"1"0"0,2 5 1,2 8-864,7 16-284,3 16 219,3 7-51,8 24-4,5 16-10,-4-13 0,-1 4-557,1 6 1,-2 3 491,0 6 0,-2 1-183,0 4 0,-2 1-602,-1 1 0,-1 0-1397,0-3 1,0-2 2238,-1-10 0,0-5 1,2 9-1,-2-26 1</inkml:trace>
  <inkml:trace contextRef="#ctx0" brushRef="#br0" timeOffset="277394">25791 3994 22498,'16'-38'879,"-3"-6"-784,-16 11-56,-3-16 1,-5-11-261,4 25 0,-1-2 279,-2-13 1,1 0-51,3 15 1,-1 0-1,0-12 1,0 3 19,-2-1 137,-3-2-184,-1 16-14,5 17-6,1 8 6,5 17 67,0 13-40,1 21 3,3-15 1,2 3-202,1 6 1,3 1 192,2 4 1,4 0 4,1 0 0,3 0-3,2-2 1,2-1-1533,7 4 1,0-2 1458,-9-13 0,1-1-394,12 16 0,-2-3-425,-5-5-827,-3-6 0,-1 0-8103,-2-4 8703,-2-2 1,-9-13-1,-8-9 1</inkml:trace>
  <inkml:trace contextRef="#ctx0" brushRef="#br0" timeOffset="278367">26258 3921 12057,'5'0'4470,"0"0"-605,-5 0-2986,4-79-529,-7 47 0,0-3-990,2-7 0,1-6 0,-1 4 679,-4 3 0,0 1 39,0-9 1,1 0 241,1 9 1,0-1-187,-2-16 1,0 1-77,1 20 1,0 1 95,-3-10 0,-1 5-64,0 13 61,-8-11-77,4 25-31,-1 2 1674,-4 18-1250,6 3 42,-7 26-189,5 9-197,6-14 1,2 4-644,4 14 0,3 0 591,1-14 0,2-1-57,9 18 0,5-2-454,3-16 1,3-2 153,7 8 0,4-1-100,2-3 1,1-1-240,5 0 1,-1-2 344,-15-11 1,-2-1-1363,4 5 0,-7 0-4346,-14-3-576,-1 4 6625,-14-15 0,2-8 0,2-2 1</inkml:trace>
  <inkml:trace contextRef="#ctx0" brushRef="#br0" timeOffset="278527">26071 3709 14408,'0'-5'3465,"0"1"-3259,0 4 1000,46-68-882,-23 45-690,18-20 1,6 3-118,2 23-864,-11 7 1,0 0 1417,14 0 0,-19 4 0,-16 4 1</inkml:trace>
  <inkml:trace contextRef="#ctx0" brushRef="#br0" timeOffset="278877">26339 3402 16744,'-1'-4'4401,"0"1"-3286,1 3-224,19-65-701,5 44-21,-1-15 1,5 4 38,8 29 0,3 10-228,-1-1 1,2 4-568,16 9 1,-1 6 613,-16-3 1,-4 3-11,1 3 0,-5 2-384,-7 9 150,-29 7-36,-7-26 316,-33 9 427,12-25 375,-13-11 213,18-16-2958,12-19 2067,8 2 184,12 4 1,5-2 12,3 5 1,2 1-153,-1-1 1,2 1-30,7-1 1,0 6 81,1 3-40,18-10 381,5 14-227,4 5-734,-4 10 344,-5 21 1,-27-9-1,4 9 1</inkml:trace>
  <inkml:trace contextRef="#ctx0" brushRef="#br0" timeOffset="285017">5594 8474 11863,'-2'-2'3576,"0"0"-1731,2 2-833,-14-7-1102,11 5 95,-11-5 169,14 7 537,0 1 324,0 4 499,-1 3-115,-1 2-192,-9 15 513,-3-1 130,-10 12 98,0-9-573,0-7-658,3-12-450,2-13-1093,6-4-257,-16-41-124,13 20 588,-1-6 1,1-2-814,3-15 938,6 20 0,1-1-125,3-28 489,9 8 1088,10 13 700,10 11-188,11 12-640,13 10-473,9 14-504,-26 0 0,1 5-236,6 11 1,-2 4-641,-11-8 0,-3 5 442,4 19 1,-7 7 63,-14-3 1,-8 5 122,-5 7 0,-5 6 0,-1-1-728,-1-5 0,-2 0 1,-1-1 1209,-2 2 0,-2-1 1,-1-2 194,-2-4 1,-1-1-1,-1-5 209,-6 2 1,-2-3 435,-5 3 1,-3-4-272,0-14 1,0-9-207,-19-10-194,13-19-1050,20-25 2669,16-5-2644,3-11-58,14 1 271,19-4 972,15 12-1371,-8 17 1,2 3 1628,22-7-289,-13 10 0,2 1-239,-6 3 0,3 0-381,-1 1 1,4 0-1,-3 0 24,2 0 0,0 1-2697,1 1 0,3 0 1,-5 1 2671,19-2 0,-27 5 1,-3 0-1,-8 3 1</inkml:trace>
  <inkml:trace contextRef="#ctx0" brushRef="#br0" timeOffset="285476">6437 8464 19826,'0'9'3844,"1"-1"-3202,-1-8 662,0 0-993,-37-70-299,16 27-594,-8-9 1,0-2 639,3 3-52,4 14 0,-1-1-27,2 1 0,-2-2 23,1-3 1,-2-3 0,2 1 8,-6-10 0,2 1 5,2 0 0,1 4-35,8 15 0,3 4 172,-4-2-368,4 8-20,4 16-149,7 14 638,6 40-155,1-10-81,0-5 0,1 5-294,6 16 0,3 3 329,-2-16 0,2 1 0,0 0-48,3 7 0,2 1 0,1-3 19,2-3 1,1-2 0,2-4-82,9 3 1,1-5-520,0-5 1,1-2 193,-9-8 0,0-2-110,3 0 1,-1-1-2284,22 13-1764,-9 0 4413,-12 7 1,-23-20-1,-10-1 1</inkml:trace>
  <inkml:trace contextRef="#ctx0" brushRef="#br0" timeOffset="285977">6248 8376 16405,'7'-52'715,"0"0"0,2 3 0,4 5-42,26-3-828,-15 23 0,0-1 277,2-1 1,0 0-194,6-4 0,-1 1-86,13-14 146,-7 7 429,-27 18-442,-22 13-633,-13 3 75,-4 5 908,-16 6 286,4 2 254,4-3-110,4-2-122,21-11-593,8-3 420,7-2 473,10-4-94,11 1-337,33-7-425,-26 11 1,1 2-69,2 0 0,1 1-2,23 1 95,-16 18 1,-3 8-1110,10 18 597,-12-5 1,-6 4-1495,-21 1 0,-7 0 1717,-4 12 189,-12 2 306,-21-16 326,2-16 23,-15-1 119,11-36-484,10-23-179,10-21-35,13 22 0,3-1 87,3-3 1,3-1-85,3 0 1,3 0-120,1 1 0,3 2 75,1 2 1,1 3 168,10-14 1483,-7 22 1,0 5-2274,5 4-4340,10 1 4872,-17 22 0,-9 0 1,-6 1-1</inkml:trace>
  <inkml:trace contextRef="#ctx0" brushRef="#br0" timeOffset="286744">6180 8955 20639,'-9'-49'820,"-1"0"1,1 1 0,0 5-393,0 4-152,-1 3 1,-2-3-1102,2 5 0,-1 0 870,-6-20 0,-1-2-24,-1 0 1,0 1 6,-1-4 1,-1 0 33,0 3 0,-1 2-88,0 7 1,-1 3-44,1 8 0,-2 4-50,1 8 0,0 4 209,-22-9-463,5 14 170,9 8 56,11 8 1205,10 10 142,11 12-574,12 19-123,13 16-356,-7-22 0,2 0 78,5 6 1,3 0-169,3 1 0,3 1-145,3 0 0,2-1-726,2-2 1,0-1-55,1-1 0,0-2 178,-2-3 1,0-1-215,-3-2 0,-1-2-2169,-3-3 0,-2 0 2977,16 13 0,-20-15 1,-15-12-1</inkml:trace>
  <inkml:trace contextRef="#ctx0" brushRef="#br0" timeOffset="292117">7416 7351 26168,'-29'-17'-926,"-1"0"1,-9 4 1012,59 71 6,-6-27 0,3-1-196,2 1 0,1-1-458,3-1 1,0-1 150,1 0 0,0 0-210,-1 0 1,-2-1-689,11 13-2560,-6 12-176,-17-23-188,-6 6 4458,-12-20 1,2-9 0,-1-5 0</inkml:trace>
  <inkml:trace contextRef="#ctx0" brushRef="#br0" timeOffset="292328">7317 7743 14630,'-8'0'5399,"2"0"-3886,6 0-1070,0 0-225,-16-19-737,29 0 1590,-4-22-657,40 0-167,-12 12 1,1-1-330,-11 9 1,1 0 81,13-10 0,-1 1-1498,10-7-2046,-22 15 1,0 1 3043,8-7 0,-14 13 1,-18 11-1</inkml:trace>
  <inkml:trace contextRef="#ctx0" brushRef="#br0" timeOffset="292551">7786 6909 13683,'0'-5'7016,"-1"2"-1914,1 3-4887,-12-36-291,20 55-130,-5-24-81,10 29 0,5 13 156,9 9-373,-7-15 1,2-1 120,-1-5 0,0-1-68,0 0 0,1 1-933,19 12 1,-1-3-736,-2-3 2019,4 1 1,-4-4 0,-20-16-1,8 4 1</inkml:trace>
  <inkml:trace contextRef="#ctx0" brushRef="#br0" timeOffset="293151">8641 6918 26437,'-12'-32'168,"-1"-1"1,1 1-1,-1 1-282,-11-18-90,1 8-16,-2 3 0,-3 0-1080,5 9 1,0 1 1145,-4-6 0,-2 0 84,-6 0 0,1 4-223,-11-2-93,-8-3 568,14 19-277,14 11 398,5 3 297,8 11 2028,14 10-1959,11 15-296,15 11-208,3-4-206,-4-14 0,5 0-76,9 1 1,4-1-885,2 1 0,2 1 757,-9-8 1,1 0-1,-3-2-556,0 1 0,-1-1-183,6 3 1,-3 1-391,-11-4 1,-2 0 1327,7 7 1,-3 0 0,2 2 0,-11-4 0</inkml:trace>
  <inkml:trace contextRef="#ctx0" brushRef="#br0" timeOffset="293877">8993 6601 22092,'-39'-39'37,"1"0"0,2 2 1,1 4-122,1 8 0,1 2-410,2-1 1,1 0 603,1-2 0,0 0 25,3 0 0,2 0 116,1 2 0,2 0 68,-13-16-516,11 12 767,-1 4-465,14 15-256,-2 0 95,10 10 1663,11 14-1484,10 14-63,20 16-40,-11-17 1,1-1-166,-3-4 0,2 0 178,22 10 0,3-2-457,-14-8 1,0-2 424,-3 0 1,3 0 0,-3-1-569,7 4 1,-3-1 269,-4-1 0,-2 0-319,15 9-2062,-22-12 0,-2-1-1990,-5-3 4646,7 8 0,-22-18 1,-3-1-1</inkml:trace>
  <inkml:trace contextRef="#ctx0" brushRef="#br0" timeOffset="294060">8788 6487 19537,'27'-49'68,"-1"0"1,0 3 0,3 8-2082,22 13 2016,-9 5 1,-16 8-1,-14 6 1</inkml:trace>
  <inkml:trace contextRef="#ctx0" brushRef="#br0" timeOffset="294385">8880 6085 16282,'-4'-2'4340,"1"1"-3034,3 1-482,31-20 524,14 15-1195,-6-3 1,5 1-144,1 10 0,1 5-544,1 2 1,-2 2 443,-3 3 1,-2 1 215,15 12 28,-13 15-684,-37-15 73,-15 11 969,-24-16 216,-12-9 47,0-17-63,9-21-591,13-6 225,14-6 0,7-5 406,9-20-472,1 16 0,3-1-381,4 10 1,3 3 82,3 0 1,3 3 62,2 1 0,4 3-566,3 2 1,3 4 651,7 3 0,-2 5 0,6-3 0,-4 10 0</inkml:trace>
  <inkml:trace contextRef="#ctx0" brushRef="#br0" timeOffset="296360">9721 14711 6665,'-6'9'3159,"1"-1"619,5-8-423,0 0-2817,-5 5-319,3-3 1062,-3 4-670,4-5 79,-3 2-561,0 0 929,-13 6-1018,4-2 88,-27 11-49,19-11 201,-26 6-72,25-12-29,-7-11-123,17-5 62,6-40-68,10 1-405,-1 15 1,1 0 371,7-14-12,6 5 12,-1 25-6,15 2-11,2 21-11,14 19 6,2 20-1585,-23-11 0,-1 1 1573,-5-4 0,-1 3-98,0 24 1,-5 2 59,-7-23 0,-4 2-63,-6 19 0,-5 8 1,-4-3 83,-2-16 0,-3-3 1,-1 1-245,-3 8 0,0 2 0,-4-2 311,-4-1 1,-4-2 0,-1-3 115,-1-8 1,-1-3 0,0-2-658,0-2 1,1-2-1,-2-4 653,-19 4 1,2-12-31,18-19 0,7-9 842,4-15 1,8-6-910,9 0 0,6 0 185,1-3 0,6 2-183,9 3 1,5 3 515,20-8-543,2 5 3148,13 12-3177,-3 29 1,0 5-4,-18-6 1,0 2-141,7 6 1,4 4 0,-5 2-138,-7 1 1,-1 1-799,8 6 0,1 1-1728,-1-1 0,0-1 2207,-6-4 1,-2-3 0,8 3-1,-17-12 1</inkml:trace>
  <inkml:trace contextRef="#ctx0" brushRef="#br0" timeOffset="297034">11222 14782 19014,'-16'-56'1484,"-1"-1"0,3 7 1,3 8-881,6 7-340,4 16-147,5 12-16,6 16-6,8 14 6,6 20-62,-3 1-14,-7 0 1,0 4-649,-5-10 0,0 0 460,3 19 1,1 3-538,-2-10 0,0-1-1586,3 1 1,1-1 2285,4 2 0,1-5 0,3 7 0,-1-11 0</inkml:trace>
  <inkml:trace contextRef="#ctx0" brushRef="#br0" timeOffset="297361">10996 15069 17468,'-54'9'1286,"0"0"0,7-1 1,12-2-912,26-3 62,23-4-45,20-6-241,-4 1 1,3-1-733,10-4 1,3-2 647,10-2 0,2-2-442,-16 3 1,2 0 0,0-1 400,2 0 0,0-1 1,1-1-5,-1 1 0,0-2 1,0 1 7,-3 1 0,0 0 0,-2 0-206,16-7 1,-4 0 222,-8 4 1,-4 1-6,-10 4 0,-3 0 53,5-2-28,-20 9 658,-10 7-1431,-9 5-1770,-3 4 2476,-3 1 0,4-3 0,3-4 0</inkml:trace>
  <inkml:trace contextRef="#ctx0" brushRef="#br0" timeOffset="302159">13561 14095 10164,'0'-3'5960,"0"0"-2728,0 3-2488,-18-61-89,13 42-271,-5-16 0,1 5-250,8 25 6,-1 3-62,-2 9 29,-4 12-6,-8 18-28,-5 18-31,10-23 0,-1 3 11,1 16 1,0 0-38,-1 11-261,7-23 1,2-2 278,8-1-12,3-3 18,7 1 49,5-11 46,4-12 27,6-14-11,5-12-56,-9-3 1,-1-4-35,-3 0 1,1-2 33,8-13 0,-1-3-22,-10 10 0,0 1 22,1-6 0,-2 2 146,5-11 578,-8 13-477,-7 14-308,-5 12-6,-2 13 11,1 11-17,1 16-22,3 11 11,0 13-11,-3-25 0,0 1-134,-1 1 0,0 2 22,1 7 0,0 0-1311,2-5 0,0-1-3085,6 22 4508,6-22 0,-11-32 0,1-3 0</inkml:trace>
  <inkml:trace contextRef="#ctx0" brushRef="#br0" timeOffset="302710">14643 14059 18135,'-39'20'668,"0"0"0,2 0 1,9-4-417,22-11 812,-4 6-638,1-2 211,-5 7-547,5-6 116,-1 3-150,7-9 344,1-1-283,8-2-5,9-7 23,32-15-107,-16 6 28,26-12-40,-36 16 18,9-4 11,-5 3-40,-6 3 7,4 0-1,-7 2 0,-1 0-341,25-9-118,-22 8-533,16-5-5107,-16 9 6088,-5 1 0,-1 1 0,-7 2 0</inkml:trace>
  <inkml:trace contextRef="#ctx0" brushRef="#br0" timeOffset="303444">15274 13943 12472,'-9'2'7292,"2"-1"-5701,7-1 476,0 0-1832,-20-15-151,15 11-22,-15-12-18,20 16 63,0 2-68,0 0-28,-1 1 140,0 2-78,-1-2 185,-1 3-57,-3-4-16,-4 2 95,-10-5-196,5-1 39,-11-5-44,7-7-23,-3-7-11,8-12-39,11 2-1,7 1 7,14 5-7,5 9 6,10 0-11,-4 8-11,18 9 6,-14 9-7,16 12-10,-14 13-201,-12 17 220,-17-18 0,-4 3-916,-7 9 1,-4 1 915,1-8 0,-4 3-29,-9 13 1,-7 7-1,3-7 32,5-15 0,-1 1 2,-6 11 0,-4 7 0,2-10-371,4-19 0,1-6 372,2 2 0,-2-4 41,-29-5-32,29-28 160,-3-6-149,23-35 1702,15 10-1717,-2 11 0,2 1-2,10-5 956,17 0-967,-6 20-7,19-1 35,2 15-23,-21 3 0,0 2-17,5 2 0,1 1-434,4 2 1,1 1 102,2 2 1,1 1-611,0 0 1,0 2-2538,-3-1 0,-3 0 3495,-7-3 0,-4 0 0,7 2 0,-21-7 0</inkml:trace>
  <inkml:trace contextRef="#ctx0" brushRef="#br0" timeOffset="303800">13899 15299 14567,'-37'24'549,"0"0"0,0-1 0,-12 9 0,10-6-269,20-11 1001,15-7-350,19-9-186,18-10-62,24-12-1320,-16 3 1,2-1 720,-5 2 0,2-2 29,9-3 1,6-3 0,-2 1-86,-10 6 0,-1 1 0,3-1-554,2-1 1,4-1-1,1 0 1,-2 1 538,10-2 0,-1 1 1,1 1-14,-15 6 0,0 0 0,1 0 0,-1 1-184,14-3 0,0 1 0,2 1 84,-11 3 1,1 1 0,0 1 0,-4 1-43,-3 0 0,-2 1 0,1 1-667,9 0 1,1 1 0,-6 1 808,-7 3 0,-6 0 0,21 0 0,-20 2 0</inkml:trace>
  <inkml:trace contextRef="#ctx0" brushRef="#br0" timeOffset="304443">14935 15287 20974,'0'22'817,"-3"3"-553,-7 2-56,-9 6-113,-2-8 224,-26 14 0,6-15-117,-9 4 391,-9-14-279,25-16-152,-9-10-100,27-17 5,16-11-39,16-6-5,13 1 5,9 5-28,5 10 16,4 8-16,1 10 0,-1 15 12,-7 16 10,-12 22-17,-20-10 1,-6 4-686,-6 10 0,-7 4 669,-8 10 0,-4 1 11,1-8 0,-4 2-19,4-10 1,-5 4 0,0 1 0,1-3-590,-1-1 0,1-1 0,-2 1 619,0 0 0,-2 3 0,-1 0 0,2-5 2,-1-2 0,0-4 1,1-4-75,-9 4 0,1-10 190,-18-7-50,22-43 21,19-29-41,18 15 0,6-3 167,5-5 0,5 0-145,6 0 1,4 1-18,2 3 1,4 4 592,11 1 0,0 4-649,-14 12 0,1 3 6,15 1 0,1 6-11,-16 7 0,0 5-42,9 1 0,0 3-211,-1 2 0,0 3-1806,9 8 1,-2 1-569,-15-7 1,-1 1 2623,10 5 0,-6-3 0,-14-6 0,-1-2 0</inkml:trace>
  <inkml:trace contextRef="#ctx0" brushRef="#br0" timeOffset="307244">15312 13671 9850,'0'-4'4257,"0"0"-885,0 4-2437,-27-44-425,16 28-84,-23-34-84,24 41-40,-3 1-11,-2 1-56,-3 0-67,-5 3-45,-3 0-5,-4 2 39,-3 0-23,-1-1-11,-2-2-16,0-2-6,0 0-12,1 1-10,-3 0-46,9 3 68,-19 1-28,14 1-51,-8 0 17,-7 2 6,14 1 0,-6 0 6,-2 2-12,16-3-5,-5 1 33,-3-1-67,9 3-5,-5-1 16,-13 5 11,6 1 1,-20 5-283,2 1 272,-3 2-1,-1 1 6,-1-1 5,4-1-16,4 0-6,6-1 5,14-3 1,-11 6-1,23-8 6,-8 4 1,1 2-12,5-2 0,-29 22 5,20-10 1,-11 12-12,0 2 1,2 1 5,4-1 0,2-1-6,2 2 12,1 2-1,-1 3-10,1 0 5,3 0 0,3-4-23,7-5 12,3-3 11,6-3 254,1 0-249,3 1-16,-1 3 17,1 4-1,-2 3 1,-2 4-1691,4-15 0,0 0 1685,-4 13-33,-2 18 33,7-26-5,0 6 10,3-7-16,5-5 17,3-2 3369,6 1-3358,2 0 61,-1-4-45,10 16-27,-4-8-17,12 16-12,-4-9 29,4-2-1,1-4 18,5-5 10,5-5-5,-7-9 20,-4-7 0,1-1-15,17 1-212,-12-3 1,1 0 217,24 3-22,1 0 17,-3 0 11,-1-1-23,-13-4-54,-12-3 0,2-3 105,15-6-40,-13 1 1,0-1-11,12-7 10,-11 1 1,1-1-282,-10 5 0,0 0 279,14-5 0,1 0-15,-8 4 1,-1 0-6,-3 1 1,0 0-4,-2 0 1,-1 1-96,21-11 143,-2-2-5,-4-2-23,4-4 22,2-2-22,-24 14 0,0-1-9,1 0 1,-1 0-3,16-11 5,-11 9 1,1 1 5,13-7-6,-14 7 1,1 1 16,17-9 34,-6-1-29,-4 1-27,-2 0 352,-10 6-324,11-9 136,-14 12-165,12-9 18,-4 2 5,-10 7-33,11-10 5,-7 6 0,10-7-22,4 0 607,0 1-579,-5 3 11,-7 2 165,-8 4-171,-6 1 23,-3 2-22,0 0-18,0-4 18,3-4-12,5-6 11,3-4-5,3-4-6,1 1 28,-4 2 40,-5 3 10,-8 5-5,-7 3 23,-12-5-90,1 9 11,-10-13 0,7 3-12,-4-11-4,3-2 21,-1-5-16,5 18 39,-6-5-39,0 17-6,-9-3 17,-7 1-22,-9 1 16,-9 0 6,-7-3-17,-1-2 0,2-2 1,5 2 16,1 1-23,18 9 1,-4 3-17,14 6 11,-6 1 22,-2 1 0,-12-3-16,10 2 0,-18-3-6,14 5 16,-11-1-16,0 8 0,-1 5-11,-12 13-6,18-4 25,11-3 1,1 1-9,-13 9-101,-11 10-963,22-14 0,1-1-3467,-9 7 4531,-1 0 0,30-22 0,1 0 0</inkml:trace>
  <inkml:trace contextRef="#ctx0" brushRef="#br0" timeOffset="312793">16754 14741 14085,'-6'0'3237,"1"0"157,5 0-3209,-32-31-112,31 17 33,-12-33-44,44 23-34,-2 5 0,2 0-51,-2 2 1,1 1-142,-1 0 1,1 1-187,11-2 0,-1 2-915,17-1-133,-18 6 1,0 2-4126,8 7 477,-19 17 5046,-21 7 0,-6-5 0,-6-5 0</inkml:trace>
  <inkml:trace contextRef="#ctx0" brushRef="#br0" timeOffset="313167">16872 14930 16448,'-27'37'1277,"0"0"1,-7 14-1155,65-73-73,12-12-67,-18 13 1,0 0-687,4-3 0,-1 0 625,17-16-15,-12 9 0,-1-1 198,5-13-105,-14 20 0,-3-3 44,-4-26 7,-17 28 196,-27-26 38,-7 27-53,8 8 1,-3 1 534,-22-2 85,1 4-192,8 3-138,11 0 633,13 4-785,9-6-107,10 5-212,8-5-23,4 6 11,15 2-11,17 13 0,6 6-283,-17-1 1,-1 5 257,-3 3 0,-3 2 8,14 20-14,-18 1 0,-5 4-31,-9-11 1,-4 2-793,-1 18 0,-4 1 307,-7-8 1,-5-2-1322,-2 0 1,-2-2 1280,1-7 1,2-3 0,-6 9 0,11-24-1</inkml:trace>
  <inkml:trace contextRef="#ctx0" brushRef="#br0" timeOffset="315627">19379 14265 19434,'-7'3'1573,"-5"8"-1405,7-3 157,-15 12-4414,3-6 4179,-4 2 937,-4 0-729,-2-5-192,4-2 230,-12-5-134,16-14-40,-6-11-95,12-2 96,2-29-113,8 24 113,9-32-102,5 34 3398,12-6-3408,2 20-40,-2 6 39,19 11-27,-4 6 5,19 13-28,-17-1 5,-11 10 1,-5 6-15,-14-8 1,-4 2-515,6 11 1,-4 0 516,-10-10 1,-7 2-4,-14 16 1,-6 1 2,2-7 1,-3 1-607,2-3 0,-4 3 1,2-5 619,-2 0 1,-1-5 24,-15 6 1,-2-6-123,20-21 1,-1-3 144,-9 5 0,0-7 56,-2-23-51,19-18-38,13-2 815,21-19-816,20 0-5,7 4-6,-13 24 0,1 5 6,16 3 1967,-1 16-1979,-10 7 354,8 15-415,8 12-93,-20-16 1,1 0-818,9 4 1,2-2-1335,-1-5 1,0-4-933,-5-3 1,-1-2 3231,6-2 0,-4-3 0,-7-1 0,0-1 0</inkml:trace>
  <inkml:trace contextRef="#ctx0" brushRef="#br0" timeOffset="315877">20155 14052 17988,'0'-4'4885,"0"0"-3082,0 4-1646,-24 38-90,23 2-378,-8-1 1,3 4 315,11-4 1,4 1-45,0 4 0,1 0-425,-1 1 1,1-1 1,0-2 0,-1-1-569,1-3 0,-1-2-1826,-1-4 0,0-2 2857,5 15 0,-7-20 0,-2-14 0</inkml:trace>
  <inkml:trace contextRef="#ctx0" brushRef="#br0" timeOffset="316160">19860 14518 20095,'-42'6'900,"-1"0"0,2 1 0,17-5-665,30-7-50,15-6-85,24-9-75,-14 7 1,1-1-316,7-2 0,2-1 304,4-1 0,0 0-11,-8 3 0,0 1 11,19-6 0,-1 0-20,-19 8 1,0 0 10,14-5 1,-1 1-18,-15 7 1,-4 0 51,19-2-231,-19 5-1428,-9 7 1619,-15 7 0,-1-3 0,-5 2 0</inkml:trace>
  <inkml:trace contextRef="#ctx0" brushRef="#br0" timeOffset="318150">21746 13700 19400,'-8'34'2408,"-5"-6"-2065,4-23-58,-9 1-156,2-4 229,-15 1-134,8-6-33,-9-4-6,10-9-1,6-8-100,7 1 135,9-16-158,4 18 68,14-20-78,2 21-35,5-1 35,12 9-46,-8 11-5,7 2 12,11 24-18,-16 8 3,-10-7 0,-2 5-342,-10 2 1,-4 2 355,-6 26-11,-18-5 0,-9 2 3,2-14 0,-4 0 4,1-3 0,-2 3 1,-2-2-1,-3-5 1,-1-1-1,2-3-1,-1 2 0,-1-5 19,-8 2 0,3-10 25,4-23-27,8-21 5,19-25-9,17 16 1,5-2-9,4-1 0,3 1 3,4 2 0,2 2 6,1 6 0,0 2-4,23-8-16,-2 16 0,0 14 0,-1 15-11,-5 14-73,-4 11-470,-5 7-1982,1 5-1220,-14-26 1,1-2 2992,15 18 0,-11-16 1,-8-14-1</inkml:trace>
  <inkml:trace contextRef="#ctx0" brushRef="#br0" timeOffset="318430">21412 14721 22643,'53'-30'29,"1"-1"1,-16 11-1,1 0 1,0 3-58,1 2 0,1 3 0,0 0-837,4-1 1,1 2 0,0 0 503,0 1 1,0 2-1,0 0-776,-2 2 0,-1 1 0,0 3 1137,15 2 0,-6 2 0,6 1 0,-20 6 0</inkml:trace>
  <inkml:trace contextRef="#ctx0" brushRef="#br0" timeOffset="319083">21650 15154 24071,'12'-61'572,"2"14"-511,6 51-27,-4 1 50,7 12-45,-7 0 11,5 11-38,-8-1-1,-5-1 45,-4-4 17,-7-5-23,-1-6 107,-14-5-84,2-7 6,-10-6-12,4-8 11,4-5-22,6-4 0,6 2 11,5 2-33,7 3 5,8 0-28,12-1 1,11 0 16,12 1-6,9 4-5,2 6-68,-6 13 23,-12 11 68,-18 18-29,-22 16-17,-11-19 1,-5 1-480,-5 4 1,-5 1 481,-5 3 0,-2 0-8,-3 2 0,-2 1 2,-3 2 1,-1-1 2,-3 2 1,0-2 5,-1-3 0,-1-4 8,4-6 1,1-4-49,5-9 0,2-5 40,-14-10 11,20-21 23,22-15-23,18-8 0,15-4 17,11 1-28,8 3-6,-20 22 1,1 2 569,19-6-558,-6 11 0,2 4-1,18 1-16,-15 3 0,1 3-54,-9 3 1,-1 1-177,0 1 0,1 0-471,0 1 1,0-1-1025,1-1 0,0-2-2788,23-4 4524,-29-3 0,-3-1 0,-6 0 0,-2-3 0</inkml:trace>
  <inkml:trace contextRef="#ctx0" brushRef="#br0" timeOffset="319868">22594 14266 17983,'-6'1'3360,"1"-1"-1528,5 0-1804,26-43-44,13 21-35,-7-7 1,4 1-723,8 14 0,1 5 393,15-5-357,-22 9 0,-3 4-1901,-3 11-1585,-6 11-437,-24 16 3075,-16-5 0,-6 1 1585,-12 15-218,3-10 0,-3-1 2548,-7 8-656,15-19 1,0 0 818,1-1 0,1-2-46,-11 7-1495,7-6 1158,9-14-1651,11-7 174,3-2-509,10-9-57,11-6-39,26-21-39,-8 7 132,-5 6 0,1-1-222,13-12 28,-12 9 0,-1-2 48,-9 5 0,-1-1 31,14-27 10,-25 21 7,-21 0 38,-14 11 91,-17-4 38,-10 1 3,21 9 0,1 0 3,-9-4 280,0-6-28,27 11-95,3-1 0,12 3 189,8 5-447,5 2 24,13 6-108,3 6 0,15 9-8,-15 0 0,0 2-6,-4 1 0,0 2-356,3 8 0,-3 2 286,3 17-78,-13 3-3169,-21-7 0,-4 1-836,-2 5 4156,-2-2 0,0-5 0,2-25 0,2-1 0</inkml:trace>
  <inkml:trace contextRef="#ctx0" brushRef="#br0" timeOffset="320450">23690 14020 16174,'-1'-3'4637,"-1"1"-2166,2 2-2208,-13-61 107,11 34-239,-1-12 1,5 1-48,16 17-62,7 5 45,19 8-27,-18 5-35,24 3 1,-19 8 5,5 10-11,-9 16 11,-15 2-16,-11 1 16,-19-1-11,-10-7 17,-11 7-12,6-8 17,3-8 1,-2-2 27,-6-3-10,-15 7 150,10-23 56,21-8 6,-5-5-89,18-3-67,11 0-52,5 5 85,23-5-106,-8 9-1,9 1 0,4 2-22,21 3-462,-12 3 1,0 2 458,-12 0 0,0 2-5,14 9 0,-4 3 2,-3 4-55,-8 7 1,-9 4 15,-28 11 0,-6 8-22,-11-24 0,-6-3-131,2-4 1,-1-1 155,0 1 0,-2 0-219,-12 3 1,-1-4-846,11-9 0,0-2-2560,-3-2 1,1-3 3665,-10-12 0,30-2 0,9 1 0</inkml:trace>
  <inkml:trace contextRef="#ctx0" brushRef="#br0" timeOffset="320766">23499 14797 21451,'44'-33'29,"1"0"0,0 0 0,-2 2 1,1 1-1,-2 5-40,9 1 0,-2 6-364,-9 2 0,1 2 5,19-4 0,0 3-1291,-23 8 0,0 1 1661,14-2 0,-3 2 0,-8 4 0,-15 2 0</inkml:trace>
  <inkml:trace contextRef="#ctx0" brushRef="#br0" timeOffset="321010">23537 15061 25053,'32'-33'109,"1"-1"1,-1 0-1,8-9 1,2 4-51,9 11 0,1 5-977,-11 3 0,-1 2 948,-3 2 1,0-1-23,-5 3 1,-2 0 474,17-8-522,-20 7-1670,-11 7 1709,-12 6 0,-1 1 0,-3 1 0</inkml:trace>
  <inkml:trace contextRef="#ctx0" brushRef="#br0" timeOffset="324850">2893 11601 21026,'-8'8'360,"-2"1"-330,-15 29 81,2-10 93,0-8 94,0-7-64,1-9-45,0-14-146,0-11 64,-1-14-55,4-7-28,6-1-17,10 5-31,10 8-5,8 9 4,11 7 12,9 6 21,10 7-29,8 10-12,2 12-340,-7 18 324,-30-8 0,-5 3-673,-5 11 1,-6 4 653,-6-9 1,-4 2-1,-2 1 42,-4 7 0,-2 1 1,-3 1-595,-3 5 0,-4-1 1,-1 0 638,-1 0 1,-1-1 0,-2-2 54,2-6 0,-1-2 1,-1-4-116,-8 7 1,-1-9 129,8-15 0,0-10 235,-12-19-251,19-30-6,20-19-45,10 23 1,4-1 300,5 1 1,3 0-319,5 1 1,3 3-3,4 0 0,2 2-6,3 1 0,2 2 3,4 0 0,2 2-42,1 1 0,1 2-190,0 2 0,0 1-864,-2 4 1,1 1 1095,0 3 0,-3 2 0,3 1 0,-6 3 0</inkml:trace>
  <inkml:trace contextRef="#ctx0" brushRef="#br0" timeOffset="325067">3385 11382 21724,'-15'-39'525,"0"0"0,0 2 0,7 14-352,24 43-117,-3-1-20,4 6 1,2 3-876,13 22 769,-10-15 0,1 2-1205,5 15 1,0 0-418,-8-15 1,0 0 1691,5 14 0,-2-5 0,-8-17 0,-1-1 0</inkml:trace>
  <inkml:trace contextRef="#ctx0" brushRef="#br0" timeOffset="325634">3351 11851 22481,'33'-43'-53,"1"0"0,0 0 1,5-2-1,1 2 1,-2 8-105,-4 14 0,1 3-415,10-7 1,-2 0-1764,2-4-2622,-1-8-1178,-18 0 4259,-25-13 1876,-9 15 0,-18-16 0,9 29 4778,-15-24-1168,14 16-753,-3-14 63,13 7-1828,7 10-604,3 7 0,5 11-96,4 8-61,5 8-23,9 22-241,-6-4 17,8 26-50,-7-14-1,5 7 1,1-7 67,-1-12 67,-7-14-90,-4-13 34,-7-18 39,-3-12 6,-1-16-17,-2 13 0,0 0 6,-1-12 229,0-12-56,1 35-145,0 2-107,3 12-45,10 17-5,-1 3-12,9 11 1,2 4 0,5 5-383,2 5 0,3 5-141,2 9 0,1 2-414,-11-15 1,-1 1-1,1 2-2345,4 7 0,1 1 0,-4-3 2054,-1-1 0,-3-5 0,6 14 0,-22-37 0</inkml:trace>
  <inkml:trace contextRef="#ctx0" brushRef="#br0" timeOffset="325883">3356 12719 17636,'-35'25'759,"0"1"0,0-1-1,-19 13 1,11-8-260,25-18-365,1-2 12,32-26-57,11-9 1,5-5-62,-6 6 0,3-2-705,5-5 0,5-5 0,3-1 1,-3 2 687,3-1 0,-1 3 0,3-3-24,2-2 1,4-3-1,1-1 1,-1 3-92,-5 4 1,0 2-1,0 0 1,0 1-694,1 0 0,0 1 0,-1 1 0,-1 1 797,8-4 0,-2 1 0,-4 4 0,2-1 0,-6 5 0,4-1 0</inkml:trace>
  <inkml:trace contextRef="#ctx0" brushRef="#br0" timeOffset="326444">3737 12848 24172,'16'-45'43,"0"0"0,-9 6 0,4 9-32,39 20-5,-28 8 33,11 11-4274,-20 6 4224,2 7 744,-29 25-722,1-20 34,-10 4 0,-3-2 0,-2-6 5,-16 7 247,-11-23-185,20-17-62,-13-2 6,31-34-67,14 20 50,16-30-39,-1 35 1658,12 0 0,4 2-1653,11 10-5,17-4 276,-16 19-270,7 28 5,-19 15-11,-9-7 0,-6 4-694,-10 8 0,-7 2 694,-1-13 0,-2 2 0,-2 0 0,-1 2 0,-1 1 0,-3-2 5,0-2 1,-2-1 0,0-4 22,-3 7 0,-1-7 0,1-9 0,-1-7 135,-16-6-107,11-14 58,8-28 1,7-10-81,17-18-1497,1 1 1,6 0 1465,1 21 0,4 3 5,8-8 1,1 2-525,7-6 488,4 0 0,6-4-264,1 5 1,0 0-50,0 1 1,1-2-1012,-8 10 0,3-1 1,-5 3 1351,-2 2 0,-4 3 0,-2 1 0,-2 2 0,3-3 0</inkml:trace>
  <inkml:trace contextRef="#ctx0" brushRef="#br0" timeOffset="326667">4376 11717 22823,'-7'-53'113,"1"0"1,5 1 0,11 4-159,18 12 1,10 5-1386,0-3 0,3 2 699,0 2 0,1 3-1370,-2 4 1,0 3 1533,-9 7 1,-2 1 0,6 2 0,-18 8 0</inkml:trace>
  <inkml:trace contextRef="#ctx0" brushRef="#br0" timeOffset="327050">4562 11942 22694,'29'-44'20,"1"0"0,-1-1 0,-2 4 0,0 0 1,-1 5-38,0 4 0,-3 4-20,-3 1 1,-2 0-31,3-18 22,-18 10 28,-21 10 17,-16 10 68,-17 9 77,-7 6 57,-4 2-120,7-5 416,11-7-22,14-6-285,15 1 94,9-2-10,11 1-191,6 1-23,13 2 260,10 9-287,11 14-23,-3 0-6,-5 9 1,0 4-413,-10-3 1,0 1 344,11 12 0,-2 3-249,-9-1 1,-5 1-836,-4 3 1,-3 1-3771,-4 0 1,-3-2 4367,0 16 1,-6-19 0,-2-27 0</inkml:trace>
  <inkml:trace contextRef="#ctx0" brushRef="#br0" timeOffset="327650">4991 11061 21649,'-15'-44'231,"0"0"0,0 0 1,0-23-1,12 9-158,30 13-3,-6 18 0,2 2 8,9 2-44,12 1-1,3 12-33,2 15-22,-4 12 33,-9 16-16,-12 14-12,-12 9 17,-16 6 5,-5-26 1,-2 0 11,-7 12-1,2-19 1,-1-1 90,-7-1 265,-9-2-53,2-12 207,1-20-246,13-14-148,14-8-71,17-3 60,14 7-88,12 2-5,11 4-20,-20 11 1,2 1-1708,12 3 1,0 2 1692,16 3-8,-20 4 0,-6 7-143,-7 31-106,-10 10-76,-16 6 20,-12-26 0,-5 0-466,-2-5 1,-1-1-76,0 0 1,-2 0 859,-9 4 0,2-4 0,7-8 0,-8 5 0</inkml:trace>
  <inkml:trace contextRef="#ctx0" brushRef="#br0" timeOffset="327942">5169 11748 21500,'19'-40'-24,"-1"-1"0,1 1 1,9-18-1,5 6-365,11 11 0,3 6-2316,-6 4 1,-2 2 1441,-1 2 0,0 2 1443,-4 6 1,-4 4-1,-9 4 1,7 0 0</inkml:trace>
  <inkml:trace contextRef="#ctx0" brushRef="#br0" timeOffset="328183">5217 12072 23115,'30'-38'169,"0"0"1,1 0 0,-1 0 0,3-5 0,0 2 0,-1 3-42,7-3 1,-3 5 467,6-8-454,-18 16 1,-2 2-76,-2 1 212,13-17-212,-20 23-156,2-3-2006,-7 10 2095,-2 4 0,-4 6 0,-1 2 0</inkml:trace>
  <inkml:trace contextRef="#ctx0" brushRef="#br0" timeOffset="332725">24276 12934 12337,'-4'0'678,"0"0"3797,4 0-4117,-47-23 197,30 16-67,-36-18-231,42 23 331,-10 1-464,8 1 195,-23 0-246,19 0 179,-28 5-73,15 1-90,-7 3 85,-3 4 145,-2 5-45,-4 2-33,-7 5-565,10-4 414,8-4 45,-7 5 38,-4 1-61,-1 1-263,-5 4 229,15-5-39,10-5 62,0 2 28,6 0 480,0 3-492,-1 5-5,4 1 45,-3 8 28,-3 8-101,3-5 78,-8 15-252,12-22 0,-1-1 168,1 2 1,1 0-46,-1-2 1,2 0-40,4 2 1,3-1 134,2 11-6,5 19-5,7-13-6,6-1 22,-1 0 1,-1 0-29,-2 3-10,-3 1-295,0 1 255,2 1-11,1 0-40,1-13 51,9 19-16,-3-20 608,4 8-609,4 1 17,-6-15 203,7 15-192,-5-6 0,-5 2-5,-3 2-34,-5-11 72,0 16-72,0-20 17,4 14-28,4-16 324,4-3-307,6-5 0,8-5 22,8-4-40,-4-5 7,13-1 5,4-4-45,0-1 39,4-4 23,-8-11-17,-16 2 0,5-9-5,8-13 27,-1 0-379,-10 7 1,1-1 331,-3 4 0,-1-1 2,3 0 1,-1-1-15,2 1 1,-2 0 19,18-13 6,-17 12 0,-2 0-11,7-7-25,-11 10 1,-2-1 29,11-12 0,-5 2-5,-3-3 11,-1 0-23,-3-4 34,0-1 28,-2-3-56,-2-1 17,-2-5 0,-2-1-23,-3-2 17,-3 4-11,-4 3 12,-4 5-7,-3 10 18,-6-10 669,-2 10-686,-6-16 0,-3 1 50,2 6-53,0-6 0,0-2-232,1 2 240,0-4 1,0 2-12,2 4 5,0 2 29,-9-4 0,1 17-34,-11-13-6,-2 8 17,-1 0-5,-3-2-12,2 1 23,0 1-11,0 4-1,2 5 1,5 9-6,-22 4-11,5 10-26,11 2 1,-3 3-96,3 1 1,0 2-1024,-2 2 1,1 1 1154,-3 2 0,3-1 0,-5 2 0,7-3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4:10:37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2827 3121 18705,'-59'4'903,"-1"1"1,9 0 0,9-2-657,17-4-247,27-3-6,27-2-123,33-4 0,-17 4 1,3 0-1060,11 0 0,3-1 878,-18 3 0,1-1 0,0 2-295,0 0 0,0 0 0,-1 2-710,15 0 0,-4 3-113,-12 4 0,-8 5-2359,-6 25 2488,-38-8 0,-11 2 1397,-16 7 0,-8 0-28,6-8 0,-3-1 0,-1 0 1072,-3 1 1,-1 0 0,-2-1 462,-6 2 1,0 1 0,3-4-1119,-1 2 1,3-3-10,-5 2 1,8-4 880,20-11-1128,10-2 150,62-33-376,-8 5 46,-1-1 0,4-2-79,-3 2 0,-1-1 28,3-2 0,1-2-457,9-5 1,-1-3 562,-6 0 1,-3-2 120,-6 0 0,-6-1 869,-7 1 0,-5-1-758,-6 2 1,-6-1-1088,-9-3 1,-5 1 1152,-5-9 496,-20-5-296,13 31 683,0 2-1169,9 8-56,7 6-62,14 9 3403,2 2-3403,17 12 0,3 2 0,3 3-73,4 3 1,-1 4-1196,1 19-701,-20-14 0,-3 3 1320,-4-1 0,-3-2 0,-4 15 0,-4-21 0</inkml:trace>
  <inkml:trace contextRef="#ctx0" brushRef="#br0" timeOffset="3499">5303 2522 22015,'-39'-27'-17,"0"0"1,3 7-1,8 15 11,25 59 12,2-13 0,0 4-880,0 11 0,1 5 877,0-13 1,2 2 0,-1 1-906,-1 6 1,1 1-1,-1 2 875,1-10 1,-1 0-1,1 1 1,-1 1-15,-2 3 1,0 1-1,-1 0 1,1-3-2,-1 7 1,0-2 0,-3 3-49,0-9 1,-3 3-1,-1 2 1,-1-1-1,0-5 54,-4 11 1,-1-4 0,-3 3 37,5-12 0,-1 2 1,-2 2-1,0-3 0,0-3 46,-7 9 1,-1-4 0,-1-4 229,-8 8 0,-2-10-68,6-19 0,1-12 110,-15-34-180,27-9 0,6-9-67,4-12 0,5-4-310,6 12 0,2-2 1,3 1 217,3-3 0,2 0 1,3 1-42,4-1 0,2 0 1,3 2 218,2 1 1,2 1-1,1 1-299,3 1 0,1 1 0,-1 3 5,8-6 1,2 1-122,-1 2 0,3-1 1,-2 1 64,4-3 1,-1-2 117,-4 3 0,2-3 0,-3 0 91,-9 9 1,-2 0 0,-3 0 141,10-14 0,-4 2 153,-7 7 1,-5 3 1180,5-16-816,-15 19-45,-12 12-90,-4 8-139,-2 4 1412,0 4-1760,2 3 1724,-2 20-1763,-1 9-40,-1 26-2,4-21 0,2 1-224,0 3 1,1 2 10,1 1 0,0 0-333,2-1 0,0 0-1373,0-2 0,0-2 1121,2 19 1,-1-22-1,-3-17 1</inkml:trace>
  <inkml:trace contextRef="#ctx0" brushRef="#br0" timeOffset="3674">5738 2789 22071,'-26'12'-2234,"7"3"1,31 25 0,-6-16 0</inkml:trace>
  <inkml:trace contextRef="#ctx0" brushRef="#br0" timeOffset="4015">6058 3033 20190,'-3'-3'3165,"1"1"-2847,2 2 3,3 64-235,0-14-644,0 2 0,-3 4 607,-2-17 0,-3-3 39,-1 0 0,-3-2 170,-5-3 0,-1-4 250,-5 5 268,-3-17-555,17-31-74,3-19-116,16-21-54,-2 23 1,3 0 254,6-1 1,3 1-313,2 2 0,1 3 97,0 3 1,1 3 4,23-10 189,-5 16-141,2 21-63,-17 6-126,6 25-997,-11 5-422,-8-11 1,2 2 840,6 9 1,0-3 0,1 7 0,4-1 0</inkml:trace>
  <inkml:trace contextRef="#ctx0" brushRef="#br0" timeOffset="4396">7117 3277 19607,'6'-42'1031,"0"0"1,0 0 0,-5-15-1,-8 10-514,-11 21-430,-34 13-52,17 18-17,-6 10 0,-2 6-426,12 0 0,0 4 398,-12 11 1,3 3-11,12-1 1,5 1-15,6-1 0,6 0 17,4-4 0,6-2 306,15 16-284,17-20 23,13-26 6,8-27-127,-25 2 0,-1-5 138,1-8 0,-2-4 8,-2-8 0,-2-3-591,-2-7 1,-2-3 600,-7 16 1,-1-1 0,0 0 37,-1-1 0,0-1 0,0 1 29,-2 2 1,1 1 0,-1 1 65,0-12 0,0 3 293,-2 12 0,-1 5-265,-5-9-219,-2 31 7,-2 33 10,-4 39-22,6-27 0,0 3-158,-1 7 0,1 2 119,0 13 0,0 3-424,2-14 1,1 1-1,0 3-44,0-2 0,0 2 0,1 2 0,2 1 266,2 7 1,2 2 0,1-1 0,-2-5-1,-2-9 1,0-4 0,1 0 0,7 19-1,-1 0 1</inkml:trace>
  <inkml:trace contextRef="#ctx0" brushRef="#br0" timeOffset="5466">8239 3338 14144,'-3'9'5170,"0"-2"-2759,3-7 306,0 0-2320,54-50-302,-35 17-516,3-5 0,4-10 0,-7 4 435,-12 10 0,-3-1 6,2-20 1,0-10 0,-1 6 4,-3 2 0,0 2-16,-1 4 1,1-3-1,-2 5-15,0 5 1,-2 5 287,-2 3 1,-2 5-266,-7 3 758,-4 5-859,-9 43 61,3 26 12,10-16 0,2 5-672,2 12 1,1 7 0,2-5 673,1-4 1,2 2-11,0-4 1,1 6 0,0 3 0,1-2-513,5 12 0,1 0 0,1 1 293,-2-14 0,1 0 0,0 1 0,1 1-100,2 5 1,2 2-1,0-2 1,0-4 145,0-5 1,0-4 0,2 0-231,5 2 0,3-1 0,-3-7-15,9 8-1126,8-4 260,-39-60-2763,-16-27 2626,-9-5 2187,5 10 0,-1-3 294,1 5 1,-1-1 753,-6-9 1,-1-1 273,-3-4 1,2 2-1659,12 19 1,1 1 64,-3-5 1,4 2 171,10 0-553,16-8-72,25 3-29,-4 19 0,7 1-642,20-7 1,4 0 625,-3 3 0,-1 0 22,1 2 0,2-3 13,-9 0 0,1-3 0,-5-1 1,-4-2 0,-3-2-9,-2 5 1,2-2 0,-6-1 24,-2-10 1,-8 0-90,-10 11 1,-2 0 215,9-27 1444,-14 2-1052,-7 29-134,0-2-264,1 19 1093,1 6-1238,14 40-12,-3-8-70,4 11 1,0 7 91,-3 10 1,-2 4-12,-3-18 1,-2 2 0,0 0-405,-1 0 0,-1 1 1,-2 0 398,-3 1 0,-3 0 0,-1-3 3,-2 5-1,-1-1-198,-3 10 1,0-3 279,4-20 0,2-6 280,-5 11-123,9-43 277,3-8-479,6-28 6,15-21-12,-8 29 1,2-1-20,5-3 0,3 1 3,18-9-17,-9 18-17,12 7 1252,-22 14-1224,25 9 536,-18 5-547,14 8-12,-15-4 24,6-5 38,-1-9 23,2-10 0,1-16-6,-9-14-3370,-4-9 3337,-8 6 117,-1-13-72,-10 30 257,0-19-107,-4 31-162,-1-1-95,-1 12 3398,0 12-3398,-1 12 11,1 18-33,1 1-454,6 1 0,3 2-1912,4-8 0,3 1-346,1 7 1,5-1 2761,5-2 0,0-7 0,-2-5 0,1-2 0</inkml:trace>
  <inkml:trace contextRef="#ctx0" brushRef="#br0" timeOffset="6611">10725 3624 17771,'23'-58'540,"-1"0"1,1 0-1,-4 2 1,1-4-1,-1 0 1,-4 5-394,-4 7 1,-3 3-1,1-4-636,0-3 1,0-4 0,0-1-1,-2 2 556,-1 5 0,-2 2 1,0 0-1,-1 3-2,1-6 1,-2 3-1,0-1 213,1-8 1,-2 0-1,0 6 508,-3 14 1,0 2-751,2-9 1,-3 9 647,-3 26-684,4 34 0,1 11 61,4 4 0,0 6-56,3 4 1,-1 4-41,-1-4 1,-1 3-1,0 2 38,0 6 1,-1 2 0,-2 1-11,-1-13 0,-2 1 0,-1 1 0,0-1 5,-1 3 1,-1 0 0,-1-1 0,0 0-1,0-1 1,-1-1 0,0-1-1,0-1 0,-1 10 0,0-1 1,2-4-2,-1 11 0,2-7 76,5-19 0,2-7-50,9-5-12,14-44-17,-5-6 1,2-7 10,7-11 1,3-5-287,-7 9 1,1-1-1,1 0 283,2-2 0,0-2 0,0 2 1,0 1 1,0 0 0,-1 1 772,11-10 0,-1 3-773,-7 9 0,-1 5-79,15-7 76,-11 21-39,-5 18-6,0 17 28,5 15-17,5 11 648,-15-19 0,2-1-665,4 1 1,2-2-51,2-2 0,4-3-31,1-4 1,2-4 27,0-3 1,2-5 47,-2-6 0,-1-5 33,-2-4 0,-3-4 34,-3-5 1,-4-4 24,-4-1 1,-3-1 14,6-18 750,-11-13-667,-15 25 104,-8-10-93,-9 21-78,-6 9-33,-2 9 458,-3 13-498,6 1 50,-14 27-55,15-4-23,-9 18 28,17-15 12,6 10-23,13-21 34,2 5 28,10-20 11,2-17-6,5-12 45,0-14 57,1-6 4,-4 1-4,-4 6-29,-6 10-78,-5 8-51,-3 8-11,-2 16 17,0 0-28,5 42 39,3-2 9,-2-11 0,5 3-9,14 8 0,5-2-6,-6-14 1,4-2-161,12 7 0,2-8 166,-11-19 0,0-8 45,29-15-20,-33-5 1,-2-5-7,0-11 1,-4-4-543,-5 5 0,-1-3 536,-1-10 0,-1-7 0,0 1-624,-5 8 0,0 0 1,0-2 599,1-4 0,0-3 0,1-1 0,-1 2 3,2-10 1,-1 0 0,-1 2-341,1 1 1,-1 1 0,0 2 347,-1 7 0,-1 1 1,0 2 88,2-8 0,-1 4-92,-3 12 0,-2 5-24,1-1 735,-3 17-691,-4 35 0,-4 26-11,0-7 0,-3 7 266,-1 4 1,-3 6-1,0 0-295,1-2 1,1 0 0,-2 1-145,0 1 1,0 0 0,1 2 22,3 1 1,0 0-1,4-1-504,2-7 1,3-1-1,2 2 637,3 0 0,2 2 0,1 0 0,-1-6 0,-1 13 0,2-6 0,7-6 0,0 1 0</inkml:trace>
  <inkml:trace contextRef="#ctx0" brushRef="#br0" timeOffset="7199">13912 3178 16269,'-4'-49'1178,"-1"0"0,1 0 0,-1 0 0,-1 4 0,-1 3 0,-7 5-853,-21-7 0,-6 16 340,-10 28-587,9 23 1,5 9-742,8 12 672,10 1 1,-1 11-1,4-5-568,5-5 1,3 1 568,0 1 0,-1 7 0,1 3 0,1-3-599,1-7 0,2-2 0,1 1 1,-1 2 589,0 1 0,0 1 0,0 2 0,-1 2 0,0 1-45,0 0 0,-1 2 0,0 2 0,-1 0 0,0 0 1,-1-1-377,0 0 0,-1 1 1,-1 0-1,0-1 0,0-1 1,1-2 378,-1 4 1,0-2 0,1-1-1,-2-1 1,0-1-257,-5 10 1,0-1-1,-1-4 1,1-11 312,3-12 1,-2-5 269,-6 7 0,-4-13-141,-22-50-106,11-7 511,13-19 1,7-15-492,12 11 1,5-4 0,1 1 328,-1 9 0,-1 2 0,3-3-355,1-3 1,3-4 0,1 0 0,-1 6 364,2 3 1,-1 5-1,2-2-387,1-8 0,1-1 1,0 1-7,-1 5 1,0 1 0,3-1-709,4-3 0,2 0 1,0 4 699,2-4 0,2 3-36,2 5 0,3-1 0,3 2-649,2 6 0,1 1 0,2 1-1528,0-2 0,1 0 0,0 2-743,-1 1 0,0 1 0,-3 4 2959,3-2 0,-7 5 0,-8 8 0,-10 7 0</inkml:trace>
  <inkml:trace contextRef="#ctx0" brushRef="#br0" timeOffset="7711">15032 3433 17350,'8'-4'2226,"28"-33"1,6-12-1507,-24 21 0,-1-1-1082,9-6 1,5-3 0,-6 0 781,-8 0 0,-6 2 482,3-24-683,-3 12 625,-15 8-827,-5 32 259,-22 14-248,-17 28-17,8-2-137,11-2 1,2 5 102,12-2 1,4 0 11,-9 22 5,14-19 1,5-2-7,16 1 851,23 2-817,8-18 34,14-16 11,-9-21-28,-15-3 68,-2-22 16,-18-3-45,-8 7 1,-3-2-188,-4 5 0,-2 1 151,-3-4 0,-1 2 8,-5-4 18,-5 9-63,2 19 204,-3 3-305,-7 22-156,6 9-453,1 20-4142,20 8 3156,8-8 1691,19-2 0,3-4 0,-11-11 0,3-2 0,1 1 0</inkml:trace>
  <inkml:trace contextRef="#ctx0" brushRef="#br0" timeOffset="8047">16249 2875 22403,'-20'-52'1239,"0"1"1,1 5 0,-3 11-1044,-12 20-152,7 15-10,-6 22-31,14 10 0,3 8-860,-3 5 1,2 6 848,2-3 1,2 5 0,0 1 1,2 4 0,1 1 1,2 2-18,1-9 1,1 2 0,1 0-1,0-1-435,-1 7 0,1-2 0,1 5 297,1-8 1,2 5 0,-1 2 0,0-1 0,-1-4-753,-1-3 0,0-3 0,0 0 0,0 1 722,-1 10 1,1 3 0,-1-1-1,-2-4-44,-1-1 0,-2-4 0,-6-1-16,-4-10 0,-6 0 1,-2-2-1,2-6 626,-8 6 1,-2-6-463,0-2 1,-3 0 0,4-16 394,-8-35 123,28-30 0,10-12-338,9 3 1,4-3-55,-3 12 1,1-1-1,3-1 224,6-7 0,5-1 1,3-1-270,-2 13 1,2 0-1,1 0 1,0 0-53,0-1 0,2 0 1,0 1-1,1-2-185,5-3 1,2-1 0,0 0 0,0 4-761,4-2 1,0 3 0,1 1 1002,2 0 0,1 1 0,-4 5 0,-4 3 0,-3 4 0,-3 7 0,-1-1 0</inkml:trace>
  <inkml:trace contextRef="#ctx0" brushRef="#br0" timeOffset="8850">18156 2888 15608,'-6'12'2845,"2"-3"-800,4-9 834,0 0-2767,0 5 50,0-3 51,0 6-34,0-4 29,0 1 27,0-1-22,-1-2 907,-6 0-829,-3-7-67,-14-16-162,6 1 56,-10-24-6,13 7-6,0-9-84,8 6-72,10 10-12,8 11-5,14 10 39,11 16 0,11 15 19,-21-4 1,0 5 5,0 5 1,-3 3-15,-3 3 0,-4 3-569,-4 5 1,-7 2 540,-11 6 1,-8 1 8,-1-12 1,-4-1-1,-3 1-499,-6 2 1,-5 1 0,-1-2 534,-2 0 0,-3 0 0,0-3 48,1-4 1,-1-1 0,0-4 51,-12 4 1,1-7 0,10-11 0,2-9-8,-18-21 2,24-7 112,16-36-123,25 14-62,2 13 1,4 1-26,7 7 1,4 4-29,3 4 0,3 4-226,5 2 0,1 5 235,4 6 0,2 5-146,5 3 0,1 5-561,2 6 1,0 4-2355,-1 4 1,-2 2 3082,-7-2 0,-4-1 0,7 9 0,-23-16 0</inkml:trace>
  <inkml:trace contextRef="#ctx0" brushRef="#br0" timeOffset="9778">19956 3496 20881,'0'-43'893,"0"-1"0,0 0 1,-2-18-1,-1 8-697,0 14 603,-4 9-844,5 26 221,7 14-221,7 18 34,1 9 0,0 3 22,-3-10 0,-1 3-13,-2 17 0,-2 10 1,-2-8-1574,-4-15 1,-3-1 1577,0 29 0,-6-2 13,-4-27 1,-2-5 168,-15 19 33,-6-5 51,9-27-101,9-30-84,8-21 0,8-25-403,7 20 1,4 0 315,5-5 0,3 1 1498,-1 7 0,3 2-1490,15-11 1,2 4-12,-11 18 1,0 3-19,10-9 0,1 5-15,18 4-6,-1 11-1473,-20 12 1,-1 3 1483,14 3-67,-14 3 1,0 3 142,18 10-857,-5-4 0,3-1 442,-13-5 1,1-1-804,21 4 1,3-3 251,-16-8 0,-1-3 364,9 0 0,1-2 333,-7-6 1,-3-4 450,-8-2 0,-5-4 3773,7-22-2513,-22-3 554,-24-2-1567,1 16 943,-11-1-1039,10 18-375,2 2 506,2 6-512,5 18 6,1-3 12,0 24-24,9 2 1,-1-7 6,14 9 16,15-19 11,-7-5 68,21-7 123,-8-29-141,-8 3 40,-8-12 1,-4-6-1,2-16-95,-10 19 0,-2-2 11,-2 1 0,-2 0 28,0-17-56,-1 6-185,-5 12-185,-4 21-207,-2 15-129,1 1-3847,0 20 4553,4-5 0,-4-7 0,2-10 0</inkml:trace>
  <inkml:trace contextRef="#ctx0" brushRef="#br0" timeOffset="10341">21982 3417 25707,'8'-49'-56,"-1"21"62,4 78 11,-14 5 11,-14 5-17,-4-14 22,-14 1 46,10-23 240,-7-3-157,12-20-100,5-9-3314,8-36 3280,5 14 5,5-12 1,4-5-292,1 15 1,2 0 299,5-15 0,3 1-99,-6 16 1,2 2 64,3 0 1,1 2 8,8-1-51,9 1-27,-4 15-1,5 18 34,0 17 6,-6 6 1423,-10-3 0,-2 4-1418,-4-3 0,-3 4-8,2 18 0,-4 3-81,-5-8 1,-4-1 102,-1-2 0,-3-2 25,-20 16 206,1-33-99,-8-13-68,11-22 12,5-25-11,20-20-23,6 3-86,3 14 0,5 0 69,8 0 1,4 1-22,0 1 0,3 2 27,7 0 0,1 5-14,-7 14 0,-1 4-131,18-1 112,6 10-23,-11 15 16,-11 5 1,2 5-17,-7 2 0,-1 2-700,4 10 1,-3 4-802,-10-1 0,-5 0 1529,-4-2 0,-3-2 0,1 11 0,-9-20 0</inkml:trace>
  <inkml:trace contextRef="#ctx0" brushRef="#br0" timeOffset="11399">23490 3773 26889,'-13'-14'-544,"3"3"1,10 10 0</inkml:trace>
  <inkml:trace contextRef="#ctx0" brushRef="#br0" timeOffset="12374">4872 5459 21075,'-1'-5'2851,"0"1"-2440,-18-24 1,-8-4 114,3 9-397,-6-12 1,-2 3-58,0 21-88,-6 10 16,-12 16 8,20 0 0,0 3-14,-3 5 1,1 3-1045,1 4 0,2 0 1044,6-7 1,3 3-32,0 15 1,5-1 14,8-3 2,6-1 1,6-1 524,25-5-539,21 4 0,-19-19 1,3-1-1,2-1 0,0-1 12,23 7 5,-23-4 0,-4 2 6,-5 9 381,-2 15-348,-47-3-17,-1-17 1,-5-1 8,-10 3 0,-4-2 3,-6 0 0,-3 0-3,-3-1 0,-2-2-491,0-1 1,-1-2 448,3-4 0,1-2-152,6-3 1,3-5-171,7-6 0,6-5-7172,-7-20 6784,22-7 0,13 12 1,4 10-1</inkml:trace>
  <inkml:trace contextRef="#ctx0" brushRef="#br0" timeOffset="12981">5188 5561 24755,'-19'58'53,"7"-27"0,0 1-39,2 0 0,-1 0-3,-3-1 0,-1-1 12,-12 22 122,5-16 220,8-16 5,6-15-253,4-10 113,5-29-135,8-8-50,-2 8 0,3-2-1,6-6 1,1 1-17,8-15-9,-6 21 1,1 3 14,2 3-28,6-2-34,0 12 0,6 9 11,11 7 11,11 12-11,-25 0 1,0 1-121,-2 5 0,-2 3 109,14 27 25,-28-16 0,-4 3 17,-4 3 0,-6 2-6,-5 1 1,-3-1-4,-9 22 31,-3-29 1,-3-4 58,-4-5 29,-11-3 21,14-46-139,13 7 5,1-21-5,15 6 22,10-4-1674,3 10 0,2 1 1640,12-10 14,-6 15 1,2 3 76,10 0-101,10 3 27,2 8-22,4 16-9,-20 6 0,0 4-30,-6 3 0,-1 2-135,-1 2 1,-3 2-211,-5 5 1,-5 2-2312,-2 31 2706,-5-18 0,-2-2 0,-2 7 0,-2-5 0</inkml:trace>
  <inkml:trace contextRef="#ctx0" brushRef="#br0" timeOffset="13848">6585 5618 23131,'-9'-46'801,"-1"1"0,0 3 0,-1 11-740,-6 19-16,-8 7-62,2 16 34,-8 10 5,-3 18-25,14-7 1,1 2 7,-5 14-5,9-13 0,3 0 23,6 9-23,4-9 0,9-3 33,11-24-16,-1-5 39,17-20 11,-12-9 6,9-17-50,-13 10 55,1-18-39,-9 23-22,1-4-28,-6 19 0,-4 12-6,-2 11 34,-4 24-6,0 10-6,-2 8 18,4 9-29,8-9 0,0-20 1,5 1-468,9 0 1,4-3 478,13 8 13,-3-20 1,3-6-131,19-14 119,-9-11 1,1-7 13,-8 0 0,-2-4-408,7-12 0,-4-4 408,-10 1 1,-4-3-6,0-4 0,-1-4 5,-6 6 0,1-2 1,-2-1-916,0-1 1,-1-1 0,0 0 931,-1 2 1,-1 1-1,-2 1 34,2-13 0,-4 6 598,-6-5-654,-9 26 88,-10 13-161,-5 16 11,-9 29 0,0 11 101,8-5 1,1 2-54,-8 17 0,2 2-3,12-13 0,4 2-9,0 17 1,3 3 13,3-10 1,5 3-6,5 2 0,5 5 0,4-5-6,1-17 1,2-4 0,5-2-1,7 3 0,4-2 1,1-7-7,4-3 1,2-8-11,10-3 0,3-9 30,-2-16 0,0-7-2,-9 6 0,-1-3-1,5-9 1,-3-9-5,-16 2 1,-2-5 0,-1 0 776,7-15 1,1-4-768,-11 15 0,2-3 0,-1-1 0,-1 0 2,2-10 0,-3 0 1,-1-1 4,0-1 1,-1-1 0,-1-2 24,-5 10 0,0-1 1,-2 0-1,-1 3 5,0-3 1,-2 2 0,-1 1-7,3-17 0,-5 6-65,-8 21 1,-4 7 89,-2 5 40,-21 0-102,-7 45-5,0 1-281,7 15 1,1 9 266,3 4 0,1 6 2,5-8 1,-2 6 0,1 3 0,1-2-288,2-2 1,1-1-1,0 1 1,2 2 240,1-2 1,1 2 0,0 1 0,2-1 0,1-5-100,-1 11 0,2-5 1,5 1-377,5-7 1,3 0 0,2 0 0,5-3 447,10 7 0,6-3 0,-3-3 1,-2 8-1,1-5 0,8-9 1,0 0-1</inkml:trace>
  <inkml:trace contextRef="#ctx0" brushRef="#br0" timeOffset="14814">11004 6135 17703,'20'-58'965,"-1"1"1,1-1 0,-3 6 0,0 0-1,-4 4-360,-2 0 0,-4 5-247,-4 7 1,-5 4-34,-16-7-152,-19 23-100,-1 20-9,7 7 1,-1 7-545,-6 11 0,0 6 485,1 2 1,1 2 11,-5 10 0,5 2-14,13-9 0,4 0-23,6-2 0,3-3 20,0 17-17,16-21 1,5-4 16,3-4 39,14-5 0,5-6-5,-3-14 8,4-6 0,0-6 14,7-25-31,-16 11 1,0-4-231,-1-4 1,-2-2 207,-1-2 0,-1-1 25,-1 0 0,-2 1 31,-2 4 0,-1 2 1059,7-17-1018,-8 18-60,-8 17-18,-3 8-16,-2 12-6,0 9 524,1 4-552,0 35 28,-1-3-163,1-20 0,-1 2 160,-1 11 1,1 0 4,-1-11 1,0-1-9,0 12 1,0-1-6,0 12 11,3-20 28,2-20-23,4-16-27,7-16 39,4-15 0,5-15-6,4-8-83,-12 24 1,1 0 71,2 2 0,2 0 8,3 2 1,0 3-7,2 3 1,0 4 20,24-6-23,-8 14-23,-9 18 29,-11 11-34,-7 13 22,-8 6 12,-4 3-12,-2-10 475,1 10-475,1-21 18,3 4-12,4-20-23,7-16 29,12-12 11,9-11-12,6-5 23,-1 3-5,-6 3-12,-10 7-11,-9 8-51,-8 8 1,-3 6-79,-2 10-280,4 8-454,5 11-514,7 7-500,9 5-514,8 1-1726,9-3-4038,8-5 8155,-5-9 0,-18-9 0,-13-8 0</inkml:trace>
  <inkml:trace contextRef="#ctx0" brushRef="#br0" timeOffset="15248">12382 6085 20699,'19'-50'1036,"-1"-1"1,0 4-1,-1 4-470,0-3-73,-3 2-12,-7 4-122,-13 10-185,-12 10-79,-19 12-5,-15 17-60,20 2 1,0 4-177,-2 3 1,1 5 153,0 2 1,4 3-6,4 0 0,3 2-9,5-1 1,3 1 5,-1 15 11,15 12-17,13-24-5,17 7 28,14-23-6,12-18 17,4-18-161,-30 2 1,-1-4 148,0-5 1,-3-3-425,0-6 1,-3-2 429,0-5 1,-2-4 8,-2-5 0,-3-2 11,-1-6 0,-1-2 19,-6 19 1,0 0 0,-1-1 64,1-6 1,-1 0 0,0 3-63,0 0 1,-1 2 66,0-5 1,-3 6 335,-1 16-394,-2 3-101,-1 17 17,0 17 281,-3 20-276,0 6 6,0 14 0,-1 7-244,1-6 1,0 3 202,1-1 0,0 5 0,1-1-851,0-2 0,2-1 1,0 1 276,3 2 1,0 1 0,3-1-1629,1 1 1,2 0 0,2-3 1921,0-6 1,0-3 0,1-3 0,1 2-1,-1-7 1,5 4 0</inkml:trace>
  <inkml:trace contextRef="#ctx0" brushRef="#br0" timeOffset="16266">14801 6193 22901,'41'-42'79,"0"-1"0,0 1 0,0-1 0,-3 1 1,0 0-1,-2 0 0,-4 0-36,-1-3 0,-5 1 0,-2-4-764,-3 2 0,-1-4 1,-2 0-1,-2 3 728,0 1 1,-1 2 0,-3-3 10,-1 0 0,-1-3 0,-1 1 0,-4 5 417,-4-10 1,-4 4-397,-2-6 1,-5 4 407,-3 14 0,-3 7-475,-12-2 428,-11 31-412,7 31 1,1 13 11,3-1 0,1 3 367,5-7 0,-1 2 1,4 2-370,3 5 0,4 1 0,1 0 2,3-6 0,2 0 0,1 2-4,-2 10 1,1 2-1,2 1 0,1-3 0,0 0 1,3 0-46,3 6 1,2 0-1,1-4-10,-1 1 1,3-3-131,2-9 1,3 0-1,4-5-860,12-3 1,6-7 132,2-2 0,3-4 375,0-2 1,3-9-342,-2-16 1,3-9 0,-4-1 690,-6 3 1,-1-5 115,10-7 1,5-5-1,-4-4-565,-8-1 1,-3-3-1,-2 0 912,11-7 0,-2-3 540,-7-2 0,0-6 0,-7 6-455,-11 10 1,-4 1-36,5-8 0,-4 1 1537,-16-10-1164,-12 27-1482,-20 3 871,7 14 1861,-32 24-1883,15 11-54,18-9 1,1 3-1,0 5 1,4 1-26,-7 16 11,5 10 12,15-6 1081,25-4-1087,0-17 34,26-5-12,-5-20 34,11-10-11,-20-5 0,-1-4 16,13-21 3305,-5-5-3293,-15 2 22,-11 16 141,-1 0-157,-16 12-74,1 13 18,-15 13-6,4 13-29,-9 23 18,11-10-15,8-2 1,3 1 14,9 8-17,9 19-1,24-10 24,-6-20-12,13-1 0,8-19 16,-9-9-4,15-10 10,-27-7 34,-6-17 11,-13-4-22,-4-27-17,-6 17 14,-3 4 0,0 2-20,-1 4 18,0-25-35,7 30 1,2-2 11,7 10-12,16 9-5,-6 6-17,19 9 1,-8 11 10,8 13 12,-2 15-18,-6 11-100,-16-15 0,-2 0-333,6 15-51,-10-15 1,1 0-2850,11 17 1105,-4-11 1409,24 3 1,-30-35-1,10 0 1</inkml:trace>
  <inkml:trace contextRef="#ctx0" brushRef="#br0" timeOffset="17107">17117 5820 14981,'6'-10'3604,"12"-32"1,0-9-2076,-10 5-1045,6-10 0,-5 1 155,-28 14-415,-4 15 56,-18 7-140,3 14-112,-1 4 17,7 14 0,0 6-23,-2 16-14,7-5 1,4 2 2,6 9 23,10 19-17,16-22-12,7 14 12,7-21 78,-1-9-5,-5-12 112,-3-9-12,-2-10 135,5-11-112,-2-1-101,2-1-84,-8 11-6,2 6-5,-2 13 22,6 29-28,-1 18-837,-6-10 0,-2 2 826,-1-10 0,-2 0-3,1 17 1,-3 2 2,-1-9 0,-4 3-25,-2 1 1,-3 5 0,-2-2 16,-2-6 1,-3-1 0,-1-1 5,-6 7 0,-2 0 0,-3-5 0,3-12 0,-2-3 0,-1-4-107,-9 4 1,-1-9 119,-22-7-5,21-41 5,18-29-9,17 13 1,6-3-510,7-10 1,5 0 503,-1 7 0,4-2-10,9-1 0,7-4 0,-1 4 13,7-1 0,2 3 0,-9 8 0,2 0 0,0 2 0,-2 8 0,1 2 0,1 2 2,16-7 1,0 1-6,1 1 1,1 0 2,5 0 0,-2 2 2,-14 7 1,-3 2-6,-4 0 1,-3-1 1192,18-18-1184,-19 9 262,-8-4-296,-16 20-34,-5-1 12,-14 18 1302,-12 8-1247,0 4 269,-15 13-291,18-7-39,-5 9 51,18-7 10,8-2-22,8-2 29,8-3-12,2-5 22,12-5 34,12-12-17,1-9 23,7-13-40,-15-10-16,-11 4 16,-1-27 1,-11 19-1,0-9 40,-8 10-29,-7 21-22,-4-2-27,-8 16 16,-7 10-6,-8 11 12,-9 16-4,17-11 1,0 3-6,1 3 1,1 3-4,2 2 0,3 1-27,-3 20-231,19-11 1,8 1-712,9-13 1,7-2-872,16 14 1,6-2 1315,3-12 0,0-5 0,-12-6 0,-2-4 0,9 2 0</inkml:trace>
  <inkml:trace contextRef="#ctx0" brushRef="#br0" timeOffset="23241">19596 5411 20512,'12'-44'1018,"0"0"0,0 0 0,3-11 0,-1 5-429,2-5-19,-10 31-553,-4 14 134,-1 19-84,1 16 6,1 27-45,-1-13 0,-1 4-554,-4 9 1,-2 3 555,0-13 0,-2 2 0,-1-1-396,-3 3 0,-2 0 0,-1 0 373,-1 1 0,-1 0 1,-1-1 7,1-3 0,0 0 0,-1-2-167,-5 12 0,1-2 171,4-11 1,2-4 131,-9 10 45,10-24-73,7-29 954,4-22-1010,7-26-45,2 20 1,1-3 341,3-3 0,3-1-347,3 1 0,0 2 5,1 5 1,1 2 423,16-15-424,-4 19-22,1 15 0,5 11 0,10 16-3,-17-3 0,1 4-1338,11 10 0,-1 3 1330,-12-9 0,-2 2-1,7 10 1,-7 3-224,-13 14 224,-21 12 11,-6-31 0,-6-3-9,-8-2 1,-6-4-6,-16-2 0,-1-5-154,15-3 0,0-4 129,-17-4 0,3-6-258,-6-15-132,25 4 1,5-6-2087,9-12 0,7-3 2515,10-21 0,8 5 0,5 30 0</inkml:trace>
  <inkml:trace contextRef="#ctx0" brushRef="#br0" timeOffset="23642">20488 5666 27824,'-22'-33'11,"-6"35"0,13 42-17,5-10 1,1 2-4,2-4 1,3 0 14,7 29-6,16-7 6,19-12 33,10-14 45,3-17 45,-5-20 50,-2-29-3487,-13-13 3341,-6-5 34,-15 15 1,-3 2-35,-1-3-13,-2 6 0,-1 0-4,-2 2-21,-1 0-197,-1 15-117,1 14 84,1 9 2736,8 15-4472,10 13-3120,10 18 4243,0 0 0,-10-17 0,-9-13 0</inkml:trace>
  <inkml:trace contextRef="#ctx0" brushRef="#br0" timeOffset="23952">21036 6093 21903,'3'6'3821,"-1"-2"-3460,10-34 0,2-14-114,1 11-51,2-5 0,5-9 0,-2 5-870,-2 8 0,0 2 710,5-7 0,0-3 9,0-5 0,-2-2-9,-3 4 1,0-2-13,-4 9 0,0-3 1,-2-1 31,0-4 0,-2-1 0,-1 2-1643,-1-7 1,-2 3 1616,-3 5 1,-3 5 991,-11-1-983,0 25-28,-3 6-22,-7 26 16,2 17-5,-3 10-12,12-8 0,1 3-5,4 0 0,2 3 8,-1 12 1,3 5-43,6-9 1,3 3 0,0-3-34,0 2 0,3 1-310,6 3 0,5 4 1,0-6-439,1-10 0,0-2 244,4 10 0,1-2-1622,-2-14 1,-1-6 2209,4 2 0,-4-6 0,-14-17 0</inkml:trace>
  <inkml:trace contextRef="#ctx0" brushRef="#br0" timeOffset="24148">21077 5710 25438,'51'-19'25,"0"0"1,0 0 0,0 0-1,-4 1 1,1 1 0,-3 1 0,-2 4-24,13 5 1,-3 4-851,-4-1 1,-3 1 626,-11 0 0,-2 2-2932,26-1 3213,-33 2 1,-5 0 0,-14 0-1</inkml:trace>
  <inkml:trace contextRef="#ctx0" brushRef="#br0" timeOffset="25008">4477 7553 21989,'-35'-33'413,"0"1"0,0-1 1,-5 3-1,-2 3 1,2 10-286,-3 15 1,1 6 113,0-1 0,1 5-178,0 11 1,6 4 94,4 3-148,9 1 1,5 3-6,16 13-29,18 12 45,11-21 1,6-3-229,-9-9 0,3-2 214,9 2 1,4-1-20,4-3 0,0-1-9,-8-2 0,0 2-22,17 10 0,-2 3 22,-25-9 1,-5 0 13,12 22 112,-48-4-112,-24-4 12,-9 0-8,7-14 0,-8 1 0,2-3-1288,-2-1 0,-1-1 1292,5 0 0,-2 0 0,1-3 9,-16 0 0,6-6-22,5-3-118,11-12 0,8-7-369,26-23 72,6-12-221,14 17 0,5 2-748,2 4 0,3 2-1313,8-8 1,6 1 2707,-1 7 0,3 1 0,-4 2 0,-7 3 0,-1 2 0,8-1 0,1-1 0</inkml:trace>
  <inkml:trace contextRef="#ctx0" brushRef="#br0" timeOffset="25348">4763 7639 24799,'7'-14'460,"-2"15"-427,-11 32 23,2 16 12,11 12-62,1-17 16,15 14-5,-5-41 22,19 4 34,-2-14 89,20-18-111,-17-2 49,-9-11 1,-3-5 95,-1-13-89,5-11 58,-20 20 0,-3-1-3372,-2-13 3274,-1-9 45,-10 13-50,-5 13-74,-1 6-4,1 8-141,5 19-297,3 13-913,2 14 3365,2 0-10126,6 19 8128,2-13 0,-1-6 0,-2-13 0</inkml:trace>
  <inkml:trace contextRef="#ctx0" brushRef="#br0" timeOffset="25991">5461 7676 26469,'10'-9'106,"-3"13"-72,5 44 16,-8 8-16,-9 6-641,-6-2 652,-6-5-6,0-15 280,4-14-168,5-15 5,3-8-44,-2-16-73,2-4 0,-4-14-11,2-4-5,4-9 355,0-7-344,8-5-23,-1 11-11,6-7 17,8 5-12,3 1 7,10 5 10,-4 19 12,3 9-18,1 7 18,3 10-28,6 9-34,4 12 28,-9 1-12,-9-1 1,-2 2-17,5 14-166,-11-11 0,-1 2 194,-2 22 11,-13-1 0,-16-3 17,1-21 28,-12-9-11,8-24 11,-2-12-6,2-16 1,5-16-23,5 3 22,8 8 1,4-1 38,12-13-39,-3 15 1,3 0 10,3 11 1,2 2 427,25-18-427,8 11-17,5 10-365,-29 13 0,2 4 331,0 6 1,0 4-15,1 3 0,-1 5-11,0 5 0,-2 4-17,-3 4 1,-3 4-214,-4 3 0,-5 1-89,-5-6 0,-4 1 333,-8 25 0,-5-4 0,3-16 0,-3-3 0,-1 0 0</inkml:trace>
  <inkml:trace contextRef="#ctx0" brushRef="#br0" timeOffset="27231">8423 7518 22537,'-14'-51'871,"0"-1"1,2 10 0,-3 9-799,-12 19 17,-7 25-51,-1 16-31,10-3 1,-1 3-951,-2 8 1,1 4 932,-2 6 1,3 2 2,1 5 1,3 1-348,6 1 1,5-1 307,6-3 1,8-2-167,8-5 0,8-4 124,8-7 0,8-5-19,8-5 0,5-6-383,6-3 0,2-6 351,4-5 1,1-4 164,0-5 0,-2-4-38,-2-4 0,-3-5 44,-5-3 1,-4-4 334,-7-2 1,-5-3-285,-6-2 0,-5-2 36,-5 0 1,-4-1 27,-5 3 1,-3 0 232,-3-22 142,-8 21-13,-27 11 605,-8 26-989,9 3 0,-1 4-31,0 6 0,2 4 329,0 3 1,3 3-408,4 2 0,4 1-1,-5 29-32,17-2 308,21-8-253,13-13-16,14-13-7,7-14 7,0-13 38,-5-12-10,-9-13-18,-9-7 29,-8-9 16,-7-1 1,-3 1 66,-2 2-100,-2 18 387,1 5-404,-2 17 130,0 6-158,2 15-5,1-2 5,4 21-28,4-3-11,4 10-90,8 0-50,-2-10-1065,25 6-61,-6-19 669,-10-8 1,2-2-155,22-13 622,-5-14 342,-10-14 184,-13-9 230,-9-4 224,-7-1 107,-5 5-68,-1 10-257,-3 10-292,0 10-128,0 11-112,1 5 61,3 18-45,1 8-22,2 14-11,-2 8-34,-3-18 0,-2 0-11,2 13-11,-2 15 6,1-34 66,-1-4 29,3-16-23,3-23-11,6-18-11,8-22-17,-7 20 0,0-1-149,2-2 0,3 0 152,6-5 0,3 1-3,-6 11 0,2 2-3,3 1 0,0 3-8,5 4-11,1 11-6,-8 15 0,8 10-107,7 28-363,-6 6 33,-18-23 1,0 1-1133,-2 5 1,0 2 1568,0-2 0,-1-1 0,5 13 0,-1-4 0</inkml:trace>
  <inkml:trace contextRef="#ctx0" brushRef="#br0" timeOffset="28157">11656 7966 22845,'25'-38'701,"0"1"0,1 0 1,-1-3-1,0 0 0,-6 7-460,-6 5 274,4-16-408,-13 34 5,0 1-68,-7 23-32,-4 14 4,-8 19-16,-4 13 12,1-8-12,6-18 0,0 1 0,-9 24-6,7-23 0,1 1 26,-1 1 0,1-2-15,-1 3 46,5-11-18,21-48-16,5-9 0,2-4-12,14-21-301,-10 15 0,1-4 324,6-9 0,1-1-513,-5 10 0,1 1 493,6-11 0,-1 3 20,-5 14 0,-3 6-5,3 0-40,-1 8-5,-14 23 10,-4 20 530,-2 4-546,5 21 14,2-17 0,2 0-48,3 3 1,1-2 348,1 1 0,3-2-752,13 2 1,3-3-583,-8-10 1,2-2 665,5 4 0,3-2-554,0-5 0,1-3-1033,-3-5 0,-1-2 1066,-1-2 0,-1-2 661,-2-4 1,-3-5 1029,2-21 741,-9-15 329,-7-10-57,-2-4-542,-3 3 151,-2 9-1074,-4 22 751,-3 9-736,-9 24 299,-4 11-505,-9 18-73,-1 14-40,3 9-5,7 4-28,9-4 0,8-16-3,11-14 1,6-4-4,25 4-227,-11-10 1,3-3 246,-3-9 0,0-4 3,20-6-70,-24-8 0,-4-6 132,-5-16 21,3-23 1,-32 0-37,-3 24 1,-3 0-12,-4 0 0,-3 1-11,-3 1 0,-1 2 11,-2 5 1,-1 2 30,-24-8-56,4 17-45,7 18 23,6 17-40,7 17-168,6 16-65,11-24 1,3 1-1051,2 2 1,4 1-2804,5 0 1,3-2 4119,15 22 0,-4-22 0,-6-18 0</inkml:trace>
  <inkml:trace contextRef="#ctx0" brushRef="#br0" timeOffset="28641">13858 7847 19888,'9'-54'892,"1"0"1,0 0 0,-1 2 0,0 1-1,-1 0-478,0 1 1,-1 0 0,-1 2-538,1-11 1,-1 3 413,-4 13 0,-1 5-101,-2-9 416,-3 21-589,1 20 213,-6 28-197,4 22-16,1-2 0,1 5-712,1 8 1,0 4 694,2-15 0,-1 3 0,1 3-55,-2 6 1,1 4-1,-1 1 1,1-2-562,-1 4 0,1-3 1,-1 4 19,0-4 1,0 3 0,1 0 0,-1-5-2682,1-2 0,0-5 0,1-2 2983,-1 14 1,1-6 0,0-19 0,0-6 0,0 0 0</inkml:trace>
  <inkml:trace contextRef="#ctx0" brushRef="#br0" timeOffset="28809">13676 8133 11097,'-17'-42'1211,"0"1"0,0-1 0,-5-14 0,5 5 390,7 14 0,4 4-1204,7-18-250,17 12-114,22 8-41,-9 17 0,5 2-82,11 0 0,3 3 191,-7 1 1,4 2-1141,9 2 1,6 1 0,-2 1 933,-9 3 0,-3 1 1,0 0-1,-1-2 1,-2 0-1,-3 1 1,1 3-1,0 0 1</inkml:trace>
  <inkml:trace contextRef="#ctx0" brushRef="#br0" timeOffset="29398">15882 7889 14267,'11'-52'693,"0"0"0,-1 0 0,2-4 0,-2 0-75,-5 5 1,-2-2 0,-1 8-389,1-10-127,-1 7 1,1 5 198,2 19 1349,-3 10-1617,0 11 1026,-2 24-1032,0 29-6,0-11 0,-2 5 902,0 9 1,-1 5-936,-2-5 0,-2 4 0,0-1 123,-1-5 1,0-1 0,-1 1-111,0-2 0,-1 1 0,-1-2 5,-1-3 1,-1-2-1,0-3 18,-1 4 1,-1-3-44,-2 4 1,1-3 79,-5 11 11,9-31-23,12-33-16,11-27-34,-1 6 0,2-2-36,5-7 0,1-2 61,2-4 1,2 1 2,2-2 0,0 3-12,-5 11 1,0 0 5,8-6 1,-1 3 1449,6 0-1489,12-5 67,-7 34-44,-12 11-29,15 22 29,-9 10 5,6 15-136,-20-23 0,-2 1 108,4 30-11,-26 0 11,-7-28 1,-7-1-24,-10 0 1,-6-3-48,-8-1 1,-2-3 84,8-5 0,-1-3-368,-17-1 0,1-4-957,-3-5-790,22-6 1,5-5 2116,10-10 0,16 2 0,7 3 0</inkml:trace>
  <inkml:trace contextRef="#ctx0" brushRef="#br0" timeOffset="29765">16773 7863 21702,'-7'5'2879,"2"-2"-2050,5-3 168,0 0-834,26 40-7,4-39-4,20 23-85,-15-45 45,-4-16 73,-16-18-129,-3 9-6,-9 9 0,-5 0 130,-14-17-119,1 12 34,-18 5-11,4 34-11,-9 15-11,1 17-1,5 21-174,19-19 0,3 2 121,2 4 0,2 2-1667,4 9 1,4 0 1630,0-14 0,3 0-129,9 13 1,7-1-680,4-13 1,6-3-2442,6 1 0,4 0 0,-2-2 2594,1 0 1,-1-2 0,7 0 0,-8-7 0,-22-12 0</inkml:trace>
  <inkml:trace contextRef="#ctx0" brushRef="#br0" timeOffset="30861">18314 8136 21944,'19'-52'1088,"1"1"1,0-2 0,-3 4-5595,-2-3 4753,-2 10 1408,-1 6-1554,-8 34-1475,0 15 1380,-2 7-5,0 25 11,-1 1 4,-3 1 1,-1 2 17,-2 11-34,0-19 0,-2 0 17,-10 8-12,-5-3 2381,-10-1-2307,10-25-63,6-30 18,16-29 5,5-4 3,5-5 0,3-1 2551,4-9-2552,-2 13 0,3-7 0,0 5-44,1 5 1,2 2 7,7-15 1,2 3-3,-12 24 0,2 4-3157,30-7 3137,-25 22-64,33 19 120,-24 15-36,-8-1 0,-2 3-15,8 19-16,-14-11 0,-3 3 20,-2 2 0,-3 1-148,0 0 1,-3 0 144,-2 3 0,-4-3 535,-7 4-496,-19-4-23,11-28 3248,-11-7-3242,19-25 81,4-18-64,14-16-23,-2 22 1,2-1 5,11-22 0,-1 14 0,3 1 124,12-8-141,-10 17 0,3 2 12,17 3 22,-1 14-34,-2 12-22,-2 10 23,0 13-6,-9 0-12,-7 2 1,1 1-73,15 14 69,-18-15 1,2-1-93,6 2 1,-2-2-393,10 4 437,7 3-134,-13-19 146,-17-17 391,6-9-341,-4-13 33,3-11 28,5-7 29,2-3-23,-7 11 201,-2 0 170,-13 25-242,-27 19-124,3 9-13,-9 7 0,-1 2-20,-1 5-14,4 3 0,2 1-9,5 2 9,9 3 0,6-1-3,13-6 3,15 1 0,8-3 20,-3-15 0,3-4-310,17 5 0,3-3 273,-5-8 0,0-6 25,-3-4 1,-1-5-12,-7-4 1,-5-4 2,-6-6 0,-6-4-74,-7-5 0,-5-1 77,-6-4 0,-5 0 0,-4 1 0,-4 0-1,-5 2 1,-3 2 5,-3 4 1,-2 3-1,-16-11-5,10 20 0,-1 3-11,-3 4-12,-10 6-11,22 18-22,6 13-34,6 14-224,6 10-1176,15-10 0,4 0-358,7 10 1831,11-9 0,1-6 0,-12-18 0,13 4 0</inkml:trace>
  <inkml:trace contextRef="#ctx0" brushRef="#br0" timeOffset="31197">20252 8007 23091,'-1'-63'1183,"0"1"1,4 3 0,3 8-1038,6 14 39,14 7-118,2 26-50,10 12-6,6 18 6,-8 7-376,-8 4 0,-1 4 353,-9-11 0,-2 2 0,6 13 1,-2 1-9,-10-10 0,-4-2 14,-13 28 0,-16-15 11,-14-20-5,6-15 44,-9-29-5,21-9 6,-2-27-9,18 22 0,4-2-9,3-4 1,4 0 19,2-4 0,3 1-48,4 2 1,3 2-15,2 5 1,2 3-40,2 6 1,3 5-172,3 6 1,2 4-597,4 4 0,2 3-616,2 5 0,2 3 1431,3 6 0,-4 1 0,7 2 0,-11 4 0</inkml:trace>
  <inkml:trace contextRef="#ctx0" brushRef="#br0" timeOffset="31515">21032 8068 21097,'-4'0'4750,"1"0"-3311,3 0-1405,62-44-6,-19 21-9,3-7 1,0 0 14,-3 8-2093,-18-6 1,-4-2 2075,-6-2 16,-3-5 1,-3-3 676,-13-7-688,-7-10 12,-8 11-17,-8 15 33,-2 13-5,-1 13 28,1 13 3292,3 9-3337,2 12-17,3 12-39,4 14 23,11-22 1,3 2-19,4 2 1,4 2-191,3 0 1,5 1-536,5 0 0,4-2-3785,6 2 1,3-1 4532,-1-5 0,-1-3 0,11 10 0,-15-19 0</inkml:trace>
  <inkml:trace contextRef="#ctx0" brushRef="#br0" timeOffset="31924">22995 7979 25668,'-5'-42'329,"-1"0"0,0 0 0,2-20 0,7 1-245,13 12 0,5 2-1245,1-5 0,-1-1 1208,-1-2 1,-2-1-1,-3-3 1,-3-1-14,-4-1 0,-3 0-15,-4 0 1,-5 1-6,-2 6 0,-3 3 8,-3 10 1,-2 4 728,-12-8-767,-16 35 21,7 35-8,7 0 1,1 5-243,0 11 1,3 4 246,-2 11 1,3 4-614,7-13 1,2 2 0,2 1 602,0 6 1,2 1 0,2 4-12,2-2 1,1 2 0,1 2 0,1-3-10,1-5 0,1-2 0,1 0 0,0 0-6,0-1 1,0-1-1,2 1 1,1-1-295,5 6 0,2 1 1,2-2-1,-2-7-76,4 6 1,1-1-164,0-9 0,2 5 0,0 0 0,1-7-1597,4 4 0,1-6 2164,1 3 0,-1-4 0,4 2 0,-16-27 0</inkml:trace>
  <inkml:trace contextRef="#ctx0" brushRef="#br0" timeOffset="33108">22665 8153 17736,'-7'-46'1282,"0"0"1,0 0 0,-1-17 0,7 3-888,13 6 0,4 4-863,-3 17 1,3 3 545,13-9 0,6 4-36,-5 15 0,3 2-28,11-5 0,3-1 3,4 1 0,1 0-446,4-1 1,1-1 439,-19 8 0,1-1 0,-1-2 21,5-3 0,0-2 0,-3 0 12,7-5 1,-4-1-9,-3 1 1,-6 1 677,-3-14-93,-22 13-429,-5 7 71,-9 3 406,-2 16-546,-3 6 1037,-2 14-975,-2 18-118,2 2 22,5 3 1,1 6-1147,2 3 0,1 0 1068,-1 0 0,0 1 8,1 10 1,-2 0-434,-2-8 1,-3 0 432,-1 3 1,-1 1-163,-1-2 0,1-4 188,-5 9-17,9-32 51,9-23 1867,7-14-1923,7-8 27,14-23-28,1 3 1050,0 0-1050,-2 10 401,-7 17-423,5 1 0,0 12-34,8 15 23,-11-2-6,12 14 6,-11-8-28,7 6-129,16 1 5,0-8 74,1-5-107,4-10 33,-11-10 107,1 0 39,-12-10 1,-1-5 21,5-12 17,-7 5 1,-3 0-1,-1-8 124,-5-5-84,-14 24 22,-13-3 50,-37 23-112,12 1 3,2 4 1,2 3-15,8 4-22,-8 12 33,14 9-33,3 1 11,5-1 6,8-5-18,6-9-44,7 2-56,13-6 17,2-8 22,8-13 40,-9-3 22,-1-7 39,9-13-23,-6-3 12,-6 2 0,0-2-40,2-16 18,-2-7 5,-14 23 5,-5 5-89,-4 13 23,0 2-253,-3 15-67,1 9 78,0 5-929,12 24 84,3-10 448,6 8-1451,10-5 818,-8-19 560,5 0-683,-2-12 823,-1-14 1076,1-4 598,4-11 1525,-1-10-741,-5 2-390,3-5 37,-6 9-828,-5 11-313,-4 6-129,-8 10-135,-1 4 28,-1 8 23,-1 17-90,-3 5-17,-4 11-11,-2-8 0,1-4 0,3-10 67,3 0 12,2-15 178,6-2-161,3-16-18,3-1 370,19-24-112,-2 5-73,17-14-401,-2 9 368,3 5-135,-9 11 84,14 6-145,-18 13-46,5 3-32,2 29-416,-9 10-2257,-9-6 0,-1 2 2717,-6-4 0,-3-2 0,5 13 0,-11-19 0</inkml:trace>
  <inkml:trace contextRef="#ctx0" brushRef="#br0" timeOffset="38391">4077 9362 17260,'0'-3'5770,"0"1"-5289,0 2-285,-12-3 17,-3 11-28,-19 3 0,-12 15-135,2-3-431,-1-4 1,-3-1 430,10-5 1,1-2-29,-8 4 0,0-2 62,6-4 0,2-4 208,-12-7-119,7-6-83,14-5 73,17-3-40,8 8-45,-1 0-78,3 5 924,1 10-901,-2 10-1,-2 15-5,-4 13-17,-1-4 8,0-6 1,0 1-445,-6 17 444,5-15 1,-2 1 2,3-8 0,0 0 0,-10 27 12,3-16-3058,-5 1 3169,10-25 448,-12 1-290,11-20-102,-3-10-134,6-3 370,5-24-387,14 3-33,1-6 22,24-2-12,-8 24 1,4 1 1408,1-1 1,3 3-1429,9 0 0,2 4-19,-3 5 0,0 5 27,3 5 1,0 3-4,-2 4 1,-2 3-11,-4 5 0,-4 5 13,-8 3 1,-6 3-12,-9 4 1,-7 3-4,-11 5 1,-8 0-4,-8 5 1,-6-1-695,-10 2 0,-4-1 555,12-17 0,-1 0 0,-1-2-507,-17 9 0,-1-5-1146,5-7 0,0-5 1804,10-6 0,4-5 0,-7-1 0,22-7 0</inkml:trace>
  <inkml:trace contextRef="#ctx0" brushRef="#br0" timeOffset="38631">4077 9466 26722,'36'-31'84,"-1"0"0,1 1 0,14-13 0,-4 8-67,5 10-90,-5 9-551,-13 7-3818,-14 17 3410,-12 4 0,-7 0 0,-1-3 1</inkml:trace>
  <inkml:trace contextRef="#ctx0" brushRef="#br0" timeOffset="40198">6672 9859 17288,'6'-43'1274,"1"1"1,-1-1-1,3-9 1,-7 5-623,-10 10 1,-7 5-189,-17-1-296,-9-2 8,6 32 1,-2 9-62,6 5 0,0 5-444,-16 9 0,-2 4 399,6 7 0,3 2-48,7-6 0,1 2-7,5 2 0,0 3 0,3-1-352,2 2 1,2 0 347,-5 16 1,5 1-24,11-18 1,6-2-359,17 19 353,6-23 17,27-16 17,-11-25 0,2-7-6,1-1 1,0-3 82,8-12 1,-3-4-84,-13 1 1,-4-1 133,-5-1 1,-5 1-118,4-21 137,-15 19 1,-3 1-9,-1-6 27,-3-9-3022,-3 29 2888,1 12 278,-2 14-300,1 13 459,-3 16-498,-1 14 6,3 8-1,1-9 0,4-12 1,2 0 16,5 8-39,5 16 148,6-25-136,4-15 44,6-22-40,-8-5-4,6-22-1,-16 10 3420,8-32-3397,-7 12-1,1-10 12,12-4 39,-1 21-28,18-8-22,0 22-6,-1 13 0,-4 20 11,-9 16-6,-11 19-5,-11 11 12,-11 3-12,-6-1 0,-1-9 78,4-14 6,8-22-50,9-21-6,8-23 16,7-15-21,-3 5-1,-3 7 1,0 0 16,10-10-28,-8 13 0,3 1 12,16-6 5,1 13-17,3 11-11,0 11-23,1 11 1,2 12-28,2 11-307,-22-16 1,1 1 0,3 2 1,2-1-435,5 0 0,2-2-401,7-2 1,2-3-476,4-3 1,3-3 830,5-3 0,-2-3 591,-11-3 1,0-2 207,-3-5 1,4-3 0,-8 0 471,12-9 309,-6-1 1,-7-4 1057,-22-10-291,-2-14-302,-9-4-219,-4-2-224,-10 6-234,-11 12-214,-16 15-61,-18 16-130,20 10 1,-1 4-41,-4 5 1,1 4-42,0 4 1,2 3-15,4 2 1,3 2-3,5 1 0,5 1 8,-5 27 896,20-6-935,19-12-17,16-14-17,17-16 34,10-22 5,-25-1 1,0-5-334,0-5 1,-1-5 352,-2-3 1,-2-4-7,-2-3 1,-5-4 11,-3-4 0,-4-2-3,-3-6 0,-2 0-17,-3 9 0,-1-1 26,-2 4 0,0-2 1,0 4 23,0 4 1,1 2 64,0-11 0,-1 4 599,1 7-630,-2 19-50,-3 16-17,-3 19-6,-2 24-16,1-10 0,1 4-25,0 3 0,1 4 1,0-2-433,-1 5 1,2 0 369,1 1 1,1 3 0,3-2-727,4 4 0,4-1-293,-1-7 1,3 3-1,1-2 1100,1-5 0,1-1 0,-1-2 0,2 2 0,-1-5 0,6 7 0</inkml:trace>
  <inkml:trace contextRef="#ctx0" brushRef="#br0" timeOffset="40831">9758 9858 19041,'17'-46'655,"0"1"0,-1 0 1,1 0-1,4-13 1,-2 0-1,-2 3-235,-1-8 0,-3 4 298,-2 6 0,-1 3-337,-4 11 0,0 4 5,0-2-246,-4 17 67,-4 32-145,-4 20 22,-5 29-440,5-18 1,-2 4 386,1 8 0,0 3-22,1-17 0,1 1 1,-1 1-9,0 2 1,-1 0 0,1 0-4,-1 0 0,0 0 1,0-1 1,-4 19 0,1-2 8,1-7 1,2-3-57,1-10 1,1-5 98,1 10-1,2-25 129,11-64-3119,-2 13 2948,0-5 1,1-4 5,1 5 0,2-1 38,1-2 0,1-1-52,5-8 0,1 0 26,1 6 1,1 3-13,2 6 0,-1 3-14,9-2 0,-2 12 34,0 17 2998,2 9-3055,19 10 12,-2 13 11,-3 12-6,-14 8 734,-19 5-711,-29 2-1646,-11-22 1,-5-4 1634,8-8 0,-3-3 1,-9 0 1,-7 0-1,5-5-218,-18 3 202,2-6 1,2-3 2,7-6-246,8-8 0,4-6-1243,8-15-2941,5-25 4436,34 3 0,0 14 0,1 14 0</inkml:trace>
  <inkml:trace contextRef="#ctx0" brushRef="#br0" timeOffset="41199">10935 9591 25634,'-52'11'453,"1"-1"1,2 4 0,8 4-941,6 22 554,16-11 0,2 3-28,5 6 1,2 0-29,0-8 0,2 2-3,4 11 1,7-1 7,13-13 1,4-2-5,13 18-7,-9-23 1,6-3 27,13-10 1,0-6 16,12-9 68,-15 6 0,-2-8-43,-17-20 1,-7-7-9,-4-19 15,-5 9 0,-4-4-66,-7 3 1,-4 2-3,-1 8 0,-2 3-242,-3-1 0,-2 4 233,-7 5 271,-5 12-310,13 15-83,-4 20-1110,16 22 253,5 0-1091,9-10 1,4-2 1257,11 10 0,-4-7 0,-6-15 0</inkml:trace>
  <inkml:trace contextRef="#ctx0" brushRef="#br0" timeOffset="41498">11512 10162 24374,'15'-48'365,"1"1"1,-1-1 0,1 0-1,0-3 1,1-2 0,-1 2 0,-2 3-299,-2 5 0,-1 4 0,-1-3-1360,4-13 0,0-3 0,0 0 1349,-1 1 0,-1-2 0,0 2 13,-3 3 0,0 0 0,-1 3 413,1-5 0,-4 4-311,-4 2 0,-6 7-48,-9 12 610,-13 3-728,-5 45 7,6 8 7,9 7 1,2 8-665,5 4 0,3 5 0,-1 0 645,-3 10 0,1 5-2,4-13 1,0 7 0,1 4 0,0-3 0,1-7-5,1-5 1,0-5-1,1 6-46,-1 9 1,0 8 0,0 4-1,2-2 1,1-8-300,2 3 0,3-5 0,0 2-201,1 1 0,0 4 1,2-2-1,3-4-255,3-1 0,3-5 1,2-3-4110,8 10 1,2-7 3634,-8-18 0,-1-6 0,5 0 0,-19-23 0</inkml:trace>
  <inkml:trace contextRef="#ctx0" brushRef="#br0" timeOffset="42024">11416 9913 21349,'18'-49'568,"0"0"1,0 0 0,-5-4-1,8 5-529,15 13 0,11 4 1,-3 5-783,-1 4 1,0 3 747,-3 0 1,3-1 0,-1 1 19,16-7 0,-4 2-8,-19 8 0,-1-2 47,9-14 0,-6-1-19,-14-1 61,-6-1 1,-3-1 558,-7-1-254,-4 2 1,-1-1 182,-1-2 146,1-10-561,-2 30 73,2 15 0,0 18 641,0 7-714,2 32-98,-2-9 0,-1 4-724,1 5 1,-1 4 651,-2-8 1,-1 3-1,0-3 2,-1 3 1,-3 1-7,-4-1 1,-3 4 0,1-7 2,2-10 0,-1-2 1,-2 6 1,-2 5-1,2-5-197,3-3 0,1-4 202,1-4 0,1-1 53,0 13 11,11-42-39,9-25 6,12-20-34,-6 11 1,0 0 443,-2 4 1,2-1-420,16-16 1,2 1-15,2 1-14,3 3 1,0 3 2,-10 15 412,19-4-428,-30 27-12,8 11 11,-4 16 12,-3 1-76,-4 0 0,1 3-563,11 19-632,-8-14 0,1 2 1265,-1-3 0,-1-4 0,2 6 0,-2-6 0</inkml:trace>
  <inkml:trace contextRef="#ctx0" brushRef="#br0" timeOffset="42581">14103 10135 22658,'26'-57'1038,"0"0"0,-3 3 0,-2 2-789,-9 17 1,-2 2 114,8-25-62,-4 15-91,-5 18-144,-4 17 4,-4 22-27,-2 20-4,-3 22-52,0-20 1,0 2-384,-3 4 0,0 1 403,-1 1 1,0 1-18,-2-1 1,0-1 16,0-2 1,0-2 19,-4 15 59,1-7 154,9-37-196,0-4-12,9-34 7,7-13-29,-1 11 0,1-2-286,4-5 0,2-1 294,3-3 1,2 1 2,2 0 1,3 1-18,1 4 1,0 2-9,0 6 1,1 2-1,-3 6 0,1 3 743,23-3-734,-3 11-34,-1 16-28,-2 12-73,-5 17-539,-4 13 220,-12-6-972,-8-8 0,0 2-2921,8 17 4341,-5-15 0,-1-1 0,-1-3 0,-1-8 0</inkml:trace>
  <inkml:trace contextRef="#ctx0" brushRef="#br0" timeOffset="42907">15190 10159 18347,'18'-37'2859,"0"-1"1,12-12-2292,-5 5 1,0 1 131,6 5-381,-12 20-156,-10 17 16,-10 19-50,-6 17-40,-6 15 7,-3 7-338,3 1 253,5-6 6,13-9-11,11-13 5,16-12-22,-3-10 50,25-21-6,-16-7-8,-10 1 1,-2-2 47,10-27-45,-21 21 0,-2-2-14,-3-1 1,-2 0 7,-2 0 1,-1 0-17,2-25-6,-2 8-73,6 10-11,-2 18-375,10 7-571,-1 21-970,7 11-2139,1 16 3317,2 12 0,-12-20 1,-4-3-1</inkml:trace>
  <inkml:trace contextRef="#ctx0" brushRef="#br0" timeOffset="43457">15982 10000 26810,'26'-48'140,"-7"27"-95,-19 47-6,-3 25-5,2-10-23,-1-1 0,2-5-11,0-14 40,2 0 128,-2-10 50,2-18-190,-2-2 22,3-23 34,6-4 12,9-19-275,-6 24 0,2 0 201,3-1 0,1 0-14,2 3 1,1 1 2,1 4 1,0 2 16,15-8-6,13 10-22,-17 14 0,12 13 28,-13 15-28,-6 18-28,-8 13 39,-10 6-11,-13-23 0,-4-1-17,-12 22 437,-7-8-403,-3-15 0,10-20 22,-1-5 0,9-20-5,7-14 16,12-30-39,1 12-269,4 7 0,3 0 286,14-16-17,-9 21 0,5 0 20,7-1 0,3 3-15,-4 8 1,0 3-6,0 1 1,0 4 27,20 3-34,-11 10-2,-7 7 0,0 4-14,12 4-29,-7 8 1,-4 4-67,-7 0-239,-7 1 1,-7 2-7385,-27 23 7729,-3-6 0,-7-9 0,11-24 0</inkml:trace>
  <inkml:trace contextRef="#ctx0" brushRef="#br0" timeOffset="44348">17269 9916 26553,'-8'-37'196,"0"15"-118,11 38-33,7 6 39,17 6-17,8-7-67,4-4 45,10-10 28,0-12-3415,-3-7 3381,-7-5 12,-17-12-18,-14-2 12,-6-21 6,-11 8 16,-6-2-39,-3 20 3392,0 12-3409,5 8-17,-1 4 23,8 2-28,-1 0 0,5 3-6,1 0 28,3 3-5,0-2 16,1 3-16,-2-4-1,1 1-5,-2-3-11,0 0-134,2 0-522,2 1-61,2 1-6088,10 4 6816,-6-2 0,2 0 0,-8-3 0</inkml:trace>
  <inkml:trace contextRef="#ctx0" brushRef="#br0" timeOffset="44941">17287 9431 16952,'6'-48'1768,"1"0"1,0-1 0,2-15-1,-2 8-939,0 1-206,-3 22-438,0 17-59,0 9 132,3 25-68,-3 12-27,1 31-460,-5-21 0,-3 3 367,-2 10 0,-3 2-404,1-14 0,-1 1 0,-1 1 352,-2 3 1,-2 0 0,1-2-16,-4 10 0,0-1-2,2-13 1,0 1 0,0 0 9,-4 15 1,1-2-333,1-2 1,2 0 317,1-2 0,3-4 70,4 0 73,8-23 637,8-23-727,9-20-5,8-20-26,-12 14 1,1-3 79,1-5 0,0-2-83,1-2 1,-1-1 0,2-2 0,0 0-15,2 3 1,0 1 5,-5 9 1,2 2 314,6-3 0,2 4-300,9 1-1,16-2-5,-10 21-40,-1 12 12,-3 11 28,-3 13-17,-11 0 5,-10-1 1,-4 2 17,-6 17 324,-6-12 1,-5-1-329,-8-5 1,-6-4-15,-7 1 1,-4-4-3,-7 0 0,-4-3-3,-4-3 0,0-3-12,10-4 1,-2-2 19,-13-1 1,1-5-48,-5-8-146,21 0 0,4-5-1251,6-23-4227,27-19 4849,15-1 1,-1 14 0,-1 16 0</inkml:trace>
  <inkml:trace contextRef="#ctx0" brushRef="#br0" timeOffset="45848">17716 9801 26726,'40'18'99,"0"1"0,0-2 0,-1-7-71,23-17-6,-30 0 1,-1-1 16,0-2 0,-2-1 40,23-19 16,-10-7-501,-11-8 457,-11-1 171,-11 0-166,-11 5 6,-9 7 83,-8 11-77,-4 10-18,-2 9-28,-2 14 257,0 8-240,1 12-22,2 7 11,7 6-28,7 2-11,12 2-1,12-1 12,13-2 6,2-12-3,3-10 0,2-3-173,16 2 178,-16-8 0,1-2 15,12-6-1,-13-12-11,-7-8 12,-7-10-34,-7 2 95,0-34-68,-7 19-16,4-15 17,-1 19 0,4 12 209,7 0-220,10 6-23,10 7-34,8 4 1,2 7 61,-2 7 6,-4 10-6,-8 10 0,-11 8-5,-13 6-6,-10 1-17,-3-2 6,1-3-17,7-3 17,5-14 28,4-6 5,12-11-3380,24-11 3363,-7-1 6,-5-2 1,1-4-114,-12 1 1,-1-3 118,6-6 0,-1-3 2,-5-4 1,-4-3-1,-4-3 1,-4-3-9,-5-2 1,-3 0-181,-3-1 1,-4 1 202,-3 2 0,-2 2 16,-7-24-5,-3 16 61,2 14 3015,5 12-3121,4 9 286,2 5-286,6 15 570,0 0-570,11 26 0,6 9 0,-7-15 0,3 3 0,13 12 0,2 2-632,0-5 0,0-2 632,1 0 0,1-1 0,-3-1 0,-2-1-422,-11-8 0,-2 0 422,0 6 0,-4 1 0,-5-4 0,-6-1 0,-14 2 0,-7-4-158,-2-7 1,-7-5-1058,-24 1 0,-6-6 766,2-11 0,2-3 0,11 1 0,3-1 0,-16-7 0</inkml:trace>
  <inkml:trace contextRef="#ctx0" brushRef="#br0" timeOffset="46861">20635 9923 18852,'45'-24'1756,"0"0"1,2-4 0,-6-1-1001,-7-18-1319,-16 15 0,-1-1 798,1-21-17,-12 19 1,-2 2 688,-8-12-650,-10-3 295,-23 19-451,-5 22-39,-12 17-29,16 8-10,-6 19-6,7 12 860,7-7-872,15-5 1,3 0 16,10 9-19,5-13 0,3-1 3,10 8 10,22 2 7,1-18-7,-8-12 1,1-3-5,11-3 38,9-18 12,-26-14 50,5-25-56,-11 0-40,-6-1 68,-5-1-39,-7 30 39,2-10-11,-5 26-56,-3 2 5,-6 16-22,-3 6 0,-1 6 0,5 10 11,5-1 12,8 12-18,11 1-5,3-16 0,4-2 12,11 9-12,4-9 0,1-4-6,-2-7-5,-4-4 0,1-2 5,-2-10 101,8-13-84,-17-1 51,0-29-51,-16 18-5,4-30-1,-1-3-5,5-2-215,-4 25 0,1 3 243,12-11-28,-4 16 0,7 8 6,-3 11-3239,21 2 3250,-13 6-99,26 17 82,-31-1 279,20 24-290,-20-1 33,3 14-33,-14-20 0,0 1 50,14 21-302,-10-26 1,0-2 234,13 4 3095,17-8-3039,11-19-45,1-11 14,-27-3 0,-2-6 37,11-30-275,-26 15 1,-3-2 254,-2-7 0,-3-1-8,-2 7 0,-2-1 10,0-17 1,-2 0 6,-1-11-107,-2 22 0,-1 2 151,-1 3 745,-5 9-812,4 19 0,-2-1 0,2 20 657,-1 13-657,-1 23 0,1-1 0,7 1 0,2 0-102,6 7-440,4-13 0,5 5 1,2-3-2071,6-2 1,2-2 2611,-4-4 0,2 2 0,-3-5 0,-2-5 0,-2-4 0,3 5 0</inkml:trace>
  <inkml:trace contextRef="#ctx0" brushRef="#br0" timeOffset="47330">23410 9921 22851,'0'5'2368,"0"-2"-1101,61 9-892,-23-30-568,1 17 1,1-4 284,-10-19 0,-5-7-39,-1 3 1,-1-3-13,0-4 0,0-5 0,-2 0-772,-4 1 1,-1-1 0,-2-2 750,1-10 1,-2-3 0,-2 1-8,-5 3 0,-3 0 0,-1 1 5,-3 0 1,-2 0 0,-3 2-52,0 3 1,-3 2-1,-2 2 50,-8-11 0,-3 7-91,0 12 0,-3 7 74,-22 0 195,3 33-183,3 24-4,23-4 0,2 5-632,2 9 0,3 5 627,4 10 0,4 4-7,3-15 0,3 3 0,1 0-138,1 4 1,2 2-1,2-1 132,1 1 1,1 1 0,1-1-2,2-1 0,0 1 0,1-4-29,2 8 1,2 0-211,3-8 0,2 2 0,-1-6-47,-4-10 0,1-2-1033,6 9 1,5 3 0,-2-9 1305,16 3 1,-1 4 0,-23-36 0</inkml:trace>
  <inkml:trace contextRef="#ctx0" brushRef="#br0" timeOffset="47915">24058 9822 26228,'8'-60'123,"14"12"-106,32 47-6,-22 1 0,0-1-3,1 0 1,-1-1 2,15-1 45,-1-10 28,-29-2-22,1-9-12,-19 0 12,-8 2-23,-9 6 28,-5 4 40,-4 7-29,-1 6-33,1 8-34,2 9 23,3 13 11,5 8-23,7 10 0,5 4-22,13 1 12,2-11 2,6-14 0,3-2-3,5 0 5,6-3 1,4-3-28,10-10 28,-11-7 0,0-3 28,10-10 2,-11-8 1,-2-5 19,7-17-42,-11 8 0,-2-2-257,-7 0 0,-4-1 254,0-1 1,-2-1 5,-2 2 0,-2 0 106,2-26-50,-5 19 235,-9 3-134,1 21-78,-2-1-46,2 13 493,3 7-530,2 8-24,6 12 0,5 13 0,11 12-299,-8-19 0,2 1 299,4 2 0,1 2 14,1 0 0,-1 1-158,-2 0 0,-2-1 119,-5-1 0,-3-1-121,-7 26-509,-16-5-1322,-11-8-6481,-6-7 7679,4-12 0,10-12 0,7-8 1</inkml:trace>
  <inkml:trace contextRef="#ctx0" brushRef="#br0" timeOffset="48398">25282 9689 19860,'3'-6'4962,"-1"1"-4424,2-25 0,-3-7-174,-3 12 58,-1-20 1,-2 2-48,-6 25-184,-3-4-68,9 15-106,5 5 5,6 8 12,6 9-34,11 16-11,10 12-109,-13-15 0,1 2 123,8 10 0,1 1-495,-10-13 1,1 1 499,7 13 0,0-1-19,4 9-215,-15-19 1,-2 0 101,5 23-284,-21-11-522,-18-12-406,-17-14-955,-11-16-241,-4-16 1485,11-5 443,12-4 0,3-5 604,-5-20 288,10 11 1,3-2 391,7 5 1,4 0 344,1 2 0,2 2 1271,1-20-481,9 15-1423,-3 18 96,6 7-231,-6 10-66,1 11 616,-3 13-751,-2 19-213,-6-6 0,-2 1-716,-3 18-360,1-20 1,-2-1 1232,-4 10 0,10-29 0,2-4 0</inkml:trace>
  <inkml:trace contextRef="#ctx0" brushRef="#br0" timeOffset="49214">3364 12596 15277,'0'3'6061,"0"0"-2303,0-3-3096,-13-92-539,13 47-646,-2 1 1,-1-9-1,4 3 582,6 4 0,3 0-22,1-6 1,1-4-1,1 1-21,0 3 1,0 1 0,1-1-10,-2 6 0,2-2 0,-1 1 0,0 1-349,3-6 1,0 2-1,-2 2 356,4-8 0,-3 2 17,0-2 0,-5 6-55,-7-8 85,-14 8-16,-32 48 0,-6 35-40,22-11 1,1 5 205,1 15 0,5 4-211,7 1 0,3 3 43,2-6 1,1 3 0,2 3-46,2-1 1,1 3-1,2 1 1,-1-4-391,0 1 1,1-3 0,0 3 388,0 1 0,0 4 0,1 0 1,0-2 9,0 7 1,1-2-1,0-2-26,0-8 1,-1-1-1,2 1-99,1 12 1,2 2-1,0-7-650,4-6 1,0-3-87,2 8 0,0-1-678,-1-11 1,-2-2-7162,0 16 8349,-12-24 0,2-20 1,-1-10-1</inkml:trace>
  <inkml:trace contextRef="#ctx0" brushRef="#br0" timeOffset="50391">3220 12787 16234,'-23'-42'973,"1"1"0,-1-1 1,-2-6-1,0-2 1,6 9-649,4-3-129,2 2 0,8-1-126,16 5 0,8 2-45,3-7 1,5 1-12,3 2 0,6-1 14,5 4 0,6-1 0,-2 2-1324,-9 8 0,-1 2 0,1 0 1299,7-6 1,1-1 0,0 1 5,-3 2 1,-1 2-1,-2 0 436,2-3 1,-2-2-422,-6 3 1,0-3-1,-3 0 12,2-6 1,-4 0 108,-2-3 1,-5 2 16,-3-7 752,-5-3-326,-8 25 2042,0-2-2411,-4 20 319,-6 46-426,2 8-62,1 8 1,0 3 75,2-21 1,0 1-111,1 22 1,0 2-9,-2-13 1,1-1-350,-1-6 0,-1 2 1,0 0 336,0 1 0,-1 1 1,0-3 0,-2 9 0,0 0-3,1 9 1,0-6-1,1-7 124,2 12 50,7-56-107,2-7 35,23-46-66,-14 22 1,1-2-243,9-15 0,1 0 226,-8 13 0,1-1 22,9-10 1,0 3 791,8-3-828,-12 16 0,1 2 23,10 8 10,-9 9-27,17 24-6,-11 7-6,9 9 0,-13-3 1,-2-1-12,6 4-11,7 1 0,4-2-136,-15-17 1,0-2 129,13 4 0,0-2 615,-8-8 1,-2-4-593,23-9 11,-18-3 163,-9-19-152,-17-31 6,-4 16-139,-6 5 0,-3 2 156,-2 7 519,-9-23-435,3 32-68,-4-7 62,-2 30-28,-3 14-11,-9 13-56,4 1-28,5-2 0,1 1 16,-1 12 1,-3 9-12,16-4 6,14-24 293,0 1-232,24-23-21,0-17-35,7-2 17,-13-2 1,-2-1-23,-1-2 90,11-25 10,-26 23-49,0-3 38,-9 8-33,-1 12-5,-1 0-62,1 7-1,0 9-16,1 15-44,0 9-119,3 17-346,7 0-746,11 3-829,13-4 802,1-13-1144,1-17 1,4-6-614,21-5 2588,-17-6 1,0-5 853,-12-4 0,-2-4 1972,16-20 656,-17-9-668,-13-5-671,-4-6-449,-2 0-307,0 6-231,0 9-234,-3 12-253,-2 12-145,-2 12 238,0 14-233,0 13-5,0 14 0,0 10-29,-4-7-5,-1-10 1,0-2 5,-5 8-6,-4 12 17,5-29 117,1-12-94,4-18-18,4-11 1,7-17 33,7-10-11,-1 14 0,1 1-17,8-13-132,-4 15 0,2 3 116,13 0-1,13 2-16,1 12-12,-2 17-5,-5 13-40,-7 18-251,-5 12-345,-17-19 0,1 1-2243,1 2 1,0-1 2889,14 23 0,-10-22 0,-6-15 0</inkml:trace>
  <inkml:trace contextRef="#ctx0" brushRef="#br0" timeOffset="51085">9139 11681 22251,'0'-5'3125,"0"2"-2536,0 3-236,0-62-135,-5 40-171,2-12 1,-5 3-14,-15 25-1,-29 19-16,22-3 0,-1 1-161,-3 3 0,-1 2 158,-8 4 0,0 0-328,6-4 1,0-1 321,-8 4 1,0-2 10,8-4 1,1-1 8,-17 5 0,21-7-22,15 2 5,7 6 34,2 9 269,0 10-269,1 6 5,3 14-33,4-9 634,2-4-617,4-8 16,1-12-16,2 2-6,-2-8 39,-2-6 56,-2-6 118,-1-4 28,-1-1-96,-1-7-55,1-4-57,3-9-10,7-6-6,12-4-40,12-3 18,14 1-12,7 5-207,5 10 207,-1 9-11,-1 17 12,-4 14-18,-12 19 3,-27-16 0,-6 4-5,-14 13 0,-7-1-1,3-11 1,-5 0-347,-16 14 0,-6-2 318,8-15 1,-3-3-93,-6 5 1,-1-2-197,3-6 0,0-4-975,1-6 1,1-7-6850,-11-14 8149,11-13 0,22 2 0,6 6 0</inkml:trace>
  <inkml:trace contextRef="#ctx0" brushRef="#br0" timeOffset="51277">9249 11657 27130,'41'-19'449,"-1"0"1,-1 1 0,-8 4-360,-22 9-73,2 0-107,-2 2-8642,-6 8 8732,-7 3 0,2 0 0,-3-2 0</inkml:trace>
  <inkml:trace contextRef="#ctx0" brushRef="#br0" timeOffset="52699">10021 12505 32767,'-3'0'0,"1"0"0,2 0 0,10-51 0,-1 39 0,17-28 0,-16 44 0,4 6 0</inkml:trace>
  <inkml:trace contextRef="#ctx0" brushRef="#br0" timeOffset="54223">4425 13923 23164,'-28'-49'707,"-1"0"1,3 5 0,1 9-361,1 18-246,3 8 129,-35 30-157,11 12-516,14-11 1,0 3 458,1 7 1,2 1-6,6-4 1,2 0-12,-2 6 0,2 1 19,5-4 1,6 0-20,13 19 6,23-13 11,28-13-12,-18-16 1,3-3-504,4 0 1,2-1 502,1-1 1,-1 1-6,-3 0 0,-3 1 0,-7 1 0,-4 1 28,6 10 604,-30 5-610,-33 6-17,3-11 1,-5 0-347,-8 1 0,-3 0 355,-5 1 0,-1-2-6,0-1 1,0-1-4,2-3 1,1-2 476,6-3 1,2-1-898,-18-5-1260,20-18-5707,22-15 7382,14-7 0,3 11 0,3 10 0</inkml:trace>
  <inkml:trace contextRef="#ctx0" brushRef="#br0" timeOffset="54832">4870 13967 26418,'-16'45'91,"-1"1"1,1-3 0,0-1-53,-6 17 17,1-6-6,5-13 68,6-16 224,5-17-275,4-10 6,5-14-6,4-10 28,7-15-5,4-10-6,7-5 16,3 2-21,2 6-34,0 8-17,0 10-12,2 10 7,10 8-34,-13 7-1,18 13 24,-16 10-24,5 14 35,-9 11-12,-14 19-33,-13-7 27,-6-3 6,-10-14 29,-1-20-35,4-3 40,-4-19 17,9-10 5,1-26-39,3 10 11,8-24-17,6 16-19,2 9 0,2 2-20,8-11 25,4 12 1,2 2-20,1 7 16,0 2 1,4 2 28,16 7-32,-9 8 1,1 4 25,15 4-37,-13 11 1,-4 4-20,-12 2-3,-5 2 1,-4 2-511,-10 18-8,-8-15 1,-4 0-1388,-2 2 1,-3 0 1935,-10 23 0,5-22 0,7-18 0</inkml:trace>
  <inkml:trace contextRef="#ctx0" brushRef="#br0" timeOffset="55435">6271 13959 25903,'-11'-46'524,"1"0"1,0 1 0,3 8-335,7 17 1,3-4-130,1 8-27,4 2 5,1 9-17,-2 2-10,0 3-7,-4 0 29,-1 2-12,-3 3-22,0 0 0,-3 5 6,-2-2-1,-1 2-16,1-1 11,-1 3-5,1-5 16,-1 3 34,2-6-17,0 0-12,2-2 12,1-2-22,-1 0 0,1-1-12,0 0 17,1 0 6,0 1 0,-1 0-28,-2 0 5,0 0-5,-8 0 11,3 1 5,-2 1 1,4-2 5,2 1 0,3-1-22,1 0-6,0 0 17,-2 2 6,1-1-17,-3 2-45,3-2-17,-1 1-1081,3 2-2385,8-2 3539,2 1 0,0-3 0,-2 0 0</inkml:trace>
  <inkml:trace contextRef="#ctx0" brushRef="#br0" timeOffset="58435">6273 13967 10427,'0'-9'5372,"0"1"-3216,0 8 2045,0 0-3187,-12-48-488,3 27-307,-8-34 285,-4 37-376,9 12 46,-16-1-45,3 17-17,-10 10-54,8 4 1,0 4-37,2-1 1,0 1-313,0 1 0,1 1 312,2 0 1,3-1 5,-3 14-17,2 14 6,14-22 0,16-3 11,14-23 22,30-14-44,-12-4 13,-8-6 1,1-4-653,-6-4 0,-2-3 683,19-15 17,-16 9 1,-3-2 465,6-17-410,-8 10 282,-2-5-293,-19 34 56,-2 3-140,-8 19 1388,-5 11-1405,-1 3-11,-3 15-6,8-14 3,5 7 1,1 1 13,4-3-45,7 5 1,5-1-62,14-9-3113,17 6 3157,-11-21-30,6-8 31,-7-12 50,-4-1 28,-4-8-2257,-15 3 2262,-5 5 2348,-4-3-2303,-2 8-39,0-3 57,0 6-63,0 1 107,0 1 3308,2-2-3397,3-2-1,7-6-22,8-5 0,10-6-11,-2 1 5,20-19 1,-12 2-258,-10 9 0,-1-4 246,-4 0 1,-2 0 2,-4 5 0,0-3 8,5-24 0,-2-1 0,-8 25 1,-2-2-8,4-15 0,0-8 0,-2 5-422,-4 7 1,-2 1 434,4-15 0,-3 1 0,-6 22 0,-1 5 17,-6-10-12,-3 18-10,-8 13-40,4 14 483,-7 14-438,6 7-28,-7 31-301,7-8 0,0 4 297,4-12 0,1 0 1,0 2 3,-1 0 0,1 2 0,0 1-435,2 1 0,0 3 1,2-1-1,0-5 429,0 6 1,2 0-1,2-2 0,1 8 1,2-1-1,1-9-2,3-7 0,5-2-2,7 8 1,5 4 0,4-11-226,5-13 1,3-8 225,16 9 1,2-8 8,-4-18 0,-2-7-6,-9 0 1,0-5-7,14-20 1,-2-7 17,-16 5 0,-2-2-281,-1 0 0,1-4 1,-4 0 275,-4 0 1,-3-1 0,-1-2 7,0-2 1,0-2-1,-2-1-2,0-2 1,-1-2 0,0 1 3,-1 1 0,0 0 0,-1 1-2,-2 3 1,1 1-1,-2 1-3,3-13 0,-3 4 19,-2 11 0,-2 3 1022,-1-14-1013,-4 25 1673,-5 13-1679,-1 19 543,-8 15-537,-8 25-26,5-8 1,0 4-373,-3 11 0,0 2 361,2-6 0,1 2-10,3 6 0,1 6 0,2-2-8,4-15 1,3-1-1,1 3-77,0 1 0,2 4 0,2 1 0,2-4-397,6 7 1,4-3-1,4-1-1191,6-2 0,4-1 0,2-4 1686,-1-5 0,2-3 0,-2-4 0,5 1 0,-3-6 0,9 2 0</inkml:trace>
  <inkml:trace contextRef="#ctx0" brushRef="#br0" timeOffset="58690">8936 13803 22190,'-9'0'2604,"3"0"-2246,6 0-184,0 0-180,71-64-84,-39 51 1,1 2-330,0-11 0,4-5 0,1 7-732,25 10 1,-1 8-1262,-19 0 1,-1 2 2411,13 1 0,-4 0 0,-3 2 0,-25 2 0</inkml:trace>
  <inkml:trace contextRef="#ctx0" brushRef="#br0" timeOffset="58883">9030 14142 24749,'-44'12'873,"1"0"1,4 1 0,11-8-678,25-11-128,15-5-29,18-9-34,24-7-13,-16 11 0,3 0-578,7-2 1,4 1 366,6 0 1,3 1-266,-18 5 1,2 0-1,0 1-1626,2-1 1,2 2-1,-2-1 1604,18-2 0,-6 1 1,-17 3-1,-5 1 1,6 0-1</inkml:trace>
  <inkml:trace contextRef="#ctx0" brushRef="#br0" timeOffset="60499">11300 13546 20184,'-3'-1'3820,"1"1"-2515,2 0-1125,-6 0 83,7 1 73,-6 0-45,6 1-246,-3 1-11,-3-1 27,-5 1 68,-12 0-73,5-1-6,-7-4 68,7-17-56,9-7-18,1-17-21,21-3-12,3 9 0,19-1 0,14 14-16,-8 6-12,-6 12 0,0 7 6,3 16 0,7 4-3,-28 10 0,-7 5 19,-8-3 1,-5 2-943,-4 22 1,-6 1 922,-1-14 0,-6 1 4,-3-6 0,-5 3 0,-2 2 1,0-3-3,-4 3 1,0-2 0,-2 2 4,4-6 0,1 2 0,-2 0 0,-2 0 2,-5 3 1,-3 1 0,1-2 0,5-6 15,-1 0 1,0-3 8,-3 2 1,-4-1-1,8-13 31,6-23-1,2-24-33,30-13 2,14-4 1,7-1-419,2 12 0,3 1 407,15-13 1,2 2-12,-11 17 0,1 5 6,18 2 0,-1 6 2,0 3-112,-5 8 0,1 7-92,-11 12 1,-4 6-1449,1 3 0,-2 5 1379,1 5 0,-5-1 0,-3 8 0,-15-17 0</inkml:trace>
  <inkml:trace contextRef="#ctx0" brushRef="#br0" timeOffset="63002">3592 16169 24200,'-21'-21'577,"4"4"-448,17 19-90,0 0 28,0 2 23,0 1 55,1-1 86,2-2 49,12-13-219,-3 1 34,17-21-27,-1-5-24,-8 9 1,1-3-428,1-6 0,0-2 405,1-5 1,-2-3 13,0-5 1,-2-3-7,-2-5 1,-3-2-407,-5 18 1,-2 1 0,-1-1 400,1-19 0,-2 1 0,-2 8 1,-2 3-22,-2 12 0,-3 4-4,-5-6 0,-8 26 22,-9 27-10,-12 25-10,14-6 1,0 5-203,4 3 1,-1 5-1,2 0 198,3-3 0,0 1 0,2 1 0,-1 0 0,2 1 1,2 0-9,2 0 1,3 0 0,1-1-10,1 11 1,4-1-83,0-10 1,3 1-1,5-1-256,5 3 0,6-1 1,4-4-168,12 6 1,6-6 181,1-3 0,4-8-560,8-15 1,0-9-102,-7-9 1,-1-5 332,13-5 1,1-5 534,-21 1 1,-1-4-1,0-2 344,4-8 0,-1-5 1,-3 2 67,1-2 1,-3-1 205,-7 2 1,-1-2-1,-5 4 302,1-12 217,-9 6 1,-4-2 661,-14-16-1384,3 5-45,-16 15 90,5 25 1221,-1 5-1479,-1 0 1192,-10 22-1248,-1 10 0,-4 10-3,10-9 1,0 1-3,-14 22 2,13-17 1,0 0-4,1-3 1,2 0-1,-6 19-5,10-16 17,11-17 11,15-21-17,10-16 9,-1-1 0,0-3 2,9-13 14,-10 9 1,-2-1 58,-3-10-22,0-9 11,-8 6 123,-5 8-145,-3 15 61,-4 8-106,0 17 11,-5 10-12,-1 15-4,1 2 2,2-1 0,1 2-9,0 19-181,1-15 0,2 0 176,0 8-22,7 2 33,8-22 11,21-1-5,8-19 17,17-21-12,-14-6-3,-16 2 1,-1-4-478,1-4 0,-2-1 466,-4 6 1,-1-2 33,6-9 0,-4-1 141,-2-10-133,0-10-5,-5 3 39,-2-2-50,-2 13 5,5 1 0,2 16-33,-3 8-1,8 4 1003,-2 8-1008,14 13-11,-6 14 17,1 23 10,-22-15 1,-2 0 240,2 25-233,-9-15 0,-4 7 1,0-5-9,1-8 1,-1-1-14,-2 22 0,1-3 36,4-6-28,5-32 51,22-2-45,9-25-17,8-4 16,-15 0 1,2-2-17,3-4 0,1-2 5,-1-1 1,1-3-1253,3-4 0,-3-3 1258,-9 5 0,-4 0 0,9-17-11,-5-6 106,-20 12-44,-10 3-12,-13 7-27,-11 17-1,1 7 2493,1 6-2515,9 5 36,-2 12-47,8 4 11,-2 6-6,6 3-5,5-8 17,2 4-1,4-5 7,-2-8 16,2-3 22,-3-8-5,2-1-51,1-5 12,3-5 11,3-5-29,4-1 40,4-5 0,-6 7-5,-1 2-6,-10 9-29,-1 2-44,-4 1-39,2 1-196,-3 1-23,2 1-1018,2 1-7418,1-1 8750,3 0 0,-1-2 0,1-1 0</inkml:trace>
  <inkml:trace contextRef="#ctx0" brushRef="#br0" timeOffset="63290">5574 15814 11396,'-4'0'7416,"0"0"-4582,4 0-2616,28-34-117,-21 25-146,20-25-425,-26 34-4840,-2 1 5310,1 2 0,-1-3 0,0 3 0</inkml:trace>
  <inkml:trace contextRef="#ctx0" brushRef="#br0" timeOffset="64373">4367 15902 20358,'3'-45'1000,"1"1"1,-1 3 0,-1 7-446,-4 10-68,-1 2-101,0 5-106,-3 4-73,-3 4-106,-4 5-55,-5 5-2,-6 8-10,-6 9 5,-4 9-33,-4 8 16,3 5-11,2 6-44,7 1 27,6 1-5,8-1-11,4-1 38,5-5-10,6-3 0,5-7 5,8-9 11,8-10 1,8-12-46,13-15 34,-17 1 1,1-2-157,3-5 0,1-2 206,-1-3 1,0 0 61,-5-1 1,-2-1 13,-5 2 0,-4-1 104,3-23 16,-13 0-189,-6 20 55,-4 1-50,1 19-6,0 2 318,2 5-363,0 3-11,1 9 17,1 7 6,0 15-1,-1 12-30,-2-10 0,-1 1-31,0 16 34,-3 12-34,7-2-62,10-9-427,-3-16 1,5-2-2542,24 11 2232,16-13 1,-22-15-1,0-9 1</inkml:trace>
  <inkml:trace contextRef="#ctx0" brushRef="#br0" timeOffset="65549">5610 15957 10175,'2'-8'7091,"-1"2"-5035,-1 6-460,0 0-335,14-70-315,-7 32-591,2-9 1,0-1 243,-1 6 169,-3-2-348,-4 14-129,-7 4-134,-7 15-129,-3 7 17,-12 13-6,-5 12-14,3 2 1,-1 5-21,2-2 1,0 3-399,-4 7 0,1 0 393,-6 12-11,9 5 5,20-21 23,10 2 22,31-16 1,13-20-18,8-7 11,-21-4 1,0-4 50,-2-2 0,-2 0 39,-2 0 1,-1 0-1,15-14 106,-24 12 725,-12 12-876,-1 1-66,-2 5 10,-2 22-5,-2 12-12,-2 30-303,-1-6 289,2-13 1,0 3-529,-1-2 1,-1 3 519,0-6 0,0 2 0,-1 2-606,-2 13 0,-2 3 0,-1-2 531,1-5 1,0-2 0,-1 2 16,-4 8 0,-1 1 1,1-5 34,-1 0 1,-2-5 3,-5 2 0,-3-6 83,4-22 1,-1-6-31,-19 2 206,9-29-220,22-28 0,8-10 278,2-10-272,4 17 1,2-7-1,2 1-125,7-10 1,5-1 111,-2 7 1,3-2-1,2-1 4,2 6 0,2-1 0,1 0 0,0 2 0,6-5 0,1 1 0,1 2-827,6-4 1,2 1-1,-2 6 810,-1 5 1,0 4-15,5-1 0,0 4-60,-12 10 1,-1 1 84,-2 1 0,1 1 159,6-2 0,-3 4-176,-6 4 1460,9-2-1431,-30 22 3297,-6 6-3298,-2 3 334,-3 7-311,-1 4-8,2 0-20,4 1 17,7-11-11,7-8 27,9-8-5,6-14-16,-2-2 21,9-17 29,-3-14 11,-3-6-17,-16 19 0,-3-1 95,-1-23 56,-5 3-11,-6 9-106,-3 15 122,-11 7-156,4 16 62,-22 12-79,7 13-11,-14 19-5,6 10-15,18-19 0,2 2 3,1 2 1,3 2-473,1 2 1,3 0 454,-1 24-103,12-17 0,3-1-266,5 0-1894,15 4 1,6-3 2268,12-4 0,-19-17 0,-2-3 0,-1-5 0</inkml:trace>
  <inkml:trace contextRef="#ctx0" brushRef="#br0" timeOffset="66049">7786 15728 22627,'-6'0'2486,"0"0"-2166,6 0-337,29-30-252,18 11-196,-7-2 0,6 0-1554,4 9 1,0 4 873,-8 1 0,0 1 1145,13 1 0,-5 3 0,-13 0 0,12 2 0</inkml:trace>
  <inkml:trace contextRef="#ctx0" brushRef="#br0" timeOffset="66215">7848 16110 25218,'51'-25'-1041,"1"0"0,-1 0 1,2-1-1,-1 2 0,1-1 445,2 1 0,0 1 0,-6 2 0,-3 1 1,-4 2-1,-1 2 0,0 0 0</inkml:trace>
  <inkml:trace contextRef="#ctx0" brushRef="#br0" timeOffset="66810">10095 15823 21573,'15'-42'911,"0"-1"1,0 0 0,6-16 0,-1 4-652,-5 20 1,-1 4 120,12-23-146,-4 15-62,-6 18-49,-7 18 40,-6 24-108,-7 6 50,-8 15 1,-5 6-572,-1-8 0,-3 3 478,0-1 0,-2 4 0,1-2-2,0-4 0,0-2 0,2 0-8,-10 19 0,4-2 0,7-6 0,4-3 8,8-8 0,5-3 48,9 8 64,34-24-39,2-30-28,-10-2 0,0-3-358,-1-6 0,-1-3 383,0-1 0,-1-1 23,-2 1 0,-2 1 30,19-18-28,-13 14 924,-12 13-985,-10 16 0,-7 16 33,-3 16-37,-10 16-41,3-17 0,-2 0-72,-4 6 1,-2 2 71,-3 4 0,1 1-68,-2 6 1,1 1-695,1 3 1,1 1 761,2 8 0,3-3 0,4-26 0,1-2 0,0 27 0</inkml:trace>
  <inkml:trace contextRef="#ctx0" brushRef="#br0" timeOffset="74710">17462 12266 24234,'-18'-5'397,"3"3"-363,16 9 78,-1 3 11,-10-1-33,-8 4 50,-21-3 0,3-7 40,-6-10 105,11-27-5,14-27-213,11 28 1,3 0-12,7-29 44,26 10-83,-9 31 22,28-6-33,-21 22 5,9 11 0,3 5-22,8 17-356,-10-1 1,-3 3 360,-5 18-1589,-24 1 0,-8 1 1584,-12 8 14,-1-20 1,-4 4 0,-6-1-472,-8 0 0,-7-1 0,0-1 468,-2 3 0,0 0 0,-1-1 4,-2 0 0,-1-1 0,3-3 10,-6 3 0,2-5-37,-1-6 0,1-6 129,12-12 1,1-4-29,-2 0 1,4-8-18,5-20 68,47-38-73,-2 25-37,16-5 1,7 2-26,-9 17 1,1 3-1,5-6 1,4 3-43,14 6 1,0 5-54,-15 4 0,1 3-248,4 2 0,5 2 0,-6 0-105,-3 1 0,-2 3-2413,14 5 0,-2 2 2867,-1 2 0,-8-1 0,-21-7 0</inkml:trace>
  <inkml:trace contextRef="#ctx0" brushRef="#br0" timeOffset="74940">18679 11994 21741,'0'-8'4291,"0"1"-3541,0 7-10,0 0-645,-47 34-34,33 22-337,-11-22 1,0 4 191,17 4 0,7 6 0,1-3-305,-3 4 0,0 2-905,0 3 0,1 5 0,0-6-1040,2-6 1,0-3 2333,1 11 0,1-7 0,0-22 0,0-1 0</inkml:trace>
  <inkml:trace contextRef="#ctx0" brushRef="#br0" timeOffset="75140">18320 12519 21189,'3'-46'58,"-1"0"0,8 4 0,9 8-79,22 21 1,9 9-403,4-4 1,2 0-853,4 1 1,2 0 1274,-16 2 0,1 0 0,-5 0 0,-4 1 0,-2 0 0,-4 1 0,0-1 0</inkml:trace>
  <inkml:trace contextRef="#ctx0" brushRef="#br0" timeOffset="75514">19572 11968 18778,'0'-6'6408,"0"2"-4123,0 4-2229,-7-45 174,-1 70-118,-7-24-82,6 36 1,3 15-671,-1-5 1,1-1 639,0-8 0,3 1-12,4 13 1,5-1-106,6-20 0,3-2 117,6 11 0,6-4 8,3-14 1,2-8-4,1-3 1,1-7 25,10-15 0,-2-6-20,8-6 22,-15-5 1,-5-5 42,-1-17 137,-3 5-44,-5 3-169,-13 27 0,-4 17 936,-7 16-936,-3 18 0,-6 17 92,3-21 1,0 3-93,-2 4 0,-1 2 0,-2 6 0,1-1-352,2-6 1,-1 1-484,0 5 1,0 5 0,0-3 662,-4 11 0,1-2 0,2-2 0,0-4 0,4-18 0,0 0 0</inkml:trace>
  <inkml:trace contextRef="#ctx0" brushRef="#br0" timeOffset="75827">17378 13460 17325,'-59'11'87,"-1"0"1,1 0-1,7-1 1,2-1-1,2 1 109,-16 2 0,6 0 588,-1 1 1479,45-8-2062,36-9 1,20-3-131,-3-1 0,4 0 0,4-1-403,2 0 1,4 0 0,1-1-1,-1 0 339,-5 2 0,-2-1 0,2 1 0,5 0-236,0-1 1,6 0 0,3 0 0,0 1-1,-1-1 1,-3 2 197,-2 0 1,-4 0 0,1 2 0,0-1 0,4 0-162,-4 0 1,4 0 0,1-1-1,1 1 1,0 0 0,-1 0-1,-3 1 99,1 0 1,-1 0 0,-1 1-1,-1-1 1,0 1 0,-1 0-312,8 0 1,0 0-1,-1 0 1,-1 0 0,-1 0-167,8 0 0,-2 1 0,-1-1 0,-2 1 519,-8 1 1,0 0-1,-4 0 1,-3 1-1,8-1 1,-6 1-1,15 1 1</inkml:trace>
  <inkml:trace contextRef="#ctx0" brushRef="#br0" timeOffset="76441">18399 14103 26822,'41'-16'102,"0"1"1,-4 0 0,-10 7-36,-19 13-11,-13 6-11,-11 8-6,-15 7 6,-18 1-26,19-13 1,-1-1-216,-5 0 0,0-3 249,0-1 0,0-3 194,-27-7-186,28-7 12,22-24 0,40-12-45,0 14 0,8-2 0,0 1-398,11-4 1,2 3 380,-3 3 0,4-1 1,-2 7-15,4 4 0,-1 7 6,-3 3 0,-2 5 8,-3 6 0,-3 6-17,-4 5 1,-5 4-182,-5 7 0,-5 4 176,-6 4 0,-7 3-6,-9 5 0,-8 1-375,-9 7 1,-9 0 352,2-11 0,-4 1 0,-2-1-583,-7 5 0,-3 0 1,-2 1 609,8-9 1,-2 1 0,-1 0 0,0-1 12,0-1 1,-1 0-1,-1-1 1,1-1 11,-10 7 0,1-3 0,1-3 13,7-8 1,2-2 0,1-5-2,-3-2 1,5-9 278,-3-21-237,37-22-25,24 2 0,8 1-28,-6 9 0,3 1 58,6 0 0,4 0 0,1 3-55,8 2 0,1 4-17,-6 3 0,1 0 0,2 2-6,0 2 1,1 1-1,1 2-4,1 1 1,0 1 0,1 1-57,3 0 1,0 2 0,0 0-129,4 1 0,1 1 0,1 0-543,2 1 0,2 0 0,0 0-1647,-12 0 1,0 0 0,0 0 0,-2 0 2383,12 1 0,-3-1 0,-3 0 0,3 1 0,-7-2 0,8 1 0</inkml:trace>
  <inkml:trace contextRef="#ctx0" brushRef="#br0" timeOffset="77247">20940 12793 20711,'-7'0'2896,"2"0"-2600,5 0-161,0 0-141,38-42-199,0 32 1,4 1-467,-3-15 1,4 2-141,8 13 1,7 7 0,-5 1-2635,-4 3 1,-1 1 3444,15 0 0,-4 1 0,-5 5 0,-29-2 0</inkml:trace>
  <inkml:trace contextRef="#ctx0" brushRef="#br0" timeOffset="77408">21024 13070 23129,'60'-19'-1026,"1"1"1,0 0 0,-12 3 0,-1 0 0,-1 1 1025,16-4 0,-8 3 0,-10 2 0,0 1 0</inkml:trace>
  <inkml:trace contextRef="#ctx0" brushRef="#br0" timeOffset="77990">21590 12572 18380,'-40'-18'1284,"1"1"0,-1-1 1,-14-6-1,3 2-822,18 8 0,4 2-59,-13-6 460,11 1-712,22 10 146,6-1-134,19 12-40,17 9-67,19 11-42,-18-7 0,1 2-425,4 3 0,1 2 425,3 4 0,-1 2-9,0 4 1,-2 3-12,-2 4 1,-5 3-4,-5 2 1,-7 2-4,-7 2 1,-8 0-14,-11-1 0,-7-3 8,0-9 0,-6-1-58,-9-4 1,-6 2-1,0-4-135,-4 2 0,-2-1-100,4-2 0,-3 0 0,2-1-863,-3 1 0,2-3-3743,9-6 1,2-3 3509,-4 2 0,17-12 1,11-6-1</inkml:trace>
  <inkml:trace contextRef="#ctx0" brushRef="#br0" timeOffset="78607">23468 12074 22823,'-44'-41'821,"0"0"0,1 5 1,0 12-623,10 26 0,-1 8-59,-2 2 0,-1 6-17,-7 17 0,1 3-308,13-10 0,2 1 207,-4 8 0,5 4-294,8 3 0,6 0 260,5-7 1,3 1 0,1 15 0,8 0 16,10-13 1,7-3-23,8-2 1,7-3-15,6-2 0,3-4 8,5-4 1,1-3 22,-1-5 0,-1-4 17,-6-5 0,-2-6 44,16-17 18,-26-16-6,-26-13 39,-25-4-34,1 24 0,-4 3-205,-9 1 1,-4 4 213,-6 3 0,-3 4 2,-4 4 1,-1 4-20,0 6 0,0 4-247,3 3 1,2 5 170,6 3 1,3 5-29,6 0 1,5 3 287,-6 28-579,20-11-1187,22-11 0,10-1 1512,5-9 0,3-2 0,16 19 0,-1-18 0</inkml:trace>
  <inkml:trace contextRef="#ctx0" brushRef="#br0" timeOffset="79040">24673 11968 22940,'2'-7'3406,"-1"2"-2818,-1 5 106,0 0-464,-78 49-174,47-20 0,-2 4-736,-10 2 1,-7 4 0,4 1 679,8-3 0,3 2 0,0-1-70,-1 2 1,1-1 0,-1 0-185,3 0 0,0 0 1,1 0-367,3-1 0,1-1 0,2 0-1019,-8 12 1,4-2 741,9-13 1,1-3-7338,-12 13 3613,19-40 3585,-1-19 1036,10-30 901,3 11 1,0-3 945,0-9 0,1-3 379,-1-6 1,1-3-513,0-3 0,-1 0-516,1 1 1,0 2-337,0 6 1,0 2-270,2 9 1,1 3 213,6-17 1406,13 19-2084,-3 20 101,18 19-51,2 28-123,-10-4 0,2 3-515,6 9 1,3 4 461,-2-4 1,3 3 0,-2-3-18,3 5 0,1 0-42,-1-3 0,5 3 0,-4-3-305,3 1 0,-1-1-691,-7-7 1,1 0 0,-2 0 668,11 7 0,-4-3 0,-14-13 0,-4-3 0,2 1 0</inkml:trace>
  <inkml:trace contextRef="#ctx0" brushRef="#br0" timeOffset="79631">22905 13310 18022,'-52'8'558,"1"1"-1,-1-1 1,-1 1 0,1-1 0,5 1 13,7-2 1,4 0 212,-2 1 1,3-2-444,-2 2 505,68-10-636,6-3 0,7-1-1626,8 0 1,6-1 1475,-1 0 0,5-1 0,4 1-356,-16 1 1,1 1 0,2 0 0,2 0 0,1 0 303,2 0 1,3 0-1,1 0 1,1 0-1,-1 0 1,-2 0-217,-5 1 0,-2 0 0,0 0 0,0 0 1,-1 0-1,1 0 213,7 0 1,1 1-1,-1-1 1,0 1 0,-1-1 3,1 2 0,1-1 0,0 1 0,-3 0 0,-4 1-366,9-2 1,-6 1 0,7 0 357,-13 1 0,5-1 0,4 0 0,-2 0 0,-4 1 0,-7-1-3,0 1 0,-6 0 0,3 0-322,10 0 1,6-1-1,-1 1 1,-10-1-2931,-9 1 1,-3 0 3253,21-1 0,-14 1 0,-37 1 0,-11 0 0</inkml:trace>
  <inkml:trace contextRef="#ctx0" brushRef="#br0" timeOffset="80990">25562 11713 12721,'-29'-49'685,"1"0"1,-1 1 0,0-1 0,-1 4 0,-2 1-1,-1 2 1,-3 7-386,-9 4 1,-4 6 0,-2 3-1110,-6 1 0,-1 3 0,-2 3 894,11 5 1,-1 2-1,-1 1 1,3 1-38,-6 0 1,1 1-1,-4 3 38,7 4 0,-6 3 1,-1 2-1,1 0 1,3 2 1,0 1 0,4 2 1,-1 1-1,-3 2-176,6-2 1,-4 2 0,-1 0 0,-1 2 0,2 1 0,3 1 155,-4 4 0,2 1 1,2 1-1,1 1 0,1 0-33,-2 1 0,3-1 0,0 2 0,-1 5 30,7-1 0,-1 3 1,-1 3-1,1 1 1,2 0-1,4-2-18,-5 8 1,6-2 0,0 1 0,-1 2-34,2-5 1,-1 0-1,0 2 1,1 0-1,3 3 9,3 4 1,1 3 0,2 0-1,4 0 1,3-4-2,1 10 1,5-3-1,4 3-67,1 0 0,1 4 1,6-1-1,8-6 56,14 2 0,10-5 1,8-5-4,-1-13 0,5-3 1,4-4-1,3-2-251,-3-6 0,3-2 0,2-2 0,2-2 0,1 0 239,-4-3 0,1-1 1,2-2-1,0 0 1,1-1-1,1 0-42,-6-2 0,2 0 0,0-1 0,0-1 0,1 0 0,0 0 0,0-1 44,2 0 0,1 0 1,0-1-1,1 0 1,-2 0-1,0 0 1,-2-1-36,-1 0 1,-2 0 0,-1-1 0,1 0 0,0-1 0,4-1 33,-3 0 0,3-2 0,1 0 1,2-1-1,-1 0 0,-1-1 1,-2 0-1,-4-1 25,9-2 0,-5-1 0,-2 0 0,1-3 0,4-2-20,-9 2 1,4-2 0,1-1 0,1-1 0,0-1 0,-3-1 0,-2-1 0,-6 0-1,6-6 0,-6-2 0,-2 0 1,-3-2-1,0 0 74,6-6 0,0-1 0,-5-2 1,-8-3-66,-5-14 0,-10-5 0,-8 2-39,-9 8 0,-7 2 0,-4-3-83,-1 5 1,-3-1-1,-3-1 1,-4 2-456,-8-1 0,-4 2 1,-4 1-1,0 2 566,0 4 0,-2 1 0,-1 3 0,3 3 0,-2 1 0,3 2 0,1 5 0,0 2 0,-1 1 0</inkml:trace>
  <inkml:trace contextRef="#ctx0" brushRef="#br0" timeOffset="100735">16353 16405 16073,'0'-7'3652,"1"2"-2090,-1 5 573,0 0-1810,-5-8-96,3 6-33,-3-5-73,5 7 17,0 0-67,-3 1 22,-6 6-67,1-2 56,-9 6 23,6-5 27,-3-1 62,2-2-17,2-9-16,0-6-90,2-2 118,-8-20-91,5 1-27,-5-20 34,4 3-1,4 3-28,3 9-44,5 10-45,4 12-12,12 7 12,7 9-11,17 8 27,9 13-11,-19-5 1,0 3 5,20 15-11,-15 2 0,-4 6-449,-15-7 0,-4 3 401,2 18 0,-8 4-3,-17-3 1,-11 0-578,2-15 1,-5-1 0,-2 0 619,-7 5 0,-3-1 1,-3 0 2,7-9 1,-2 0 0,0 0-1,-2-1 11,0 1 1,-2-1 0,0 0 0,0-1 14,1-3 0,0-1 0,0-1 0,0-2 25,-7 3 1,0-3-1,1-4-388,-8 1 0,3-8 386,-13-8 6,24-45-39,40-14 6,8 10 0,7-2-55,11 2 0,7 2 63,5 0 0,5 4 14,1 5 0,2 5-20,-2 5 1,0 6 2,-3 4 0,-1 5 657,-4 6 0,0 4-789,-2 5 1,0 3-524,-1 4 0,-2 3-1390,2 3 1,-2 1 1645,-4-3 0,-2-1 0,7 5 0,-16-10 0</inkml:trace>
  <inkml:trace contextRef="#ctx0" brushRef="#br0" timeOffset="101085">17580 16535 25348,'16'-39'437,"-1"0"0,0 2 0,-7 14-319,-13 32-17,-4 15-17,-1 20-54,3-13 1,2 3-301,-1 6 1,1 2 274,-1 6 1,1 1-497,1 5 1,1 0 299,-1 2 1,1 0-463,1 0 1,0-2-1034,1-3 0,0-3 1569,1-2 1,1-5 0,-1 5 0,2-14 0</inkml:trace>
  <inkml:trace contextRef="#ctx0" brushRef="#br0" timeOffset="101289">17218 16948 22991,'-46'-12'829,"-1"0"0,6 2 0,15-2-617,35-5-44,33-3-106,10 2-29,-11 8 1,8 0 0,-2 0-1148,12 0 0,2 0 1106,-3 1 1,5-1 0,-2 2-156,-9 2 1,-1 0-1,-1 2-817,-2 0 0,-1 0 0,-1 2 980,11-1 0,-6 1 0,13 1 0,-33 1 0</inkml:trace>
  <inkml:trace contextRef="#ctx0" brushRef="#br0" timeOffset="103234">19501 15546 22139,'9'-54'998,"-1"-1"1,0 8 0,-3 9-712,-7 21-192,0 11-50,-2 15 11,-2 12 50,-4 21-59,2-11 1,0 1-347,-4 7 1,0 2 328,-4 5 1,1-1-25,2-9 0,0 1 10,-3 14 1,2-1-11,5 7 11,6-19 0,4-3 84,14-4 17,13-20 5,5-21-28,8-17 11,4-15-262,-21 15 1,1 0 230,-1-1 1,0 1 27,0 0 1,-2 1 724,17-15-693,-10 12-46,-11 15-89,-10 14 28,-6 17 56,-1 19-68,-6 19-19,1-20 1,-1 2 41,-2 6 0,-1 0-61,0 5 0,1 1-230,1 2 0,1-1-112,0-10 0,4 0 200,13 18 1,2-5-1,-7-17 1,6-6-1,1-1 1</inkml:trace>
  <inkml:trace contextRef="#ctx0" brushRef="#br0" timeOffset="103490">20556 15979 21209,'-6'-2'3697,"2"1"-1893,4 1-1748,-33-28-6,47 16-44,-9-21-29,26 26 1,10 5-601,2-2 0,3 0-61,4 1 1,0-1-1479,3 1 0,-1 0 2162,-7 1 0,-3-1 0,10 1 0,-24 1 0</inkml:trace>
  <inkml:trace contextRef="#ctx0" brushRef="#br0" timeOffset="104041">21535 15667 26290,'38'-13'268,"-9"2"-122,-14 19 16,-10-3 51,-4-1-39,-9-2-34,-6-8-17,-5-5-5,-1-13-12,1-8-39,7-9-28,8-5-5,8 10-6,15-4-17,2 22-22,14 0 22,3 16-14,-7 11 1,1 4 2,16 7-287,-9 5 0,0 3 284,-13-4 0,-4 4-1600,4 18 0,-5 4 1597,-7-16 1,-9 3-57,-14 11 1,-10 6-1,-2-7-770,-3-9 1,-3-2 788,-2 3 0,-3 3 0,-4-2-354,-6-3 1,-4-2 0,1-4 393,-8 2 0,-1-2-52,5-4 1,-2 0 0,3-9 101,2-9 1,5-9 1870,-14-16-1840,28-14 1751,31-8-1796,25-2-27,-4 20 0,7 2 293,17-2 1,4 4-298,-12 5 1,0 2-3,10 0 0,3 4-21,-9 7 1,1 4 0,-1 0-120,16 5 0,2 3-237,-5-1 0,3 3 0,-2 3-2749,-6 5 1,-3 4-1,-3 0 3126,4 5 0,-5 0 0,-7-3 0,-7-1 0,-10-5 0</inkml:trace>
  <inkml:trace contextRef="#ctx0" brushRef="#br0" timeOffset="104330">19683 16940 20229,'-4'0'2627,"0"0"-2324,4 0 402,83-21-503,-29 13-974,-4 0 1,11-3 0,-2 2 823,-10 5 0,-1 1 1,5-1-33,-4 1 0,6-1 0,3 1 0,-2-1 0,-3 1-369,-3 0 0,-3 0 0,1 0 0,5 1 337,3-1 1,6 1 0,3 0 0,-1-1 0,-3 2-1,-8-1-719,5 1 0,-8 0 0,5 0 572,1 1 0,6-1 0,2 1 0,-1 0 0,-6 1-555,5 1 1,-5 0 0,1 2-1745,-4-1 0,3 2 1,-2-1-1,-5 1 1527,15 1 0,-7 1 0,-8 0 0,-13 0 0,-27-4 0</inkml:trace>
  <inkml:trace contextRef="#ctx0" brushRef="#br0" timeOffset="104910">20460 17391 24274,'47'-23'157,"0"-1"0,-7 3 0,-6 8-4654,-9 21 4514,-15 2-800,-13 17 828,-6-10 1062,-21 19-1073,-20-9-6,7-5 81,12-11 1,-1-4 13,-9-6 11,6-7-55,8-9 2228,23-8-2251,11-4 3353,5 5-3353,20-5-28,-2 14-39,14-1-6,-3 12-5,0 14 33,-9 2-45,4 19 34,-14 3 22,-13-2 1,-5 3-26,-8-1 1,-6 1-270,-1 1 0,-7 0 260,-15 7 1,-9 0-951,3-9 0,-4 0 0,2-1 956,7-6 1,1 0-1,-3 1-11,-6 2 0,-6 2 1,1-1-1,5-7-266,-1-3 1,3-4 307,-13 7 0,4-9 15,12-27-1,23-9 50,47-34 161,-5 22-161,3 7 1,8-2 0,0 3 774,4 4 0,3 4-833,-2 0 1,3 0 0,-1 3-1,12 5 0,-3 6-20,-4 7 0,-4 5-17,-12-2 1,-5 6-509,-2 18 0,-8 6 514,-15-4 0,-3 0 0,7 26 0,-17-17 0</inkml:trace>
  <inkml:trace contextRef="#ctx0" brushRef="#br0" timeOffset="108465">23052 16653 24424,'30'-44'140,"-1"0"0,3 3 0,0 9-151,9 17-135,15 6-285,1 10-1913,6 7 1386,-13 2-1499,3 13-2707,-25 12 4010,-9-3 1154,-28 0 0,-11 1 946,-4-11 1,-3-1-340,-6 5 1,-2 0 745,-6-2 0,-1-3 21,4-2 1,1-2-885,2 0 1,2-2 226,-25 10-347,38-17-191,15-7-50,20-9-141,16-8-10,6-4-65,4-1 0,3-2-119,-10 7 0,0-2 172,15-7 0,0-1 20,-12 5 0,-3 1-106,-5-1 0,-2 0 215,15-24 45,-15-5 62,-14-4 44,-15 1 288,-14 6-97,-14 14-33,-7 15-119,1 12 743,7 11-921,13 8 362,11 10-435,13 8 10,12 8-10,15 8-349,-14-20 0,2 3 284,0 3 0,-1 3-230,-3 8 1,-3 1-124,-4-7 1,-4 2-1673,-12 18 0,-9 1 2056,-1-16 0,-2-2 0,1-4 0,1-3 0,-10 7 0</inkml:trace>
  <inkml:trace contextRef="#ctx0" brushRef="#br0" timeOffset="110782">24697 16556 24049,'56'-25'627,"-13"5"-470,-33 26-11,-6 2 44,-5 9-61,-10 1-51,-10 6-44,-1-9-3297,-13 1 3325,17-11 72,-12-3 73,11-21-61,3-13-51,5-24-282,12-6 226,4 30 0,3 0 12,15-19 10,8 17-38,2 19 3220,0 21-3237,0 19-1,-9 7 1,-7 5 0,-3 4-364,-6-8 1,-2 3 320,2 18 1,-4 2-4,-4-16 1,-6 1-79,-7 6 1,-7 4 0,1-5 77,0-5 1,-4 0-394,-4 3 1,-6 7 0,-1 0-1,2-7 422,-8 5 0,0-3 59,5-6 1,-3 1 0,5-6-10,5-6 0,5-14 123,-2-27-128,25-10 30,11-16 1,7-5-23,-2 15 0,4 1-27,7-13 1,2 1-4,11-1 881,-11 21 0,2 5-943,14 6 36,-12 8 0,1 4-101,-3 6 0,-1 4-699,3 4 0,-1 1-704,21 15 1518,-15-11 0,-4-1 0,-8-5 0,11 6 0</inkml:trace>
  <inkml:trace contextRef="#ctx0" brushRef="#br0" timeOffset="111293">25937 16656 24648,'4'-44'554,"1"0"1,-1 3 0,-1 17-499,-3 40 22,1 19 12,6 21-93,-1-18 0,-1 1-362,1-7 1,0 3 286,3 23 0,-1 2-753,-2-16 0,-1 1 46,-1-3 1,1 3 0,0-2-3804,0 9 1,1-3 4587,-1-8 0,0-4 0,1 9 0,-1-25 0</inkml:trace>
  <inkml:trace contextRef="#ctx0" brushRef="#br0" timeOffset="111516">25890 16965 17210,'-9'-3'6083,"2"1"-5036,7 2 107,0 0-930,27-54-179,2 42 0,5 2-774,15-23 1,5 1 733,-10 21 1,3 7 0,0-1-294,-1-1 0,1-1 0,0 2 269,-1-1 1,-1 1-1,-1 1-211,17-2 0,-3 2-865,-8 1 1,-4 1-3822,-11 1 1,-3 2 4108,6 0 1,-22 1 0,-13-1 0</inkml:trace>
  <inkml:trace contextRef="#ctx0" brushRef="#br0" timeOffset="112622">27612 15960 22425,'22'4'812,"-3"3"-627,-9 5 33,-3 3 34,-4-1-17,-11 4-67,-9 0-84,-3-4 208,-22 0-57,11-10 17,-11-6-146,19-5 108,7-29-130,16-5-62,4 8 0,3 0-5,9-17-3,0 22 0,4 1-3,17-7-8,-5 15 0,1 3-9,14-1 9,-7 17 0,0 8-20,2 18 12,8 10-7,-20 19-478,-28-16 1,-7 0 477,4-6 1,-5 1-45,-12 9 0,-10 3 0,-1-3-28,-11 3 0,-4-2-584,2-2 0,-4 3 0,-1-3 647,6-8 1,-1-2 0,3-2 31,-9 4 0,2-3 39,2-6 1,3-8 100,-2-16-112,15-17-22,20-11 22,25-2 1,9 0-29,-1 8 1,3 1 19,14-9 0,5 1-26,1 9 1,-1 4-9,-8 3 1,2 3-2,1 4 0,3 2 1,-4 0-3,-7 1 0,0 2-129,13 2 1,8 2 0,-6 1-656,-6 3 0,-1 2-1678,18 6 1,-1 2 2467,-19-2 0,-6 0 0,9 7 0,-23-10 0</inkml:trace>
  <inkml:trace contextRef="#ctx0" brushRef="#br0" timeOffset="112851">27346 16981 23528,'34'-41'96,"-1"1"1,0 9 0,5 2 0,-2 7-109,4 9 1,2 5-697,-2-2 0,4-1 1,-1 3 528,13 0 0,0 2-331,-2 2 0,-1 2-900,-5 4 0,-2 4 1410,-6 2 0,-4 3 0,4 2 0,-15 2 0</inkml:trace>
  <inkml:trace contextRef="#ctx0" brushRef="#br0" timeOffset="113431">27402 17336 23405,'0'-54'502,"1"1"0,2 4 0,5 7-362,17 12 140,30-2-224,-23 19-22,6 3 0,4 3-289,10 7 258,-13 3 0,1 3-14,-6 3 0,-1 4-233,0 4 1,-1 5 226,-1 3 1,-5 4 13,-5 4 0,-5 4 8,-9 3 1,-8 3-37,-11 2 0,-8 1 0,-9 1 0,-5-2-402,-8-1 1,-1-4 420,7-8 1,0-4-20,-13 3 1,1-6-46,-3-3 129,19-9 0,3-4 177,8-10-124,38-25-61,21-4-40,-3 5 1,5 0-465,5 0 1,4 1 461,7-2 0,4 1-24,-16 7 1,1 0-1,-1 2-18,11-4 0,2 0-223,0 2 1,5-1-1,-5 1-357,1 0 1,-2-1 328,-10 5 1,0 0 0,-2-3-2136,10-10 0,-9-2-3580,-3-10 3671,-18 11 1,-5 0 1269,-12-10 1064,-16 5 84,-6 4 1098,-5 1 2870,1 3-327,-2 6 413,-7 9-1774,-14 13-1502,12 4 1,-2 3-785,-10 4 1,-4 4 221,-10 7 0,-1 1-868,8-2 1,-3 2 618,8-2 1,-5 3 0,0 1 0,1 0-784,-3 2 0,1 0 0,-3 3 708,9-6 1,-3 2-1,-1 0 1,-1 1-1,3 0-85,-6 2 0,2 1 0,0-1 0,1 0-286,1 1 0,0-1 0,1 1 0,0 0-1178,4-1 1,0 0 0,1 0 0,3-1 1572,-5 4 0,3-1 0,4-3 0,-1 2 0,7-5 0,-1 3 0</inkml:trace>
  <inkml:trace contextRef="#ctx0" brushRef="#br0" timeOffset="113702">28397 15718 16498,'4'-60'1624,"-1"1"0,-4 8 0,-10 11-884,-38 24-398,-7 23-100,14 10 1,-6 8 0,1 2-1770,6-1 0,0 2 0,-3 3 1543,-4 2 1,-3 4 0,-1 1 0,1 1-22,2 0 1,2 1 0,0 2 0,-1 3-243,9-7 0,-1 2 1,0 2-1,0 0 1,2-1-1,1-2 210,-4 5 1,2-3 0,2 1 0,-2 4-143,0 1 1,-2 5 0,0 1 0,3-3 0,6-5-380,5-6 1,5-5-1,-1 6 558,0 2 0,-3 8 0,1 1 0,1-4 0,5-7 0,0-2 0,2-1 0,-1 5 0,1 1 0,-1 0 0</inkml:trace>
  <inkml:trace contextRef="#ctx0" brushRef="#br0" timeOffset="115276">29043 15969 16801,'17'-59'1559,"0"-1"0,-3 13 0,-2 5-242,1-9-757,-10 30-353,0 0-185,-4 17 6,-4 14-5,-5 13-23,-7 21-152,5-6 1,0 4-981,0 0 1,1 1 1131,-2 17 0,1-2 0,1-2 0,3-3 0</inkml:trace>
  <inkml:trace contextRef="#ctx0" brushRef="#br0" timeOffset="115593">29650 16531 16583,'-3'-1'4363,"1"1"-3954,2 0-409,47-63-84,-6 38-571,1-12 0,5 2 72,-10 25 1,0 5-866,3-1 0,0 2 1448,3 1 0,-2 1 0,5 1 0,-8 1 0</inkml:trace>
  <inkml:trace contextRef="#ctx0" brushRef="#br0" timeOffset="115926">29801 16600 12295,'-42'17'2034,"1"1"1,-1-1-1,-11 5 1,7-2-1604,-1 3 88,31-11-256,29-7-77,24-11-161,-7 1 1,3-3-24,8-2 1,1-2-550,6-2 1,1-1 552,1-1 0,0-1 16,-2 0 0,-2-2 9,-5-1 1,-3-2-83,-7 0 0,-5-3 231,5-29-9,-27-5 58,-11 27 1,-4 1 64,-3 0 0,-2 2-9,-2 1 1,-1 2 218,-10-17-184,9 14-175,10 11 992,11 11-1115,8 12 296,9 11-329,11 16 11,8 15-341,-16-18 1,-1 2 320,0 5 1,-1 2-121,-3 2 0,-3 2-504,-3 1 0,-4 2-1599,-7 0 0,-4-1 2243,-3-5 0,-1-3 0,-8 10 0,5-21 0</inkml:trace>
  <inkml:trace contextRef="#ctx0" brushRef="#br0" timeOffset="116582">30931 16434 24413,'-8'-54'722,"15"-7"-654,11 30 38,16-10-44,-9 19-28,6 1-23,-2 9-11,-1 9 6,0 13-12,3 11 17,2 14 0,2 11-16,-2 8-4,-20-25 1,-2 2-210,-3 1 1,-5 1 203,-7 0 0,-6 0 11,-4 0 1,-6-2-7,-5-2 1,-6-3-1589,-11-2 1,-3-6 1607,15-6 0,-1-3 42,-13-2 0,3-7 138,-3-14 72,2-11-84,23-12-123,17 5 62,36-13-68,5 20-33,-7 8 0,2 4-6,-3 6 0,1 4-38,2 2 0,0 4 30,1 3 0,1 3-1,1 4 1,0 3-9,-1 3 1,-2 2-6,-2 2 0,-4 3-15,-6-1 1,-5 3 3022,-1 28-3182,-32 1 101,-3-28 0,-6-3-182,-9 1 1,-5-2 237,-5-2 0,-4-3-377,-2-3 0,-1-3 279,1-4 0,1-3-392,5-4 0,2-3-1325,7-4 0,3-3 1843,-10-9 0,22 3 0,13 4 0</inkml:trace>
  <inkml:trace contextRef="#ctx0" brushRef="#br0" timeOffset="116906">30393 17512 17143,'-7'0'2890,"2"0"-1899,5 0-476,92-48-1250,-41 31 816,-4 1 0,14-3 1,4 1-1,-7 4-517,-10 6 0,-5 4 0,6 0 424,0-1 1,7 1 0,3-1 0,-3 1 0,-6 1-27,1 0 1,-5 1 0,2 1-129,0 0 1,2 1 0,0 0 0,-5 1-939,9 3 1,-3 1-2763,9 2 1,-3 2 3865,-15 0 0,-5 0 0,5 4 0,-25-5 0</inkml:trace>
  <inkml:trace contextRef="#ctx0" brushRef="#br0" timeOffset="117132">30446 17775 23861,'49'-16'164,"0"0"1,1 1-1,0 0 1,4 0-1,-2 1 1,-6 3-970,0 0 0,-1 2 870,3 0 1,8-1 0,-1 0 0,-7 2-30,-4 0 1,-2 2-15,8-1 0,4 0 1,-6 1-29,-8 3 1,-2 1 261,6 1 0,-2 4-2430,4 9 2174,-24 6 0,-23-5 0,-6-5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4:15:46.7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3272 2465 12326,'-53'8'482,"0"0"1,0 1 0,8-2 0,1 0 0,5-1 281,3 0 1,6-1 462,-1 0-1132,30-7-67,14-2 50,36-8-47,-16 6 0,3-1-680,16-1 0,8-1 671,-15 3 1,5 1-1,2 0 1,0-1-752,0 1 0,1 0 0,0 1 0,0-1 731,2 1 1,0-1 0,0 1 0,3-1 5,-7 1 0,2 0 0,0 0 0,1-1 0,-1 1-481,9-2 1,-1 1 0,1-1 0,4-1 483,-12 2 0,3-1 1,1 0-1,2 0 0,0 0 1,-1-1-187,-5 2 0,1-1 1,0-1-1,0 1 1,0 0-1,1-1 1,1 1 186,2-1 0,1 0 0,1 0 0,0 0 0,0 0 0,0-1 0,1 1-65,-6 1 0,1-1 1,0 0-1,0 0 1,1 1-1,-1-1 1,1 0-1,1 0 83,2 0 1,0 0 0,1 0 0,0 0 0,0 0 0,0 0 0,1 0 0,0 0-20,-6 0 1,1 1 0,0 0 0,0-1 0,1 1 0,-1 0 0,1 0 0,0-1 0,0 1-4,2 0 1,-1-1 0,0 1-1,0 0 1,1 0 0,0-1 0,2 1-1,0 0 1,1-1 2,-8 2 0,2-1 0,1 1 1,0-1-1,2 0 0,0 1 0,-1-1 1,0 1-1,-1-1 0,-1 1 0,-2 0 1,-2 0-5,10-1 0,-3 0 0,-2 1 0,-1 0 0,0 0 0,1-1 0,2 1 0,3 0 4,-6 0 0,3 0 0,2 0 0,1 0 1,1-1-1,0 1 0,0 0 0,-1 0 0,-1 1 1,-3-1-1,-2 1 6,3 0 1,-3 0-1,-1 1 1,-2-1-1,0 1 1,1 0-1,1 0 1,2-1-1,-3 1 0,1-1 1,1 1-1,0 0 0,2 0 1,-1-1-1,2 1 1,0 0-1,1-1 0,0 1 5,-3 0 1,1 0 0,2 0 0,1 0 0,0-1 0,0 1 0,0 0 0,0 0 0,-2 0 0,-1 0 0,-1 0 0,-3 1-15,11-1 0,-4-1 1,-2 2-1,-1-1 1,0 0-1,1 0 1,2 0-1,3 0 2,-11 1 1,1-1 0,2 0 0,2 1-1,0-1 1,0 0 0,1 0 0,0 0-1,-1 1 1,0-1 0,-2 0 0,0 1 1,4-1 0,0 1 1,0-1-1,-1 0 0,0 1 1,-1-1-1,-1 1 0,0-1 1,0 1-1,-1 0-10,6-1 1,-2 0 0,0 0 0,-2 1 0,1-1 0,1 0-1,2 1 1,2-1 1,-6 0 1,2 0-1,1 1 1,2-1 0,1 0-1,0 0 1,0 1 0,-2-1-1,-2 0 1,-1 0 0,-4 1 0,11-1 1,-5 0-1,-3 0 1,0 1 0,0-1-1,3 0 1,3 0 3,-11 0 1,3 1 0,1-1-1,2 0 1,1 1 0,0-1-1,-1 0 1,0 0 0,-2 1 0,-1-1-1,-4 1-4,11-1 1,-4 0 0,-2 0-1,-1 1 1,0-1 0,3 0 0,3 0 4,-5 1 1,4-1-1,3 0 1,1 0 0,0 0-1,0 0 1,-2 0 0,-3 0-1,-5 1 1,-6-1-2,17 0 1,-10 1 0,-2-1 0,8 1 2,-8-1 0,6 0 0,3 0 0,2 0 0,-2 0 0,-3 1 0,-5-1 17,9 1 1,-5-1-1,-2 1 1,4 0-9,-5 0 0,2 0 0,0 0 1,0 0-1,-1 1 48,-4 0 1,-2-1 0,1 1 0,-1 0 0,1 1-35,2-1 1,3 1 0,-2-1 0,-1 1 0,-4 0-19,10 0 0,-5 1 0,2 0 4,-5 0 0,1 0 0,-1 0 0,-6 1 512,5 2 1,-4 1-506,11 1 0,-4 2 14,-21-2 0,-5 1 1686,11 6-1554,-32 0 2418,-9 2-2502,-1 8 2422,1 15-2484,4 0 11,5 12-16,8-1 5,-2-7-9,-3-12 1,0 1 142,13 27-140,-10-20 1,3 3-641,4 12 1,0 3 637,0-5 0,0 0-12,-2-1 0,1 1 26,2 3 0,1 2-25,-8-16 0,0 1 1,-1 1-7,1 1 1,0 1 0,-1-1-1,-1-1 1,0 0 0,-2-1 1,1 15 1,-5-3 11,-2-13 0,-5 2-4,-6 6 0,-5 4 0,-5-3-402,-4-9 0,-4-1 1,-2-1 399,-2 4 0,-1-1 0,-5-4 2,-2-10 0,-4-4 0,2-5 105,2-4 1,-1-2-86,-24 2 1,-2-3-16,15-3 0,-2-2-15,0 0 1,-3 0 0,0-1-453,4-1 1,0-1 0,-2 0 446,-4 0 0,-2 0 0,3-1-142,7 0 0,1-1 0,-1 1 149,-13 0 1,-3 0 0,1 0-8,7-1 0,1 0 0,-5 1-1,6-1 1,-4 0 0,-3 0 0,0 1 0,2-1-393,5 0 0,0 0 0,1 0 1,-2 0-1,-1 0 394,2-1 0,-2 1 0,-1 0 0,-1 0 0,1-1 0,2 1-11,-6 0 1,2 0 0,-1-1 0,1 1 0,-1-1-189,-3 1 1,-1-1 0,0 1-1,1-1 1,3 0 197,-5 1 1,3-1 0,0 1-1,-3-1-36,3 1 0,0-1 0,-3 0 1,-1 0-1,-2 0 32,9 0 0,-4 1 1,-1 0-1,-1-1 1,1 1-1,2 0 1,2-1-97,-5 1 0,3-1 0,1 0 0,-2 1 0,-4-1 92,7 1 0,-4 0 0,-3 0 1,-2 0-1,1 0 0,3 0 0,5 0 1,6 0 34,-3 0 0,8-1 1,1 1-1,-6 0-25,1 1 0,-5-1 0,-2 1 0,-1-1 0,-1 1 0,1-1 0,-3 1 0,0-1 0,-1 1 0,0-1 0,0 1 0,-1 0-1,8-1 0,-1 1 0,1-1 1,-1 1-1,-1 0 0,0 0 0,-2-1-42,2 1 1,-1 0 0,-1-1 0,-1 1-1,0 0 1,1 0 0,1-1 0,1 1 40,0 0 0,1-1 1,1 1-1,1 0 1,-1 0-1,0-1 1,-3 1-7,-1 0 0,-2 0 0,-1 0 1,0-1-1,-1 1 0,2 0 1,2 0-1,2-1 2,-1 1 0,3 0 1,1-1-1,1 1 1,0-1-1,-2 1 4,-6-1 0,-1 1 1,-1 0-1,0 0 1,0-1-1,1 1-3,-1 0 0,0-1 1,0 1-1,1 0 1,3-1-1,3 1 5,-5 0 0,7-1 0,-2 1 0,-9-1-4,16 1 1,-7-1 0,-3 1 0,-3 0 0,-1 0 0,0 0 0,2 0 0,3-1 0,5 1-1,-13 1 1,6-1 0,2 1 0,-1-1-1,-5 1 2,11-1 0,-3 1 0,-2-1 0,-1 1 0,0-1 0,1 1 0,3-1 0,3 1 0,-8 0 1,3 0 0,3 0 0,-1 0 0,-2 1-1,1-1 0,-1 1 0,0-1 0,-2 1 1,0 0-1,1 0-1,-3 1 0,-1-1 0,1 1 1,-1 0-1,0 0 0,-1 0-11,8-1 1,0 0 0,-1 1-1,0-1 1,0 1 0,0-1-1,1 1 10,-7 0 0,0 0 1,0 0-1,0 0 0,1 0 1,0 0-7,4 0 1,0 0 0,0 0-1,1 0 1,0-1 0,-1 1-12,0 0 0,0 0 1,0 0-1,0 0 1,0 0-1,-1-1 9,0 1 1,1 0 0,-1 0 0,-1 0 0,1-1 0,-2 1 3,5 0 1,-1-1 0,0 1 0,-1 0 0,1-1-1,1 1 1,3-1-3,-10 1 0,3 0 0,1-1 0,1 0 0,-1 1 17,2-1 1,0 0 0,1 0 0,0-1-1,0 1-14,3-1 0,1 1 1,0-1-1,-1 0 1,-3 0 6,0-1 1,-3 1 0,-1-1 0,-1 0 0,2 0 0,4-1 7,-11 1 1,4 0-1,1-1 1,-3 1 48,2-1 1,-3 0 0,0 0-1,2-1 1,5 1-54,7-1 0,4 0 0,1 0 1,0 0 195,-13 0 0,0 0 0,2 0-191,4 0 1,1 0-1,1 0-4,5-1 1,1 0 0,1-1 422,-13-2 0,3 0-412,8-3 1,2 0-6,6-3 1,4 0 16,-16-6 1917,2-5-1844,9-2-50,0-1-29,7 2 1868,1-3-1856,9 6 1586,-12-11-1497,5-1-61,5 3 10,8-2 1,3-4-40,4 4 1,2-2-563,-2-18 1,2-2 533,3 13 1,2-1 3,2-4 1,1-4-1,0 2-426,2-3 0,1 1 422,-2 2 1,1-1 0,1 2-249,0-4 0,-1 4 195,0 7 1,-1 1-373,-4-26-191,-2 21 611,-10-12 0,8 36 0,-5-9 0</inkml:trace>
  <inkml:trace contextRef="#ctx0" brushRef="#br0" timeOffset="2678">3963 3087 14146,'0'-8'3092,"-1"-25"0,0-5-1530,1 2-1047,0-7 1,0 0 140,2 6-231,1 8-279,-3 8-219,1 11-33,-1 12 111,0 17 18,0 20-18,-4 23-2,1-22 0,-2 1-245,-1 4 0,-1 0 233,1 1 1,-1-1 11,3-4 0,0-1-3,3-7 0,2-2 5,7 14 135,6-21 101,8-15 0,7-21-28,7-17-71,-15 6 1,0-3 11,2-2 1,-1-2-15,-1-2 0,0 0-106,-3 2 1,0 1 201,9-20 410,-8 16-590,-8 14-140,-6 11 28,-2 15 56,4 12 11,2 18-16,4 17-9,-6-20 0,-1 2-144,0 6 0,1 1-117,0 6 1,0-1-82,-1-9 0,1 1-106,1 3 0,1 4 0,-2-8 1,2 3-1,-1-4 0,0-1 1</inkml:trace>
  <inkml:trace contextRef="#ctx0" brushRef="#br0" timeOffset="3146">5197 2762 16399,'4'-54'1187,"-1"0"1,0 0-1,0 7 1,-2 0-1,-1 9-347,-6-8-5511,-2 21 4576,2 14 1403,6 21-1308,7 23 11,-1-2 1,0 8-427,-1 8 1,0 7 0,-1-2 425,2 7 1,-4 4-19,-3-15 0,-2 6 1,-1 4-1,0-3 0,0-7-175,-1-4 0,1-5 0,-2 4-27,-2 13 0,-2 7 1,0 0-1,2-6-641,1-8 1,2-5 0,0 2 849,0 9 0,0 2 0,2-6 0,-1-6 0,3-5 0,2 19 0</inkml:trace>
  <inkml:trace contextRef="#ctx0" brushRef="#br0" timeOffset="3796">6001 2898 23187,'-16'2'1052,"3"0"-161,12-2-757,0-3 7,-5-7-91,1 1 51,-7-14-23,5 3 12,-3-18-96,8-3-3408,2 5 3375,8 6-56,6 14 11,8 3 0,12 3 16,8 8 31,-11 10 1,0 3 8,12 5 8,-13 4 1,-3 5-26,2 17 31,-14-14 0,-4 3 3,-4 1 0,-6 1 78,-10 6 0,-5 0-94,-1-8 1,-2 0 158,-8 1 0,-2-2 212,-18 5 28,11-15 233,-6-13-298,24-11-69,-8-14-260,18-16 171,2 8-308,11-12 3525,7 20-3247,12 0 41,13 8 11,0 8-133,2 5 51,5 9-13,-5 5-83,-13 0 1,0 2-194,9 20-187,-9 2-142,-25 7 141,-20-5 273,-13 7-2,2-24 0,-3-4-76,-11 6-1584,8-15 0,2-4 1812,5-8 0,-3 1 1,21-4-1</inkml:trace>
  <inkml:trace contextRef="#ctx0" brushRef="#br0" timeOffset="4045">6729 2289 23476,'0'-3'1088,"0"1"-559,0 2-473,69 80-41,-47-28-684,-5-10 1,5 13-1,-2 1 1,-6-7 717,-10 2 0,-6 1-13,1-3 0,-1 6 0,-1 1 0,-1-4-152,-2 0 0,0-4 0,0 4-1411,-1 4 1,0 5 0,0 0 0,0-4 1544,1 1 1,0-3-1,1-1 1,0-5 0,0-1-1,2-7 1,1 7 0</inkml:trace>
  <inkml:trace contextRef="#ctx0" brushRef="#br0" timeOffset="4839">7824 2925 16236,'0'-5'5007,"0"1"-3752,0 4-1014,41-56-169,-28 46 12,10-20 0,-4 9 28,-16 29 152,-5 4-12,-5 1-40,-8 4 113,-15-1-73,-1-6-140,-1-5 185,-5-22-219,18 3 17,0-12 1,1-4-35,4-15-41,5 13 0,2-1-20,6-16-17,10 13 0,0 14-56,19 8 319,-2 12-73,17 9-58,0 13-8,0 17-309,-11-1 212,-17-7 0,-5 3 29,-11 10 1,-7 2 18,-3 3 0,-7 2-444,1-8 0,-5 0 0,-2-2 383,-1-4 0,-3-1 0,0-3 37,-6 7 1,-1-2 60,-13 6 0,0-5 53,18-18 1,0-4 47,-9 6 0,0-5 113,-6-14-189,17-17-187,15-15 79,19-7-129,13-1 43,16 4 39,11 8 47,8 7-52,-23 14 1,1 1 225,4 1 1,0 1-471,3 4 1,0 1-585,1 1 0,0 1-1778,2 2 1,-2 1 2638,-4 0 1,-3-1 0,9 3-1,-18-5 1</inkml:trace>
  <inkml:trace contextRef="#ctx0" brushRef="#br0" timeOffset="5088">8522 2353 19637,'-2'-59'1864,"1"0"0,-1 7 0,-1 4-961,-3-9-453,0 23-309,2 17-177,2 11-36,2 35 366,3 22-145,-1-3 0,-1 7-1007,1-11 1,-1 3 0,0 2 953,-1 8 0,-1 3 0,-1 1-13,0-11 0,0 1 0,-1 0 0,1 1-22,-1 1 0,-1 2 1,1-1-1,-1-3 27,0 5 1,0-2 0,2 3-259,1-1 1,0 5 0,3-1 0,1-5-952,2-4 1,3-3 0,2 2 821,0 4 0,3 3 0,0-1 0,-1-8 0,3 1 0,0-7 0,2-7 0,-1 0 1</inkml:trace>
  <inkml:trace contextRef="#ctx0" brushRef="#br0" timeOffset="6496">9114 2779 21343,'-4'-57'1092,"0"0"1,1 5-1,0 8-885,4 12 23,0 8-303,0 15-50,1 8 134,3 21 12,-1 6 5,5 34-622,-6-26 0,-1 3 473,1 13 1,-1 4-519,0 5 1,0 2-813,-1-19 1,0 1-1,1-1 1451,0 14 0,0-5 0,0-16 0,0-4 0,1 4 0</inkml:trace>
  <inkml:trace contextRef="#ctx0" brushRef="#br0" timeOffset="6839">9718 2236 20067,'4'-63'1413,"-1"0"0,0 6 1,1 9-944,4 18-179,-4 12-229,-1 9-101,-3 6 92,0 6 126,3 38-90,-1-10-21,1 24 1,0 9-4,-2-13 0,0 0-1058,-1 11 1,0 3 1052,-2-16 1,0 2 0,-2-2-6,1-6 0,-2-1 0,-1 3-51,1 3 1,-2 4-1,1 1 1,0-2-174,-2 9 1,1-3 0,0 2-338,1-8 0,-1 1 1,1-1-1,1-3-974,-1 17 0,1-4 1484,0 5 0,1-7 0,1-13 0,0-3 0</inkml:trace>
  <inkml:trace contextRef="#ctx0" brushRef="#br0" timeOffset="8188">10738 2518 9867,'2'-3'8900,"-1"0"-4150,-1 3-4196,4-51-148,-5 36-216,2-39 17,-5 50-145,-1 0 227,-3 3-295,-6 1 34,0 2-16,-30 10-1,4 0 17,-20 5 33,14-6 86,13-6-2,14-3-33,11-1-56,5-1-112,3-1 0,0 5 34,3 5 22,0 13 28,4 11-17,0 8-11,1 7-6,-2 3 18,-2 0 16,-2-3 5,-4-6 34,-2-10 17,-2-10 124,0-10 150,2-6-78,0-5-101,-1-7-67,0-5-78,1-7-1,2-5-27,7-3-28,8-1-1,12-1 23,10 5 34,11 4-23,8 9-11,-9 4-173,-7 8 1,2 4 138,15 10 20,-16-2 0,-2 5-36,9 23 5,-20 8 11,-29 4-33,-25 1-9,5-28 1,-5-1-118,-5-2 0,-1-2-230,-1-2 0,-1-2-485,3-6 1,0-2-6509,-24-1 6594,18-13 1,17-1 0,13-2 0</inkml:trace>
  <inkml:trace contextRef="#ctx0" brushRef="#br0" timeOffset="8455">10934 2332 24811,'37'-11'149,"0"0"0,4-1 1,-2-1-78,7-4-35,-11 5 0,0 0-26,10-2-45,3 0-465,-31 12-3945,-5 5 4450,-9 2 0,-3 1 0,-2-2 1</inkml:trace>
  <inkml:trace contextRef="#ctx0" brushRef="#br0" timeOffset="10797">12677 2238 15373,'1'-49'981,"0"0"0,0 1 0,1-1 1,-1-9-1,0 1 0,0 7-497,0 8 1,-1 6 796,-1-16-1107,0 24 71,0 16-53,3 36 16,2 24-102,-1-3 1,-1 6-617,-2-9 0,-1 2 0,-1 1 606,-3 11 1,-2 2 0,-1-1-14,1-8 1,0-1 0,-3 5-75,-1-4 1,-3 5 0,0 2-1,-1 0 1,2-5-172,1-2 1,1-2 0,-1-1-1,0 3-723,0 3 0,-2 3 1,1 1-1,0-1 0,3-3-1113,1-2 0,2-2 0,0-1 0,2-3 2006,0 5 0,1-2 0,1-5 0,2 0 1,1-6-1,1 0 0</inkml:trace>
  <inkml:trace contextRef="#ctx0" brushRef="#br0" timeOffset="11374">14854 2281 17910,'-12'-49'1564,"0"-1"1,-1 5 0,-5 7-977,-23 4-257,-10 17-175,-8 21-835,26 6 0,0 7 740,-4 8 1,0 7-11,-3 8 0,2 6-298,11-12 0,1 2 1,2 2 261,2 2 0,0 1 0,4 1-3,2-1 1,2 1 0,3 0-1,-1 20 1,7-2-8,8-4 1,6-2-32,4-7 0,6-4 139,3-7 1,5-5-44,1-8 1,2-4 69,1-7 1,-1-5 61,16-5 407,10-27-318,-28-5 84,2-16-103,-25 5-179,-12 11-24,-38-4-112,-11 21-1,12 4 0,-4 3-35,0 7 1,0 5-425,-4 1 0,0 3 504,-7 7 1,4 2-1,23-9 1,3 0-1,-26 13 1</inkml:trace>
  <inkml:trace contextRef="#ctx0" brushRef="#br0" timeOffset="13920">4064 4633 20605,'0'-8'2048,"0"1"-693,3-56-688,0 39-610,-1-13 1,0 6-322,1 26 537,-1 9-372,6 19 4,4 13 13,4 21-375,-8-22 0,-2 2 429,0 6 0,-3 1-23,-4 5 1,-5 2-5,-3 4 1,-4 0-130,-6-1 0,-4-1-251,-4-4 1,-4-5 525,-1-7 0,-3-4 73,0-9 0,-2-5 49,3-7 1,0-4 220,-25-12-120,12-15-128,13-16-92,8-6-53,9 1 61,3 4 373,7 16-762,3 6 926,3 13-904,0 13 306,1 12 60,4 19-9,5 9-38,10 2-28,10-6-15,-3-26 1,1-3 24,13 4 48,-8-14 0,0-4-23,16-9-370,-3-8 0,1-2-363,11-4-3762,-13-1 0,-3 1 4486,-9 5 0,-6 2 1,-14 7-1</inkml:trace>
  <inkml:trace contextRef="#ctx0" brushRef="#br0" timeOffset="14400">3704 6322 19458,'-2'-56'1193,"0"-1"0,-2 7 0,-3 10-1075,-6 25 516,-11 12-589,-8 37-17,-4 14-166,17-19 0,0 4 135,-3 17 0,4 1 3,1 3 0,5 5 0,4-2-5,11-13 21,10-3 1,6-4 0,7-15 116,4-7 1,5-5-36,-1-16 0,0-7-25,0-1 0,-1-3-37,0-2 1,-4-5 125,-4-14 1,-6-1-46,-2-4 43,-5 2-1,-4-4-1561,-12 8 1,-3 1 1496,-4-24-25,-3 21 0,-8 3-122,-5 16 1,-2 4 68,-19-12-15,-9 23 1,-3 11-20,27 3 1,2 5-665,-24 13 0,3 6 681,27-2 0,5 1 0,-11 14 0,24-13 0</inkml:trace>
  <inkml:trace contextRef="#ctx0" brushRef="#br0" timeOffset="15214">14672 4172 19529,'3'-55'1538,"0"0"1,-1-2-1,-2 10-1051,-3 25-492,-2-2-186,1 25 135,1 19 56,-1 5 3,1 12 0,-2 6 5,0-6 1,-1 2-597,-4 21 1,-1 3 472,-3-6 1,-2-1-91,-2 0 1,-2 0-15,-3-4 1,-1-3 100,-1-5 1,-1-4 114,-1-7 0,0-5 48,-17 7-70,9-22 1,-1-7 203,-14-14-73,-9-2 20,32-7 0,3-4 177,-4-16-197,1 1-5,14 7 44,9 16 887,3 7-1072,1 0 300,15 21-271,4 6 17,15 16 22,-6-7 39,20 11 62,-10-19 61,20 2-16,-4-19-90,-9-8 8,-7-7 1,0-2-15,15-10-64,-16 5 0,-1 0-59,9-9-369,-16 7-320,-14 9-6614,-12 10 7348,-7 8 0,0-2 0,-1 1 0</inkml:trace>
  <inkml:trace contextRef="#ctx0" brushRef="#br0" timeOffset="15847">14786 5573 22021,'5'-46'842,"-1"0"0,-1 4 0,-5 7-506,-11 11-196,-7 9-95,-19 9-4285,9 8 4257,-28 12 621,7 8-630,19-8 0,-2 1 3,1 0 1,0 0 16,-26 9-9,13-9 54,11-8 23,12-5-35,8-3 3234,7 1-3278,4 0 338,3 3-355,1 6 51,0 7-40,1 11-11,2 6 0,0-5 11,1 17 0,-3-13 1,1 11 16,-5-13 33,-1-5 62,-3-7 79,-1-6 28,0-6-74,1-9-49,1-7-68,2-3 17,5-21-28,9 6-11,7-15-6,11 10 6,4 6-23,4 11 12,4 7-6,-7 8-17,28 15 11,-16 5-11,-13-3 1,-1 3-1,10 22 23,-17 9-281,-20 9 258,-12-26 0,-6 0-42,-6 2 1,-6-1-556,-7 0 1,-4-2 218,-3-3 0,-2-2-358,-1-4 0,0-4-1143,3-5 0,1-5 1896,3-7 0,2-2 0,-2-1 0,10-9 0</inkml:trace>
  <inkml:trace contextRef="#ctx0" brushRef="#br0" timeOffset="16075">14789 5349 18296,'4'-4'4941,"0"1"-3832,-4 3-398,62-40-5654,-28 22 5027,3-4 0,-2 1 1577,-8 10-1538,-17 8 787,-1 0-916,-5 5-453,-6 18-813,-4-1 1272,-8 20 0,5-23 0,0 1 0</inkml:trace>
  <inkml:trace contextRef="#ctx0" brushRef="#br0" timeOffset="20970">6988 8584 18336,'-3'-59'1447,"-1"0"0,0 6 1,-7 11-989,-21 22-213,-13 18-61,-15 23-1096,25 0 0,-2 5 1009,-4 9 0,0 5-443,13-9 1,1 3 0,2 0 359,0 3 0,2 1 0,3 0-7,-4 20 1,6 1 40,9-5 0,7-1-47,10-6 1,9-3 28,7-7 0,8-5-6,7-6 0,6-6 6,4-6 0,2-7-6,0-7 0,-1-5 6,-5-5 0,-3-5-103,-7-4 0,-6-5 111,-8-1 1,-6-4-7,-6-2 1,-6-3-12,-7-2 1,-6-1 19,-3-5 0,-4 0 19,-5-1 1,-4 0 51,-2 2 1,-2 1-61,0 5 0,-3 2 0,1 8 1,-1 3 647,0 6 1,1 4-657,-29 4-45,8 22-6,6 20-46,26-8 1,4 4 19,1 6 1,5 2-173,2 4 0,6 1-711,7 3 1,7 0-2710,8 0 1,5-2 3623,4-5 0,0-4 0,14 9 0,-15-21 0</inkml:trace>
  <inkml:trace contextRef="#ctx0" brushRef="#br0" timeOffset="21181">7947 8480 20571,'-14'-44'801,"0"0"0,2 6 0,-1 9 580,2 19-1173,3 21 323,6 18-503,8 26-20,-1-16 1,1 2-599,4 8 0,0 3 475,1 6 1,-1 3-333,-2-17 1,-1 1 0,0-1-512,1 10 0,0 0 958,-2-6 0,0 3 0,0-9 0,0 7 0,-3-14 0,1 0 0</inkml:trace>
  <inkml:trace contextRef="#ctx0" brushRef="#br0" timeOffset="21372">7562 8950 15913,'16'-47'190,"0"0"1,6 2-1,7 9 562,15 17 1,5 8-767,7-2 0,1 2-59,-15 4 0,0 1 1,0 1-294,2 0 0,0 2 0,0 0-2911,0 0 0,-1 1 0,-2 1 3001,5-1 1,-5 1 0,16 1-1,-42 0 1</inkml:trace>
  <inkml:trace contextRef="#ctx0" brushRef="#br0" timeOffset="22987">10380 7875 19440,'-2'-32'909,"1"-1"1,-1-20-249,3 53-402,0 1 424,-5 3-347,-4 5-101,-9 8-11,-7 11-6,-5 12-5,-3 13-427,6-3 323,11-15 1,1 5-566,-1 9 1,2 3 494,1 4 1,0 2-27,5-11 0,-1 1 0,3-2-8,0 1 1,3-1-27,3-3 1,2 1-1,3-3-91,4 0 0,7-2-1192,13 4 0,10 1 0,3-6 1304,-3-15 0,2-6 0,-1 0 0,8 9 0,-4-5 0,7-14 0</inkml:trace>
  <inkml:trace contextRef="#ctx0" brushRef="#br0" timeOffset="23580">11526 7944 17725,'0'-3'3702,"0"0"-1578,0 3-2057,-21-26-22,3 29 11,-28-14 0,4 35-12,-12 2-311,-3-4 351,-2-5 51,6-8 33,8-4 39,13-4-22,14-1-96,10 0-49,6 0-24,2 1 52,1 9 16,1 4 16,1 14 369,-3 7-351,-9 10-28,-5 7-29,-8 2 12,0-1 0,3-5-11,5-12 5,7-10 146,3-14 235,4-8-336,2-21-40,3-1-38,3-17 0,8 4-6,5 1 0,11 3-12,9 6-10,10 6-401,9 8 389,-26 8 0,1 3-5,1 2 0,0 2 5,1 5 1,-3 2-4,-4 2 1,-4 3-96,6 25 110,-31 5-6,-27 4-28,4-26 0,-5-1-406,-3-1 1,-2-1-13,-2-2 1,0-2-989,1-3 1,0-2 1403,2-5 1,2-2 0,-4 1 0,10-7 0</inkml:trace>
  <inkml:trace contextRef="#ctx0" brushRef="#br0" timeOffset="23830">11938 8174 25746,'46'-17'7,"-1"0"1,-1 0 0,-1 2-1305,2 5 0,-2 1-7653,15-4 7817,-19 5 1,-5 2 0,-14 2 0,-9 2 0</inkml:trace>
  <inkml:trace contextRef="#ctx0" brushRef="#br0" timeOffset="24364">13073 7940 19423,'0'-6'4055,"0"2"-2370,0 4-1617,-16-27-40,6 32 22,-19 0-16,15 31 5,-1 5 1,1 4-35,5-12 1,1 1 16,0 21 1,2 0-7,7 6 1,8-24 0,7-3-6,26-4 0,-12-15 1,3-3 7,11-8 1,0-6 5,-8-5 0,-2-4 22,4-6 1,-6-4-8,0-17 44,-10-19-432,-16 1 401,-7 19 0,-2-2 0,-5 2 1,-3 0 13,-6 2 0,-4 3 31,-4 4 0,-5 4-20,-4 4 1,-3 4-9,-1 4 0,-1 4-31,3 2 0,1 4-39,-19 6-11,23 16-34,18-1-431,21 19-1720,15-5 2196,-1-9 0,1-1 0,3 4 0,3-4 0</inkml:trace>
  <inkml:trace contextRef="#ctx0" brushRef="#br0" timeOffset="24597">13519 7555 24514,'-12'-42'758,"0"0"0,0 4 0,6 11-680,8 22 1,23 34-29,12 20-786,-5-6 1,2 8 716,-5-1 1,1 6-1,-2-1-409,-2-2 0,-1 0 1,0 4 271,-8-10 0,1 5 0,0 1 1,-2-1-1,-3-5-31,2 4 1,-3-4-1,-3 4-599,-3 6 1,-3 4-1,-3 0 1,-4-8-2237,-10 6 0,-6-4 3022,5-8 0,-1 2 0,-1-7 0,-1-10 0,0-7 0,-4 0 0</inkml:trace>
  <inkml:trace contextRef="#ctx0" brushRef="#br0" timeOffset="24917">10797 9535 20828,'-48'9'826,"-1"0"1,-3-6-396,86-15 0,26-6-336,-18 6 0,2-2 1,4 1-1073,3-1 1,4 0 0,1 1 0,-2 0 989,3-1 0,-1 2 0,5-1-7,-12 4 1,4 0-1,2-1 1,2 1 0,-2 0-1,-2 1-4,-1 0 0,-2 1 1,-1 1-1,1-1 0,1 0-268,8-1 1,1-1 0,2 1 0,0 0 0,2 0 167,-5 2 0,4 0 0,0 0 0,-1 1 0,-2 1 0,-4-1-338,5 1 1,-4 1-1,-1 1 1,3-1-1196,2-1 0,4 1 0,1 0 0,-3 0 0,-7 1 1494,6 2 0,-7 1 0,-5 0 0,-1-1 0,-9 1 0,-4 3 0</inkml:trace>
  <inkml:trace contextRef="#ctx0" brushRef="#br0" timeOffset="25280">11978 9892 20509,'-5'-1'2739,"2"0"-2302,3 1 179,5-77-129,25 28-426,-13-1 1,5 2-503,9 22 1,6 9 448,-1 5 1,1 4 7,24-3 4,-16 15 0,-1 7-32,7 15 9,-17-3 1,-6 5-4,-15 3 1,-8 3-9,-10 5 0,-7 1 8,0-6 0,-6 0 19,-9 3 0,-7 1 1,3-4-12,4-7 1,0 0 4,-9 7 1,-5 3 0,5-5 31,-9 5 150,16-13 1,7-6-112,18-14-16,32-22-51,10-4-703,14-6 1,8-2 671,-9 7 1,5-1-586,-15 7 0,4-2 0,1 0 0,0 1-352,2 1 1,-1 1 0,1 0-1,0 0 723,14-4 1,-1 1 0,-4 1 0,7-1-1,-7 2 1,-21 7 0,0-1 0</inkml:trace>
  <inkml:trace contextRef="#ctx0" brushRef="#br0" timeOffset="25839">15056 8795 23198,'44'-26'29,"0"0"0,0 0 0,1 3 0,0 1 0,0 5-60,12 9 1,0 6-1263,4 1 0,0 4 1108,-3 2 0,-3 5-103,-11 3 0,-6 2 630,7 13-1440,-64 25 1022,-8-32 1,-9-3-252,1 2 1,-5 1 0,1-2 385,-10 1 0,-4-2 179,1 0 1,-5 0 0,6-1-399,11-5 0,0 1 431,-4 1 0,-3 1 0,5-2 1397,-19 5-1410,16-5-51,36-9-84,43-15-854,-3 3 1,3-1 749,9-3 1,2-1-3,5-1 0,1-1 24,-1 0 0,-1-2-16,-4 0 0,-3-3-64,-7-1 1,-5-3 68,-7-1 1,-6-4 0,-7-2 0,-8-2 53,-14-10 0,-7 2 1260,5 12 1,-3 1-1155,-16-10 1,-3 4 319,-12 1 794,-3-2-929,16 12 143,17 11-445,11 7-12,14 6-27,11 10 488,20 13-528,-11-3 1,1 3-7,7 7 1,0 3-681,4 7 1,-1 3 232,-2 5 0,-3 2-74,-8-10 1,-4 3 532,-5 16 0,-6-5 0,-4-13 0,-5 17 0</inkml:trace>
  <inkml:trace contextRef="#ctx0" brushRef="#br0" timeOffset="27287">17948 8146 14275,'16'-25'-666,"-3"5"649,-13 23-1322,-11 11 276,2-2 0,-4 3 0,7-10 0</inkml:trace>
  <inkml:trace contextRef="#ctx0" brushRef="#br0" timeOffset="28997">17915 8276 24435,'-10'-37'252,"2"7"-212,4 35-7,0 0 51,-15 15-39,0-4-23,-5 3 51,-3-4 22,5-8 157,-7-5-21,9-10-69,4-12-56,13-16-33,15-14-39,3 6-20,8 12 0,5 2-3,3 3-11,7 6 0,4 5 11,9 11-14,-14 6 1,0 4-21,21 19 12,-16 4-6,-18 1 0,-6 5-5,-13 22-148,-1-22 0,-9 2 153,-23 7 0,-15 2 1,-2-2-1083,10-9 0,-2-3 1,-1 1 1098,0 0 0,-1 3 0,-2-1 0,2-2 5,-11 6 1,1-3-1,3-3-700,-7 1 1,2-5 699,2 2 1,0-6-136,1-14 1,6-8 157,10-11 189,1-28-189,63-17-14,-11 27 0,4 0 909,12-4 1,5 4-922,-2 8 1,3 6 5,2 3 1,0 3-18,-8 2 1,1 3-37,4 3 0,4 2 1,-2 1-180,6 3 0,-1 1-299,-3 1 0,4 2 0,-4 2-2543,10 7 0,-6 3 3066,-8-1 0,-5-1 0,7 8 0,-23-12 0</inkml:trace>
  <inkml:trace contextRef="#ctx0" brushRef="#br0" timeOffset="29237">17352 9250 19860,'-41'1'1613,"0"1"0,-6-9-1440,89-17-131,-5 7 0,6 0-1368,11-2 0,3 1 1303,-13 5 1,2 1 0,0 0-381,4 1 1,0 0 0,-1 1 278,10-3 1,3 3-689,-4 3 0,4 1 0,-4 2-3965,-2 2 1,-2 1 4776,-8 2 0,2-1 0,-8 2 0,7 0 0,-34 0 0</inkml:trace>
  <inkml:trace contextRef="#ctx0" brushRef="#br0" timeOffset="29453">17275 9531 24643,'40'-18'165,"-1"0"1,1 0 0,1 1 0,1 0 0,1 1-127,2 2 0,1 1 1,1 0-1043,1 1 0,1 0 0,0 0 1003,1 1 0,0 1 0,0 0-8,-1 1 1,0 1-1,-2 0-59,-2 1 0,-2 1 0,-1-1-692,13-1 0,-4 0 267,-10 1 1,-6 0-1,4-1 1,-19 2-1</inkml:trace>
  <inkml:trace contextRef="#ctx0" brushRef="#br0" timeOffset="39091">4921 12445 18022,'-35'-20'2344,"-1"-1"1,1 4-1763,-20-5 0,-3 5-150,1 17-281,16 2 0,-1 3-231,10 4 1,2 2 180,-21 19-1692,28-7 0,3 1 1596,-2 11 12,7 20-23,26-18 6,13 9-210,23-4 207,-16-22 1,2-2 2,6 0 0,1 0 0,3-1 0,1-1-6,-1 0 0,-1-1-2,-5 0 0,-4 0 2,11 12 179,-37 2-156,-38 3-12,0-14 1,-5-2 1319,-10 2 1,-2-1-1326,-7-1 0,-1-2-550,-1-2 1,0-4 546,4-2 1,2-4-63,9-4 1,4-3-478,-13-8-2309,28-5 2851,30 2 0,-2 9 0,9 1 0</inkml:trace>
  <inkml:trace contextRef="#ctx0" brushRef="#br0" timeOffset="39354">5731 12481 22851,'-22'-41'1026,"0"0"1,0 2 0,5 5-668,11 17-214,0 3-100,8 8-11,7 18-1,10 17-10,5 26-32,-12-16 1,-1 3-715,-2-6 1,-2 4 243,-4 4 0,-2 7 0,-1 0 0,0-5-608,-1 3 1,-2 1 1086,0 4 0,-1 9 0,0-2 0,-1-13 0,-1 8 0,0-15 0,0-1 0</inkml:trace>
  <inkml:trace contextRef="#ctx0" brushRef="#br0" timeOffset="40348">5461 12953 21276,'-23'-47'414,"0"0"1,7 5 0,14 6-376,35 19 1,10 9-32,-14-1 0,4 2 14,19-2 1,8 1 0,-4 1-1222,-6 1 1,-1-1 1187,4 1 0,5-1 0,-5 0-15,2-2 1,-4-1 3,-2 0 0,-1 0 74,-4-1 1,-3-1-37,-6 0 1,-5 0 580,10-11-485,-25-1 252,-31-1-157,-1 9 1522,-24 0-1236,8 13 374,-9 4-671,2 11-90,2 10-33,4 10-22,6 10-46,8 6 6,9 0 29,16-2-18,22-5-16,-2-17 16,24-6-22,-12-19 39,8-11 12,-3-11 84,-5-21 21,-14 1-83,-8 1 106,-12 6 45,-6 13 40,-2-2-35,-4 8-173,0 9-61,1 10 38,3 12-5,3 12-22,3 12 11,7 22-12,1-16 0,0-11 1,3 0-11,12 6-18,10 6 18,15-9 10,-16-18 18,20-18-18,-33-10 12,15-20 22,-19-5-27,-1-17-7,-7-7-8,-5 22 1,-1 0-389,0-12 430,0-10 6,0 30 16,6-5-61,-1 12 45,13 3 11,2 11-56,13 4-11,5 13 11,2 12-39,-4 14 44,-19-6 1,-2 0-6,4 13 5,-10-10 1,-1 0-11,2 10 412,11 14-407,-1-18 0,10-8-5,-7-20 5,13-14-12,1-15 18,-7-4 0,-1-5 2,-3-1 0,-3-3-388,4-9 0,-4-3 388,-7 3 0,-4 0 0,-5 8 1,-1 0 36,1-29 11,-14 19 0,-3-1 0,0 13 0,0-1-183,-5-17 1,-2 0 272,-7-6-57,7 18 90,4 10 658,8 18-820,0 5 50,6 31-67,5 16 0,2 14-17,0-16 0,2 2-150,0-3 0,2 3 109,3 3 0,2 4 0,0-2-32,0 3 1,3 2-270,-4-11 1,3 5 0,0-1 0,-2-4-1960,2 4 0,-1-2-917,5 11 0,-2-3 3235,-1 5 0,-16-40 0,-3-2 0</inkml:trace>
  <inkml:trace contextRef="#ctx0" brushRef="#br0" timeOffset="40547">7186 12621 25158,'35'-28'77,"1"-1"0,-1 1 0,16-11 0,0 9-136,-12 20 0,-2 6-170,23-3-3911,-21 4 1,-2 2 4139,0 2 0,4-2 0,-29 3 0</inkml:trace>
  <inkml:trace contextRef="#ctx0" brushRef="#br0" timeOffset="42430">8618 12526 20537,'16'-14'1226,"21"1"-1142,4 10 0,6 1-1113,7-2 0,3 0 1044,-15 0 0,1-1 0,1 0-275,2 0 0,2-1 0,-1 0 265,2 0 1,0-1 0,0 1-228,1-1 1,0 0-1,0-1 231,-1 1 1,-1 0-1,0 1-11,-3-1 0,0 0 1,-2 1-216,14-2 1,-3 1 255,-13 1 1,-4 1 890,9-3-801,-29 3 958,-26-2-986,-16-3 1617,-14-3-1584,-6-4 107,-3-1 100,2-3 46,3-1-46,6-3-189,11 4 1000,-6-11-900,14 13-33,-7-6-73,11 13-96,6 5-39,3 5-22,8 5 56,20 12 0,13 8-48,-7-5 0,3 1-228,2 1 0,0 0 231,3 2 0,1 0-9,-2 1 1,-1 2-9,-3 0 1,-2 2-66,-6 0 1,-4 2-236,-5 0 1,-5 1-1840,-12 32 2156,-9-28 0,-2-3 0,-5 4 0,-2-4 0</inkml:trace>
  <inkml:trace contextRef="#ctx0" brushRef="#br0" timeOffset="43354">11004 12456 21427,'-9'-57'1152,"-1"0"0,2 7 0,0 8-709,3 12-263,1 15-158,2 8 40,7 23-29,3 9-16,6 25 5,1 10-268,-9-26 0,0 2 237,-2 2 1,-2 1 13,-2 0 1,-3-1-1,-1-3 1,-2 0-1601,-5-2 1,-1-3 1627,-6 6 68,-5-10 0,13-30-39,2-15-29,5-17 18,9-18-23,0 22 0,1-2 67,4-1 1,1-1-85,3 0 0,1 2 1663,1 3 1,0 2-1653,18-16-11,-1 16 1,-1 14-12,-6 9-12,19 13 1,-6 15 0,0 1 17,-3 19-12,-19-8 0,0 10 261,-7-4-278,-5-7 35,-5-10 16,-1-11-23,0-7 34,0-17-27,1-7-1,6-15 0,6-5 11,9-1 1,6 3-23,2 7 0,3 10-11,9 10 5,-13 9 6,13 9 0,-23 2 17,21 16-12,-11-5-5,13 11 12,-6-8-18,0-5-11,-1-9 17,-4-9 0,-3-12 6,0-17-1,-11 4 29,1-16 0,-10 12 27,0-5 40,-1 5-17,-2 6-11,0 9-12,0 6-21,2 7 38,3 10 0,2 10-5,0 11-11,3 18-57,-3-2-270,1-1 91,1-1-559,6-9-9098,22 11 8263,-14-18 1,3-7-1,-24-19 1</inkml:trace>
  <inkml:trace contextRef="#ctx0" brushRef="#br0" timeOffset="43547">12419 12043 20140,'-4'-5'3741,"0"1"-3405,4 4-543,0 0-644,-23 9-2745,31 23 3596,-9 20 0,19-13 0,1-3 0</inkml:trace>
  <inkml:trace contextRef="#ctx0" brushRef="#br0" timeOffset="43955">13041 12330 24094,'-23'-49'466,"1"-1"1,5 7 0,-4 10-131,-32 20-11,-1 12-185,12 9 0,0 3-95,-15 6-14,19 8 0,6 4-9,11 10-16,-3 8-6,25-5 22,28-7-33,10-8 19,-8-15 1,2-4-114,-1-10 1,0-4 112,0-4 1,-3-2 13,16-17 31,-23-3 0,-5-3 3,-5-8-533,-6-17 0,-4-6 589,-4 19 0,-2 0-15,1 2 0,0-4 0,0 4-16,-1 0 1,0 2 203,-1-10 1,1 5-96,0 10 71,-3-10-216,5 41-17,1 15-28,-1 3-34,-2 43 23,1-14-69,1-2 1,0 8 0,-1-2-87,2 10 1,0-1 34,0-11 1,-1 2-1,2 0-424,0 3 1,1 0 0,1 1-2723,2 0 0,1 1 0,0-2 2412,-1 8 1,1-2 0,3 1 0,-2-11 0,-3-26-1</inkml:trace>
  <inkml:trace contextRef="#ctx0" brushRef="#br0" timeOffset="44587">4033 13733 6754,'-50'2'586,"-1"0"1,1-1 0,-4 1 0,2 0 104,-1-2 1,9 0 1492,20-4-1948,22-3 5,29-1 268,24 1 1,9 1-554,-4 1 1,4 1 279,-14 0 1,3 1-1,3-1 1,-1 1-354,2 0 1,0 0 0,1 1 0,2-1 211,-6 1 0,1 0 1,1 0-1,1-1 0,0 1-257,6-1 0,1 1 0,1-1 1,1 0-1,0 0 218,-5 0 0,0 0 0,1 0 0,0 1 0,2-1 0,-1-1-213,-4 1 1,0 0 0,1 0 0,0 0 0,1 0 0,0-1 0,1 1 196,3-1 0,1 0 0,0 0 0,1 0 0,0 0 0,1 0 0,0 0-66,-5 0 1,2 0 0,0 0 0,1 0 0,-1-1 0,0 1 0,-2 0 0,0 0 50,-2 0 1,-1 0 0,-2 0-1,0 1 1,2-1-1,1-1 1,5 1 6,-9 0 1,3 0 0,3 0 0,1 0 0,2 0 0,0 0 0,0-1 0,-1 1 0,-1 0 0,-1 0 0,-3 0 16,7 0 0,-2 0 0,-2 0 0,-1 0 0,1 1 0,0-1 0,3 0 0,3-1-20,-10 2 0,3-1 1,1 0-1,1 0 1,2 0-1,0 0 0,0 0 1,1 0-1,-2 0 1,0-1-1,-1 2 0,-2-1 4,5 0 0,-2 0 0,0 0 0,-1 0 0,0 0 0,-1 0 0,1 0 1,-1 0-1,1 0 0,0 0-2,0 0 1,0 0 0,0 0 0,0 0 0,0 0 0,1 0 0,-1 0 0,0 0 0,0-1 0,0 1 4,-1 0 0,0 0 1,1 0-1,-1-1 1,0 1-1,0 0 1,0 0-1,0-1 1,0 1-1,0 0 4,-1 0 1,0-1 0,0 1 0,0 0 0,0 0 0,0-1 0,-1 1 0,1 0 0,-1-1 0,0 1 1,5-1 0,0 1 1,0-1-1,-1 0 0,1 0 1,-1 1-1,0-1 0,0 0 1,-1 1-10,-1-1 1,-1 1-1,1-1 1,-1 0 0,0 1-1,-1-1 1,1 1-1,-1 0 1,0-1-14,3 0 0,1 0 1,0 1-1,-1-1 0,-1 0 1,1 0-1,-2 1 0,1-1-8,3 0 0,0 0 0,0 0 0,-1 0 0,0 1 0,-1-1 0,-1 0-8,3 0 1,0 0 0,-1 0 0,0 1 0,-2-1 0,-2 0 17,3 0 0,0 0 1,-2 0-1,-2 0 0,-3 0-668,0 1 1,-1-1 0,-4 0 0,-3 0 645,16-2 0,-9 1 0,-2-1 0,-38 4 0</inkml:trace>
  <inkml:trace contextRef="#ctx0" brushRef="#br0" timeOffset="49388">3424 2299 26099,'19'-41'996,"1"0"0,-2 2 1,-6 12-825,-11 24-1271,-1 2 3,-5 11 1640,-3 4-243,-2 13-253,0 0-202,5 0-395,3-4-69,2-9 493,0-1 407,1-10 549,-1 1-1627,2-11 587,0-3 63,1-4 279,4-7 357,6-5 453,5-4 185,10-8 465,-4 13-40,23-17-1100,-5 12-453,-9 8 0,2-1 0,-3 4 0,0 0 0,3 0 0,1 0 0,2-1 0,1 1 0,2 1 0,1 0 0,3 2 0,1 0 0,1 3 0,1 0 0,1 2 0,1 2 0,1 1 0,1 2 0,2 0 0,1 1 0,2 1 0,1 1 0,1 1 0,-1 0 0,-11 0 0,0 1 0,-1 0 0,4 0 0,-3 0 0,5 1 0,0 0 0,-2-1 0,3-1 0,-2 1 0,13-1 0,-2 0 0,0-1 0,-1-1 0,0-1 0,-2 0 0,-15 1 0,1-1 0,-3 0 0,4-1 0,-4 0 0,4 0 0,0-1 0,-3 1 0,4-1 0,-2 0 0,12-1 0,-1-1 0,1 1 0,-1-1 0,0 0 0,0 0 0,-3 0 0,0 0 0,-2-1 0,-1 1 0,-3 0 0,1 0 0,-2 0 0,1-1 0,-1 0 0,0 1 0,1-1 0,0 0 0,2 0 0,-1 1 0,-11 2 0,1 0 0,18-2 0,0 1 0,-19 3 0,0 1 0,15-3 0,-1 2 0,7 0 0,-23 2 0,-1 1 0,8 0 0,13-1 0,-16 1 0,-7-1 0,-8 1 0,-7 1 0,-8 0 0,-6 1 0,-2 0 0,1 1 0,0 0 0,11 8 0,1 2-624,9 11-1151,-3 5-165,-1 10 323,-7 11 480,-7 13-1254,-7-22 1,-3 2 2490,-4 13 0,-1-1 0,-2 7 1,4-29-1,0 0 0</inkml:trace>
  <inkml:trace contextRef="#ctx0" brushRef="#br0" timeOffset="52229">15093 12114 21315,'51'-11'73,"0"0"0,0 0 0,9-3 0,3 2-77,-3 7 0,5 4 0,-3-1-1887,-16-1 1,-4 1 0,4-1 1880,15-1 1,4-1 0,-4 0-1,-16 1 1,-2-1 0,-3 0 359,11-3 1,-4 1-340,13-5 984,-29-3-972,-45 3 10,-27-7-260,6 10 1,-5-1 284,-4-1 1,-2-1 56,-11-3 0,1 0-56,18 5 0,1 0 109,-8-3 0,3 2 2957,4 4-2985,1 1 753,17 9-870,11 2 50,5 18-51,5-8 882,7 19-854,9-3-22,2-2-17,0-2 51,-4-11 95,-11-10 72,2 0-106,-6-7-89,0-4-185,0-3-779,0-4-4946,3 2 5876,2 1 0,-1 4 0,0 3 0</inkml:trace>
  <inkml:trace contextRef="#ctx0" brushRef="#br0" timeOffset="52695">15154 12504 19255,'-3'0'2217,"0"0"-1376,3 0-684,68-40-138,-37 29 1,3 1-695,7-7 0,7-3 0,-2 3 678,14 3 0,-2 2 0,3-1 0,0 0-6,-4 0 0,-3-2 0,-5 0 0,-4-1 241,-14 5 1,-2-3-239,0-10 0,-7-4 28,-5-15-174,-7 10 1,-4-2 217,-16-25 20,2 30 1,-3-1 69,-2 1 1,-2-1 108,0 3 1,-1 0 350,-15-22-90,4 10-56,6 10 1403,6 13-1756,7 8 68,4 6-91,3 5 421,2 9-398,6 11-39,8 14-28,13 15-447,-9-19 0,3 1 396,4 7 1,3 1-526,3 4 1,1 1 508,1 2 0,-2 1-93,-2 0 1,-5 0-303,-6-2 0,-9 0-636,-11-3 0,-10-1-2621,-10 0 0,-8-4 3663,-3-5 0,-2-4 0,-15 8 0,19-18 0</inkml:trace>
  <inkml:trace contextRef="#ctx0" brushRef="#br0" timeOffset="53172">17344 12084 16205,'6'-51'1059,"1"0"1,0 0-1,-1-1 1,2-9-1,0 0 1,-1 4-596,3-6 1,0 5-2431,0 9 0,1 5 2112,3-5 1435,6 14-1503,-6 36 915,4 21-897,1 28-63,-10-10 1,-2 5-336,-1 10 0,-4 3 311,-3-13 0,-2 1 1,-2 1 449,-1 3 1,-2 0 0,-1 1-513,-1 2 1,-2 0 0,1-1-112,2-1 0,0 0 0,1-3-309,-2 8 1,6-1-805,15 7 0,10-6-1093,0-27 1,4-5 2369,18 8 0,1-6 0,0-10 0,-2-15 0</inkml:trace>
  <inkml:trace contextRef="#ctx0" brushRef="#br0" timeOffset="53538">17896 12315 18425,'-26'-45'1704,"0"-1"1,4 5 0,2 8-1066,5 17-449,8 8-83,7 8-23,10 9-23,9 6 1,11 6-17,9 0-6,5-4 0,3-6 51,2-12-40,-18-4 34,-2-15-11,-22-3 5,-1-10 1,-12-2 151,-8-1-118,0 13 140,-11 2-45,5 16-67,-8 6-22,-2 11-6,-7 35-96,13-1-13,10-11 0,4 2-271,6 22 212,15 1-162,5-23 0,3-3-141,14 13-437,-2-17 1,6-5-1524,-3-13 1,1-4 2221,4 2 1,0-2-1,15-1 1,-22-7 0</inkml:trace>
  <inkml:trace contextRef="#ctx0" brushRef="#br0" timeOffset="54129">18779 11987 18722,'-21'-43'1984,"1"-1"1,-1-1 0,0 8-1155,1 10-371,-3 4-263,6 15-90,5 21-11,2 21-67,5-4 0,1 3-850,0 12 1,0 2 826,0 12 1,1 3-16,1-16 1,-1 2 0,0 3-46,0-1 1,-2 4-1,1 0 1,0-4-29,-1 1 1,1-4 0,-2 4-189,0 2 1,-2 4 0,-1-1 0,0-4-526,-2-3 1,-1-4 0,-2 1-1246,-2 8 0,-2 1 1,-2-2-783,2-7 0,-2-2 0,-1-4 2450,-11 7 1,-1-10 3968,-10-11-2157,11-30 1043,25-55-1527,9 25 0,4-4-790,2-6 0,3-5 0,2 0 160,0 4 0,1 1 0,2-1 22,4-10 0,1 0 1,0 3-107,1 2 0,0 2-165,2-1 0,1 4 72,-7 15 1,0 3 391,5-5 1,2 2-538,1 5 0,2 3-6,15-2 0,2 3-5,-13 7 0,1 0-15,21-4 1,2 0-346,-15 5 0,0-1 359,10-4 1,2-2 16,-4-3 1,-3-2 2,-3-2 0,-3-3 25,-6-1 1,-5-2 603,-6 1 0,-3-2-486,-7 2 0,-4-1 473,0-28 174,-11-1-334,1 22 1,0-1-236,0 3 1,1 1-1186,2-11 0,2 2 1093,4-16-23,-1 25 1,1-1 441,5-21-380,-4 10 508,-2 15-687,-9 32 201,-10 26-157,-2 11 1,-1 4 1228,3-8 0,-1 4-1260,-4 19 0,-1 10 0,0 1-684,6-17 1,1 1 0,1 0-1,-1 2 647,-1 5 0,-1 3 1,1 0-1,2 2-62,2-8 1,2 3 0,0 0 0,1-3 0,1-5-10,0 2 0,2-4 0,5 1-525,6 16 0,6 3 0,1-12-128,-2-21 1,3-3 747,17 21 0,-1-6 0,-12-23 0,8 1 0</inkml:trace>
  <inkml:trace contextRef="#ctx0" brushRef="#br0" timeOffset="54296">19123 12136 22071,'42'-45'265,"0"0"1,5 4-1,1 10-475,-11 20 0,3 6-734,21 0 1,-4 3 0,-14 0 0,-11 2-1,0 0 1</inkml:trace>
  <inkml:trace contextRef="#ctx0" brushRef="#br0" timeOffset="56078">4658 14939 23293,'-12'-38'395,"0"-1"0,-4-18-373,26 75-16,0 2-1,1 16 1,0 4 11,-3 2 2,0-4 1,-4 3-9,-8-6 0,-3-2-5,-2 9 30,-3-5 1,-2-2 181,1-12 62,-4-2-174,11-22 180,6-30-107,5-9-103,1 6 0,1-2-353,2-1 1,1 0 352,4-5 0,0 2-51,-2 8 0,1 0 50,7-9 1,2 2-62,7-3 0,-8 15 0,0 3 3,8 5 0,-1 16-23,-7 10 6,12 31 34,-17-11-40,1 3 1,-2 5 7,-5 0 1,-3 1-170,1 2 0,-2 0 155,0 7 1,-3-1 23,-1 18 715,-2-17-643,0-20 25,0-21-69,3-22 4,0-4 18,12-39-51,2 11-78,-4 12 0,3 1 69,0 8 1,2 2 14,21-19-17,4 13 11,2 11-5,-10 13-17,18 14 5,-19 11 1,12 16-1,-18 7 12,-9 4-12,-6-1 28,-4-8-16,-2-11 0,7-6 22,0-19-34,10-11 12,5-16 16,3-10 0,0-5 51,-8 3 540,-8 5-439,-6 8-57,-5 10 130,0 5-180,0 10-17,4 4 12,4 8-34,5 8-22,2 7-1,-2-4-33,9 16-145,-8-9-645,8 12-1602,-9-8 2420,-1-2 0,-9-12 0,-2-6 0</inkml:trace>
  <inkml:trace contextRef="#ctx0" brushRef="#br0" timeOffset="56238">5876 14566 15732,'-2'-4'3741,"0"0"-4104,2 4 1,0 0 0</inkml:trace>
  <inkml:trace contextRef="#ctx0" brushRef="#br0" timeOffset="56672">6684 14940 19496,'0'-3'4715,"0"0"-3931,0 3-217,-40-72-164,8 42-277,-2-12 0,-5 3-1058,-22 26 1007,25 12 1,0 4-29,-3 4 1,1 4-31,1 4 0,2 4 2,3 2 1,3 3 177,6 0 1,3 2-198,-3 26-11,20-7 16,22-10-5,22-14-64,-10-16 1,3-6 46,5-5 1,3-5-371,2-5 1,0-4 405,0-6 1,-3-3-9,-3-3 0,-4-4 14,-4-3 1,-6-3-7,-5-5 1,-4-3 2,-5-3 1,-4-2 24,-2 0 1,-4 1 38,-2 6 1,-3 3 22,0 9 1,-3 3 576,-11-9-563,1 20-58,2 15-37,6 16 287,4 15-304,4 26-8,3-13 0,0 3-218,0 11 1,1 2 177,0 9 1,1 3-52,-1-19 0,1 0 1,1 1-233,0 1 1,1-1 0,2 0-801,2-1 0,1-1 0,2-2 1120,4 0 0,2-1 0,-1-5 0,-2-2 0,0-5 0,17 17 0</inkml:trace>
  <inkml:trace contextRef="#ctx0" brushRef="#br0" timeOffset="56891">7323 14665 26990,'-4'37'-230,"4"9"-246,5-5 0,2 3-2292,0 1 0,0-1-1752,-1 0 0,-1-1 4520,-2-6 0,0-4 0,0 9 0,-3-22 0</inkml:trace>
  <inkml:trace contextRef="#ctx0" brushRef="#br0" timeOffset="57075">7161 15029 22761,'-28'-46'877,"1"-1"1,3 6 0,11 5-856,28 10-33,22 8-124,21 11-336,-11 5 1,2 1-227,-14 1 0,1 1-1174,19 1 0,0 1 1719,-13 0 0,-4 1 0,17 1 0,-7-2 0</inkml:trace>
  <inkml:trace contextRef="#ctx0" brushRef="#br0" timeOffset="57255">7929 14615 20005,'0'-6'5254,"0"1"-4285,-13-56-286,9 39-496,-2-13 1,0 4-53,5 24-85,3 12 6,6 28-50,-2-3 2,1 4 1,1 2-414,-2-3 0,-1 1 273,1 11 0,0 5-1225,-3-6 0,0 3 0,-1-2 1357,1 8 0,-2-2 0,0-3 0,0-6 0,-1-6 0</inkml:trace>
  <inkml:trace contextRef="#ctx0" brushRef="#br0" timeOffset="57806">9063 14824 25175,'32'-7'54,"0"0"1,13 1 0,7 1 0,-5 1-469,-9 2 0,2 1 417,16-2 1,9 0 0,-8 0-267,-17-1 0,0 1 259,10-3 0,7 0 1,-6 0 8,-13 1 1,0-2-4,26-3 1,-5-6 24,-9-22-16,-12 6-72,-36-22 95,-33 14-6,6 15 0,-5 0 140,-7-5 0,-1 1-250,8 6 1,1 0 176,2 3 0,4 0 789,0-7-604,16 12 116,8 4-352,10 5 65,15 15-98,1 1 6,19 21-23,-15-7 9,9 15 0,1 6-6,-18-14 1,-1 2-11,0 1 0,2 4 0,-5-1-83,-6 6 1,-7-1-56,-2-8 0,-5 0-743,-6 8 1,-5 1 281,-5-4 0,-1-3 0,-6 16 0,-1-7 0</inkml:trace>
  <inkml:trace contextRef="#ctx0" brushRef="#br0" timeOffset="59005">10813 14709 20688,'-4'8'2426,"1"-1"-1469,3-7-481,0 0-319,66-17 174,-16 6-687,0-1 1,2-1 405,-17 4 1,-2 0 67,23-8-11,-15 2 446,-6-12-402,-24 3-5,-18-24-112,-6 16-1,-16-8 79,-12 7-28,4 14 17,-19-3-62,21 20 101,-17 18-78,18 3-74,-11 16 24,23-7 10,3 20-22,14-20 3,4 4 0,5 2-9,16 5-5,6 9-54,-3-28 1,6-3-784,13 0 0,4-4 489,4 1 1,2-3 121,-8-3 0,2-2 0,-1-1-41,12-5 1,-3-3 473,-12 1 0,-2-4-244,1-7 0,-6-7 323,-5-36-6,0 1-277,-24 20 0,-4 3 199,0-3 374,2-5-194,2 19-58,4-4 957,-1 15-1170,2 8-27,4 12-45,-3 1 398,8 30-387,-13-1-17,3 21-5,-13-18 11,-10 17-22,0-26 44,-3 8 45,7-25-44,6-12-6,11-26-34,5-6 6,4-9 2,-2 7 1,0 0 41,7-10-5,8-15-28,-8 23 6,-3 12-40,-5 11 1,11 15-6,-10 4-29,9 15 1,2 3-299,-1 2 270,4 3 1,4-1-179,18 2 30,-13-16 1,2-2 58,-6-5 0,1-3-521,15-1 1,3-5 276,9-8 1,2-4-70,-21 3 1,0 0 0,1-3 474,6-2 1,0-3 0,-3-2 41,4-5 1,-5-2 0,-12 5 0,-4-2 157,-6-7 0,-7-2 164,-10-8 281,-10-15-286,-17 14 505,-10 7-612,-6 5-72,-7 8-118,6 8 51,-26 9-68,18 12-42,13-2 1,0 4-1,6 7 1,4 2-9,-6 11 1388,7 17-1388,24-13 31,14 6-53,18-6 16,2-14-8,-1-15 0,2-7 31,16-14-158,-15 1 0,-1-6 152,-11-5 0,-3-4 11,-3-6 1,-4-3-4,-1-7 1,-4-2-1637,-3-4 1,-2-2 1655,-1 1 0,-2 1 39,-1 5 1,0 3 145,-1-19-50,-2 26-90,-2 20-45,1 26 236,1 21-208,9 26-65,-1-19 1,1 3 996,5 7 1,2 2-1073,4 7 1,2 2-328,-6-17 1,2 1-1,1 0 400,3 7 0,1 0 0,-1-4 0,-2-5 0,-2-3 0,1-2 0,-1 0 0</inkml:trace>
  <inkml:trace contextRef="#ctx0" brushRef="#br0" timeOffset="59833">15441 14234 22991,'0'-44'339,"-1"1"1,7 2 0,8 7-307,15 18 1,8 7-562,7-2 1,3 3 527,5 0 0,2 3-322,3 1 1,0 3 287,-2 3 1,-2 2-29,-7 1 1,-3 4-15,-10 1 0,-4 3 381,3 16-345,-39 3 35,-34 0 16,5-15 0,-5-2-375,-6 1 1,-2 0 419,-4-2 0,0 1 30,2-1 1,1 0-17,6-1 0,3 0 154,8-2 1,4 0-152,-4 5 730,31-6-736,32-8-56,0-6 0,3-2-258,10-3 0,3 0 249,5-5 1,-1 0 55,-9 3 0,-1-2-25,11-8 1,-4-4 5,-21 5 0,-2-2 14,6-10 1,-4-4-79,-13 4 0,-7-1 350,-9-29 123,-13 11-72,-10 18 432,-1 16-612,6 10 643,8 7-750,9 8 358,11 8-380,11 14-44,13 13-23,-12-16 0,1 2-426,4 12 0,-1 0 395,-6-11 1,-4 1-169,3 14 0,-6 1-566,-14-11 1,-5-1 764,-7 14 0,-2-2 0,-5 7 0,-6-7 0</inkml:trace>
  <inkml:trace contextRef="#ctx0" brushRef="#br0" timeOffset="61188">17579 14486 25640,'-12'59'137,"9"-21"0,4 0-131,5-6 0,3 0-1,-1-1 1,-1 2 16,-1 11 1,-2-2-7,-7 9 29,-10 11-6,-3-35 107,-19-23-56,12-25-57,-7-25-19,22 11 0,3-5-859,2-10 1,3-4 851,3 11 1,2-2-1,1 0 8,2-5 0,2-1 0,1 0-501,3-2 1,2 1-1,0 2 492,3-9 0,4 1-1,-2 13 1,3-1-1,-1 5-338,0 5 0,-1 3 338,5-7 1,0 2-86,-2 12 0,0 6 80,6 5 919,5 0-930,-2 36 33,-17 12-22,2 10 5,-21-2 1,-6 2 457,-6-8 0,-2 0-469,0 8 1,-6 1 6,-4-8 1,-5-1 0,1-2-5,-5 1 1,0-1 7,-6 6 1,-1-2 360,3-9 1,4-7-311,2-7 277,-2-9-316,25-13-17,18-12 17,9 6 1090,14 0-1062,23 7-40,3 8-5,-10 2 0,0 2 0,15 2-229,-23-2 0,1 0 229,-5-2 0,1-2 0,3 1 0,3-2-9,21-2 1,-1-1 5,-20 1 1,-1-2-4,16-8 1,-5-3 20,-13-7 13,3-12-6,-35 11 12,-19 3-17,-6 8 145,-17 1-84,17 7 124,-12 2 513,23 9-654,0 7 20,11 8-31,5 6-33,8 5 0,6 0-73,4 2-23,-5-9-1169,6 7-13,-17-16 1261,5 12 0,-13-21 0,-1 3 0</inkml:trace>
  <inkml:trace contextRef="#ctx0" brushRef="#br0" timeOffset="61362">18488 13919 21769,'35'47'-2935,"-11"-19"0,-16-11 1</inkml:trace>
  <inkml:trace contextRef="#ctx0" brushRef="#br0" timeOffset="62363">19355 14324 18582,'0'-5'5215,"0"1"-4722,-14-26 0,-5-6-135,-1 10-84,-9-17 1,-4 0-373,-15 15 322,9 10 0,-2 3-135,6 4 1,1 3-45,-4 2 0,1 5 0,-7 15 141,13 11-186,14 12 17,11 4 86,18 2-114,11-2 44,19-6 40,10-10 39,6-11 62,-2-10 78,-9-12 39,-12-5 240,-11-3-413,-12 4 39,-5 3-68,-6 5-78,0 7 1,-1 15 4,-2 23-13,0-10 0,0 4-6,-2 8 0,-1 4-594,-2 8 1,-2 3 590,1-15 1,0 1-1,-2 1-767,-1 5 0,-2 0 0,-1 1 724,-2 2 1,-2 1 0,-2-1 3,-2-1 0,-1 0 0,-1-3-215,0-5 0,-1-2 0,-1-4 193,-9 5 0,0-8-79,-13-1-672,9-68 12,27-26 278,7 6 0,5-5-154,5 15 1,4-2 0,1 0-194,3-6 1,3-1 0,2-1-805,3-2 1,3 0-1,1 1-78,3 1 1,1 0-1,0 4 1241,-6 12 1,0 2 0,3-1 149,11-12 0,4-1 0,-4 7 887,-11 12 1,0 1 521,6-7 1,4-4 0,-3 3 1756,0 1 0,-2 2-2080,-4 6 0,-1 1 254,7-6 1,-3 4 437,2 4 99,1 3-957,-9 11 1072,-7 10-1211,-7 13 3209,-4 13-3406,-2 20-111,-6 20-88,1-25 1,-2 3-405,-1 7 1,-1 1 386,-2 5 1,-1 1 8,0 0 1,-1-1 10,0-2 1,1-2-18,1-8 1,1-3 22,-1 18 101,3-26-68,3-19 34,8-38-67,6-12-11,-2 5 0,2-3-110,2 0 0,1 0 129,2 1 1,1 1 47,0 3 0,0 3 0,9-11 1184,1 8-1223,-13 20-22,8 3-12,2 18 6,9 9-6,0 2-28,18 11-372,-18-16 1,3 0 399,2-1 0,2-2-3,9 1 1,0-4-185,-10-7 1,-1-3 186,-5-5 0,-2-5 1,14-22-12,-21-23 11,-18 16 0,-5 0-267,-2 4 0,-2-2 264,-2-25 1,0-1 35,2 23 1,-1 0 30,0-13 1,0 1 104,3 0 921,-1 22-1028,1 15 329,0 13-380,1 16-10,2 18 4,2 20-259,-1-19 0,-1 2 240,2 4 1,0 2-15,1 3 0,1 0-11,-2-9 0,1 1-289,6 20 1,1-1-448,-4-19 1,2 0-845,5 13 0,2-2 1608,-1-19 0,0-5 0,3 4 0,-3-16 0</inkml:trace>
  <inkml:trace contextRef="#ctx0" brushRef="#br0" timeOffset="62523">20326 14136 20476,'0'-4'3887,"0"1"-2526,0 3-1215,80-48-174,-29 33-548,-14-2 0,5-2 1,-2 6 575,-3 12 0,-3 4 0,5-2 0,-7 5 0</inkml:trace>
  <inkml:trace contextRef="#ctx0" brushRef="#br0" timeOffset="102471">8922 1787 31291,'-18'-48'-1746,"0"0"1,2 3 0,4 5-185,10-4 1942,4-9 346,3 7-80,-1 14 0,2 0 180,4-16-77,1 5-1018,-4 23 2032,3 4 191,2 7 359,17-2-306,-5 5-690,36 1-949,-14 4 0,10 2 0,2 3 0,-27 1 0,2 1 0,2-1 0,1 1 0,9 2 0,0 1 0,-3-2 0,0-1-397,-7 0 1,1-1 179,13 1 1,0-1 100,-5-1 0,3-1 97,2 0 1,5 0-1,-1-1 63,-3-1 0,-1 0 1,0-1-432,0 1 0,1-1 0,0-1 420,3 0 1,1-1 0,-1-1 25,-5 1 0,-1-1 0,4 0-325,5-1 0,5 0 1,2 0-1,-3 0 289,-4 0 0,-2 0 0,0 1 0,1-1-17,-3 0 0,0 1 0,0-1 0,2 0-51,-3 0 1,2 1 0,0 0-1,-1-1 1,-2 1-95,13-1 0,-3 1 0,2-1 86,-8 1 1,1-1-1,2 1 1,1-1 2,-6 1 0,3 0 0,-1 0 0,-1-1 0,-6 2-46,0-1 0,-5 0 0,6 1 43,0-1 0,6 0 1,4 0-1,1-1 0,-4 1 1,-8 1-111,4-1 1,-7 1 0,6-1 80,0 1 1,7-1 0,5 0-1,-1 0 1,-3 1 0,-8-1-34,2 1 0,-6 0 1,7 0 86,-3 1 0,9-2 0,2 1 0,1 0 0,-4-1 0,-8 2-30,2-1 0,-7 0 0,6 1 33,-3-1 0,6 0 0,4 0 0,0 0 1,-2 0-1,-6 1-74,14-2 1,-7 1 0,4 0-27,-10 0 0,3 0 1,1 0-1,-2-1 1,-5 1-31,7 0 0,-5-1 1,1 0 9,8 0 1,1-2 0,-3 1 296,-12 0 0,-3-1 0,2 1-283,7-1 0,1-1 0,0 1 13,1-1 0,0 0 0,-3 1-144,7-2 1,-3 2 60,-6 0 1,-3 2 845,10 0-742,-29 4 1874,-5 9-2217,-17 8 1243,-13 17-1210,-11 12-1672,1-6 0,-1 2 2023,4-8 0,0 0 0,0-1 0,2-4 1,2-2-1</inkml:trace>
  <inkml:trace contextRef="#ctx0" brushRef="#br0" timeOffset="167002">20463 4362 15415,'-14'55'198,"1"1"0,-1-1 0,1 0 1,1 0-1,1-1-234,3-9 1,1-2 0,1 2-908,1 2 0,1 2 1,2 0-128,1 1 0,2 0 0,1 0 1070,3 4 0,2 0 0,-1-6 0,0-3 0,1-5 0,1-5 0,0 0 0</inkml:trace>
  <inkml:trace contextRef="#ctx0" brushRef="#br0" timeOffset="167716">20402 4174 10118,'-4'-4'1507,"0"1"539,4 3-1670,21-15-85,22 11-199,-7-6 1,6 0-646,9 5 1,3 1 596,6-2 1,2-2-28,-17 3 0,1 0 0,1-1 3,2 1 1,1-1-1,2 1 2,3-1 1,0 1 0,2-1-5,3 0 1,1 0 0,1 0-10,-14 0 1,2 1 0,-1 0 0,1-1-3,0 0 0,1-1 0,-1 0 0,1 0-2,-1 0 1,0-1 0,0 0-1,0 0 9,-1 0 0,0-1 0,-1 1 0,0-1 10,14-3 1,0 0-1,-2 0 0,-1 1 0,0-1 1,-1 1 14,-3 0 0,0 0 0,-1 0 2,-3 1 0,0 1 1,-1 0-115,-3 0 1,-1 1-1,-2 0 123,17-2 1,-2 1 5,-8 2 0,-3 1-54,-8 2 1,-3 2-14,17 4 0,-18 6 1401,-14 9-1362,-7 6 1374,-5 8-1290,-4 8-22,-1 9-40,0 12 190,-3-24 0,1 1-192,0 7 0,0 2-4,1 5 1,-1 5-27,0-5 1,0 3 0,1 0-633,-1-4 1,0-1 0,0 0 615,0 1 0,0 0 0,0-2-5,1 7 0,1-1-307,0-8 1,0 1-1,2 1 353,1 2 0,0 0 1,1 1-26,-1-1 1,0 0 0,1 0 14,1 3 1,1 0-1,-1-4 9,0-3 0,-2 0 28,0 9 0,-2 2-119,-7-5 0,-3-3 85,0-12 1,-6 0 99,-15-2 1,-10 0-1,2-5-231,6-7 0,-4-3 159,-10 0 0,-9 2 1,-2-2-1,7-4 87,-1-5 1,-1-4-106,3-1 0,-6 0 0,-2-1 1,4 0 9,-2-3 0,4-1 0,-4-1-28,4 0 0,-2-1 0,-2 0 0,-1-1-305,1 0 1,-3-1 0,-1-1 0,1 1 0,4 0 281,-14-2 1,5 1 0,-5-2-5,10 1 0,-3 0 0,-2-1 0,1 1 1,3-1-308,2 1 0,2 0 0,0 0 1,-2-1 195,0 1 0,-1-1 0,-2 0 0,0 1 1,1-1-801,-1-1 0,0 1 1,0 0-1,2 0 1,0-1 909,-6 1 0,2-1 0,1 0 0,5 1 0,2 0 0,4 0 0,4 1 0,6 0 0,0 0 0</inkml:trace>
  <inkml:trace contextRef="#ctx0" brushRef="#br0" timeOffset="168665">22311 4519 14908,'0'-6'3920,"0"1"-1886,0 5-1721,-93-35-2594,43 54 2320,9-17 0,-6-3 0,6 9-3,6 28 1,7 10-23,-3 3 0,3 0-14,5-9 0,3 3-11,6-3 0,1 5 0,3-3-181,2 1 1,4 1 202,1 16 0,6 0 152,6-16 0,7-3-85,6-6 1,4-4-46,-4-8 1,4-4 168,17-2 0,1-9 207,11-13-1378,-17-8 1,-4-5 1119,-7-14 866,-12-27-743,-23 15-61,-10-11-56,-15 6 266,-18 10-415,20 26 0,-4 4-22,-4 3 0,0 4-53,7 2 0,-1 3-3036,-12 9 0,3 5 3103,-1 8 0,-4 4 0,33-15 0</inkml:trace>
  <inkml:trace contextRef="#ctx0" brushRef="#br0" timeOffset="169594">21847 6254 22531,'28'44'30,"-1"0"0,-1 3 0,-5 2-58,-9 7 0,-6 2-285,-3-15 0,0 0 0,-4 1 109,-5 10 1,-3 1-1,0-4-442,0 3 1,-3-2 432,-9 10 0,-6-9-386,-12-14 566,-12-9-51,11-20 61,-4-25 180,12-31 50,3-8-36,15 18 0,3-1 255,-4-22 16,2 6 68,-3 12 207,-6 6-543,5 16 372,-10 7-468,10 16 1018,-3 10-1091,7 10 1,7 10 28,17 5 16,15 1 12,25-5-1,-8-19 1,4-3-390,-13-5 1,1-1 369,18-1 0,1-5 0,-19-5 0,-1-1-6,7-2 1,-1-2-7,-6-2 1,-2-2-3,18-14-17,-14-1-95,-13 3-257,-10 3-942,-7 8-3864,-12 9 4475,-3 9 0,0 0 1,2 2-1</inkml:trace>
  <inkml:trace contextRef="#ctx0" brushRef="#br0" timeOffset="170053">21865 8008 19608,'-15'-59'1301,"1"0"0,-1 6 0,-3 11-1015,-20 18-84,-12 16-158,6 17-36,15 7 1,2 5-14,-5 22 13,16-14 0,5 0-8,2 10-11,19 4 0,21-6 11,-1-6 11,5-8 0,1-2-5,-1-2-2836,1 1 0,0 1 2824,-10-2 1404,13 16-1376,-30-14 28,-24 12-10,-20-5 625,-15-1-654,13-14 0,-4-1 11,5-3 1,-3-1 16,-22 1 0,-1-1-33,19-2 0,1-3-6,-21-5 0,4-6-628,12-13-553,-4-6 1181,46-20 0,7 30 0,7-10 0</inkml:trace>
  <inkml:trace contextRef="#ctx0" brushRef="#br0" timeOffset="171009">22087 3009 18028,'-12'-42'1073,"0"0"1,1-1-1,3 18-1185,6 33 168,0 21-37,2 0 1,0 6-760,0 14 0,0 3 756,0-6 1,-1 4-101,-1 8 0,-1 7 0,-1-3-698,1-15 1,0-3 0,-2 3 374,1 0 1,0 4 0,-1-1 0,0-3-164,-1 1 1,0-3 0,1-4 194,-1 5 0,-2-5-242,-1-5 1,-4-6 683,-8-13-16,-6-6 61,-16-46 56,20 6 188,2-2 0,-1-4 416,7 3 1,1-1-353,-2 1 0,0-1 101,0-2 0,0 1 1503,-9-11-1139,5 10-314,5 11 1522,6 11-2093,6 11 17,3 5 78,10 24 1,4 5-23,12 17-57,5-6 12,7-5 107,8-8 117,5-9-118,-10-10 23,-7-8 0,0-3 5,14-9-84,-13 3 1,0-3 83,18-14 23,-9-2-50,-10 1-91,-12 2-212,-10 3-957,-8 2-6224,-3 1 7349,-1 3 0,0 5 0,0 3 0</inkml:trace>
  <inkml:trace contextRef="#ctx0" brushRef="#br0" timeOffset="172265">21821 1855 21489,'25'34'411,"1"-1"0,0 1 0,-3-8 93,-9-19 73,9 1-90,-1-11-157,6-11-167,6-15-35,5-16 59,-20 18 0,0-1-148,-2-4 1,-3 1 172,5-18-76,-16 13 1,-3 2-18,-6 2-91,-6 1 1,-6 3-16,-12 9 116,-16-1-254,7 20 74,6 13 95,6 14 228,7 15 17,8 13-101,8-22 1,1 2-169,5 2 1,2 1 22,1 3 0,3-1-256,0-8 0,2-1 116,10 13 0,5-2-59,-5-16 1,2-1 39,11 10 1,3-4-55,-4-13 1,1-6 94,0-3 1,1-7 253,-1-6 0,-2-5 217,1-4 1,-3-5 27,0-4 1,-2-4-9,-2-2 1,-3-2-39,-2 0 0,-2-1-141,-4 1 0,-2 0 153,3-20-283,-8 11-259,-4 12 34,-4 13-501,0 7 448,-2 9 484,0 10-383,-1 12-5,1 11-11,1 7 169,2 1-264,2-2 109,0-7 135,1-8-826,-1-8 599,0-9 77,1-9 728,3-11-312,-1-3 22,7-13 31,-1 5 262,9-9 174,-7 12 291,8-1-527,-9 13-582,21 0 0,-3 8 0,16 7 0,-2 8 0,6 8 0,-22-10 0,1 0 0,4 1 0,0-1-684,4 0 1,0-1-680,2-3 1,1-2 125,0-2 1,2-3 717,6-8 0,-2-3 1131,15-6 124,-24-5 0,-4-6 1050,-4-23-1124,-12 14 0,-2-2-131,-4-3 1,-1 0-176,-3 2 0,-2 0-140,-1 3 0,-3 2-322,-9-20-683,-9 12-747,-11 14 393,-8 11 877,-9 14 650,-5 15 633,-3 16 455,6 12-1057,28-12 1,4 3-78,0 21-338,14-1 0,21-12 0,12-16-405,13-3-434,6-14 379,-2-18 881,-5-15-50,-22-5 1,-3-3-23,5-16-474,-11 5 0,-3-1 345,-5 13 1,-2 0-221,1-6 0,-2-1 0,-1 2 0,-1 3-745,-2-8-493,-5 5-262,3 30 307,-2 0 244,3 19 484,0 14 211,1 23 178,3-16 0,1 3-411,2 7 0,3 2-55,2 8 0,2-1 97,-1-8 0,2 1-2231,3 3 0,3 4 1,-1-5 2655,0-5 1,0-2 0,3 9-1,-2-5 1,-2-12 0</inkml:trace>
  <inkml:trace contextRef="#ctx0" brushRef="#br0" timeOffset="172549">22012 2551 14062,'-61'12'1406,"0"0"0,13-3 0,8-2-218,6 0-992,37-8 257,34-8-210,15-3 1,6-1-2264,-10 2 1,3 0 2038,-6 1 1,5 0 0,2-1 0,-1 1-11,8 0 0,-1 0 1,1 1-16,0-1 0,0 0 1,5-1-68,-7 3 0,4 0 0,2-1 1,-1 1-1,-2 0-724,2 0 0,-2 0 0,-1 1 0,0-1 544,3 1 1,-1-1 0,0 0 0,-3 1-1464,9-2 0,-2 1 1,-12 1 1537,2-2 1,-12 2 0,-28 4 0</inkml:trace>
  <inkml:trace contextRef="#ctx0" brushRef="#br0" timeOffset="172777">22477 2544 10499,'-54'11'1594,"-1"-1"1,-7 2 0,8-3-1052,21-3 2150,-8-1-2497,46-8 704,19-6-785,11-3 0,9-1-9,7 0 1,6-2-1,-1 1-525,-13 2 0,-1 2 0,3-2 445,4 1 1,4 0 0,0-1 0,-6 3-8,11-2 1,-2 2-43,-11 2 1,2 0 0,-3 1-62,6 0 0,-1 1-916,1 1 0,-3 2 683,-12 3 1,-3 1-1,16-2 1,-14 3-1</inkml:trace>
  <inkml:trace contextRef="#ctx0" brushRef="#br0" timeOffset="173328">21139 8667 17736,'52'-3'36,"0"0"1,0 0 0,0 0 0,-1 0 0,1 0 0,-1 0 0,-1 0-228,7 0 1,-2-1 0,0 1-1744,1 0 1,1 0 0,-4 1 497,11-1 0,-2 2 1436,-2 0 0,-7 0 0,-12 1 0,-5 0 0</inkml:trace>
  <inkml:trace contextRef="#ctx0" brushRef="#br0" timeOffset="173544">21271 8935 17826,'-47'10'1252,"0"0"1,3 0 0,18-6-1074,31-7 242,43-17-348,-19 9 0,4 0-9,19-6 1,5-1-1034,3 1 1,2 1 992,-17 5 1,1 0-1,1 0-6,1-1 1,0 2 0,0-1-12,-1 1 1,0 0-1,-1 1-99,-2 1 1,-1 0 0,1 0 91,19-1 0,-4 1 0,-25 3 0,-3 1 0,21-2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4:45:32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13261 1494 16510,'8'1'6045,"-1"-1"-4809,-7 0-125,0 0-831,-14-30-495,5 12 126,-12-28-52,7 22-499,0 3 246,-8 1 324,-14 10-153,-7 3-29,-16 10 332,3 11-509,12 1 497,-11 13-2,14 1-117,14-6 1,1 3 58,-9 19 3,9-1-17,18-1 12,15-11 40,24 11-22,-3-16 4,8-11 0,4-5 74,11-4-11,-14-7 0,0-2-462,19-14 496,-17-6-23,-12-3 0,-4-4-21,1-7-23,0-13 0,-1-5-41,-12 15 0,-1 0-17,3-8 0,-1-2 8,-3 2 1,-3 0 33,-2 3 0,-2 3-35,1 6 1,-1 0 125,-2-9 0,-2 5 479,-1 9-578,-1-2 178,1 21-274,1 11 2,1 4 88,0 33-17,0 10-3,1-9 1,-1 2-28,1 24 33,1-14 0,1-1 2,0 4-2,2 3 0,1 0-14,3 3-3,-3-24 1,0-1-290,12 19 292,-6-32-6,11 7 6,8-26 28,-3-5-28,4-10 0,1-5 11,9-13-8,-12 8 0,0-1-3,5-15 625,-13 5-585,-12 5 355,-8 4-367,-3 9 84,-2-1-17,2 11-89,0-2 5,2 11-6,0 2-5,1 28 6,1-14-17,4 28-79,0-16-258,4 10-749,-1-3-219,-2-10-1345,-2-5 1813,-3-9 0,0-7 0,-2-1 0</inkml:trace>
  <inkml:trace contextRef="#ctx0" brushRef="#br0" timeOffset="184">13763 1186 22666,'-16'-38'56,"-1"-1"0,-9-17-409,29 62 353,10 25 0,-7-20 0,6 14 0</inkml:trace>
  <inkml:trace contextRef="#ctx0" brushRef="#br0" timeOffset="576">13988 1401 26814,'-4'-3'1086,"1"1"-931,3 2-212,4-14-170,6 30-318,4-2 262,4 35 41,-4 5-651,-6-12 674,0 11 236,-3-25-270,1 7 232,0-24 223,3-13 382,8-16-181,9-17-77,10-14-483,-16 19 0,1 0 321,-1-1 0,-1 1 98,9-17-110,-16 15 1,-2 1-63,-4 7-546,-2-20 138,-7 33-72,1 2-190,0 10-600,5 13-302,1 2 772,9 25 0,-8-26 0,3 10 0</inkml:trace>
  <inkml:trace contextRef="#ctx0" brushRef="#br0" timeOffset="801">14711 1487 20655,'-3'-2'3321,"0"-1"-1803,3 3-1495,-20-23-6,11 33-34,-14-21-95,12 62-337,6-11-2776,1-4 0,1 1-494,2 5 3151,0 8 1,1-36 0,0-2 0</inkml:trace>
  <inkml:trace contextRef="#ctx0" brushRef="#br0" timeOffset="991">14780 1178 23245,'-46'-10'-479,"14"21"1,40 18-1,-1 2 1</inkml:trace>
  <inkml:trace contextRef="#ctx0" brushRef="#br0" timeOffset="1454">15350 1556 18834,'3'-5'4459,"0"1"-2572,-3 4-1780,-39-59 22,15 43-93,-9-16 1,-3 7-9,-2 32-17,-14 20 6,24-4-51,0 20 1,21-9 21,1-1 24,31 22-7,-8-32 12,30 16 50,-16-33 40,5-14 59,-4-14-77,-7-20-58,-12 3 0,-2-1-26,3-21-275,-6 8 1,-2-1 300,-2 17 0,-1 0 22,-1-7 0,0-1 11,-1 7 1,-1 2 15,-5-24 94,0 16-40,-2 15-72,4 13-79,1 11 34,10 31-12,-1 8-2,-1-2 0,0 3-3,0 18-1625,-4 5 0,-1 0 1294,-1 0-379,3-13 1,1 5 0,1-7-649,6 6-1048,3-6 0,5-3 2406,22 2 0,-14-13 0,1-8 0</inkml:trace>
  <inkml:trace contextRef="#ctx0" brushRef="#br0" timeOffset="1796">15772 1588 24939,'-6'-38'636,"-1"-1"0,-4-23-569,8 60-55,3 4 10,5 5-11,1 2 6,13 5-11,3-4-12,10-1 17,9-11-5,-7-12 5,-1-15-5,-18 1 10,-5-11 12,-10 9-11,-6-4 22,-9 8 40,-7 8-18,-5 9 1,-1 6-6,-1 11 0,3 10 11,1 25-16,9 4-43,9-9 0,4 1-8,6 11 0,6 6-168,13-16-851,6 0 1019,2-11 0,1-2 0,-3 0 0,12-1 0</inkml:trace>
  <inkml:trace contextRef="#ctx0" brushRef="#br0" timeOffset="2735">16735 936 32011,'-1'-8'-3526,"0"2"6271,1 6-1208,0 0-1537,-66-10 0,34 57 0,-12-16 0,0 5 0,26 11 0,7 8-212,-2-12 0,0 5 0,-1 1 0,2-4 409,0 0 0,2-2 1,0 2-134,-1 1 0,0 2 0,2 0 0,2-2-260,2-1 1,4-2 0,3-1-494,9 13 1,9-4-911,10-7 0,9-7-3317,10-6 1,4-6 4388,-10-8 1,-2-4-1,-6-5 1,-6-2-1,-10-4 1</inkml:trace>
  <inkml:trace contextRef="#ctx0" brushRef="#br0" timeOffset="6988">17377 1413 31202,'6'-49'521,"0"-1"1,-2 6 0,-2 7-522,-5 18-1540,-5 7 110,0 5 1145,-4 10 1686,-6 12-414,-8 14-1756,-3 17 763,13-19 0,3 2-14,0 3 0,3 1 165,2 1 1,1-1 319,0 19-405,7-19 0,3-1-1579,7 4-147,7 10 432,-1-25 1256,9-11 379,-13-12 1041,11-12 337,-8-14-1074,3-16 112,0-12-785,-11 26 1,-1-2-33,0 0 0,-2-1 0,-1-27 0,-9 7-569,-7 10-1405,-10 11 715,-4 9 280,-5 11 551,2 6 324,2 14 94,5 8-728,8 15-4165,7 11 4914,9-1 1,1-14-1,3-11 1</inkml:trace>
  <inkml:trace contextRef="#ctx0" brushRef="#br0" timeOffset="7201">17740 1656 24607,'0'-9'2889,"1"2"-2950,-1 7 1359,0 0-638,-9 3 24,4 10-830,-7 6 61,0 28-1481,2-17 1,-2 0 951,-2 5 0,0-2 0,-6 12 0,6-18 0</inkml:trace>
  <inkml:trace contextRef="#ctx0" brushRef="#br0" timeOffset="11121">18304 1360 14083,'0'-7'6994,"0"2"-5543,0 5 224,0 0-693,-6-63-730,7 39-173,-3-13 1,2 2-77,6 19-327,0 4 299,-2 5-120,-2 3-420,-1 3 70,-5 13 437,-5 5 78,-9 18 94,-6 5-52,-2 8-31,3 2-3,10 0-11,8-3 7,14-5 36,5-8 28,6-6 127,0-12 45,-1-7-39,3-13-32,3-11-14,5-14-47,3-8 61,-2-3 261,-4 0-279,-12 14 85,-4 5-152,-9 16-131,0 1-24,2 7 3,2 9-12,5 11 88,2 13-61,1 23-102,-6-15-170,-3-7 0,-4 0-1969,-10 21 2274,1-17 0,-2-1 0,-3 4 0,-2-4 0</inkml:trace>
  <inkml:trace contextRef="#ctx0" brushRef="#br0" timeOffset="12392">19039 1684 29328,'6'9'-2648,"-20"46"2599,1-21 1,-2 3-1012,-6 15 1,-1 2-3857,3-11 1,2-4 2727,-8 17 1,10-24 0,11-23 0</inkml:trace>
  <inkml:trace contextRef="#ctx0" brushRef="#br0" timeOffset="16608">5578 500 23471,'0'-4'3965,"0"1"-3002,0 3-248,-3-61-878,0 41 66,1-15 1,-3 5-254,-4 24-140,-2 3-610,-7 8 984,-5 9 289,-8 11-678,5 1 284,4-2 1,1 2-190,-6 14 279,10-12 1,1 1-76,1 15-160,8-3-220,13-7-117,6-6 384,11-8 412,6-9 89,3-11-101,-5-6 317,12-24-122,-13-2-83,8-21-14,-14 2 17,-7-1-28,-7 6 17,-6 8 22,-6 11-61,-3 8-50,0 8-57,2 5-90,3 3-5,2 6 90,1 6-12,0 2-38,-2 26 21,1-3-5,-2 20-5,1-16-23,0 16 11,9-15 28,-1 0-11,8-13 39,10-15-5,3-9 16,19-10-11,1-16-5,4-12-23,-12 3 36,-16 8 1,-3-1 98,-1-7-23,2-12-33,-21 15 50,-9 7-79,-9 4-55,-3 7 28,4 4 38,-1 3-60,10 3 10,1 0-39,6 1 12,2 1 27,7 0-44,3 0 22,3 0 50,7-3-16,-8 0 33,3-3-17,-7-1-33,-2 1 0,-1 0-6,-1 3-5,-2 1-51,-1 2 22,-1 4 23,0-1 12,0 11 4,2-1-4,0 10 27,1 0-11,3 9-23,-2-9 12,4 10-39,-3-17 33,7 15-33,0-13-6,7 7 50,6-13 34,6-6-34,10-13 1,4-7 10,1-13 29,-5-7 22,-10-5-22,-11-2-12,-10 2 12,-14 6-12,-9 9-5,-8 6-12,-3 5-16,3 4 22,4 3-16,5 0-18,4 2 40,5 0-106,1 2 10,3 0 46,4 5 16,5 2 6,8 3-12,9 0-16,10-3-6,11-2-5,9-8 22,2-3-3375,1-9 3375,-24 5 44,-3-1 24,-27 8-7,0-2-33,-5 4 6,-2-2 5,0 3 3409,0-2-3431,-1 3-28,2 0-1,3 18 18,0-5-17,4 24-23,-4-3 23,0 16-135,-4 10-476,0-18 1,1 0-466,0 17-2366,4-19 0,2-3 3453,6-1 0,-3-12 0,-5-16 0</inkml:trace>
  <inkml:trace contextRef="#ctx0" brushRef="#br0" timeOffset="16835">6972 343 24105,'46'-36'-842,"0"0"0,-12 3 0,0 9 842,5 22 0,-5 6 0,-11-3 0,11 1 0</inkml:trace>
  <inkml:trace contextRef="#ctx0" brushRef="#br0" timeOffset="17008">7121 545 18795,'-5'3'6077,"1"-1"-5180,4-2-1200,45-17-1041,-1 1 65,-9 3 1,2 0 1278,5 1 0,-5 1 0,-8 3 0,12-3 0</inkml:trace>
  <inkml:trace contextRef="#ctx0" brushRef="#br0" timeOffset="23846">8277 178 21961,'3'-6'7021,"-1"2"-4214,-2 4-3560,4-22-19,-4 16-378,1-15 478,-8 22 163,-8 4-750,-7 4-124,-21 7 488,10-3 207,-24 5 423,17-7 212,-8 1-3,9-4-117,12-4-20,11-2 255,9-2-29,3 0-44,3 0-112,-1 1 112,0 4 11,0 0 22,-2 7 6,2 2 51,0 11-40,1-7 6,1 10 22,0-4 6,1 10-1,0 6 1,0 5-28,1 3-73,4 10 17,-1-19 5,9 13-67,1-23-352,11 5-2706,20-12-5204,3-15 7487,7-10 0,-26-3 0,-11 0 0</inkml:trace>
  <inkml:trace contextRef="#ctx0" brushRef="#br0" timeOffset="24278">8650 263 16062,'-1'-3'4878,"-1"1"-1959,2 2-2880,-16-26 6,10 27-1,-22 3-10,15 32-12,-6 19-27,8-17 38,5 6-10,10-12 27,10 3-39,3-12 118,41-8-84,-28-15-3,3-4 0,1-5 64,0-18 29,8-11 358,-6-10-56,-14 11-241,-7 4 134,-12 13-117,-3 9-134,0 2-124,0 4 67,2 24-33,0-6 0,6 40-34,-3-11-73,2 10-703,-5-12 1,-1 1-3106,0 21 1223,0-24 1,0-1 2702,2 18 0,-1-36 0,1-2 0</inkml:trace>
  <inkml:trace contextRef="#ctx0" brushRef="#br0" timeOffset="24459">9329 527 24766,'-36'8'-1294,"3"34"-627,30-12 1921,0 6 0,1-1 0,2-17 0,0 10 0</inkml:trace>
  <inkml:trace contextRef="#ctx0" brushRef="#br0" timeOffset="25062">9919 223 25091,'-22'-23'33,"-1"0"1,-22-8 5,6 49-39,6-2 0,-7 4 17,11-5 5,-8 6-55,12-3 33,4 2 0,12-7 11,0 6 11,6-2 6,-2 6 6,2 1-17,0 0 16,0 1-10,0-3-18,-1-2 29,1-4-17,1-7 73,1-1 151,1-6 901,0 0-1036,2-9-33,1-1-50,0-3-18,5-3 29,-1 4 11,8-5-17,5 4-23,7 1-22,7 2 12,-4 4-57,19 2 51,-14 8-23,11 5-16,-19 9 33,-12 8 40,-16 8-23,-15 5-40,-5-7-1830,-8-3 1,-4-2 1617,1-2-168,-1 0 0,-1-3-1216,6-9-3881,0-3 5517,14-10 0,8-3 0,6-2 0</inkml:trace>
  <inkml:trace contextRef="#ctx0" brushRef="#br0" timeOffset="25272">10113 439 23752,'-9'40'-247,"0"0"1,-4 5 0,0-5 246,-6-7 0,3-4 0,6-11 0</inkml:trace>
  <inkml:trace contextRef="#ctx0" brushRef="#br0" timeOffset="25828">10590 375 19994,'-1'-3'3893,"0"1"-1877,1 2-1937,7-60-35,2 41-38,-1-14 0,4 4-12,13 25 6,7 6 6,18 16-40,-13 3 17,5 13 0,-27-1 29,-16 3-7,-7-6 57,-18 9-68,-9-2 29,3-4 27,1-4 118,17-19-56,8-6 123,0-11-145,2-2-29,0-4 147,1-5-108,2 8-60,2-5-29,5 6-11,2 2-11,18 2 44,3 3-36,7 6 1,3 3 18,18 8-210,-18 0 1,-3 2 131,2 17 1,-16 4 44,-20 1 11,-12-10-66,-40 7-304,0-17-270,12-8 0,-2-1-1337,-21-3 2042,10-12 1,24 3 0,10-4 0</inkml:trace>
  <inkml:trace contextRef="#ctx0" brushRef="#br0" timeOffset="26056">11396 546 24256,'-25'53'-1179,"1"0"0,3-6 0,2-9 0,4-16 0,7-12 0</inkml:trace>
  <inkml:trace contextRef="#ctx0" brushRef="#br0" timeOffset="26638">11751 352 20235,'0'-9'3276,"0"2"-3018,0 7 481,0 0-543,9 8 11,-11 0-11,4 5 6,-13-4-17,-3-3 11,0-4-16,0-4-68,1-4 28,2-7 0,3-4-45,4-3-34,6 1-16,6 2-22,7 1-29,9 4 0,4 4 29,4 4-18,2 7-16,-1 7 17,-3 11-40,-8 9 23,-12 10-11,-24 11-1,-2-20 1,-3 0-6,-9 4 0,-2 0-335,-2 0 1,0-1 362,1-4 0,1-2 45,-14 10 45,15-22-29,16-21-27,10-14 55,10-12-5,8-2-5,6 3 673,8 6-752,-10 11 17,9 4-56,-8 10-17,9 7-28,1 9-235,1 10-1054,0 6-1904,4 1-6554,3-2 8021,-9-11 1,-8-9-1,-15-9 1</inkml:trace>
  <inkml:trace contextRef="#ctx0" brushRef="#br0" timeOffset="26823">12285 599 26222,'16'4'-78,"-7"10"-465,-17 31-3569,-3-15 1,-1 0 4111,-8 15 0,1-8 0,13-25 0</inkml:trace>
  <inkml:trace contextRef="#ctx0" brushRef="#br0" timeOffset="27033">12609 234 22043,'0'-4'3463,"0"1"-3071,0 3-331,5 88-139,-5-49-1173,-2 6 0,0 9 0,-2-8 1251,-6 6 0,-4 6 0,8-37 0</inkml:trace>
  <inkml:trace contextRef="#ctx0" brushRef="#br0" timeOffset="27696">12932 262 11754,'-2'-4'7758,"0"0"-3400,2 4-3955,23-30-73,-1 19-78,24-24-156,-16 27 60,9-1-66,-11 2-73,5 2 0,-12 2 5,-6 7 6,-8 3 28,-5 7-11,0 0 28,-4 13-62,-2 0 29,-3 17-24,-2 5-10,3 10-6,1-8 11,5-10 0,0 4 28,-1 2 1,-1 1-216,-4 0 1,-2 0 194,-5 2 1,-3-5-9,-17-1-53,0-18 0,-6-4-1387,1-10 1,-1-2 1428,-4 2 0,3-2 0,-19-4 0,36-6 0</inkml:trace>
  <inkml:trace contextRef="#ctx0" brushRef="#br0" timeOffset="33576">19697 1717 21839,'5'-42'158,"1"1"0,-1 0 1,-3 7 929,-8 17-1170,-4-3 416,-4 4-196,-15 5-2948,8 6 2991,-9 2 214,5 11-2,-4 7 13,-8 12 75,1 7-83,7 5-157,8 2-9,9-1-5,16 7-375,3-18-241,17 6 214,5-20 452,-2-3 3497,5-6-3001,6-19 232,-4-3-570,-5-4 1,0-3 592,8-14-50,-4-1-141,-16 5-837,-12 12 0,-1-1 0,-10 5-1344,0 9 360,-3 3 492,0 7 768,2 6 67,-4 8 2,0 9-2,1 6 13,4 16 205,2-15-269,9 17-641,7-17-910,9 7 161,15-2 508,1-14 616,-6-14 1,2-4 519,22-10-15,-22 0 1,1-5 161,-3-6 0,-3-4-141,13-23-552,-12-2 0,-27 5 0,-20 8 0,-3 7 0,-2-1 0,13 9-1007,6 6-506,11-2 1135,25 0 914,-9 4 663,26-3-36,-21 9-1163,-2 1 0,0 1 0,-15 2 0,5 5 0,-4 9 0,-1 5 0,2 8 0,-4-6-766,3 7-557,-2-1 1,2 16 137,-4-7 338,-3-2 738,-2-9 160,-2-10 139,2 0-107,2-8 332,8-6 1251,3-5 720,18-10-1625,7-7-761,-8 3 0,1-2 0,-6 3 0,0 0 0,0-1 0,-3-1 0,-1-7 0,-13 6 0,-15-4 0,-14-4 0,-1 1 0,-5-2 0,12 11 0,6 6-250,5 2-1292,8 1 1967,5 0 942,9 0-1367,3 4 0,-6 1 0,7 2 0,-9 4 0,6 4 0,-2 5 0,3 5 0,4 6 0,-6-2 0,10 17 0,-12-7 0,7 18 0,-14-2-1589,-5-9-2141,-5 15 3613,-5-6 0,2-14 1,-3-5-1</inkml:trace>
  <inkml:trace contextRef="#ctx0" brushRef="#br0" timeOffset="33887">21412 1514 26541,'-2'-5'1298,"0"1"-735,2 4-1102,-14-54 213,23 44 107,-11-39 58,44 67 90,-10 2 0,3 5-296,0 3 0,0 4-77,6 12 1,-7 5 443,-15 3 1,-8 1 4,-5-8 1,-9 2-739,-14 4 0,-11 3 0,-1-5 216,-3-2 1,-1-4-1,-6 10 1,2-6 0,1-10-1</inkml:trace>
  <inkml:trace contextRef="#ctx0" brushRef="#br0" timeOffset="69208">15825 2450 11777,'0'-4'7573,"0"0"-3680,0 4-3412,-11-53-234,8 40-107,-9-40-62,12 53-16,0 4 55,-1 6-10,0 11-3376,-2 21 3302,1-9-271,0 23 266,1-17 0,5 9-11,1-6-6,3-8-11,-2-8 308,-2-10-33,-1-9 3571,-3-6-3527,1-10 222,-1-11-441,-2-17-49,0-16-15,0 11 1,0 0-850,0-20 838,0 17 0,0 1 71,-1-6 27,-1-7-6,-2 17-33,2 14-78,0 12-40,0 8 18,2 15 856,1 2-823,1 37-79,10 15 46,-3-1-216,3-23 0,0-1 237,6 9 12,-1 8 6,-6-10 83,-10-9 12,-3-18-18,-5-12-49,3-22-1,0-18 1,1-18-18,2-11-14,3 30 1,-1 2 500,-1-23-464,-2 17-39,-3 17-39,1 12-18,-3 17 18,4 2 5,-1 11-145,3 25-835,6 2-1641,1-10 0,2 1 2638,1-8 0,0-2 0,4 11 0,-3-18 0</inkml:trace>
  <inkml:trace contextRef="#ctx0" brushRef="#br0" timeOffset="73729">8015 2884 19356,'2'-3'588,"0"1"-572,0 2 158,3 3-62,1-1 129,11 6-17,3-2 39,12 2 73,21-3-207,2-2-436,2-2 352,-24-1 0,0 0 0,25 0-1,-9 0 1,1-1-20,-15 1 1,0-1-244,17 0 0,1 0 271,-15 0 0,1 0-6,10-1 1,3 0 4,-10 2 1,3-1 0,-4 0-34,4 0 1,0 0 10,3 0 0,4 0 0,-4 1-5,-4-1 0,-1 1-17,8 0 1,2 0 33,8 0 0,-5 1-14,5 1 5,-4 0 1,4 0 27,-8-1 1,-3 1-54,-7-1 1,1 0 9,3 0 1,5 0 0,-7-1-11,-13 1 1,0-1 13,14 1 1,6 0-1,-5 1-8,-15-1 0,0 0 14,28 1 0,4 0 14,-6 0 0,-1 0-809,4 0 1,1 0 808,-2 0 0,0-1-3,1 1 0,-2-1-376,-9 0 0,1 0 365,-8 0 0,1 1 0,2-1-21,7 0 1,2 0 0,-2 0-401,-6 0 0,-2 0 0,0 0 393,-2 0 0,-1-1 0,1 1 3,3 1 1,1-1 0,-6 1-32,-7-1 0,0 0-6,27 2 1,4 0-272,-10 0 1,-3 0 279,-8-1 0,2 1 142,4-1 1,4 1-1,-3 0-106,-3 0 0,-1 0-486,-1-1 0,3 1 0,-1-1 472,11 1 0,-1 0 6,1-1 0,1 0 237,-1-1 0,0 0-232,0 1 0,-1-2-5,-12 1 0,-1-1-9,8 1 1,1-1 371,0 0 1,-1 0-342,2 0 0,0 0 11,7-1 0,0-1-1,-10-1 0,-3 0-3,-9-1 1,1 1-13,0-1 0,3-1 0,-3 1-15,6-1 1,0-1-4,-3 2 0,3-1 0,-2 0-27,10-1 0,-1 0 19,-3 0 0,0 1 967,-2 1 1,-1-1-983,-3 0 1,2 1 199,5-1 1,1 1-202,1-1 0,-1 1 33,1 1 1,-1 0-1,-2 0 0,-1 2-3,-8 0 1,0 0-4,1 0 1,0 1-6,0-1 0,1 1 5,0 0 1,1-1-3,-2 1 0,0 0 0,0 0 0,-1 0-3,-10 0 0,-1 0-1200,4 1 0,4-2 1233,10-1 1,6-1 0,-3 0-12,1 0 1,0-1 109,-1 1 1,4-1 0,-3 0-111,3-1 1,-5 0-4,-12 1 1,0 1 19,18-1 1,2 1-29,-11 0 0,-2 0 3,3 1 0,-1 1 3,-1-2 0,1 1 0,-1 0 0,1 0-17,0 0 0,0-1 25,1 1 0,0 0-3,1 0 1,0 0-21,0 0 1,0 1 8,-2-1 1,0 1-7,-1 0 1,-2 1-1,-1-1 1,-1 1-1,-1 0 1,-2 0-6,-1 0 0,-2 1 62,-1 0 0,0 0-63,-3 0 1,1 1 8,-1 1 0,0 0-12,1-1 1,-1 1-4,19 2 13,-11-3 0,0 1 5,17 0 3,-14-1 0,-1-1-3,12 2 0,-20-2 1,1-1-14,4 2 0,1-1 8,2 0 0,1-1 996,-2 1 0,0 0-1002,-2-1 0,0 0 11,5 1 1,-1 0-7,-7-1 1,1 0 14,4 0 1,4 0-1,-4 0-12,-1 1 1,0-2 4,6 1 0,4-1 0,-4 1-16,-4 0 1,-1-1 10,18 0 1,-1 0 2,-19 1 0,-2 0-8,11-1 0,1 1-142,-4 0 1,-1 0 113,-3 0 0,-1 0 112,-5 0 1,-2 0-485,21 1 351,-18-1-4693,-3 1 4739,-17 0 0,1-1 0,-12 0 0</inkml:trace>
  <inkml:trace contextRef="#ctx0" brushRef="#br0" timeOffset="74637">15886 2539 12970,'0'-4'6694,"0"1"-4202,0 3-2094,-2-61-118,-1 40-171,1-14 0,0 2 87,-1 21-17,1-1 12,2 1 33,0-1 5,0-1-21,0 2-29,0 1-73,0 2-44,-1 4-113,0 1-21,1 3 66,-1 12 12,1 6-1,1 14-5,3 10 0,2 7 11,3 8-17,-6-20 1,0-1 5,1 15 0,-4-16 0,0-1 6,-4 5 11,-1 6-17,-1-12 28,2-11 140,2-10 274,2-6 12,0-8-219,2-9-95,0-16-28,3-34-81,-3 22 0,-1-3-3,1 1 0,-2 0 19,0 3 1,-2 4 70,-2-3-118,0 20-34,0 20 6,4 9 28,-3 37-5,0-15-390,-2 12 0,-2 4-1157,-1-1 1552,0-5 0,0-3 0,3-13 0,-1-3 0</inkml:trace>
  <inkml:trace contextRef="#ctx0" brushRef="#br0" timeOffset="131272">14962 3329 24402,'1'-53'145,"0"20"-100,-1 48-22,0 14-1,0 7 6,-1-6-6,-3 12-5,-3-2-6,2-8 12,-5 8 27,7-26 225,-1 1-68,3-11 325,1-9-431,0 0 106,3-20-167,0 9 55,10-30-34,-3 17-27,4-6 5,0 6 34,8 5-73,-6 6-11,8 1 11,0 16-17,-2 7 17,9 9-11,-7 11 0,-4 6 27,-6 6-21,-2-1 10,-5-8-10,1 2 5,-2-17 11,1 3 0,-1-13 17,5-9-17,3-8 6,2-3 45,14-19-45,-14 16 44,16-17-38,-19 22-35,2-2 24,-9 11-24,1 3 18,-3 4 5,10 6-11,0 5-11,8 7 5,1 3 18,-3-3-12,10 11-6,-9-12 12,8 6 66,-12-13-21,-5-6 145,-1-13-123,-2-8-40,5-13-10,1-3 16,2 2 22,-3 5 1,-3 9-45,-4 7-23,-4 5 17,2 4-22,0 4 17,3 6-17,-1 2-68,2 15-167,-3-3-493,4 12-1060,1-6-2580,3-4 4379,-1-7 0,-4-9 0,-5-6 0</inkml:trace>
  <inkml:trace contextRef="#ctx0" brushRef="#br0" timeOffset="131446">15878 3248 21797,'0'12'-1347,"1"-1"0,10 6 0,-4-6 0</inkml:trace>
  <inkml:trace contextRef="#ctx0" brushRef="#br0" timeOffset="131888">16353 3459 25494,'-46'-25'76,"1"-1"1,3 3 0,3 12-71,4 33 10,0 5-44,7 6 17,9 2 22,10 0 1,17-4 32,11-7-10,5-10 134,23-14-34,-14-17-10,13-15-1,-18-16-219,-17 18 1,-3-2 156,-2-3 1,-2-2 204,0-11 0,-2-1-118,-1 16 1,0 1-34,0-4 0,-1 4 36,0 9-67,1 11-62,2 8-16,3 9-12,4 9 23,2 15 280,-1 14-297,-3 10-84,-4 9-319,-3-30 1,-1 1 40,0-1 1,0 0-1062,4 30-1690,7-7 3113,13-8 0,-9-22 0,3-8 0</inkml:trace>
  <inkml:trace contextRef="#ctx0" brushRef="#br0" timeOffset="132088">16696 3344 23707,'31'-20'-1686,"0"0"0,-1 2 0,0 6 1686,14 17 0,-19-2 0,-3 2 0</inkml:trace>
  <inkml:trace contextRef="#ctx0" brushRef="#br0" timeOffset="132272">16806 3426 25046,'14'11'-443,"-7"1"-1074,55-27-3665,-13 3 5182,7-1 0,-20 4 0,-16 4 0</inkml:trace>
  <inkml:trace contextRef="#ctx0" brushRef="#br0" timeOffset="132612">17224 3276 24467,'9'-50'287,"-1"1"1,0 4 0,2 9-176,11 22-13,6 6-93,-7 8 8,12 10-31,-9 11-26,5 14-41,-9 21 81,-21-23 0,-5 0 14,-3 0 1,-4-2 16,-8-1 0,-3-3 60,-21 7 13,8-7-45,17-14 140,10-3 34,19-9-113,13-3-218,10-2 1,3-1-298,20-2 149,-10 1 1,7-1 0,-8 1-1,0 0 1,-3 1 0,1 0-1</inkml:trace>
  <inkml:trace contextRef="#ctx0" brushRef="#br0" timeOffset="134205">8004 3103 10349,'1'-6'7578,"0"2"-3546,-1 4-2580,18-62-1228,-13 46-129,4-20 0,0 10 23,-9 28 89,3 6 34,3 8-79,4 13-100,1 13-23,3 10 6,-3 7 33,-3-1 23,-3-3 0,-8-9 39,-3-9 117,-2-12 175,1-12-90,3-11-174,2-18-23,0-17-38,5-20-57,0 20 0,0-1-8,2-2 0,0-1 11,0 3 1,0 0 91,1-25-21,-6 15-35,-3 14-55,-2 13-45,1 10-6,0 12 17,3 4 28,-1 32-17,1 2-11,1-10 0,0 3-6,2-2 1,-1-1-125,1 1 1,-1 0 129,1-1 0,-1-2 11,-1 23-5,-1-18 38,-1-10 74,0-18 11,1-11-101,1-18 0,-1-20-6,6-15-28,-1 23 1,1 0 10,2 1 1,0 1 17,5-22 224,-4 18-219,-5 16-39,-3 16 47,-3 26-24,-1 12-4,0 25-208,3-28 0,2 1 161,1 3 0,1 1-116,0 2 0,1 1-671,2 0 0,1 2 830,1 4 0,0-3 0,1 6 0,1-7 0</inkml:trace>
  <inkml:trace contextRef="#ctx0" brushRef="#br0" timeOffset="135795">7639 4879 18548,'6'-51'1376,"1"1"0,-4-3 1,-6 8-1131,-12 21-61,-17-9-95,3 16 134,-20 7-56,18 10 0,-2 3-118,0 2 1,-1 2-29,-13 9 0,3 4-1918,-5 8 1901,22-8 1,3 2-11,-9 19 219,5 8-217,12-9 1,2 0 7,-2 16 6,14-11 1,5-3 4,7-7 439,20 19-175,12-34-135,-7-6 225,25-31-219,-25-17-428,8-11 336,-22 12 0,-2-3 9,-3 2 1,-2-3-44,5-11 1,0-5 5,-6 9 1,0-3 0,-1 1 66,2-12 0,-2 2-31,0 1 1,-2 3 69,-6 12 0,-2 4 364,-4-10-227,-6-6-201,0 23-84,0 9 327,5 19-333,3 21 17,5 11 0,3 28 572,1-5-558,-1-4 0,-1 4-297,-1-15 1,-1 0 276,1 9 0,1 0 3,-2-5 1,1-2-15,4 19-106,-2-22 1,1-1 94,7 13 28,3-12 11,-4-25 1,14-26 16,-2-14-20,-7 3 0,2-3-5,-3-2 0,-1-1 194,0 0 0,-1 0-141,9-21 659,-9 11-542,-10 11 213,-4 10-302,-4 8-79,0 6-49,0 3 10,1 9 34,0 0 0,5 26-34,1-1-55,7 18 5,-1-14-627,10 17 179,-8-27-3916,18 22 4448,-14-30 0,1 1 0,-10-13 0</inkml:trace>
  <inkml:trace contextRef="#ctx0" brushRef="#br0" timeOffset="135971">8060 4425 21859,'-5'-6'3002,"1"2"-2554,4 4-834,0 0-1479,-30-28 1865,37 49 0,-33-42 0,40 48 0</inkml:trace>
  <inkml:trace contextRef="#ctx0" brushRef="#br0" timeOffset="136388">8339 4744 24934,'-3'-44'638,"0"0"1,1 4 0,1 7-438,2 11-173,0 10-67,2 9 50,2 12-16,1 3-68,12 32 45,-1-5 25,-4-8 0,1 0 14,9 22-16,0-5 10,-6-15 51,1-5 79,-9-19 22,3-9-101,-1-19 11,2-18 22,5-14-77,-4 5 7,-3 10 1,1-1 8,3-10-14,-5 16 0,-1 0 8,0-5-27,-6 13-119,-3 9-161,2 10-309,3 15-767,6 11-1899,8 14 3260,9 11 0,-12-21 0,0-2 0</inkml:trace>
  <inkml:trace contextRef="#ctx0" brushRef="#br0" timeOffset="136579">8926 4678 19188,'2'-7'5466,"-1"2"-4329,-1 5 224,0 0-1344,-1-40-62,1 34 34,-2-23-23,-2 51-100,-2 13-376,-3 11-1030,-2 6-2320,2 3 3860,3-2 0,3-22 0,2-10 0</inkml:trace>
  <inkml:trace contextRef="#ctx0" brushRef="#br0" timeOffset="136755">9118 4365 22817,'-28'4'-1528,"11"8"0,22-4 1,-1 0-1</inkml:trace>
  <inkml:trace contextRef="#ctx0" brushRef="#br0" timeOffset="137528">9568 4695 25789,'-40'-22'59,"0"0"0,0 0 0,-23-4 0,5 15-43,5 33-16,21-1 0,4 3 0,6 12-11,2 2-11,16 19 331,22-20-309,5-10 0,5-2 11,17-2-17,-6-13 1,1-6-145,12-16 178,-22 1 0,-1-5 2,-3-6 1,-4-4 14,-4-5 0,-3-3-416,-2-5 0,-3-2 410,-2-5 0,-1-2 17,-1-1 0,-2-1 25,0 3 0,0 1 28,-2 6 1,-1 3 233,2-19-242,-5 21-56,-1 16-68,1 10 176,0 12-170,7 13-34,12 34 23,-1-8 314,-3-11 1,0 1-413,3 7 0,-2 1-34,-4-7 1,0 1-65,4 14 0,-2 1-48,-5-14 1,-2-3-323,4 20 117,0-17 254,3-20 105,3-21 79,8-15 95,6-16 95,2-4 179,-1 2 873,-7 8-911,-11 15 38,-6 5-128,-6 11-146,-5 13-40,3-7 7,-3 14 33,6-11 84,10 0-90,-1-4 113,25-12-74,-7-8-50,6-7 12,-4-13 44,-13-11-22,-5 0-40,-9 3 91,-18 6-85,2 21 84,-11-6-5,8 15-68,-3 2-39,1 16 12,3 13-35,3 7 1,5 23-11,7 0-71,9-10 1,2 2-271,-3-15 1,2 1-140,13 14 1,7-1 501,10-8 0,0-3 0,-17-10 0,-1-2 0,9 0 0,0 0 0</inkml:trace>
  <inkml:trace contextRef="#ctx0" brushRef="#br0" timeOffset="138083">10604 4274 23439,'20'-42'933,"0"1"1,-1 0-1,-6 12-720,-12 24-146,0 3 0,-5 16 40,-4 17-57,-2 4-3,2-2 1,2 4-491,1 12 1,1 3 459,1 5 0,2 1-9,0 0 0,4 1 3,4-10 0,2 3 1,2-4-77,4 5 1,3 0-642,0-3 0,1 2 1,3-3-412,0-9 1,1-4-1,1-2 678,10 10 0,0-5 0,-11-14 1,-1-4-1,5 1 0</inkml:trace>
  <inkml:trace contextRef="#ctx0" brushRef="#br0" timeOffset="140632">10681 4027 23965,'14'-36'218,"0"-1"1,2-15-219,-23 59-62,-19 19-16,4-4-838,-10 17 1,-2 5 535,16-11 0,0-1 1,-8 5-1,3-3 1,9 5-1</inkml:trace>
  <inkml:trace contextRef="#ctx0" brushRef="#br0" timeOffset="141307">11457 4425 15496,'2'-4'5819,"-1"1"-2872,-1 3-2796,-20-47-67,4 40 17,-20-28-34,4 62-28,6 3-8,4 3 0,2 2-14,-6 20-15,9-14 1,1 0-370,7-7 1,4-3 372,-3 17-119,19 11 158,7-28 56,16 5 11,8-25 22,8-19-72,-7-4 59,-10-8 0,-1-6-347,9-16 279,-14 9 1,-2-1 30,-10 3 0,-4 0 56,2-17 84,-14 14 0,-4 1-101,-7 2 230,-8-1 1,-6 3-253,-14 4-70,12 9 0,1 2 88,-10 0-175,15 9-358,12 9-684,10 15-3751,10 17 4849,3 5 0,-1-11 0,-4-12 0</inkml:trace>
  <inkml:trace contextRef="#ctx0" brushRef="#br0" timeOffset="141783">12076 4868 25124,'4'-45'560,"-1"1"0,0 3 1,-1 10-561,-2 22-45,0 9 39,-1 17 6,-4 19-70,-1-6 0,-2 3-1065,-3 9 0,-3 2 1135,-7 12 0,0-3 0,9-21 0,0-3 0,-15 28 0</inkml:trace>
  <inkml:trace contextRef="#ctx0" brushRef="#br0" timeOffset="213704">12655 4479 13125,'5'3'5198,"-2"-1"-1710,-3-2-3404,14-31 202,-10 23-17,10-19 354,-13 38-455,-1-1 528,-5 12-399,0-11-135,-2 2 353,0-6-375,5-5 225,-8-15-315,6 3 62,-8-21-11,7 3-50,1 0 94,4-16-106,3 23 34,10-18-56,0 24-17,4-1 0,5 11 11,2 3-11,21 14-17,0 4-27,8 17 38,-19-5-28,-7 20 23,-24-13 0,-8 3-460,-3 2 1,-6 2 461,-10 11 1,-6 0-683,-7-9 1,-2-3 695,5-9 1,1-2 5,2-4 0,-2-3-292,-6-6 1,2-3 386,-1 0 25,2-10 1,5-9-48,18-13 675,0-15-726,17 5 1345,2 7-1361,8 5 977,0 8-1011,10 4 17,-5 5-11,13 10-123,-1 7-365,-3-1 1,2 2-253,13 8-907,-8-5 0,1 0 1658,21 6 0,-19-7 0,-3-5 0</inkml:trace>
  <inkml:trace contextRef="#ctx0" brushRef="#br0" timeOffset="213889">13296 4790 21987,'1'-7'3720,"-1"2"-3367,0 5-247,0 0-78,-26 20-33,12 10-71,-4-2 1,-1 2-278,4 20-1266,3-14 0,-1 0 1619,-5 14 0,3-8 0,6-19 0</inkml:trace>
  <inkml:trace contextRef="#ctx0" brushRef="#br0" timeOffset="215262">13742 4762 16162,'6'-45'509,"0"0"1,-1 4-1,-1 6 2434,-4 10-2663,-4 6 1194,-4 6-1362,-7 6 717,-6 4-807,-5 9 2839,3-1-2850,-13 21-11,12-3 28,-4 6-28,9 9 12,12-11-7,1 8-22,12-11 34,4-8 67,7-6 67,3-8-11,2-10-5,0-10-23,1-12-28,0-7-6,-2-4 17,-1 3 85,-6 7 32,-6 10-16,-4 9-162,-5 8-51,-5 3 17,-2 8-3369,-5 8 3369,-1 11-42,0 15 31,6-9 11,4 4-11,11 1 5,5-4 12,11 12-23,2-13 17,2-8 28,-2-9 3360,-1-7-3360,0-12 85,5-10-74,4-12 6,2-8-12,-3-6 1,-6 0-6,-8 1 22,-8 5 12,-6 6-23,-8 6 6,0 6-28,-2 6 5,2 4 0,3 3-16,2-2 0,4 0-1,7-2-10,7-1 16,3 0 6,-2 2-6,-3 1-11,-3 1 5,-1 2-16,7 1 6,-4 1-1,10 3-5,-8 4 0,3 5-1,-5 3 7,-5 3 10,-5 4-3402,-4 6 3397,-2-8-6,-2 7 29,1-6-23,0-5-6,7 4 17,4-13-5,10 0 3380,7-4-3369,4-7 11,2-4 22,8-18 1,-14 5-12,-1-9 11,-19 0-38,-4 10 10,-6-12 0,2 11-5,-2-8-6,4 2-16,2 2 16,4 5-11,1 6 0,-1 6 11,1 4-11,4 2-11,-2 2 11,16 2 0,-10-1 11,20 2-11,0 1 0,-6 1-11,6 5-6,-21 4 12,-1 6 5,-8 5 11,-8 4-11,-10 10-6,1-11-27,-7 22 5,13-26-112,2 24-381,16-11-952,17 11-1219,-7-24 1,4-2 2012,0-4 1,0-1 0,10 3-1,-14-12 1</inkml:trace>
  <inkml:trace contextRef="#ctx0" brushRef="#br0" timeOffset="215840">15081 4357 17333,'-2'-5'5467,"0"0"-1109,2 5-4162,-9-53-163,7 40 29,-8-39-6,13 56-23,1 1 68,11 9 17,11 3-54,0 1 1,3 3-32,0 1 1,0 1-188,2 1 0,-2 2 182,0 7 0,-6 4 28,-12 12 0,-5 1-45,0-8 0,-6 1-508,-10 3 1,-7 3-1,-5-3 364,-3-7 1,-4-4 0,-4 4-91,0-3 0,-5 4 0,-2 1 0,2-2 0,4-4 1,1 0-1,3-4 0,-2 0 0,-9 6 0,1 0 0,-1 0 1</inkml:trace>
  <inkml:trace contextRef="#ctx0" brushRef="#br0" timeOffset="218211">18164 2990 23304,'8'-40'700,"1"0"0,-1 3 1,-1 8-236,-5 21-286,-1 2 168,-1 2-274,0 2-62,0 1 0,3 9 12,4 10-7,5 19 18,2 21-437,-7-21 1,-3 2 416,0 7 0,-2 1 8,-6 5 1,-3 2-40,-2 2 1,-3 0-245,-4 0 1,-1-1-1519,1-1 1,-1-1 1778,4-10 0,1-4 0,-2 11 0,8-25 0</inkml:trace>
  <inkml:trace contextRef="#ctx0" brushRef="#br0" timeOffset="224722">19658 2762 15681,'-34'2'750,"-1"0"1,-19 4-208,55 2-67,5 1 17,7 1-128,12-1-108,14 0-33,20-2-467,-21-3 0,3-1 273,8 0 1,3 0-691,5 0 1,2 0 674,-17-1 0,2-1 0,0 0-4,2 0 0,2 1 0,-1-2 11,4 1 1,-1-1 0,2 1-435,3-1 0,1 0 1,1 0 446,3 0 1,1 0-1,2 0-485,-13 0 0,0 0 1,2 0-1,0 0 468,4 0 0,1 0 0,1-1 1,1 1 1,-8 0 0,0-1 0,1 1 0,0-1 1,2 1-297,3-1 0,1 0 0,1 1 0,0-1 0,1 1 283,-6-1 1,0 0-1,1 1 1,0-1-1,0 0 1,1 1-130,3-1 0,1 0 0,0 1 1,0-1-1,1 0 0,0 1 139,-7-1 1,0 1 0,1-1-1,1 1 1,-1 0 0,0-1-1,1 1-66,0 0 0,1-1 1,-1 1-1,1 0 0,0-1 1,1 1-1,2 0 96,0 0 1,2 0-1,2 0 1,1 0 0,-1 0-1,-2 0 1,-1 1 0,-3-1-57,2 0 1,-4 0 0,-2 0 0,0 0 0,2 1 0,3-1 43,-4 1 0,3-1 0,2 0 0,1 1 0,-1 0 0,0-1 0,-4 1 0,-2 0 15,9 0 0,-4 0 1,-2 0-1,1 0 1,2 1-21,-1-1 1,2 0 0,2 1 0,0-1 0,-1 0 0,0 1-10,-3-1 1,0 0-1,-1 1 1,1-1-1,-1 0 1,-1 0-12,-2 0 0,0 0 1,-1 0-1,0 0 0,1 0 1,0 0-7,5 0 1,2 0 0,1 0-1,-2-1 1,-1 1 0,-4 0-4,6-1 0,-5 1 1,0 0-1,3-1 63,0 1 1,2 0-1,2 0 1,-3 0 0,-5 0-90,8 0 1,-6 1 0,3 0-94,-6-1 0,2 0 0,1 1 1,-1 0 150,0-1 1,0 1 0,-1-1-1,-6 1 1,13-1 0,-7 1-1,-7-1 1,-1 1 0</inkml:trace>
  <inkml:trace contextRef="#ctx0" brushRef="#br0" timeOffset="227357">26782 2963 13334,'0'-4'8441,"0"1"-7315,0 3-1059,-8-29-56,6 22 40,0-11-40,7 27 17,7 18 11,-4 1 28,0 11 17,-3 6-28,-6 2 0,-4-2 12,-4-5 10,-1-7 101,1-11 342,4-8 319,2-9-218,3-8-370,0-9-101,0-13-67,-2-28-67,2 12 2,-2 2 1,0 2 20,-2-1-12,0-7 5,-1 22-50,2 14-50,1 3-6,0 14 73,2 1 0,2 34 6,0-17-1719,0 11 0,0 2 1708,0-5-223,0 6 1,0-1 227,-1-8 5,1 21-5,-2-34 230,1 5-79,-1-16 213,1-13-297,-1-6 3178,-1-28-3195,0-6-33,0 14 0,-1-2-12,2-1 1,-1-1 30,0-2 1,0 2 689,0-9-670,-1 4-62,0 33-44,0 0 22,2 13 28,-1 9-12,1 3 35,6 42-46,-2-15-92,2-1 1,-1 2-1004,-3-10 1,0-2-2748,2 22 3865,-2-7 0,-2-36 0,1 0 0</inkml:trace>
  <inkml:trace contextRef="#ctx0" brushRef="#br0" timeOffset="229378">18194 4721 21657,'8'-46'812,"-1"0"0,-1-1 1,-6 8-444,-11 19 40,-14-8-230,-8 15-162,3 4 0,-25 22-23,25 0-310,-19 15 330,17-5 0,0 3 0,4-1 0,0 1-234,-13 11 1,1 4 210,6 1 1,4 0-466,9-6 0,4-2 457,0-2 0,6-1 0,13 17 17,32-15 0,11-8-27,-11-16 0,1-7 52,-1-7 1,-2-6 13,-1-5 0,-1-3 12,15-19-7,-16-5 1,-4-4-10,2-8-367,-10 8 1,3-8 0,-4 6 359,-5 11 0,-1 0 61,2-16 1,2-7 0,-3 8-43,-4 17 1,0 3 383,2-24 0,0 3-162,-4 7-67,-2 2-107,-2 18-146,-1 15 305,0 12-242,4 26 1743,-1-3-1747,3 14 1,-1 6-12,-2-10 0,-1 1-336,2 19 1,-2 0 340,-1-14 1,-2-1 2,-2 9 1,-1 2-12,-2 0 1,0-1-9,1 0 0,1-1 0,0 2 0,3-4-3,5 3 17,14-10 28,-5-26 0,15-4-16,-1-26 7,-2-5 1,1-4-4,-3 0 1,-1-3-329,6-7 1,-2 0 339,2-11 371,-15 17 0,-2 2-275,-3-4-63,0-5 12,-6 18 106,-4 9-190,1 5 0,-2 6 0,3 13 730,-1 13-747,3 12-17,4 8 173,1-9-358,9 12-789,2-3-1087,1-1-241,-1-6 2347,-5-18 0,-9-14 0,1-3 0</inkml:trace>
  <inkml:trace contextRef="#ctx0" brushRef="#br0" timeOffset="229564">18623 4382 19487,'-22'-24'-4752,"-1"1"0,-5-4 5318,53 59 0,-9-10-1,-6-7 1</inkml:trace>
  <inkml:trace contextRef="#ctx0" brushRef="#br0" timeOffset="229933">18833 4584 20016,'0'-10'4408,"0"3"-3725,0 7-492,0 0-158,13 22-21,-4 8-12,12 24 0,-6-1 11,1-3 6,1-11-6,-6-15 281,0-10-12,-2-18-51,2-13-22,5-19-27,2-13-379,3-9 257,-10 27 1,1 0-14,5-15 73,5-12-96,-11 27-33,2-3-118,-5 18-140,-2 15-296,4 11-746,0 16 23,0 2-6537,11 24-2006,0-18 9818,1 5 1,-8-22 0,-10-12 0</inkml:trace>
  <inkml:trace contextRef="#ctx0" brushRef="#br0" timeOffset="230099">19398 4677 15709,'0'-3'8256,"0"0"-5209,0 3-2890,-17-38-157,13 30-17,-12-23 6,17 46-73,3 10-319,4 7-1015,0 5-4149,0 3 5567,-3-8 0,-4-12 0,-1-10 0</inkml:trace>
  <inkml:trace contextRef="#ctx0" brushRef="#br0" timeOffset="230289">19585 4332 20638,'-4'-5'3702,"1"2"-3708,3 3-705,-22-8-2407,25 32 3118,-18-6 0,24 12 0,-4-12 0</inkml:trace>
  <inkml:trace contextRef="#ctx0" brushRef="#br0" timeOffset="230712">20073 4735 21203,'0'-3'3518,"0"1"-2493,0 2-672,-49-60-112,20 43-205,-1-16 1,-2 5 148,-16 32-118,13 9-50,-7 2 5,2 23-22,18-6-22,-3 15 10,15-10 1,16-8 11,11-9 34,15-12 5,7-18 23,5-13 27,-3-21-50,-22 16 1,-2-3-323,-3-4 0,-2-3 333,-1-3 1,-3-1 19,-2 0 0,-1 1-101,-2 2 1,-1 2 254,-3-21 134,-5 15-319,2 22-67,-2 7-11,6 18 671,1 13-643,4 18-54,1-1 1,0 5-155,1-1 1,-1 1-201,1 2 0,0 0-892,-2 3 1,1-1 1310,1-4 0,0-3 0,1 17 0,2-9 0</inkml:trace>
  <inkml:trace contextRef="#ctx0" brushRef="#br0" timeOffset="231063">20393 4722 21679,'2'-5'4499,"0"1"-3155,-2 4-1384,6-48 24,-1 47 16,4-42-6,9 58 17,-1-12-11,5-2 73,2-11-28,-10 0 246,16-41-117,-21 25-51,6-22 67,-22 31-22,-5 8-32,-14 0-136,6 7 0,-19 18 0,20-1 0,-16 26 0,17 13-46,5-9-145,12-10 1,9 1-1569,18-1 1,9-3 1192,-4 0 1,1-2 0,2-2-1,-2-5 1,3-2 0</inkml:trace>
  <inkml:trace contextRef="#ctx0" brushRef="#br0" timeOffset="231845">21046 4452 21489,'-3'-46'1439,"0"-1"1,0 6 0,0 9-1132,0 15-252,1 11-11,1 8 28,1 25 16,0 16-22,1-5 1,-1 4-648,0 6 0,-1 3 610,-2 8 1,-2 1-29,2-17 0,-1 0 0,0 0-85,-1 2 1,0-1 0,0-1-89,-1 7 1,3-1-1320,7 13 0,9-3 994,8-25 0,1-3 1,-7 3-1,1-5 0,21-3 1</inkml:trace>
  <inkml:trace contextRef="#ctx0" brushRef="#br0" timeOffset="233348">21024 4359 20589,'10'-45'1348,"1"0"0,-2 4 0,1 7-675,6 13 39,-3 5-191,-4 3-67,-4 4-146,-3 4-128,-2 1-124,0 2-43,0 1-25,-3 11 7,0 7 22,-5 18 2,-3 7 1,-2 5-15,1-3 1,-2 2-485,1 0 0,-2 3 0,1-2 486,1-4 1,-1-1-1,1 1 2,0 1 1,0 1-1,1-1-15,1-1 1,1-1 0,2 0-101,2 3 0,3 1 0,3-3 25,7 9 0,4-3-278,0-4 0,6-3-193,11-8 1,5-6-1578,-4-9 1,1-3 2128,3 0 0,-1-1 0,9-1 0,-21-10 0</inkml:trace>
  <inkml:trace contextRef="#ctx0" brushRef="#br0" timeOffset="236799">21462 4608 22347,'-10'-45'700,"-1"1"0,1 0 0,6 5-387,19 3-195,3 0-90,5 6 0,-3 12-23,24 5 1,-8 8-17,14 1-40,1 24 7,-20 6 16,6 7 11,-17 10 22,-20 8 1,-11 1-6,-6-2 45,-27-6-23,20-24 68,-22 10 89,23-20 62,0-2 185,8-23-359,9 6 51,3-17-62,8 12-23,9-4-27,0 5-6,13 2-11,-1 7 5,11 4-5,16 12 0,-6 6 11,0 4-28,-2 16 28,-28-7-14,-15 1 0,-9 0-3,-27 11-122,10-19 1,-4-3 23,-14-2 0,-2-6-233,-13 2 194,22-7 0,2-1-1464,-10-8-8213,27-21 7455,3 8 1,10-8 0,3 18-1</inkml:trace>
  <inkml:trace contextRef="#ctx0" brushRef="#br0" timeOffset="237021">22178 4750 26099,'-25'51'-1035,"0"1"0,2-12 0,-1 1 0,1-8 1035,-11 6 0,-5 4 0,24-26 0</inkml:trace>
  <inkml:trace contextRef="#ctx0" brushRef="#br0" timeOffset="238191">22581 4434 21411,'13'-46'1293,"1"0"1,-1 5 0,-5 7-884,-7 20-158,-2 5-252,1 4-56,-2 6 33,0 10 34,-5 14-5,-6 21 5,4-16 0,0 2-176,-1 3 0,-1 1 170,1-1 1,0 0-6,3-3 0,0-1 5,0 22 12,10-13 45,12-12-6,1-15 61,16-12 23,-1-18-16,13-13 58,2-12 9,-2-3-96,-13 10 319,-1-8-257,-18 25 134,1-10-251,-11 22-164,-1 2 113,-1 21 0,-2 40-73,-3 5-101,0-17 0,-1 4-905,-4 2 1,-2-2-348,4-13 1,-1-1-1485,-2 6 0,0-1 2921,-4 5 0,7-22 0,1-1 0</inkml:trace>
  <inkml:trace contextRef="#ctx0" brushRef="#br0" timeOffset="238379">23076 4823 24155,'0'-3'2745,"0"0"-2588,0 3-275,-4 26-761,-12 13-2079,3-5 1,-2 3 2106,-2-1 1,-1-4 0,-5 13 0,7-19 0</inkml:trace>
  <inkml:trace contextRef="#ctx0" brushRef="#br0" timeOffset="240040">23463 4678 11106,'2'-6'7153,"0"1"-3289,-2 5-3214,0-67-477,0 44 14,0-17 1,0 3 761,-1 23-602,-1-2 33,1 8-301,-5 1 916,3 6-1051,-9 4 39,-15 17 17,5-2-1707,-4 6 0,1 1 1701,3 1-14,1 2 1,3 2-20,8 2-6,2 11 29,11-19 16,9-3 28,4-11 3476,14-3-3392,-2-13 44,5-11-5,-6-13-78,-8 1 146,2-19-147,-13 22 141,4-26-101,-11 30-45,1-5-44,-2 16-12,0 6-134,0 4 106,-1 17 11,0 4 6,-1 10-11,-1 7-6,0 5 17,2-6-11,4 17 0,4-26-3403,9 8 3402,1-16 7,13-6 44,19-16-11,6-9-6,1-6 14,-26 0 1,-5-3-14,0-1 55,9-29-44,-26 30 3414,-1-17-3398,-13 14 0,1-1-16,-3 4-17,2 2-12,5 7-5,-1-5 0,4 8-44,3 1 16,0 5 0,6-2 0,-3 5 28,9 1-6,-4 4 6,9 4 6,-8 1-6,3 6-12,-1 9 7,-2 3 27,-3 1-16,-7 8-12,-2-11 12,-4 12-17,1-15 5,0 6 6,1-16-11,5 8 28,3-16-12,4 1 29,7-8-12,14-14-39,6-7 34,12-13 17,-7 1-12,-12 6 62,-3-1 67,-17 3-111,-3 5 32,-16-10-44,-5 13 23,-9-6-40,5 8 51,2 0 10,8 4-38,2-3-40,2 5 6,5 3-11,3 4 0,7 1-6,9 0 17,7 1-5,5 1 5,1 1 11,0 3-28,-2 4 17,-7 2-34,5 17 23,-16 0 6,1 15-29,-13-11-240,-22 22-62,5-24-1835,-5 3 1,0 1 2170,4 4 0,-4-2 0,17-16 0</inkml:trace>
  <inkml:trace contextRef="#ctx0" brushRef="#br0" timeOffset="240429">24588 4176 23993,'27'-42'944,"0"1"1,0-1 0,-3 10-603,-13 22-292,0 0-72,-8 10 39,-2 11-17,3 33-9,-1-2 1,-1 5-1,0 9 1,0 4-529,-1-12 0,-1 3 0,0-1 425,-2-1 0,0-2 0,0 1-318,-1 3 1,-1-1 0,-1 1-1032,-2 0 1,0 0 0,-1-1 1460,0-6 0,-1 0 0,1-5 0,-1 3 0,1-5 0,-4 5 0</inkml:trace>
  <inkml:trace contextRef="#ctx0" brushRef="#br0" timeOffset="244474">26483 4317 16605,'0'-38'3680,"0"0"0,0 7-3277,1-11 0,-1 0 343,0 20-601,0 5-156,0 6-112,0 13 106,1 4 45,3 15 0,2 29-28,0-7 11,-5 5 1,-1 1-253,-5-3 255,-1-2 0,-3 1-3,-1-14 0,-1-2 0,-7 20 73,-3-3 174,15-36-96,1-1 51,7-25-202,1 3 253,8-30-239,-1 13 0,1-2-8,1-1 0,1-1 5,6-13 0,2 0-19,-3 13 0,0 2-1155,11-18 1146,-5 20-27,2 19 21,-5 7 1,9 3-11,-3 12 11,-2 9 5,3 12 1153,-4 21-1156,-19-22 1,-4 2 5,-7 5 0,-3 0-164,-2-7 0,-1-2 178,-15 11 84,10-21 23,11-14-45,2-12-6,12-26-56,8-11-5,5-7-1,-5 21 1,2 2 11,20-23-17,0 6 356,-5 9-384,-9 19-16,-11 12 16,5 6 22,-4 12-56,4 10-38,-3 1-376,5 13-779,-2 0 79,1 0-3740,-1-2 1,0-1 2891,-3-6 1,9 16 0,-20-39 0</inkml:trace>
  <inkml:trace contextRef="#ctx0" brushRef="#br0" timeOffset="245478">27318 4383 17720,'1'-3'5584,"0"0"-3993,-1 3-1619,4-27 28,-1 20 67,14-20-17,3 27 12,13-4-6,-6-1 286,11-14-196,-20 6 156,11-23-156,-19 10-74,0-5 119,-7-2-68,-8 14-67,-1-3-11,-11 9-73,1 9 17,-4 1 5,-9 17 6,6 5-17,-10 15 6,14-6-51,-1 21 40,13-22 22,0 26-22,11-18-18,8 11-38,23 5 22,7-13-85,-12-19 1,2-4 152,30-3-1,-29-12 0,-1-2-28,18-7 45,-18-5 0,-3-5 67,2-13 12,5-15-46,-23 14 74,-12-9-51,-9 18 5,-4-7 18,-2 12 5,3 4 174,4 5-174,2-6-56,5 4-28,2-4 22,2 4-27,1 4-23,2 3 0,1 1-17,0 2 6,16-2-17,4 0 28,19 0 39,2 1-45,-1 1 6,-6 6-16,-11 2-1,-13 7 28,-8 6-11,-7 6 11,-3 7-33,-1-4 11,-1 17 33,4-12-33,7 15 16,7-12-10,6-8 5,-1-9 78,-2-11 1,-2-15-35,5-13-27,7-16 17,6-11 5,-6 8 34,-11 12 0,-1 0 78,-1-5-28,2-13-33,-13 13 5,-7 2-34,-1 3-38,-2 5-1,1 7-5,0 3-17,3 8-11,0 0-124,1 4 147,-2 3-18,1-2-11,-2 3 23,2-3-1,-1 0-10,1 0 10,-1 0-21,1 1-63,0 0-156,0 2-387,0 2-733,4 4-1266,4 2-2269,6 1 4890,2 1 0,-5-7 0,-3-2 0</inkml:trace>
  <inkml:trace contextRef="#ctx0" brushRef="#br0" timeOffset="246431">28630 4139 26250,'-8'-33'311,"1"0"0,-9-19-305,3 50 16,-8 6 6,-21 13-50,2 6 16,0 3-33,11 3 28,16-3-1,3 6-10,8 0 11,9-4 5,6-4 23,8-8 17,-3-7 150,13-9 12,-10-9 45,7-9 62,-9-6-1,-5-2-89,-3 1-51,-3 4-33,-4 8-123,-1 6-29,-2 4-33,-1 4 11,0 11 34,0 15 22,2 26-14,-1-13 1,0 3-854,0 12 0,0 4 845,-2-14 0,-2 2 0,0 1-25,-2 4 1,0 2-1,-3 0-22,-3 2 0,-3 0 1,-3 1-1,-1-9 1,-4 1 0,-1-1-1,1-4 43,1-1 0,1-4 0,-4 0 20,-8 5 1,-3 0 0,0-12-154,-1-17 1,1-6 152,-19 2-55,4-48 38,45 7 1,8-5-6,4-13 1,9-4-398,4 10 1,6-4 0,3 1 0,0 2 362,3-3 1,0 3 0,3-2-26,0 3 1,2-2-1,2 0 1,-1 4-205,5-2 0,0 3 0,-3 3 86,2-1 1,-1 1-403,1-1 1,3-1-1,-7 4 181,-13 13 1,-2-1-611,19-16 0,-3 0 232,-4-3-406,-2-2 846,-16 13 515,-10 14-45,-6 10 5435,-1 5-4527,0 7 1075,0-4-1910,-1 5 24,2 0-158,-1 0 134,5 11-128,-3-10 156,8 10-94,-5-12 162,6 2 16,-1-8-5,13-9-219,-5 0 146,16-23-168,-20 14 168,7-17 308,-16 13-392,-2 4 62,-10 2-90,-16 11-90,4 1 1,-17 11-12,19 1-22,-13 30-34,14 12 28,0 2-218,18-8 0,6-1-834,6-2-743,8-1 0,5-1 1812,17 0 0,-7-5 0,-12-18 0</inkml:trace>
  <inkml:trace contextRef="#ctx0" brushRef="#br0" timeOffset="246908">29808 3912 27006,'-5'37'112,"0"0"0,1 6 0,-1 5 0,1-4-971,1-5 1,0 2 838,-2 4 1,-1 8-1,-1 1 1,0-8-85,0-1 1,0 0-1686,1 15 0,1 8 1,5-9 1788,5-18 0,3-4 0,-3 9 0,2-7 0,8-13 0</inkml:trace>
  <inkml:trace contextRef="#ctx0" brushRef="#br0" timeOffset="247729">29975 3958 15009,'1'-4'6586,"0"0"-5795,-1 4 1012,16-64-1361,-11 41-8,4-19 1,0 2-32,-6 22-67,1-5-89,-3 11-85,0 5-100,-1 4-74,-1 2-4,-3 7 21,-6 8 12,-2 3 28,-23 32-34,11-17-360,-6 10 1,-2 3 381,11-15 1,1 0-15,-5 6 1,1 3 11,-3 10 0,2 1-14,9-10 0,1 0-391,1-1 1,-1 2 0,2 0 384,-1 12 0,5 0-3,0 0 1,4 0 7,4-1 1,3-1 3,4-2 0,4-1-280,3-2 1,3 0 262,2-2 0,3-2 16,3-2 1,3-3 11,1-2 0,4-4-15,0-4 1,3-4-48,0-7 1,0-4-194,20 0-852,-22-15 0,-1-7 1076,0-6 0,-3-1 0,12-4 0,-3-6 0</inkml:trace>
  <inkml:trace contextRef="#ctx0" brushRef="#br0" timeOffset="250563">30160 4359 18447,'22'-50'1428,"0"0"0,-2 1 1,-7 8-819,-14 11 135,-5 4-639,-1 16 125,-8 6-209,-2 16-16,-5 2-1,-11 25 12,0 8-12,11-14 1,1 2-329,-1 11 0,2 1 320,6-8 1,2-2 2,0-1 0,6-2 78,29 24-33,-6-37 67,37 7 208,-9-35-149,-7-13 1,0-6-80,-10 1 0,-3-4-241,6-14 0,-4-2 185,-15 15 1,-4 0 50,0-8 0,-4-1 50,-6 4 0,-2 0-53,-2 2 0,-2 0-17,-3 1 1,-3 3-18,-11 0-50,2 13-50,3 9 610,-5 31-733,6 5-482,-3 30-4758,11 3 2584,6-8 2893,3 4 1,3-35-1,-1-2 1</inkml:trace>
  <inkml:trace contextRef="#ctx0" brushRef="#br0" timeOffset="250774">30620 4452 26110,'-6'-10'-95,"-1"16"22,-1 32-868,-1-2 0,-2 1-1826,-2 3 1916,1-3 1,0-4 0,4-12 0,-1-1 0</inkml:trace>
  <inkml:trace contextRef="#ctx0" brushRef="#br0" timeOffset="253315">31045 4116 23215,'18'-30'179,"-7"11"-146,-14 27 1,-2 5 16,0 0 40,1-4 151,1-3 246,1-4-241,1-1 264,-1-6-292,-1-5-43,0-9-19,1-7-111,1 4 0,5-8-67,3 8-29,5-2-61,7 9 34,0 9 50,-1 8-62,7 20 22,-10 4 63,4 8-57,-13 27-72,-15-7-46,4-21 1,-2 0 100,-9 3 1,-4-1-349,-9 0 1,-2-2 451,0-1 0,-1-2 23,-5 1 0,1-6 148,-7-5 0,16-16-152,15-8 30,7-11 247,17-11-287,2 0 778,14-3-823,1 15 16,-5 6-27,17 7 16,-18 5-288,14 7 0,2 3-480,-3 0-69,7 3 0,0-1-457,-3-5 637,11-3 1,-1-2 0,-17-2 0,29 0-1</inkml:trace>
  <inkml:trace contextRef="#ctx0" brushRef="#br0" timeOffset="253482">31519 4382 11441,'1'-9'9695,"-1"2"-8025,0 7-63,0 0-1585,13-26 1,-8 27 5,9-12-11,-13 43-34,-2 0-1031,-3-1 1,-1 3 1047,-8 20 0,2-5 0,3-18 0</inkml:trace>
  <inkml:trace contextRef="#ctx0" brushRef="#br0" timeOffset="254148">31871 4114 22873,'21'-49'780,"-1"1"0,-1 5 1,-6 9-579,-11 20-270,-1 8-117,-1 5 118,-2 13 101,-2 12-17,-3 19-12,-3 13-10,3-7-4,2-12 1,2 0-3,1 9 16,4 15 12,3-27 56,6-15-17,-2-10 96,14-23-52,-1-8 29,12-16 42,-13 12 0,-1 1-3,6-10-23,3-1-100,-19 25-67,-5 7-1,-3 6 29,1 9-12,3 28-22,0 0-291,1 24-1205,-5-10-3897,0 7 5421,-2-8 0,0-20 0,0-14 0</inkml:trace>
  <inkml:trace contextRef="#ctx0" brushRef="#br0" timeOffset="254337">32399 4450 19395,'0'-5'4805,"1"0"-3870,-1 5-1041,-3-1-891,-2 21 997,-7 20 0,6-10 0,-1 6 0</inkml:trace>
  <inkml:trace contextRef="#ctx0" brushRef="#br0" timeOffset="255537">32853 4205 24531,'0'-40'540,"0"-1"1,-2-22-401,-4 50-56,-5 7-62,-9 0-50,-6 4-11,-5 9 6,0 4-1,4 10 34,8-3-50,0 15 16,10-9-5,0 12-6,9-10 6,10-5 16,8-8 35,9-5 4,8-10-4,3-8 16,1-8 11,-6-5 22,-7-1 23,-11 2 0,-7 6-56,-6 6 28,-4 3-78,1 5-17,-2 0 16,1 4 7,0 4 10,-1 6 12,-2 7-6,-4 7 28,-3 3-17,-2 2-34,1 0 12,2-3 6,5 0 5,5-11 16,8 1 57,27-13-22,13-11 10,2 0 1,5-19-29,-31 10 46,15-26-34,-21 11 11,1-14-6,-13 16 6,-6 5-34,1 11 6,-2 3 0,2 7-22,0-1-28,3 1 16,11 0-11,-1 1 0,13 0 12,-5 2 5,9 4-6,-8 1 1,-3 1 38,-9 0-33,-4-1-22,2 1-1,0 1 18,-2 1 10,-2 6-5,-1-4 0,-2 4 23,-5 4-12,-1-1-17,-4 10-5,1 0-6,2-8 23,2 4 11,4-12 5,2 0 1,2-6 55,10-7-39,-2-4-28,15-9 6,0-4 34,17-15-51,-13 10 106,4-10 40,-25 17-46,-5-6-44,-15 3 12,-7-2 38,-7 0 56,1-3-111,10 8 16,3-1-50,9 9-28,5 0 11,6 4 0,1 2 11,14 7-17,-7 2-5,3 2 0,-2 5 11,-4 0 0,4 5-23,8 9 7,1-1-18,6 7-11,-10-10-240,-3 7-1446,-18 6-2834,-13 3 4565,-11 0 0,2-20 0,6-10 0</inkml:trace>
  <inkml:trace contextRef="#ctx0" brushRef="#br0" timeOffset="255829">33541 3761 26872,'21'48'2,"-1"0"0,0-2 0,-3 3-1009,-5-5 1,-1 2 0,0 1 996,0-3 1,0 0 0,0 0-57,1 1 1,-1 2 0,-1-1-339,-2 0 1,-1 1 0,-3-2-382,-1 9 1,-5-3-874,-7-4 0,-6-3 1658,-7-9 0,-2-5 0,-2 4 0,-4-3 0</inkml:trace>
  <inkml:trace contextRef="#ctx0" brushRef="#br0" timeOffset="307787">8471 5590 10310,'0'-4'9023,"1"0"-7136,-1 4-615,0-69-337,-1 40-613,1-13 0,0 1 82,-2 18-152,1 5-135,1 6-117,0 6-28,1 7 39,1 12 1,3 11-7,0 12 12,0 11 5,-4 6-16,-8 7-305,-2-2 276,-4-4 23,3-7 11,5-16 51,3-3 117,1-18 337,1-1-51,0-11-9,0-10-366,-2-11-6,-1-14 0,-1-11-6,0-9-11,0-4-11,3 4-17,0 9-27,2 13-1,0 13-34,0 10-49,-1 9 55,3 22 6,0 6 11,0 10 5,-1 26 1,-5-12 2,2-14 1,-2 1-9,-1-2 0,0-2 0,0 4 179,-1-2-50,5-30 111,0-14-217,2-2 16,2-26-17,1-4-5,1-16 34,0-1 44,-3-1-56,-1 24 6,-2 6-34,0 24-28,-1 4 17,-1 10-17,-1 10 6,2 14-17,0 10-11,1 10-191,0 8-778,0-9 1008,0-8 0,0-2 0,0-13 0,0 23 0</inkml:trace>
  <inkml:trace contextRef="#ctx0" brushRef="#br0" timeOffset="310154">2305 6230 8259,'-7'0'4941,"2"0"-1827,5 0-308,0 0-2290,-30-10-259,16 8-94,-22-7-119,27 10-66,3 1-62,4 0 123,4 1-16,2 0 38,10 2 51,10 1-22,4-1-29,3 0 169,12-3-45,-7-2 33,21-2-112,-15-2 87,9-5 1,1-2-121,3-1-303,-15 4 0,6-2 0,-4 1 289,1 1 0,-2 0-17,14-2 0,2 1-9,-1 0 1,0 0-15,1 1 1,-2 2-14,-12 0 0,0 2 24,21-1 1,-3 1-17,-29 3 1,1-1 1,13 1 1,7 0 0,-7 0-3,-14 1 0,0-1 10,12 1 1,7 0-1,-7 0 4,17 0 26,-17 0 0,6 0 0,-6 0-3,19 0-8,-15 0 0,7 0 0,-6 0-27,-14 1 1,0-2 14,19 1 1,8 0 0,-8 0-18,-15 0 0,0-1-496,17 1 1,8-1 0,-5 0 514,-6-1 1,0 1-12,-3 0 1,4-1 0,-4 1-383,-1-1 0,-2 1 394,9-2 0,2 1 27,4-1 1,0 0-36,-19 1 0,1 0 0,-1-1-1,19 0 1,1-1 16,-13 0 1,2 0 0,-3 0-21,5 0 1,0-1-8,-2 1 0,4 0 0,-3 0-381,-8 0 1,-2 1 0,-1 1 373,7-2 1,1 1 2,-6 0 0,3 0 0,-3 1-10,0-1 1,-1 0 12,19 0 0,0-1 385,-15 2 1,-2 0-384,-2 0 1,0 0-17,0 1 0,-3 0 11,22-1-8,-18 2 0,0 0-3,16 3 5,-16-1 1,-1 1 0,12 3-1,-23-1 1,1 0 574,29 3-575,0 0-5,-6-1 17,-3-1-11,-26-3 11,34 0 11,-31-2-17,8 0 0,4-1 11,15-2-8,-13 1 0,1-1 212,-4 0 0,-2 0-220,23-2 2,-18 2 0,-2 0 711,9 0-711,-9 1 1,-3 0-4,-2 1 513,18 0-485,-23-1 12,16 0 5,-2-1-16,7-1-12,6 1-14,-26 2 1,0-1 19,21 1 19,-11 2 1,1-1 138,19 2-167,-11 0 1,1 0 19,6 0-22,-16-1 0,-3 0-6,0-1 6,5 0 0,4-1 225,-14 0 0,1 0-236,18 0 0,1 0 2,-8 0 0,0-1 0,2 1 1,1-1-4,0 1 1,0 0 0,-1 0 0,0 0 2,-2 0 0,-3 0-5,-10 0 0,-1 0 5,9 1 1,0 1-9,-6 0 0,-1 0 2,1 0 1,0 0-3,-4 0 0,0 0-117,6-1 0,-1 1 117,11 0 3,-7-1 1,7 1 0,-4 0 1,2 1 1,-2 0-259,14 1 0,-1 0 267,-14 0 0,-4 1-14,13 2 0,-10 0 12,-3-1 605,-10-2-639,12-1 16,12-1 12,6-1-67,-21-1 0,-1 0 67,-4 0 0,-1 0-4,1 0 1,-1 0 8,30 0 335,-5-2-340,-3 0 5,-1-1 6,2-1-12,-23 1 1,1 1 11,4-1 0,2 0-215,5-1 0,-1 0 203,-6 2 1,0-1-413,10 0 0,2-1 401,2 1 1,2 0 5,-1-1 0,2 1 5,4 0 1,1-1-9,-3 1 0,-2-1-14,-15 1 1,-1 0-161,7-1 1,2 0-4482,1 1 1,-1 0 4657,16-1 0,-27 2 0,-5 1 0,-11 0 0</inkml:trace>
  <inkml:trace contextRef="#ctx0" brushRef="#br0" timeOffset="310987">12515 5977 20515,'-53'-4'1069,"17"2"-912,44 3 134,14 2-21,3 0 83,25 0-269,-12-2-23,2-2 1,2-2 16,16-2-5,-7 0 0,1-1-23,-14 0 1,-2 1 7,5-2 1,-1 0 199,19-4-6,-23 4-129,-9 2 118,-21 4-56,-5 1 324,0 0-352,6-1-129,8-2-140,6 0 112,14 0 0,-19 1 0,2 2 0</inkml:trace>
  <inkml:trace contextRef="#ctx0" brushRef="#br0" timeOffset="314182">2827 6364 10035,'7'-2'7349,"-1"0"-4957,-6 2 643,0 0-2122,-11-43-465,10 22-106,-7-34-51,11 35-22,-1 3-79,-1 5-78,-1 6-117,-1 4 5,0 9 5,1 7 6,-1 10-16,4 7 5,2 7 0,2 2-6,2 12 6,-4-17 29,-1 9-18,-4-25 28,0 0 96,-1-9 55,-1-7-44,-1-10-51,-1-7 34,0-26-96,1 9 18,2-26-1,3 14 79,1-17-79,0 22 45,-1-2-27,-2 28-52,0 3-27,-1 9 11,-3 15 11,-1 13-17,-1 7 1,0 4 5,2-7 0,0 1 5,-1 13 1,0 1-3,4-11 0,0-2 3,-1 9 5,2-1 73,0-33-11,0-2 106,2-18-95,4-23-3448,-1 0 3381,5-15-210,-2 16 1,1 0 209,7-22-3,-4 14 0,0 1 14,0 1-6,-4 7-27,-7 27 10,-1 2-16,-3 18 3199,-1 6-3188,-7 28-6,3-13-195,-4 25-1497,7-11 1149,2-13 1,1-2 0,0 5 0,2-4 0</inkml:trace>
  <inkml:trace contextRef="#ctx0" brushRef="#br0" timeOffset="315347">2634 7946 11234,'2'-11'6816,"-1"2"-3836,-1 9-2375,0 0 291,-19-62-302,8 31-323,-3-15 1,-1 0-126,4 15 246,-11-17-213,6 30-112,-5-3 23,-7 19 39,-17 27-29,-7 8-83,25-12 0,0 2 0,-2 5 0,2 3-303,0 3 1,3 2 290,0-1 1,2 2-40,-1 6 1,8 0 55,20 8 12,16-15-12,15-20 23,15-22 5,-22-6 1,0-2-17,19-11 13,-11-8 1,-3-5 22,-14 7 0,-4-1-37,10-18 1,-1-3-1015,-6 1 0,-2 1 992,-3 9 1,-1 0 21,0-7 1,-2 0-165,-5 8 1,-2 3 183,1 6 1,-2 1 128,-5-4 0,-2 5-65,0 13 466,-6-4-572,8 17 2020,0 5-2019,10 19 621,1 11-628,5 9 6,-6 0 1,-2 1-7,-1 8-496,-3 10 1,-2 4 490,-2-26 0,-1-1-9,-1 16 1,1-1-172,-2 8 158,7-3 11,8-24 11,8-2 11,12-14 6,-3-19 990,5-15-973,-8-20-1,-1-11-16,-6 3 2,-5 12 1,0-1 47,3-10 17,6-13 222,-8 24-206,-4 11-21,-4 10-51,-2 7 0,-3 19-28,-2-1-6,-5 34-27,2 8 27,-2-6-8,8-14 0,5-3-490,18 7 39,-2-7-4179,27-10 4644,-21-25 0,1 1 0,-15-3 0</inkml:trace>
  <inkml:trace contextRef="#ctx0" brushRef="#br0" timeOffset="315553">3014 7468 19580,'-1'-6'3898,"0"1"-2285,1 5-1468,-19-60-150,14 45-57,-14-38-291,18 69-140,3 3-7348,16 27 7841,-1-15 0,4 3 0,-10-20 0</inkml:trace>
  <inkml:trace contextRef="#ctx0" brushRef="#br0" timeOffset="315936">3304 7604 25478,'-12'-46'442,"3"20"-408,12 61-23,-1 14-6,0 10-11,-1-28 1,2 2 13,5 7 1,3 0 25,7 9 94,11-3 46,-9-46-56,1-20-3342,5-36 3285,-8 11-14,-4 5 1,-2-1-92,3-16 119,-6 24 1,-2 0 64,3-20-33,-4 18-63,-5 13-44,-1 10-16,-1 7 3246,3 9-3566,5 10-752,5 14-3326,5 15 4414,-1 0 0,-6-13 0,-4-12 0</inkml:trace>
  <inkml:trace contextRef="#ctx0" brushRef="#br0" timeOffset="316137">3854 7676 26704,'-7'-18'-22,"-1"15"-23,3 42-493,-3 7-1271,-1 4-280,2-10 1026,2 5 0,4-34 0,0 4 0</inkml:trace>
  <inkml:trace contextRef="#ctx0" brushRef="#br0" timeOffset="316330">4090 7404 19070,'-5'-4'4178,"0"1"-3769,5 3 101,0 0-628,-44-23-464,40 32-1547,-31-9 2129,53 48 0,-8-22 0,-2 2 0</inkml:trace>
  <inkml:trace contextRef="#ctx0" brushRef="#br0" timeOffset="316798">4428 7712 20358,'0'-5'4436,"0"1"-4140,0-27 1,-1-7 152,-7 12-326,4-13 0,-6 3-16,-16 25 33,-20 15-118,11 4 29,-19 18 16,19 4-56,-4 13-2134,20-13 0,2 1 2123,-3 11-229,5 18 229,15-35 0,22 13 28,5-25 5,20-9-21,0-25 27,2-19-17,-26 14 1,-2-4-4,3-16 1,-4-2 1412,-6 13 0,-1-1-1423,0-7 0,0-5 1,-2 5 37,-2 6 1,-1 2 635,3-10 0,-1 2-470,0-7 44,-7 25-66,-4 3-62,-2 12-90,-2 9-22,2 10-17,0 4 318,0 20-330,2 9 9,0-11 1,1 3-12,-1 3 0,1 2-196,4 12 0,2-1 11,-4-16 0,3 0-560,5 12 0,4-3-1783,12 6 376,-9-21 1,2-2 1863,19 13 0,-16-20 0,-7-9 0</inkml:trace>
  <inkml:trace contextRef="#ctx0" brushRef="#br0" timeOffset="317146">4776 7721 15104,'1'-6'7522,"-1"2"-4407,0 4-2818,-11-60-92,6 48-160,-8-33 33,14 60-56,6 7 199,9-12-199,8-6-5,3-10 0,2-7 44,0-18-55,-11 7 44,-3-13 90,-17 8-95,-2 6 45,-13-3 128,-10 17-162,4 2 45,-12 9-17,14 9-39,-5 9-28,6 8-17,7 8 5,6 6-106,15 18-369,10-7-90,7-2-1647,18-4 1359,10-15 0,-18-7 0,1-9 0</inkml:trace>
  <inkml:trace contextRef="#ctx0" brushRef="#br0" timeOffset="317363">5461 7265 22839,'-5'-5'3451,"1"2"-3104,4 3 582,0 0-817,-60 84-1058,48-49 1,0 4 939,-10 10 1,-6 7-1,8-1-35,12-10 0,6-1 0,0-1-80,-2 11 1,4-1-726,7 8 1,9-3 845,10-16 0,2-3 0,-12-9 0,2-2 0,25 12 0</inkml:trace>
  <inkml:trace contextRef="#ctx0" brushRef="#br0" timeOffset="321129">8421 6421 10074,'-2'-6'6990,"0"0"-3862,2 6-977,0 0-1927,-7-56 308,5 35-432,-5-37 507,8 50-563,2 7 265,4 6-269,2 8 880,2 11-831,-4 12-22,-4 11-25,-9-12 0,-2 0-19,-2 16-12,-3-14 1,-2-1 16,-4 15-17,3-10-5,4 1 16,11-27 146,-1-2 230,2-9-337,3-28-5,0-2-17,1-28-3,-2 15 1,-1 0 25,1-22 5,0 16 0,-1 2-22,2 4 28,2-5-34,-2 25-33,2 0-12,-3 11 28,3 8-22,3 19 6,-2-2 0,3 25-6,-6-2 0,0 3-6,-6 0 0,-2 1 12,0 10-12,0-16 1,1-1 22,0 14-17,2-29 22,2 6 252,0-22-134,0-11-106,1-4 11,2-21 5,1-7-16,2-21-15,-1 15 1,0-1-14,3-18 8,-2 18 0,-1 2 14,0-1 28,-1 2-34,-3 17-33,-2 14 11,0 10 11,-2 12-17,0 21-10,1-4 27,-2 29-9,2-26 1,1 0-9,0 0 1,0 2-4,0 5 1,-1-1 3,-1 17 10,1-16 12,-6-1 73,3-23 156,-7-12-212,5-11 11,0-31-6,5-10-17,7 2 1,2-2-240,-2 14 0,0-1 239,10-22 1,1 5-6,-3 13 22,7-16-28,-15 45-50,-2 5 28,-18 30-919,-16 29-1517,-1-1 2149,10-14 0,2-4 0,7-10 0,2 0 0</inkml:trace>
  <inkml:trace contextRef="#ctx0" brushRef="#br0" timeOffset="322856">5443 7315 10976,'1'-3'7124,"1"1"-3881,-2 2-2419,-9-37-594,6 27 179,-5-28-152,8 36 180,0 1-174,1 11-128,-3 0-12,-2 10-39,-3 0 11,-4 1-39,3-3 135,-3 13-35,4-4 7,-2 12 55,2 6-134,3-15 73,-2 15 0,0-14-11,-3 10 16,-3 8-94,3-15 44,-1 11-17,6-16-45,0-1 73,1 11-83,2-18 122,-1 20 23,2-14-146,-1 1 11,0-5 57,1-1-51,0-2 5,3 9-38,-1-10-3292,14 14 3291,-7-18 34,15 15 12,-5-16-18,8 3 17,11 3-50,-13-8 17,11 5 3397,-16-8-3398,4 2 18,-1-4 10,11-3-94,1-8-79,2-1-795,5-13-3670,-6-6 4577,5-5 0,-13 9 0,-12 7 0</inkml:trace>
  <inkml:trace contextRef="#ctx0" brushRef="#br0" timeOffset="358010">6135 7561 11077,'0'-4'8262,"0"1"-6386,0 3-649,1-62-925,-1 45 180,-1-45-359,-2 61-73,-1 4 219,-19 24-168,7-8-17,-16 19 134,-6 10-145,13-16-20,0 5 1,2 0-49,8-5 18,-4 24-12,21-26 95,22 7-5,9-13 5,22-7-55,-14-12 94,10-11 169,-11-14-180,-8 2 253,-2-26-179,-24 12-119,1-7 202,-15-8-139,-3 15-40,-9-13-73,4 18 62,-7-11-57,12 18 1,-9-15-45,3 11 0,2 6-45,-11 0-1450,-6 16-796,4 3 2291,-13 11 0,29-5 0,-1 1 0</inkml:trace>
  <inkml:trace contextRef="#ctx0" brushRef="#br0" timeOffset="359550">6601 7808 11273,'1'-3'9830,"0"0"-6621,-1 3-2184,20-65-800,-14 49-91,5-21 0,-2 10-106,-11 31 68,-7 17-96,2-4 0,-17 35-196,6-9-761,4-10 1,-1 2-1632,-4 16 2588,-3 4 0,14-33 0,0-1 0</inkml:trace>
  <inkml:trace contextRef="#ctx0" brushRef="#br0" timeOffset="361494">7239 7628 10651,'0'-4'9097,"0"0"-7194,0 4-681,-14-63-46,9 30-935,-3-6 0,2 1 100,7 11-223,1 12 5,5 5-17,-3 12-66,-1 3 88,-3 26-49,-7 2-39,-1 10-18,-9 9-16,2-3 8,6-19 0,0 1-14,1 4 0,1-2 11,-2 16 6,3-8-6,5-19 218,1-14-128,0-3 129,3-17-163,0 1 84,5-35-84,-2 4-42,-2 10 1,0-3-1,-1 4 0,-1-2 25,0-9 1,-1 1 55,1-14-55,-1 0 55,-1 35-83,0 14-12,1 3 6,1 9-17,4 20-17,-1-5 22,3 28-5,-5 10 0,-2-27 0,0 0 12,-1 31-10,-1-29 1,0-3 3,-2 5-6,0 8 11,2-26 73,0-9-11,1-12 0,1-20-51,1 2 3,1-12 0,1-5 15,4-20-368,-2 15 0,-1 0 350,-2 7 1,0 3-1,1-16 23,-3 9 11,-2 22-67,0 5 11,-1 8 0,0 13-6,-3 16 707,1 9-763,-2 17-476,1 5-262,2-7 800,1-2 0,0-2 0,0-14 0,1 26 0</inkml:trace>
  <inkml:trace contextRef="#ctx0" brushRef="#br0" timeOffset="361767">7610 7898 26306,'16'-32'62,"-4"30"-353,-18 49-838,-2-12 0,-2 2-3,-9 6 0,0-2 0,-4 6 0,-1-2 0</inkml:trace>
  <inkml:trace contextRef="#ctx0" brushRef="#br0" timeOffset="363518">9403 7416 27718,'47'-31'554,"-12"5"-456,-23 61 0,-6 18-79,-2-13 1,-2 0-693,2 8 1,-1 3 668,-5-9 1,-1 1-1,-1 0-580,-3 18 0,-4 1 382,1-11 1,-2 3-1,-2 1-2256,0-8 0,-3 1 1,-1 0-1,2-5 1274,-6 16 1,0-6 0,-2 2 0,2-12 0,13-27 0</inkml:trace>
  <inkml:trace contextRef="#ctx0" brushRef="#br0" timeOffset="404253">11149 6213 11435,'0'-4'8934,"0"1"-5461,0 3-3244,-23-54 102,18 40-225,-18-41 73,23 55-22,0 0-123,0 3-17,0 5 27,0 8 12,-1 18-44,0-7 16,-2 22-23,0-23 34,0 31 1,2-20 16,0 17-40,1-15 7,0-14 44,0-4 135,0-16 364,0-4-465,0-7-12,-2-9-10,-1-11-7,1-7-21,2-6-29,2-1 34,0 0 11,2 3-39,-1 4 17,-2 8-34,0 9-27,0 9 16,-1 12 33,0 19-38,0-1-23,2 23 28,-1-8-9,2-3 1,0 3 2,2 23 12,0-1 11,0-22 22,-4-28 84,0 0-33,-1-13-62,0-18-12,-1 2 24,-2-26-12,-1-1 8,1 9 0,0-2-24,-2-15 13,1 13 0,-1 4-8,0 9 11,-5-10-28,6 29-45,-1 4 39,2 23 1,2-2 5,0 27 22,3-2-33,1 14 14,1-20 0,0 0 2,1 11-5,2 16 0,-3-31-28,-1 1 90,-1-13 61,-1-11-33,-1-14-12,0-24-56,0 1 12,2-30 0,3 9-15,0 14 1,0 0-15,2-10 12,-1-3 11,-6 37-39,-1 0 5,-6 36-402,1 9-3746,-1 9 4154,4 10 0,3-37 0,0 8 0</inkml:trace>
  <inkml:trace contextRef="#ctx0" brushRef="#br0" timeOffset="406361">10777 7697 6685,'4'-5'8716,"-1"1"-2973,-3 4-4965,-9-62-82,2 39-478,-1-14 0,-4-1 545,-13 15-668,6 6 764,-16 1-780,10 21-62,-2 0 27,-22 29-32,24-12-18,-4 9 0,0 3 6,8-2-3,3-2 1,4 2 2,7 7 0,7 6 5,12-10 18,18-10-1,-5-13 40,18-13 67,-6-25-90,-5 1 3,-13 0 0,-1-4 59,1-22-48,-9 17 1,0-4-657,0-13 1,-1 1 652,-3 15 1,-1 1 97,1-13 1,-1 4 164,-2 0 46,-3-6-281,-2 23 17,-3 8-89,3 15 11,3 19-6,8 19-17,0 20 3,-4-19 1,1 0 1101,-1 21-1108,-3-20 1,-1 1-3,1 1 0,0-2-6,2 25 11,2-20 1,2-3 10,4-8-5,4 4 23,8-29-12,0-21 0,4-4 3,-4-10 0,-2-2 3,2-4 2,-2 0 1,0-2 25,1-15-11,-4 10 106,-7 0 200,-13 31-290,-2-1-27,-1 12-34,-5 13 11,3-1 0,-4 21-17,6-4-22,1 19 27,5-13-122,10 19-73,-2-32-734,13 15-4011,3-19 4952,-4-3 0,-3-5 0,-12-9 0</inkml:trace>
  <inkml:trace contextRef="#ctx0" brushRef="#br0" timeOffset="406551">11060 7263 24279,'8'-28'-7411,"-4"7"5996,8 52 0,-8-18 0,0 2 0</inkml:trace>
  <inkml:trace contextRef="#ctx0" brushRef="#br0" timeOffset="406943">11221 7521 25287,'32'8'163,"-6"11"-163,-23 20 22,3 20 12,2-19-18,1 1 7,1-19 190,4-18-57,1-13 18,10-12-45,-7-4 319,10-30-191,-13 12-128,3-10 95,-8 7-17,-4 10-111,-3 3-91,2 5-72,-3 19-90,5 9-420,4 12-78,2 4-4493,8 23 5148,-1-7 0,-4-2 0,-4-12 0</inkml:trace>
  <inkml:trace contextRef="#ctx0" brushRef="#br0" timeOffset="407135">11732 7506 17557,'1'-3'7629,"-1"1"-6150,0 2-1423,10-43 11,-8 38-67,7-27 0,-11 54 11,-1-1-593,-4 23-399,4-19 981,-3 30 0,4-40 0,1 9 0</inkml:trace>
  <inkml:trace contextRef="#ctx0" brushRef="#br0" timeOffset="407319">11904 7314 21444,'-3'-5'3355,"0"0"-3030,3 5-1484,-11-36-6100,18 47 7259,-10-29 0,14 42 0,-4-10 0</inkml:trace>
  <inkml:trace contextRef="#ctx0" brushRef="#br0" timeOffset="408101">12285 7494 21651,'-3'-3'3983,"1"0"-3215,2 3-656,-67-48 78,27 44-148,-4-16 0,1 5 8,1 40-16,19-1-23,-1 23-16,16-20 5,2 5 0,4 1-45,13 4 28,12 9 6,14-24 22,7-14 34,-1-19 0,-2-16 16,-6-19-132,-18 16 1,-2-1 92,6-24-217,-8 7 1,-3-2 253,-4 17 0,-1-1 50,1-13 0,0 2 182,-2-10 196,-8 13-380,1 21-74,-2 7-27,4 16 181,1 3-198,6 22 517,2 5-554,0 3 1,0 2-54,2 12-6,-4-18 1,0 1-684,0 1 1,1-1-791,11 18 647,-5-15 1,4-3-1947,24 4 2358,-10-19 157,7-11 633,-17-17 50,0-2 1428,6-21-189,-11 8-108,5-13-290,-10 13-689,-5 9 419,-8 4-588,-7 10-61,-7 7-90,-3 6-95,1 8-22,7-3 11,12 4-17,14-10 17,28-2-51,-9-10 0,26-14-16,-23-8 44,5-13-16,-11-9 11,-11-3 16,-11 10 102,-11-9 38,-17 26-5,-4-4-33,-9 21-89,8 11-46,1 17 0,9-1 0,0 26 0,10-3 0,4 17-191,4-29 1,4 1 66,4 2 1,4-2-569,7 1 0,3-1-2725,4-1 1,2-1 3416,-1-5 0,-1-3 0,9 5 0,-18-14 0</inkml:trace>
  <inkml:trace contextRef="#ctx0" brushRef="#br0" timeOffset="408726">10568 8272 17843,'0'-3'5719,"0"1"-3305,0 2-2352,-45-43 190,24 58-157,-32-38 28,33 60 0,5 13-72,-6 2-1713,-2 4 1,1 2 1677,11-28 1,1 3-13,-2 16 0,0 8 0,2-7 119,4-14 1,3 0-263,5 15 1,4 6 0,8-9-621,10-17 0,6-6-157,6 9 1,3-4-1295,2-12 0,3-7 2025,-2-3 1,-2-4 0,4 2-1,1-3 1</inkml:trace>
  <inkml:trace contextRef="#ctx0" brushRef="#br0" timeOffset="412325">11154 8437 22554,'-1'2'1618,"-3"-1"-1422,0 6 168,-12 1-218,0-4 78,-10 1-151,11-3 78,-1-4-44,11-6-34,0-7-12,4-9 18,6-12-35,-1 10 147,11-16-135,-10 26 28,11-14-67,-8 21 16,27-3-27,3 21-6,3-1-9,-8 15 1,-6 9-9,-14-2 0,-8 5 11,-7 7 1,-6 6 0,-2-4-591,-3 1 1,-6-2 597,-9-3 0,-7 2 0,1-6 0,0-8 1,-1-4-403,-11 5 1,-1-2 413,18-11 0,0-3 53,-24 1 17,41-27-39,7-13 11,16-17-22,12-4-20,-3 20 0,3 3 30,15-9 1016,-2 11-1054,-7 18 980,-5 15-1076,15 18 23,-10-2-199,-7-4 0,0 2-1291,14 9-2983,-6-9 0,2-1 4540,17 10 0,-7-8 0,-26-17 0</inkml:trace>
  <inkml:trace contextRef="#ctx0" brushRef="#br0" timeOffset="412517">11690 8744 26547,'24'-7'39,"-6"20"-716,-23 34 677,-6-11 0,-1 0 0,-2 4 0,-6 1 0</inkml:trace>
  <inkml:trace contextRef="#ctx0" brushRef="#br0" timeOffset="414100">12815 8637 21758,'0'-8'3585,"0"1"-2986,0 7-162,0 0-431,38 15-213,-28 18-900,6-5 1,-4 2 1106,-16 2 0,-5-2 0,-4 12 0,1-17 0</inkml:trace>
  <inkml:trace contextRef="#ctx0" brushRef="#br0" timeOffset="417051">13462 8454 14208,'1'-3'7063,"1"0"-4856,-2 3-1390,-11-61-615,6 41 53,-3-18 0,-1 2-138,4 25 253,-1-6-235,4 13-74,-2 1 23,-4 11 0,-10 10 0,-12 15-22,-9 9-28,-1 6-12,7 0-22,12-4-3403,21-2 3403,8-18 22,23-3-5,6-16 14,0-9 0,2-4 30,16-8-33,-21 2 0,-4-3 67,-8-16-39,-10 5 112,-18-22 3404,-5 14-3332,-7-11-105,4 21 150,2 8-195,8 12-68,0 1-22,4 10 12,2 6 4,1 3 18,2 21-17,-3-3 5,0 19-22,-3-15 11,0 18-11,2-27 0,8 17-5,3-26-23,35 4 17,-5-17 8,-1-8 0,0-4-383,6-8 397,5-12 51,-17-13-23,-12 3-11,2-15 33,-22 7-33,-6 17 23,-11-1 16,1 15-17,-2-1-27,5 3 402,5 1-369,3-1-45,4 1 45,9-8-44,3 6-18,9-5-5,2 6 11,-8 6 0,6 0 5,-11 5 1,20 0-12,-5 2 6,5 2 6,-1 10-6,-16 3 0,1 4-28,-13 8-6,-18 9 46,-3 4-12,-9 7-12,11-19 29,5 9 0,15-15-17,9 7-17,13-13-5,11-6-1,7-6 29,-8-6 11,15-12-12,-23-4 29,13-20-12,-21-5 6,-7 0 6,-9 0-6,-7 13-17,0 3 17,-4 4 39,0 3-27,1 5 10,-2-5 0,2 7-10,0-4-29,3 8 6,1 1-12,3 3-10,9 0-7,10-1 24,27-2-12,-10 2 5,24 0 1,-24 3-1,3 4 1,-13 3-12,-15 11 12,-7-1 5,-9 13 6,-2-3-11,-4 10-23,3 4-168,2 6-1002,15 7 1187,2-20 0,3-2 0,2 6 0,7-3 0</inkml:trace>
  <inkml:trace contextRef="#ctx0" brushRef="#br0" timeOffset="440802">12079 8428 23618,'11'-10'515,"-2"4"-403,-9 9 106,1 4-122,-1-3 94,-2 3-5,-1-1-17,-4 0 17,-1-1 151,-2-3-252,4-4 39,-2-8-16,6-5-12,0-8-67,3 3 134,8-13-44,-1 12 16,9-11-106,-7 17 17,8-1-22,-7 11-12,32 2-11,-19 6 0,29 10 5,-25 10-21,-3 33-18,-18-11-238,-16-2 0,-9 1 272,-7-6 0,-7 0 7,-2 2 1,-4 3-1,2-3-690,-4 3 0,0-3 685,5-6 0,-2 1 0,5-6 59,-9 4 34,7-6 23,31-32 201,37-25-240,-2 1 21,-2 8 1,1 1 34,9 2-63,6 3-27,-6 14-202,0 20-341,-14 0 498,9 24 0,-26-29 0,5 8 0</inkml:trace>
  <inkml:trace contextRef="#ctx0" brushRef="#br0" timeOffset="441917">14638 8013 10875,'0'-3'7433,"0"1"-1328,0 2-5495,-23-58-374,13 38 86,-7-16 0,-2 2 3,6 20-34,-8-4-252,11 10 57,-1 2-18,8 6 0,0-1 90,2 1-140,6 0 28,1 5 0,8 7-5,5 12 10,6 14-36,-4-2 1,0 3-589,-5-10 1,0 2 564,9 23 1,0 4 3,-7-12 0,-2 3-46,-2 1 1,-1 6 0,-1-4-635,1 4 1,-4 0 493,-7-4 1,-3 3 0,-6-4-614,-8 0 1,-10-1 792,-1-8 0,-7 2 0,-2 0 0,5-6 0,1 4 0,-1-3 0,-3-8 0,1 1 0,0-1 0</inkml:trace>
  <inkml:trace contextRef="#ctx0" brushRef="#br0" timeOffset="443961">12497 5969 9156,'-4'0'7298,"0"0"-4497,4 0-2381,-24-15-196,16 11-202,-17-11 62,25 15 51,2 0 900,18 0-469,-2-1-336,9-2 196,3-5-269,-10 2-107,5-3 23,-1 2-45,11-1-39,6 1 16,16 0-5,-14 4 6,18 1-442,-24 2 1,2 0 440,1 0 1,1 0-6,9 0 0,-1 0 0,-16 0 0,-2 0 3,6 0 0,-1 0-210,19 0 212,-23 0 1,2 0-6,3 0 0,0 0 0,23 1 0,-26-1 0,1 1-6,2-1 1,0 1-6,4 0 0,0-1 11,3 1 0,1-1-286,1 0 0,-1 0 289,-7-2 0,0 1 13,10-2 1,-1 0-28,9-2 22,-14 1 0,-1 0 12,-4-2-6,8-1 44,16-3-50,-25 5-8,11-2 0,1 1 245,-1 2-246,-1 0 1,3 1-11,-8 3 0,0 0 8,9 0 0,1 0-3,-3 1 0,0 1 6,-6-1 0,0 1 19,-5 0 1,-2 0-17,15 0 2,-16-1 1,1 0 30,19-3 3,-8-1 0,4 0-125,-3-1 1,-1 0 76,1 0 1,0-1 13,9-1 1,-2 1-9,-20 3 0,-1 0-6,14-1 1,-2 0-299,13 1 158,-19 2-3791,10 5 3937,-24-1 0,-1 0 0,-19-3 0</inkml:trace>
  <inkml:trace contextRef="#ctx0" brushRef="#br0" timeOffset="445401">15997 5885 23226,'-6'-54'1534,"2"10"-1192,4 42 599,0 1-862,1 9-46,-2-1 51,0 12-5,-2 2 66,0 24-78,2-9 9,0 6 0,1 2-439,1 3 377,1 4 0,-1 3-652,0-11 0,0 1 657,0 13 1,-2 4-7,-2-11 0,-2 2 0,-1-4-27,1 5 0,-2-2-173,-1-5 1,-2 3-1,0-3-4729,0 5 1,0-4 3486,1-9 1,1-2 0,-3 24 0,9-51 0</inkml:trace>
  <inkml:trace contextRef="#ctx0" brushRef="#br0" timeOffset="446443">15719 7739 12797,'1'-5'9359,"-1"2"-8569,0 3 386,-1-70-23,-3 36-923,2-7 0,0 2-95,-3 20-35,3 12-66,2 11-17,1 19 5,1 11-11,0 7 12,-1 12 27,-8 8-657,-3 1 624,-4-2 11,-4-18 146,3-17 78,3-7-140,2-9 11,9-19-56,0-13-31,5-8 1,2-2 2,1-18 66,3 6 1,2-2-81,0 7 0,0 1-22,-2 7 0,0 0-1,2-6 1,0 4 31,0 3-62,-1 5 33,1 11-10,-3 11 10,7 7 12,14 16-6,2 9-16,3 6-9,-17-2 0,-4 2 3,-1 21 125,-4-22 1,-4 1-121,-7-1 0,-4 0 17,-6-3 1,-2-2 16,-17 23 11,-7-9-5,16-29 50,5-13-12,10-27-60,3 4-1,9-13 0,5-1-5,3-1 19,8-3 0,2 2-14,-1 8-3,0 6 1,0 1-3,-7 11 234,13-4-246,-15 17-16,8 8 11,-6 3-40,16 22-61,-5-2-257,16 14-539,-4-4-856,0-2 235,-9-10-5506,-2 1 7035,-12-14 0,-4-3 0,-6-7 0</inkml:trace>
  <inkml:trace contextRef="#ctx0" brushRef="#br0" timeOffset="447635">16351 7786 24923,'14'-35'235,"8"2"-207,2 24 61,27-11 80,-13-1 133,5-10-89,-21 7-140,-19 6 106,-19 2-50,-3 7-28,-8-2-17,4 6-28,6 4-45,1 5 6,6 1 16,-7 16-16,5 1-11,-6 14-12,7-8 45,0 16-39,7-22 17,9 25-17,10-22-6,12-3 1,4-2 5,21-1-3,-14-8 0,1-4 20,14-13 34,-9-8 33,-8-12-51,-13 1 51,-1-18-56,-13 20 0,2-26 34,-9 23-6,0-10-17,0 9 34,8-2-40,-1 10 18,6 0 10,8 5-66,-7 6 33,26-5-62,-18 10 40,12 2 5,-13 8-28,-4 9 17,-6 8 6,-6 8 5,-3 6-17,-6 4 18,-1-7-29,-3 15-112,3-14 45,3 5-258,11-9-335,18-15 290,9-4 175,17-16 178,-2-14 45,-1-11 28,-7-8 73,-10-3 51,-10-2-46,-10 9 315,-6-12-147,-12 18-38,-5-10-51,-9 14-34,-1 7-72,3 5-79,3 6-6,6 2-5,0 15-5,5-4 10,-2 18-16,3-2 6,2 6 5,0-5 16,6 8-16,-2-14 0,4 9 12,-5-17-24,0-2 18,-3-7 11,-1 1-6,0-1-3364,-1 11 3376,0-5 16,-2 16-34,0-8-2295,-2 38 2284,2-27 3,1 5 0,0 0 3,1 9-16,-6 16 18,0-27 1,-3 0 658,-12 10 0,-2-2-653,7-12 1,-4-1-964,-21 14 0,-2-6 983,8-15 972,-1-5 0,6-12-1011,24-40 22,19-10-11,12-5-924,17 12 924,-14 19 28,20-10 0,3-1-28,1-2 7,-5 4 0,9-6 1,-9 6-5,-19 10 0,-4 2 409,15-8 0,-4-1-401,-7-14 2855,-20 25-2849,1-13 0,-8 18-34,0 2 1544,6-3-1840,8 4-326,11-1 225,1 3-1396,18 1-1892,-21 8 308,4 0 3394,-24 4 0,-5-3 0,-3 0 0</inkml:trace>
  <inkml:trace contextRef="#ctx0" brushRef="#br0" timeOffset="448243">17784 7707 13256,'-2'6'6906,"1"-2"-3041,1-4-3272,-25-4-78,18 3-178,-18-5-102,27 2-184,-1 1 44,2 0 39,-2 2 370,0 1-470,1 2-45,-1-1 33,2 2 56,3-1 62,12 0-89,-4-4 10,18-6-10,-4-6 16,9-10-5,0-9 5,-4-8 0,-8-4 84,-10 0-89,-10 18 78,-17 5-11,-11 18-17,-10 4-17,0 8-28,3 8-22,6 10-17,1 21-11,9-10-23,5-6 0,2 1-10,3 15-91,11-9 1,4-1-197,9 13-800,8-15 1,7-4 1102,3-10 0,0-4 0,12 10 0,3-7 0</inkml:trace>
  <inkml:trace contextRef="#ctx0" brushRef="#br0" timeOffset="448975">15586 8741 22873,'10'-49'898,"0"0"0,-1 6 0,-4 9-595,-9 23-175,-4 17 119,-13 33-158,4-1-481,1 3 1,-1 4 424,5-5 1,0 4-592,0 5 0,-1 5 1,2-2 554,-2 4 0,3 1-5,0-2 1,1 5 0,3-4-358,2 0 1,5-1-94,5-6 0,4 3 1,3-3-2341,11 8 1,5-6 2380,8-1 0,3-8 0,9-8 0,-17-19 1</inkml:trace>
  <inkml:trace contextRef="#ctx0" brushRef="#br0" timeOffset="451666">15905 9080 15289,'6'-6'7130,"-1"1"-6531,19-22 1,2-6 861,-16 1-1363,17-2 0,-7 2 172,-34 13-63,-6 18 23,-18 18-180,10-1 45,-14 27-62,25-16 1,2 1-26,1 3 1,1 0-9,0-1 0,3 2 14,7 4 0,5-1-14,4-1 8,4-3 1,3-3 8,7-6 33,11-6 1,2-3-18,-2-6 26,7-10 0,-1-6-20,-12-8 31,-2-10 0,-2-5 64,-7-14-170,-6 13 0,-3-1 182,-16-19-34,-14 9-34,-16 11-56,3 12-49,-22 3-1,25 10-56,-5 0-767,23 5 851,23 3 0,4 1 0</inkml:trace>
  <inkml:trace contextRef="#ctx0" brushRef="#br0" timeOffset="452577">16483 9204 20879,'1'8'3976,"-1"-2"-3606,0-6 118,0 0-443,13 30 5,-20-2-252,1 33-1117,-9-32 0,-5-1 640,2-1 1,0-2 0,-7 10-1,11-16 1</inkml:trace>
  <inkml:trace contextRef="#ctx0" brushRef="#br0" timeOffset="453868">16940 9175 19120,'-3'-55'1594,"0"0"1,0 5-1,3 5-955,9 7-180,-2 8-95,-3 9-111,-3 7-164,-1 7-78,0 6 12,0 11 10,0 14-21,-2 18-12,-3 17-129,2-25 1,-1 1 119,-1 9 1,0-2 25,-2 16-9,3-21 1,0-4 13,2-6-3291,-1 15 3336,2-28 90,1 3-56,1-28-51,5-11 6,4-19-45,5-15-8,-7 23 0,0-1 27,-1-10 1,0 2-8,1-16-1,-4 23 1,-3 2 200,-5 2-178,-1 3 3347,-4 13-3426,-5 27-66,4 22 4,-1 4-514,8 24-91,7-26-4215,5 12 1,3 0 2948,-1-8 1,-1-5 0,0-5 0,-7-22 0</inkml:trace>
  <inkml:trace contextRef="#ctx0" brushRef="#br0" timeOffset="454051">17311 9376 25214,'-15'26'-297,"4"-11"-1344,0 21 0,2 5 1641,-2 5 0,2-6 0,4-19 0</inkml:trace>
  <inkml:trace contextRef="#ctx0" brushRef="#br0" timeOffset="456434">17707 9065 23489,'43'-39'1187,"-10"8"-761,-31 31-230,-3 0-168,-2 0 11,-6 0-10,-4 0 21,-6 0-5,1 1 44,0-2 29,5-5-23,4-6-56,5 1 17,4-6-28,7 3-11,5-3-6,7 0 12,13 3-18,-9 7-16,12 2-11,-9 11-12,18 13 45,-15-2-17,-8 12 1,-7 2-6,-11-2 11,-13 12 0,-10 0-382,-4-16 0,-4-2 393,-14 11 1,-2 0-12,2-9 0,1-3 2,4-3 1,2-3 20,-17 4-12,24-12 39,17-14-27,12 0 33,9-12 45,4 3 61,9-6 6,3 0 708,4 3-820,0 5-34,2 6-28,1 6-10,4 9-152,1 7-902,2 10-3400,-2 6 4470,-8-3 0,-11-9 0,-10-9 0</inkml:trace>
  <inkml:trace contextRef="#ctx0" brushRef="#br0" timeOffset="456635">18175 9350 26329,'16'-4'-146,"-9"18"-986,-18 27-301,0 3 300,7-11 1,1-3 0,1-7 0,1 10 0</inkml:trace>
  <inkml:trace contextRef="#ctx0" brushRef="#br0" timeOffset="457801">18712 9129 15349,'1'-5'5988,"-1"2"-3686,0 3-1765,-15-62 21,5 42-410,0-14 1,-2 3 134,0 26-148,0 2 162,1 2-151,-18 14-129,11-4 28,-26 20-6,9-2-23,7-5 1,1 0-11,-9 9 5,1 8 17,32-20 34,28 0-51,-2-10 6,24-3-1,-13-9 1,0-3-33,27-4 41,-19 0 0,-1-3 65,13-11 16,-22-4-11,-16 1 6,-19 4 45,-9 4 5,-6 7 22,1 4-133,7 4-18,4 2-5,6 5 5,0 10-27,0-2-1,-3 16-5,0-4 11,-6 17 5,3-12-5,-1 12 51,5-15-40,11 7 17,5-9-17,6-5-56,9-8 29,12-8 10,-7-3 12,27-16 5,-35 3 6,20-19 61,-21 5-28,-2-6 12,-10 1-12,-12 0-55,-3 13 33,-5-4-23,3 11-10,1-8 16,3 7-11,6-7 56,6 5-28,7-4-50,5 1 22,6 3-23,-8 6 23,0 3 0,-12 6-11,0 1-11,-1 4 27,4 4 34,2 6-50,4 11 45,-6-6-23,1 22-50,-10-20 33,0 21-5,-5-14-6,-2 17 17,1-16 0,1 10 6,10-18-6,11-2 17,25-14-1,10-15-240,-21-1 0,-1-2 224,14-10 22,-3-12 18,-25 1 21,-9-15-10,-19 9-1,-23-4-16,-4 17-51,4 5 476,13 8-447,16 3-18,12 1 6,13-4 0,-2 5 22,14-1-10,-8 8-1,-6 1 0,3 7-56,-5 8 84,7 8-44,6 4 10,5 2 23,10 5 0,-6 0-50,1 7 5,-21-11-56,-16 19-44,-10-21-622,-13 26-4174,-1-9 4913,5-8 0,4-7 0,10-21 0</inkml:trace>
  <inkml:trace contextRef="#ctx0" brushRef="#br0" timeOffset="458044">19992 8834 23187,'0'-6'3590,"0"1"-3030,0 5-269,32-59-145,-14 43-96,11-4 0,1 8-16,-8 31 30,1 19 1,-3 12-427,-11-6 0,-5 4 0,-1 0 313,0 0 1,-1 1 0,-1 0-580,-2 4 0,0 0 1,-5-2-47,-4-8 0,-4-1 0,-1-3 674,-10 13 0,0-5 0,8-10 0,1-4 0,-1-5 0,-1 0 0</inkml:trace>
  <inkml:trace contextRef="#ctx0" brushRef="#br0" timeOffset="466314">8342 7739 9302,'2'-8'7270,"0"2"-6212,-2 6 2023,0 0-1737,3-71-1041,-5 48 38,-1-21 1,-4 2-34,-10 28-106,-9-6-102,1 11-27,-3 4-45,4 5 17,-13 14 45,-6 23-74,6-6-157,9 3 1,3 1 146,4-5 5,1 5 0,0 0-5,7-4 5,0 30-5,26-33 5,15 4 39,15-20-27,-3-12 33,-7-8 0,-1-5 45,10-13-37,-13 5 0,-3-1 88,4-18 4,-13-2 1,-11 4-73,-8 10 472,-12-3-377,2 17-50,-5-3-140,9 12 5,5 4 6,3 1 28,5 11-11,-1 5-11,2 16-12,-2 5 1,-3-4 16,-7 22-22,2-25-6,-3 25 11,6-25 12,13 6 39,5-17-12,20-8 6,7-19 12,9-11-12,2-11 6,-27 8 0,-2-1-1,6-8-4,-8-4 38,-20 12-5,-15-1-28,-3 1-20,-6 4 44,-5 7-11,12 6-15,-1-2-4,11 4-36,4-2 28,16-6 60,6-3 9,17-4-1,-2 3-26,-4 3-1,-8 4-27,-10 3 7,-6 3-27,-2 3-43,1 2-37,3 4-5,1 5 10,0 6-14,-3 5-14,-4 19 15,-6-9-7,-2 7 35,-2-5 26,4-11 4,5 8 10,6-12 25,8-6 43,5-8-60,5-13-5,8-8-18,-7-4 11,18-18 24,-20 10 45,7-13 2,-20 10-56,-9 4 35,-8 3-18,-3 4-16,0 5 33,0-7-38,4 5-1,7-8 0,1 8-45,15-1 34,-1 10 12,-1 6-12,-5 13 0,-11 13 0,0 5 0,0-4-23,10 14 6,14-1 6,-3-1-14,-3-14 0,1 1-255,9 15-379,-13-11 1,-2 0-999,5 19 1657,-16-12 0,-4-3 0,-1-9 0,-6 12 0</inkml:trace>
  <inkml:trace contextRef="#ctx0" brushRef="#br0" timeOffset="471290">4886 8884 15020,'0'-5'6900,"0"1"-5477,-13-58-499,3 31-582,0-9 0,0 0-3893,-1 9 3685,4 12 927,3 6-1044,3 10-17,1 5 34,2 10-18,3 25-4,0-5 4,0 31-21,-5-13-65,-3-16 1,-1 1 83,-1 0 0,0 0-17,-2 0 0,1-2 14,-3 26 3298,3-11-3303,6-20 39,1-10 117,3-15 51,2-19-168,-1 2 311,3-28-283,-5-3-42,-2 5 0,0-1-654,-1-18 648,-1 17 0,-2 1 14,-1-10-183,1 19 0,1 1 166,-1-8 1,2 2-29,1 29 12,2 2-12,1 9 633,6 23-616,-4-5-6,-1 15 1,0 3-22,-2 4 13,-4 12 0,0 2-320,0-5 320,-1-3 0,0 0-30,2 6 16,2 4 50,2-19 147,2-19-113,-1-14 45,-2-17-51,-1-14-21,-1-37-29,0 11 154,-1 7 1,2-1-163,0 12 0,1 0 2,0-4 1,0-1 22,2-21 23,-2 20 10,-2 16-78,0 12 23,0 9-6,3 11-11,2 12 404,4 13-409,2 16 16,-7-20 0,0 2-366,-1 4 0,-1 2 363,-3 1 1,-2-1 27,0 0 0,-2-1-11,-1-5 0,-2-2 3,-6 16 157,-3-19-124,6-18 12,-4-23-40,6-22-3,5-7 1,1-4-2,1 12 1,2-1-6,4-11 0,1-4 0,1 6 20,6-13-19,-2 10 0,-1 6-19,-4 19-12,-7 13 0,-6 27-11,-6 22 28,2 1-17,4 5 1,1 2-991,0 9 441,1 2 1,1 3 565,3-9 0,0-4 0,0-14 0,0-2 0,2 31 0</inkml:trace>
  <inkml:trace contextRef="#ctx0" brushRef="#br0" timeOffset="538310">20106 5730 24575,'0'0'0</inkml:trace>
  <inkml:trace contextRef="#ctx0" brushRef="#br0" timeOffset="549702">8320 6381 24575,'-7'0'0,"-2"3"0,2-2 0,0 3 0,-2-1 0,5 0 0,-4 1 0,0 0 0,-1 1 0,1-1 0,0-1 0,-1 1 0,1-1 0,-1 1 0,3-1 0,0 0 0,-1 0 0,1-1 0,1-2 0,4-1 0,2-2 0,3-1 0,1 1 0,0-1 0,0 1 0,1 0 0,3-2 0,-2 1 0,2-2 0,-1 2 0,1 2 0,-2-2 0,0 2 0,-3-1 0,1 0 0,0 1 0,0-1 0,0 1 0,0-1 0,1 0 0,0 0 0,-1 0 0,-1 1 0,-3 0 0</inkml:trace>
  <inkml:trace contextRef="#ctx0" brushRef="#br0" timeOffset="580249">1476 9665 5358,'-41'10'1004,"0"0"1,2-1-1,8-3 2035,19-3-2709,2-2 980,1 1-22,-12-1-498,8 2-169,-22 2 1658,16-2-1703,-5 1-121,12-3-259,7 0-140,5-1 117,10-3-49,5 0-74,5-2 17,9-1 62,13-1-95,-7 1 38,3 1 1,-1 0-28,0 0-12,12 0 1,0-1-801,-2 1 783,-9 2 1,2-1 42,4 0 0,2-1-6,10 0 0,3 0-25,-13 2 0,2-1 0,0 0 2,1 0 0,2 1 0,-3-1 3,-4 1 1,-2-1 0,1 1-1035,1-1 1,0 0-1,-2 0 1034,8-2 1,1 1 39,-3-1 0,4 1 0,-3 0-444,1 0 0,0 0 406,-4 1 1,3 0 0,-2 1-237,5 0 0,-3 2 248,-2 0 1,-3 1-32,-10 0 1,-1 2 213,14 1 0,-2 2-202,2 0-8,-2 1 0,1 0 41,16-1-5,-13-1 1,1-2-14,-8 0 1,-1 0-3,6-2 0,-2 1 3,-11-1 1,-3 0 33,26 0-17,-20 1 1,2 0-18,0-1 1,0 0-37,-2 1 1,0 0-1,5-2 0,0-1 860,21-3-879,-31 2 1,1-1 24,17-3 1,2-2 100,-7 2 0,0-1-132,-1 1 1,1 0 143,2-2 0,-3 2-121,6 0-3,10-2 19,-7 4-5,-3 2 33,0 2 34,5 0-28,6 0 1851,-10-1-1876,-10 0 0,0-1 960,3 0-966,5-1 0,-1 0 3,-6 1-14,2-1 0,2 1-14,2 1 616,9-1-583,-9 3-3221,5 4 3199,-7-2-123,-11 0 1,0 1 122,18 0-1091,-11-1 1,1-1 1091,16 2-738,-11 0 0,-3-1 749,-6 1 368,2 0 1,0 0-342,-7 0 53,5-1 1,1 0-14,-3-1-535,9 1 0,1-2 484,-1 0 14,13-1 1,2 0-21,-3 0-16,-13 0 0,6 0 0,-6 1-6,18 0 2,-19 0 0,6 1 0,-6 0 10,14 1-175,4 1 0,-1 1 175,-11 1 197,-10-2 0,8 0 0,-6 0-215,11 0-2,6 0 0,-1-1-9,-7-1 549,4 0 0,4-1-658,-7 2 1,0-1 21,1 0 1,-1 0 747,-6 0 1,0 1-656,4 0 0,-5 0 0,-8-1 0,-3 0 0,1 0 0</inkml:trace>
  <inkml:trace contextRef="#ctx0" brushRef="#br0" timeOffset="582423">4792 9935 21052,'-25'-24'1457,"5"5"-1194,16 19-168,1 3 129,-5 5 62,-6 9 100,-15 21-178,-3 1-133,11-14 1,1 1 36,-14 19-34,5 11-55,11-19 10,6 13-5,11-19 6,10 14 11,8-5-12,7-3 74,9-10 139,-3-17-67,2-12 40,7-23-147,-14 0 21,-4-3 0,-1-1-26,-3-1 48,-1-2 0,-1 0-37,-5 4 79,1-21-12,-11 22-10,-8-5-29,-6 3-16,-5 3-40,2 7 79,-4-5-51,8 10 12,-3-4-45,7 9 84,-5 1-85,5 5-16,-6-1-16,6 4-24,-4 4 1,0 3 11,-6 8-50,-2 6-740,-1 13-314,9-9 1104,8 13 0,5-27 0,6 3 0</inkml:trace>
  <inkml:trace contextRef="#ctx0" brushRef="#br0" timeOffset="590332">1580 9823 7368,'0'-5'8356,"1"1"-2726,-1 4-5030,-8-38 753,6 23-721,-6-31 22,9 38-362,-1-1 1577,1 5-1762,-1 0 78,-1 1-73,-1 2-79,-1 2-22,-1 3-22,-6 18 11,1 5-5,-6 20-12,2 4-11,-3 9-118,9-27 0,-1 0 157,0 0 0,0 0-3,1 4 1,0 0 2,-6 24-5,3-11 84,5-23 173,3-25-224,2-10 45,0-31-78,1 11 10,1-3 1,0-2 11,5-21-9,-2 20 1,0 0-8,4-18-361,-5 19 1,-1 2 342,-1 3-2993,0-22 3010,-3 37 1,1-5 38,-2 16-50,2 5 0,-1 2 11,1 11 635,0-1-635,1 37-61,1 3 56,0 0-6,2-3 3403,-3-36-3409,2 4 90,-2-14 79,0-3-119,-1-8-16,1-14-28,-1-13 28,0-17-33,0 4-1672,1 4 1,1 2 1682,0 6-499,2-22 499,-3 46-12,-1 2-5,-4 28 22,1-6-61,-10 45-112,0-7-962,6-22 1,-1 3 512,-2 6 1,-1 3 610,-1 13 0,1-1 0,3-22 0,1-2 0,-1 9 0,0 0 0</inkml:trace>
  <inkml:trace contextRef="#ctx0" brushRef="#br0" timeOffset="591433">1144 11253 22845,'-5'-47'625,"-1"0"0,0 1 1,-1 8-212,-5 16 13,-12-7-315,6 11 11,-10 2-90,13 13 18,-15 2-57,14 5 1,-19 18 5,8 16 0,9-6 0,0 2-6,2 0 0,3 2 9,1 2 0,2-1-20,4-1 0,3-3 1,2 11 10,7 2 6,8-30 129,7-2-68,-5-11 63,9-16-1,-6-15-34,-2-5 1,1-4-1032,5-19 974,-10 17 0,1-7 0,-2 6-4,2-19 36,-1 3 0,-1 2 26,-4 9 5,-3 13 0,-2 1 113,0-7 49,-8-11-184,2 24-28,-4 2-45,5 20-51,2 9 1049,3 11-987,1 6-22,5 22 5,-5-13 1,0 2 16,2 21-160,-3-13 1,-1 0 153,1 11-11,-1-18 1,1 0-12,6 14 6,0-11-6,6-18 17,-4-14 17,9-5 17,13-34-1,-4 1-13,-9 4 0,-2-1-3104,1-5 3112,-5 4 50,-6-2-16,-5 7 0,0-8-1,-5 12-5,1 5-28,-1 7-28,1 4-22,1 7 3425,0 5-3403,4 8-11,0 2 0,4 12 5,-4-10-11,7 33 23,-5-19 11,3 19-62,-4-20-308,0-6-95,-2-7-7046,8 1 6646,-2-12 0,-2 2 0,-4-9 0</inkml:trace>
  <inkml:trace contextRef="#ctx0" brushRef="#br0" timeOffset="591790">1390 10810 25612,'-19'-52'-1009,"6"22"-6782,21 57 7791,-1 2 0,2-3 0,-5-14 0</inkml:trace>
  <inkml:trace contextRef="#ctx0" brushRef="#br0" timeOffset="592191">1553 10996 16726,'5'2'4391,"-1"0"-524,-4-2-3806,-6-46 338,5 37-388,0-26 214,10 56-214,3 14 571,-1 9-582,-5-11 0,-1-2-6,3 12 6,0 12 0,-3-32 146,1 1-40,-1-13 146,-1-12-145,0-5 184,5-29-235,-3 10 16,4-11 1,0-3-50,1 1 38,4-8 1,1 0-17,-2 9-34,5-14-11,-13 35-39,-4 12-34,0 4-308,2 9-588,2 10-1338,4 11-5098,3 9 6557,0-1 0,-5-13 0,-2-12 0</inkml:trace>
  <inkml:trace contextRef="#ctx0" brushRef="#br0" timeOffset="592415">1981 11051 19305,'0'-3'5506,"0"1"-3837,0 2-1199,-6-65-195,5 47-239,-2-19 1,1 8 30,2 27-67,0 8-6,0 12 17,1 0-44,0 18-124,0-4-935,0 23 179,-1-19-2823,-1 13 3736,0-23 0,1-8 0,-1-6 0</inkml:trace>
  <inkml:trace contextRef="#ctx0" brushRef="#br0" timeOffset="592582">2143 10811 18891,'0'-6'4805,"0"1"-4866,0 5-2231,-31-11-463,26 17 2755,-20-3 0,29 10 0,1-1 0</inkml:trace>
  <inkml:trace contextRef="#ctx0" brushRef="#br0" timeOffset="593357">2431 11030 13469,'1'-7'5702,"0"2"-2356,-1 5-2248,0 0-874,-71-55 656,45 44-765,-27-10 0,1 9-70,30 28 448,-21 24-465,31-13 1419,1 19-1464,19-2 17,10-3 5,17-14 7,3-17-1,-7-8 11,2-13 107,-4-33-107,-8 10-119,-8-1 0,-2-4 153,-1-20-1271,-4 19 1,1 0 1225,-3 7 0,1 0 68,1-9 1,0 1 239,-2-6-55,1-5-164,-6 29 104,0 16-176,0 13 2545,1 3-2567,0 18-17,0-3-90,1 17 0,0 5-112,1 1-328,0 5 1,4 2-37,3-18 1,3-4 54,0-1 1,3-1-22,16 18-174,2-28 426,-10-16 342,10-21 44,-12 1 224,8-25-89,-15 17 1030,15-29-873,-17 30 352,5-15-43,-15 30-58,-3 0-559,-4 12-57,1 3 12,1 14-40,6-6 6,10 6-6,9-12-5,21-5 39,-11-6-11,17-14 11,-29 1 11,13-39-22,-21 24 5,-3-2 1,-2-2 55,-5-4 12,-7-5 33,-5 9 51,-10 11-85,2 12 96,-23 14-163,22 5 34,-20 17-33,18 21-29,5-6 6,0 16-76,11-19 1,2 2-253,1-1 1,2 1-2366,3 20 0,3 0 1483,0-17 0,2-2 1210,7 4 0,0-5 0,-2-9 0,1-2 0</inkml:trace>
  <inkml:trace contextRef="#ctx0" brushRef="#br0" timeOffset="593933">804 11946 19563,'2'-41'1491,"0"1"1,1 0 0,-2 8-311,-4 14-726,-1 5-254,-3 6-111,-5 16 16,-6 12-44,1 4 5,-14 27-45,11-14 8,3 0 0,-1 8 0,2-4-437,4-10 1,1 2 406,-4 18 0,-1 10 0,4-6-20,5-12 0,6 0-283,6 8 1,4 5-1,5-6-831,5-5 1,7-3 1133,4-7 0,5 0 0,-3-7 0,17 2 0,2-11 0</inkml:trace>
  <inkml:trace contextRef="#ctx0" brushRef="#br0" timeOffset="594474">1278 12042 25702,'-21'-37'280,"-3"17"-236,0 53-33,7-5 1,0 3-10,3-2 1,2 1 3,-10 28 2,20-22 1,6-3-26,11 0 17,15 14 6,8-34-1,2-11 29,-4-12 67,-8-10 33,-8-9 107,-10-25-191,-5 14 11,-6 7 1,-1 1 106,-4-10-72,-2 3-7,-2 9 169,-11 2-213,6 12-23,-6-5-11,10 16-44,3 6-63,-1 9-32,1 1-108,2 10-889,2 9-8543,3 26 9668,4-5 0,-1-5 0,3-27 0</inkml:trace>
  <inkml:trace contextRef="#ctx0" brushRef="#br0" timeOffset="594715">1598 12357 20442,'7'-10'4027,"-2"2"-2699,-5 8-85,0-60-885,3 40-251,-1-43-12,4 57-22,0 7-45,-1 4 39,5 12-28,-3 11-582,-7 35-2632,-5-29 1,-3 2 3174,-2 6 0,-2-3 0,-5 7 0,5-19 0</inkml:trace>
  <inkml:trace contextRef="#ctx0" brushRef="#br0" timeOffset="598648">2086 12165 11525,'0'-3'9410,"1"1"-5803,-1 2-3215,-12-46-269,8 35 84,-16-28-162,13 46 96,-14 36-119,11-19-19,0 10 0,1-1-3,5-6 0,-1 21 0,18-20 0,-3-6 28,18-3 33,-4-16 46,7-7 122,3-15-134,-14-1 124,2-19-113,-16 14 180,-1-36-17,-10 7-169,0 0 141,-13 4-185,10 35 6,-8-3-57,9 14-21,-3 6-1,3 2-101,-6 10-817,-4 15-40,2-5 975,1 6 0,1 0 0,5-12 0,-4 17 0</inkml:trace>
  <inkml:trace contextRef="#ctx0" brushRef="#br0" timeOffset="598890">2525 12295 20050,'-6'1'4497,"1"0"-3976,5-1 185,0 0-588,-1 44-168,-5-20-259,0 12 1,-1 1-790,-8-3 1098,2-3 0,1-2 0,4-7 0,-4 9 0</inkml:trace>
  <inkml:trace contextRef="#ctx0" brushRef="#br0" timeOffset="600023">2876 12254 21271,'15'-45'1194,"1"0"1,-2 1 0,-4 8-589,-8 15-80,-12-2-335,-6 9-51,-13 5-84,6 7 39,-12 11-78,19-3 33,-16 19-5,18-6-56,-8 16 22,12-12-6,1 9-27,7 1 11,4-6 11,4 4 5,1-21 51,4-4-5,-4-6 5,11-8 28,0-6-34,0-2 68,1-8 50,-8 2 241,7-21-213,-7 11-12,0-7-16,-9 20-56,-1 7-61,-2 6-51,-1 4-34,0 5 29,-3 18 5,3-4 11,-2 21-11,3-17 33,-1 33-49,1-22-24,4 18 18,5-24 0,7-8 5,16-6 17,7-20 0,-2-1 11,-1-13 0,-16 7 17,15-21-39,-18 16-3353,9-27 3370,-23 34-1,-6-17-10,-1 19 16,-2-12 0,6 5 6,11-11-17,9 1 0,1 4 3392,13 1-3403,-17 14 5,4 0 6,-7 6 0,-1 10 0,0-2 6,-1 7 27,4 9-44,0 18 5,1 2 6,-6 4-5,-7-7-1,-1 0 23,0-5-28,2-2 28,-1-20 16,3-6-44,1-7 0,2-3 0,15-16-1,5-10 24,8-7-7,-5-3 18,-9 0-23,-11 14 28,-4-8 5,-7 15 1,-5-7-23,1 10 6,-5-3-12,5 12 23,-1-9-28,3 9 12,2-6 4,8 5-4,16-5 10,3 1-44,5 0 5,-1 6 34,0 4-23,-9 3 6,5 7-6,-19 1 18,6 18-12,-5-1 16,1 25-27,-7-18-50,-1 28 5,-3-32-398,2 27-39,0-28-1607,5 16-7731,-2-14 8356,-1-4 0,-1-11 0,-2-10 0</inkml:trace>
  <inkml:trace contextRef="#ctx0" brushRef="#br0" timeOffset="600315">3959 11766 23355,'-3'-5'3573,"1"2"-3237,2 3 325,-23-72-488,17 49-148,-5-17 1,5 6-15,14 32-3297,36 42 3320,-18-11-40,-3 3 1,2 8-1,-3-1-432,-4 4 0,-3 1 385,0-1 1,-1 4 0,-4 1-428,-5 4 0,-5 1 1,-4-1-1984,-3-5 0,-4-1 1,-1-1 2322,-3 3 1,-2 1-1,0-7 1,-2-6-1,0-6 1,-7 4 0</inkml:trace>
  <inkml:trace contextRef="#ctx0" brushRef="#br0" timeOffset="603492">5565 9749 18162,'6'-49'1897,"-1"1"0,1 1 0,-2 8-385,-3 18-817,-1 5-611,0 6 50,-2 17-78,1 2 62,-2 24 5,-1 10-67,2-11 0,-1 3-395,0 5 0,0 1 386,-1 5 1,1-1-26,0-8 1,-1 0 13,-2 19 0,0 0-155,1-19 1,0 0 193,-5 18 1,-1-1-37,-1-2 4,-15 2 24,15-40 129,-8-1-151,15-16 751,0-17-762,11-13-51,1-6 17,1 8 0,1-4 42,1-9 0,0-3-445,0-2 0,-2-1 417,1-10 0,-2 3 31,-4 21 0,-1 2-17,-1-7 0,-2 3 45,-1 0 11,-2-7-73,1 31-11,0 13 1185,3 9-1140,1 31-45,0-10-6,1 11 1,0 4-12,0-12 0,0 0-785,1 26 1,0 0 647,-2-22 0,1-1-778,0 16 0,0-3-2199,-1-2 3131,3 17 0,-4-40 0,2-2 0</inkml:trace>
  <inkml:trace contextRef="#ctx0" brushRef="#br0" timeOffset="608149">5648 11483 14073,'0'-10'4453,"1"3"-1725,-1 7-1574,18-67-191,-12 36-770,5-7 1,-4 1 556,-12 8-593,-1 17 145,-21-7-167,2 15-74,-17 3-21,1 13-18,-3 12-11,8 1-3397,-6 15 3386,18-14-21,1 6 1,2 1 31,1 6-20,5-9 1,4 1 14,14 5 5,4-15 62,45-19-51,-7-20-3,-7 0 1,1-4 11,-9-2 1,-3-3-165,14-19 214,-17 6 0,-5-5 3,-8 3 0,-2-3 56,2-14 0,-2 0 1570,-4 17 1,-3 2-1529,-1-2 0,-3 5 16,-2 10-75,-1-3-56,1 20-50,1 13 255,4 3-255,4 18-17,2 10-6,-3 0 1,0 3 5,1 19-3,-3-22 0,-3 4-8,-4 19 0,-2-1 2,4-23 1,2 0 5,-1 27 0,4-4 9,6-24 16,37-20 12,-9-30-26,-6 1 1,0-4-165,-5-5 1,-2-4 169,0-2 0,-2-2 3,-3-1 0,-2 0 5,6-18 21,-8-3 137,-14 30-18,-5-2-78,-3 19-56,0 6-22,3 3 16,1 12-16,3 11 289,1 18-306,2-8-3292,3 1 3281,1-15-331,14 25-414,-4-13-1793,11 16-3747,-14-28 6307,0-8 0,-9-8 0,0-1 0</inkml:trace>
  <inkml:trace contextRef="#ctx0" brushRef="#br0" timeOffset="608339">6075 10899 24743,'-11'-26'-845,"10"23"1,7 17 0,4 9 0</inkml:trace>
  <inkml:trace contextRef="#ctx0" brushRef="#br0" timeOffset="608724">6264 11144 21724,'-3'-3'3838,"1"1"-3094,2 2-732,-13-15 21,18 24 6,-4-5-33,22 33 11,1 6-6,-4 3-28,-6-4 28,-6-12 34,0-7 62,-3-17 5,7-13-28,3-18 0,-2-4 0,0-3 25,3-6 0,-1 0-64,-2 4 0,-1 1 86,1-6 1,-3 3-37,-4 6-78,0-4 0,-7 19-141,0 10-105,0 8-309,6 12 29,2 3-1469,10 17-6681,6 9-17,6 1 7828,0-1 0,-14-24 0,-6-12 0</inkml:trace>
  <inkml:trace contextRef="#ctx0" brushRef="#br0" timeOffset="608908">6716 11212 14846,'1'-4'9830,"0"0"-8552,-1 4-158,22-66-443,-16 44-655,6-14 1,-3 5 16,-9 27-39,-3 15 0,0 5-218,-2 30-2163,4 7 376,1-7-7826,6-2 8762,-2-32 1,0-2 0,-3-8 0</inkml:trace>
  <inkml:trace contextRef="#ctx0" brushRef="#br0" timeOffset="609089">6941 10892 19042,'-4'-4'4968,"1"1"-4095,3 3-1242,-34-15-729,31 27-2890,-22-4 3140,36 26 0,-4-11 0,-2-9 0</inkml:trace>
  <inkml:trace contextRef="#ctx0" brushRef="#br0" timeOffset="609508">7270 11143 16566,'0'-3'6945,"1"1"-4144,-1 2-2482,-82-46-677,37 44 442,-13-13 0,2 6-61,19 31 196,7 5-196,20 3 88,8-5-94,10 11-28,12-10 11,12-8 11,-2-8 307,25-14-301,-18-11-6,-8-2 0,-1-6 12,6-24 2,-17 13 0,-3-1-203,1-20 245,-7 7 1,-2 1-520,0-2 564,-1 5 0,-1 2 208,-1 5-29,-1 1-179,-3 16 50,-2 10-156,1 9 205,-1 8-206,3 3 12,0 32-22,0-12-166,3 21 0,2 3-92,-1-5-1130,4 6 1,2-1 569,3-10 823,8 0 0,2-2 0,-8-13 0,18 17 0</inkml:trace>
  <inkml:trace contextRef="#ctx0" brushRef="#br0" timeOffset="610323">7610 11001 26194,'-10'-24'387,"2"6"-326,8 19 63,-1 0-119,-1 0 1,1-1 16,-1 1-72,1 0 55,0-1 203,0 1-208,-1-2 16,-3 10-16,2-4 6,-4 14-6,4-7-17,1 22 23,7-15-6,1 9 5,9-15 74,4-9-29,2-9 29,6-15-63,-12 1 24,2-18 4,-12 8 24,0-7 100,-7 6 212,-7 9-156,-3 10-145,-3 7 134,-4 12-157,7 3-28,-5 12 0,8 4-34,3-2 6,3 3-6,4 14-173,16 8-353,-1-15 0,4 0-280,17 14-1661,-6-22 0,1-5 2473,9 0 0,-6-3 0,-15-11 0</inkml:trace>
  <inkml:trace contextRef="#ctx0" brushRef="#br0" timeOffset="611190">5508 12202 14157,'9'-58'2317,"0"-1"1,0 14 0,0 0-1,-1 8-1185,1 3-679,5-11 113,-12 34-286,-4 16-151,-2 5 120,-11 34 1,-4 9-189,0 2-251,6-17 0,-1 4 0,0-2 221,0 2 0,1-2-453,1 4 1,1 2 406,3-3 0,1 3 0,3-2-100,6 10 1,5-3-21,-1-2 1,8-5-1043,26-3 1,8-10 61,-20-15 1,2-4-1970,19 7 1,0-3-6119,5-9 8478,-7-4 0,-23-2 1,-10-1-1</inkml:trace>
  <inkml:trace contextRef="#ctx0" brushRef="#br0" timeOffset="615798">6047 12122 20380,'-1'7'2891,"0"-1"-2522,1-6-89,-1 0-173,-1 3-96,0-1 0,-1 3 0,2-1 73,-1 6-56,2-5 90,-2 5-34,0-8 190,-4 1-190,2-2 174,-10 0-73,4-7 11,-6-15-151,8 3 28,2-18-40,9 17 46,6-18-23,2 14-6,6-6-27,-6 13-7,7 2-4,-9 9-7,12 3-5,-6 11-17,12 19 6,-8-2 0,3 10 11,-14-9-20,-6 10 1,-6 5-9,-4-10 0,-6 2-1140,-11 17 0,-7 8 0,0-8 1162,2-10 1,-3-3 18,-10 7 0,-5 2 0,4-9-645,16-19 1,2-4 645,-8 9 0,4-9 53,6-37 0,29-12-22,2-14-6,7 20 1,3 1 172,24-20-88,-1 5-40,1 9-62,-19 23 12,4 11 2688,-6 12-3243,22 31-1709,-21-19 1,0 1-799,-1 1 1,0-2 3466,16 19 1,-26-34 0,0 0 0</inkml:trace>
  <inkml:trace contextRef="#ctx0" brushRef="#br0" timeOffset="616040">6511 12349 22335,'0'-3'3546,"0"0"-3009,0 3-1315,-16 69-9053,4-23 8883,1-2 1,0-2 0,3-10 0,5-23 0</inkml:trace>
  <inkml:trace contextRef="#ctx0" brushRef="#br0" timeOffset="617656">6519 12314 23226,'9'-10'1321,"-3"7"-1007,-9 11-129,-3 8-129,-2-3 45,-7 10-57,6-9-16,-3 6-28,6-12 141,0-1-7,2-5-27,-2-2-40,1-2 185,-6-8-39,3 0-40,-5-6-49,4 3-46,2-2-11,3 1-33,12-6-6,-1 7 0,22-9-39,-7 12 16,5-2-16,-5 8 39,-8 10 0,-4 0 0,-3 15 11,-11 6-16,-6 16-1,-9 10-8,6-23 0,-1 0-285,-9 19 282,0-5 0,0-3-44,2-3-261,-1-2 0,0-2-1028,9-14 497,-8 1 1,15-14 0,-2-4 0</inkml:trace>
  <inkml:trace contextRef="#ctx0" brushRef="#br0" timeOffset="625340">6074 12242 10489,'1'-6'7578,"-1"2"-6240,5-34 1,0-9-152,-1 10-736,2-15 1,0 3-116,-4 27 694,2 2-901,-3 14 162,1 3-84,-3 16-27,-4 16-35,-6 20-86,3-17 0,-2 2-250,-1 5 1,0 1 221,-2 1 0,1 1 0,1-2 0,-1 1-103,0 8 0,0-2 106,-1 8 16,6-18 1,1-5 66,5-18 343,-1 0-225,4-42-207,2-7-11,1-17-3,-2 20 0,2-2 115,0-8 1,0 0-119,-1 8 0,1-1 6,1-14 0,-1 2 33,1-2 284,-1-3-300,-3 26-34,-2 12-17,-1 16 23,-2 19 11,-1 12-3165,-1 8 3154,1 3-137,-1 1 1,0 0 130,-2 8 3,-1 2 0,-1 0 8,1-11 3,0-5 0,0-1-8,-1 2 16,-1 8 23,6-32 134,3-12-162,1-10 3277,1-43-3294,3-3 14,0 6 0,0-3-47,1 3 1,2 1 32,-1-2 0,0-1-1609,0-3 1,-2 2 1614,2-13-111,-10 26 1,-2 5 99,2 16 10,-8-5-5,11 21 28,0 42-33,0-16-1,1 12 1,-1 6 2,-1 4 0,0 0-6,-1-5 1,0 1-923,0 5 0,-1-4 926,-2 6 2249,-3 3-2194,4-25-28,-1 9 249,4-35-260,2-12-17,0-16 29,4-35-12,-1 8-3,2-6 1,1-1 2613,-1 3-2611,-1 2 1,-1 1-7,-1 6 9,-6 7 0,-2 3-25,-2 9-23,-7-7 34,4 41 6,-1 16-12,4 5 0,2 6 1,1 4 5,1 23-933,1-14 1,1 0 938,3 16-1271,0-24 1,-1-2 1253,1 5 14,0-4 0,-1 1-3,0 8 5,0 4 6,0-26 29,-1-19 1742,-2-11-1771,0-22 23,1-14-37,4-2 0,2-3-2,3-17-1,4 6 0,3-1 14,-6 27 1,1 1-4,3-13 1,-1 1-6,-2 5-176,-4 10 171,-5 23-6,-1 8 33,-1 11-39,-3 27 17,1-6 8,2-5 1,0 3-31,1 16-1081,2-17 1,0 0 1097,2 17 1115,1-12 1,0-2-1094,0-2-12,2 14 12,-4-36 232,-1-10-221,-1-38-28,2-6-6,2 3 1,0-3-429,4-19 428,0 15 1,1 1 3187,4-12-3157,1-4 1,-1 0-21,-1 4-916,-3 13 1,-2 7 910,-5 19-28,-5 16 17,-1 10 548,-10 29-560,3 9 23,3-9 0,0 3-354,3 0 0,0 0 359,1 5 1,0-1 886,1-10 0,0 1-887,-1 15 1,0 0 22,-1 10-31,3-21 0,-1 0 26,1 2 5,2-21-34,0-27 881,1-8-875,0-14 0,2-7 5,3-26-1707,-1 13 1,1-1 1704,-1 13 0,0 2 5,0 0 1,1 1-4,5-26 12,-4 5-17,0 14-39,-9 19 44,-1 28 1,-13 29 0,8-10-9,-1 10 0,0 4-256,4-3 1,0-1 249,0 1 1,1 0 1566,1-1 0,0-1-1533,1-1 1,-1-1-54,-2 16 16,0 14 29,2-32 11,3-14 0,-1-13 17,1-26 754,0 2-808,1-16 1,2-3 8,1-7 3,1 8 1,2-7 0,0 4 7,5-19-13,-3 19 0,0-5 1,0 7 12,1-5-6,-2 10 1,-2 5 0,-3 18-18,-9 18 1,1 7 22,-18 45-16,11-24 7,0 9 1,1 5-17,7-11 0,2 0-1156,-2 0 0,1-1 1139,3-3 0,2 0-2645,6 24 900,0-22 1776,7 20 0,-9-41 0,1-2 0</inkml:trace>
  <inkml:trace contextRef="#ctx0" brushRef="#br0" timeOffset="631973">6945 12260 13956,'10'-43'858,"-1"0"0,1 0 1,-1-8-1,2 4 506,3 13 0,-1 4-345,1-11 120,-7 19-937,-3 2-168,-6 20 542,-14 34-548,7-9-14,-3 10 0,1 2 1754,4 4-1734,2 13 0,2 1-23,1-5-898,1 2 1,0-2 919,1-15 29,0-3 0,-2 0 33,-5 6 73,-6 15-67,3-31 202,-2-8-259,10-17 1847,1-13-1869,2 0 23,10-36-28,-3 19-1688,2-8 0,-1-3 1699,-1 4-3,-2 2 1,-2-2 75,-3-21-29,-5 3-27,0 8 90,-8 20-141,9 21 6,-3 3 3409,6 12-3392,2 16-29,2 27 12,1 8-3,-2-25 1,0 0 7,-2 8 1,1-2 0,-2 0-4,1 0 1,-1-2 3,0-11 27,0 12 12,0-29 78,0 0-16,2-27-74,4-10-27,0-10 13,4-10 1,0-2-14,1-2-378,-3 10 1,1-6 0,-1 8 388,0-7-6,-3 6 0,0 4 6,-3 12 5,-2-9-16,-1 24-23,0 4 0,-1 13-11,-2 39 0,1-15-51,0 7 1,1 2 963,0 1-2414,3 11 0,0 1-2319,2 6 3169,0-7 1,1-4-1,-1-17 1,0-2 0</inkml:trace>
  <inkml:trace contextRef="#ctx0" brushRef="#br0" timeOffset="632215">7365 12529 24340,'-10'-23'739,"-3"22"-739,6 27-1008,-1 29-1104,7-27 2112,3 17 0,-1-31 0,2-1 0</inkml:trace>
  <inkml:trace contextRef="#ctx0" brushRef="#br0" timeOffset="633390">8059 12311 18386,'-3'-5'4302,"0"1"-3664,-4-30 1,-2-7-348,3 16-165,-2-17 0,-3 1 524,-4 21-572,6 10 147,-19-6-108,10 14-66,-6 2-18,3 3 46,-15 18-12,-7 11-45,-4 7-22,9 6 6,19-10-34,11-3 34,4-6-1,5-5 40,5 1-17,6-2 17,13 4-23,-5-10 6,10-3 17,-10-12-6,6-7 0,1-8 12,9-23-29,-10 9-1668,-3-4 1,-1-1 1684,-2 2-935,-1-7 0,-2 2 985,-7 14 12,0-14-67,-16 36-23,-10 12-11,6-1 6,-6 11 2318,-1 22-2330,7-17 18,-11 29-1,14-31-1915,-6 25 1893,10-23 5,1 26 6,8-32-1641,18 17 1652,-6-25 1686,41 2-1686,-23-19 6,16-2 0,-22-10 5,16-23-16,-22 17 971,1-5 0,-4-1-949,-13 2 6,-3-9-6,-15 9 3431,-9-7-3436,5 10-18,2-2-10,12 6 10,3 11-5,3-3 0,3 6-11,10 1 28,11 1-23,3 1 12,-4 5-1,0 4-5,-1 7-5,2 6-1,-3-1 6,-5 7-5,-8-4-7,-2 8 24,-6-5 16,-21 21-28,-1-15-6,-12 16 0,13-20 1,6-5-12,10-1 17,14-5 17,-1-1-6,27-13 17,-11-10-28,19-14 28,-6-19-22,-12 10-1030,-1-16 1024,-20 28 22,3-13-11,-7 15 29,-1-27-18,-4 25 17,-2-23 23,-1 23 22,-3-10-39,1 11 1090,1-5-1101,3 14-12,2-3 1,6 6-18,1 4-10,12 0 16,1 3 0,12 4 17,10 9-17,-14-2-5,2 8-23,-12 2 17,-3 16 0,-4 8 0,-7 13 0,-9-16-81,-4-9 0,0 0-647,0 15-679,-3 8-632,13-15 1224,17-2 1,-11-21-1,8 6 1</inkml:trace>
  <inkml:trace contextRef="#ctx0" brushRef="#br0" timeOffset="634007">9177 11993 24105,'-34'-45'539,"0"1"1,0 2 0,17 11-182,42 22-61,23 5-235,-9 4-9,-1 13 0,-1 6 48,3 27-678,-13-7 1,-3 6 581,-9 4 1,-7 4-440,-6 7 0,-6 2 210,-2-17 0,-3 1 0,-2-1-865,-4 2 1,-2 0 0,0-2 1088,-9 14 0,1-4 0,7-18 0,2-5 0,-4 4 0</inkml:trace>
  <inkml:trace contextRef="#ctx0" brushRef="#br0" timeOffset="635032">7699 9596 9065,'-7'0'6755,"2"0"-4905,5 0-175,0 0-432,-50-22-689,39 14-386,-38-15-8,51 21 109,2 1 75,9 1-120,8 3-100,4-2-24,4 4 68,9-2 0,4 0-115,-6 0 1,2 0-310,3-1 0,4 1 0,-2 0 286,14 1 1,-2 0-1555,6 2 0,-1-1 1543,-13-1 1,3 1 4,-5 0 0,5 0 0,1 0 0,-7-1-1047,5 0 0,-1 0 1034,8 1 0,5 0 0,-7 0-76,-14-3 0,0-1 128,9 0 0,9-1 0,2 1 0,-8-1-240,3 0 0,1 0 219,0 0 0,9 0 0,-1-1 0,-13 1 2,-16-1 1,-3 0 145,25 0 1,-1 1 1829,3 0-1948,-22 0 1,-2 1 2741,-5-1-2568,-16 1 217,-10 0-278,-7-1 1381,-4 0-5403,-9 0 2989,-1 0 0,4 0 0,6 0 0</inkml:trace>
  <inkml:trace contextRef="#ctx0" brushRef="#br0" timeOffset="636649">9088 9956 17983,'2'-50'1964,"0"0"0,-1 2 0,2 7-1605,1 16 223,0 0-201,-2 17-230,-2 1-134,1 17 12,-2 11-7,0 18 0,0-2 6,1-4 0,0 2 0,1-1 0,-1 0-1716,1 0 1,-1-1 1698,1 26 62,-1-15-11,0-16 128,0 5-44,0-23 246,-3-10-224,-2-21-140,-1 3-6,1-15 45,3-17-16,2-13-2223,0 1 2183,0 4 2339,1 16-2322,-1 16 0,0-3-11,-1 20-12,0 11 18,-2 20-29,2-3 6,-1 15-11,2 18 5,0-17 6,1 4 0,0 2 17,3 9 3253,0 5-3287,-1-22 73,-3-20-5,0-9 94,-4-18-89,0-9-44,-1-10-12,2-17 22,3 0-5,2 0 16,1 8 1,1 3-23,-1 12-22,3-20 17,-8 52-1,1 2-22,-4 25 12,1 1-6,-2 22 11,2-13-124,1 17-167,2-22 291,2 6 0,0-2 0,0-13 0,2 23 0</inkml:trace>
  <inkml:trace contextRef="#ctx0" brushRef="#br0" timeOffset="640212">9072 10672 23551,'-21'-42'604,"7"17"-301,21 55-225,0-3-22,-1 12 73,-8 13-95,-2-19 30,-3 4 0,-1-1-8,-1-7 73,-7 19 241,11-33-196,0 1 84,7-20-163,1-3 118,8-26-113,-3-2-60,2-8 13,-6 11 0,-2-2 39,0 1 1,0 0-71,0-21 40,3 6-40,1 41-16,6 4-23,0 5 28,18 15 0,-3 4-11,-3 0 0,0 2 0,9 16 0,-4-1 0,-15 3 12,-15 1-29,-3-7 11,-10 7 90,0-22-22,4-6 5,3-12-50,8-10 11,6-16 11,5-7-17,3-1 1,12-20 16,-5 16-33,1 0-12,-7 16-5,-8 16 16,-2 4 1,12 8-6,-3 4-53,15 12 0,3 4-513,6 4-476,-3-3 0,-1 0-4968,2-1 6010,-9-5 0,-11-10 0,-10-6 0</inkml:trace>
  <inkml:trace contextRef="#ctx0" brushRef="#br0" timeOffset="641823">9794 10820 16409,'0'-3'7674,"0"1"-5731,0 2-1825,-8-34-68,7 25-27,-4-24 10,11 36-16,-1 0 34,6 3-35,-5-4 102,6 0-34,-4-6-22,4-3-23,-4-4 62,7-17 72,-8 0-66,3-2 5,-13 7-73,-8 16-28,-2 3-5,-4 3 10,-10 5-4,3 5-7,-9 6-5,11 5 11,6 3-11,8 3 6,3 0-12,7-4-10,12 12 10,12-1-3380,1 1 3374,5-5-1277,11-6 1289,-14-10 3,1-2 0,1-3 2,-6-3 6,21-6 6,-18-10-6,24-24 12,-17 0-9,-13 9 0,-3-1-1825,-5-6 1822,-5 0 1856,-7 3-1811,-4-10 1267,-1 7-1256,-2-1-28,2 19-27,2 5 3391,6 3-3398,0 2-10,4 2 10,17 1-10,-10 3 5,14 1-11,-11 5 16,7 15-10,-7 1 5,0 5-12,-15-6-3374,-1 23 3380,0-21-16,2 30 5,3-28 23,2 3 5,0-10-11,0-6 11,8-8 3387,34-8-3404,-4-5 6,10-4-11,-17-14 0,-25 12 5,2-11 57,-9-13-40,-2 8 6,2-12-6,-4 17 11,1 1-27,-2 2 72,2-10-28,-6 11-11,-5 2 0,-9 14-28,0 3 11,-6 4 17,-25 15-22,15-2-29,-15 11 18,30-9-1,15-1 6,5-8-5,16 2 10,-6-7 12,22 1 28,-16-3-23,4-1 79,-10-6-17,-7 0-17,0-2 140,-2 2-117,-3 4-56,1-1 33,1 2-50,-2 2-1,1 2 46,3 18-51,-2 7-16,2 13-12,-4 2 0,-2 5-504,1-4 1,-2 2 507,-1 0 0,-1 3 0,-2 1-625,-3 4 0,-1 0 0,-1-3 630,-1 4 0,-2-3 8,-2 5 0,-2-6-40,-9-1 63,1-19-12,-9-12-17,7-29 808,6-13-802,11-29-20,12 16 1,5-3 815,1-1 1,3 0-783,7-6 0,2 1-6,1 10 1,1 4 5,1 2 0,0 1-6,1 1 1,2 0-40,17-12 0,3-1-6,-11 10 1,1 0 30,11-9 1,-2 1 5,-18 14 0,-4 3-11,12-16 108,-16 13-97,-8 3 16,-10 11 7,0-7-18,-2 11-16,-3-3 28,1 8 479,-4 0-540,3 3 38,0 1-11,1 4 12,1-1 10,-1 1 18,2 6-18,-2 0 1,1 7-29,1-5 18,9 4-1,-2-10-5,16 3 45,-6-10-18,25-9-21,-8-6 55,18-20-50,-24 7 0,-2-17 0,-20 14 39,-5-6-39,-7 11 45,-19 0 7,7 16-52,-11-2 0,-6 18 0,8 12 0,-15 19 0,17 7 0,6 11 0,11-3 0,15 3-181,14 1-732,5-23 1,4-2-1804,-7-10 1,1-2 2715,13 7 0,-4-5 0,-8-10 0,-2 0 0</inkml:trace>
  <inkml:trace contextRef="#ctx0" brushRef="#br0" timeOffset="642365">9964 11841 17776,'12'-43'1969,"0"0"1,3-3 0,-1 6-1449,3 14 739,15-21-918,-18 29 420,6-8-617,-16 23 152,-17 20-219,1 0 26,-10 16 0,-2 7-62,10-9 0,0 3-1319,-5 18 1,1 1 1290,9-15 0,3 1-7,5 9 1,2 5-1,1-6-173,1-12 0,2 0-40,6 17 1,4 5 0,1-8-624,12 3-1583,4-7 1,3-3 2411,10-6 0,-16-11 0,-19-17 0</inkml:trace>
  <inkml:trace contextRef="#ctx0" brushRef="#br0" timeOffset="646540">10535 12021 24049,'0'-41'463,"-1"1"0,3 3 0,-6 9-48,-7 22-337,3 3 152,-13 21-146,10-2-2817,-4 13 1,0 3 2766,1 1-3,0 2 0,1 1 1312,3 20-1310,5-3 863,20-2-902,6-31 23,6-8 28,-1-17-23,-9-1 3345,12-18-3333,-3-8 13,-7 3 1,-2-1-15,6-12-1559,-12 8 1,-4 3 1581,-8 7 34,-11-15-34,-14 20-20,-3 7 0,-2 1-36,-16-1-2262,-6 5 2256,28 10-5,5 20-51,11-7-330,-2 25-106,15-19 498,15 9 0,2-1 0,-8-10 0,24 21 0</inkml:trace>
  <inkml:trace contextRef="#ctx0" brushRef="#br0" timeOffset="646740">10994 12064 26614,'-5'39'-36,"0"-1"1,1-3 0,-1-2-1573,-9 15 1608,1-18 0,0-1 0,-3 10 0,-4-2 0</inkml:trace>
  <inkml:trace contextRef="#ctx0" brushRef="#br0" timeOffset="647382">11316 12193 17507,'4'-55'2255,"0"-1"0,0 4 1,-1 4-1690,-1 13 0,-1 3-129,2-15-85,-2 11 500,-4 2-707,3 17 85,-3-8-180,3 23-27,0 4-18,0 16 23,3 24-22,-1-5-1,-1-5 1,1 0-6,-1 2 5,-1 3 1,1 1 0,-2 0-1,-1 18 51,1-38 84,-1-20-123,2-6 28,0-22-23,5-1 1,0-2-23,1-13 0,0 11 0,1 2 17,-1 5 67,-1-13-56,-6 18-28,-1-6 5,-3 23-5,-1 12-5,3 7-12,1 13-22,2-1-897,8 30-2592,4-8 2849,-2-15 1,-1-2-1,3 2 1,-4-13 0</inkml:trace>
  <inkml:trace contextRef="#ctx0" brushRef="#br0" timeOffset="647598">11656 12285 24032,'3'-7'2599,"0"2"-1809,-3 5-460,0 0-296,27-20-29,-24 41-301,13-3-404,-29 33 21,-1-13 1,0-2-1,4-9 1,-5 12 0</inkml:trace>
  <inkml:trace contextRef="#ctx0" brushRef="#br0" timeOffset="649932">12026 11993 17904,'0'-9'2409,"0"-26"0,2-7-1172,1-1-3482,-1-12 0,1 1 2526,0 11 1923,-1-18-1924,-4 40 753,-2-7-971,-1 33-40,1 5-5,2 39-28,0-17 13,4 3 1,2 2 3395,1 1-3407,6 8 1,0 2 3,-1 5-1479,-2-15 1,-1-3 1483,-5-3 22,-5-13 62,-2-7 134,-4-7-173,2-9 67,-1-26-73,6-6-55,-2-26 38,4 14 9,1 6 0,0 1 2958,0-1-2933,0-4 0,-1 2 56,2 13-78,-3-11-12,0 33 12,0 11-34,0 3-56,1 26 50,0-7-1811,0 11 1,0 4 1458,0 2-3740,-1 13 1,1 1-5710,0-7 9460,0-9 1,-1-4 0,1-18 0,0-7 0</inkml:trace>
  <inkml:trace contextRef="#ctx0" brushRef="#br0" timeOffset="650147">12541 12041 26446,'6'56'-1277,"-8"-11"0,-5 0 1277,-9 7 0,-1 7 0,8-35 0</inkml:trace>
  <inkml:trace contextRef="#ctx0" brushRef="#br0" timeOffset="651998">13062 11875 15687,'15'-47'2511,"0"1"0,-1 3 0,-4 6-2102,-6 7 493,-3-6-488,-5 13-95,-2-5-201,-3 16 62,-3 3-141,3 7-17,-10 6 6,-4 11 6,-12 13-23,-10 14-8,20-17 0,0 1 2,0 1 1,1 2 2,1 6 1,4 0 7,2 12 12,23 2-5,32-33-12,2-8 6,-8-10 0,2-2-3398,25-11 3398,-1-3-68,-17-5 0,-4-3 146,-5-9-70,-8 11 0,-5-1 99,-11-14 262,-10 2-257,-1 8 168,-8-7 3053,6 25-3255,-5-5 289,8 13-367,-1 0-11,3 3 33,-2 17 0,-8 21-44,2-2-1,-7 21-11,9-14 0,8 0 23,29 9-6,-6-29 0,31 0 0,-28-20 50,29-13-22,-21-5 0,-7-8 0,-3-4-22,-2-4 22,0-27 0,-20 27 0,-3-5 0,-5 8 0,-2 6-6,0 7 18,1-3-29,7 6-17,4-4 1,5 7-7,4 4 1,-5 3 11,6 3 6,-6 3-6,2 1 0,-1 2 28,19 18-28,-13-11-17,23 22 6,-23-19-6,11 10-5,-5 1 16,-5 1-5,-4 2 0,-10-9 22,-3-7-11,2-5 5,5-6-3380,8-10 3375,10-9-370,8-10 381,-4 2 0,-5 2 1,0 0 10,4-7 23,6-12-17,-21 17 78,-24-7-33,-6 10-39,-7-4 3264,0 3-3197,10 6 564,1-3-570,6 3-72,3 6 27,3 0-39,3 7 1,2-1-7,2 3 18,11-1-23,-5 0-6,27-6 6,-18 3 17,41-8-12,-26 7-10,13 2 10,-26 8 1,-12 25-17,-19 6 11,-1-6 0,-1 1-23,-13 19-221,6-11 1,2 2-1034,3 19-807,9-17 0,4 0 2084,14 15 0,1-22 0,-5-17 0</inkml:trace>
  <inkml:trace contextRef="#ctx0" brushRef="#br0" timeOffset="652598">14352 11346 16096,'0'-4'6715,"0"0"-5841,0 4 958,14-79-1015,-11 49-529,4-16 1,0 5-98,-7 27 156,0 8-241,4 31-55,2-5-9,8 28 0,4 7-31,2 1-395,0-4 0,1 3 381,-3-11 1,0 1-40,-1-3 1,1 4 0,-1-1-1,4 8 0,-3 4-419,-7-12 1,0 5-1,-3-1 1,-3-6-1426,-4-2 0,-5-1 1886,-2 5 0,-1 4 0,0-12 0,0-13 0,-1-5 0</inkml:trace>
  <inkml:trace contextRef="#ctx0" brushRef="#br0" timeOffset="656491">11360 11902 23209,'3'-36'834,"-1"0"1,4-26-326,-4 52-295,0-1 284,-1-2-184,-2 3-169,-2-2-72,1 5 50,-6 2-95,3 4-16,-6 8-12,3-2 0,-3 13 16,0-1-10,0 2-6,-2 2 50,-12 24-38,5-10-1,5-6 0,1 1 11,-2 12-10,6 0-1,5-1-6,8-2-5,0-9 12,15 7-12,-7-21 33,17 13-10,-16-22 94,14 1-10,-12-15-40,9-7-28,-1-12-5,4-9-1,4-7-5,1-2-5,-1 3 33,-6 5 0,-9 12 140,-8-2-135,-8 13 85,-8-13-85,-2 10-38,-2-3 38,0 0-38,7 8-12,-1-2 67,1 5-66,4 5 10,-5 0-11,3 3 0,-14 8 1,6 0-18,-27 22-11,13-5 6,-11 13 0,16-12 33,2 11-33,12-10 5,-1 14-3386,6-14 3387,2 0 5,0 0-34,6 17 45,-2-15-16,9 8-1,-3-31 1,16-2 5,-8-6-17,12-5 34,17-23-6,-23 9 0,1-4-6,10-16 1,-1-1-6,-13 13 0,-3 0-135,-1-9 0,-6 2 146,-9 11 21,-22-30-43,10 34 3273,-24-22-3267,19 32 22,-1-4-1,6 8 12,-4 0 398,-3 3-437,-2 1 43,-18 14-38,8 1 12,-16 11-23,11 0 11,10-4-5,3 6 11,11-11 0,-1 17-6,7-9-10,3 9 16,9-1-17,-1-10-566,10 18-2469,-7-11 3052,4 7 0,-8-15 0,-2-9 0</inkml:trace>
  <inkml:trace contextRef="#ctx0" brushRef="#br0" timeOffset="784452">2504 13266 13435,'2'-5'5175,"-1"1"-1024,-1 4-3535,4-49-465,-6 45 56,-2-25-111,-6 54 21,-14 27-100,5-14-19,-3 0 0,-5 9 0,-2 0-1293,-4 1 0,-1 1 1,1 0 1176,1-1 0,0 0 1,-2 0-369,-5 5 1,-1 0-1,5-8-279,14-19 1,1-2-4152,-12 16 1,2-2 3208,8-9 1,-2 5-1,21-29 1</inkml:trace>
  <inkml:trace contextRef="#ctx0" brushRef="#br0" timeOffset="784670">1723 13468 18352,'-7'-4'4336,"1"1"-3048,6 3-773,0 0-83,62-2-399,-23 12-1437,5 3 0,9 3 0,-5 1 1398,-12 2 1,-1 3-16,11 5 1,6 4-1,-6-2 95,-9-7 1,3 2-1816,-1-3 0,7 3 0,5 2 1,-2-1-1,-5-3 1741,2-1 0,-4-2 0,1 1 0,11 6 0,2 1 0,-14-7 0,-13-9 0</inkml:trace>
  <inkml:trace contextRef="#ctx0" brushRef="#br0" timeOffset="785601">7648 13289 23875,'-53'20'228,"-1"1"0,-2 7 0,9 3-223,16 11-125,7-5 1,-2 9 0,2-4-3067,2 0 0,2-1 2977,0-3 0,0 3 0,2-3-962,2 1 1,2-2 900,-3 20 1,6-20-1,3-6 1</inkml:trace>
  <inkml:trace contextRef="#ctx0" brushRef="#br0" timeOffset="785786">7031 13470 22711,'-13'-41'922,"0"-1"0,-1 2 1,8 11-778,9 24 186,23 12-214,-2 5-33,19 15 0,4 3-90,-20-12 1,1 2-1931,16 13 1,9 7 0,-7-4 1806,-12-8 0,-1 0-769,9 8 0,5 4 0,-5-4 718,-6-4 1,-4-3-1,-2-2 1,-3-3-1,4 4 1</inkml:trace>
  <inkml:trace contextRef="#ctx0" brushRef="#br0" timeOffset="827585">10436 12891 24575,'16'0'0,"4"0"0,30 0 0,-7 0 0,-10 0 0,1 0-1010,23 0 1010,-19-1 0,4-1 0,1-2 0,4-1 0,0 0 0,0-1 0,1 1 0,2-2-793,-2 1 1,2-2 0,0 0 0,0 1 792,9-1 0,-1 1 0,0 0 0,-11 1 0,1 0 0,0 0 0,-1 1 0,1-1 0,0 0 0,1 1 0,1-1-1242,7-1 1,2 1-1,1-1 1,-1 1 1241,1-1 0,0-1 0,1 1 0,1-1 0,-6 0 0,1 0 0,1 0 0,0 0 0,-1 1-751,-2 0 0,-1 0 0,0 1 0,0 0 0,1-1 751,2-1 0,2-1 0,-1 1 0,-1-1 0,-1 1 0,6 0 0,-2 0 0,0 0 0,0 0-134,0 0 0,1 0 0,-1 0 0,-2 0 134,-6 1 0,-1 0 0,-1-1 0,0 2-101,1-1 1,-1 1 0,1 0 0,0 0 100,-1 2 0,1-1 0,0 1 0,3 0 0,3 0 0,3 0 0,2 0 0,-2 1 0,-5 0 0,7 1 0,-4 1 0,1-1 0,-3 0 0,4 0 0,-3 0 0,-9 1 1455,-3 1 1,-4 0-1456,7-2 0,1 1 2366,-8 0 0,-1 0-2366,0-1 0,-3 0 1681,-1 2-1681,-22 0 4513,-10-1-4513,-6 1 0,-7 0 0,-43 0 0,21 0 0,-4 0-2247,-22 1 0,-9 1 2247,21 0 0,-2-1 0,-3 1 0,-2 0-1059,-1 0 0,-3 0 0,-1 0 0,-2 0 0,-2-1 1059,3 1 0,-2-1 0,-1 1 0,-1-1 0,0 0 0,0 0-591,0 0 1,1 0 0,-1 0 0,-1-1 0,-1 1-1,-3 0 591,12 0 0,-1 0 0,-2 0 0,-1 0 0,-1 0 0,0 0 0,0 0 0,0 0 0,0 0 0,0 0 0,-1 1 0,1-1 0,-1 1 0,0-1 0,0 1 0,1 0 0,0 0 0,0 0-296,-4 0 0,0 1 0,1 0 0,0 0 0,0 0 0,0 0 0,0 1 0,0 0 296,0-1 0,-2 1 0,0 0 0,0 0 0,2 0 0,1 1 0,2 0 0,4 1-137,-9 2 0,4 0 0,3 2 0,1-1 0,-2 0 137,0 1 0,0-1 0,0 1 0,0 0 0,0 0 0,0 1 0,1-1 0,-1 1 0,2 0 0,0 0 95,6-2 0,0 1 0,2 0 0,-1-1 0,1 0-95,-9 1 0,0-1 0,1 1 0,1-1 0,3-1 0,2 1 0,-1-1 0,0 0 0,-6-1 0,-1 1 0,1-1 0,0-1 235,5-1 1,1 0 0,0 0 0,1-1-236,0 0 0,1 1 0,0-2 0,3 1 0,-3-2 0,1 0 0,3-1 1191,-9-1 0,4-1-1191,10-2 0,4-1 0,1 2 0,4-2 3910,-9-6-3910,27 3 4015,1-2-4015,9 2 3790,12 1-3790,38 2 0,-15 3 0,5 1 0,9 0 0,6 0 0,1 0-1972,4 0 0,2 0 1,3 0 1971,-8 0 0,3 0 0,1 0 0,3 0-522,-9 0 0,1 0 1,2 0-1,1 0 0,1 0 1,0 0 521,4 0 0,2 0 0,0 0 0,0 0 0,1 0 0,0 0-390,-6 0 0,0 0 1,0 0-1,1 1 1,0-1-1,0 1 0,1 0 390,-3-1 0,1 1 0,0 0 0,1 1 0,-1-1 0,1 0 0,-2 1 0,0-1-371,2 0 0,0 1 0,0-1 0,-1 1 1,-1 0-1,0-1 0,0 1 371,7-1 0,-2 1 0,1 0 0,-2 0 0,1-1 0,-1 1 170,-2-1 0,0 0 0,-1 0 0,0 0 1,0 0-1,0 0-170,0-1 0,2 0 0,0 0 0,-2 0 0,-1 0 0,-2 0 0,8 0 0,-4 0 0,0 0 0,2 0-3,-1 0 1,4-1 0,0 1-1,-2-1 1,-5 0 2,10-2 0,-5 0 0,0-1 0,-14 0 0,1 1 0,0-1 0,3-1 0,1-1 0,3 0 0,2-1 0,-2 0 0,-3 1 0,-2 0 0,-3 1 0,0-1 0,1 1 0,9-2 0,1 0 0,0 1 0,-3 1 0,7 1 0,-4 2 0,-4 0 1087,-2 0 1,-2 1-1088,10 0 0,-5 2 4173,-3-1-4173,-15 0 3170,-8 0-3170,-13 0 4711,-4 0-4711,-4 0 0,-6 0 0,-11-5-6784,-30-7 6784,8 4 0,-4 0 0,-18-4 0,-9 0-502,8 4 1,-6 0 0,-4 1 0,2 0 501,11 2 0,0 0 0,0 0 0,-1 0 0,0 1 0,-2-1 0,-2 1 0,1 0 0,-1 0 0,3 1 0,-7 0 0,1 0 0,1 1 0,0 1 0,-1 0 0,0 1 0,1 1 0,3-1 0,-5 0 0,3 0 0,-6 2 0,6 3 0,-5 1 0,-3 2 0,3 1 0,6 1 0,-4 2 0,6 1 0,-2 2-478,2 2 0,-4 1 1,1 2-1,4-1 478,1 3 0,5-1 0,-3 1 0,5-3 0,-2 0 0,1 0 0,3-1 0,-16 7 0,2-2 0,10-5 0,0 1 0,5-3 0,8-5 0,3 0 2422,0-1 1,1 1-2423,-31 8 2507,26-9-2507,0 0 3348,26-8-3348,1-2 0,2 0 0,1 0 0,-2 0 0,2 0 0,-1-2 0,1 1 0,0-1 0,2 11 0,1-6 0,2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5:17:18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9193 14610 11766,'0'-34'4192,"-1"0"1,-3 5-3927,2-7 0,-2 1 523,-12 10-212,-6 5-352,1 0 172,-15 8-307,18 9 100,-23 14-106,18 9-16,-9 21-40,11-5-9,6-2 1,1 2-15,1 2 1,2 4 0,3 0 5,6-3-6,3 8 23,13-24 140,12-16-44,5-10-24,8-14 7,-6-17-18,-1-13-49,-10 4 24,-7 8 0,-3 0 4,-1-1 69,-3 3 0,-3-1 81,-6 6-33,-4-5-95,-5 19-73,2 7-17,0 10 22,1 17-28,-1 7 12,-1 19 0,3 2-23,2 2 28,5 0-5,7-4 5,9-6 6,12-9-1,9-10-16,-2-9-3,-4-8 1,2-4 19,17-8-112,-13 0 1,0-3 105,-8-3 1,-3-2 38,20-22-11,-17 8 29,-10-5 21,-20 4-38,-8-1-29,-12-2-11,-1 12 28,-4-11 194,15 11-216,0-9-6,13 12-4,4 4 4,6 4-11,6 5 0,2 0 0,6 4 0,6 1 5,7 1 1,8 0-6,6 2 0,-1 3 11,-5 4-5,-11 7-6,-14 4 39,-14 7 6,-16 6-23,-9 3-16,-5 3-1,3-3-10,8-9 27,16 10-5,10-14 11,16 9 11,10-15 12,7-7 16,5-14-6,-4-12-38,-15-4 55,4-26-44,-17 7-18,-7 9 1,-1 0 23,4-20-1,-7 2 6,-6 6 5,-11 3-5,-5 5-23,-6 1-5,1 3-6,4 4-11,7 6-11,2 7 0,3 6 22,0 4-11,7 3-11,2 4 22,11 3-11,7 4-11,7 1 16,10 1 1,4 1-3398,5 2 3381,-1 2 0,-6 5 11,-13 6 0,-16 8-6,-21 8-241,-16 8 219,5-25 0,-1 2-151,1-1 0,3 2-1406,9 3 0,4-1-2656,10 10 4241,30-2 0,-21-32 0,3-3 0</inkml:trace>
  <inkml:trace contextRef="#ctx0" brushRef="#br0" timeOffset="260">10942 14081 15792,'-4'0'2616,"1"0"-141,3 0-2412,70-9-310,-20 4-1594,8-1 0,2 0 1841,-23 4 0,-4 1 0,14-1 0,-19 1 0</inkml:trace>
  <inkml:trace contextRef="#ctx0" brushRef="#br0" timeOffset="444">10983 14557 24475,'50'-27'-176,"0"1"0,-1 0 0,-1 1 0,-1 2 0,-3 4-2353,1 7 0,-4 4 1401,-2 0 0,-4 1 1,11 1-1,-21 3 1</inkml:trace>
  <inkml:trace contextRef="#ctx0" brushRef="#br0" timeOffset="1167">12907 13848 23427,'-34'-22'129,"1"1"0,-20-15-45,-4 57-34,-1-2-360,19-6 1,-2 0 348,-6 0 0,0 0 31,13-4 0,2 0 268,-21 3-125,36-10 22,13-2-168,6-1-17,5-1 1,11 4 326,-5 3-304,7 12 16,-11 8 40,-1 15 45,-7 12-62,-7-12 0,-2 0-56,-3 19-6,0-15 1,0 0-255,-2 15 215,7-22 0,1 0-8,1-3 0,5-1-87,8 2 0,9-3-550,13-8 1,7-6 193,-5 0 1,3-5-144,10-7 1,2-7-1891,0-5 1,1-5 2472,9-5 0,-1-1 0,-16 5 0,-2 1 0,-5-1 0,1-1 0</inkml:trace>
  <inkml:trace contextRef="#ctx0" brushRef="#br0" timeOffset="1560">13391 13963 24990,'8'-34'165,"0"0"0,3-12-80,-14 66-18,-3 16-28,-3 11-5,-1 9-12,0 5-2137,6-25 1,1 0 2103,2 10 859,7 7-848,5-33 11,6-3 23,3-15 22,7-16-22,17-21 10,-2-2 3382,0-4-3308,-8 4 94,-14 12 248,2-4-248,-11 12-133,-4 7-51,-6 12-17,-1 4 6,0 5-34,-1 18 0,1 3-151,-1 21-801,1 3-1258,0-24 1,0 0 2226,0 27 0,0-22 0,0-15 0</inkml:trace>
  <inkml:trace contextRef="#ctx0" brushRef="#br0" timeOffset="1751">14199 14234 24139,'-27'32'-1492,"-1"0"0,3-2 1,5-2 1491,9 7 0,5-15 0,4-8 0</inkml:trace>
  <inkml:trace contextRef="#ctx0" brushRef="#br0" timeOffset="2493">14911 13901 13984,'2'-3'8015,"0"0"-5528,-2 3-2308,0-42-101,0 32-22,-1-32-39,-1 42 28,-7 1-23,-6 2 6,-14 2 6,2 1 61,-26 5 56,11-1-106,0 0 17,13 1-45,22-6-1,0 4 7,5-1-18,0 0 18,2 5 28,1 8-6,-1 4 67,0 8 179,-8 5-207,3-12 39,-9 10-56,6-16-11,-1 2-11,4-8-11,3-7 229,2-4-174,1-4 40,7-10-84,2-5 0,4-3-28,4-6-17,2 6 16,19-8-10,3 9-6,13 3 0,-14 9 6,8 5-6,-11 8-6,17 12 12,-14 9-29,-4 10-10,-22 3 16,-12-8-241,-31 15-335,-9-17 15,8-10 1,-2-1-307,-14 2-4032,13-11 1,1-2 4764,-2-2 0,-4 0 0,25-7 0</inkml:trace>
  <inkml:trace contextRef="#ctx0" brushRef="#br0" timeOffset="2677">15012 13791 22727,'45'-32'117,"0"1"1,-8 3 0,-2 7-1457,7 15-3276,-19 4 4615,18 1 0,-28 1 0,0 0 0</inkml:trace>
  <inkml:trace contextRef="#ctx0" brushRef="#br0" timeOffset="2950">15844 14166 19238,'-4'0'4604,"1"0"-3271,3 0-1294,-10 16-22,8-1-57,-9 28-525,5 3-1877,2-14 1,-2 0 2441,-10 24 0,6-20 0,4-17 0</inkml:trace>
  <inkml:trace contextRef="#ctx0" brushRef="#br0" timeOffset="3484">16168 13830 23114,'43'-28'136,"0"0"0,-2 1 1,-3 9-93,9 22-16,-2 8-22,-3 10-12,-6 9 6,-8 7 0,-10-9 0,-11 16 17,-17-17 0,-9 11 22,-11-12 0,-6-6 57,1-7 66,3-7-67,10-4 392,-2-10-22,12-1-95,-1-7-112,10 3-90,9 1-50,5 2-51,10 4-39,8 2 0,9 5-28,11 7 11,7 8-11,2 7 0,-7 6-6,-15 4 1,-20 2 10,-29 2-10,-26 0-460,8-19 1,-4-3 248,-5 1 1,-1-2-415,1-3 0,1-2-1656,5-2 1,3-2 2285,-10-2 0,21-4 0,14-2 0</inkml:trace>
  <inkml:trace contextRef="#ctx0" brushRef="#br0" timeOffset="3694">16929 14072 22946,'0'51'-1284,"-1"1"0,0-7 1,-1-9-1,0-23 0,-1-8 1</inkml:trace>
  <inkml:trace contextRef="#ctx0" brushRef="#br0" timeOffset="4250">17568 13832 24665,'33'12'465,"-14"-3"-308,-29 1-90,-4-7 68,-8-4-1,4-8-11,-1-9-22,6-13-6,8-17-39,10 7-39,3 2 17,12 13-23,0 14 6,7 2-12,-4 5-5,19 16 6,-7 8-17,13 19 11,-18-3 0,-16 0 0,-7 3-9,-14-2 1,-7 2-607,-3 7 1,-4 0 608,-4-7 1,-6-4 5,-7-3 0,-3-4-346,8-8 0,0-3 360,-7 3 0,1-4 59,-21 2 73,23-22-34,31-12-34,13-5 1213,25-6-1145,0 8-46,23-2-72,-17 9 820,14 5-842,-21 14 5,6 7-212,-1 18-858,-11 5-6027,0 14 7086,-10-11 0,-6-13 0,-3-11 0</inkml:trace>
  <inkml:trace contextRef="#ctx0" brushRef="#br0" timeOffset="4450">18213 14146 26138,'6'19'-78,"-13"14"-1698,-7-5 1,-3 1-4890,-6 17 5249,0 8 1,20-40 0,1-2 0</inkml:trace>
  <inkml:trace contextRef="#ctx0" brushRef="#br0" timeOffset="4693">18601 13698 26570,'17'36'173,"-13"10"-179,-14 10 1,-5 6-1889,-1-7 1,-1-2 1618,3-12 1,0 1 274,0 19 0,3-5 0,3-17 0,4-7 0,1-1 0</inkml:trace>
  <inkml:trace contextRef="#ctx0" brushRef="#br0" timeOffset="5180">18991 13648 24049,'10'-41'240,"0"0"1,2 3 0,5 10-168,19 23 14,-3 4 0,1 1 8,15 6-67,-15-2 0,0 3-6,13 13-5,-13 7 22,-13 9 1,-12 6 10,-9 8-16,-3-8 13,1-6 1,0 1-3,3 18-367,1-12 0,2 1 333,0-6 1,0-1-4,0 2 1,-2-1 2,-5 21-6,-7-27 1,-7-2-138,-17-4 0,-4-4-129,8-2 1,-3-1 260,-14-2 0,-7 0 0,10-4 0,-1-2 0,5-2 0,0 0 0</inkml:trace>
  <inkml:trace contextRef="#ctx0" brushRef="#br0" timeOffset="23059">10458 9402 24575,'13'0'0,"4"0"0,31 0 0,-8 0 0,23 0-4252,-29 0 1,-1 0 4251,18 0 817,-1 0 0,3 0-817,-3 0 0,1 0 0,8 0 0,3 0-173,-16 0 0,1 0 0,0 0 173,1 0 0,0 0 0,-3 0 0,7 0 0,-2 0 0,10 0 0,-4 0 0,7 0 0,-30 0 0,1 0 0,4 0 0,2 0 0,19-2 0,0-2 0,-11 0 0,1-1 0,1-2 0,4-1 0,-1-1 0,-8 1 0,-1-1 0,-1 1-2169,15-6 1,0 1 2168,0 2 0,-1 1 2168,-9 2 1,-3 0-2169,-9 2 0,0 0 0,19-2 0,-1 0-275,-15 1 1,-1 0 274,0 0 0,0 0 0,-4 1 0,0 0 0,28-5 0,-29 6 0,1 1 0,4 0 0,1 0 0,-2 0 0,1 0 114,11-1 0,-1 1-114,-13 1 0,-2 1 0,11-3 0,-4 0 0,-3 4 0,1-3 6325,0-2-6325,-8 2 0,25-7 0,-18 6 960,6-2-960,-17 4 424,-6 2-424,-5 1 0,-1 0 0,-1-2 0,2 1 0,-1-1 0,3 1 0,1-1 0,8 0 0,0 0 0,-2 0 0,-6 2 0,-7 0 0,-6-1 0,1-1 0,-5-12 0,0 9 0,-1-8 0</inkml:trace>
  <inkml:trace contextRef="#ctx0" brushRef="#br0" timeOffset="91701">13065 9345 24575,'0'24'0,"0"4"0,0 17 0,0 16 0,0-26 0,0 2-1391,-5 18 0,-2 0 1391,2-16 0,-2-1 0,-4 10 0,-3 1 441,-5-5 0,-1-2-441,1-1 0,0-1 0,0-1 0,0-1 0,2-7 0,3-3 458,-4 3-458,3-6 0,4-7 0,-2-18 0,9 1 0,-6-6 0</inkml:trace>
  <inkml:trace contextRef="#ctx0" brushRef="#br0" timeOffset="92525">12388 9788 24575,'17'0'0,"46"0"0,-9 0 0,6 0 0,-8 0 0,2 0 0,1 0-1676,0 0 0,0 0 0,-2 0 1676,-4 0 0,-2 0 0,0 0 0,16 0 0,-2 0 0,-8 0 0,1 0 0,-4 0 0,3 0 0,-3 0-2763,0 0 0,0 0 2763,14 0 0,-1-1 0,-12-1 0,-5 0 834,-11 2 0,-2 0-834,11-1 0,-4 1 0,-1 4 0,-3 1 0,-15-3 1754,-6-1-1754,-2 1 6612,-4-1-6612,2 1 130,-8-1 0,-1-1 0,-3 0 0</inkml:trace>
  <inkml:trace contextRef="#ctx0" brushRef="#br0" timeOffset="126205">15521 10009 24575,'35'-3'0,"1"0"0,-6 3 0,4 0 0,18 0 0,3 0 0,-9 0 0,3 0-1494,0 0 1,3 0 0,-1 0 1493,5 0 0,0 0 0,-14 0 0,2 0 0,-1 0 0,16 0 0,1 0 0,1 0 0,2 0 0,-17 0 0,-1 0 0,2 0-107,-1 0 0,0 0 0,5 0 107,4 0 0,4 0 0,2 0 0,-3 0 0,-9 0 0,-2 0 0,-1 0 0,3 0-885,10 0 1,3 0-1,0 0 1,-3 0 884,-7 0 0,-2 0 0,-1 0 0,-1 0 0,8 0 0,-2 0 0,-1 0-1341,-4 1 1,-1-1-1,-3 1 1341,9 1 0,-2 0 452,1 4 0,-2 0-452,-14-1 0,-1 0 0,18 3 0,0-1 426,7 0-426,2-2 0,-3-2 0,-3-3 0,-24 0 0,1 0 0,-1 0 0,0 0 0,0 0 0,-1 0 0,24 0 0,-10 0 0,-7 0 2754,-1 0-2754,0 0 6044,-7 0-6044,-3 0 1512,-13 0-1512,0 0 721,-2 0-721,-3 0 0,-1 0 0,-2 0 0,1 0 0,8 0 0,-1 0 0,14-4 0,-13 3 0,4-4 0,-5 3 0,-2-2 0,-1 3 0,-4-3 0,2 1 0,11-2 0,10-3 0,-1 2 0,2-1 0,-14 3 0,-2 0 0,4-1 0,1-3 0,1 3 0,5-2 0,-4 5 0,4 0 0,2 2 0,-1 0 0,-5 0 0,-5 0 0,-6 0 0,-4 1 0,1 0 0,-3 2 0,1 0 0,-4-2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5:29:00.47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15549 10788 15720,'1'-4'6178,"-1"0"-5276,0 4-555,-9-60 225,1 38-371,1-13 1,-3 3 100,-7 22-251,5 5 49,-8 7-32,1 8-40,-11 10 16,-4 10-10,-4 7-40,3 4 12,5 6 5,15-13-22,10-5 11,28-14 34,-4-10 44,42-8-39,-18-12-6,-12 3 1,-1-3 11,6-11 84,-5-9 185,-15 1-163,-3 6 309,-8-8-197,-9 23-157,0-2 57,-4 9-135,4 4 5,-1 6 6,0 14-33,0 8 0,-1 4-1,-2 8 34,3-5-50,0 14-6,2-15 23,10 9-12,0-26-33,26 11 34,-11-18-7,30 2 18,2-16 0,-1-5 38,0-11 7,-27-5-29,-13 5 51,-9-7 17,-14 0-18,-3 0 18,-7-2-45,6 14 39,2 3-6,7 7-22,0 1-33,4 3-40,1 6 22,1 1 7,-1 9-12,0-5 33,-1 10-44,1-7 5,-1 2 18,4-5-12,1-4 44,8-3-10,0-1 39,5-3 16,-7 0-21,-3-1-40,-8 2-6,-4 0-11,-1 2-11,-5 0 11,5 0-5,-1 0-6,5 0 50,0 0-55,1 1 10,-1 2-10,-1 0-6,-6 5 16,2-1-10,-2 3 27,4-2-5,3-2-17,1-4-11,1 1 33,0-3-11,1-4-5,-1 3-62,1-3-129,-1 4 157,2 0-22,0 0 33,0 0-22,0 0 33,-1 0 6,0 0 0,1 0 6,0 0-12,-2-2-11,2 0-16,-1-1-51,0 0 22,1 1-61,-1 1 61,0 0 40,1 1-51,0 0 39,0 0 34,0 0 68,-1 0-35,1-3-27,-1 1 27,1-1-5,-1 1 0,0 0 12,0-1 4,1 2 52,-1-1-85,-2 8-11,-2 0 17,0 6-12,-1-3-10,0 7 10,1-5-10,-1 7 10,1-3 12,0 2 0,0 1-12,1 1 1,2 0 16,5-1-16,2-2-6,7-2 6,2-3-1,2-2 6,2-4-11,-3-3 23,1-1-6,-2-3-6,2-2-6,0-3 7,-1-2 21,1 1-22,0-2-11,-1-1 12,-1 0-1,-5 2 6,2-6 16,-7 6-16,3-7 28,-3 2-12,-1-2-16,0 3 0,2-9 11,-2 7-11,1-7-6,-2 7 6,-1 1 0,-2 4-6,0 3 11,-2 2-55,1 3 49,-1 1-4,0 1-7,-2-1 6,-2 0-16,0-2-6,1 2 33,2 0-11,1 1-1769,1-2-8073,9 2 8002,-5-1 1,5 2-1,-7-1 1</inkml:trace>
  <inkml:trace contextRef="#ctx0" brushRef="#br0" timeOffset="1820">15901 10925 8853,'-6'5'8699,"1"-1"-6806,5-4 1216,0 0-2336,-10-19-488,7 14-162,-7-15-5,10 19 145,2 5-16,1 3 117,1 11-269,-2-4 67,2 7 1,-2-9 27,6 0 147,8-5-265,-2-6 136,25-14-91,-7-3-94,8-7 61,2-6 5,-11 2-27,4-9 111,-12-7-72,-15 8-34,-15-2-33,-6 17 22,-5 3 129,-5 0-112,7 4 61,-8-5-84,12 8-38,4 4 32,0 2-44,5 3 6,-7 1-12,2 6 12,-7 3 28,5 1-46,0 5 29,11-7 17,9 3-6,26-10-34,7-4-5,17-5 33,-15 0-5,16-6-22,-25 5 16,10-3 17,-24 5 5,-8 2-27,-9 3 33,-2 2-44,-3 0 55,1 9-39,0 0 0,-1 6 1,3 2-1,-2-6 0,3 15 17,-2-6-17,0 5-11,-2 6-22,1-8 11,2 9 5,2-7-5,5-3 22,1-6-11,10-2 0,11-7 0,-4-1 6,19-10 22,-23-8-34,4-4 45,-10-11 23,-7-8-68,-3 5 90,-4-17-56,-6 22-33,0-6 27,-2 6 0,3 5-5,4-10-17,3 8 28,6-2 6,-1 10-34,-1 5 17,-2 4-6,-2 4-28,2 3 23,2 2 10,9 1-16,-1-2-16,29-1 16,-5-2 11,9 0-6,0 4 23,-32 1 34,3 15-40,-25-7 40,-18 26-56,-2 3-6,2-4-6,6 1 6,15-23-45,11 17-106,2-4-286,14 15-1047,4-9 1484,4 0 0,-15-16 0,-2-4 0</inkml:trace>
  <inkml:trace contextRef="#ctx0" brushRef="#br0" timeOffset="2588">17396 10703 22554,'41'-23'-404,"-1"-1"1,-1 3-1,-2 5-951,14 13-1703,-9 8-3103,-11 4 1131,-18 10 5030,-22 5 0,-20 6 0,-20 5 1265,20-17 1,-1 0 798,1 2 1,0-1-452,1-1 0,2 0 666,-15 13-1449,16-11 1219,11-5-1012,17-10-494,10-2-380,13-9-191,13-3-56,-3-2-620,-5 1 1,3 0-6203,18-3 6264,-18 3 0,-1 1 1,1 1-1,-14 3 1</inkml:trace>
  <inkml:trace contextRef="#ctx0" brushRef="#br0" timeOffset="3047">18437 10490 18369,'1'-4'4655,"0"1"-3092,-1 3-1446,-28-34-38,17 28 10,-26-22-10,18 36-1,-10 2-16,-10 0 10,-6-2 68,-3-2 51,5 0 0,9-2-68,13-1-17,11 1 29,7 1 33,8 3 5,3 4 18,6 6 27,0 7 6,-4 9 6,-9 9-82,-8-12 1,-3 1-82,-5 14-23,2-11 1,0 0 6,2 13-1739,8-13 1,2 1 1659,4 10-56,20 13-191,13-27-274,-8-12 1,2-1-3102,6-3 1,1-1 3649,-2-3 0,-3-2 0,12 1 0,-20-6 0</inkml:trace>
  <inkml:trace contextRef="#ctx0" brushRef="#br0" timeOffset="4977">18801 10629 13256,'-1'-3'7298,"0"1"-4464,1 2-2341,-10-60-263,12 39-172,-4-14 1,4 4-3,17 22-22,6 4-40,7 7 1,2 8 5,1 6-56,-4 9-12,-7 4 29,-11 10 50,-11-10 29,-15 9-18,-7-15 23,-6 4 5,-3-3-22,9-9 118,0-5 11,10-8 22,1-4 17,3-3-23,4-3-44,3-2-22,5 1-6,7 0-62,7 3 0,6 2 6,11 7-50,-11 3 16,11 12-28,-14 3-11,2 10 17,-8 9 16,-12-5-5,-8-3-16,-17-5-52,-9-6-49,-12 3-3780,-15-3 3483,19-10-5658,-10-10 6072,32-10 0,-1 1 0,14 0 0</inkml:trace>
  <inkml:trace contextRef="#ctx0" brushRef="#br0" timeOffset="5202">19420 10774 20890,'0'6'3506,"0"0"-2873,0-6-5,0 0-656,-20 49-62,11-29-258,-6 14 1,-1 0-3002,0-5 2286,-2 2 0,9-15 0,6-10 0</inkml:trace>
  <inkml:trace contextRef="#ctx0" brushRef="#br0" timeOffset="5634">19766 10468 26133,'6'36'235,"2"-14"-199,-19 10 1,-7 5-23,6-5 0,1 0-812,1 0 0,1 1 798,-6 25 491,18-14-502,9-18 310,17-3-260,2-16 6,7-17 5,-5-13-5,-7 0 67,8-7 84,-9 8 907,2-2-695,-8 5-318,-10 9 28,-5 4-68,-3 5-33,-1 5 11,0 7-6,-1 8-61,-4 21-56,0-10-331,-7 26-2391,-1 2-4229,2 2-2258,1-5 9304,8-24 0,1-23 0,1-3 0</inkml:trace>
  <inkml:trace contextRef="#ctx0" brushRef="#br0" timeOffset="5821">20325 11046 20436,'-4'-4'3876,"1"1"-2262,3 3-1693,-32 25-582,24-7-347,-23 15-8823,36-9 9450,-2-13 1,1 0-1,-3-9 1</inkml:trace>
  <inkml:trace contextRef="#ctx0" brushRef="#br0" timeOffset="6412">21001 10642 20235,'2'-5'4251,"0"1"-3047,-2 4-1170,-22-45-12,8 36 26,-11-12 0,-3 4-9,-5 24 6,-16 4 5,15-2-39,9-3 17,0 1 45,5 1-17,2 0-28,4-1 73,5 1 0,7-4 16,-1 2 23,4 1-17,2 2-5,-1 2-6,1 7 22,-2 5-22,-7 6-67,-3 4-11,-1-6 16,-5 5-11,5-8-5,0 6-12,4-10 57,4-6 50,2-10-73,2-7 61,9-10-72,2-4-6,3-3 96,12-6-79,-5 8 5,11-5-27,-4 11-29,0 5 7,1 5 27,-1 7-112,9 23 56,-13 3-50,-3 20-17,-23-7-39,-15 0 22,-4-11-33,-8-4-872,-2-13 1,-3-3-3598,-15 1 4603,12-4 0,2-2 0,6-7 0,14-1 0</inkml:trace>
  <inkml:trace contextRef="#ctx0" brushRef="#br0" timeOffset="6608">20943 10526 24021,'46'-15'380,"1"0"1,-5 1 0,-4 4-420,-9 6-722,-3 1-4711,-4 3 5472,-4 2 0,-9-1 0,-3 1 0</inkml:trace>
  <inkml:trace contextRef="#ctx0" brushRef="#br0" timeOffset="6820">21429 10861 21556,'-3'3'3838,"1"0"-3561,-12 26 0,-4 11-31,-4 2-810,-3 9 0,0 2 581,8-23 0,1-2-314,-15 27-1471,3-11 1768,1-12 0,13-16 0,4-9 0</inkml:trace>
  <inkml:trace contextRef="#ctx0" brushRef="#br0" timeOffset="7301">21911 10653 26318,'5'-43'207,"-2"28"-207,-3 41-28,-3 27-202,-6-7-529,2-15 1,0 2-1620,-2 2 1,-1-1 2377,-6 24 0,6-21 0,6-17 0</inkml:trace>
  <inkml:trace contextRef="#ctx0" brushRef="#br0" timeOffset="8221">21744 10649 13485,'-5'-5'6162,"2"1"-4578,3 4 456,0 0-1615,2 9-50,-2-2 62,-2 12-314,-1-10 118,-5 3 62,4-8 212,0 0-375,2-2 96,2-5-68,0-6-23,3-8 12,7-18-107,-1 9 79,15-23-56,-8 24-39,3-4 5,-2 13-11,-5 11-6,4 4 1,2 16-23,-2 7 11,-2 7-6,-5 10-10,-7 1-40,-9 18 31,-2-25 0,-3 0-230,-6 3 0,-5 1 227,-10 6 1,-3-3 16,10-11 0,-1-3 28,-11 6 0,-2-5 17,-12-5 5,6-5 12,11-16-23,27-17-22,17-12 16,12-5-22,3 6 68,21-2 10,-14 18-44,13-1 415,-19 11-427,4 8-33,-4 6-16,13 7-85,-8-5 0,0 0-89,14 6-166,-8-6 0,0 0-938,12 3-1170,9 2-5977,-13-6 7593,-16-5 0,-16-7 0,-9-1 0</inkml:trace>
  <inkml:trace contextRef="#ctx0" brushRef="#br0" timeOffset="8421">22239 10988 26962,'18'-21'78,"-4"4"-184,-12 65-510,-2-8-1664,-3 22-347,0-19 2627,-4 12 0,4-37 0,0 7 0</inkml:trace>
  <inkml:trace contextRef="#ctx0" brushRef="#br0" timeOffset="8671">22684 10674 21131,'0'-5'4419,"0"1"-3528,0 4-712,10-12-134,-7 17 128,6 19-150,-8 7-32,-1 1 1,-1 3-188,-2 0 0,-1 1-561,1 0 1,-2 1-2501,-2 6 0,-2-1 2427,-3 13 0,4-22 0,3-16 0</inkml:trace>
  <inkml:trace contextRef="#ctx0" brushRef="#br0" timeOffset="9375">22926 10535 13015,'-3'0'9556,"1"0"-7143,2 0-2049,28-46-201,-12 32 27,9-15 1,2 4-6,-4 17-84,7-1-40,-15 6-5,-4 5-22,0 2-12,-3 2 17,5 4 12,-3 1 22,6 12-57,-7-4 46,5 24-23,-10-9-22,-1 19 11,-9-2-22,-5 5-189,5-25 0,1 0 195,-3 21-15,7-8 0,4 2-3,4-13 1,1 0-18,3 16 1,2 0-26,-1-11 1,-2-1-40,-3-4 0,-3-1-53,-9 14-493,-20-20 0,-10-4-3159,-1-9 0,-4-4 3439,-12 5 1,0-2 0,-10-5-1,24-4 1</inkml:trace>
  <inkml:trace contextRef="#ctx0" brushRef="#br0" timeOffset="11247">18965 11355 16941,'-54'1'1217,"1"0"1,4 0-1,6 0-506,5-1-386,12 0 264,7 0-113,12-2-23,2-2-257,5 0-134,1 2 44,3-1 46,3 3-85,-1-1 129,12 5-118,-6-3 219,36 4-123,2-4-113,-5-2 1,9-2-1,-1 1-662,-10-1 0,0 0 0,2 0 608,3 0 0,3-1 0,1 0 0,-2 0-9,5-1 0,-2 0 1,1 0 4,2 0 1,1 0 0,-3 0-2,-11 1 0,-1 1 0,2-1-4,14-1 0,2-1 0,-4 1 7,-3 0 1,0 0-418,-6 0 0,3 1 1,-5-1 413,-6 1 1,-2 0 0,13-1 0,-3-1 2,2 1 9,5-1 0,2 0-307,-17 3 1,-1 0 294,6 0 1,0-1-3,-7 3 0,-4-1 0,3 2 34,-8 0 55,-16 0 1482,0-2-1470,-5-1 1370,-3-2-1437,-1 1 856,0-1-851,-2 2-78,0 0-202,-3 2-447,-5 4-2752,-4 2 3440,-2 2 0,4-2 0,3-2 0</inkml:trace>
  <inkml:trace contextRef="#ctx0" brushRef="#br0" timeOffset="19221">4706 4920 22267,'-38'-12'-122,"0"1"1,-16 5 153,67 45-225,11 11 99,-8-22 1,2-1-2036,6 6 1,1-1 2005,9 10 196,-11-16 0,0-4 466,-3-6 385,16 2-347,-7-20 218,21-16-284,-19-4 1,2-5-597,-2 1 0,1-3 0,2 0 471,10-9 0,3-1 0,2-1-96,-5 5 1,1 0 0,2-2-1,1 1 1,-6 4 0,1 0 0,2 0 1,0-1-1,2 0-69,1 0 0,3-2 0,1 1 1,1-1-1,-3 2 0,-2 1-323,6-3 1,-4 2 0,1 0 0,2 0 205,-9 5 0,4-1 0,0 0 0,0 0 1,-2 3-1,-5 3-381,10-5 1,-5 5 0,0 0-583,6-1 0,-1 0 0,-3 3 757,3 1 1,-6 4 0,2 2 0,-31 12 0</inkml:trace>
  <inkml:trace contextRef="#ctx0" brushRef="#br0" timeOffset="61083">21394 5298 24575,'32'0'0,"20"0"0,-13 0 0,3 0-1728,9 0 1,0 0 1727,1 0 0,0 0 0,-7 0 0,0 0 0,-2 0 0,1 0 0,0 0 0,2 0 0,7 0 0,1 0 0,0 0 0,-1 0 0,-1 0 0,-2 0 0,-1 0 0,-2 0 0,-7 0 0,-2 0 485,-5 0 1,-1 0-486,25 0 0,-1 0 0,-12 0 591,2 0-591,-16 0 0,-11 0 0,1 0 1799,-13 0-1799,-1 1 94,-7 0-94,-5 2 0,-12 0 0,-38 3-6784,-3-4 6784,12 0 0,-2 0 0,0-1 0,0-2-651,-9 1 1,0 0 650,6 0 0,0 0 0,-10 0 0,3 0 0,18 0 0,3 0-365,-5 0 0,2 0 365,-19 0-284,1 0 284,1 0 0,2 0 0,-5 0 2281,14 0 0,1 0-2281,13 0 0,-1 0 0,-7 0 0,-5 0 0,6 0 0,-16 0 837,14 1 0,1-2-837,-5 0 1102,15 0-1102,1-1 467,19 0-467,2 1 1294,2 1-1294,3-1 0,1 1 0,1-1 0</inkml:trace>
  <inkml:trace contextRef="#ctx0" brushRef="#br1" timeOffset="122870">20495 5404 16247,'0'-4'5892,"0"0"-4178,0 4-1434,-5-56-174,3 42-94,-4-42 4,5 60 80,-4 16-52,-2 7-38,-5 17-6,4-10 6,-2 12 22,7 4-17,0-8 28,9 19-28,-3-39 112,6 13-5,-7-26 308,1 1 213,-3-12-455,1-8-72,-3-10-78,0-3 44,-4-27-55,3 20 30,1-3 0,-1-2 48,2-3 28,0-13-68,0 24 96,0 4-151,0 17-29,0-1 18,-1 11 10,0 16-21,-2 7 16,1 6 0,-2 10 11,1 3-6,1-9 12,1 17-17,3-35 11,2 9 129,0-21 280,1-5-285,1-13-51,3-13-67,-2-3 27,4-18-16,-2-4-22,-2 2-12,-1 0-27,-5 24-85,-3 11 34,1 7-397,-8 18-443,0 6-1625,-4 20 2549,2 12 0,6-22 0,3-1 0</inkml:trace>
  <inkml:trace contextRef="#ctx0" brushRef="#br1" timeOffset="123696">18489 5748 15490,'-45'-6'1279,"-1"-1"0,3 1 1,12 1-956,27 3-66,5 0 72,11 2-66,14-1-69,13 1-10,17 0-633,-21 0 1,0 0 492,27 1 16,-6 1 1,0-1-17,7 2-2,-15-1 0,8-1 0,-4 1-1,-1-1 0,0-1-26,-2 1 1,4 0 0,-2-1-454,-5 1 1,-2-1-1,2 1 440,-1-1 1,1 0 0,4 0 18,3 1 1,5-1-1,1 0 1,-4 1-14,5-1 0,-3 0 1,3 1-499,-2-1 0,3 1 0,0 0 0,-5-1 492,1 1 1,-4 1 0,0-1 1,-2 0 1,0 1 0,0 0-254,-2-1 1,-1 1 0,-2 0 261,6 0 0,0 0 25,-3 0 0,2 0 1,-6 0-18,-8-1 0,1 0 8,15 1 0,9-1 0,-5 0-13,-3 0 0,-1 0-1,-1 0 1,4 0 0,-1 1-6,-8-1 1,-2 1-1,1-1-6,2 1 1,0 0 0,-3 0-3,9 0 0,1 1 2,-6-1 1,4 1 0,-5 0-1,2-1 1,-2 1 1,-2-1 1,3 1-1,-3-1 10,10 1 0,-2-1-1,3-1 0,0 0-11,3 0 1,2-1 1,-19 0 1,1-1-1,0 0-71,3 1 1,0-1-1,0 1 51,1-1 0,1 0 0,0 0 5,0 1 1,0 0 0,0-1 289,0 1 0,0 0 0,-1 0-281,-2 0 1,0 0 0,-1 0 0,-2 0 0,0 0 0,-1 0 17,16 0 1,-1 0 164,-4 0 0,-1 0-176,-2 0 1,-1 0 128,-3 0 0,1 0-182,-4 0 0,0 0-1407,4 0 1,-2 0-1798,13 1 3249,3 0 0,-46 0 0,-2 0 0</inkml:trace>
  <inkml:trace contextRef="#ctx0" brushRef="#br1" timeOffset="124912">20672 6076 22010,'9'-62'689,"8"9"-599,4 44-73,13 1-28,-11 5-12,14 12-10,-19 6 10,4 3-44,-10 16 45,-10-15-40,-18 33 45,4-32 23,-20 21 11,18-28 67,-9 6 84,7-9 257,-3-1-89,8-4-101,4-5-89,5-4-112,1-1 22,7-4-45,-2 6-6,9-3-10,2 6 5,14 3 0,-7 1-11,13 6 22,-11 0 0,5 3-17,-5 1 6,-9 2 0,-7-5 6,-12 3 0,-10-6-130,-19 3-335,-2-3-762,-9-3-8214,8-3 9435,7 0 0,13-2 0,7 1 0</inkml:trace>
  <inkml:trace contextRef="#ctx0" brushRef="#br1" timeOffset="125749">19755 5920 11138,'0'-6'8453,"0"2"-5457,0 4-2122,-6-63-241,5 43-460,-3-15 1,2 4-62,2 27-62,0 2 1,1 11-12,1 0 280,9 44-218,-4-21 5,-1 7 1,0 3 106,-3 21-537,-2-20 0,0 1 368,-1-9 1,0 1 56,-1 16 0,0 0-42,0-19 0,1-1-15,-1 14 1,1-1 11,4 16-155,2-7 149,0-16 40,2 13-90,-5-25-11,0 29-152,-2-26-997,-2 10 1160,0-14 0,-1-11 0,2-6 0</inkml:trace>
  <inkml:trace contextRef="#ctx0" brushRef="#br1" timeOffset="126750">19547 7557 21971,'13'-43'1624,"-7"3"-1260,-15 15-50,-8 1-56,-4 3-169,1 7 113,-18 3-135,4 8 17,-20 7-50,3 8-29,-3 9-445,-3 8 456,29-12 1,2 1 0,-16 13-12,16-5 1,3 1 11,0 14-12,8-12 1,5 1 17,13 16 44,20-7 0,20-7-5,14-13-28,-8-9 64,-3-22 0,-1-11-45,-18-2 1,-2-3-260,11-4 0,-4-2 217,-15 2 0,-5-4 25,-1-8 1,-3 0 19,3-13 75,0-5 1,-1 0 103,-3 2-129,-3 20 1,0 2-12,-2 2 520,-1 3-570,0 21-29,-1-2-21,2 19 10,-2 11 29,2 18-34,-5 15-6,0-16 1,-2 1-112,0 5 0,-1 0 120,-1 3 0,1 1 0,1-1 0,1 0-231,1-1 1,2-2 221,3-3 1,4-1-93,4 2 1,5-2 109,12 4-7,16-6-10,-6-39 21,3-14 12,0-16 6,-5-8 11,-10-1 694,-10 6-649,-11 9 466,-7 9-461,-4 9 161,0 4-223,2 6-21,3 5-12,5 6 0,1 3-34,5 11-39,2-1-168,6 17-106,-2-4 11,-1-1-5974,-1-1 4075,-6-18 2152,5 7 1,-8-18 0,1 0-1</inkml:trace>
  <inkml:trace contextRef="#ctx0" brushRef="#br1" timeOffset="126926">19932 7331 23086,'-21'-25'-3061,"1"0"0,-3-7 1645,50 53 1,-9-6 0,-7-6 0</inkml:trace>
  <inkml:trace contextRef="#ctx0" brushRef="#br1" timeOffset="127304">20058 7498 25623,'-6'-29'135,"10"26"-135,4 24-6,15 34 6,-6-22 6,3 8-23,-4-9 50,-7-14 91,2-3 111,0-20-118,4-15-55,1-8 89,10-20-16,-4 2-71,-9 17 0,0-1 82,7-25-34,-6 4-101,-7 20-39,-4 5-179,0 21 33,1 3-498,10 11-2268,12 14 1035,-3-2 1905,16 16 0,-27-25 0,5 5 0</inkml:trace>
  <inkml:trace contextRef="#ctx0" brushRef="#br1" timeOffset="127487">20544 7473 25186,'13'-6'454,"-3"-1"-527,-13 50-39,2-21-1059,4 27 74,2-28 1097,18 18 0,-15-29 0,10 5 0</inkml:trace>
  <inkml:trace contextRef="#ctx0" brushRef="#br1" timeOffset="127654">20757 7226 18067,'-6'-3'3635,"1"1"-3702,5 2-4201,-21-1 3205,21 9 0,-19-6 0,23 6 0</inkml:trace>
  <inkml:trace contextRef="#ctx0" brushRef="#br1" timeOffset="128485">21149 7401 18403,'0'-7'4576,"0"1"-3534,0 6 471,0 0-1312,-74-50-139,47 39 19,-23-12 0,1 9-36,22 32-23,-8 15-22,15 2 51,10 4 16,8 1-73,15-3 12,12-6 0,14-7-6,4-12 16,-9-8 46,4-23-68,-18-7 12,7-22 44,-11-8-418,-8 23 1,-1 0 406,4-24 22,-4 23 1,-1 0 60,1-23 130,-1 6-39,-8 7-101,-1 25-78,-3 10-34,2 6 790,-2 17-790,3-3 204,-3 36-254,5-7-6,3-8 0,2 1-146,9 27 31,-2-30 0,1 0-87,2-1 1,1-1-404,16 24-162,3-11 5,2-10 180,1-15 234,-1-12 320,-1-15 168,-4-9 152,-4-7 189,-8-2 421,-7-1 50,-14 6-397,-7 6-118,-9 9-141,-1 8-116,0 7-96,7-1-12,2 13-4,9-4-12,7 7 5,9-5 1,12-6-12,8-5 17,3-10 12,0-9 22,-4-11-6,-10-7 22,-10-5 63,-12 0 32,-11 3 57,-8 7-101,1 9 140,-9 4-140,9 10-84,-3 0 56,0 23-73,11-7 1,-8 26-35,12-6 12,1 1-107,16 26-145,7-15-424,-1-11 0,5 0-1397,3-5 1,2-2 2083,1-3 0,-2-2 0,12 6 0,-16-13 0</inkml:trace>
  <inkml:trace contextRef="#ctx0" brushRef="#br1" timeOffset="129227">20791 8094 24979,'-20'-34'952,"0"38"-1340,15 40 421,-1-4 1,-1 3-18,0-10 1,0 1-59,0 9 0,1 0-134,4 0 0,4-2-334,9-4 0,6-2-977,10-4 0,8-5 919,19-3 0,1-5 0,-22-6 0,-2-3 0,4-4 1,-1 0-1</inkml:trace>
  <inkml:trace contextRef="#ctx0" brushRef="#br1" timeOffset="130061">20835 8033 8780,'8'-10'7596,"-3"2"-6286,-5 8 4303,0 0-4527,2-42-823,-3 30 73,2-31-173,-2 42-57,0 2 0,1 4 29,0 7-79,0 2 40,-9 13-85,-14 11-56,1-6-269,-16 17-2587,18-6 2901,6 2 0,6-12 0,11-14 0</inkml:trace>
  <inkml:trace contextRef="#ctx0" brushRef="#br1" timeOffset="131835">21163 8231 6451,'-6'-2'1091,"0"0"-867,6 2-1965,0 0 1741,17-3 0,-12 2 0,12-3 0</inkml:trace>
  <inkml:trace contextRef="#ctx0" brushRef="#br1" timeOffset="133446">21143 8315 22845,'6'-32'602,"0"1"0,4-19-171,5 15-341,-6 17 33,12-14 17,4 10-101,6 3 0,11 3-27,-11 9-7,9 4-16,-5 15-23,-3 4 12,-5 16 11,-17-7 0,-8 18 33,-7-11-22,-5 11 62,-4-13-18,-2-8 29,1-8 0,5-7 219,-2-5-135,5-8-17,-1-4 0,4-6-17,2 2-90,1 4 46,4 1-57,3 6-27,8 0 5,9 7-12,11 4 18,-1 4-23,19 6 0,-5 2 28,-17-3 1,-1 1-18,5 12 6,-18 5 0,-40-8-5,-7-7-23,-26 2-34,25-13 0,1 0-22,-20 7-255,18-7 0,4-2-1066,11-3-74,-2 1 1479,24-11 0,-3 4 0,6-4 0</inkml:trace>
  <inkml:trace contextRef="#ctx0" brushRef="#br1" timeOffset="133676">21917 8331 14723,'5'2'7360,"0"0"-4560,-5-2-2576,19 53-140,-21-24-109,7 7 0,-3 1-384,-24 0-408,4-8-9014,-5 5 9355,13-18 0,0 1 0,8-13 0</inkml:trace>
  <inkml:trace contextRef="#ctx0" brushRef="#br1" timeOffset="134893">22265 8258 8474,'0'-5'9219,"0"0"-7497,0 5-25,28-66-1234,-18 43 114,10-22 1,2 3-307,-9 25-199,6-5 75,7 14-119,8 10-17,0 1-11,3 7-5,1 14-1,-10 0-5,6 14 22,-26 2 23,-16-6-23,-5-4 51,-13-6 27,6-10 79,-2 1 280,7-7-269,7-5 113,4-6-57,3-3-6,0-4-49,0-2-57,1 1 6,3 0-90,6 6-27,9 0 4,14 9-21,12 4 5,-8 2 0,0 0-6,14 6 3,-15-3 1,-2 1-10,-6 4-10,-4 6 11,-21-4 33,-17-3 1,-13-5 21,-6-4-27,-3-4-11,2-3 22,4-1-34,6 0-11,7 0-16,9 0-74,3 0-252,6 2-2127,8 3-79,0-1-4930,7 1 6647,-5-3 0,-5 0 0,-1-2 0</inkml:trace>
  <inkml:trace contextRef="#ctx0" brushRef="#br1" timeOffset="135095">23161 8444 18890,'15'24'-67,"-10"2"1162,-32 21-10926,-7-5 9171,7-11 1,8-11 0,13-14 0</inkml:trace>
  <inkml:trace contextRef="#ctx0" brushRef="#br1" timeOffset="137816">23521 8252 11278,'1'-4'7999,"0"0"-5546,-1 4-1668,4-61-164,-2 36-383,0-11 0,0 2 104,-3 17-85,-2 6-38,-5 4-197,1 4 45,-7 6-16,-1 7 5,-10 8-6,-5 8 1,-2 3 10,2 2-22,9-1-11,9-2 28,14-6 0,10-5-5,13-7-1,9-8-16,-4-6 67,18-15 39,-18-2 45,6-11-17,-20 3-11,-12 1-6,-10 5-28,-7 5-44,-2 7-51,0 5-12,5 5 1,4 8 6,2 4 5,7 8-6,2 5 6,4 4-3398,2 13 3370,-5-12 12,1 5 49,0-2-50,4-7 1,8 9 10,6-12 6,21-11-17,-11-7 23,22-12-6,-21-6 17,6-9 3403,-13-4-3404,-12-5 1,-12-1-11,-13-3-12,-2 9 73,-11-9-39,10 14-5,-1-8-29,12 8-22,11 2 11,8 2-22,6 4 0,1 3 11,0 6 0,-10 3 11,0 3-11,-7 5 11,5 5-11,3 8 0,6 6-11,13 13 0,-10-10 5,-3 0 1,-3 2 16,-7 4 23,-1 25-29,-16-30-22,-9 8 17,8-22 0,-1 7 12,15-14-35,11 0 34,18-8-22,15-8 11,8-7-5,-2-6 5,-10-5 28,-14-3-23,-16-3 12,-16-5 5,-14-1-16,-10-2 0,-5 3 5,2 6 17,9 6 0,6 7-11,12 6-1,9 4-21,9 5-6,7 1 33,2 2-22,-2 1 0,-5 2 0,-9-1 17,3 5-12,-7-3-5,13 7-22,-2-2 0,11 5 10,2 2 7,0 4-12,-3 2-28,-7 4-184,-7 11 61,-9-10-633,-7 15-1686,-8-12 2487,-1 9 0,1-18 0,3-3 0</inkml:trace>
  <inkml:trace contextRef="#ctx0" brushRef="#br1" timeOffset="138079">24904 8032 21635,'-3'-6'3943,"1"1"-3523,3-25 0,8-3 185,23 14-577,-21-13 0,2 5 67,41 49-89,-24 15-15,-8-6 1,-2 3-325,-2 4 1,-5 5 18,-1 18 1,-5 2-335,-2-18 0,-4 1-120,-5-1 1,-2 2 0,-2-6-757,-2-10 1,-3-2 1523,-7 13 0,0-4 0,3-9 0,-1-3 0</inkml:trace>
  <inkml:trace contextRef="#ctx0" brushRef="#br1" timeOffset="140362">22748 5788 18733,'59'-2'770,"-22"2"1,-1-1-469,27 1-1076,-21 1 1,3-2 831,1 1 1,3 0-16,2 1 0,5-1 0,-3 0-939,7 0 0,2 0 922,-12 0 1,5 1 0,1-1-1,-2 0-2,7 0 1,-2 0-1,4-1-345,-15 1 1,3-1-1,1 1 1,1-1-1,0 1 325,4-1 1,1 0 0,0 0-1,0 0 1,-2 0-1,3 0 0,-2 0 0,1-1 1,5 0-2,-13 1 0,5-1 0,1 0 0,2 0 1,-1 0-1,-2-1 0,-2 1-341,6 0 1,-4-1 0,0 1 0,1-1 0,4 0 335,-4 0 0,1 1 1,3-1-1,1 0 1,1 0-1,1 0 1,0 0-7,-2 0 0,1 0 0,2 0 1,0-1-1,0 1 0,-2 0 1,0 0-1,-3 1-168,5-1 0,-2 0 0,-1 1 0,-1-1 0,1 1 0,1-1 151,-6 1 0,2-1 0,1 1 0,-1-1 1,0 1-1,-1 0 0,-2 0-331,2 1 1,-1-1 0,-1 1 0,-2 0 0,-2 0 0,-1 0 355,5 1 0,-3-1 0,-2 1 0,0-1 0,0 0 0,1 1 0,-3-1 0,-4 1 0,7-1 0,0 1 0</inkml:trace>
  <inkml:trace contextRef="#ctx0" brushRef="#br1" timeOffset="141197">23693 6014 6476,'0'-7'4038,"1"-25"1,1-6-812,0 13-2639,1-16 1,-1 1 1311,2 19-1452,-1 1 331,0 10-689,2 8 2171,-1 8-2087,5 23-3448,-3 6 3363,1 22-44,-4 0-559,-5-21 1,0 0 524,-1 12 0,0-15 0,-2-3 0,1-5 51,-4 13 89,4-23 2982,-1 1-2830,5-23 1359,3-4-1612,1-10 51,5-26-51,0 3-19,-4 11 0,-1-2 109,2-24-84,-3 21 50,-2 1-55,-3 25-51,1 2-11,-2 7-107,-2 23 45,2-6-218,-5 30-488,2-2-1674,-5 17 2031,5-23 1,0-1 0,-2 5 0,1-3 0</inkml:trace>
  <inkml:trace contextRef="#ctx0" brushRef="#br1" timeOffset="141947">23747 6666 16448,'0'-5'4190,"0"2"-1742,0 3-1675,-37-62-594,21 43-42,-10-15 0,-3 3 54,1 28-35,-9 3-32,-2 8 4,-7 13-72,8 2-16,4 2-18,9 3 6,9-3-22,2 15-23,10-8 22,6-3 1,16-9 44,16-11-61,-4-2 62,23-11 72,-5-18-73,-7 0 17,-14 2 1,-1-3 44,3-17-48,-12 13 1,0-2-1574,0-8 1,-2 0 1671,3-13-130,-8 13 0,-2 4 79,-5 10 101,0-11-50,-3 23-113,0 1-39,0 6 0,2 8 12,6 14 3147,0 8-3182,1 17 649,-4-8-670,-4 13 33,-4-7 11,-1 13-56,0 6 17,6-14 6,3-7-6,12-17 28,13-17 5,6-10-5,4-7 11,-13-7 1,0-6 66,14-23-47,-17 20 0,-2-1 42,6-23 61,-20 14-50,-9 15-45,-4 5-28,-1 12-11,2 4-39,3 7 22,0 7 12,1 8-74,5 8 23,0-4-291,12 15 123,-8-19-1344,15 25-1782,-12-23-1842,2 5 5192,-7-14 0,-5-8 0,0-3 0</inkml:trace>
  <inkml:trace contextRef="#ctx0" brushRef="#br1" timeOffset="142107">24143 6367 23489,'8'-23'-357,"-11"-5"1,19 46-1</inkml:trace>
  <inkml:trace contextRef="#ctx0" brushRef="#br1" timeOffset="142499">24430 6545 19680,'-2'-2'5097,"0"0"-4363,2 2-583,-4 2-117,7 27-34,-4-10 6,8 23 16,3-3 12,0-10 66,5 7 96,-1-20 40,1-13-29,5-15 0,3-14 6,4-14-40,-1-8-38,-3-3-68,-8 12 107,-3-8-124,-9 24-44,1-5-46,-4 18-200,3 7-124,3 9 28,2 3-812,9 11-1183,1 3 2331,13 16 0,-15-19 0,3 3 0</inkml:trace>
  <inkml:trace contextRef="#ctx0" brushRef="#br1" timeOffset="142674">24894 6581 26116,'-15'-23'-90,"4"12"-240,12 37-673,-1 4-2464,0 2 3467,-2-6 0,1-10 0,0-7 0</inkml:trace>
  <inkml:trace contextRef="#ctx0" brushRef="#br1" timeOffset="142875">25130 6360 24267,'-30'-31'-868,"5"6"-218,38 54-4325,5 8 5411,5 4 0,-7-11 0,-4-11 0</inkml:trace>
  <inkml:trace contextRef="#ctx0" brushRef="#br1" timeOffset="143308">25449 6574 15552,'2'-3'6912,"0"1"-4420,-2 2-2139,-48-60-123,24 45-138,-8-17 1,-1 6 30,3 33-28,-1 7-78,6 2-45,-7 18 0,17-5-17,-3 13 6,15-8 39,12-5 6,9-8 11,12-9 11,4-12 5,5-14 40,-1-13 17,-1-13-46,-10 3 57,-10 2 0,-2-2-378,2-17 459,-6 16 0,-2 0 193,-2-21-235,-6 24 84,-6 5-95,0 22-96,-3 2-55,1 14 500,2 2-473,-1 11-27,1 10-113,3 24-266,6 8 157,0-24 1,2 1-995,3 1 0,2-3-957,3 14 2195,-4-15 0,-1-6 0,-4-14 0,1 7 0</inkml:trace>
  <inkml:trace contextRef="#ctx0" brushRef="#br1" timeOffset="143804">25755 6520 18588,'-8'0'5803,"2"0"-5428,6 0 449,0 0-679,-5 0 46,3 14-130,-3-5 23,6 13-22,4-10 39,5 0 22,6-4 56,10-8-117,-6-4 38,12-12 7,-8-7 16,2-10 51,-7-3-51,-10 8 297,-24-8-353,3 23 56,-21-6-39,10 17-45,-4 5-33,4 8 0,7 10 5,4 7-39,6 8-79,7 5-313,10 3-1114,10 4 1231,-3-20 1,-1-1 0,5 2 0,-1-1 0</inkml:trace>
  <inkml:trace contextRef="#ctx0" brushRef="#br1" timeOffset="144397">23680 7197 15961,'0'-4'5186,"0"1"-3169,0 3-1227,24-62-477,-16 42-50,6-17 1,-2 3 279,-10 25-442,-2 2 51,-12 9 27,-11 15 25,-7 9 1,-2 4-1101,-9 11 932,11-11 1,2 3-238,7 26 195,16-10 6,8-14 0,5-1-6,16 7-50,2-18 0,5-3-129,0-5 1,4-1-1495,6-1 0,4-2 1,-1 0 1678,9 0 0,-2-2 0,-1 0 0,-6-3 0,-6-4 0</inkml:trace>
  <inkml:trace contextRef="#ctx0" brushRef="#br1" timeOffset="148426">24093 7177 23304,'-1'-39'459,"-1"1"1,1-24-337,3 69-50,0 6-1,1 14-4,-2 8-35,-3 5 1,1 1-17,3-3 11,6-5 16,8-8 18,9-9 16,8-8-5,10-13 39,5-8 17,1-12-51,-14 3 242,3-13-40,-23 15-39,1-6-84,-17 12-56,-4 8-62,-2 2-22,1 7-6,4 5-11,1 7 5,3 4-3654,9 30 3430,-4-19-966,8 29 59,-10-36 1126,5 27 0,-7-34 0,3 13 0</inkml:trace>
  <inkml:trace contextRef="#ctx0" brushRef="#br1" timeOffset="148676">24736 7403 17476,'3'-6'4436,"-1"1"-4002,16-24 0,4-5 233,-7 10-184,7-11 0,-1 2-310,-15 25 85,-5 12-196,-8 8 54,-4 12-138,-6 9 185,0 5-527,4 4-526,5 1-1412,13-2-4868,11-6 7170,6-9 0,-6-12 0,-6-9 0</inkml:trace>
  <inkml:trace contextRef="#ctx0" brushRef="#br1" timeOffset="149092">25148 7246 15950,'0'-6'6144,"1"1"-4861,-1 5-443,9-62-291,-6 41-387,2-14 1,0 4 16,-3 23-55,0 5-24,0 7 24,-1 12-102,0 0 6,-1 9 11,-3 9-39,2-4 0,-1 14-11,7-13 0,5-6 28,16-8-1,-6-9 1,18-12 22,-5-10 6,8-12 151,2-12 56,-15 5-89,-8 2 301,-15 6-346,-5 16 50,0-5-112,0 12-39,0 1 11,0 13-45,0-3-11,2 18-123,6 9 28,-2-5-258,2 0 0,0 1-852,-2 7 130,3 8-4017,-8-8 5120,-2-18 0,0-3 0,-1-10 0</inkml:trace>
  <inkml:trace contextRef="#ctx0" brushRef="#br1" timeOffset="149286">25805 7417 17809,'0'-3'7697,"0"0"-6953,0 3-716,-5-36-28,4 32-95,-1-17-661,9 57-185,-1-5-7337,0 21 8278,-9-19 0,2-6 0,-3-11 0</inkml:trace>
  <inkml:trace contextRef="#ctx0" brushRef="#br1" timeOffset="150467">26287 7270 14701,'1'-5'7197,"0"2"-6718,0-27 0,1-7 300,0 6-474,0-12 0,-1 3-47,1 18 162,-4 2-146,-5 9-38,-12 1-135,-5 7-62,-1 6 62,-14 18-62,11 1-28,-5 6 0,8 12-5,16-12-1,0 6 7,17-4 10,15-6-5,5-3 11,10-5 17,-7-16-12,-8-4 51,3-17-45,-14 5 96,8-26-34,-11 15 5,1-12-39,-3 17 79,-2 3-23,-3 11-101,0 1 6,-2 7-22,-1 8 11,-3 6-6,-4 9 6,-11 22 5,7-8-22,-2 12 0,17-17 0,3-9-11,14 1-6,14-7-11,6-3 23,13-5 33,-8-15-17,-3-5 39,-10-11-33,-12-4-6,-9-5 28,-9 0-16,-6 0-1,-3 3 6,0 3 6,2 2 22,3 3-28,7 1 0,4 3-17,2 5-33,10 1 16,-8 6 6,17 1-11,-12 7 16,11 3-5,-4 6 23,1 4-23,-3 3 22,-4 2-67,-7 16 51,-10-8-12,-7 9 6,-2-19-16,-4 2 32,5-7-16,1-1-16,6-3-7,7-6-251,9-3-107,1 0-6307,20-1-2957,-18 0 9645,10 0 0,-22-1 0,-4 0 0</inkml:trace>
  <inkml:trace contextRef="#ctx0" brushRef="#br1" timeOffset="151126">27019 7234 16589,'-3'0'3971,"1"0"146,2 0-3826,-29 30 43,22-15-149,-21 23-18,32-23-61,5-2 73,10-2-106,-5-4 149,11-3-138,-4-9-23,9-4-22,1-8 68,4-13-85,-12 8 29,-2-14 21,-15 11 18,-8-5 22,-9 2 0,-8 3 39,-3 5-22,3 2-45,5 6-34,7 3-50,4 4 6,5 2-6,4 2-6,4 5-5,7 1 17,1 3-1,2 2-16,1-2 22,0-1-5,3-2-17,2-4 22,2-4-11,-2-3 34,-5-1 27,-9 0-16,-8 1 11,-9 2-34,-3 2-16,0 1 5,-1 1 0,5 4-11,1 0 6,2 9-12,4 8-10,-1-2-57,5 15-157,-2-5-375,-1 12-722,-2 0-1781,-1-3 3108,-1-8 0,0-15 0,0-5 0</inkml:trace>
  <inkml:trace contextRef="#ctx0" brushRef="#br1" timeOffset="151351">27484 6979 26609,'34'6'61,"0"0"1,14-2-85,-33 28 1,-10 11-205,-11 2 1,-5-1-374,4-6 1,-4 1-383,-6 1 0,-4 3 0,0-5 481,-2-2 0,0-5 0,2-1 0,2-3 0,-4 4 1</inkml:trace>
  <inkml:trace contextRef="#ctx0" brushRef="#br1" timeOffset="153752">27460 5693 8595,'-5'0'8766,"0"0"-6872,5 0-1060,-18-6-470,16 5 185,-9-4-118,29 6-218,16 0-90,18-1-84,-1-1-460,0-2 1,4-1 425,-11 1 1,3-1-5,-2 0 1,4-1 0,0 1-2,-5 1 0,0-1 0,-1 1 5,2 0 1,0 0 0,-3 0-3,9-1 0,-1 1 16,10-1 1,-3 1 25,0-1 47,-22 2 1,-4 0 238,-10 1-141,-13 0-235,-11 0-251,-2 0-472,-2 0 81,0 1-3963,4 2 4650,1 0 0,2 1 0,1-1 0</inkml:trace>
  <inkml:trace contextRef="#ctx0" brushRef="#br1" timeOffset="154411">27790 5839 8825,'-2'-6'7943,"1"2"-3440,1 4-3293,-1-66-4235,7 38 3187,-6-9 1,1 2 1139,7 21-1106,-6 12-118,0 1 28,0 11-2178,-1 19 2100,0-2 22,0 24 2269,-1-14-2224,0 26-61,1-27 207,0 10 112,0-37 0,-1 1-101,0-31 3202,0-3-3415,3-23 11,3-8-5,-1 18 5,3-10-16,-6 29 100,1-5-167,-2 14-6,0 1 22,-3 22 0,-1-2-56,-3 23-156,-3 0-1099,-1 27-151,3-16 1479,5-8 0,1-3 0,0-14 0,2 11 0</inkml:trace>
  <inkml:trace contextRef="#ctx0" brushRef="#br1" timeOffset="155129">27624 6379 18128,'0'-12'5075,"0"3"-3501,0 9-1143,0 0-403,12-55 28,-8 46-17,15-24-22,-15 50 17,5 32-22,-7-26 21,1 26 18,-5-16-7,-2 7 46,-4-8 212,1-8-167,2-12 111,2-8-134,4-14-22,8-17-68,-3 2 17,12-19 12,2 0-34,-3 9 16,6-10 12,-10 26 0,3 0-45,-6 9-6,3 5 12,-6 5-12,10 6 6,8 8 0,-5-1-17,18 18 12,-22-14-1,11 15 6,-18-10 17,-2 3 33,-10-3-10,-2-9 49,-5-4 29,3-16-79,2 0-33,3-16 16,16-10-5,3-1-23,13-4 6,-5 14-11,-8 10 5,-3 6 12,-6 7-34,0 6 22,-1 1-83,2 11-90,2 4-510,11 15 258,-4-10-2230,24 18-2336,-12-22 4997,10 4 0,-20-15 0,-9-7 0</inkml:trace>
  <inkml:trace contextRef="#ctx0" brushRef="#br1" timeOffset="156679">28344 6424 14409,'0'-6'7416,"0"1"-4257,0 5-2924,4-18-179,-3 14-11,3-12-34,-4 19 29,2 2 100,9-2-101,-3 0 23,13-3 11,-3-7-34,3 0 196,13-19-134,-18 14 0,8-12 106,-19 11 118,-4-1-241,-2 3 78,-10-1-139,3 9-35,-13 0 18,12 4-6,-13 8 0,13-2 22,-10 17-16,12-12-17,-4 23 11,9-11-11,5 11 16,3-12-50,20 9 34,-9-17 0,24 12 5,-22-21 23,22 0-6,-17-13 1,8-6 4,-10-6-4,-7 2 16,-5-8-12,-5-3 1,0-1 17,1-1 5,2 11-28,1 3-16,4 6 10,-3 3-5,7 3-17,-5 3 6,4 5 11,-4 5-5,-3 2 10,2 16-5,-4-5-17,3 11-27,-2-4-1,2-2 17,-1-7-90,10 3-5,-2-15 17,10 1 33,3-15 50,-5-2 1,10-11 50,-1-7-17,-5 7 62,5-14 11,-24 16 17,1-9 72,-29-4-100,1 8-6,-15-4-33,11 14-23,7 5-33,8 3-12,4 4 23,6 6 5,3 4 12,5 6-12,5 4 12,2-1 0,-1 0-6,-2-5 16,-5-4 12,-4-5 34,-3-3 5,-1-2-16,1 0-12,-1 0-22,-1 0-6,-1 0 6,-1 5-29,-1 0 7,-2 13 10,1 3-10,-1 15-29,6 7 6,9 9 28,10 7-5,1-10 10,-8-16 1,-1-2-12,-4-2 1,-12 22 16,-19-38-17,-13 0 1,-2-24-18,9-13-16,10-11-23,10-4 29,15 2 38,16-1-27,-3 16-23,20-6 23,-7 11-6,2 1 0,-5 2 0,1 0-439,14-8 467,-13 6 0,-1-1 39,11-8 11,-13 3-16,-13 7 78,-9-3-67,-9 8 5,-2-3 400,-3 5-438,2 3-1,0 2-11,3 2 28,1 0-28,3 3 0,-1 0 0,2 1 5,-3-1 1,0 3-45,-2-3 28,-1 6 22,-2-4-11,1 2 50,1-2-50,1-2 11,1-1 40,7-3 55,2-8-27,2-1 38,-2-7-33,-6 1-22,-2 1-34,-3 2-17,1 4 17,-3 1-6,2 5-10,-1 1-1,2 2-17,0 1 34,0 0-28,-2 1 28,-4 4-22,-3 4-12,-3 6 12,-1 3-17,2 3 11,3 0-51,6 0-33,10 2-185,13-1-694,20 1-782,-9-12 1,1-1 1065,0-1 1,0-2-1,13 2 1,-19-5 0</inkml:trace>
  <inkml:trace contextRef="#ctx0" brushRef="#br1" timeOffset="157563">28349 7285 20145,'35'-47'1305,"0"1"0,-1 2 0,-9 7-106,-19 17-941,-1 5 44,-3 4-145,-2 10-6,0 9-5,-4 12-17,-3 16-93,0-2 0,-1 1-36,-3 18-34,4 0 1,1 1-34,3-4-118,4-2 0,6 1-896,10-11 0,6-3-2946,3 1 0,4-2 4027,6-1 0,0-4 0,7-5 0,-16-13 0</inkml:trace>
  <inkml:trace contextRef="#ctx0" brushRef="#br1" timeOffset="160992">28825 7282 9615,'-10'0'4890,"1"0"-2263,9 0 1282,0 0-2710,-2-24-566,4 10-129,-1-19 11,5 11-397,-1 9-6,2-4-67,1 9-45,0 2-112,13 2 67,-2 9-22,12 4 27,-1 9 18,-1 4-23,-6 3 0,-11 0 40,-15 3 5,-5-9-6,-12 4 17,7-14 29,-10 7 10,11-9 68,-3 0 33,10-5 22,3-5-10,2-3 5,1-4 0,4-1-56,3 0-17,5 4-50,2 2-34,8 4-5,-5 3-6,14 6-12,-3 6 12,12 7 6,7 14-17,-15 2-12,-13 2-10,-31-6-18,-21-11-21,-11-5-152,-4-8-420,2-4-1182,8-11-5568,8-4 6546,12-5 0,9 5 0,7 4 0</inkml:trace>
  <inkml:trace contextRef="#ctx0" brushRef="#br1" timeOffset="161218">29413 7434 25601,'-4'34'39,"0"2"-639,-1 2 600,-10-10 0,-2-1 0,2 1 0,-15 5 0</inkml:trace>
  <inkml:trace contextRef="#ctx0" brushRef="#br1" timeOffset="163307">29655 7259 9486,'-1'4'6201,"1"-1"571,0-3-6324,-10-31-135,11 13-117,-6-23-50,16 23-73,2 3-62,2 4 0,-2 4-33,9 2-18,-5 5-4,9 5 16,-4 7 5,4 20 34,-12-6-11,-3 12 17,-15-13 11,-5-2 17,-4-5 11,-2-3-11,1-6 84,2-3 61,4-4-16,3-4-18,2-1-44,2-2-61,1-1-34,1 1-12,4 1 6,4 0-11,6 3-5,4 2 5,6 4 0,3 5 17,2 7-34,-3 6 0,-7 2 28,-9 2 0,-16-2-11,-11-1 0,-13-4 12,-6-3-1,0-5-22,3-5-241,6-3-678,9-6-1580,8-5 2510,7-7 0,3 5 0,2 0 0</inkml:trace>
  <inkml:trace contextRef="#ctx0" brushRef="#br1" timeOffset="163530">30155 7403 23439,'-11'43'-992,"4"-8"-1035,-1-12-321,4-11 1285,-3 6 0,5-12 1,0 0-1</inkml:trace>
  <inkml:trace contextRef="#ctx0" brushRef="#br1" timeOffset="163932">30337 7247 19848,'0'-3'4599,"0"0"-3698,0 3-827,-1-39-7,1 38-28,-1-30 45,-3 57-34,-4 2-27,-6 8-23,0 1 0,3-5-17,6 0 39,9-10-5,2-5 11,8-12 51,17-7-12,-1-8 106,18-11-77,-21 3 105,-2-5 57,-17 10 11,-1 0-45,-3 4-196,-3 4-6,1 2-16,-2 3-6,3 2-17,2 6-45,4 6-72,1 9-712,0 17 78,-4-10-3477,-8 21 4245,-4-20 0,0-5 0,0-12 0</inkml:trace>
  <inkml:trace contextRef="#ctx0" brushRef="#br1" timeOffset="164132">30778 7506 24766,'3'17'22,"-1"-3"-1271,-2 26-387,0-18 1636,-4 22 0,3-31 0,-3 3 0</inkml:trace>
  <inkml:trace contextRef="#ctx0" brushRef="#br1" timeOffset="165360">31095 7287 13127,'8'4'7197,"-1"-1"-5786,-7-3 763,0 0-1278,12-53-638,-9 37 213,7-44-371,-18 54-55,-8-2-56,-1 5 17,-12 4 33,-6 9-39,1 5-6,0 8 6,18-5-17,5 15 6,7-16-34,9 23 57,7-19-18,11 8 23,4-15 33,-5-7-11,5-7 17,-3-14 6,1-3-23,-5-7 96,-1-12-96,-11 17 123,3-17-111,-8 23-23,0-2-12,-3 11-83,0 3 67,0 13 11,0-3-33,-2 20 33,0-14-5,-4 15-6,1-2 0,2-6 17,-1 12-1,4-21 52,6 12-80,3-17 7,3 2-1,14-9-22,-4-6 11,12-4 34,-4-5 0,-2-3 22,-5 0 23,-7 0 117,-5-8-129,-6 4-27,-3 0 27,-5-6-11,0 9-22,0-5 34,2 6-35,1 9-10,0-1 11,0 7-34,0 1-5,4 1-1,4 0 29,2 1 5,13 1-11,-1 1 11,5 0-5,6 4-17,-15 0-12,5 5 12,-15 0 22,-7 4 12,-7 2-23,-3 3 0,-1 0 0,3 2 0,2-1 16,5 1-4,3-7 16,9 5-45,3-9 6,7 2 16,-1-9 40,0-6-34,-6-4-28,11-14 40,-11 5 38,17-22-33,-15 12 34,5-9 33,-11 11 12,-5 2-68,-4 6 129,-1-5-73,-1 7-33,0-3-23,0 6-22,2 2-17,1 4-17,6 0 17,0 3-17,20 3-11,-10 1 0,26 10 11,-25 0 6,3 5 11,-18 10-67,-12-4-168,-4 12-51,0-11-3159,-3 14 3445,11-6 0,-3-5 0,7-8 0</inkml:trace>
  <inkml:trace contextRef="#ctx0" brushRef="#br1" timeOffset="165674">32070 7072 18913,'-3'-5'5601,"0"1"-3730,3 4-1748,-8-43-123,15 41 11,1-22 40,21 58-1096,-9 8 0,1 16 1,1 5-1,-5-8 1045,-4-12 0,-3-3 0,1 2 0,5 11 0,3 5 0,-2-2 0,-6-11 0,-9 10 0</inkml:trace>
  <inkml:trace contextRef="#ctx0" brushRef="#br1" timeOffset="167179">32130 7071 20476,'5'-48'3052,"-2"8"-2727,-5 29-185,-7 1-84,-6 3-11,-6 2-28,-2 5 11,3 5 39,4 2 157,5 0 235,5-2 96,2-3-34,2-2-157,0 0-252,-1 0 235,0-3-168,1 0-78,0-1-62,2 1-33,0 2-6,4 1 11,2 0 28,5 3-33,2 0-6,2 4 11,-1 1-11,-1 1-6,0 3 1,1 5-1,-3-2 1,11 20 5,-3-2 11,15 20-325,1-1 311,-15-22 0,1 0 8,1 2 1,-2 2-262,1 0 0,-1 2 248,-4 1 0,-1 0 2,-5-1 0,-4 1 0,-6-1 1,-7 0-20,-6-1 0,-5-1-110,-8 0 1,-5-1-409,-5-1 0,-3-2-2202,-3-1 0,-1-3 2745,5-4 0,2-3 0,-11 3 0,23-11 0</inkml:trace>
  <inkml:trace contextRef="#ctx0" brushRef="#br1" timeOffset="361008">28963 7995 10444,'-54'1'1549,"-1"-1"0,1 1 0,6 0 1,1-1-1,7 1-1011,-8 0-263,22 0 44,17 1 179,23-1-279,6 1-37,18 0 0,9-1-132,0 0 1,1-1-631,10 1 1,5-1 601,-14 1 1,3-1-1,3 0 1,-1 0-795,2 0 1,1 0 0,0 0 0,0 0 748,0 0 1,-1 0 0,2 0-1,1 0-24,-2 0 0,2 0 0,1 0 0,-1 0 0,-3 0-471,1 0 1,-4 1 0,0-1 0,3 1 409,-1-1 1,2 0 0,2 1-1,0-1 1,-1 1-18,1-1 1,0 1-1,0-1 1,0 1 0,0 0 23,-3-1 0,1 1 0,-1-1 0,-1 1 1,0-1-315,9 1 1,-1-1 0,-2 1 0,-2-1 401,0 1 0,-3-1 0,-1 1 72,3-1 1,-1 0 0,-7 0 316,-16 0 0,-3 0-208,12 0 0,-17-1 1581,-32 0-1693,-18-1-20,-24 1 1,-8-1-23,1 1 0,-5 0 97,15 0 0,-5 0 0,-1 1 1,0-1-112,-2 1 0,-1 0 0,0-1 0,-1 1 97,-6 0 1,0 0 0,-2 0-1,0 0-97,10 1 0,-1-1 0,0 1 0,0 0 0,0 0 6,-3 0 1,0 0 0,0 0 0,1 0 0,2 1 5,-2 0 1,2-1 0,0 1-1,-4 1 22,7-1 1,-5 0 0,-1 1-1,-1-1 1,3 1-1,3-1-446,-6 0 0,5 1 1,-1-1-1,-2 1 440,-4-1 0,-3 1 0,-2 0 0,2 0 0,4-1 19,1 1 1,3-1 0,1 0-1,2 0-209,-12 0 0,2 0 0,3-1 240,-5 1 0,3 0 357,-3-2 0,7 0-290,13 0 1517,-5-3-1550,63-2 16,30-5-92,-4 4 1,7 0 206,-6 1 1,2 0 0,3 0-252,10 0 1,3 0 0,2 0-116,-8 1 0,2 0 0,1 0 0,0 0 110,-5 1 1,0 1 0,0-1 0,2 0 0,0 1-201,3-1 0,2 1 0,-1 0 1,2 0-1,-1 0 198,3 0 1,0 0-1,1 1 1,0-1-1,0 1-314,0 0 0,1 0 0,-1 1 0,1-1 0,-1 0 277,-2 1 1,1 0 0,0-1-1,-1 1 1,-1 0-24,-4 0 1,0 1 0,0-1 0,-1 1 0,-2-1 58,7 0 1,0 0 0,-3 1-1,-3-1 12,0 1 1,-3-1-1,-2 1 9,17 0 1,-7-1 1087,-6-2-1088,-23 2 1259,-51-1-1362,-12 1 0,-9 0-20,1 0 0,-3 0 1,-4 0 276,3 1 0,-2-1 1,-2 1-1,-1-1-195,2 1 0,-1 0 0,-1-1 1,-1 1-1,-1 0-64,-6 0 1,-1 0 0,0 0-1,-1 0 1,-1 1 124,9-1 0,-1 0 0,-1 0 1,1 0-1,-1 0 0,1 0-251,0 1 0,-1-1 0,1 0 0,0 0 0,1 1 0,0-1 296,-7 0 1,1 1-1,1-1 1,1 1 0,1-1-4,-6 1 0,2-1 0,2 1 0,3-1 24,-4 1 1,4 0 0,5 0 90,0 0 0,11-1 142,17-2 1,63-7-146,3 1 1,7 0 20,-4 1 0,3-1 0,3 1-168,-6 1 0,2 0 1,1 0-1,2 0-11,5 0 1,3 0 0,0 1 0,1-1-22,-9 2 0,1-1 0,0 1 0,0 0 0,0 0-12,2 0 1,-1 0 0,0 1 0,2-1 0,0 1-168,-4 0 0,2 0 1,0 1-1,0-1 1,-1 1-1,-1 0-1062,13-1 1,-3 1-1,0 0 1,-1 0 1178,1 0 1,-1 0-1,-2 1 1,-8 0 0,5 0-1,-11 0 1,3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5:01:52.6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7228 1117 28864,'0'-8'-3554,"10"7"6359,9 8-2999,13 3 4085,-5-5-3644,13 0 62,-2 0-183,-7-2 1,2-1-1427,28 3 2071,-1-1-1252,-15-3 0,-1 1 335,9-1 84,0 0 0,6-1-83,1 1 1,0-1-955,-16 0 0,1 0 0,-1 0 838,0 0 0,0 1 1,1-1 85,0 0 1,1 0-1,0 0-565,7 0 0,0 0 0,1 0 633,4-1 1,0 0-1,2-1 16,-8 1 0,2 0 0,1 0 0,-2-1-112,11 0 1,-2-2 0,-1 1 16,-11 0 1,-1 0-1,1 0 46,-4 0 0,1 0 0,2 0 0,-1 0-439,5 0 1,1-1 0,0 0 0,-2 1 400,6-1 1,-2 1 0,6-1 80,-6 1 0,6-1 0,2 1 0,-2 0 0,-5 0-381,6 0 0,-4 1 0,4-1 296,-11 1 0,5 0 1,1-1-1,-2 1 0,-3 0-3,9 0 1,-4 0 0,5 0 54,-7 1 1,4 0 0,2-1 0,0 1 0,-4 0 26,1 0 0,-4 0 0,1 1 1,3-1-33,-5 0 1,2 1 0,3-1 0,0 0 0,-1 1-1,-2-1 54,5 1 1,-2 0 0,0-1 0,0 1 0,0 0-11,2 0 0,0 0 0,1-1 0,-2 1 0,-2 0 10,2 0 1,-3 0-1,1 0 1,4 0 40,-4 0 1,4 0-1,2 0 1,0 0 0,-4 0-1,-5 0 22,10 0 0,-7 0 0,9 0-35,-13 0 1,7 0 0,6 0 0,0-1 0,0 1 0,-6-1 0,-7 1 30,12-1 1,-9 1 0,9-1 19,-12 0 1,7 0 0,5 0 0,1-1 0,-1 1 0,-5 0 0,-7-1-19,13 1 1,-9-1 0,7 0 82,-11 1 0,6-1 0,3 0 0,2 0 0,-2 1 0,-1-1-70,-7 1 1,-1-1-1,0 1 1,0-1-1,0 1 1,1-1-1,1 1 0,0-1 1,1 1-1,0 0 1,1-1-1,1 1 9,-3 0 1,1-1-1,1 1 1,0 0-1,0-1 1,-2 1-1,-1 0 2,11 0 1,-1-1-1,-1 1 1,-3 0 0,-1 0-4,3 0 0,-4 0 1,0 0-1,2 0 40,-6 1 0,2-1 1,0 0-1,0 0 1,-4 0-41,2 0 0,-2 0 1,-1 0-1,5 0 6,-6 0 1,2-1-1,3 1 1,0-1-1,-1 1 1,-2-1-7,2 0 0,-2 1 0,0-1 0,-1 0 1,2 0-1,5 0 0,1-1 0,1 1 0,-2-1 0,-1 0 6,2 1 0,-2-1 0,-1 1 0,0-1-2,0 1 1,0-1 0,-1 1 0,1-1 2,-1 1 0,0 1 1,-1-1-1,1 0-4,-2 0 0,0 1 1,-1-1-1,1 1 0,-2-1 0,-1 1 0,1 0 1,-2 0 148,15 0 0,-2 0 1,0 0-143,-4 0 0,-1 1 0,-1-1 41,-3 1 0,0-1 0,-4 1-52,7 0 0,-1 0 617,5 0 1,0-1-596,-4-1 1,-1 0-15,1 1 1,3-1-2,-11 0 1,3 0-1,-3-1-7,5 1 0,-3 0 3,-1 0 0,-2 0 2,-4 1 1,-2 0 5,21 1 663,-25 0 1,-1 0-664,25 1 1559,-11 2-1564,-20-1 1596,1 1-1541,-18-2 683,5-1-704,-8 0 522,0-3-557,0 0 93,-1-1-131,-3 2-35,-1 1-44,-4 1-140,0 0 157,-2 2-336,0 0-2863,3 0 3294,2-1 0,-1-1 0,0 0 0</inkml:trace>
  <inkml:trace contextRef="#ctx0" brushRef="#br0" timeOffset="643">20558 804 32767,'23'23'-1786,"1"0"1,15 21 97,-27-10 440,-6 4-3400,-10 11 4474,-1-15 887,-8 14-954,1-16-1241,-3 10 1301,1 13-81,4-16 250,2 18-77,6-15-141,0 10 64,0 0 143,0-12 23,-6 11-120,-1-18-304,-7 10 1076,0-16-612,1-8 1,6-9-1,5-5 1</inkml:trace>
  <inkml:trace contextRef="#ctx0" brushRef="#br0" timeOffset="2767">7061 1384 29605,'1'-54'-37,"-1"0"1,0 6-1,3 8-830,4 22 917,1 7 353,-2 6 176,-1 4-682,4 10-655,-1 7-599,4 15 1028,-2 22 31,-4-12 56,-4-7 1,-1 1-452,-1 19 306,-1-13 1,0 3-87,0-7 0,0 1 686,-1 6 1,-1-2 277,-1 14-277,2-22 1,-1 0-133,-4 23 63,2-21 0,0 0-4,-1-4 1,1 1-65,-1 3 1,1-2 23,-1 9-21,2 11-53,5-18-112,1-7-26,4 9-116,-1-20 532,3 6-668,-3-12 154,3 5-265,-4-9-67,10 8 145,-7-9 130,12 6 128,-1-4 61,20 3 42,-8-5 74,3 0 1,0-1 93,1-1-23,8 3 1,0-1-128,-3 0 76,-2 1 0,1-1 16,15 2-26,-19-4 1,1 0-25,10 0 0,1 0-10,-3-1 1,-1-1-338,-1 0 0,1 0 329,2-1 0,3 0-99,-4-1 1,3-1 0,-2 0-798,4 1 0,1 0 802,-5-1 0,2 0 1,-1 0-48,15 0 0,-4 0-3,-19 0 0,2 1-163,6-1 0,5 0 0,-1 1 149,12 2 1,0 0 52,-19-1 1,1-1 0,0 2 97,16 0 0,2 2-4,-13-2 1,2 0-1,-3 0-354,8 1 0,1-1 369,-3 1 0,5-1 0,-2 1-7,-6-1 0,-1 0 0,0 0-3,3 0 1,0 1 0,0-1-260,1 1 1,1 0-1,0 0 252,0 0 1,0 0 0,1 1 58,0-1 0,1 0 0,-2-1-44,-11 0 0,-1 0 0,2 0-1,2 0 1,4 1-1,0-1 1,-3 0-211,1-1 0,-4 0 1,2 0 202,8 1 1,1 0 0,2 0 3,-8-1 1,2-1 0,0 0 0,-4-1-3,3 1 1,-2 0 0,0 0-4,10-1 0,2 1 0,-1 0-133,-1-1 0,0 0 0,-2 0 129,-8 0 0,-1 1 1,2-1 8,10 0 1,3 0 0,4 1-5,-13-1 0,4 0 0,0 1 0,-1-1 0,-4 0-223,6 1 1,-4-1 0,4 1 221,-7-1 0,6 1 0,0-1 0,-3 0 0,-8 0 0,7 1 0,-1-1 4,-1 0 0,8 0 1,0-1-1,-6 1 1,5 0 1,1 0-6,-10-1 0,7 0 0,3 0 0,-1-1 0,-5 1-4,6-1 0,-5 0 1,5 0 0,-11 0 1,3 0 0,2 0 0,-1 0 0,-2 0-178,5-1 0,-2 1 0,-1 0 1,0 0 199,1 0 1,-1 0 0,1 0-1,-1 0-3,-1 0 1,1 1 0,-1-1 0,1 1-11,-2 0 0,1-1 0,-1 1 0,-3 0 16,5 0 1,-3 0-1,3-1-49,1 1 0,3-1 0,1 0 0,-4 0 44,-1 1 0,-3-1 0,1 0-16,9 0 0,1 0 0,3 0-7,-13 0 1,3 0 0,1 0 0,-3 0 0,-5 0-21,15 0 0,1-1 9,-15 1 1,7 0 0,3-1 0,-2 1-1,-6 0-6,5-1 1,-4 1 0,0 0 393,0 0 0,1 0 0,3-1-385,4 1 1,5 0 0,-1-1 0,-6 1 280,6 0 1,2 0-259,-14 0 0,7 0 0,3 0 1,-2 0-1,-5 0-103,2 0 1,-4 1 0,2 0 92,2-1 0,3 0 0,0 0 0,-3 0-6,5 0 1,-3-1-1,0 1-4,-2-1 1,0 0 0,-1 0 133,-1-1 0,0 1 0,-1-1-124,0 0 0,0 0 0,0 0 4,1-1 0,-1 1 0,2-1-3,0 1 1,1 0 0,0-1-4,1 0 0,0 1 1,1-1 6,0 1 1,0-1-1,0 0 0,1 1 1,-1-1 0,0 0-4,0 0 0,-1 0 0,0 1-10,-2-1 1,0 1-1,-1 0 6,-1 0 0,-1 0 1,0-1 8,-3 1 1,-1 0-1,-1 0-7,7 0 0,-1-1 146,7-1 0,1-1-149,0-1 0,1 1 116,-19 2 1,0 0-1,0 0-113,6 0 0,0-1 0,0 0-17,-1 2 0,-1-1 1,-3 1-1,3 0 0,-1 0-11,15 0 0,-3 0 591,-22 2 1,-2 0-570,5 0 1,0 0 1291,23 0-1264,-17 0 255,-16 0-233,-14-1 1012,-7 0-1056,-6-1 563,-1 1-561,0 0 231,0 1-231,0 0-1,0 0 23,0-1-5,1 0 11,0-1-8,-1 1-33,0 0-12,-2-3 21,0 1 1,-3-6-1,3 3 17,-1-4 1,2 4 38,0-4 17,0 2 12,-1-6-14,-2-2-11,-2-6 25,-4-18-44,2 9 44,-3-24 61,6 13 89,1-9 19,2 1 15,3 5 2,4 0 20,4 2 19,4 1-942,6-6-397,-8 17 1092,-1-8 0,-9 30 0,-1-2 1</inkml:trace>
  <inkml:trace contextRef="#ctx0" brushRef="#br0" timeOffset="3710">8310 1630 32767,'0'-47'0,"0"1"0,0-2 0,1 10-816,1 22 178,4-2 598,-1 17 760,4 16-1792,-2 18 556,-2 19-190,-4-18 0,-3 2 129,-3 13 1,-2 0 651,2-15 1,0 0-46,-3 12 0,1-2-303,3 3-503,3 2 1452,6-18-179,4-15-486,8-16 1571,8-16 510,9-16-1185,4-17-907,-18 22 0,0-1 0,16-24 0,-8 11 0,-10 14 0,-10 14 0,-6 8 0,-2 12 0,0 20 0,1-1 0,3 29 0,4-4-593,-2-16 0,3 0-696,2 3 1,2-1-517,1 1 1,2-1-813,2-3 0,2 0 2480,3-1 1,0-2-1,2 2 1,-2-7-1</inkml:trace>
  <inkml:trace contextRef="#ctx0" brushRef="#br0" timeOffset="3983">9430 1486 31906,'-7'-54'-43,"1"-1"0,-1 10 0,3 6-545,4 6 231,0 18-73,0 3 185,2 32 21,2 18 142,-2-1 1,0 6-1040,-1 1 0,0 6 0,-1-3 1043,-1 6 0,-2 4-89,-1-6 0,-1 8 0,-2 0 0,1-5-1189,0-6 0,0-3 0,0 1 868,-2 8 0,0 3 0,2-2 492,2-4 1,1-1 0,1-8 0,0 5 0,2-15-1,0 0 1</inkml:trace>
  <inkml:trace contextRef="#ctx0" brushRef="#br0" timeOffset="4717">11209 1623 17208,'0'-5'4744,"0"1"-2596,0 4-1249,-26-60-6703,5 42 5688,4-14 0,-3 3 1382,-10 26-1334,6 4 573,-10 7-623,6 1 0,3 1 162,-2 2 3813,-2-3-3390,-12 2 37,-4 0-50,1-3-12,5 1-110,17-3 377,4 8 39,15-4-491,1 10-135,7 1-249,3 6-24,2 3-39,-3-6 179,-3 15-93,-9-8-303,2 1 502,-7-6 399,6-16 350,0-1 681,2-5-167,2-5-858,1-3 75,8-21-575,0 1 0,5-9 0,0 9 0,-6 12 0,10-3 0,-2 9 0,12 1 0,-5 7 0,29 15 0,-9 6 0,-9-4 0,-1 2 0,9 13 0,-17-3 0,-5 1 0,-5 3 0,-10-3 0,-10 2-135,-27-3 1,-8-4-35,14-6 1,-2 0 370,-8-2 0,-5 1 0,2-4-202,3-6 0,2-2 0,1 2 0,-1-3-1395,-7-6 1,4-4 1655,3-10 1,-5 1 0,31 1 0</inkml:trace>
  <inkml:trace contextRef="#ctx0" brushRef="#br0" timeOffset="5009">11896 1258 32767,'35'18'0,"0"0"0,-4-3 0,-8 6 0,-18 31 0,-15 18 0,0-6 0,3-9 0,-2 2 0,0-9 0,-2 8 0,-1 2 0,0-1 0,1-6-901,0 3 0,1-6 1,-1 3 581,-2 9 0,-1 1 0,3 0 270,5-2 0,4 0 1,0-11-1,0 6 1,4-12-1,0 1 1</inkml:trace>
  <inkml:trace contextRef="#ctx0" brushRef="#br0" timeOffset="5709">13164 1695 28721,'-2'-4'-2336,"0"1"873,-11-57 901,8 37-134,-3-16 0,2-4 1528,11-17-465,3 14 513,-1 14 1,2 3-1963,11 4 3074,7 8-819,8 8-298,11 7-229,10 12-238,3 9-532,-25 2 0,-2 2-392,8 11 36,-20-5 1,-8 3-890,-21 14 941,-1-15 1,-5-1 180,-5-1 1,-3-3 186,-1-1 1,-1-2 249,-19 11 3714,9-13-3064,7-11 608,7-16-444,3-11-1004,7-13-386,4-5-232,7 3 191,4 7 184,6 10 398,7 8 336,12 8-146,17 9-4,-14-2 1,2 3-342,6 3 0,0 3 0,2 3 0,-1 2 0,-3 3 0,-5 4 0,-7 10 0,-7 1-724,-4 15-103,-24-16 0,-10-3 908,-7-12 0,-5-5 432,-11 7 0,-4-3-180,-3-2 1,-1-4-2277,-9-3 1,2-4 1665,18-2 1,2-4 472,-11-8 0,6-3 0,19 3 0,-7-11 0</inkml:trace>
  <inkml:trace contextRef="#ctx0" brushRef="#br0" timeOffset="5951">14170 1150 32767,'8'50'0,"1"0"0,-1 0 0,0 5 0,0 2 0,-4-4 0,-3 1 0,-3-1-914,0-6 0,-1 3 0,0-1 564,-1 2 0,-1 0 0,-1 1-2927,-3 10 0,-1 1 0,0-4 2817,1-1 1,0-4 0,-1 2 0,2-12 0,4-27 0</inkml:trace>
  <inkml:trace contextRef="#ctx0" brushRef="#br0" timeOffset="6627">15723 1529 32767,'40'-30'0,"-9"10"0,-39 29 0,-9 4 0,-26 2 0,10-6 0,-20-2 0,26-14 0,-5-22 0,18-25 0,10 4 0,13-5 0,5 29 0,22-6 0,-4 13 0,16 0 0,-7 21 0,-1 14 0,-2 16 0,-9 17-18,-24-6 1,-7 3-797,-1-13 1,-5 2 503,-15 11 1,-9 5 0,0-7-567,4-9 1,-3-2 874,-9 7 1,-5 5 0,1-6-42,1-4 0,0-5 798,-6 3 0,0-4 225,11-8 1,1-8-31,-17-16-951,27-21 0,11-11 0,25-16 0,10 10 0,17-5 0,10 14 0,6 12 0,4 12 0,3 14 0,1 13 0,-30-3 0,-1 5 0,7 12 0,-2 4-4916,-5-4 1,-1 0 3729,-3 0 1,-3-3 0,0 3 0,-16-25 0</inkml:trace>
  <inkml:trace contextRef="#ctx0" brushRef="#br0" timeOffset="7069">17469 1499 32767,'0'-58'0,"0"-1"0,0 14 0,-1 0 0,1 6 0,0-14 0,5 11 0,2 2 0,1 5 0,10 2 0,7 33 0,-7 7-747,19 24 525,-18 0-7,-4 14 1,-4 9-1059,-8-5 0,-4 2 1027,2 10 1,-4 3 19,-5-13 1,-5 2 0,-1 0-743,-4 6 1,-2 0-1,-1 2 958,5-14 1,0 2-1,-1-2 1,2-1-1,-3 3 1,2-2 0,0-4-1,3-4 1,-1 0-1</inkml:trace>
  <inkml:trace contextRef="#ctx0" brushRef="#br0" timeOffset="7700">18595 1638 32767,'-1'-58'0,"1"1"0,-2 6 0,0 6-206,-3 2-542,1 17 41,2 14 141,1 12 595,7 33-384,-1 18-346,-1-7 1,-1 4 201,-3 7 1,-3 2 526,0-15 0,-2 1 0,-1 1-462,0 0 1,-2 1 0,0-1 225,0-1 0,-1-2 1,1 0-1568,-2 14 1,1-4 1235,4-10 1,1-6 0,1 7 0,3-23 0</inkml:trace>
  <inkml:trace contextRef="#ctx0" brushRef="#br0" timeOffset="8517">17578 1502 30471,'-9'-42'-551,"1"0"1,-1-1 0,-3-15 0,1 5-262,4 19 0,2 3 4374,-1-24-3756,14 10 710,14 8 215,-1 18 198,3 6-1477,-7 29 817,-7 12-416,1 28 189,-13-19 1,-4 3-739,-4 9 1,-2 2 687,1-12 1,-2 2 0,0 1-131,-1 3 1,0 0 0,0 2-135,1 1 1,1 0 0,1 1-20,1-1 1,2 1 0,1-1 370,1-2 0,2 0 0,1-1 222,0 19 0,1-2-586,3-6 1,0-1 170,1-8 1,0-1 9,-1-3 0,1-4-348,0 6 476,-2-11-10,-1-33-57,-2-16-440,-1-23 207,1-6 216,6-6 0,3-4 390,2 10 1,2-2-268,-1 2 1,2-3 0,0 1 50,4-13 1,-1 2-28,-2 0 1,-4 0-151,-6 3 1,-5 2 101,-5 2 0,-6 1-64,-4 3 0,-5 3-43,-1 3 1,-2 2-9,1 5 0,1 3 540,-12-18-849,16 19-60,21 14 76,7 11 215,22 11 120,7 9-15,13 16-8,-25-10 1,-3 5-76,-2 19 0,-6 5-96,-4-14 0,-4 2-172,-6 6 1,-4 5-1,-2-2 58,-3-3 1,-3-1-1,2-3 1,-1 5 0,0-3-1,-1-1 1,-1 0 0</inkml:trace>
  <inkml:trace contextRef="#ctx0" brushRef="#br0" timeOffset="38734">6987 3726 18611,'-19'-8'502,"6"4"-344,16 11-131,2 0 188,12 8-33,-1-3 103,11 5-48,0-4 44,4 0 73,14 2-46,-13-6 54,17 4-3,-13-7-17,12 2-93,3-1 17,5-2-65,7-1-397,-28-2 0,0-1 282,3 0 0,1 0-4,0-1 1,2 1-8,2-1 1,-2 0-27,-7 0 1,0 0 16,20 0 1,0 0-7,-14 0 0,0 0-532,17-1 1,3 0 515,-12 0 1,0 0-3,0-1 0,1-1-9,0 1 1,1-1-350,1 0 1,1 0 262,1 1 0,0-1-4,2 1 0,0 0-421,1 1 1,-1 0 405,1 0 0,-1 1-2,1 0 1,-1 0-16,0 1 0,-1 0-2,2-1 0,-2 1 92,-12 1 1,1-1 0,-1 0 1,4 0 0,-3-1-4,3 1 0,2-1-43,-4 1 0,4-1 0,-3 1-20,12-1 1,-1 0-2,-1-1 1,0 1 2,0-1 1,-1 0 7,1 0 0,0 0-1,0-1 1,1 1-10,0 0 1,0 0 11,1 0 0,1 1-5,0 0 0,0 0-23,1 0 0,0 0 8,1 0 0,0 0-7,0 1 1,1-1 1,1 1 1,0 0-7,-1-1 1,-1 0 5,1 1 1,-1-1 9,-1 0 0,-2 0 69,-3 0 0,-1 0 3,-3 0 1,-1 0 39,-5 0 0,-1 1-9,-2-1 1,-2 1-4,0 0 1,-2 0-14,0 0 0,0 1-9,0-1 0,0 0-8,0 0 0,0 0-924,8-1 1,-1 1 931,16 0-3,-20-1 1,-1 0 262,10 0-265,12 0 5,-4 0 6,-7-1 634,-3 0-646,-20 0 309,1 0-319,-14 1 3330,1 0-3319,-2 1 235,-1 0-241,0 1-28,-1 0 16,1 1 1,-1-2 17,1 2 5,-5-2-5,1 0 5,-1-1 0,3-1 17,5-2-28,7-2-11,5-3-6,14-3 17,-12 3 6,11-1 16,-21 6-22,3 0 11,-9 1 0,-4 2 1,-2-1-12,7 0-17,5-1 11,22-1 6,-11 0-5,29-1 5,-33 4 0,19-1 11,-25 1 84,-2 0 112,-10 0 79,-4 0-173,-3 0-1,2-1-79,2-2 40,6-3-51,-3 0 29,4 0 190,-8 4-107,0 0 196,-3 2 1322,-1 0-1635,0 4 22,0 6-22,0 1 22,-3 17-27,1-5-7,-1 13 12,2-3-3387,0 4 3382,0-8-47,0 21 58,1-23 22,2 35-40,-2-34 0,2 5 1,0 0-6,0 9 0,0 20 12,-2-9-1,-5 2-11,1-11 11,-5 18-11,5-30 6,-1 25-6,4-13 5,1 2-10,0-3 5,-1-4 11,-3-8-11,-10 15-6,-5-10 6,-3-4-17,-10-6 23,13-14 3333,-4 3-3334,13-9 150,-4-4-155,5-1 45,-23-3-34,3-2-17,-8-2 6,-21-6 0,9 2 12,-11-2-4,25 6 0,1 1 4,-25-3-12,16 1 0,0 1-9,8 1 1,0 1-164,-3 0 1,-1 1 162,4 1 1,-1 2-415,-6 1 1,-1 2 419,5-2 0,-1 2-14,-15 2 1,-5 2 10,10-1 0,-1 1 1,1-1-841,-13 2 0,-2 0 840,18-2 0,-4 1 1,0 0-1,0-1 9,-11 2 1,1-1 0,-3 1-1,8-1 0,-3 0 0,0 1 0,2-1-1,7-1 1,1 0 0,1 0 0,2 0 0,-10 1 1,1-1 0,4 1-7,-9 0 0,1 0-5,-2 0 0,-5 1 3,17-3 1,-3 2 0,-2-1 0,2 0 2,-10 1 0,2 0 0,-1 1 2,3-2 0,0 1 0,-2 0-3,7-2 0,-3 1 1,1 0-1,3-1-616,-1 0 1,2-1-1,-3 0 614,-1 1 1,-5 0 0,0-1 0,3 0-4,-6 0 1,2-1 0,0 0-62,2-1 1,0-1 0,1 1 66,3-1 0,2-1 0,2 0-240,-8 0 1,1-2 241,-4 0 0,1-2 8,17-1 1,0 0 152,1-1 1,-2 0-1,2 0-161,-10-3 0,2 1 689,-8-2 1,1 1-690,11 1 0,1 0-9,0 1 1,0 1 2,0-1 1,0 1-92,0 0 1,1 0 96,10 2 0,0 0-3,-15-3 0,1 1 952,-13-3-952,18 3 0,0 0-2,-18-2-1,2 2 6,1 2 0,-2 2-17,-1 1 1,-2 3-1871,1 0 1887,2 1 6,3-1 354,6-3-354,5-1 613,8-3-625,2-1 310,14 2-309,-3 2 3402,10 1-3369,-7-1-17,8 0 34,-4-2 0,9-2-11,-4-6-18,5 2 1,-1-10-6,4 2 6,1-10 6,0-6 5,1-7-6,-3-9 0,-1-10-11,2 24 1,0 0 0,-2-26-1,3 11 0,0-1-442,2 15 1,0 0 438,0-16 0,-1-1 3,2 12 1,1 2 2,-2 2 0,1 1-23,1 1 1,-1 1-12,1 3 1,0 0-88,4-26 22,4 9-139,5 9-403,2 11-6,-2 12-1736,4 9 2369,3 22 0,-9-10 0,2 12 0</inkml:trace>
  <inkml:trace contextRef="#ctx0" brushRef="#br0" timeOffset="39410">7777 4316 21371,'-18'-54'930,"0"1"0,2 4 0,3 9-783,5 21-51,5 6-84,2 14 39,2 9-33,4 12-13,-1 4 30,-1 5 0,1 3-4,-2 21-390,-1-13 1,-1 0 399,-1 13-17,-1-17 1,0-1 14,1 5 15,-1 12 16,3-34 320,6-9-206,5-18 218,11-9 41,5-16 8,3-10-50,1-4-284,-2 1 10,-5 6 645,-4 8-654,-4 7-310,-6 10-61,-3 5 11,-3 7 3,1 10 145,1 10-25,3 13-52,0 15-232,-1 12-193,-5-24 1,0 1-1047,1 3 1,0 1 1631,4 4 1,0-2 0,0 5 0,4-6 0</inkml:trace>
  <inkml:trace contextRef="#ctx0" brushRef="#br0" timeOffset="39701">8736 4314 21535,'-1'-47'1060,"0"-1"0,-1 0 0,0-5 1,2 3-933,2 10 1,2 5 243,4-5-258,-3 22-21,1-1-30,-1 10-85,-2 5-11,3 19 65,-3 36-24,-2-14 1,-1 2-355,0 3 0,-2 2 339,-4 11 1,-3 1-590,-1-5 0,-2 2 556,2-10 1,0 3 0,0 1-204,-3 7 1,0 2-1,1-4-91,0 3 1,1 0-927,2-8 0,1 2 0,2-6 700,3-8 1,1-5 0,0 15-1,2-31 1</inkml:trace>
  <inkml:trace contextRef="#ctx0" brushRef="#br0" timeOffset="40499">9892 4362 17003,'0'-4'3657,"0"0"-268,0 4-3215,-33-45-96,16 37-44,-24-34-1,25 48 46,-15 7-1,1-2-33,-8 2 72,-1-2 29,9-6-17,-5-1-23,5-2 23,7-2-101,9 0 6,3 0-23,9 4-6,0-1 23,6 16 43,-1-8-1,6 19-4,-5-2 26,1 15 9,-7 7-61,-8 6 10,-6-1 1,-5-4-83,5-15 35,1-5 166,8-16 165,2-3-60,3-12-190,3-7 28,2-14-11,8-17-45,3-4-34,10-10-5,-5 19 5,8-2-10,-2 8-18,2 3-5,22-2-12,7 16 1,-23 7 0,0 2-12,24 7-56,-7 17-89,-17 16 84,-10 5-378,-26 16 389,-11-30 0,-7-2-51,-7 4 1,-5 0-577,-5 2 0,-1-2 436,7-6 0,-1-2-839,-5 2 0,0-2 1048,-11 4 0,12-7 0,14-10 0</inkml:trace>
  <inkml:trace contextRef="#ctx0" brushRef="#br0" timeOffset="40817">10595 4082 22764,'13'-60'1118,"-1"0"1,-2 10-1,-1 9-831,0 17-248,-6 19 14,-2 10 59,1 57-90,-1-18-800,0-2 1,-2 7 782,-4-6 1,-2 2 0,-1 1-21,0-3 0,-2 0 0,0 3-40,0 0 1,-2 4-1,0 1 1,0-3-174,-3 7 0,1-1 1,0-2-584,1-2 1,1-1 0,0-1-4106,-1 16 1,1-5 3773,4-16 1,2-5-1,-1 8 1,5-34-1</inkml:trace>
  <inkml:trace contextRef="#ctx0" brushRef="#br0" timeOffset="41418">11288 4391 23635,'16'-47'160,"-1"1"1,6-3-1,3 12-81,5 23-68,17-2-11,-17 17 0,-2 6-6,1 15 1,-4 4-35,4 12 7,-5 4 22,-9 1 22,-10 1 6,-7-10 100,-24 14 12,-3-20 56,-17 7 39,9-21 157,2-11-269,16-6 101,4-10-39,12 0-62,8-5-34,7 3-22,10 1-39,9 4-12,10 4 1,11 7 0,6 8-18,3 7-16,-4 7-39,-10 4-6,-15 2-11,-21 4-431,-45 12 33,0-13-1640,-11-7 0,-5-3 206,19-11 0,0-1 1916,-18 7 0,2-3 0,9-3 0,0 0 0</inkml:trace>
  <inkml:trace contextRef="#ctx0" brushRef="#br0" timeOffset="79693">8310 573 32767,'-15'-42'-1703,"1"9"-84,4 34 2584,-4 8 428,-5 8-980,-2 11-588,-2 7 58,3 3-872,6-2 996,8-4-43,6-8-853,5-6-409,4-7 459,5-6 466,4-8 37,3-8 296,1-9 374,-1-5 181,-4-2-55,-7 0 38,-7-3-94,-7 3-197,0 5-22,-3 4 22,1 8-34,0 1-27,-1-1-157,2 2-561,1 4-1338,0 5 2078,1 10 0,2-7 0,-1 6 0</inkml:trace>
  <inkml:trace contextRef="#ctx0" brushRef="#br0" timeOffset="80217">10493 659 32077,'0'-5'690,"0"1"-690,0 4 0,-10-60 0,7 40 0,-3-14 0,1 5-560,3 23-75,2 3-1004,0 20 827,3 5-343,-1 22-1986,0 6-6690,-6 4 8992,1-14 1,-1-14 0,2-18 0</inkml:trace>
  <inkml:trace contextRef="#ctx0" brushRef="#br0" timeOffset="80835">12636 522 28803,'0'-4'277,"0"2"1578,0 2-1486,18-64-5177,-10 39 4463,2-10 1,0 1 790,-3 18-795,-1 9-1296,6-1 1155,4 4 192,13 5-449,-8 3 3832,13 10-3240,-14 4 11,1 12-53,-16 17 8,-9-11 189,-25 21-45,-6-23 45,-10 7 23,5-10-3426,13-6 3408,13-12 29,8-4 11,9-6-17,6-1-51,9-5-78,20-5-89,-7-1-1023,7 0 1,2 0-1762,5 1 2520,-4 0 0,-2 1 1,-12 3-1,1-1 1</inkml:trace>
  <inkml:trace contextRef="#ctx0" brushRef="#br0" timeOffset="81543">15224 423 32655,'1'-5'112,"0"2"-112,-1 3 0,35-69 0,-9 48 0,-3-17 0,3 5-20,17 27-124,-5 6-1047,10 7 797,-5 11-172,-18-1-699,-14 20 391,-21-11 106,-9 11 61,1-13-42,-8 3 96,14-13 103,-3 0 821,10-8-334,4-5 557,0-2-501,1-2 57,0-4-164,3 1 147,-1 0-5,6 2 6,10 3-23,6 1-11,24 9 17,-14 0-67,20 11 27,-29-7-16,11 14-11,-30-3 16,0 0-123,-33 2-90,-7-8-156,-12 3-448,4-3 95,14-6 756,4-3 0,17-6 0,-2-1 0</inkml:trace>
  <inkml:trace contextRef="#ctx0" brushRef="#br0" timeOffset="82167">18514 322 31300,'1'-5'1316,"0"2"-1476,-1 3 83,-6-60-843,4 45 242,-4-42 231,3 69 307,0 3-1067,-6 17 823,-3 16 116,2 4-428,0 9 504,8-17 59,6-10-10,5-11-229,0-12 314,13-13 3,1-10 168,22-18 5,-17 7 128,12-10-55,-21 16-51,-1 1-56,-9 7-45,-5 7-39,-3 9 0,-1 9-73,0 5-1344,-1 29-7119,-2-3 8536,0 14 0,0-27 0,1-16 0</inkml:trace>
  <inkml:trace contextRef="#ctx0" brushRef="#br0" timeOffset="83466">7909 3332 8249,'3'-9'6486,"0"2"-2843,-3 7-792,0 0-1579,20-63-701,-15 46-252,8-19 1,-6 10-231,-14 33 994,-7 13-1055,-13 17 0,-4 13-11,1 6-17,11-1-11,13-11 0,17-10 22,10-13 34,10-11 28,2-13 61,0-10 68,-5-13 5,-6-9 40,-9-8-1,-8-3-11,-14 3 68,-22-3-270,8 20-10,-12 0 10,17 19-44,6 3-1591,-10 23 754,15 15 0,-6-5 0,13 0 0</inkml:trace>
  <inkml:trace contextRef="#ctx0" brushRef="#br0" timeOffset="83900">9735 3346 23220,'-6'-44'801,"-1"0"0,2 4 0,-1 8-571,2 14-180,1 8-106,2 6 124,11 22-227,-2 6-428,7 25-1709,-7 7 2296,-6-19 0,0-2 0,0 6 0,-2-1 0</inkml:trace>
  <inkml:trace contextRef="#ctx0" brushRef="#br0" timeOffset="84401">11555 3423 16062,'0'-8'5057,"0"2"-2967,0 6-1625,0 0 257,-7-68-296,7 42-328,-3-14 0,3 3 8,5 23-89,3 5-23,-1 5-5,1 3-11,2 6 22,4 12-11,-4-1-1,3 17 12,-7-4-16,-2 12 21,-10 2-3341,-12 6 3364,2-18 6,-8 2-34,14-21 11,1 0 17,6-5 6,9-5 16,9-1 3353,17-6-3448,18-3-173,-19 2 0,3 0-1222,2 0 0,0 0 1440,25-2 0,-23 3 0,-20 4 0</inkml:trace>
  <inkml:trace contextRef="#ctx0" brushRef="#br0" timeOffset="123359">6927 6821 21383,'3'-43'571,"0"0"0,0 3 1,0 9-124,1 17-101,-1 6-179,-1 4-140,-2 3-5,0 12 5,0 6 11,2 21 39,1 12-8,-1-8 0,-1 2-430,0-12 0,0 1 388,-3 19 0,-2 1-14,-1-14 0,-1-1-11,-3 9 0,-2 2-37,-2 3 1,0-2-1647,1-10 1,1-3 1553,1-4 0,1-2-921,-5 10-2118,7-17-6666,1-2 8781,3-10 0,3-8 0,0-3 0</inkml:trace>
  <inkml:trace contextRef="#ctx0" brushRef="#br0" timeOffset="125517">6912 6622 20918,'-13'-6'896,"3"1"-857,13 4-28,1 0 23,7 1 50,9 0-23,5 0-33,1 0-3335,17 1 3335,-17-1 6,15 0 50,22-2-51,-12-2-169,-9 1 1,2 0 143,-10 0 0,-1-1-8,22-1 3,-20 2 0,0 0-9,23 0 12,0-1 13,-8 3 1,2-1-222,-18 1 1,0 0 215,21-1 0,-1 0-3,8-1 3,-16 1 0,0 0-11,-14 0 0,-1 0-3,7 1 0,1-2 3,6 1 0,0-1-6,-13 0 0,1 0 3,14-2 0,0 0 11,11-2 28,4-3-202,-7 1 197,-3 1 102,-18 3 1,-3 0-120,6-1 437,5 0-398,6-3-33,-6 2 5,19-4-6,-13 2 12,-3 2-1,0 1-22,-2 2 17,1 2 3235,-12 0-3213,18 0 29,-4 1-51,2-1 315,-2 0-298,-4-1-14,-12 1 0,3-1-381,2 0 0,0-1 355,-1 1 1,0 0 10,-2 0 1,0-1 14,2 1 0,-2 0-9,14-1 14,3 0-2,-41 4 50,-1 0-73,-6 0 0,0 0 68,4 0 802,2 0-858,5-2 3,2 2-15,-3-2 62,0 0 0,-7 2-23,-1-1 73,-1 1-72,0-1-18,3-1-44,0-1 50,8-2-22,-1 2-6,6-1 23,-2 3-23,-3 0 11,-3 1-22,-5 0 6,-1 0-6,-3 0 50,0 0 12,1 1 28,1-1 22,3 0-68,-1 0 85,4 0-50,-6 0-7,1 0 270,-4 0-292,1 0-15,2 0-13,4 0-11,3-1-11,2-2 6,-1 1-6,-5 1 0,-3 0 117,-2 1-100,0 5 34,-1 1-23,-2 6-12,0-2 57,-2 11-34,3-4 6,-1 11-11,3 9-6,1-10 22,0 20-39,-1-21 45,-1 36-11,-4-14-37,2-12 1,-1 2-95,0-6 0,-1 0 105,2 1 1,0 0-15,0 1 1,1-1-3,1 0 0,0-1 8,0 32-11,0-7 23,-6 4-12,1-22 6,-11 7-12,1-21 12,-5 3 5,2-4 1,3-4-18,3-4 7,2-4 210,2-2-222,-1-2-11,-2-2 5,-3-1 17,-5-2 1,1 0-12,2-1-6,5 1 12,2-1-12,0 2 6,-2 2 6,-4-1-6,1 0-23,-11-1 34,1-2-27,-16 0-18,-7-2 45,-10 0-6,25-1 1,0 1-6,0 0 0,-1 1 0,-28 3-11,6 3 34,3 2 5,-1 0-23,-4-2-206,25-3 0,0-2 192,-3 1 1,-2-2 10,-3 0 1,-1 0 3,-4 0 0,-1-1-18,-4 1 1,0 0-573,-2 1 0,0 1 570,2 2 0,1 1-12,3 0 1,2 2-105,4 0 1,1 0 134,3 1 1,1 0-6,-17 4 8,15-4 1,-1-1-4,-17-1-11,14-2 1,-3-2-1,6-1 1,-1-2-12,-4 0 0,-1 0-320,-3 0 0,0-1 337,-2 1 0,0-1 0,0 2 0,0 1 22,3-1 1,2 1-15,3 0 1,4 0 295,-16 2-326,-2-1 28,26-2 1063,-12 1-1080,10-4 11,-4-1 252,-6-1-247,-6-1 35,-4 2-29,1 0-6,3 0 835,4-1-840,5-2-11,5-2 5,5-1 12,0 2-6,-11 2-6,11 2 17,-15 2 6,17 1-22,0 1-1,6 0 23,12-1-79,4 0-352,4 0-1810,5-3 2224,1-1 0,0-1 0,0 2 0</inkml:trace>
  <inkml:trace contextRef="#ctx0" brushRef="#br0" timeOffset="126302">7465 7024 25248,'11'-47'680,"0"1"1,-2 4 0,-1 7-519,-6 14-75,-1 7-62,0 7-38,0 5-139,-5 20 36,-5 9-165,-9 27-1448,6-24 0,-2 1 1708,-1 3 0,0 0 20,1-1 0,0-1-26,-6 25-3,11-14-50,14-14 29,13-14-6,14-13-10,12-17-6,8-12 1469,-23 8 0,-2-2-1439,1-2 0,-1 0 19,-4 0 1,-2-1 196,14-18 24,-12 9 21,-9 9-39,-7 9-78,-4 7-62,-2 5-27,0 7 542,-1 7-543,-1 11 1,-2 14-46,-2 10-61,-2 9-96,0 6-559,3 1-62,10-4-964,9-7-2576,11-13 4352,0-14 0,-12-13 0,-9-8 0</inkml:trace>
  <inkml:trace contextRef="#ctx0" brushRef="#br0" timeOffset="126593">8351 6798 20974,'-1'-5'4055,"-1"0"-3198,2 5-291,-5-67-202,4 45-249,0-16 0,4 6-76,1 27 45,9 13-11,-2 13-12,1 20-28,-6-2 1,-3 1-635,1 23 609,-7-12 0,-4 2-22,-1-14 0,-2 0-31,-2 9 1,-2 2-88,1-3 1,0 0-228,1-3 1,2-1-449,3-3 0,2 0-1064,2-5 1,4-1-7961,12 22 8673,0-22 1,1-16 0,-9-14 0</inkml:trace>
  <inkml:trace contextRef="#ctx0" brushRef="#br0" timeOffset="127251">9289 6842 25203,'1'-48'443,"-25"18"-382,-13 42-44,-8 4 17,-4 1 5,13-5 45,-10 3-34,18-7 62,-1-2 28,16-6 34,-3 0-6,3 0-6,2 0-11,3-1-117,4 1-28,1 0 16,3 1 0,0 5 6,0 4 12,1 13 21,0 1-16,1 2 39,-3 3 17,-4-3-12,-3 8 1,-5 4-56,3-14 33,-2 6-50,10-20 11,-2 3 61,4-11 96,4-4-112,2-4-12,5-4-33,-1-1 40,5-3 4,1 1-32,7-1-24,4 0 7,12 3-23,-2 5 0,1 5-6,2 9-16,3 19 5,-8-3-3,-14 2 1,-3 1 19,-9-1-6,-11 26-27,-20-19-63,-19 9-8,15-22 1,-2-2-298,-9 2 1,-1-4-744,7-5 0,1-1-369,-26 5 726,21-29 1,25 10-1,-1-11 1</inkml:trace>
  <inkml:trace contextRef="#ctx0" brushRef="#br0" timeOffset="127509">9274 6753 19113,'6'0'5309,"-2"-1"-3435,-4 1-1358,60-28-371,-34 18 26,19-10 0,0 2-34,-21 10 76,13-5-172,-28 10 21,0-1-152,-9 4-862,-7-1-925,-2 1 1877,-9 0 0,10 0 0,-1 0 0</inkml:trace>
  <inkml:trace contextRef="#ctx0" brushRef="#br0" timeOffset="159541">6681 9101 12214,'0'-7'8026,"0"2"-6419,0 5-609,8-68-259,-6 44-476,3-15 1,-1 4-102,-4 27-67,0 3-67,-2 29 28,-3 8-65,0-1 1,-1 4-344,-2 3 1,-1 1 169,-2 5 0,0 1-328,-1 2 1,1 0-1219,0 0 0,2-2 1728,2 0 0,1-5 0,0 6 0,5-13 0</inkml:trace>
  <inkml:trace contextRef="#ctx0" brushRef="#br0" timeOffset="160208">6704 8928 22032,'41'-17'102,"0"-1"1,0 0-1,19-6 1,-3 5-84,-19 16 1,-2 2-249,-5-1 1,2 0 252,16-2 0,6 0 1,-5 0-704,-11 1 0,1-1 686,15-1 1,6 0-1,-5-1-2,-7 1 1,-3 0-3,8-2 0,0 1 5,-4-1 1,-3 1 89,-11 0 1,-4 1-43,16-3 22,-21 1 152,-6-1 22,7-3 184,13-4-251,6 0-79,1 3-56,-3 3 1116,-11 5-1004,-12 7 303,-11 2-224,-16 12-1,-11 6-38,-11 12-28,-4 10-46,-1 9-209,17-23 1,2 2 105,0 4 1,2 1-381,1 5 0,2 2 363,2 4 1,2 1-4,2 2 1,2 2-6,2-11 0,1 2 0,-1-3 8,0 2 1,1 0 2,0 16 0,-2-5 17,-7-7-11,-4-6 1,-5 0 15,-13 6-208,7-16 0,-3-2 169,-18 7-110,-15-10 144,17-13-23,-2-10 1,-4-4-6,-1-2 0,-3-3-322,9 3 1,-2-1 0,-2 0 313,-6-1 1,-1 0-1,2 1-3,-8-1 0,4 0 0,-1 0 0,0 0-77,3-1 1,0-2-106,3 0 0,0 0-68,-8-3 1,2 0 89,16 2 1,1 0-1606,-13-4 0,3 0-2251,4 1 3565,5 0 1,5 2 0,19 3-1,2 1 1</inkml:trace>
  <inkml:trace contextRef="#ctx0" brushRef="#br0" timeOffset="160676">7092 9222 25203,'19'-51'219,"-4"14"-124,-9 70 0,-4 9-39,-8 20-351,2-27 1,-2 0 310,-1-1 1,0 0-34,-3 25 185,6-16-135,11-19 90,8-16 23,12-21 39,18-27-113,-23 16 1,1 0 28,4-7 0,0-1 106,-5 6 0,-2 1 51,6-8-79,-9 10-151,-13 18 456,-4 5-484,-1 8 6,-1 1-12,-4 16 23,0 5-264,0 5 1,1 3-407,1-6 1,1 1-749,0 6 1,0-1-2302,2 15 2949,3-11 1,-2-20 0,2-1-1</inkml:trace>
  <inkml:trace contextRef="#ctx0" brushRef="#br0" timeOffset="161258">9209 9076 18274,'5'-47'1794,"0"0"0,0 6 1,-1 7-1459,-3 17 0,-1 9-269,1 10-11,1 11-17,2 16-11,2 21-28,0-3-148,-3-12 1,0 2-144,-1 26-1869,-1-18 1,0 0 1372,-1-11 0,0-1-2484,0 28 796,0-34-4566,-1-12 6485,-1-11 1,0-2-1,1-2 1</inkml:trace>
  <inkml:trace contextRef="#ctx0" brushRef="#br0" timeOffset="161809">9297 9081 10444,'0'-13'4021,"-4"-21"1,-3-3-3047,1 14 133,-6-19 1,-1 0-122,0 18-377,-3-8-386,12 16-179,8 7 95,24 1-45,14 2-56,10-1-22,-3 2 0,3 0-610,-12 1 1,2-1 603,18-2 1,2 0-10,-12 1 1,-1-1-6,-1 0 1,-2 0 7,-11 2 1,0 0-6,13-1 0,-1 0 11,14-3 3,-19 3 0,0 0-379,18-7 371,-3-3-12,-15 3 40,9-4 27,-5 1-10,-8 5 273,4-2-10,-31 10 942,-1 0-976,-12 10 372,-4 5-511,-5 13-113,0-1 39,-2 18-5,5 16-280,2-7 240,5 2 1,3 1-590,1-15 0,1-1 578,1 6 1,-1 4 6,-2-1 1,0 4 0,-1-6-11,-1-11 0,-2 0-5,-1 25 0,-4 2-269,-8-17 0,-3-3 271,3-7 1,-2 1 2,-8 10 1,-1 0 5,6-16 0,-1-2 29,-22 13 41,-2-11-50,6-13-3,2-11 0,-1-2-15,-7 0-186,-14-5 0,-4-1 159,19-1 0,-1 0 9,1 0 0,-2-2 0,0 1-43,-13-2 0,2-1-5,11 2 0,3-1-32,5 2 1,1-2-554,-1-3 0,3-1-5140,-4-8 5157,-13-9 1,44 19 0,6 5 0</inkml:trace>
  <inkml:trace contextRef="#ctx0" brushRef="#br0" timeOffset="162518">9799 9057 16320,'4'-2'5606,"-1"0"-3774,-3 2-1558,17-9-139,-13 8 329,14-4-77,-18 9-96,-3 1-173,-1-1 50,-9-2-56,-13-1-50,-8-1-12,-11 2-27,3 0 16,2 2-17,16-2 51,6 1-11,16-3 22,0 1-62,2 0-5,2 3 44,-1 6 12,1 5-50,-4 6-1,-2 5 17,-2 2-5,1 9-29,2-12 18,2 12-1,1-21 40,0 12-51,0-16 185,0 2-78,1-11 78,-1-3-135,3-5-27,2-3-34,6-7-6,5-1 68,7-2-40,7 2-11,12 1-5,-12 6-17,12 3 0,-14 5-23,7 5 17,-1 4-44,-6 7-18,-9 7 34,-10 5-61,-18 6-79,-16 3-67,-17 4 3,17-20 0,-1-1-1057,-26 17-2312,5-10 3618,9-10 0,18-9 0,8-6 0</inkml:trace>
  <inkml:trace contextRef="#ctx0" brushRef="#br0" timeOffset="162767">9882 9038 15417,'3'-2'6302,"0"1"-3160,-3 1-2497,54-32-449,-39 24-56,15-9 0,-4 3 0,-22 13-56,2-1-73,-2 2-45,2-1-279,-4 2-2247,1 4 1712,-5 2 0,2-1 0,-2-2 0</inkml:trace>
  <inkml:trace contextRef="#ctx0" brushRef="#br0" timeOffset="182067">7800 6355 11654,'0'-4'5679,"0"1"-2996,0 3-1697,2-66-118,-3 42-543,2-14 0,-3 3 84,-5 25-174,-5 5-123,-4 10-33,-5 10-7,-3 11-21,-5 11-23,1 5-11,3 2-12,8 0 6,10-3-5,14-6 33,13-9 23,13-11 11,9-11-1,1-12 7,-2-10 27,-7-10-44,-12 1 156,-7-21-83,-15 12-7,-9-17-16,-14 16-11,-11 11-56,3 11 56,-15 10-115,20 10-27,-8 4-66,20 7-280,6 6-1003,5 5 1390,4 7 1,0-15 0,1-2-1</inkml:trace>
  <inkml:trace contextRef="#ctx0" brushRef="#br0" timeOffset="182567">10054 5990 17384,'-2'-5'3204,"0"2"-1457,2 3-571,-7-66-22,2 34-1017,1-5 0,0 0 261,-1 15-101,3 14-117,-2 1-119,2 6-5,-2 14-45,1-1-11,-2 22-5,-1 2-46,-1 15-190,2-15 1,0-1-186,-2 15-851,1-14 0,-1 1 1277,-9 13 0,6-15 0,-2-4 0</inkml:trace>
  <inkml:trace contextRef="#ctx0" brushRef="#br0" timeOffset="183683">7258 10159 12438,'0'-4'5797,"0"0"-1876,0 4-3506,-10-58-158,4 43-167,-8-43 201,-14 78-157,-1 4-61,5-1 0,0 1 0,-11 12-163,-3 13 169,14-9-29,1 15-44,12-20 50,26 8-23,8-32 18,22 4-51,-11-18 44,9-7 24,-13-6-29,-2 0 62,-7-7 22,-14 1 190,0-9-83,-15-9-129,2 12 285,-14-17-263,10 28 57,-8-13-23,6 15-28,-2-1-40,-1 4-133,5 6-102,0 5-33,4 5-1104,-3 10 1283,1 8 0,1-8 0,3 2 0</inkml:trace>
  <inkml:trace contextRef="#ctx0" brushRef="#br0" timeOffset="184928">9949 10114 10440,'1'-5'4094,"0"1"1698,-1 4-5243,-5-71-11,9 46-387,-6-14 0,2 2 1115,5 24-969,-4 9 47,-2 1-277,-4 9-28,-4 7 668,-4 9-651,0 8-39,3 4-22,3 5 21,2 2-16,1 2 12,-1 2 16,1-5-6,-2-7 17,2-9-5,1-12 156,2-6-123,1-12-44,2-5 27,1-11-27,2-7-12,-1-6 50,0-11-3380,-4 7 3358,1 3 73,-2 12 40,-1 11-57,-2 2-44,0 6-29,1 9-55,1 8 3430,2 10-3380,5 7-17,1 4-6,6 10 85,-4-2-57,-1-8-5,-5-8 50,-6-14 45,0-5-73,-2-1 17,-2-14-28,5-7-22,0-16 5,8-5 17,0 0 62,1 8-17,-3 9-57,-4 10-4,-3 6-18,-2 5-28,0 6-89,2 6-554,5 9-9154,6 5 8640,0-5 0,0-7 0,-5-10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5:17:46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6395 11159 19160,'-39'-3'957,"-1"-1"1,-23-1-718,65 5 276,7 2-79,6 1-4207,16 4 3888,-7-3 922,34 1-950,-7-3-79,-19-1 0,2 0-225,8-1 1,5 0 213,14 0 0,1-1-385,-11 1 1,4 0 356,-7-1 0,7 1 0,0 0 0,-4 0-2,-3-1 0,-3 1 0,3 1 7,3-1 1,4 0 0,1 0-1,-5 0 375,-3 0 1,-3 0-1,2 0-373,8-1 1,3 1 0,-3 0 18,-12 0 0,-2 0 0,3-1-379,15 1 1,4-1 0,-4 0 383,-10 0 1,-3 1 0,0-1-4,16-1 0,-2 1 11,-11-1 1,-3-1-25,0 0 0,-1-1 21,1 0 1,2 1 8,5-2 0,1 0-17,4 1 0,-1 0 0,-6 1 0,2 1-4,-4 0 0,2 1 1,-1-1 20,6 0 1,-1 0-18,8 0 0,-1 0 8,-11-1 1,-4 0-7,-9 1 1,-1-1 5,9-1 1,1 1 8,7-2 0,1 1-6,3-1 0,1 1-2,-14 1 1,2 1-1,-3-1 5,10 1 0,-3 1-6,-4 0 1,-2 1 1260,18 0-1246,-5 1-23,-16-1-62,16 2-280,-11-2-1293,2 0-8196,-19-3 9393,-12 1 0,-10-1 0,-6 3 0</inkml:trace>
  <inkml:trace contextRef="#ctx0" brushRef="#br0" timeOffset="650">6170 11208 22363,'-3'14'829,"-3"17"-784,3 3 0,-2 6-795,-1 4 0,-2 1 741,-1 4 1,-2 1-84,0 2 0,0 1-208,0-1 1,2-1-561,1-2 0,2-2-3064,3-4 1,2-2 3923,6 21 0,0-26 0,0-19 0</inkml:trace>
  <inkml:trace contextRef="#ctx0" brushRef="#br0" timeOffset="1952">10430 11144 23842,'20'-37'935,"-4"9"-504,-18 49-341,0-5-6,-3 18 23,0 8-18,-3 14-445,2-18 0,1 5 386,-2 14 1,0 3-14,1-6 0,2-1-12,-1-1 1,2-1-12,1-1 1,2-3 2,3-11 0,2 1 9,0 7 0,2 1-12,3-4 0,0-2 6,0-2 0,-1 0 3,-1-4 0,-3-1 114,-4 26-106,-19-8 6,-18-8-1630,2-22 1,-3-4 1596,-17 4-1,7-10 0,1-5 17,9-5-11,-23-6-6,34-6 0,-5-6 399,-2-2-380,1 6 1,-4 1 5,-3 2 1,-2 1-235,-3-1 0,-3 1 231,-12 2 1,-1 2 926,4 2 1,-1 1-939,8 1 1,-3 1 0,-2-1-689,5 1 0,-4 1 0,1 0 1,4-1 685,-1 2 1,4-1-1,-3 1 5,-1 0 0,-4 0 1,0 0-1,5 1-411,1 0 1,3 1 0,-1 0 411,-12 1 0,-2-1 0,-1 1-171,2 0 0,-1 1 1,-3-1 174,4 0 1,-3 0 0,-1 0 0,5 0-97,0 0 1,4 0 0,-5-1 96,10 0 1,-4 1-1,-2-1 1,1 1-1,4-1 65,-14 1 1,3 0 0,-2 0-71,3 1 1,-2 0-1,-1 0 1,0 0-6,0 0 0,0 1 0,-1-1 0,1 1 1,-1 0 1,0 1-1,0 0 1,0 0 5,1 0 0,-1-1 0,2 1 0,-1 0 5,2 0 1,0-1-1,0 1 1,1-1-5,2-1 1,1 0-1,1 0 1,0 0-1,4-2 0,0 0 1,0 0-1,2-1 8,-11 0 1,1 0-1,0-3 108,0-2 1,1-2-1,3-1-109,-7-3 1,5-1 388,6-2 0,7-1-436,1-10 4,24-9-6289,26 3 6232,9-8 1,4 18 0,-4 8 0</inkml:trace>
  <inkml:trace contextRef="#ctx0" brushRef="#br0" timeOffset="2620">7238 11637 20604,'-3'-55'1103,"1"1"1,0 7 0,1 9-276,-3 14-654,3 16-17,0 4 50,1 21-106,0 3 62,-3 30-96,-4-11 0,-2 2-546,-1 1 0,0 3 484,-5 8 1,0 0 2,4-11 1,1-3-266,2-3 1,2-3 261,-1 11 57,13-5 61,6-28 34,13-9-84,-4-13 30,3-10 1,-1-4-31,4-7 44,4-5 1,1-2 662,3-5-671,-13 16 0,-1 1 642,-1 0-628,-11 12-89,-6 10-12,-6 17-22,0 7-11,-2 18 0,2 10-107,4 8 333,3-9-803,4-9 0,2-1-577,4 1 1165,3 0 0,1-3 0,-6-14 0,7 6 0</inkml:trace>
  <inkml:trace contextRef="#ctx0" brushRef="#br0" timeOffset="3752">8081 11612 15569,'0'-8'3361,"1"-32"0,-2-7-2006,-1 5-706,0-14 1,0 1-336,-1 20 140,0-3-163,2 23-162,3 2-68,2 11-21,4 18 4,3 21-16,-2 26-28,-6-21 0,-3 3-997,-5 10 0,-4 2 930,2-15 0,-1 2 0,-2-1-152,-2 4 1,-1-1-1,1 1-562,0-1 1,1-1 0,0 0 637,3-1 0,0 0 0,2-4 0,-1-4 0,3-4 0,2 19 0</inkml:trace>
  <inkml:trace contextRef="#ctx0" brushRef="#br0" timeOffset="4702">9454 11413 23679,'13'-37'891,"-8"10"-617,-30 36-162,-2 2-56,-2-1-17,4-1 34,-7-1 73,-29 1-101,18-2 42,6-4 0,2-1-9,14-1 113,-8-1-23,21 0-56,3 0-79,4 0 1,1 2-29,0 0 7,2 6 10,1 2 6,0 5 11,1 4 45,0 9-45,-2-7 1,1 10 27,-2-10 6,-2 7-29,-5 2 80,-10 5-68,-3-6-40,-1-3 35,2-9-29,8-10 146,-2 1-56,6-6 0,-1-5-45,4-6-33,0-1 33,1-12-44,1 8 66,-1-19-33,3 15-17,2-7-27,1 14 21,12 3-10,27 16-46,0 1 23,14 6-5,-7 2-12,-8-1-6,7 7 18,-14-4-29,2 18 29,-26-11 10,4 10-16,-26-4-23,-9-5-5,-12 7-106,-8-3-505,-13-5 157,18-11-1484,-12-6-4857,23-20 5986,2-2 0,10 0 0,7 3 0</inkml:trace>
  <inkml:trace contextRef="#ctx0" brushRef="#br0" timeOffset="4959">9452 11443 26144,'46'-28'219,"-1"-1"1,0 1 0,6-7 0,-5 7-97,1 11-117,-36 13-79,-1 4-369,-11 8-9389,-14 12 9149,6-6 0,-5 3 1,10-15-1</inkml:trace>
  <inkml:trace contextRef="#ctx0" brushRef="#br0" timeOffset="7102">5934 12242 19193,'4'-53'1023,"-1"0"0,-2 11 1,2 6-184,9 0 95,-8 13-706,-1 6 169,-6-5 39,-4 8-219,-2 2-83,1 1-90,4 8-39,3 4-1,2 9 23,3 10 0,0 15-22,2-1 24,-4-1 1,-2 3-3,-2 20-284,0-22 1,-1 1 272,-2-3 0,-1 0 5,-8 26-22,4-12 11,1 6 1,8-26-1,2-7 123,0-5-50,1-12 67,1-10 473,0-10-529,0-31-78,0 9 25,-1-4 0,1-2-379,1 1 401,0 3 1,1 0 131,4-6 61,5-9-133,-2 22-68,0 11-17,-4 22 6,-1 13-17,-2 16-12,-2 19-10,-6 16-15,-1-25 1,-1 1-6,0-7 0,0 0-219,-2 17 1,0-2-422,2 0 654,1 0 0,2-4 0,2-19 0,0 9 0</inkml:trace>
  <inkml:trace contextRef="#ctx0" brushRef="#br0" timeOffset="15113">9470 5333 19025,'13'-28'1859,"-13"18"-1400,-37 50-268,4-3-1018,9-8 0,-1 1 947,3-3 1,-1 1 19,-8 9 0,-1 3 20,-3 0 0,0 1 2,-3 2 0,-2-1-25,-1-1 1,0 0-32,0-3 0,-1-1-36,3-3 0,0-3-17,5-3 1,1-2-26,6-5 0,2-1 195,-14 12-218,18-14 418,6-4-357,10-9-72,1-1-78,2-2 641,2-1-1370,6-2 294,1-2-6073,17-11 5762,-2-1 0,-2 1 0,-7 5 0</inkml:trace>
  <inkml:trace contextRef="#ctx0" brushRef="#br0" timeOffset="15566">8645 5864 23781,'-30'-30'-181,"-1"1"1,-16-11 178,59 76 80,-6-4 145,-5 18-3,-7-4-96,1-13 0,-1 0 17,-3 17-34,3-4 183,15-21-83,8-7-100,25-4-73,-10-7-21,12-2-95,11-11-205,-1-3-1675,-5 0 1,1-2 1971,-18 3 0,-2 0 0,24-6 0,-36 9 1</inkml:trace>
  <inkml:trace contextRef="#ctx0" brushRef="#br0" timeOffset="17365">11283 5415 11329,'-1'-8'8032,"-1"1"-9375,-6-25 0,-4-5 1993,3 15 533,-5-18 0,-2 4-634,5 28 495,0 1-971,6 8 39,8 11 17,9 12 3403,15 11-3420,18 8-70,-14-20 0,3-1-397,6 1 1,1-2 343,4 1 0,0 0-12,-1-1 1,-1 1-31,-4 0 0,-3 1-45,-5-1 0,-5 1-283,8 23-403,-21 0-953,-22-2-1663,-10-6-3993,-6-8 7393,6-10 0,8-11 0,7-5 0</inkml:trace>
  <inkml:trace contextRef="#ctx0" brushRef="#br0" timeOffset="17665">11619 5755 14594,'-54'-24'2207,"1"-1"0,3 3 0,6 2-1047,-1-3-360,13 6-318,12 4-286,11 8-101,6 1 79,6 10 44,5 6 6,5 10-17,7 8-33,5 4-28,7-1 5,11-5-1743,-7-17 0,2-4 1653,16 2-5,-9-8 0,1-4-131,-13-1 0,-2-1 117,6-1 0,0-2 47,23-6 46,-21 4 38,-18 2-72,-12 3 3161,-7 0-3425,-3-1-110,1-2-2466,7-1 2739,3 1 0,-1 3 0,-1 2 0</inkml:trace>
  <inkml:trace contextRef="#ctx0" brushRef="#br0" timeOffset="19194">11764 6534 20123,'1'-59'1342,"0"0"0,0 7 1,-1 8-654,2 16-348,-2 13-111,0 8-118,-3 33-28,-1 9-70,0-2 0,-1 3-284,-1 1 0,0 1 234,-1 6 0,0-1-9,2-8 0,-1 1-381,1 19 0,1-1-383,2-18 0,2 0-1012,1 15 1,2-2-1776,4 7 2791,6-9 1,-8-30 0,1-3 0</inkml:trace>
  <inkml:trace contextRef="#ctx0" brushRef="#br0" timeOffset="19880">11799 6309 15894,'-6'-3'4503,"1"2"-2161,5 1-2214,28-47-66,5 34-48,-3-12 0,3 2 8,-2 20 1,2 5-4,3-2 1,1 0-619,4-1 0,1 0 613,5-1 0,2 0-9,6-2 1,2-1-12,5-1 1,1-1-6,-18 2 0,0-1 0,0 1-314,1-1 1,0 0 0,0 0 328,-2 1 0,0-1 0,-1 0-4,19-1 0,-3 0-224,-15 2 0,-1 0 308,13-1 0,-1 2 36,-19 1 1,0 1 44,13-2 1,1 1-29,-12 1 0,-1 0-42,-2 1 0,-2 0-16,17 0 100,5 1 694,-31 3-626,3 0 1372,-26 4-1339,-13 1 517,-11 4-646,-5 2-67,4 3-39,6 4-11,10 4-12,4 6-11,4 6-11,0 13 8,0-19 1,1 1-364,-1 7 0,1 3 366,-1 5 1,1 2-32,-1 5 1,0 2 2,-1 1 0,-1 3 20,2-13 1,0 2 0,-1-3-457,0 2 0,1-1 456,2 15 0,1-3-6,-1-24 0,1-3-3,0-1 1,-1 1-138,-4 8 0,-4-3 126,-18 8 14,3-14 0,-5-4 3,-5-9 0,-5-4 8,-5-4 1,-2-3-18,-5-2 1,-1-3-388,-2-3 0,-2-4 385,-2-1 0,0-3-395,-3-2 1,0-3 403,17 3 0,0 0 0,-2 0 5,-3-1 1,0-1 0,-2 1 5,-4 0 1,-1-1-1,-1 2-278,-3-1 0,-1 2 1,0 0 271,0 1 1,-1 0 0,1 1-8,5 2 0,0 0 1,1 0-71,8 2 1,2-1 0,2 1-280,-5 0 0,5-2-3624,-4-4 3977,30-1 0,13 3 0,6 3 0</inkml:trace>
  <inkml:trace contextRef="#ctx0" brushRef="#br0" timeOffset="20661">12426 6609 23299,'-4'-55'459,"1"0"0,1 2 0,8 10-330,17 22-6,17-2-84,-1 12-27,-3 7 4,0 14-55,-6 10-17,7 12 17,-3 10-6,-6 3-33,-12 2 78,-14 6 28,-8-18 56,-16 6 50,-2-22 96,-16-2-124,13-7 253,-11-18-241,27 2 151,-6-12-45,14 6-73,-1-1-6,14 3-89,7 5-22,8 2-45,17 3-17,8 7 25,-6 2 0,3 3-379,-5 3 1,0 3 375,7 6 0,-4 1-2,-17-5 0,-4 1 8,10 31 28,-38-13-12,-26 11-13,-8-22 0,-4-4-192,10-7 0,-2-1-18,-6-3 0,-5 0 0,6-4-729,-15-1 936,1-6 0,3-1 0,22-3 0,-11-3 0</inkml:trace>
  <inkml:trace contextRef="#ctx0" brushRef="#br0" timeOffset="108523">7797 7934 24279,'3'-14'683,"-18"29"-625,0 11 1,-2 6-11,-6 7 0,-2 2-2215,-6 7 0,0-1 2186,9-13 1,0-1-12,-4 6 1,0-1 491,7-11 0,0-1-528,-19 24 22,15-20 1,-1-1-9,3-4 0,-1-1 691,-21 21-739,9-15 40,10-8-85,12-13 40,10-10 2408,2-6-2453,6-6 243,2-9-170,4-4 39,0-2 0,-3-1 33,-2-1 29,-4-2 11,-1 0 39,-2 0 145,-4-1-128,-1 7 6,-5 1-73,4 12 117,-2 2-117,5 8-62,-1-1 44,3 10-4,1 9 32,3 12-16,-1 1 56,5 13-95,1-4-28,9 19-11,-3-18-388,5-11 1,1-3-655,4-6 1064,5-5 0,0-2 0,-10-6 0,12-1 0</inkml:trace>
  <inkml:trace contextRef="#ctx0" brushRef="#br0" timeOffset="109247">9314 7739 24749,'6'-31'515,"14"47"-484,-9 13 0,-1 7-29,7 16 1,-1 0-499,-5-12 1,-1 0 478,7 22 1,-1-3 7,-7-28 1,1-1-19,2 10 1,3 6 0,-1-7 1,-1-8 0,0-3-1861,5 16 1,0-3 1835,0-4 856,-5-4-946,-19-23 17,-12-3 78,-17-9 90,-11-7 56,-7-8 16,-1-6 34,3-8-182,4-6 232,9-8 79,23 11 1,3 1-124,-2-6 5,7-8 351,8 36-446,1 6 3271,6 7-3315,1 5 27,22 26-39,1-3-3,-7-7 1,2 0 193,0-4 1,0-1-208,16 7 16,-10-10 0,-1-3-33,10-1-253,15 1-133,-24-9 408,15-13 0,-33 7 0,14-7 0</inkml:trace>
  <inkml:trace contextRef="#ctx0" brushRef="#br0" timeOffset="111253">7692 10610 14880,'-4'-2'6183,"1"-1"-5354,3 3-520,16-17-197,-2 18-67,15 7 0,4 6-337,10 30-341,-12-14 1,-1 1 94,5 19-1599,-12-13 1,-1 0-2558,7 10 4694,-5-8 0,-1-2 0,-10-16 0,0-1 0</inkml:trace>
  <inkml:trace contextRef="#ctx0" brushRef="#br0" timeOffset="111480">8865 10573 16400,'0'-3'5064,"0"0"-2799,0 3-2120,-59 7-105,25 31-812,-11-9 0,0 4 766,22 0 1,4 5-26,-12 11 1,-1 3-292,-1-2 0,2-1 5,5-9 1,1 0-3726,-2 8 1,5-7 4041,15-17 0,0-1 0,9-20 0</inkml:trace>
  <inkml:trace contextRef="#ctx0" brushRef="#br0" timeOffset="112251">7711 11097 10769,'-3'-3'7707,"0"0"-3293,3 3-3949,-10-45-219,7 34-140,-8-34-10,11 45 111,0 1-146,1 1 63,2 1-57,3 0-17,-1 0-22,4 4-17,0 3 12,5 8-12,4 10-22,6 10-168,3 8-1014,7 4-1378,-3-12 1723,7-1 0,-22-24 0,1-2 0</inkml:trace>
  <inkml:trace contextRef="#ctx0" brushRef="#br0" timeOffset="113181">7760 11139 23287,'-26'-25'286,"-1"-1"0,-12-13-152,49 44 12,10 5 5,12 6 45,20 10-129,-14-8 45,16 9-28,-22-9 6,3 4-12,-10-3-28,-10-5 197,0-5 17,-4-11-46,9-12-72,5-17-23,8-21-460,-13 20 1,1-2 367,-1-1 0,1-1 22,-2 3 0,-1 1 31,8-20-28,-12 18-151,-9 15-420,-5 11-1905,0 12 532,3 2-1847,3 6 3735,7 0 0,-6-6 0,1 0 0</inkml:trace>
  <inkml:trace contextRef="#ctx0" brushRef="#br0" timeOffset="113551">8317 11050 23153,'-12'-38'817,"0"0"1,-3-23-723,18 60-5,4 3 162,7 14-95,-1 6-45,6 15-22,-4 1-23,0 1-22,2-6 5,5-7-5,5-11 6,8-11-102,13-18-142,-17 0 0,2-3-1019,7-6 1,1-3-2074,6-4 0,1 0 3285,-4 2 0,-3 2 0,-12 7 0,-3 3 0,3-2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5:29:47.6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15417 3722 9582,'-1'7'5735,"0"-1"-3120,1-6 1587,0 0-3284,-21-63-223,14 37-424,-4-11 1,1 0 114,8 18-128,2 3-96,1 4-83,0 3-63,1 4-10,0 5 56,-1 19-29,0-2 34,-5 31-21,-6 0-38,2-15 1,-1 2-289,-2 3 0,-1 0 280,0 1 0,0 1-6,1-1 1,2 0-15,1 3 0,1-3-25,0 13-134,4 2-364,3-31-1171,2-1-8117,8-11 7553,-3-8 1,3-3 0,-7-2 0</inkml:trace>
  <inkml:trace contextRef="#ctx0" brushRef="#br0" timeOffset="1425">15398 3455 10394,'-4'-1'5685,"1"1"-2632,3 0-2628,-26-8-391,19 6-34,-19-7 45,27 10 201,9 4-145,-2-1 106,19 6 45,16-2-190,-6-1-9,-4-3 0,3-2-17,3 0 1,-1-2-162,-5 1 1,1-1 146,17 0 1,2-2-854,2-1 0,-2-1 842,-8 1 1,1 0 2,0-1 1,4-1 0,-2 0-9,6-1 0,0 0 10,-7 1 1,3-2 0,1 1-4,0 0 0,1-1 0,2 1 1,-4 0 0,3 0 0,0-1 0,-1 2 3,10-2 0,0 0 0,-1 1-6,-1 0 0,0 0 0,0 1 6,-1 0 0,0 1 0,-2 0-1,-10 1 1,-1 0 0,3 0-2,2 1 1,3-1-1,2 0 1,-3 0 4,7 1 1,-2-1-1,2 1-484,-10 0 0,2 1 1,-1-1-1,-4 1 478,17 0 0,-2 0 8,0 0 1,5 0 0,-8 1-18,-9 0 1,-1 0 1,10-1 1,6 1-1,-2-1-400,-10 0 0,-1 1 0,0-1 404,2 0 0,1 0 0,0 0-522,8-1 0,0 1 0,-4 0 525,-1-1 0,-4 1 11,10 0 1,-3-1 87,-17 1 0,-1 0-52,8 0 1,-1 0 59,-2 0 0,-4-1-32,10-1 1191,-2 0-1089,-33 1 1009,-4 1-1105,-6 0 2863,-8 1-2762,0 0 1440,-5 6-1568,2-3 38,-6 8-5,3 1-68,0 3-5,2 5 12,5 1-18,1 7-11,0-4 6,3 16-23,-4 22 6,0-26 0,-1 2-506,-2 10 1,-2 1 505,1-2 0,-1-3 0,0-9 0,0 2 8,0 16 0,1-2-8,1 2 17,-1 2 0,0 0-358,-4 0 352,0-18 1,-4-1 21,-19 9-16,-2-15-6,4-16 0,-5-2-17,-10-3 1,-2-2-1,8 0 1,-2-1-268,-5-1 0,-5-1 0,6-1 284,-17 0 3,8 0 0,0-1-24,-3-2 21,17 0 0,0 0 1,-21-2-7,24 1 1,2 0-1,-14 0 280,12 1 1,-2-1-272,-2 1 0,-2 0-465,-16 0 0,-8 0 455,19 0 0,-3 0 1,-2 0-1,2 0-298,-12 0 0,0 0 0,-1 0 294,7 0 0,-2 0 0,1 0 0,4 0 0,4 0 0,5 0 0,-1 0 0,-3 0 0,0 0 0,2 0-350,-14 1 1,1-1 357,-3 0 1,0 1-4,8 0 1,-2 1 3,8 0 0,-3 1 1,3 0-2,-11 1 1,-1 0-337,1 0 1,-4 1 0,0 0 330,7-1 1,0 0 0,0-1-2,-2 1 0,0 0 0,0-1 0,1 0 0,1-1 0,1 0 3,4-1 0,0 1 0,2-2 0,-17 0 1,5-2 570,17 1 1,1-1-575,-7-2 1,2-1 9,-10-2-7,18 2 1,1 1 5,-17-3-5,3 2 5,12 2 6,-14-1 16,-5 0-10,0 1-7,-3 0 7,25 2 739,15 0-723,8-1 1674,9 2-1685,1-1 1392,2 1-1414,-2-1 185,-3 0-219,-3-2 6,0 1-101,-5-2-73,4 2-437,-1-2-2638,5 0 3271,5 0 0,0 2 0,1 0 0</inkml:trace>
  <inkml:trace contextRef="#ctx0" brushRef="#br0" timeOffset="2542">16480 3852 22156,'-2'4'818,"1"0"-415,2 0 359,-1-2 515,1 0-1081,-9-10-39,-1-3-34,-8-13-17,5-4-5,3-4-67,5 7 33,7-6-78,7 11-12,1 2 18,9 8-12,1 8 23,10 10-34,5 7-45,-5 13 0,-13 25 45,-16-12 8,-12-5 1,-8 2 10,-6-7 1,-4-1-456,-9 10 1,-3 1 457,-3 0 1,0-2 30,3-4 0,1-4 98,5-6 0,3-5-27,-6 2 38,11-24-89,21-7 44,4-26-66,12 6 38,18-15-55,-4 20 0,18 5-46,-12 14 811,12 3-967,4 9-174,-15 4 1,0 1-97,12 9-184,-11-2 1,-2 1-342,-2 0-2737,0-1 0,1 0 3728,3-1 0,2 3 0,-22-15 0</inkml:trace>
  <inkml:trace contextRef="#ctx0" brushRef="#br0" timeOffset="2759">17126 3758 22162,'-6'-45'1305,"0"-1"0,0 6 0,1 6-1165,1 14-56,1 8-79,3 22 18,5 14-6,6 24-26,-2-2 1,0 2-439,-3-13 1,0 2 370,0 25 1,-3 1-810,-5-15 0,-3 0 182,-1 12 0,-1 2-2123,0-4 0,-2-2 2826,3-10 0,0-5 0,0 9 0,4-27 0</inkml:trace>
  <inkml:trace contextRef="#ctx0" brushRef="#br0" timeOffset="4175">17154 3548 21063,'-21'-46'846,"0"1"0,1 4 0,7 7-560,10 19-135,5 7-106,1 3-12,4 4 124,11 22-62,-6 3 23,5 25-23,-16 3-22,-11 8-54,2-29 1,-1 0 19,-10 24 6,3-10 11,8-15 185,6-13 325,3-10-34,4-9-230,3-12-117,2-13-62,-2-17-50,-3-13-56,-6 7 11,-2 10 0,-1 1 22,-3-8-5,-3-12 0,5 33-62,3 12-5,0 9-51,2 15-11,3 10-168,2 18-470,3 15-1020,-4-19 1,0 1 1741,-1-2 0,1-2 0,-1 2 0,-2-21 0</inkml:trace>
  <inkml:trace contextRef="#ctx0" brushRef="#br1" timeOffset="132092">15324 4029 20308,'-20'-16'2162,"3"0"-1921,14 12 212,0-4-66,1 3-51,2-1 28,-1-1-275,1 2 202,1-3-190,-1 5 297,1-2-275,0 5-123,-4 5 11,-1 11-16,0-1-1,0 23 28,3-9 6,2 19-16,1-3-7,0 2 6,-1-9 1,-1 4-7,-1-10 18,-2 5-12,1-12-11,-2 10 0,3-20-6,0 10 17,5-17 35,4 1 27,17 0-29,3-3-16,3-1 23,2-4-124,-7-3 73,23-9 0,-27 6 0,7-6 0</inkml:trace>
  <inkml:trace contextRef="#ctx0" brushRef="#br1" timeOffset="136136">15427 5862 11077,'-1'-5'8850,"0"1"-5848,1 4-2117,-15-64-275,11 39-411,-5-12 0,3 3-31,7 23-56,5 13-73,-1 6-3336,8 36 3320,-8-11-4,-1 6 1,-1 3-412,-4-5 0,-3 2 400,0 12 0,-1 4-309,-3 2 0,0 1 96,1-2 1,0-1-712,1-3 1,2-3 548,4-3 1,0-5 0,1 3 0,3-12 0</inkml:trace>
  <inkml:trace contextRef="#ctx0" brushRef="#br1" timeOffset="136845">15406 5773 20884,'38'-19'74,"0"-1"0,1 1 0,1 0 0,0 2 0,0 3-30,15 7 1,1 3-910,5-2 0,1-1 872,-19 3 1,1 0 0,-1 0-420,2-1 0,-1 0 0,1 0 421,1 0 1,1 1-1,0-1-2,0-1 1,0 0 0,1 0 12,9 0 1,1-1-1,-4 0-12,4 0 1,-2 0-2,-8 1 1,1 0-1,-4 0 183,-6 0 0,-1 1-115,7-2 1,-1 1 58,-5-1 1,-3 1 207,26-3 129,-7 0-331,-23 4 50,-4 1-33,-20 3 720,1 1-805,-1 2 1519,0 2-1479,3 6 399,-1 5-472,-2 1 17,-2 9-17,-4 6 12,1 14 10,0-5 1,-1 1-29,3 19-558,1-8 0,1 2 533,1-11 0,0 0-8,3 13 0,0 5 13,-3-12 0,0 2 1,-1 1 6,0 6 1,-1 1-1,-8 0 51,-9-9 1,-7 0-1,-2-1 1,0-3-54,0 2 1,0-5 0,-6-3-681,-11-4 0,-7-4 1,3-11 666,7-11 1,-1-7-1173,-13-6 0,2-1 1172,-9-2-2,-2-2 0,-4-1-240,13 2 1,-4 0 243,-8-1 1,-6 0 0,3 0-3,17 2 1,2 1-1,-4-1 3,-4-1 1,-5 0-1,0-1 1,3 1 2,2 0 0,2 0 1,-2 0-19,-3-1 0,-4-1 0,0 1 0,4 0-12,4 0 0,3 2 1,-1-1-80,-9-1 1,-1-1 0,6 2-1161,10-1 0,4 2-171,7 0 1,1 0 1286,-14-5 0,40 8 1,2 2-1</inkml:trace>
  <inkml:trace contextRef="#ctx0" brushRef="#br1" timeOffset="137485">16112 6176 17227,'0'-4'5260,"-1"1"-3894,1 3-1176,16-33-122,-6 25 60,19-20-4,-7 38-74,-5-1 264,-1 6-169,-14-9 169,-6 3-106,-6-7-46,-8 1 68,-5-10-113,5-4-78,2-5 17,9-11-5,5-3 10,11-21-27,4 5-17,5 3-12,11 5-5,-13 24 0,10-5 6,8 19-40,3 19 26,-9-1 0,-1 4-4,7 19 20,-18-1 1,-9 5-12,-11-12 1,-7 1-548,-6 17 0,-7 2 544,-10-5 1,-6-2-641,-4 0 1,-2-3 642,9-11 1,0-2 16,-3-3 0,3-4 75,-7-6 46,1-24-119,22-5 40,20-29-39,19 12 921,3 2-932,24-1 5,-20 18 1413,28-2-1433,-20 13 1,0 3-53,22 1-637,3 6 1,3 3-2751,-19-4 0,0 2 3448,14 3 0,-3-1 0,3 2 0,-25-8 0</inkml:trace>
  <inkml:trace contextRef="#ctx0" brushRef="#br1" timeOffset="138067">18419 5783 21657,'-6'-53'1053,"0"-1"0,2 2 0,-1 13-868,2 32-135,1 3 12,6 22-23,0 17-28,1 5-5,-2 3 0,0 4-545,-2-9 1,0 1 496,0 19 0,1 3-121,-1-9 1,-1-2-314,2-1 0,-1-2-664,1-4 0,0-3-2000,1-6 1,0-3 3139,0 11 0,0-20 0,-3-14 0</inkml:trace>
  <inkml:trace contextRef="#ctx0" brushRef="#br1" timeOffset="138594">18517 5653 16079,'-7'-6'4839,"2"1"-3943,5 5-470,0 0-179,-14-67-163,24 47-26,7-20 1,9 3-232,8 27 0,6 6 192,18-5 1,3 0-6,-4 1 0,3 1-7,-8 1 1,3-1 0,-3 1-670,3 0 0,1-1 671,-4 2 1,4-2-1,2 1-2,-11 0 0,1 0 0,0 0 0,-1 0 0,10-1 1,0 0 0,1-1-585,-3 1 0,3-1 0,-1 0 1,-5 0 583,-5 1 1,-3-1-1,-1 1 12,13-2 1,-3-1-76,-11 2 1,-3 1 195,10-2 824,-13 0-566,-22 6 772,0-1-1086,-9 3 2630,0 1-2692,3 3 355,3 6-383,0 3 12,2 31-1,-3-1-11,-4-9 1,0 3-209,0-1 1,-1 2 215,-1 4 1,1 2-494,-1 5 0,-1 1 508,-1 6 0,-1-1-12,-1-10 1,-2 2-1,-3 1 1,-2 4 0,-2-3 13,-5 4 1,-3 0-22,0-3 0,-2 3 0,0-5-4,-4-1 1,-3-4 1,-4-5 0,-4 0 1,0-4 8,-5-1 1,-2-4 5,2-1 0,-3-1 1,0-3 24,-13-3 1,-2-5-15,-4-3 0,-1-6-24,16-5 0,-1-2 1,0-2-540,-5-2 0,-1-2 0,0-2 475,-4-2 1,-1-3 0,0-2-816,0-4 0,0-1 0,2-1 881,6 2 0,2-2 0,4 2 0,-1-2 0,6 1 0,-2-5 0</inkml:trace>
  <inkml:trace contextRef="#ctx0" brushRef="#br1" timeOffset="141071">16871 4827 18817,'1'-52'1497,"0"0"1,0 5 0,1 5-837,3-2-169,4 8-419,-1 16 11,1 9-50,-6 16 89,-1 21 62,-13 25-118,-1-14 0,-4 5 0,-1 1-807,-4 2 0,-2 0 0,-3 2 750,-1 0 0,-2 4 0,0-1 0,0-3-669,-2 1 1,0-3 0,-1 2 574,2-3 0,-2 1 0,0 1 0,3-3-659,0 3 0,2-1 1,0 1 521,5-3 1,0 2 0,0-1 0,3-5 0,-4 10 0,4-6 0,9-7 0,0 0 0</inkml:trace>
  <inkml:trace contextRef="#ctx0" brushRef="#br1" timeOffset="141470">18666 4625 25074,'-10'-1'129,"39"41"-124,-5-11 1,5 5-1366,7 10 0,5 7 0,-4-3 1041,0 4 0,-1 0-72,-7-12 1,1 3 0,0-1 116,0 4 1,-1 0 0,-5-7-1,5 7 1,-9-15 0,1 1 0</inkml:trace>
  <inkml:trace contextRef="#ctx0" brushRef="#br1" timeOffset="142704">13713 2616 9940,'5'-10'7203,"-1"3"-5753,-4 7 304,0 0-1026,9-10-230,-34 39-151,-12 11-1296,11-12 1,-4 5-1,-2 1 992,-3 3 0,-1 0 0,-1 2-17,-4 3 0,-1 1 0,1 1-529,-3 1 0,1 1 1,0 0 500,1 0 0,1 0 0,0 1-92,4-2 1,2-1 0,1 1-453,5-4 1,3 0 0,2 0 461,-3 15 1,6-4 0,-1 6-1,15-17 1</inkml:trace>
  <inkml:trace contextRef="#ctx0" brushRef="#br1" timeOffset="143211">14244 2795 12141,'-5'-5'6066,"1"1"-3523,4 4-1042,0 0-5713,-47-57 4246,42 45 920,-7-31-914,43 54 24,9 4 0,6 0-8,0-1 0,4-1-383,-5 0 0,5 1 0,3 0 360,4 1 1,4 0 0,1 1 0,-3-1-522,0 0 1,-3-1 0,5 2 487,-9-2 0,4 0 0,1 1 0,0 0 0,-5-1 18,-2 0 1,-4 0-1,0 0 1,1 0-40,10 4 1,2 1-1,1 0 1,-3 1-254,-2 0 1,0 1 0,-3 0 0,-2 0-515,3 1 0,-4 1 1,-1 0 787,-3 2 0,-2 0 0,-6-3 0,5 6 0,-5 0 0</inkml:trace>
  <inkml:trace contextRef="#ctx0" brushRef="#br1" timeOffset="148074">18417 5993 18145,'3'-45'1219,"0"0"0,-1 2 1,-2 8-469,-3 22-236,0-3-134,1 4-129,5 3-179,-2 3 33,7 3-44,-1 6 16,3 6 45,-5 7 12,-1 11-18,-7 7-44,-3 8-28,-1 5 0,2 2-1,2-1 40,3 2 45,0 1-56,-1-10 129,-3 16-85,0-19 12,-2 15-22,1-15-12,0-2 0,2-4-5,2-5-28,0-4-12,2-10 124,4 0-57,1-7-33,2 2-39,-1-5 50,4 5-61,-1 0 27,8 3 51,18 0-76,-3-8 1,4-1-513,7-3 0,3-1 492,12-2 1,3-2-6,-4-2 1,0-1-1,0 1 0,0-1-70,-6 1 0,-1 1-614,-8 0 0,-1 2 673,-6 1 0,-4 0 0,3 1 0,-12 2 0</inkml:trace>
  <inkml:trace contextRef="#ctx0" brushRef="#br1" timeOffset="207484">12565 7944 14773,'0'-47'3142,"1"0"1,3 7-2684,1-16 0,5 1 242,11 20-253,6-2 95,-5 17-168,-16 24-123,-17 26-190,-3-3 0,-4 3-23,-4 8 0,1 4-202,-3 4 0,2 4 174,5 1 0,2 5 1,1-1-530,5-11 1,1-2-1,2 3 523,0 13 1,2 3 0,3-3-4,3-12 0,2-2 0,1 0 3,1 4 1,1 1 0,0-2 2,2 10 0,-1 3 14,-4-16 1,1 5-1,-1 1 1,-1-2 21,-2 15 1,0-1 0,-1 0-577,1 0 0,-1 0 0,-1 2 548,-1-10 1,0 2 0,-2 0 0,1-4 1,-1-1 1,0-4 0,0 4-3,0 5 1,0 6 0,0-1 0,1-4-576,-1-2 0,2-3 1,-1 2 567,1 1 1,0 4 0,1 0 0,0-4 8,1-3 1,1-3 0,0 1-185,0-3 0,1 2 0,-1 0 0,0-2 169,1 2 1,0-1 0,-1 3 9,1-2 1,-1 6-1,0 1 1,0-2 0,-1-7-204,-1 16 0,0-1 200,-1-15 0,1 6 1,-1 2-1,-1-2 0,0-5 5,-3 0 0,0-5 0,-1 1 102,-2 11 0,0 1 1,-1 0-109,1-5 0,0-1 1,-1 4 1,2-2 0,0 3 0,1 0 1,0-4-9,1-6 1,1-3 0,0 2-12,0 14 1,0 1 0,1-9 1425,3 7-1771,1-3-9478,1-22 8057,-1-8 0,2-9 0,-2-15 0</inkml:trace>
  <inkml:trace contextRef="#ctx0" brushRef="#br1" timeOffset="208386">5849 14144 6495,'0'-8'4114,"-3"-22"0,-1-7-765,1-6-2801,-1-4 1,1-2 1319,2-12-1179,8 1-566,-3 23-5,5 7-96,-5 25 756,2 26-660,-6 40-96,-1 0 127,-5-6 1,-3 5-240,-1-17 1,-2 1-1,1-1-117,-2 10 0,1 2-690,0-2 1,0 3 0,4-4 896,6 0 0,1-4 0,-1-10 0,0-3 0,8 20 0</inkml:trace>
  <inkml:trace contextRef="#ctx0" brushRef="#br1" timeOffset="209650">5823 13662 18694,'2'4'1160,"2"1"-1042,1-2 173,13 2-123,1-1-79,5-1 79,7-1 62,0 0-141,0-1-55,-6 0 0,-12 1 55,2 1-61,-6-2 17,9 3 22,-6-4-44,-2 1 27,7-1 12,-5 1-29,4-1 68,15-1-56,-11 0 28,28-4 39,11-1-90,-26 2 0,3 0-473,9 0 0,1-1 465,-13 2 0,0 0-3,7-2 0,4 1 1,-1-1 7,11-1 1,0-1-623,-11 2 0,1 0 0,4-1 607,-1 0 0,4 0 1,0-1-1,-3 1 1,4 0 1,-2-1 0,3 1-2,4-1 0,3-1 0,2 1 1,-2 0 0,-8 1 1,-2 1 0,1-1-1,4 1 5,-4 0 0,3-1 1,2 1-1,0 0 1,-1 0-1,-2 0-498,0 1 0,-2-1 0,-1 1 0,0 0 1,4-1 491,2 1 1,2-1 0,2 0-1,0 0 1,-2 1 0,-2-1 2,-2 1 1,-2 0 0,-2 0 0,-1 1 0,0-1-380,2 0 0,-1 1 1,-1-1-1,3 1 376,-3-1 1,3 0-1,0 0 1,-1 0 0,0 1-222,3-1 0,0 0 1,-1 1-1,3-1 222,-3 1 1,3-1 0,0 0-1,2 0 1,1 0 0,-3 0 1,2 0-1,0 0 1,1 0 0,-1 0-1,-2 0-84,5 0 1,-2 0-1,-1-1 1,0 1-1,-1 0 84,-2 0 1,-1 0 0,0 0 0,0 0 0,1 0 52,3-1 1,3 1-1,-1-1 1,-3 1-1,-6 0-44,-2 0 0,-5 1 0,4-1 11,0 0 1,5 0 0,1 0 0,-1 0 0,-5 0 138,5 0 1,-4 1 0,3-1-130,3 0 1,4-1-1,0 1 1,-1-1-22,-8 1 1,-2 1-1,0-1 1,0 0-13,13-1 1,-1 1 0,0-1 3,-3 0 1,-1 0-1,0 0-7,0 1 0,1 0 0,-2-1 3,1 1 1,-1-1 0,1 1 3,3 0 1,0 0 0,-5 1 593,-6 0 1,-4 1-560,8 0 0,-5 1-20,-7 1 1928,20 3-1916,-43 1 2169,2 6-2192,-11-2 1853,2 9-1842,-3-4 371,2 4-342,2 9 5,-1-1-17,7 18-17,0 3-22,-3-6 17,-1 16 2,-9-22 1,-2 3-6,1 11 0,-1 3-401,-2-9 0,-1 1 1,-1 0 388,0 14 1,-1-1-3,-2 0 0,-3-2-330,-1-12 0,-2-1 321,-5-2 1,-2-3-130,4-8 1,-4-1 131,-17 8 0,-5-3 3,9-13 1,-2-1-347,-16 7 0,-3-2 354,5-7 1,0-4-1,-3-1 1,-1-2 2,-5-1 1,-1-2-6,15-2 1,-1 0 0,0 0-190,-5-1 0,-1 0 0,-1-1 191,-6 2 1,-1-1 0,2 0-8,8-1 0,2 1 0,-5-1 6,-7 2 0,-6-1 1,-2 2-1,1-1-5,13 0 0,1 0 0,-1 0 0,0 0 0,-2 0-1,-8 1 1,-1 0 0,-1 0 0,-1 1 0,-2 0-276,12-1 1,-2 0-1,-1 0 1,-1 1 0,1-1-1,2 1 1,1-1 274,-7 1 1,2 0 0,1 0 0,0 0 0,-3 0-255,3 0 0,-2 0 0,-2 1 1,1-1-1,3 0 0,2-1 257,-4 2 1,5-2-1,-1 1 1,-4 0-135,4-1 1,-4 1-1,-1 0 1,-1 0 0,2-1-1,3 1 135,4-1 0,5-1 1,0 1-1,-2-1 0,-6 2-52,6-2 0,-4 1 0,-3 0 1,-3 0-1,-1 0 0,1 0 0,1 1 1,2-2-1,4 1 50,-7 0 0,4 0 0,2 0 0,0 0 0,-1-1 0,-3 1 1,-3 0 1,-2 1-1,-1-1 1,-1 0 0,0 1-1,3-1 1,4-1-2,-7 1 0,4 0 0,1 0 0,3-1 0,0 0 15,-2 1 1,3-1-1,-1 0 1,-3 0-16,6-1 0,-3 1 0,-2 0 0,0-1 0,2 1 0,3-1-20,-7 0 1,4 0 0,0 0-1,-4 0 21,8 0 0,-3-1 0,-2 1 0,0 0 0,1-1 0,3 0-3,0 0 1,2-1 0,1 1 0,0-1 0,1 0 138,-10 0 1,1 0-1,1 0 1,1-1-145,4-1 0,1 1 0,1-2 0,2 1-48,-8-2 1,1 0 0,4-1-456,-10-4 1,7-4-1488,19-1 0,6-2 1997,3-14 0,22 9 0,7 8 0</inkml:trace>
  <inkml:trace contextRef="#ctx0" brushRef="#br1" timeOffset="210386">6951 14142 18140,'-4'-5'2016,"-6"-31"1,2-9-1541,9 9-328,-6-12 1,6 0 41,25 12-151,-3 13 17,18 3-39,-3 18-6,15 12-11,5 11-110,-29-4 1,-2 3 93,19 23-7,-18 7 34,-19 3 1,-23-1 38,-17-4 45,-13-6 51,-3-10 106,3-10 56,11-12-56,11-11-73,13-15-89,26-12-90,-5 6 39,25-2-17,-9 18 197,2 1-205,7 6 0,0 3-3,2 2-11,-4-2 0,1 4 0,14 22-22,-18-1 16,2 18-3380,-48 6 3397,-5-17-11,-9-9 0,-4-2-216,4-8 1,-1-2 173,-8 3 0,-2 0-56,0-3 0,0-3-157,3-2 0,1-3-2507,1-6 1,2-3 2761,-6-9 0,12-1 0,22 2 0</inkml:trace>
  <inkml:trace contextRef="#ctx0" brushRef="#br1" timeOffset="210643">7862 13744 24771,'22'38'77,"0"0"0,0 0 0,8 2 0,-11 1-88,-30 18 0,-13 1-1650,6-15 1,-3-1 957,-2 13 0,-1 1-2445,2-2 1,2-1 2651,4-9 0,3-4 0,-2 10 0,9-26 0</inkml:trace>
  <inkml:trace contextRef="#ctx0" brushRef="#br1" timeOffset="211127">8780 13832 11078,'0'-5'7853,"0"0"-3359,0 5-4438,5-48 22,-5 43 436,-9 9-447,-1 32 3,-3 16 0,-1 1-42,3-7-208,1 4 0,2 0 191,5-9 149,4 1 1,7-2-100,28-1-5,8-3 0,18-31-16,-21-17-4,-10-12 0,-2-3-325,2-4 322,-4-2 1,-2 0-12,-3 1 40,-6 3 0,0-1 642,-4 1-480,2-8-33,-16 24-186,-1 9 352,-6 19-345,5 6-7,-1 8 23,4 13-67,4 3-154,-1-6 0,0 1-687,4 17 82,-2-15 0,3 0-3879,5-11 0,2-3 3870,9 21 1,1-12 0,-12-27 0</inkml:trace>
  <inkml:trace contextRef="#ctx0" brushRef="#br1" timeOffset="211349">9848 13727 23159,'-11'-50'873,"-1"0"1,1 2 0,3 11-656,5 27-167,3 12-46,2 8 12,10 47-11,-4-15-407,-3-3 1,-1 8-1,-1-4 339,-2-8 1,-1 1-173,-2 10 1,-1 6-1,-1-2-626,-2 1 1,-2 1-2145,2-5 0,0 4 0,0-3 3004,0 4 0,1-4 0,2-6 0,1-6 0,2-12 0</inkml:trace>
  <inkml:trace contextRef="#ctx0" brushRef="#br1" timeOffset="211943">11310 13757 24357,'-20'-38'50,"1"0"1,0 3-1,1 12-11,-2 30 12,-11 3 27,-7 3-27,3-3 77,-13-1 46,-4-3-79,-2 0 0,-5 1-50,26-2 11,0 2-50,21-1 16,-2 5-5,12 3 0,4 15-5,3 4-1,4 10 50,-1 12-16,-3-21 56,-8 14 22,-6-25 40,-12 10-135,5-13 112,-5 3 100,16-17-32,0-4-136,6-12-4,5-7-57,1 0 39,22-13-16,2 9-6,7-4-14,-7 12 0,0 4-14,16 0 0,-12 3 0,0 2 0,19 11-11,-14 2 22,-2 27-6,-27-2-5,-4 9 8,-24-10 1,-6-3-14,-9 4-110,-5-2 0,-5 1-1430,-3-8 1,-2-3-3372,0 2 1,0-2 3751,1-2 0,5-4 0,-1 0 0,31-13 1</inkml:trace>
  <inkml:trace contextRef="#ctx0" brushRef="#br1" timeOffset="212934">12160 12536 20408,'-41'-28'1208,"0"-1"0,2 3 0,7 5-547,18 12-622,3 3-11,9 3 23,11 6-3331,17 16 3324,-4 0-198,16 31 226,-15 6-30,-10-16 0,-2 2-290,-3 4 0,-1 1 270,-3-2 1,1 0-4,-1-5 1,2-2-78,12 22 98,18-26-68,24-29-1110,-19-17 1,6-8 0,-2-1 1137,-5 4 0,-2-1 0,0-1 0,21-12 0,-6 2 0,-2 1 0</inkml:trace>
  <inkml:trace contextRef="#ctx0" brushRef="#br1" timeOffset="213767">8552 12560 11718,'-8'-41'1465,"1"1"0,-4-21 1419,18 71-2722,2 4 14,12 18 1,3 4-121,7 10 85,-9-12 0,4 5 1,-2 0-126,5 11 1,0 3-96,-8-12 1,2 5 0,0 1 0,-1-4-145,-1-1 1,-1-2 0,2 2-1820,1 0 1,1 3-1,0-1 1,-1-6 2041,7 3 0,-1-5 0,-4-2 0,-1-4 0,6 0 0</inkml:trace>
  <inkml:trace contextRef="#ctx0" brushRef="#br0" timeOffset="243324">18153 3702 17300,'0'-4'6150,"0"1"-4459,0 3-1545,-14-54-4314,11 41 4214,-11-40 998,17 70-966,-2-3 96,1 34-113,-6-10-44,1 9-6,-6 3-11,4 2 12,0-11-1,3 8 3403,2-29-3195,0-1-46,0-10 158,2-8-135,-2-20-140,0 3 33,0-25-5,0-12-56,2 8 19,1 4 1,3 2-20,1 4 34,1 1 0,1 2 10,0 7-32,1-4-35,-6 20 1,-2 8 5,-2 8 0,0 18-11,0-1 19,-3 9 1,0 2-8,-2 1-12,-1 1 0,-2 2 0,0 10 2,3-13 1,0 0 3,1 14-12,2-8 118,2-24 185,2-19-168,4-23-56,0-13-12,3-24-50,-5 12 23,-1-13-12,-3 18 12,0-3 0,-2 16-46,1 17 12,-1 10 12,2 8-24,3 19 12,0-5-16,4 25-80,3 9-464,-3 8-1196,-4-20 1,-2 0 907,-4 22 0,0-22 0,-1-17 0</inkml:trace>
  <inkml:trace contextRef="#ctx0" brushRef="#br1" timeOffset="259194">19427 5955 13900,'-4'6'4744,"1"-2"846,3-4-4453,3-77-857,0 52 22,-1-22 1,2 5-85,0 31-156,0 0-23,-3 9 6,-1 10 0,2 9-56,-2 15 11,1-3 5,-1 18 6,-3 6 1,-1-8-1,-5 16 0,-2-20 17,1-5 17,1-5 50,5-20 129,2-7-22,1-20-130,3-9-32,5-25-24,0 6 12,0 10 0,1-2-22,2-4 0,0 2 13,-2 6 1,-1 0 89,4-10 0,-3 4 14,-3 14-78,-3-3-39,-2 22 11,-6 19 22,0 10 6,-4 23-45,4-6-12,2 0 1,1 0 0,-2 5 8,-2 8 0,0-1-248,-2-7 243,-1-2 0,0-3 41,0-11 158,-1 2-96,8-24 78,3-30-122,6-13-40,-1 5 0,0-4-304,2-5 0,2-2 301,-1-2 1,0 1-9,-2 7 0,0 1 118,0-4 0,-2 4-101,0 7 33,-7-4-38,-8 42-12,0 0 0,-7 29-46,7 5-4,0 2-765,6-3 0,3 1-4101,5-12 1,1-1 3474,-2 6 1,2-3-1,6 2 1,-7-28-1</inkml:trace>
  <inkml:trace contextRef="#ctx0" brushRef="#br1" timeOffset="274906">15982 7987 8198,'-1'-10'8894,"-1"3"-6563,2 7-842,-3-61-940,3 44 104,-2-18 0,1 4-15,1 24-151,2-2-151,0 2-145,2 0-135,-1 2 28,2 0-56,0 4 16,2 12 46,-1 17-28,-1 8-6,-7 9 0,-4 6-48,-1-6 0,-2 1-440,0-1 0,0 3 0,-1-1 398,-5 14 0,1-1-70,2-5 1,2 0-449,6-2 1,2-4-524,5 10-6588,20-8 7663,-1-39 0,-4-4 0,-6-6 0</inkml:trace>
  <inkml:trace contextRef="#ctx0" brushRef="#br1" timeOffset="275831">15946 7818 20476,'57'-2'263,"-1"-1"0,-21 2 0,1-2-226,6 0 1,6-2-1,-7 1-3,20-4-10,-19 3 0,7-1 0,-5 1-753,-8 1 0,2-1 738,19-2 1,9-1-1,-8 1-616,-14 1 0,0 1 597,13-2 1,7-1 0,-2 1 3,-14 2 1,-3 1-1,5-1 0,6 0 1,6 0-1,0 0 1,-4 1-445,-1-1 1,-4 1 0,4 0 446,1 1 0,4-1 0,0 0 1,-4 2 0,-5 0 0,-3 1 0,5-1-506,3 1 1,6 0-1,0-1 1,-5 1 503,-2 0 0,-3 1 1,0-1-1,7 1 0,1-1 0,0 0-134,-5 0 1,0 0 0,1-1 150,3 0 0,1 0 0,0 0-109,-1 0 0,0-1 0,1 1 114,-12 0 0,1-1 0,-2 1 1,-3-1 48,16 0 0,-1-1 77,0-1 0,4 0 0,-4 1-46,2-1 0,-2 1-33,-16-1 0,1 1 1,-1-1 107,-3 1 1,0-1 0,1 0 27,1-1 1,1 1 0,1-1-139,8-1 1,1 0 0,-2 0 669,9-1 1,-4 0-617,-5 1 1,-3 1-12,-13 2 1,-1 0 2,7-1 1,0 1 476,-6 1 1,-1 0-487,-1 1 1,0 1 1614,22 7-1637,-8 7-39,-24 2 1833,-15 11-1838,-35 23-18,-3 1-384,-3-3 0,-1-1 371,12-18 0,1 1-1,-8 15 1,3 3-26,7-1 1,3-2 2,2-6 1,0 0 8,0 5 0,1 0-12,3-12 1,0 0 13,0 0 1,-5 1-263,-6 4 0,-7 3 0,-2-3 246,-14 5 0,-6-3 15,8-7 1,-3 0 0,0-5 14,-7-4 1,-2-5-4,4-3 0,-2-1 0,3-1-2,-4 1 0,0 0 1,4 0 1,-2 0 0,2-1-13,-5 3 0,4-1 11,13-3 0,-1-1 11,-12 3 0,0-2-11,-4-1 11,0 0 1,-5-2-4,12-2 0,-4-1 9,-9 0 0,-6 0 0,3 0-320,16-1 1,2-1-1,-6 1 306,2 0 1,-6-1 0,-4 1 0,-2 0 0,2 0 0,5 0-588,-9 0 0,5 0 0,-1 0 0,-3 1 584,0-1 0,-2 1 0,-2 0 0,1 0 0,2 0 4,5-1 1,1 1-1,1 0 1,1 1-1,1-1-251,-7 0 1,2 1-1,1 0 1,1-1 251,-7 1 1,2 0 0,-2 0-112,8-1 1,-3 1-1,1-2 1,2 0 118,-3 0 0,3-1 0,-5 0-9,5-1 1,-4 0-1,-3 0 1,-1 1 0,3-2 1,5 1 1,3-1 0,-1 0-1,-2 0 1,-3 0-11,1 1 1,-4-1 0,-2 0 0,-1 1 0,1-1 0,4 1 0,5-1-7,-4 0 0,5 0 0,2 1 1,-4-1-37,-2 1 0,-5 0 0,0 1 0,4-1 0,7 0-669,-13 1 0,8 0-4201,4 0 1,4-1 4629,10-1 1,7-1-1,14 0 1,14-1-1</inkml:trace>
  <inkml:trace contextRef="#ctx0" brushRef="#br1" timeOffset="278629">16524 7073 12858,'-5'-11'2932,"-6"-25"0,0-6-8,3 3-2588,-2-1 1,0 1 497,5 13-509,3 21 39,7 13-4397,11 15 4117,5 7 190,-2-4 1,3 0-253,0 1 1,3 0-37,7 9 0,4 3-791,-3-6 0,1 2 1,-1-2 658,2 1 0,1 2-1488,4 4 1,3 4-1,-6-4 1396,-8-9 1,-3-2 0,6 7 0,-4-4 0,-7-6 0</inkml:trace>
  <inkml:trace contextRef="#ctx0" brushRef="#br1" timeOffset="279126">19448 6923 18263,'4'-43'1551,"-1"-1"1,1 1 0,-2 5-427,-3 10-408,-2 2-414,-1 13-113,2 18-10,3 17-85,0 8 6,0 9 0,-1 3-73,-4 11-474,-3 3 1,-4 6 417,-4-19 0,-3 0 0,1-1-768,-4 12 1,-1 0 440,-3-3 0,-3 4 0,0-4 355,-3 3 0,2-6 0,6-9 0,2-4 0,3-7 0,1 1 0</inkml:trace>
  <inkml:trace contextRef="#ctx0" brushRef="#br1" timeOffset="303756">16949 8182 20296,'-2'-51'1663,"0"0"1,-1 7 0,0 7-1328,-2 0 297,-2 14-549,4 15-28,0 1-39,3 10 56,1 18-45,1 9 5,-1 6 1,0 3-464,1 15 379,-2 4 1,-1 0-68,-1-4-633,-1 7 1,0 0-3238,0 2 1005,2-25 1,1-1 2982,5 9 0,-2-30 0,1-3 0</inkml:trace>
  <inkml:trace contextRef="#ctx0" brushRef="#br1" timeOffset="304072">17757 7964 15586,'2'-34'3279,"1"-1"1,-1-5-2177,1-15 0,0 0-565,-1 14-79,-1 9 1,0 1 458,-1 6-705,0 6-146,-1 14 51,-3 33-59,-1 4 0,-1 4-48,1-4 0,0 3-595,-3 13 0,0 6 0,-1-2 592,-1 4 0,0 2-10,1-2 0,-1 5 1,0-5-19,0 2 1,1-1-185,2-2 1,1 4-1,2-5-614,1 1 0,2-1-1266,1-5 0,2 2 0,2-4 2084,2-2 0,2-6 0,6 7 0,-5-25 0</inkml:trace>
  <inkml:trace contextRef="#ctx0" brushRef="#br1" timeOffset="304671">18683 8049 23635,'7'14'912,"-1"1"-335,-13-4-403,1-2 297,-17 1-331,10-7 218,-19-5-246,18-3 191,-11-21-236,18 9 95,0-33-67,15 17-16,6-16-34,3 21-40,11 1-16,-9 17 5,11 1 6,-1 21 0,-3 2-16,6 23 7,-20-9 1,-5 5-1,-5 5 1,-6 3-603,-9 14 0,-9 2 603,-1-18 1,-3 0 0,-3-1-432,-3 2 0,-3-1 1,1-1 438,-7 7 0,-2-2 18,8-14 1,-1 0 0,4-6 20,-11 4 25,10-13 1,5-9 13,20-27 1,19-19-29,14 0 20,11 11 0,5 2 220,-12 11 0,1 3-271,13-5 1,1 3-37,17 7 1268,-1 27-2326,-17 9 1075,-20-2 0,-4 1 0,-2-1 0,-4 0 0</inkml:trace>
  <inkml:trace contextRef="#ctx0" brushRef="#br1" timeOffset="666808">17829 9684 16936,'7'-57'1684,"1"-1"1,-1 1-1,3-10 1,-3 10-1248,-8 15 67,-4 34-331,-2 17 34,-10 33-112,3-1 1,-4 6-920,1-2 0,-2 3 0,-1 2 838,1-4 0,-1 3 0,-2 0 0,0 2-514,2-5 0,-1 1 0,-1 1 0,-1 1 0,0 0 505,-2 4 1,-1 1 0,-1 1 0,0 0-1,0 0-277,3-7 0,0 0 0,-1 1 0,0 0 1,-1 0-1,1 0 289,-2 1 1,0 0 0,-1 0 0,0 0 0,0 0-1,0 0-190,0 0 1,0 0-1,-1-1 1,0 1 0,0-1-1,0 0 181,0 0 1,-1 0-1,1-1 1,-1 1-1,0-1 1,1 0-50,-1-1 0,1 0 0,-1 0 0,1 0 0,-1-1 0,1 1 15,0-2 0,1 0 0,-1 0 0,1 0 0,0-1 0,0 0-116,-5 7 0,0 0 0,1 0 0,0-1 1,1 0-553,0-3 1,2 1-1,-1-2 1,1 1 0,0-1 693,1 0 0,-1 1 0,1-2 0,1-1 0,2-4 0,-1 2 0,2-4 0,2-1 0,-7 10 0,1 0 0</inkml:trace>
  <inkml:trace contextRef="#ctx0" brushRef="#br1" timeOffset="668092">13554 14388 14689,'0'-4'8055,"0"1"-6856,0 3-1054,-12-21 79,19 29-22,-1-4-73,28 46-93,-12-18 0,1 3-1069,5 7 0,-1 0 1044,-4-5 0,0 1 3,5 14 0,3 4-517,-9-14 0,1 1 1,1 0 498,1 3 0,1 0 1,0 1 3,-2-6 0,0 1 0,1-1 0,-1 0 1,5 6 1,0-1 0,0 0-41,1 1 0,1 0 0,-2-1-34,-6-10 0,-1-1 0,1 2-1307,8 14 1,1 3-1,-4-6 1016,-4-5 0,-3-3 0,6 8 0,-4-5 0,-8-11 1</inkml:trace>
  <inkml:trace contextRef="#ctx0" brushRef="#br1" timeOffset="668635">15885 12842 14884,'0'-7'4766,"0"1"-3632,2-24 1,2-5-37,2 11-1012,-3-12 1,2 5 37,0 23 601,3 27-574,-3-1 37,0 19 0,-3 7-99,-4-3 1,-4 2-940,1 1 1,-2 3 0,-2-2 893,-2 8 1,-5 0 18,-4 5 1,-4 4 0,1-5-42,4-10 0,0 1-8,0-6 0,-2 5 0,0 2 0,0-2-395,-2 7 0,2 0 1,-1-1 346,1 2 1,0 0-1,0 2-151,5-11 0,0 2 0,1-1 0,2-3-414,-1 12 0,3-1 599,2 10 0,3-7 0,3-16 0,3 14 0</inkml:trace>
  <inkml:trace contextRef="#ctx0" brushRef="#br1" timeOffset="669660">13086 16494 12909,'1'-3'8754,"1"1"-7516,-2 2-1160,-29-16-44,-3 24-20,0-8 0,-2 1-3,1 11 0,-1 4-297,-3-2 1,-2 0 293,-1 0 0,0-2-2,8-2 0,0 0 33,-15 0 0,0-1 62,-13-1-20,18-4 0,1 0 194,-11-3 33,9-2 16,7-1-66,3-2-62,2 1-50,2 1-40,6 1-22,7 1 533,7 0-629,5 0 12,3 7 0,4 7 40,3 14 32,2 14 58,2 13-77,-7-21 0,-1 1-376,-4 5 1,-1 1 350,-2 3 0,-2 2-25,-2 2 0,0 1-20,0 0 0,2-1-25,1-1 0,3-2-143,6-5 0,5-3-471,5-5 0,6-4-644,11-5 1,3-5-161,-2-4 1,2-5 1459,11-2 0,-3-2 0,-6-3 0,1-1 0</inkml:trace>
  <inkml:trace contextRef="#ctx0" brushRef="#br1" timeOffset="670675">13467 16882 19865,'7'-46'1236,"0"0"1,0 0-1,2-11 1,-2 8-817,-2 8 487,-4 6-705,-1 16 16,-3-4-145,-1 22-50,-2 14-35,-4 21 12,-3 25-50,5-19 0,0 2-524,-1 7 1,1 3-227,3-5 1,1 3 0,1-4-268,-2 5 0,2 0 1067,4 0 0,3 3 0,-1-10 0,-1-1 0,9 16 0</inkml:trace>
  <inkml:trace contextRef="#ctx0" brushRef="#br1" timeOffset="670908">14329 16899 22873,'2'52'11,"-5"-16"0,-4 0-1988,-10 12-5696,-3 6 6257,5-17 1,9-24 0,3-6 0</inkml:trace>
  <inkml:trace contextRef="#ctx0" brushRef="#br1" timeOffset="671484">14956 16665 24167,'6'-1'733,"-7"11"-408,-7 5 0,-8 5 6,-3-7-186,2-6 180,-11-12-213,9-10-73,-4-6 1,10-22 16,16-18-37,1 29 1,4 1-9,2-6 0,4 3 6,16-9 0,2 14-23,2 15 6,5 12-17,7 17-16,5 16 35,-24-9 1,-2 3-613,0 7 1,-4 1 572,-5-6 1,-4 3-104,-3 14 0,-8 2-373,-9-2 0,-8 3 318,-4 2 1,-5 4 0,-3-3 145,3-6 1,-3-3-1,-1 0-526,-6 4 0,-3-1 0,3-6 628,3-5 0,-1-7 121,-2-7 0,1-10 28,4-19-101,-3-16-85,29-8 46,15 5 0,5 0 835,7 1-861,1 2 1,4 3-37,30 1 3,-26 12 0,2 3-17,8 2 0,0 4-132,-4 5 0,0 4-490,0 3 0,-1 3 636,1 7 0,-3 0 0,4 2 0,-7 2 0</inkml:trace>
  <inkml:trace contextRef="#ctx0" brushRef="#br1" timeOffset="671668">15989 16932 26178,'-24'45'-716,"1"1"1,0-1-1,-8 15 1,5-8 0,8-11-1,9-19 1</inkml:trace>
  <inkml:trace contextRef="#ctx0" brushRef="#br1" timeOffset="672292">16680 16498 21287,'-6'-42'733,"1"-1"1,0 1 0,-2-16 0,2 7-376,7 0-190,8 10-84,8 12 186,11 11-237,9 11-16,-3 9 53,16 17-104,-22 1 1,-1 4-29,1 2 1,-2 3-554,3 8 0,-5 2 575,-10-4 1,-7 1 33,-10 4 1,-6-2 16,-8 12 9,-5-20 0,-5-5 160,-11 0-28,-12-3-102,18-11 40,4-18-45,20-14 0,2-17 28,11-7 1152,5 2-1141,8 8-22,3 11-40,3 12-5,4 13-6,7 13-11,6 12-22,6 11 22,-24-15 0,-1 3 0,-1 3 0,-3 2-6,5 19-11,-21-7 1,-9 1-21,-7-13 1,-4 0-571,-9 12 0,-6-1 483,-3-11 1,-4-4-250,-2-4 1,-1-4-1195,0-4 0,0-5 1567,1-4 0,3-3 0,-6-1 0,12-6 0</inkml:trace>
  <inkml:trace contextRef="#ctx0" brushRef="#br1" timeOffset="672551">17938 16580 22666,'-7'3'3237,"2"-1"-2632,5-2-280,0 0-320,-53 23-89,31 9-445,-12-3 1,-1 4-301,19 1 0,3 3-3022,-6 2 1,-1 1 3233,2-5 0,0-2 0,-6 10 0,11-21 0</inkml:trace>
  <inkml:trace contextRef="#ctx0" brushRef="#br1" timeOffset="673175">18460 16301 23248,'-4'-56'920,"0"-1"1,2 13 0,1 6-653,-4-5-122,10 28-118,4 2 6,7 13 10,4 18-4,-3 20-7,-4 4-5,-12 5 0,-5 4-11,-3-11 0,-3 1-6,-2 16 0,-1 2-14,0-10 1,2-4 7,-1 17 29,17-16-12,7-32 45,20-21-44,10-15-4,-13 4 1,2-4-470,9-10 1,0-2 499,-8 4 1,-2 0-12,-1 0 0,-3 2 56,0-9 331,-13 9-253,-8 14-139,-5 10-23,-9 26-11,0 7 11,-6 27-33,4 2-1311,4-6 0,1 1 1229,2-16 0,0 1-439,1 5 0,1 5 0,0-5-1044,0-5 0,1-2-194,-1 8 0,1-2 1781,-2 9 0,2-36 0,0-2 0</inkml:trace>
  <inkml:trace contextRef="#ctx0" brushRef="#br1" timeOffset="673358">19359 16608 22643,'4'-3'2885,"-1"1"-2538,-3 2-828,-2 57-416,-5-29 897,-3 20 0,-1-2 0,0-23 0,-5 10 0</inkml:trace>
  <inkml:trace contextRef="#ctx0" brushRef="#br1" timeOffset="673975">20801 16015 22481,'0'-5'2694,"0"2"-1938,0 3-756,-78-10 28,40 13-448,-22-2 1,-4 3 464,28 6 0,0 2 5,-20 3 1,-1-1-21,11-4 1,1-2 22,-1 0 1,4-3 2,1-3 349,14-3-327,20 1 113,0 0-124,7 0-45,0 0-10,0 2 690,2 4-702,-1 2 28,2 11 39,-3 10-22,-4 7 28,-6 13-12,-2 0-33,-1-8 14,1-8 0,-1 0 3,-9 11-26,6-13 1,-1-1-20,-6 3 51,-7 1 78,18-21 33,-3 1-39,19-20-84,2-3 40,26-24-12,1 3-39,7-5 0,7 3-17,0 7-11,3 6-28,-16 16 0,-2 3-11,6 8 11,17 21 17,-29-7-62,-6 3 0,-3 3-50,-9 15 81,-9-11 0,-6 0 11,-10-4 0,-6-2-181,-6 0 1,-3-2 149,-3-1 1,-1-2-729,-1-3 0,0-3 365,-18 5-1594,20-15 1,2-3 2018,2-8 0,-4 1 0,25-2 0</inkml:trace>
  <inkml:trace contextRef="#ctx0" brushRef="#br1" timeOffset="674425">21049 15752 19692,'-3'-3'3310,"1"0"-1826,2 3-1350,51-40 34,-26 34-90,8-13 1,-1 3-1,-11 23 208,12 1-134,-6-3-79,14 2-34,-15-2 62,7 6 22,-18 3 67,3 8 57,-13 5 5,-7 9-62,-3 8-39,-2 13-100,2-9-15,8-1 0,5 3-396,2-10 0,3 2 365,-1-1 1,1 4 0,1-1-6,0-3 0,0-1 0,-2 0-340,-1 2 0,-1 1 1,-3 0 330,-1 20 1,-7 0-3,-10-2 0,-9-1-38,1-20 0,-4-2 1,-4-2-120,-6 0 0,-4-1 0,-3-3-697,-7 1 1,-2-2-1,-1-2 463,2-4 1,0-1 0,3-4-1,-4 3 1,5-5 0,-11 1-1</inkml:trace>
  <inkml:trace contextRef="#ctx0" brushRef="#br1" timeOffset="799573">19641 11033 16560,'-7'0'3591,"2"0"-3166,5 0 471,0 0-498,73-40-334,-41 28 1,3 1-606,18-14 1,6 0 564,-11 11 0,3 3 1,-3 0-660,9-3 1,1 1 359,-3 1 1,4-1 0,-2 2-716,-10 1 1,-1 2-1,-2 0-3926,19-2 1,-4 1 4767,-18 3 1,-4 1-1,9-1 1,-35 5-1</inkml:trace>
  <inkml:trace contextRef="#ctx0" brushRef="#br1" timeOffset="799781">20271 10834 23763,'-28'55'91,"0"1"1,3 1 0,7-2-157,18-8 1,6-1-1454,-1 3 0,2 1-165,4-2 0,2 0 1683,6 0 0,0-4 0,2 5 0,2-12 0</inkml:trace>
  <inkml:trace contextRef="#ctx0" brushRef="#br1" timeOffset="800255">21692 10913 18190,'0'-6'4022,"0"2"-3378,0 4-106,-74-52-320,29 46-511,-2-19 1,-2 7 378,17 28 1,4 7-8,-10 6 13,3 6 0,2 5-42,13-8 1,3 2-26,-6 11 1,6 1-26,11-6 0,7-2 87,7-1 1,6-2-99,7-1 0,4-4-90,9 0 0,4-4-670,7-2 1,2-3-577,4-3 0,3-4 1149,4-2 0,-2-2 1,-23-3-1,-2 0 1,22-2-1</inkml:trace>
  <inkml:trace contextRef="#ctx0" brushRef="#br1" timeOffset="801007">22126 10839 14983,'53'-28'-77,"-1"1"1,0 1 0,-2 6 187,-12 13 0,-1 4-769,1-1 0,0 1 140,-3 2 1,-2 0-1695,18 5 1633,-22 5 433,-28 6 415,-27 7 712,-27 6 288,19-11 0,-2 0-280,-2 1 0,-1 1-194,2 0 0,1 1-260,6-2 0,1 1 774,-10 14-810,21-6 89,36-5-387,19-11-139,12-3-12,-15-9 1,1-3-625,27-9 613,-24 2 1,1-4-12,-4-1 0,-2-3-3,-5-3 0,-3-2 70,8-29 1,-18-3 88,-24 1 799,-17 5-479,2 24 0,-2 2-174,-12-7 208,-9 0-309,30 21 174,1-1 376,14 8-718,9 2-16,22 15-45,-4-2 3,1 5 0,1 2-20,14 21 17,0 3-84,-19 3 0,-9 5-534,-13-18 0,-6 0-424,-2 21 1,-6-1-424,-3-23 0,-4-4 1465,-3 2 0,1-3 0,4-6 0,2-1 0</inkml:trace>
  <inkml:trace contextRef="#ctx0" brushRef="#br1" timeOffset="801656">23281 10604 18179,'1'-7'5892,"-1"1"-5225,0 6-348,0 0-291,12-24 0,-3 43-17,5-22 6,-4 61-3,-10-25 0,-1 1 8,-1 20 17,-6-13 1,-3-3 21,-4-6 147,-6 6 39,11-27-91,5-14-111,4-6 28,3-19-11,7-9-34,4 2 0,2-1 0,10-18 14,3 8 0,3 2-37,-2 8 12,-4 6 0,1 3-6,8 2-28,0 7 17,-5 8-28,4 19-22,-8 5-12,6 6-946,6 26 134,-18-17-3386,1 9 1,-1 4 4259,-1 2 0,0 6 0,-12-30 0</inkml:trace>
  <inkml:trace contextRef="#ctx0" brushRef="#br1" timeOffset="802355">23843 10952 13463,'4'1'5652,"0"0"-1911,-4-1-2778,31-73-593,-7 31-619,2-11 1,2-2 309,-7 21 1,-2 3-40,-2 4 1,-1-3 38,8-22 1,-2-3-26,-8 14 1,-1-2-283,3-16 1,-2 0 304,-9 16 0,-3 3 41,-7-15-2722,-22 5 2757,8 31 61,-15-3-124,21 17 306,-1 7-350,7 12-17,1 15-11,4 2-3,1 2 0,0 4-2,5 24-448,-2-14 0,1 0 450,0-14 0,0-1 25,1 9 1,1-1 1090,0-2 0,1 0-1122,1-1 1,2 0-72,3 1 1,2-4 34,22 6-11,11-17-22,11-18 1947,-10-12-1894,-12-10 0,-1-4 14,9-17 22,-14 10 0,-2-2 28,6-20 34,-12 3 539,-12 15-461,-12-4-111,-3 22 189,-15-6-218,9 16-33,-10 4 33,9 11 6,-1 16-40,5 5 35,6 11 10,9-3-16,5 0-34,10-1 39,3-6-6,-2-11-10,10-10 27,-13-18-16,9-11-1,-14-7 57,5-26-34,-8 10-17,3-21 56,-10 14 1,-6 4-46,-4 14 12,-11 1-12,-1 19 0,-6-1-27,5 17-68,3 9-39,6 4-1003,9 18-660,15-10-1356,16 14-2958,17-12-2077,9-4 8112,-3-9 0,-21-7 0,-15-6 0</inkml:trace>
  <inkml:trace contextRef="#ctx0" brushRef="#br1" timeOffset="802889">25000 10544 22705,'-4'-44'687,"1"-1"0,-2 1 0,-2 11-413,-3 24-111,-2 1-57,3 5-44,-1 4-6,-1 5 11,-5 5-5,-7 9-28,-9 5-1,5-3 57,-15 13-51,20-14 23,-2 12-34,20-18 16,17 0 1,12-11 0,14 0-17,6-4-17,1-4 23,-13-1 123,-4-14-107,-19 6 107,-1-17 280,-17 0-101,1-2-40,-7-1-16,4 11-156,3 10 66,3 3-168,2 7 12,1 2-17,2 21-6,2 13-14,-1-3 0,0 5-3,0 7 1,0 4-469,0-6 1,-1 1-1,-1 3 459,0 8 0,0 2 0,-1 2-535,1-9 1,0 1 0,-1 1 0,1 0 465,0 3 0,0 0 0,-1 0 0,0 1-45,-1-1 0,0 0 0,-1 0 1,0-3 55,0 3 0,1-3 0,-5 0 13,-8 7 1,-4 0-1,-4-9-225,-3-13 1,-5-7 298,-12 9 0,-4-13 5,7-29 1,3-13 19,0-12 0,6-10-21,11 3 1,5-4 0,2-3-439,3-7 1,4-4 0,4-1 417,4-5 0,4-1 0,5-1-7,2 10 1,5-3 0,1 3 0,-1 3-20,0 2 0,1 3 0,3 1-196,7-7 0,4-1 0,-1 8-724,0 10 1,-1 4-342,1-1 1,0 1 1153,2 4 1,-2 3 0,-7 6 0,0 2 0</inkml:trace>
  <inkml:trace contextRef="#ctx0" brushRef="#br1" timeOffset="803380">25353 10422 19064,'0'-5'4901,"0"1"-3327,0 4-1428,13-39-73,-8 36 39,12-15 33,-12 65-94,-5 8-23,-3-20 0,-2 0 33,-11 21 1,-3-7-12,3-13 152,7-14 167,4-13-100,6-14-118,6-13-39,6-13-16,8-9 32,6-3 7,2 5-18,0 7-27,0 11-73,10 9-6,-11 8-11,18 12-45,-10 11-386,13 18-1277,-25-13 1,-2 3 1707,-3 0 0,-3 0 0,4 10 0,-12-15 0</inkml:trace>
  <inkml:trace contextRef="#ctx0" brushRef="#br1" timeOffset="805856">20458 12572 21483,'-47'-20'584,"0"1"0,0 0 0,-12-8 0,7 9-354,-7 25-112,18 5-79,4 3-6,8 10-5,24 6 12,12 2-24,10 0 4,10-12 0,4-4-9,5 3-6,10 3 1,3 2-6,-19-9 0,1 1-1048,12 7 0,-2 1 1053,7 8-106,-25-8 1,-6 0 106,-4 1 28,-16 23-1,-40-13-22,15-18 1,-3-2-4,-11 2 0,-3-4-154,4-6 0,-1-2 140,1-2 1,2-2 1401,-20-4-2152,6-22-40,36 3-3335,12-29 4131,21 18 0,-1 4 0,-2 13 0</inkml:trace>
  <inkml:trace contextRef="#ctx0" brushRef="#br1" timeOffset="806140">21230 12416 17843,'0'-3'5092,"0"0"-4062,0 3-386,-68-32-893,36 25 475,-27-5 1,-2 6-115,17 18 3,-3 10 1,1 4-60,12 1-31,6 0 0,7 3 107,20 20-116,15 1-19,4-21 1,7-4-611,6-3 0,2-4 604,-4-3 1,3-2-141,26 6 1,1-4 19,-27-7 0,1-2-245,8 0 1,5 0 0,-4-3-2173,0-4 0,-3-3 2546,6-2 0,-3 0 0,8-4 0,-24 1 0</inkml:trace>
  <inkml:trace contextRef="#ctx0" brushRef="#br1" timeOffset="806696">21858 12281 20279,'41'-18'-56,"1"0"0,-1 0 0,12-5 0,-1 5-101,-6 6 1,-3 5-96,-9 2 0,-2 3-476,21 0 166,-20 8 7,-16 6 564,-16 2 137,-24 13 16,3-10 409,-27 15 628,-5 0-729,24-16 0,-1 2-115,-6 4 1,0 0 53,5-2 0,1-1-84,-17 12-20,15-8 0,3-1-165,2 3-22,1 5-17,42-21-51,26-16-1676,-9-2 1,1-2 1625,-3 0 0,1-2 0,20-11 0,1-4-110,-19 7 0,0-2 110,13-10 0,-3-4 11,-16 5 0,-6-2 23,5-19 125,-23 14 1,-9 0 350,-19-9-155,4 15 1,-4 2 294,-24-5-118,8 11-302,15 10 167,11 7-324,11 5 3131,5 8-3171,8 9-5,14 16-22,17 17-276,-13-16 0,3 3 230,4 4 1,1 4-299,-7-5 0,-1 3 1,-2-2-199,2 3 1,-5 1-1840,-9-1 0,-3 2 1,-6-3 2374,-12-5 0,-4-3 0,-3 25 0,-5-27 0</inkml:trace>
  <inkml:trace contextRef="#ctx0" brushRef="#br1" timeOffset="822090">23515 12107 22744,'-6'-42'472,"0"0"0,1 2 1,-1 15-417,-5 35 67,-8 20-50,-3 8-755,-6 11 1,-4 6 742,6-11 1,-1 2-40,3-3 1,-2 4-1,3-1 12,-3 8 0,6-2 134,4-5 1,7-1-163,9-8 0,8-3 27,26 16-232,-5-34 1,6-5 209,5-5 0,2-6 3,3-5 0,2-7-9,5-9 1,-3-5-3,-15 7 0,-2-3 25,5-13 0,-5-4 19,-18 8 1,-4-1 8,1-10 0,-4-2-291,-7-3 1,-4 0 290,-5-3 0,-3 2 17,-5 1 0,-3 2-6,-1 4 0,-3 5 362,0 7 1,-1 4-374,-21-3 62,6 21-112,2 29-12,10 12 6,5 9-33,9 15-1647,12-24 0,3 1 929,2 24-975,4-19 1,7-2 1725,25 7 0,-15-14 0,5-9 0</inkml:trace>
  <inkml:trace contextRef="#ctx0" brushRef="#br1" timeOffset="822690">24033 11989 19400,'0'-7'3876,"0"2"-2935,0 5-67,0 0-779,-44-6-67,27 19-6,-12 1 1,1 5-9,16 11 0,5 6-1151,-4 19 1,3 0 1119,2-16 0,3-1-59,4 14 1,7-3-705,22 3 114,-6-23 0,4-2-490,7-7 0,3-5-379,4-4 0,1-5-565,1-7 0,0-4-233,-2-4 1,-3-5 1276,-4-4 0,-3-4 1260,-5-2 1,-4-3 2176,-4 1 0,-3-2 1122,-5-3 1,-2 2-1076,-1-9-188,-12-3 320,-8 15-2269,2 8 756,1-1-733,8 10-140,2 5-118,2-1-45,2 6 17,7 10 11,5 20 23,2 17-18,-3-4-4,-6 11 4,-9-10-44,-2-9 40,-1 6 10,0-26 73,0-3 34,2-16-51,7-23-55,-2 3 117,12-26 5,-2 12 18,10-9 5,2 3 5,9 0-156,-2 15-62,-3 4 40,8 16-40,-19 9 17,16 13 17,-15 9-236,4 15-1063,-5 8-2987,-5 3 4269,-5-6 0,-5-17 0,-4-12 0</inkml:trace>
  <inkml:trace contextRef="#ctx0" brushRef="#br1" timeOffset="822946">25170 11827 27264,'51'20'67,"-19"-6"0,2 2-75,11 9 0,2 4-1010,5 5 1,-2 3 1011,-18-9 1,-1 2-1,-4 2-935,6 23 1,-8 3 800,-10-11 0,-10 2-2056,-17 7 0,-11 4 1,-1-5 1966,-4-3 1,-3-4 0,8-9 0,-1 1 0,1-6 0,-10 8 0</inkml:trace>
  <inkml:trace contextRef="#ctx0" brushRef="#br1" timeOffset="823672">26528 11929 21523,'-4'-4'3013,"1"1"-2559,3 3-415,-42 36-11,41 1-25,-13-2 0,3 2-303,22-5 0,8 0 22,-2 1 1,0-1-734,0-1 1,-1 0-7062,6 27 8072,-10-14 0,-8-18 0,-4-13 0</inkml:trace>
  <inkml:trace contextRef="#ctx0" brushRef="#br1" timeOffset="823872">26372 12325 16292,'-4'-3'7079,"0"2"-4888,4 1-2085,29-65-59,-4 48 1,6 0-381,-1-10 1,2-6-1,3 6 369,22 5 1,3 5-32,-3-1 1,-1 0-6,-8 3 0,-2 2-202,-11 3 1,-3 1-3882,9-1 4083,-20 6 0,-12 2 0,-7 2 0</inkml:trace>
  <inkml:trace contextRef="#ctx0" brushRef="#br1" timeOffset="842943">27890 11774 15603,'0'-5'3041,"0"2"241,0 3-3080,-19-32 45,5 44-102,-14-25 54,8 46 0,2 16-96,1-11 1,-1 2-576,1-1 1,-2 3 0,1 0 541,-6 14 0,3 0-28,2-4 0,4-1-101,5-6 1,6-4 69,8-7 0,7-5 12,31 9-21,-9-26 1,4-6-418,8-6 0,2-6 409,4-3 1,2-5 10,1-5 1,0-4 8,-3-3 0,-3-4 5,-6-2 1,-4-5 25,-6-1 0,-5-3 22,-7-2 0,-6-2 3,-4-1 0,-4-1 17,-6 2 0,-4 0-1,-3 3 1,-3 2-3,-13-18-153,-1 25 1,-5 5 158,-16 2-65,12 10 0,-2 4 3,-28 12-14,31 7 0,-1 4-11,-1 4 0,2 3-9,-20 16-42,17 1 1,4 2-32,2 7-240,3 11 0,5 6-233,14-21 1,3 0-662,0 17 0,6 0-1740,8-14 0,4-4 2953,3-8 0,1-3 0,9 3 0,-8-18 0</inkml:trace>
  <inkml:trace contextRef="#ctx0" brushRef="#br1" timeOffset="843583">28669 11719 15676,'0'-6'5953,"0"2"-4720,0 4-388,-17-63-346,11 46-407,-3-20 1,0 11-15,3 32 23,-2 14-6,-9 34-84,3-8-286,3-5 0,0 2 275,4-10 0,1 0-22,0 8 0,1 1-82,4-2 0,4-2-226,4-4 0,5-2-1261,28 17-84,-12-31 1,5-5-2978,12-5 0,1-6 3022,-13-1 0,0-4 1356,13-6 0,-4-5 274,3-16 1655,-21 9 0,-1-4 633,-5-1 0,-3-3-719,-3-1 1,-3-1 1024,4-28-595,-7 7-610,-5 14-470,-7 12-337,-2 11 284,0 7-760,3 5 281,3 4-342,1 7-28,3 9-17,4 12 11,3 8 0,5 8 6,0 2-34,2 0 23,-2-5 22,-2-7-17,-3-12 118,-4-10 50,-2-9-67,-3-12-33,1-11-62,-1-3 83,5-30-32,3 9-29,3-9 78,4 18 1,3 3-62,0 3-11,2 2 0,2 2-1,5 8-38,6 1 11,-7 8-28,10 10 11,-10 9-28,10 12-140,-10 10-460,-8 7-1181,-7 2-3176,-7 0 4985,-3-10 0,-1-14 0,0-10 0</inkml:trace>
  <inkml:trace contextRef="#ctx0" brushRef="#br1" timeOffset="843826">29682 11482 25819,'40'-12'84,"0"1"0,2 6 0,-1 8-84,-1 23 0,-2 9-1677,2 2 1,-1 5 1665,0 5 0,-5 5-88,-14-5 0,-3 4 0,-3-2-61,2 2 1,-7 2-556,-7-2 0,-6 3 0,-3-3 387,-10 3 1,-2-6 0,6-10 0,1-2 0,-2-7 0,1 0-1</inkml:trace>
  <inkml:trace contextRef="#ctx0" brushRef="#br1" timeOffset="847101">22323 13844 19361,'-6'0'1954,"1"0"-1248,5 0-745,42-38-79,10 21 81,-17-5 1,4 2-146,13 11 0,-1 7-103,9 5 178,-21 1 1,-7 6-6,-16 24 84,-40 19 42,-3-21 0,-5-1-693,-8 4 0,-4-2 741,-2-1 0,1-2 33,3-3 0,3-1-17,8-5 1,3-1-18,-4 6 402,21-10-346,23-10-83,5-3 27,37-9-55,-3-6-319,-13 2 0,2-2 324,-5-1 0,-2-2 9,-1-2 0,-2 0 1032,18-23-940,-16-5 46,-18-8-382,-22-8 439,-2 27 1,-3 1 148,-4-2 0,-2 2 45,-12-17 79,11 21 1,1 2-46,0 0 498,-2-5-790,14 19-71,10 8-75,13 8 12,16 9-28,18 13-45,-19-7 1,1 3 5,1 3 0,-1 3-93,-3 4 0,-5 4-188,-4 2 0,-6 3-470,-5 3 1,-7 1-1390,-8 3 0,-4-1 1564,-2-5 0,-1-5 0,-8 13 0,6-25 1</inkml:trace>
  <inkml:trace contextRef="#ctx0" brushRef="#br1" timeOffset="847751">24061 13868 16236,'0'-6'5443,"0"1"-3767,0 5-1301,-60-25-78,34 35-169,-12-10 1,0 6-34,21 20 1,6 6-649,-5 6 1,1 2 580,1 4 0,1 3-37,1 1 1,3 3-1426,7 6 0,3-1 1431,0-19 1,4-1 4,9 7 1,6-8-280,22-9 282,-12-14 1,2-5-1,4-8 1,0-7 19,3-5 1,-2-6-7,2-7 1,-3-4-15,-1-5 1,-3-4-1,-4-2 1,-4-3 5,-4-1 1,-5-1 13,-5 2 0,-4 0 17,-6 3 0,-6 2 14,-5 4 0,-6 2-6,-7 4 1,-5 4 2,-5 3 0,-4 4 6,-1 4 0,-1 4-20,1 3 0,1 5-25,6 3 1,1 5-64,-18 16 49,11 18-17,11 14-36,17-22 0,4 1-27,2 3 1,4 0-574,5 1 1,6-2-1267,5 0 1,7-3 1918,11-2 0,3-5 0,5 4 0,4-11 0</inkml:trace>
  <inkml:trace contextRef="#ctx0" brushRef="#br1" timeOffset="848342">24835 13652 16056,'0'-7'5909,"0"1"-4676,0 6 116,0 0-1119,-66-21-45,37 43-129,-13-14 0,2 5-194,25 20 0,6 8 143,0 0 1,1 2-15,2-1 1,3-1-29,4-2 1,5-1-48,5-5 0,4-3-65,9-4 1,5-6-473,8-4 1,5-5 228,6-5 0,3-5-115,4-6 1,0-5 12,-1-5 1,-1-4 247,-3-4-1,-4-4 236,-6-1 0,-5-3 145,-7 0 1,-6-1 401,3-24 282,-26 9 112,-16 12-40,-9 11 89,-1 7-553,8 6 516,8 5-892,7 3 30,7 7-63,6 7-11,7 11 11,4 14 11,-1 13-288,-7 7 276,-5 3 7,-8 4-51,-1-18 45,-2-9 111,3-20 57,0-14-95,2-11-40,5-13-27,6-16-7,9-13-8,-7 22 1,3-1 8,1-1 0,2 1 5,1 2 1,1 2 13,3 1 0,1 3-19,6-4 299,5 8-310,-19 16 5,2 9-28,-1 8-72,1 15-253,3 10-745,3 9-2862,3 4 3101,-2-10 0,-9-17 0,-8-15 0</inkml:trace>
  <inkml:trace contextRef="#ctx0" brushRef="#br1" timeOffset="848592">25897 13427 26486,'41'-11'29,"1"1"0,0-1 0,4 6 0,1 3 0,-5 9-38,1 20 1,-4 9-772,-2-6 1,0 3 0,0 4 727,-7-1 0,0 4 1,-2 1-1,-3 0-1054,0 7 0,-5 1 0,-2 1 829,-2-2 1,-2 1-1,-11 0 277,-18 0 0,-9-1 0,1-8 0,-6 6 0,0-14 0,1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5:44:28.430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3535 2591 20161,'-36'-24'520,"-1"0"0,0 0 1,-12-11-1,2 12-398,-12 35-60,25-2 0,-1 4-21,-10 8 0,-1 5-1463,-2 7 1,1 5 1433,14-10 0,1 3 0,2 2 2,-1 4 0,0 2 0,3 1-37,2 3 1,1 2-1,3 0 23,2 2 0,3 0 0,3 0-4,3-2 0,3 0 1,5 0 8,5 16 1,10-4-9,10-9 0,10-6-309,11-10 1,9-8 305,-10-13 1,3-5 0,1-4 12,5-4 1,2-5-1,-1-3 19,3-3 0,-1-5 0,-1-2-140,-3-4 1,0-3 0,-4-3 200,-4-1 1,-4-2 0,-3-3-23,-6 0 1,-4-3-1,-4-2-30,-4-1 1,-4-2 0,-3-1 20,-3-3 0,-3-1 0,-2 0 13,-3-1 0,-2 0 0,-3 0-207,-1 2 1,-2 1-1,-3 2 286,-10-15 1,-6 5-34,-5 10 0,-6 7-54,-4 10 1,-4 7-65,-1 8 0,-1 7-11,-1 7 0,2 7 436,3 6 0,2 7-459,5 7 1,4 7-31,5 8 0,6 5-105,5 9 0,8 3-252,7-16 0,4 2 1,3 0-554,3 2 1,4 1-1,2-2-1047,4 2 0,3-1 1,2-2-957,1-3 1,2-2 0,0-3 2979,3 5 0,0-5 0,11 8 0,-29-36 0</inkml:trace>
  <inkml:trace contextRef="#ctx0" brushRef="#br0" timeOffset="200">3453 3321 15564,'-19'-38'1741,"-1"0"1,1 0 0,-7-13 0,5 3-711,6-10-578,6 15-301,7 17-130,10 14-16,1 12 5,18 19-11,2 17 16,-9-7 1,-1 3-373,1 7 0,-1 3 247,0 3 0,-1 3-188,0 0 0,1 1-916,3-3 0,4-2-675,2-3 1,5-5-3029,3-7 1,1-5 3830,-8-6 1,-1-5 0,12 0 0,-29-11-1</inkml:trace>
  <inkml:trace contextRef="#ctx0" brushRef="#br0" timeOffset="533">4049 3164 24659,'-38'-11'-33,"7"26"27,33 39 6,1-20 0,1 0-5,9 24 10,8-15 40,8-18 11,7-17 34,4-22 66,0-15 80,-6-17 39,-6-8-113,-12 11 404,-6-17-314,-12 26-84,-3-11-28,-4 23-140,1 8-168,4 8 5,4 7 34,4 4-1730,25 20-3894,6 6 5074,-11-10 1,1-1 0,4 4-1,-12-10 1</inkml:trace>
  <inkml:trace contextRef="#ctx0" brushRef="#br0" timeOffset="734">4825 3099 25993,'-62'8'-62,"9"13"-168,42 13 1,6 5-348,-3 15-647,3-13 0,2-1-7312,6 11 8536,3 0 0,-1-21 0,-1-16 0</inkml:trace>
  <inkml:trace contextRef="#ctx0" brushRef="#br0" timeOffset="883">4890 2971 18123,'-3'-7'5243,"1"2"-4403,2 5-1294,0 0-1030,-47-54 1484,47 55 0,-22-26 0,0 0 0,35 40 0</inkml:trace>
  <inkml:trace contextRef="#ctx0" brushRef="#br0" timeOffset="1141">5386 2968 22856,'-2'-3'2151,"0"1"-1535,2 2-543,-79-2-73,47 11-11,-24 6 0,0 7-1,25 23 1,12-17 0,2 0-6,4 14-100,27 18 5,10-19 44,-9-12 1,5-2-631,16-4 1,4-7-699,7 1-929,3-5 0,3-1 1511,9-7 0,-8-1 0,-24-3 0</inkml:trace>
  <inkml:trace contextRef="#ctx0" brushRef="#br0" timeOffset="1323">5840 2904 23220,'-5'-41'943,"0"0"0,0 1 0,1 10-758,2 21-219,1 3-22,0 16 67,0 3-11,0 22 17,-2 11-353,-1-3 0,-2 4-1014,-1-1 0,0 2 1065,1-5 1,-1 2 0,1-5 0,0-7-1,1-3 1,-3 27 0</inkml:trace>
  <inkml:trace contextRef="#ctx0" brushRef="#br0" timeOffset="1574">6174 2952 24090,'-61'-18'35,"1"1"1,-5 14 0,7 13-31,32 11 1,4 8-1,-12 12 1,3 2-17,-1 11 11,15-23 0,3 0 17,-2 22-23,13-12 12,17-7-1,15-9-5,6-10-149,11-9 1,3-4-249,13-3-2880,-8-2 0,10-1 0,-6-2 2833,-7 0 0,-2-1 0,10-1 1,-6 1-1,-8 0 0</inkml:trace>
  <inkml:trace contextRef="#ctx0" brushRef="#br0" timeOffset="2057">7574 2944 21416,'0'-5'2510,"0"1"-1642,0 4-611,-73-62-1853,21 47 1618,16-4 0,-5-3 1,2 8-15,2 18 1,3 7-4,-20 7 139,23 3 1,4 3-184,1 14 36,10-10 0,5 1 3,15 21 0,19-2 23,7-11-15,8-12 1,4-2-1,-7-9 0,2 0-11,15 5 1,0 1-1,-12-7 0,-4-1 31,17 12-17,-26-6 354,-36 9-343,-23-8-22,4-5 0,-3-1-1507,-5-3 0,1-2 1512,-24 3-293,19-10 0,3-2 170,2-5-1017,-20-14-2315,44 5 3450,13-8 0,4 14 0,10 1 0</inkml:trace>
  <inkml:trace contextRef="#ctx0" brushRef="#br0" timeOffset="2416">8150 3044 24788,'-55'-2'179,"0"1"0,6 0 1,9 6-169,17 22-5,13-3 5,12 18-28,14-13 17,14 11 17,9-15 23,0-8 128,-9-8 39,-11-9-62,-9-11-27,-6-11-40,-6-11-22,-2-9-16,-4-4 10,1 2 28,-1 7 1,0 11-51,-3 11-28,-4 9-28,-6 7-247,-3 10-1170,6 10 1445,13 12 0,4-14 0,8 1 0</inkml:trace>
  <inkml:trace contextRef="#ctx0" brushRef="#br0" timeOffset="2750">8456 3024 23864,'-5'0'1776,"1"0"-1658,4 0-130,47 21-38,-13 4 27,1-3 1,0 5-745,-1 25 755,-16-8 38,-17-10 0,-7 0-15,-16 5 51,-16 10 33,-4-32 34,4-23 33,10-20 18,11-21-18,17-12-129,6 27 1,4 0-203,3 1 1,4 2 168,3 3 0,2 2-53,3 4 0,2 2-253,0 4 1,4 2-2786,9 4 1,0 4 3090,20 1 0,-9 4 0,-32 2 0</inkml:trace>
  <inkml:trace contextRef="#ctx0" brushRef="#br0" timeOffset="3057">9277 3377 23903,'1'-5'1182,"14"-39"0,5-13-964,-9 24 1,-1-3-1047,6-13 0,2-7 0,-3 2 915,-2-5 0,-3 2-51,0-3 0,-1 0-2,-3 3 0,-1 2 251,-3 9 0,-2 4-173,-10-18 447,-8 27-553,-6 19-12,-1 21 23,-1 19-28,4 23 8,12-4 0,3 2 9,1-13 0,2 2 216,6 21 1,5 1-237,4-17 0,4-2-48,7 13 1,6 1-236,5-1 0,4-1-524,-10-18 0,1 0 0,1-1-1434,12 13 1,1-2 2254,-8-9 0,-3-4 0,6 7 0,-21-21 0</inkml:trace>
  <inkml:trace contextRef="#ctx0" brushRef="#br0" timeOffset="3233">9171 3042 24495,'45'-14'-262,"0"0"1,0 0 0,2 2 0,-1 1 0,-7 5 0,15 8 0,-7 4 0</inkml:trace>
  <inkml:trace contextRef="#ctx0" brushRef="#br0" timeOffset="3790">2359 4233 19627,'47'-12'123,"-1"1"0,1-1 0,-1 0 0,10 1 1,3 1-1,-1 2 0,-2 3-1583,5 4 0,-3 3 1,2 0 1498,2 0 1,0 0-1,4-1 4,-8 1 1,2-1-1,1 0 1,1 0 19,-2-1 0,-1 1 0,3-1 0,6 0-14,-17 1 0,3-1 0,4 0 0,1-1 0,2 1 0,-1 0 0,0 0 0,-1-1-138,-3 1 1,0-1-1,0 0 1,-1 0 0,1 0-1,1 0 1,0 0-1,3 0 112,-6 0 0,2 0 0,1 0 0,0 0 0,1 0 0,0 0 0,1-1 0,0 1 0,0-1 0,-1 1-13,5-1 0,1 0 0,0-1 0,1 1 0,0-1 0,0 1 0,-2-1 0,0 1 0,-3-1 0,-1 1 18,7-1 0,-3 1 0,-1 0 0,-2-1 0,1 1 0,0-1 0,2 1-119,-1-1 1,0 0 0,2 0 0,0 0 0,0 0 0,-1 0 0,-2 0 0,-1 0 138,-3 0 1,-2 0 0,-1 0 0,0 0 0,-1 0 0,0 0-1,2 0-16,2-1 0,1 1 0,0-1 0,0 0 0,0 0 0,0 0 0,0 1-19,-2-1 1,-1 0 0,0 1-1,1-1 1,1 1 0,2-1 0,3-1 15,-7 1 1,3 0-1,3 0 1,2-1-1,1 0 1,0 0-1,0 0 1,-3 1-1,-2-1 1,-4 1-1,-5 0-19,15-1 0,-8 0 0,-3 1 1,3-1-1,6 0-1,-12 1 1,5 0-1,4-1 1,2 0 0,1 0-1,-1 0 1,0 0-1,-4 1 1,-3-1 0,-6 1-2,9-1 1,-6 1 0,-3 0 0,-1-1 0,5 1 11,2-1 1,3 0 0,1 0 0,-1 0 0,-1 0-1,-3 0-37,8-1 0,-2 0 1,-3 0-1,-1 0-41,10 0 0,-3-1 0,-6-1-1891,-2-4 0,-12-1-3168,-14 0 5117,-1-10 0,-27 19 0,-1 1 0</inkml:trace>
  <inkml:trace contextRef="#ctx0" brushRef="#br0" timeOffset="4267">10749 2596 19451,'-4'-4'1299,"0"2"113,4 2-903,-61 15-385,31 3-99,-8-2 0,2 3-25,18 8 101,8 16-17,11-22 157,11 16 117,10-23 202,25-1-218,0-14-34,10-13-3409,-18-15 3246,-15 1 186,-12-21-213,-21 16-56,-16-10-29,-18 19-10,-9 12-29,-3 10 0,15 8-38,-1 14-236,18 21-740,7 10-743,15-16 1,5 0-1442,10 17 3136,7-17 1,1-4 0,-5-7 0,10 8 0</inkml:trace>
  <inkml:trace contextRef="#ctx0" brushRef="#br0" timeOffset="4557">10834 3160 28085,'-52'-7'-27,"1"0"0,-3 6 1,12 9 224,27 17-320,-1 11 17,24-12-242,12-5 142,15-7 109,10-7-196,-8-9 288,16-14-143,-29-2 96,5-12 230,-28 5-25,-21 3-57,-19 6 48,-15 8-462,-5 9-2898,2 12 3331,15 3 0,17-2 0,15-5 1</inkml:trace>
  <inkml:trace contextRef="#ctx0" brushRef="#br0" timeOffset="5583">11873 2098 12127,'-58'-20'-40,"-1"-1"1,1 1 0,-1 0 0,11 3 0,0 0-1,0 0 1,0 0 0,0 0 191,-1 1 0,1-1 1,0 1-1,-1 0 1,-1 0-862,-3-1 1,0 0-1,-2 0 0,0 1 1,0-1 816,-5 1 1,-1 0 0,0 0 0,-1 0 0,-1 1-209,7 2 0,0 1 0,0-1 1,-2 1-1,0 1 0,0 0 128,5 1 1,-1 1 0,0-1 0,0 2 0,-1-1 0,-1 1 0,0 0-37,-3 0 0,-1 0 0,0 1 0,0-1 0,-1 1 0,-1 1 0,0-1 70,5 2 0,-1-1 1,0 1-1,0 0 0,0 0 1,-1 0-1,-1 1 0,1 0-113,-3 0 0,-1 0 0,0 0 0,0 0 1,0 1-1,-1 0 0,0 0 0,0 0 87,5 1 1,0 0 0,0 0 0,-1 0-1,0 0 1,1 0 0,-1 1 0,0 0 0,0-1-8,-1 1 0,1 0 0,-1 0 1,0 1-1,-1-1 0,1 1 0,0 0 1,0 0-1,0 0-5,0 0 1,0 1 0,0-1 0,-1 1 0,1 0 0,0 1 0,0-1 0,0 0 0,0 1-4,1 0 0,0-1 0,-1 1 0,1 0 0,0 0 1,0 1-1,0-1 0,0 1 0,0 0-10,1 0 0,-2 1 0,1-1 1,0 1-1,0 0 0,0 1 1,1-1-1,2 0 0,1 0-6,-5 0 1,3 0 0,2 1-1,-1-1 1,0 1 0,-2 0-1,-4 1 6,6 0 1,-3 1 0,-3 0 0,-1 1 0,-1 0 0,0 0-1,1 1 1,1-1 0,1 1 0,4-1 3,-1 1 0,2 0 1,2-1-1,2 1 1,-1 0-1,-1 1 1,-2-1-1,-3 2-4,4-1 0,-1 0 0,-3 0 1,-1 1-1,-1 0 0,0 0 1,0 1-1,0 0 0,1 0 1,2 0-1,1 0-1,-4 1 0,1 0 0,1 1 0,0-1 0,1 1 0,1 0 0,-1 1 0,1 0 0,-1 0 4,2 0 0,-1 0 1,0 0-1,1 1 1,-1 0-1,1 1 1,0-1-1,1 1 1,0 0-1,-5 2 0,0 1 1,1-1-1,-1 1 1,2 1-1,0-1 1,0 1-1,1 1 1,3-1 1,1 0-1,0 1 1,1-1 0,0 2-1,1-1 1,1 2-1,0-1 4,-2 3 0,0 1 0,1 0 0,1 0 0,0 1 0,2 1 0,1 0-1,-2 3 0,0 1 1,2 1-1,1 0 1,2 1-1,2 0 52,-3 5 0,2 1 0,1 0 0,3 1 1,3 2-66,-3 7 1,3 1-1,3 1 1,4 1 17,5-3 1,4 0 0,3 1 0,3 0 3,4-2 1,3 0 0,3 0 0,5 0 41,4 13 1,7 0 0,6-3-6,1-17 0,4 0 1,3-2-1,4-2-29,7 0 1,3-1-1,4-3 1,3-2-19,-2-6 0,2-1 0,2-2 0,2-2 0,1 0-6,-2-3 1,2-1 0,1-1 0,1 0 0,1-2-1,2 0 9,-3-2 0,1 0 0,1-2 0,1 0 0,1 0 0,1-1 0,0 0 9,-2-1 1,1-1-1,1 0 1,0 0-1,0-1 1,2 0-1,-1 0 1,1-1-1,-2-1 0,0 0 0,1 0 0,0 0 1,1-1-1,0-1 0,0 1 0,1-1 1,0 1 3,-2-1 0,0-1 0,2 1 0,0-1 0,0 0 0,0-1 0,-1 1 0,0 0 0,-1-1 0,-1 0-45,5 1 1,-3-1 0,-1 0 0,0 0 0,0-1-1,2 1 1,3-1 0,3-1 46,-12 0 0,4 0 1,1 0-1,3 0 1,0-1-1,2 0 0,-1 0 1,1 0-1,0-1 1,-2 1-1,-1 0 1,-1-1-1,-3 0-5,4 0 1,-2 0 0,-2 0 0,-1-1 0,-1 1 0,1-1-1,0 0 1,1 0 0,3 0 0,2-1-8,-6 1 1,2 0-1,2 0 1,1 0 0,1-1-1,1 1 1,0-1 0,1 0-1,0 0 1,-1 0 0,-1 0-1,0 0 1,-2-1-1,-1 1 4,3-1 1,-2 0-1,0-1 1,-1 1 0,-1 0-1,0-1 1,0 0-1,0 0 1,0 0 0,-1 0-1,2 0 1,-1 0-8,1 0 1,-1-1-1,1 1 1,0-1-1,0 1 1,-1-1-1,1 0 1,0 0 0,0 0-1,-1 0 1,1-1-1,-1 1-9,1-1 1,-1 0 0,0 1-1,0-1 1,0 0 0,1 0 0,-1-1-1,0 1 1,0 0 0,0-1-1,-1 0 1,1 1 1,-1-1 0,1 0 0,-1 0 0,0-1 0,0 1 0,0-1 0,0 1 1,-1-1-1,1 0 0,0 0 0,-1 0 0,0 0 1,5-1 0,-1 0 0,0-1 1,0 1-1,0-1 0,-1 0 1,1 0-1,-1 0 0,0 0 1,0-1-1,0 0-1,-2 1 1,0-1 0,-1 0 0,1 0-1,-1 0 1,0-1 0,0 1 0,-1-1-1,1 0 1,-1 0 0,-1 0 7,3-2 1,0 1 0,0-1 0,-1 1 0,0-1 0,0 0 0,-1-1 0,-1 1 0,0-1-1,0 0 9,0-1 1,1 0-1,-1 0 1,-1-1-1,0 1 1,-2-1 0,0 0-1,-1-1 1,-1 0 5,5-4 1,0 1 0,-1-2 0,-1 1 0,-3-2 0,-2 0-1,-2-2-8,5-5 0,-1-1 0,-4-1 0,-6-2 0,-8-2 15,-5-4 0,-5-3 0,-10 0 0,-10 1-194,-14 0 0,-12-1 0,-9 3 0,-6 2-309,3 10 1,-6 3 0,-4 1-1,-4 1 1,-2 2 0,-2 1 459,6 4 0,-5 1 0,-2 1 0,-2 0 0,-1 2 0,0 0 0,3 0 0,1 2 0,5-1 0,-12-3 0,5 2 0,1 0 0,1 1 0,-2 1 0,-6 2 0,0 0 0,0 0 0,0 1 0,0-1 0</inkml:trace>
  <inkml:trace contextRef="#ctx0" brushRef="#br0" timeOffset="8765">8739 5311 22380,'-5'-47'935,"0"0"0,2 5 1,-1 11-819,0 26-128,2 8 28,0 23 0,4 11-15,-1-6 1,3 3 8,1 1 1,1 0-1,8 25 9,-2-24 0,3 0-616,6-4 1,2-1 617,14 18-28,-2-19 0,1-7 174,5-12-73,7-1 163,-8-35-208,-22 5 28,-1-10 1,-2-3-1,-1-10 34,1-18-28,-9 25 112,-3 7-39,-6 20-151,0 6-12,-11 27 1241,5-4-1224,-7 36-11,11-29 209,22 28-186,13-33-7,-2-8 1,4-4-198,2-8 1,0-4 188,6-4 1,-2-3 2,22-10 22,-20-2 1,-3-3 11,-5-3 22,-6-2 1,-5-3 33,-16-4-39,-11-12-40,-10 20 34,-31-3-45,21 18 17,-28-8-67,35 15-50,-2 0-63,19 13-80,13 10-480,4 5-3548,12 4 1,4 0 4259,15 6 0,4 5 0,-25-23 0</inkml:trace>
  <inkml:trace contextRef="#ctx0" brushRef="#br0" timeOffset="9115">10272 5211 21573,'-2'-6'3551,"0"1"-3063,2 5-258,-75-40-85,34 43-403,-10-15 0,0 7 292,7 48-6,11 11-23,15-9 18,14 7 10,29-12-10,10-6-12,-7-19 0,3-5 17,28-4 62,-1-15 61,-12-11 94,-16-2 85,-13-27-257,-17 23 123,-24-33-118,-12 32-44,7 9 0,-3 2-1,-29 3-50,8 7 1,17 6-96,15 12-168,20 7-835,17 15-2694,22 1 3809,-3-17 0,0-3 0,6 5 0,5-8 0</inkml:trace>
  <inkml:trace contextRef="#ctx0" brushRef="#br0" timeOffset="9441">10546 5059 26581,'8'16'0,"5"17"-12,5 5 1,0 6-457,-5 0 0,-3 2 451,-4-2 0,-3-1 22,-5-6 1,-3-3 39,-8 13 350,-7-23-277,-1-21 161,3-21-117,6-16 1,12-15-29,15-9-106,-1 29 0,2 1-28,4 0 0,3 1-6,1 4 1,2 1-174,1 4 0,1 2-101,29-6-532,-2 9-590,-6 9-2893,-8 9-5536,-7 4 8827,-14 0 0,-8-3 0,-9-5 1</inkml:trace>
  <inkml:trace contextRef="#ctx0" brushRef="#br0" timeOffset="9924">11203 5013 24010,'4'-48'905,"-1"0"1,-1 4-1,-1 5-501,-4 5-91,-3 4-246,1 12 23,0 3-101,2 12 11,1-1 33,0 6-27,3 3 5,0 6-22,1 2 11,-1 2 22,0-3-5,-1-2 0,-1-4-6,1-4 124,-1-1-119,1-5-16,0 3 12,-1-3 10,0 4-11,-2 0-33,-5 0 33,-3 1 0,-1 0-16,3 1 10,4 1-10,4 1 5,1 2 0,3 8-17,3 6 6,6 12 11,4 8-12,2 11-4,5 6-233,-10-26 0,3-1 240,2 2 1,2-1-6,5 0 0,2 0-20,2 0 1,1-2-4,-6-6 1,1-1-348,2 6 1,-4-2-530,-7-1-1036,-13 3 1949,-35-25 0,10-3 0,-6-4 0</inkml:trace>
  <inkml:trace contextRef="#ctx0" brushRef="#br0" timeOffset="10375">11702 4969 17393,'-3'-10'2122,"-5"-40"1,0-11-1627,3 25 0,1-1-270,-2-12 0,-1-7 0,0 5 26,2 5 0,0 3-73,1 6 0,0 3 1512,-2-16-1534,4 18 435,0 16-597,4 15 291,6 22-286,10 22-3,0 4 1,1 3-1,-5-12 0,-1 1-109,1 4 1,1 4 0,-2-1 66,-1 7 1,-2 0-57,-1-9 0,1 3 0,-1 0-162,0-2 0,-1 0 0,1-1-382,4 18 1,1-3-319,-1-8 0,0-3-880,-4-10 0,-1-3-7988,0 11 9140,-9-23 1,-2-15-1,0-7 1</inkml:trace>
  <inkml:trace contextRef="#ctx0" brushRef="#br0" timeOffset="10543">11577 5006 24027,'36'-29'-114,"0"0"1,0 0-1,14-10 1,-1 10-1310,-16 24 0,-1 5 8,20-2 0,-28 2 0,-16 0 0</inkml:trace>
  <inkml:trace contextRef="#ctx0" brushRef="#br0" timeOffset="10859">11142 4969 23377,'-4'-42'685,"0"1"0,2 1 1,0 16-619,-1 34-50,4 3 28,2 30-29,-1 7-78,-1 0 1,-1 2-453,0-15 0,-1 2 514,-2 15 0,-2 7 0,1-11 0,0-2 0,-1-2 0,-1-1 0</inkml:trace>
  <inkml:trace contextRef="#ctx0" brushRef="#br0" timeOffset="11731">12933 4774 21427,'-41'-7'836,"-1"-1"1,4 5 0,12-4-675,28-6-156,23 3-40,27-5 3,-14 8 1,4 2-24,7 1 1,3 1-1060,0 0 0,1 2 1031,-5 2 1,-3 2-14,-8 1 0,-5 1 506,6 7-490,-37 17 85,-35-1-1,2-6 1,-5 1-786,-1-5 0,-3 0 0,1 0 797,-3 1 0,-1 0 11,3-1 0,-1 1 0,4-1-29,5-1 0,4 0 7,-3 4 0,2 0 5,-4 8 1204,31 3-1159,32-17-11,31 2-48,-16-15 0,2-4-223,8-2 1,1-3 244,0-2 1,-2-3 25,-3-3 0,-3-3 30,-9-1 1,-4-4 1157,-9-2 1,-7-3-1134,-6-4 1,-7-2-14,-8-4 0,-6-2 61,-4-1 1,-3-1 75,-3 2 0,-1 2-8,1 5 0,1 2 97,-10-13-18,10 16-200,10 12-73,15 8-22,16 11-5,25 14-1,-15-2 0,1 2-2,-5-2 0,1 3-37,10 17 0,-5 5-141,-19-8 0,-5 2-215,1 18 0,-9 2-646,-16-3 0,-9-1-3869,-8 5 1,-4-3 4840,1-5 1,1-5 0,10-12-1,1-4 1,-2 1 0</inkml:trace>
  <inkml:trace contextRef="#ctx0" brushRef="#br0" timeOffset="12625">15225 4466 19563,'-5'-53'1443,"-1"0"0,0 5 0,-7 9-1056,-20 12-231,-14 15-111,-8 24-704,25 3 1,0 5 672,-1 9 0,2 5-3,1 8 1,2 4 10,3 5 1,4 2 5,4 2 0,6 2-509,7-1 1,6-1 491,7-1 0,7-3-11,9-2 0,7-4 6,8-2 0,5-5-3,-10-15 1,2-4 0,-1-1-2,11 3 1,2-5 6,0-8 1,4-4-1,-4-4 13,1-6 1,-2-6-5,-4 2 1,2-3 0,-5-4 28,1-13 1,-8-5 145,-5-6 1,-7-2-166,-8 8 0,-3-4 28,-7-3 0,-3-5 0,-2 3-399,-5-7 0,-4 0 387,1 4 1,-3-4 0,-2 4-161,-12-6 1,-6 4 182,-4 8 1,-4 5-21,-2 8 1,-1 6 264,2 8 0,2 3-323,-23 0 209,22 14-254,17 8 767,12 17-1041,6 2 38,1 2 406,7-1-2187,0-9-3195,5 4 5268,-1-6 0,-3-9 0,-3-5 0</inkml:trace>
  <inkml:trace contextRef="#ctx0" brushRef="#br0" timeOffset="13609">16331 4204 22291,'-12'-38'597,"-1"-1"0,2 3 1,-2 13-570,-4 36-12,-4 18 7,-1 25-18,12-20 1,1 2-257,2 3 1,3 2 241,4 1 1,5 0-332,5-1 0,5 0 236,6-2 1,5-3-127,5-1 1,5-5-172,5-4 1,4-5-261,1-4 0,2-7-62,-1-6 1,0-7 341,-5-6 0,-3-7 356,-4-3 0,-5-6 201,-6-4 1,-4-3 174,-5-2 0,-4-3 424,-3-8 1,-4 0-249,-1-15-32,-5 21 1,-2 4 327,-4 2-251,-1 0-292,2 13 124,4 10-432,2 9 773,4 11-739,5 13 85,7 16-91,5 13 5,-8-23 1,-1 1-3,1 0 0,-1 0-1,-1-1 1,0-2 8,5 20 45,-5-13 191,-5-16 145,-2-17-324,-2-9 27,0-19-6,3-9-5,3-18-48,-1 21 1,2-1 2,2 0 1,3 1-7,1 1 1,2 1 39,19-16-40,2 14-44,1 13 5,1 9-22,6 12-28,4 12-106,1 14-446,-24-1 0,-3 2-618,7 14-3690,-16-10 1,-6-1 4391,-4-5 1,-2-1-1,-2-20 1</inkml:trace>
  <inkml:trace contextRef="#ctx0" brushRef="#br0" timeOffset="13948">17360 3893 22531,'-8'-59'690,"0"0"1,11-3 0,12 12-601,31 26-917,-10 10 0,1 2 839,15 6-40,9 16 479,-18 12-446,3 14-22,-16 9 17,-16 6 34,-20 3 293,-14 1-327,-9-3 28,-1-6-28,8-10 11,9-12 134,7-11 1015,9-7-930,9-7-207,27-11-130,-4 1-267,-2 0 0,4-2-1881,5-1 1,0 0 2112,-4 2 0,-1-1 0,-1 2 0,-4 1 0,-6 2 0</inkml:trace>
  <inkml:trace contextRef="#ctx0" brushRef="#br0" timeOffset="14151">18223 3660 21366,'-6'-4'3797,"2"1"-3046,4 3-157,0 0-588,-31-41-6,29 40 0,1 3 11,28 36-15,-3-1 0,5 8 1,-4-3-850,-4-6 0,-1 1 715,7 13 0,1 7 0,-5 3-1072,-9 0 0,-6 3 1,-2 0-2068,-2 0 0,-2 0 0,-2 0 2234,0-3 1,-3 0 0,-3-8 0,-5-6 0,-2-10 0,4-15 0</inkml:trace>
  <inkml:trace contextRef="#ctx0" brushRef="#br0" timeOffset="14951">8957 7138 18744,'-7'-44'1140,"0"0"0,1-1 0,-5-21 0,2 8-294,-1 13-309,-1 2-318,2 20-202,5 18 16,15 34-5,-1-1-23,3 8 1,1 5-618,-4-2 0,0 2 609,2 15 0,-2 2 0,-2 5 0,-2-1 6,-1-12 0,-3-1 25,-7 12 0,-3-3 145,-5 0-67,2-23 1,-3-7 107,-6-16-164,5-21 34,2-33-34,9 2 1,2-6-680,0-6 1,2-2 642,0-1 0,3-3-3,0 6 0,2-3 0,0 7 3,-1 8 0,1 1 10,0-5 1,1-4-1,0 5 23,1 6 1,1 3-20,4-22 791,15 7-803,0 37-10,21 8-12,-6 13-22,-1 12 0,1 7-555,-9-2 1,0 4 522,-1-1 1,1 3-1,-1 1-164,8 15 0,-3 2-286,-1 2 0,-3 0 0,-7-11 1,-2 0-1989,-1 6 0,-3-1 2498,-1 9 0,-4-9 0,-10-23 0</inkml:trace>
  <inkml:trace contextRef="#ctx0" brushRef="#br0" timeOffset="15133">9043 7234 21670,'-26'-42'500,"0"-1"1,5-4 0,14 6-462,32 13-50,24-10-68,-18 28 1,3 3-679,3 1 1,2 3 56,3 5 0,0 2-1969,0 2 0,1 3 1950,4 5 0,-3 0 1,5 4-1,-7-2 0</inkml:trace>
  <inkml:trace contextRef="#ctx0" brushRef="#br0" timeOffset="15415">9633 7073 24704,'44'2'54,"-1"-1"0,-2-1 1,-3 1 12,8 4 17,-5-11-6,-7-7 51,-3-22-84,-14 8 33,-2-21 7,-12 12-29,-4-10-45,-2 4-22,-2 8-23,2 13-459,6 8-554,12 13-1609,15 8-7175,26 18 7843,-18-7 1,1 3 0,-32-18 0</inkml:trace>
  <inkml:trace contextRef="#ctx0" brushRef="#br0" timeOffset="16098">10446 6978 25275,'9'-42'141,"8"1"-91,22 8-27,-10 7 66,-11-14-44,-26 13-17,-12-9 0,-16 15-22,-6 10 11,-1 12-1,-4 15-4,17-1 4,0 13-4,22-5 16,2 10-6,12 6 6,6 6-6,11 4-329,9 2 321,-13-26 0,3-2-8,4 0 0,2-3 5,5-1 0,1-4 6,4-2 0,1-3-311,2-2 0,1-3 316,0-6 1,0-3-15,-1-3 1,-2-3-16,-2-4 1,-2-3 23,-6-2 0,-2-4 5,9-26 18,-18-6-24,-19 0 18,-12 1 16,-10 7 1,-2 4 27,5 6-11,7 6 309,7 6-342,6 8 605,4 7-628,3 5 27,3 5-44,2 5-5,0 5 11,1 6 17,9 10-17,-4-7 0,18 11-12,4-9 1,-12-7 0,2 0-356,4 1 1,0 0 354,1 1 1,0 1-149,-4 1 0,-3 2 171,11 20-107,-21 3 124,-23 0-23,-8-6-5,1-7 703,14-6-703,13-10 0,6-5 284,10-7-290,-5-5 86,6-2-248,-13 1-112,-6-1-1916,-22 5-3417,-2 1 5613,-13 2 0,18-2 0,1 0 0</inkml:trace>
  <inkml:trace contextRef="#ctx0" brushRef="#br0" timeOffset="17475">11890 6866 17204,'8'-54'2018,"-1"0"1,-3 10-1,-5 5-1351,-18-3-466,-5 25 147,-19 8-24,0 16-77,-13 10-152,24 3 0,2 2-56,-8 12-5,17-7 0,5 3 5,7 11 1,4 11 4,16-4 7,25-6 5,9-19 28,17-12-28,-21-17 73,2-16 78,-11-22-28,-6-6-61,-6-3 80,-15 20 1,-3 2-76,-2 1 118,-4-20-62,-4 30-106,-8 4-62,2 13 6,-3 15-17,6 4 0,3 20-17,7 3-25,6-3 0,2 1-36,3 16-300,9-3 0,4-2-92,2-7-144,4-3 1,5-4-365,-5-18 0,2-6-204,20 0 0,1-5 919,-17-3 0,0-5 134,16-14 0,-5-7 544,-12-17 209,-13 3 1,-3-1-143,-8-8-6,-9 14 0,-3 1 415,-7-8-96,-7-7-178,-6 8-220,-2 10-279,4 12 50,-14 13-118,11 17-27,-9 15-23,13 3-6,4 23 6,8 0-14,7-10 0,1 0 476,6 14-456,9-17 0,5-5-6,4-14-3278,32 1 3306,-33-26-250,11-25 300,-25-5 46,0-17 44,-9 10 39,-4 10-129,0 11 12,0 10-85,1 11 1,3 26-6,1-3 0,2 18 0,1 5-11,0 7 401,-1-5 1,0 10 0,-1-2-481,-2-13 0,0-1 1,0 1 5,1 9 0,0 1 0,-2 2-166,-1 3 0,-2 1 0,-4-1-264,-5 0 0,-4-1 1,0-3 417,4-8 1,1-1 0,-6-2 85,-14 9 1,-6-2 0,3-12 526,-15-9-360,-1-27 0,2-15-59,28-12 0,4-8-553,-7-19 0,6-5 527,15-6 1,8-2-41,0 17 0,4-1 0,1 3-13,4-12 1,5 2 0,5 4 1,4-2-1,1 5-619,5 0 1,2 2 598,-3 3 0,2-2 0,1 2 2,-6 11 0,0 3 0,0-1-2,16-14 0,-2 2-6,-11 11 1,1-2-4,8-13 1,-2 0 430,-18 16 0,-2 0-397,7-11 0,-2 0 59,-4-13-22,-11 18 62,-9 2 161,-11 7 918,0 2-1051,-6-1 1588,3 11-1600,3 2 732,2 4-788,2 4-84,3 2-11,0 8 17,1 3-12,3 8-16,1-1-241,8 13 44,-3-13-1663,11 22 1882,-6-16 0,-1-1 0,-4-9 0</inkml:trace>
  <inkml:trace contextRef="#ctx0" brushRef="#br0" timeOffset="17982">12710 6899 24771,'25'-33'155,"0"0"0,1 1 0,2 3-65,22-2-880,-22 13 0,-1 0 830,16-11 497,0-15-453,-29 11 276,-6-16-315,-24 9 0,-14 6 22,-9 12 6,-4 13-28,9 12 123,-9 22-118,24-6 56,-9 36-27,21-13-60,3-10 1,3 2 581,9 26-593,-1-28 1,3 0-29,5-1 1,4 0-121,5-1 0,4-2-866,7-1 0,5-3-3223,6-1 1,2-4 3631,-3-3 0,-3-2 1,15 2-1,-27-10 1</inkml:trace>
  <inkml:trace contextRef="#ctx0" brushRef="#br0" timeOffset="18765">13887 6273 15580,'5'-62'1814,"1"0"1,-1 0 0,-1-4 0,-2 8-1633,-1 13 0,-4 10 212,-4 18-165,1 19-50,1 24-33,-5 33-71,3-7 1,-3 7-802,2-9 0,-2 3 1,-1 3 740,1-6 0,-1 2 1,0 1-1,-2 1-578,0 6 1,-2 1 0,0 1-1,-1 1 519,3-10 0,-1 1 1,0 0-1,0 0 1,1 0-449,-1 0 1,0 0 0,1 0 0,0 0-1,0-1 45,0 8 0,-1 0 1,2-1-1,2-1-731,2-8 1,1-1-1,2-1 1,1-4 992,2 3 1,3-4-1,0-5 1,1-2-1,2-6 1,5-4-1</inkml:trace>
  <inkml:trace contextRef="#ctx0" brushRef="#br0" timeOffset="19250">14317 6246 17806,'2'-43'988,"-1"-1"1,0 0-1,0-11 1,1 6-37,2-4-851,-3 30 1053,-2 33-1110,0 10-2,0 10 0,0 6-8,0 3 0,0 3-805,-1 15 1,0 5 787,0-16 0,1 1 0,-1 0-15,-1 4 0,0 0 0,-1 0 9,-1 0 0,0 1 1,0-1-11,-2-2 1,1 0 0,-2-1 3,1-5 1,0-1 0,0-1 13,-4 10 1,1-3 300,2-11 0,0-5-6,-3 8 357,7-31-637,5-16 5,10-33-25,0 4 0,2-3 0,1-4 0,2-2-287,3-12 0,1 1 281,-6 17 1,0 2 13,3-2 1,0 1-91,9-11 96,8-1-2637,12 15 2615,-13 18-112,2 13 0,1 5 67,-1 8 27,0 4 1,0 4 0,4 23 0,-18-1 0,-8 4 11,-11-3 0,-6-1-6,-2 2 1,-7-2-7,-27 6 1,-6-7 8,19-19 1,-1-2-10,-26 13 1,-6-5-96,11-17 1,1-7 31,3-2 1,1-3-277,2-1 1,7-8 255,18-22 0,8-2 0,2 13 0,11-29 1</inkml:trace>
  <inkml:trace contextRef="#ctx0" brushRef="#br0" timeOffset="19849">15089 6622 24391,'39'9'694,"2"-8"-537,8-31-62,-14 5 118,-5-23-129,-21 10-33,1-7 156,-20 2-45,-1 23-38,-10-2-80,3 17 80,-12 15-91,15-2 40,-16 27-51,19-4-5,-1 19 6,8-1-12,5 3 0,8 2-11,10-1 34,10-6 10,11-10-32,-5-14 44,24-12-23,-16-20-16,-11 0 0,-1-5 11,16-29-345,-25 15 0,-3-1 334,7-22 22,-15 7 0,-3 0-5,-2-3-97,-6 2 0,-3 0 270,-6 7-89,-4-4 106,0 21-56,7 13-90,1 1-67,5 9 612,9 8-606,9 12-17,16 12-6,-10-12 0,2 0-296,3 5 1,1-1 306,-5-5 1,-1 2-12,5 11 1,-7 3-161,-10 16 79,-11-14 1,-6-1-144,-20 11-837,-6-17 0,-4-3-4926,-9 1 5384,16-11 0,3-3 1,4-5-1,15-9 1</inkml:trace>
  <inkml:trace contextRef="#ctx0" brushRef="#br0" timeOffset="20208">16075 6654 26273,'7'-55'201,"0"1"1,0 1 0,-2 5-130,1 6 23,-4 3 1,-1-3-63,-2 7 1,-1-1-649,-1-15 1,0-2 698,-3 10 0,-1 2 22,-1 6 1,-1 2 408,-6-9-313,-3 14 51,9 19-247,-1 4-1,6 29 7,2 13-10,5-3 1,2 3-117,3 6 1,3 2 118,7 5 1,3 1-631,6 4 0,4 0 608,-8-19 0,0 0 0,2-1-35,1 0 0,1-1 0,-1 0-209,13 13 1,-1-1-432,-3-5 1,-2-1-1297,-5-7 0,-3-3 1988,10 13 0,-18-22 0,-11-13 0</inkml:trace>
  <inkml:trace contextRef="#ctx0" brushRef="#br0" timeOffset="20365">15949 6420 24032,'38'-25'-535,"0"-1"0,0 1 0,18-9 0,-3 8 535,8 17 0,-22 6 0,-17 1 0</inkml:trace>
  <inkml:trace contextRef="#ctx0" brushRef="#br0" timeOffset="20949">16862 6035 23724,'46'-19'-29,"1"0"0,-1 0 0,1 2 0,-1 1 0,0 5-72,16 6 0,-2 5-928,-3 0 1,-3 1 877,-8 2 0,-4 1-213,10 7 735,-38 5-388,-46 5 36,0-8 1,-6-1-521,-9 3 1,-4 0 614,-4 2 1,1-1 22,2 1 1,2 0-26,8 0 0,3 0-224,-16 13 162,28-9 1008,23 0-873,26-11-73,27 1-81,-13-9 0,3-2-402,6-3 1,1-1 392,3-2 1,-1-2 7,-5-2 1,-1-4 33,-7-1 1,-4-4 64,9-24 1249,-23-11-1342,-18 22 0,-6 0 9,-3-5 0,-3-1-216,-5 0 0,-2-1 359,1 2 0,-1 1 78,2 4 0,2 3 137,-6-16-184,11 15 749,15 13-940,3 9 50,28 19-56,3 13-8,-9-2 0,0 5 192,-1 4 0,-2 4-237,-1 5 0,-2 3-578,-3 4 1,-4 3 224,-3 3 0,-4 2-1067,-4 3 1,-4 0 1450,-3-5 0,-1-5 0,0 1 0,1-32 0</inkml:trace>
  <inkml:trace contextRef="#ctx0" brushRef="#br0" timeOffset="22091">19095 5558 16812,'-6'-48'1999,"1"0"1,-6-1 0,-5 7-824,-26 7-857,13 19 1,-3 5-529,-3 10 1,1 6 286,-1 6 1,2 5-37,2 6 0,3 7-1908,1 15 0,4 4 1868,8-14 1,3 2 22,0 21 1,6 2 71,7-16 0,3 1-109,2 12 1,6 3-667,3-12 0,5 0 0,0-4 664,2 4 0,4-3 2,3-8 1,5-1 0,1-8-97,7-9 0,2-8 142,11-4 0,2-9-6,-3-12 0,-2-10 16,-4-10 1,-6-8 294,-16 10 0,-3-4 1,-3-1-305,-2-3 1,-3-1-1,-2-2 2,-2-3 1,-3-1-1,-3 0 6,-3 0 0,-2 0 0,-3 0 5,-2 1 1,-3 0 0,-3 3-5,-3 3 1,-3 1 0,-3 4 0,-17-12 0,-9 9-31,2 16 1,-6 5 0,1 4-15,-3 0 0,-2 7-4,3 6 1,-4 4-1,7 5 41,6 7 1,4 6-164,-3 6 0,5 8-1947,14 15 1,9 4 2072,9-12 0,4-1 0,2-2 0,3-4 0,6-8 0</inkml:trace>
  <inkml:trace contextRef="#ctx0" brushRef="#br0" timeOffset="24658">19880 5560 22957,'-3'-46'812,"0"0"0,-1 5 1,3 10-601,3 24-167,1 9-22,3 10-1,4 14 6,6 29-17,-5-11-5,-2 12 22,-10 6 0,-5-9-6,0-13 1,-2 0 61,-5 3 28,1-10 291,7-21-39,4-16-107,5-23-145,7-14-73,-2 8 1,3-2-12,2-2 0,2 1-214,-2 6 1,0 0 207,4-5 1,1 1 11,10-11 5,7-2-33,-4 15-18,0 14-16,1 10-16,5 14-40,7 11-129,-14 4 0,0 5-207,-4 0 0,-1 3-1615,5 12 1,-4 2 1236,-9-12 0,-3 2-3199,1 12 1,-3 0 3664,2 16 0,-3-9 0,-8-25 0</inkml:trace>
  <inkml:trace contextRef="#ctx0" brushRef="#br0" timeOffset="26113">20730 5954 16051,'6'-7'6020,"-1"1"-5675,19-26 0,6-7-396,-2-4 513,8-7 0,-2-4-14,-18 15 0,-4 2 126,4-16-404,-8 0 1,-4 0-658,-1 0 518,-2-2 0,-1-4-6,0 16 0,0-1 6,1-11 0,-1-1 8,0 5 0,0 1 59,0 2 0,0 4-20,-3-8 96,-2 6-146,1 38-22,-1 1 577,-5 31-549,-7 33-40,1 0-193,6-19 1,0 3 187,2 12 0,2-1 2,3-18 1,0 2-4,1 13 1,1 7 0,3-5-68,6-8 0,3-2 62,4 18 1,7-1-21,6-16 1,4-6 5,-6-7 0,5-4-157,26 0 1,2-7 131,-27-9 0,1-4-13,15-5 0,6-4 0,-5-4 60,-7-7 1,-4-4 13,18-12 1,-4-4 2,-21 9 1,-5-3 24,-1-10 1,-4-3-203,-7 1 1,-4-2 257,0 3 1,-3 0-9,-5-1 1,-5 5-26,-8 1 45,-22 13 302,-17 20-386,-10 20-17,8 2-19,27 3 1,5 3 40,5 2 486,-2 25-536,16 0 22,4-8 23,19 11-17,-2-33-17,14-4 1,4-3 27,1-5-11,2-5 0,1-6 28,7-27 0,-7-10-396,-24 10 1,-4-3 429,-4-14-12,-11-16 28,-13-1-22,-4 5-39,-9 3 906,0 30-945,-1 13-12,-1 14-16,-1 24 5,11-3 712,1 27-1249,17-11-455,12 12 393,5-14-1252,14-15 0,8-4-1056,-3-8 1,4-4-1404,20 4 0,4-3 3355,-4-8 1,2-4 1570,-15-3 0,2-2 1,-4 0 780,1-1 1,-2-2 1702,6-8 1,-7-5 1335,-16-11-1769,-4-13-1754,-18 9 768,-20-10-1032,-3 20-3116,-12-5 2635,9 18 806,-5 5-918,12 10 12,-4 6-23,9 4-2209,-3 25 2214,6-12 2193,-1 31-2187,9-23 202,5 10-173,4-19 55,1-10 28,0-8 3353,2-10-3431,3-5-12,2-4-16,0 3-28,-6 5 11,-3 8-11,-4 15 5,-3 16-5,-1 23 0,-3-16 0,-2 2-212,1-5 1,-1 4 201,-2 9 1,-2 6 0,1-2-705,1-9 1,1-2 0,-1 3 624,0 2 1,-1 4 0,-1 0-1,0-2-128,-2 7 1,-1-2-1,-2-1 26,-1-3 1,-1 0-1,-3-3 106,-11 12 1,-2-6 101,7-15 0,-3-9 41,-8-12 1,0-14-8,-3-34-10,14-1 1,5-8-470,9-14 1,9-6 453,4 13 0,3-2 0,3-1-17,3-3 0,2 0 0,4 0-10,2 1 1,4 0 0,0 4 7,-5 10 1,1 2-1,3 1-15,7-5 1,5 0-1,-2 5-62,0 3 0,0 2-46,15-10 1,0 0-28,-9 14 0,-2 2-11,-1 0 0,-1-1 19,-1-1 0,-2-2 84,-2-1 1,-2-2 144,-4 1 1,-1 1 22,11-23 124,-9 14 1887,-10 13-1736,-6 11-11,-5 5-95,-2 4 1038,-1 2-1296,0 4 238,-1 9-227,0 12-22,0 17 5,1 14 12,3 11-195,0-29 0,-1 1 180,1 0 1,0-1 19,4 29 22,-2-13 56,-2-16 208,-3-16 5,1-15-151,3-18 11,8-15 17,11-20-101,-7 19 1,2 0-128,3-1 1,1 0 95,1 3 1,1 2 35,21-16-66,-12 18-17,13 11-34,-13 16-33,15 13-96,-10 18-459,-8 16-482,-18-20 1,-4 3 445,-3 5 1,-3-2 0,1 6-1,-6-4 1</inkml:trace>
  <inkml:trace contextRef="#ctx0" brushRef="#br0" timeOffset="26665">19994 4791 22750,'-44'-2'341,"-1"-1"1,-3 14 0,5 10-256,15 17 1,5 8-1473,0-5 1,-1 4-1,0 0 1389,-2 7 1,1 2 0,0 2-4,7-12 0,0 2 0,1 1 0,2 1 3,1 1 0,1 1 0,2 0 0,1 1-15,3 0 1,0-1 0,4 1 0,2 0-50,3-2 1,3 1 0,3-2 0,4-1-170,9 13 1,5-3-1,7-3-199,-2-15 1,4-2-1,3-2 1,2-3-830,6-1 1,4-2 0,1-3 0,0-2 1257,-2-2 0,1-2 0,-1-2 0,-3-2 0,0-1 0,-3-2 0,-3-1 0,-3-4 0,0 1 0</inkml:trace>
  <inkml:trace contextRef="#ctx0" brushRef="#br0" timeOffset="27083">23493 4516 24021,'54'19'37,"0"0"0,-10-5 1,-3 5-33,3 20 1,-4 9-1292,-8-2 1,-3 3 1255,-6-5 0,-2 2 0,-3 2-181,-4 4 0,-4 2 0,-5 0-1420,-7 4 0,-6 1 0,-3-2 1631,-2-5 0,-3-1 0,0-5 0,-5 5 0,0-8 0,-10 8 0</inkml:trace>
  <inkml:trace contextRef="#ctx0" brushRef="#br0" timeOffset="28167">9527 10060 4855,'-59'7'-3,"0"1"1,1 0-1,-1 0 1,0 0-1,0 0 1,1 0-1,2 0 1,3-1-1,2 1 1,2-2-1,2-1-98,-23 3 0,3-3 1,19-9-791,24-14 2028,41-13-1104,9 9 1,8 0 438,2 4 0,5 1 1,4 0-444,11-2 0,5 0 0,3 0 442,-18 5 1,1 1 0,3 0 0,0 0-1,2 0-454,-2 0 1,1 1 0,2-1 0,0 1 0,1-1-1,1 0 74,-2 1 0,1 0 1,0-1-1,2 1 0,0-1 1,1 0-1,0 0-158,-2 1 0,1-1 1,0 1-1,1-1 0,0 0 1,1-1-1,1 1 0,-1 0 115,-1-1 1,0 1-1,1-1 1,1 0 0,-1 1-1,1-1 1,-2 0-1,0 0 1,-1 1-155,-1-1 0,-2 2 1,-1-1-1,0 0 0,0 1 1,2-2-1,2 0 0,4-1 156,-9 2 1,3 0 0,2-2 0,2 0 0,2 0 0,0-1 0,1 1 0,-1-1 0,1 0-1,-1 0 1,-1 1 0,-1 0 0,-2 0-17,6-2 1,-1 2 0,-2-1 0,-1 1 0,0-1 0,1 1 0,0-1-1,1 0 1,3-1 0,3 0-3,-13 3 0,1 0 0,2-1 0,1 0 1,1 0-1,1-1 0,0 1 0,2-1 1,-1 0-1,0 0 0,1 0 0,-1 0 1,0 0-1,-1 1 0,0-1 0,-1 1 9,4-1 0,0 0 0,-1 0 1,0 0-1,0 0 0,0 0 0,0 0 1,-1 0-1,1 0 0,0 0 0,0 1 1,0-1-1,1 0 0,0 0-2,-1 1 1,-1-1-1,1 1 1,0 0 0,0-1-1,0 1 1,0 0 0,0 0-1,1-1 1,0 1 0,-1 0-1,1-1 1,0 1 0,0 0-1,0 0-5,-2 0 1,0 1 0,0-1-1,0 0 1,0 1 0,0-1-1,0 0 1,1 1 0,-1-1 0,1 1-1,-1-1 1,1 1 0,0-1-1,0 1 1,0-1 0,-1 1-6,-2 0 0,0 1 0,0-1 0,-1 1 0,1-1 0,0 1 0,-1 0 0,1-1 0,0 1 0,0 0 0,1-1 0,-1 1 0,1-1 0,1 1 0,0-1 0,1 0 0,0 0 4,-2 1 1,0 0-1,1-1 1,2 0 0,0 1-1,0-1 1,1 0-1,0 0 1,0 0 0,0 0-1,0 0 1,0 0-1,0 0 1,-2 1 0,1-1-1,-2 1 1,-1 0-1,0 0 1,-2 0 0,-1 1-21,7-2 1,-1 0-1,-2 1 1,-1 0 0,-1 0-1,-1 1 1,-1-1-1,1 1 1,-1-1 0,2 0-1,0 1 1,1-1-1,2 0 1,1-1 8,-4 1 0,2 0 0,1 0 0,2 0 0,0-1 0,1 0 0,1 0 0,0 1 1,0-1-1,-1 0 0,1 0 0,-1 0 0,-1 1 0,-2 0 0,0 0 0,-2 0 0,-2 1 1,-1 1 13,11-4 0,-2 1 0,-2 1 0,-2 0 0,-1 1 0,-1-1 1,0 1-1,0 0 0,1-1 0,2 0 0,1 0-14,-7 1 0,1 0 1,1 0-1,0 0 1,1 0-1,0 0 1,0-1-1,1 1 1,-1 0-1,0 0 1,0 0-1,-1 0 1,0 0-1,-1 0-8,5 0 0,0-1 0,0 1 0,-1-1 0,0 1 0,0 0 0,0 0 0,-1 0 0,0 0 0,-1 0 0,0 1 0,-1 0-7,7-2 0,-1 1 1,-1 0-1,0 0 0,0 0 1,-1 1-1,0-1 0,-1 1 1,-1 0-1,0 0-37,-1 1 0,0-1 0,0 1 0,-1 0 1,-1 0-1,-1 0 0,0 1 0,-1 0 0,-2 0-572,6 0 0,0 0 1,-2 0-1,0 0 0,-3 1 1,-1 0-1,-2 1 602,6-1 0,-3 1 0,-2-1 0,-3 2 0,-4 0 0,3 0 0,-4 1 0,-7 1 0,14-1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0907-6BE0-61B6-EA17-B4ECF1BCB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CA628-21C0-4AF3-AD15-FAEF3FAB5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35A4D-D842-C265-5ADE-0C296CFF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7D5F3-5636-1D68-E572-B9734F15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BD8A3-F8A0-A108-CF6D-3188A39F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48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7104-2F0D-A208-AF8B-2281DEED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6D54-239D-738E-F53F-49B5760D1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BE302-8461-B7D6-E4CC-D06D4B60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87F96-AECB-C676-814D-AB500CBC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78859-DCAB-EE18-BC05-71E8C1F9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7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B06A-BC0D-AA92-EB4B-01A3A649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B61B-3081-45FB-655B-1DCBC6C2C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0443C-7B93-DB54-B738-EFB3E18C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FF310-9617-D453-D75B-583788FE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0E67-78EF-25F7-ADB9-FFE4C845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3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2D71-A2FB-81D4-24DF-E759E0245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E8BA-87C6-B5A4-FFED-7A0925EAB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1B75B-41BE-8115-2E77-73970C4D3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5B0B8-3370-24CE-64CF-40A8E3C8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BAD22-CC69-4352-443C-48821C95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47D05-F733-EB32-EB1E-397AF80B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7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3099-CB20-F78C-266B-68853859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B6676-6CAA-828C-34E1-034BE03A5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75B7A-50EE-8486-1E32-81F3CD07B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CA28F-0538-1DA6-1ECE-A86CCCD03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BDE52-6DDB-C6EA-7159-887E5E6A5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41B11-9D1B-1DA7-847D-96AC63F2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D9134-E3CF-EEFD-A396-98ACB18F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FA69BF-3C60-62FA-9684-5BB1EE80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3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B7F7-1403-87E1-8151-468F0726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24A0F-77CD-50DC-BEA1-33ED9922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22350-AB73-3CAD-6C54-FEAE022C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EEBA5-A003-1FD3-A864-41AE17F3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9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4C4D8-5E71-F9FF-C6BD-5CF82CB7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98D4D-029A-27A5-C2B4-FE0B1759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59F4A-AD05-F40A-F9AE-9222FEF2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4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19D8-9251-3414-D276-DD75A6FF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67281-49B0-3D4B-BE6B-E97838DA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086B9-85FB-5120-C3AB-8229C75F2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870B9-3FEA-EBF1-0E8F-11EC2F98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216E5-2D9A-BA46-555B-AEE77D364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9A5E7-E13E-4591-A572-19501120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2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5184-CA5B-91E8-09B2-8486A11D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ED39F-854E-D7D0-76ED-277C16335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C576C-AB79-FB39-BE7A-E7B9BE711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EEEAE-0608-4190-C8E4-B37AAFC5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42863-B13B-96AF-689A-ABB0EDFD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98944-504D-9662-9628-A27CA34E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5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7381E-1CFA-4C9C-6CEB-3F645142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DA692-2877-84F0-BD7E-78A475311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584E-AD49-18F1-67DE-456923AB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166F3-81F7-C78E-A0A2-EFEB4BC1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8B34F-5FE1-349E-B053-2296C2F0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58570-A994-ADF1-13F7-C061DA2CF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33CFF-7411-8971-ACD3-4ECF3A069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D0A77-4A92-CB7B-B789-779CBC0F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535E2-0A73-D3CD-63B0-D4F49AC6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7E5CB-BF8F-638A-B37E-17A7F5FC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3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FA1B90-2DE8-6D56-C707-29FE5DEA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591D9-39BB-EB64-C94B-94F1E3E49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D578-FE7D-73CF-58D5-CE124C282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07A3D-6935-1045-81C7-086D9F0932BC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62B57-D1C0-8D36-3BF6-D298AEDFD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DEFE6-18B7-A87C-4353-D2811A2D8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5597E-B1E7-FA4B-A1E9-8FBE313CA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4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1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C1B0C422-CF70-F659-387B-34AF471D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5A645C-C067-0DBC-7CD6-79C876DB5156}"/>
                  </a:ext>
                </a:extLst>
              </p14:cNvPr>
              <p14:cNvContentPartPr/>
              <p14:nvPr/>
            </p14:nvContentPartPr>
            <p14:xfrm>
              <a:off x="183960" y="2287800"/>
              <a:ext cx="4067280" cy="1213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5A645C-C067-0DBC-7CD6-79C876DB51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600" y="2278440"/>
                <a:ext cx="4086000" cy="12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314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C34343A-EB0A-5A70-70BC-B73BFB251E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433743-2247-D410-BAF1-FBF717776C41}"/>
                  </a:ext>
                </a:extLst>
              </p14:cNvPr>
              <p14:cNvContentPartPr/>
              <p14:nvPr/>
            </p14:nvContentPartPr>
            <p14:xfrm>
              <a:off x="603000" y="628560"/>
              <a:ext cx="7092720" cy="594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433743-2247-D410-BAF1-FBF717776C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640" y="619200"/>
                <a:ext cx="7111440" cy="59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83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1383A-8AD0-BE3F-593F-C9FC56A8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7EB5C8-9C8D-5D2D-6CEF-099B37FCF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DE08F61-DABA-C210-D722-591849DE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8CE116-04E2-42BD-438D-6A4302002C5A}"/>
                  </a:ext>
                </a:extLst>
              </p14:cNvPr>
              <p14:cNvContentPartPr/>
              <p14:nvPr/>
            </p14:nvContentPartPr>
            <p14:xfrm>
              <a:off x="605520" y="171720"/>
              <a:ext cx="9821520" cy="631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8CE116-04E2-42BD-438D-6A4302002C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160" y="162360"/>
                <a:ext cx="9840240" cy="63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946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42569-815C-DFD8-E294-BC2210F0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589734-6D0B-D919-605F-4C421F6D0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41E0DF8-93B3-4A11-4434-8ACC28C7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B94A2F-81A4-A360-3333-BFA088AB32C4}"/>
                  </a:ext>
                </a:extLst>
              </p14:cNvPr>
              <p14:cNvContentPartPr/>
              <p14:nvPr/>
            </p14:nvContentPartPr>
            <p14:xfrm>
              <a:off x="713160" y="650520"/>
              <a:ext cx="7988400" cy="4951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B94A2F-81A4-A360-3333-BFA088AB32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800" y="641160"/>
                <a:ext cx="8007120" cy="497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80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8C929-E1AF-A37A-AE5D-9E6E646B5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3AE81E-2132-7B35-FBF2-90B0D963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59EFC42-5231-42DA-2BA4-2E4824F7A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A78AD6-039E-1247-DBA5-B95CC5117F78}"/>
                  </a:ext>
                </a:extLst>
              </p14:cNvPr>
              <p14:cNvContentPartPr/>
              <p14:nvPr/>
            </p14:nvContentPartPr>
            <p14:xfrm>
              <a:off x="1009080" y="215640"/>
              <a:ext cx="7855560" cy="5798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A78AD6-039E-1247-DBA5-B95CC5117F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720" y="206280"/>
                <a:ext cx="7874280" cy="581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643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203D9-CF45-AF4D-6249-CC22C68DD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125DF0-ED3B-1283-A38F-F4A2A9B78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E3337D3-3A1A-1EE9-B392-0888E586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72EE5C-4CD7-AAF5-D958-59A06DAA6F5B}"/>
                  </a:ext>
                </a:extLst>
              </p14:cNvPr>
              <p14:cNvContentPartPr/>
              <p14:nvPr/>
            </p14:nvContentPartPr>
            <p14:xfrm>
              <a:off x="878760" y="90000"/>
              <a:ext cx="8862120" cy="5812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72EE5C-4CD7-AAF5-D958-59A06DAA6F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9400" y="80640"/>
                <a:ext cx="8880840" cy="583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938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09426-D5C2-5127-FEF9-5D8E0996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1A3FB9D-8F31-2344-071C-79CB19C89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E77A5E7-5331-A772-BF88-CA3C54731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BA2C42-E13F-87E0-6BFE-042E6ED10645}"/>
                  </a:ext>
                </a:extLst>
              </p14:cNvPr>
              <p14:cNvContentPartPr/>
              <p14:nvPr/>
            </p14:nvContentPartPr>
            <p14:xfrm>
              <a:off x="932400" y="789480"/>
              <a:ext cx="10538640" cy="5746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BA2C42-E13F-87E0-6BFE-042E6ED106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3040" y="780120"/>
                <a:ext cx="10557360" cy="576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093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42BF6-3267-9917-D3FE-CE7CB843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5120BB-53A9-BF99-709F-9D730CD60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FC1E3E9-9B2C-3115-5200-B4577F867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CFF66F-8064-F091-CBC8-B02169DABB0F}"/>
                  </a:ext>
                </a:extLst>
              </p14:cNvPr>
              <p14:cNvContentPartPr/>
              <p14:nvPr/>
            </p14:nvContentPartPr>
            <p14:xfrm>
              <a:off x="1005120" y="370080"/>
              <a:ext cx="7535520" cy="5185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CFF66F-8064-F091-CBC8-B02169DABB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5760" y="360720"/>
                <a:ext cx="7554240" cy="520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95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A1873-EC49-3126-F1D6-9AD3F8D1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18D72F-5535-D057-7336-BEF3EE46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989049A-D7B3-7288-A4AC-CA4430D7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301BB4-029B-FBF9-2F23-DCF4303CD9C0}"/>
                  </a:ext>
                </a:extLst>
              </p14:cNvPr>
              <p14:cNvContentPartPr/>
              <p14:nvPr/>
            </p14:nvContentPartPr>
            <p14:xfrm>
              <a:off x="207000" y="42840"/>
              <a:ext cx="11940120" cy="501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301BB4-029B-FBF9-2F23-DCF4303CD9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40" y="33480"/>
                <a:ext cx="11958840" cy="50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BE0F90-C37B-2CC5-ECB9-333802CB7AB0}"/>
                  </a:ext>
                </a:extLst>
              </p14:cNvPr>
              <p14:cNvContentPartPr/>
              <p14:nvPr/>
            </p14:nvContentPartPr>
            <p14:xfrm>
              <a:off x="3200040" y="3259800"/>
              <a:ext cx="3898080" cy="206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BE0F90-C37B-2CC5-ECB9-333802CB7A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0680" y="3250440"/>
                <a:ext cx="3916800" cy="20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B602C9-E8A0-7204-7B16-6862EDD2FB6C}"/>
                  </a:ext>
                </a:extLst>
              </p14:cNvPr>
              <p14:cNvContentPartPr/>
              <p14:nvPr/>
            </p14:nvContentPartPr>
            <p14:xfrm>
              <a:off x="1647360" y="1423440"/>
              <a:ext cx="10014120" cy="2671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B602C9-E8A0-7204-7B16-6862EDD2FB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38000" y="1414080"/>
                <a:ext cx="10032840" cy="268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9512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CC133-2AA0-75F2-A937-68AF1A53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FCD424-E83B-1448-3775-F78A67038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2E2F113-43FD-DDF9-496F-500D7390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6DF0AD-1830-43A1-F43F-F4206D450BA7}"/>
                  </a:ext>
                </a:extLst>
              </p14:cNvPr>
              <p14:cNvContentPartPr/>
              <p14:nvPr/>
            </p14:nvContentPartPr>
            <p14:xfrm>
              <a:off x="2333880" y="65520"/>
              <a:ext cx="5110560" cy="3677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6DF0AD-1830-43A1-F43F-F4206D450B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4520" y="56160"/>
                <a:ext cx="5129280" cy="36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64D96C-D37E-77A4-7E29-8F404CD15654}"/>
                  </a:ext>
                </a:extLst>
              </p14:cNvPr>
              <p14:cNvContentPartPr/>
              <p14:nvPr/>
            </p14:nvContentPartPr>
            <p14:xfrm>
              <a:off x="1878840" y="1878480"/>
              <a:ext cx="3038760" cy="2643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64D96C-D37E-77A4-7E29-8F404CD156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9480" y="1869120"/>
                <a:ext cx="3057480" cy="266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E5B45C8-BA98-7FB8-0B8E-C27FB3BB9E23}"/>
                  </a:ext>
                </a:extLst>
              </p14:cNvPr>
              <p14:cNvContentPartPr/>
              <p14:nvPr/>
            </p14:nvContentPartPr>
            <p14:xfrm>
              <a:off x="2001600" y="932040"/>
              <a:ext cx="8853840" cy="5366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E5B45C8-BA98-7FB8-0B8E-C27FB3BB9E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2240" y="922680"/>
                <a:ext cx="8872560" cy="538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6555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E7FDB-447B-7AD7-35BD-18CABF31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16CD11E-FEF3-E4DE-D831-8546C7B27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04" b="8015"/>
          <a:stretch>
            <a:fillRect/>
          </a:stretch>
        </p:blipFill>
        <p:spPr>
          <a:xfrm>
            <a:off x="186925" y="91440"/>
            <a:ext cx="11817383" cy="622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12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984CC-0FAB-E2FC-6CEB-F6E96F06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A13568B-C8C9-E1C2-AF99-4C372AB99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84" r="1" b="4152"/>
          <a:stretch>
            <a:fillRect/>
          </a:stretch>
        </p:blipFill>
        <p:spPr>
          <a:xfrm>
            <a:off x="-201020" y="195092"/>
            <a:ext cx="12244563" cy="646781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784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90F37-75FA-5D79-6073-64ACE6B1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1F2CD2F-2DD7-6964-A99F-0C0EC9593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91" b="902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2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7900E-5574-7D7A-BF8B-6D013F15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CB4F37-81AA-A317-C2A4-69241BA05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038BD03-BAB4-D94E-4CA1-53381147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92692E-5AC9-EAE1-9845-96B77334965B}"/>
                  </a:ext>
                </a:extLst>
              </p14:cNvPr>
              <p14:cNvContentPartPr/>
              <p14:nvPr/>
            </p14:nvContentPartPr>
            <p14:xfrm>
              <a:off x="201960" y="509760"/>
              <a:ext cx="8712000" cy="3148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92692E-5AC9-EAE1-9845-96B7733496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600" y="500400"/>
                <a:ext cx="8730720" cy="316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027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2025-10-24T13:23:13Z</dcterms:created>
  <dcterms:modified xsi:type="dcterms:W3CDTF">2025-10-24T15:48:40Z</dcterms:modified>
</cp:coreProperties>
</file>