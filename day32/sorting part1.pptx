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3:34:40.9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2326 2305 9217,'-9'-10'2694,"2"2"-97,7 8-867,0 0 18,-62-39-1115,27 27-1769,-3-9 1,-1 2 1292,5 17 885,-3 7-947,9-1-28,-10 7-33,16-1-12,-6 8-33,13-2 5,-2 7 1,12-4-1671,3 2 1670,1 1-880,4 1 875,2 1 1434,9 15-1423,-1-8 62,5 11-79,3 1-11,2 3 22,-7-18 1,-1 0 21,10 13-10,-5-6 1227,-8-7-1199,-6-8 5,0 3 182,-16-6-137,-12-2-11,-19 2-40,-1-6 6,-5-3 29,-8-2-2309,11-3 2269,-15-1 163,17-1-6,1-3-702,3 0 643,3-2-248,-6-5-1022,8 0-937,5-1 2605,11 1 0,14 6 1,0 0-1</inkml:trace>
  <inkml:trace contextRef="#ctx0" brushRef="#br0" timeOffset="416">2654 2524 18685,'0'-3'2895,"0"1"237,0 2-2652,-59-23-490,27 29 93,-9-9 0,1 4 11,11 25 139,3 5-98,9-5 63,3 0-27,1 16-182,6-10 94,2 9-154,6-13-649,3-2 403,6-2-20,3-3-16,4-3-101,2-4 273,4-2 87,1-5 176,12-2 187,0-10 55,0-3 385,-8-9 781,-8-10-254,-6-8-415,-3-1-97,-6 1-222,-4 11 417,-4-1-714,-4-9-257,-6-2-851,-3-6 143,1 13 134,3 7-52,2 12 225,0 2 97,-5 2 41,0 4-43,-3 11-387,1 18 333,8-2-315,3 10-773,7-14-2102,3-1 3606,5 3 0,-3-11 1,0-1-1</inkml:trace>
  <inkml:trace contextRef="#ctx0" brushRef="#br0" timeOffset="1392">2870 2574 27036,'21'-58'72,"1"21"112,0 58-708,-2 5 112,-8-4 161,0 3 205,-2 8 1,-2 3-9,0 5-784,-1-3 0,-1-1 781,-6-4 139,-3-2 407,-1-2 130,-6-4 135,-1-5 71,-1-4 98,0-5 75,0-4 170,-8-9-815,10-3-420,-5-8-221,11-1-93,2-3 1142,2-3-1134,10-23-107,-2 14 13,19-25 588,-8 29 460,10-7 225,-5 12 21,2 1-271,19-6-3056,-8 5 2643,13-5-440,-12 9-11,0 0-1139,16-8-523,3-2 922,-1 0 126,-7 1 311,-20 8 353,-3 0 352,-3 1 646,-1-9-193,-8 6 32,-2-7-81,-8 8-150,-3 0 3249,0 0-3379,-1 1-162,-1 0-94,-1 0 420,-1 0-85,-2-3-485,0 4 117,-1-1-130,2 7-50,1 2-4,0 2-136,1 2 97,-1 2 210,2 1 286,0 3 1127,1 5-700,0 4 64,0 6-5,0 19 109,0-3-782,0 1 0,0 3-518,0 0 0,1-1 694,-1 3 1,0-1-582,1 2 0,1 1 307,1 3 0,1-1-35,0-9 1,0 0-1367,2 11 0,2-1 1092,6 14-155,1-5-93,3-4-131,0-8-960,7 3 607,-7-17 32,3 0 214,-11-19 1741,-3-4-846,-4-7 1515,-2-4-870,-1-6-124,0-3 259,-1-2-59,-2-1-226,-3 0 2427,-1-1-3266,-6-9-1609,3 6 616,-4-7 682,3 10 1087,-5-10-979,4 9 74,-4-6 200,7 10 96,0 2 90,1 2 0,1 2 479,1 2-234,0-2 13,3 2 149,1 1 77,4 2 1039,2 4 863,11 0-446,0 1-369,8-1-1501,-1 2 0,4-1 0,3 0 0,2-1 0,3 0 0,28-4 0,-10-1 0,11-1 0,-24-1 0,-16 1 0,-4-1 0,-2-1 0,-3-1 0,-1-8 0,-5-2 0,-1 1 0,-6-4 0,-3 7 0,0-1 0,-4 0 0,0 4 0,2 1-1236,0 2 147,2 5 79,1 2 440,-1 1 254,1 1-82,1 1 170,0 10 410,0 1-45,2 10-70,1-1-3397,0 4 3328,1 1 56,0 3-35,1 14-119,0 2-264,1 2-51,-2-5-53,0-14-191,-2 0-203,0-4-557,-1-2 1433,-1 1 1,0-12-1,0 1 1</inkml:trace>
  <inkml:trace contextRef="#ctx0" brushRef="#br0" timeOffset="1568">4227 2280 25913,'-11'-40'-883,"-1"0"1,1 4-1,3 8-198,7 19 1655,0 3-873,1 3 411,1 1-174,0 1 367,3 6-1987,1 1 898,1 5 740,4 11 1,-5-12 0,2 6 0</inkml:trace>
  <inkml:trace contextRef="#ctx0" brushRef="#br0" timeOffset="2460">4443 2473 27889,'5'-1'4324,"0"0"-3770,-5 1-554,4 16-560,0-4-475,4 14 353,-1-7 91,1 0-288,1 0-340,0 1 170,0-2 69,-2 1 859,1-3 32,-2 0 126,-2 2 256,-2-3 96,-1-2 123,-2-7 460,-2-4 681,0-4-1204,-1-3 34,0-10-285,1 0-33,1-7-3445,1 3 3378,3-1-125,7-12-744,8 0 1328,9-6 270,-1 11 121,0 8 96,-7 9-2176,11 2 1996,-4 3-235,8 2-250,-7 5-386,14 7-371,2 8-249,-1 4-257,-4 3-401,-4 6-92,-8-5 249,5 7-41,-9-8 26,-2 0-494,10 11 1711,1 0-2782,8 6 1235,-11-13 3613,-5-7-3182,-7-11 1168,-5-5 320,1-3 2045,10-25-579,3-2-544,8-14-89,-3 6 13,-4 9 978,21-17-684,-12 10-165,9-11-1050,-26 19-371,-10 9 0,-7 8-460,-11 4 123,-1 4 198,-9 3-3399,-9 7 3507,-2 5 157,-4 7 102,13-2 2,7-2 273,9-1-593,2-4-287,2 2-2345,3-6 2069,1-2 2043,4 0-2313,3-4 452,0 0 149,1-6 771,6-8 122,-2 0 41,7-7 169,2-3 80,-5 4 3451,4-5-4312,-5 4 0,-4 2 0,2 1 0,-5 6 0,-1 3-1895,-1 6 1589,1 3-196,3 5-163,2 7-20,12 23 328,-10-10 1,-1 2-1183,2 1 1,-1 2 1099,0 4 1,-2 0-27,-2-8 1,-1 0-262,0 1 0,1 0 590,-1 3 1,1 0 758,0-1 1,0 3-640,6 17 1,1 4 26,-5-16 0,0 0 0,0 1 1,0-2 0,0 1 0,-2 2-109,1 18 0,-3 4 1,-4-7-765,-4-12 1,-4-3 846,1 1 1,-2 3 0,-9-6-2,-24-1 1,-7-8 803,17-13 0,-2-4-708,-18 7 1,-1-8 445,-3-25-539,15-7 1,1-7-1,0-8 0,3-8-13,7 4 0,0-4 1,3 0-60,-3-13 0,5-1-341,5-3 0,5-1 350,6-6 1,5 2-34,1 15 1,2-1 130,2-13 1,4 0-9,6 4 1,4 4-21,-5 13 0,2 0-29,5-9 1,3 0-559,3 5 1,0 3-446,-6 10 1,1 0 1043,11-13 0,-2 4 0,-7 11 1,-1 1-1</inkml:trace>
  <inkml:trace contextRef="#ctx0" brushRef="#br0" timeOffset="3058">6325 2392 17441,'0'-6'4475,"0"1"-5651,0 5 2203,-61-42-1063,40 37 885,-17-11 1,2 7-606,22 27 135,-3 8-1224,6-7 1212,3 0-318,1 7-288,4-7 377,2 5-291,5-10 1885,3-2-2310,11 0-1849,-3-5 2338,9-1 2401,1-7-1867,-5-3 133,5-5 637,-8-1-124,2-12-211,-5 4-274,2-16-396,-11 13-239,-1-7-91,-6 2-390,-2 5 3195,-4-3-3497,-1 8 71,0 4 195,-1 2 281,0 2 186,-4 4 174,4 1 230,-1 3-145,2 9-540,3 9-188,1 4-4212,3 7 1951,3-5 2784,3 6 0,-3-14 1,2 0-1</inkml:trace>
  <inkml:trace contextRef="#ctx0" brushRef="#br0" timeOffset="3369">6389 2787 24200,'7'2'2873,"-1"-1"-556,-6-1-568,0 0-1562,-49 7 960,36-2-853,-36 7-294,50 1-184,3-6-251,2 3-406,2-6 1915,1-1-1338,1-1 48,2-1-222,0-1 419,9-3 1010,1-5-659,0-1-1154,-2-5 1644,-7-3-822,-4 3-1297,-2-7 1020,-5 6-317,-2 1-112,-3 0-401,-2 1-186,-10-3 199,2 6 380,-23-4 304,16 10-199,-12 0 389,16 8-202,1 0-1242,0 5 1561,0 2 0,7-4 0,1-1 1</inkml:trace>
  <inkml:trace contextRef="#ctx0" brushRef="#br0" timeOffset="3875">5497 2633 12234,'0'-7'4508,"0"1"-3351,0 6 6615,0 0-7023,-23-54-963,14 39 40,-19-42 185,18 52-136,0 3 313,-1 0 11,1 2-149,0 0 59,-9 7 520,4 0 49,-8 8 30,0 5-355,-1 4 180,2 1-60,6-1 101,9-1-326,4-6-228,5 5-295,4-9-369,5-1 194,6-2-420,17 2 38,-4-5-1026,14-1 1914,-4-5 1,-19-1 0,0 0 0</inkml:trace>
  <inkml:trace contextRef="#ctx0" brushRef="#br0" timeOffset="4964">2232 3441 3587,'-44'1'673,"0"0"1,0 0 0,2 0-1,0 0 1,-3 1 195,-8 0 0,-5 0 0,0 1 0,1 0-190,-4 0 1,1 1 0,-2 0-478,8-1 1,-2 0 0,1 0-1,4 0 23,2 1 0,4-1 0,4 0 68,1 1 0,3-1-38,3-1 0,1 1 106,-1 0 1,2 0 2429,-8 3-2368,16 0-83,32-1 838,23 0-1015,14-1-32,14-1-59,-22-1 1,2-1 215,4 0 0,5 0-190,4-1 0,5 0 0,3 1-559,-8-1 1,1 0 0,3-1-1,3 1 556,-9-1 0,4 0 1,1 0-1,1 0 0,-1-1 1,-1 1-315,4 0 1,-1-1-1,-1 1 1,0-1-1,2 1 316,1-1 1,1-1-1,0 1 1,0-1-1,2 1-158,-5-1 1,1 1-1,0-1 1,1 1-1,1-1 1,1 1 132,-5 0 1,2 0 0,-1 0-1,2 0 1,0 0 0,2 0-1,2 0-75,-5 0 1,2 1 0,2-1 0,1 0 0,0 1-1,1-1 1,-2 0 0,-1 1 0,-1-1 28,-2 1 1,-1 0-1,0-1 1,-1 1 0,-1 0-1,0 0 1,1 0 0,-1 0-42,6 0 1,0 0 0,0 1 0,-1-1 0,1 0 0,-1 1 0,0-1 12,-1 1 1,0-1-1,-1 1 1,1-1 0,-1 1-1,1 0 1,-1 0-13,0-1 1,-1 1-1,1 0 1,-1 0 0,1-1-1,1 1 1,0 0-28,-1 0 0,1 0 0,2-1 1,-1 1-1,1 0 0,-1 0 1,-1 0-1,-1 0-86,0 1 0,1 0 0,-2-1 0,0 1 0,-1 0 0,-2 0 0,-1 1-1840,10-1 1,-1 1 0,-3 0 0,-2 0 0,-3 0 1749,10 1 1,-5 1 0,-7-1-1,-1 2 1,-12-1 0,-19-2-1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3:34:49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2685 2698 20591,'-55'-31'678,"0"0"0,2 2 0,5 9-499,3 21 316,1 4-360,13 3-29,2 2 40,-8 10 39,8 5-169,3 1 1,12 2-3273,11-6 3267,2 1-80,3 3 91,4-2-2212,4 3 2201,5-1-1467,3 0 1445,3-1 1436,16 11-1430,-6-10 138,13 9-133,7-2 0,-11-10 2232,13 6-2226,-17-13 3333,-4 0-3317,2 0-10,-14-5 21,-3 1 189,-22-1-177,-20 0-17,-21 3-17,-5-3-808,-8-2 808,24-6 1,0-1-1,-3 1 0,-2-2 11,-8 0 1,0 0-176,12-1 1,0-1 115,-5-3 1,3-1-400,1-2-186,-4-3-644,29 4 1266,17-1 0,-3 4 0,5-1 0</inkml:trace>
  <inkml:trace contextRef="#ctx0" brushRef="#br0" timeOffset="418">3106 2884 20783,'-3'-2'2320,"1"0"-416,2 2-1798,-62-6-28,39 10-50,-13-5 0,1 4 17,21 11-17,-1 2 6,-1 12-23,4 5-5,2 1-1,7-1 13,13-2-3405,0-9 3404,8 4-2274,-1-12 2274,2-2 16,12-1-16,-5-5-959,10-2 976,-11-6 11,1-3 16,-2-5 18,-2-4-1,-2-2 17,-4-2 0,-2-2 6,-4 0 1880,-3-10-1785,-4-3-117,-5 0-6,-5 4 16,-9 3-22,-4 1-44,0 1-1,-1 6 1448,1 8-1476,0 5 3337,-3 6-3611,5 10-639,8 10-1635,11 4-7277,12 3 9251,1-11 1,-1-6-1,-8-8 1</inkml:trace>
  <inkml:trace contextRef="#ctx0" brushRef="#br0" timeOffset="794">3420 2876 21886,'-4'-3'3019,"1"0"-1809,3 3-1042,-19-62-107,21 43-58,-10-15 0,5 5 2,17 25 1,2 5 257,2 4-269,2 4 6,2 5 0,1 4 104,-2 2-87,0 3-2125,-1 3 2108,-2 1 0,0 3-190,4 13 179,-3 6 5,-3-1 6,-7-4 0,-10-14-5,-5 0-1,-3-4 1,-6-2 21,-7-1 2132,-1-10-2114,-3-7 5,8-11-11,3-9 0,7-4 373,1-2-289,0-29-1700,4 17 1616,0-20-11,5 25 6,2 0-281,3 2 258,3 2 0,2 1-45,15-5-95,11-2-39,-8 12 0,2 1-482,25-10 488,-26 15 0,0 2-350,16-4-205,2 2-337,1 0-606,1 2 1681,-10 2 1,-3 0 0,-2 0-1,14-2 1</inkml:trace>
  <inkml:trace contextRef="#ctx0" brushRef="#br0" timeOffset="1017">4376 2368 21877,'-2'-5'2716,"0"2"-178,2 3-1947,-6-18-599,8 25-86,-4-9-19,16 49 64,-4-8-3353,5 19 3421,-5-13 75,2 4-718,1 3 584,3 3-9,1 2-85,2 3-30,-8-29 1,0-1-162,-1-1 0,2 3-3680,7 23 0,1 2 3989,-8-18 0,1-2 0,2 8 1,-2-4-1,-4-11 0</inkml:trace>
  <inkml:trace contextRef="#ctx0" brushRef="#br0" timeOffset="1411">4391 3075 17603,'-24'-42'329,"0"-1"0,2 5 0,6 7 2466,15 16-2385,7 2 1307,2 0-1342,9 3-5,0 5-180,5 0 153,4 2-23,4 0-142,22-1-111,-10 3 252,15-2-455,-15 3-115,0-2 67,1 0 2535,-1-1-2453,-1-1-19,14-5 133,-16 2-115,15-9-1736,-30 4 1843,-1-4 184,-15-1-178,-5 3-22,-1-4 246,-4 5-355,-1 0 191,-2-1-40,1 1 2,-1 0-14,0 0 88,1-1-3,0 2 2057,-1-5-2068,2 5 93,0-4-129,2 9-44,0 1-17,1 4-56,0 1 9,0 7 2,5 9 44,-1 2-10,6 9 10,-1-3-16,2 2-130,4 15-21,-3-9-102,4 10-161,-5-12-1205,6 9-225,-5-9-7965,8 11 8377,-11-21 1,0-4 0,-7-10 0</inkml:trace>
  <inkml:trace contextRef="#ctx0" brushRef="#br0" timeOffset="1610">5067 2362 20509,'-22'-20'-2487,"7"10"645,27 34-2219,1 2-5770,-1-1 9444,-3-4 1,-4-9 0,-2-6 0</inkml:trace>
  <inkml:trace contextRef="#ctx0" brushRef="#br0" timeOffset="2486">5322 2725 21965,'0'-6'2941,"0"1"-6943,0 5 4310,1-62-73,-1 40 553,1-13 1,0 1-666,1 23-45,-1 4 810,1 1-877,0 4-11,0 1 0,1 6 3403,1 2-3392,8 30 1,-4-10-7,4 21 1,-6-16 11,-2 1-6,-1 2-3392,-1 17 3392,-1-14 0,0 10-5,-1-19 16,0 3-16,0-12 33,0-1 45,0-14-28,0-6-11,0-6-11,0-7-6,0-3 3453,0-16-3352,1-11-11,5-16-68,-1 11-5,5 3-12,-2 17-10,1 4-1,4-2-22,-2 9-11,2 0 0,2 9 11,2 5-17,4 4 6,1 5-23,-2 4-16,0 2-79,12 10 39,-7-3-27,10 8-214,4 4-217,9 2 116,2 1-730,1-4 445,-13-12-106,2 0-1793,20 1 1009,-15-4-629,15 0-1814,-4-7 1971,-1-4 2841,6-6 224,-22-4 319,-15-6 168,-15-1-34,-3-2-89,-3-2-1840,0-13 1364,-2 6 1611,0-36-2121,-3 33-38,-1-18 183,-3 28-352,0 7-56,-3-1-23,-6 9-44,-1 4 5,-6 6 3465,-21 23-3454,9 4-27,-9 9-6,17 5-3409,15-21 3408,3 7-524,6-13 502,5-4 18,7 2-12,1-8-2078,18 0 2072,-8-8 46,10-5 2099,-8-4-1988,8-10 626,-4-3-413,1-7-2459,-11 6 2258,-8 3 2240,-5 7-2280,-2 3-28,0 1-33,-2 2-18,1 2-44,0 2-5,0 4 3402,6 29-3374,7 20-18,-7-20 1,1 1-365,2 3 0,0 1 361,3 8 1,-1 1-1569,-1-8 1,-1 0 1559,4 13 0,1 4 12,1 4 0,0 1-308,-5-15 1,0 1 0,0 0 301,1 1 0,-1-1 0,0 0-2,0 0 0,-2 0 1,0-3-19,1 6 0,-2-2-25,-1 0 1,-2 2-104,-3-6 1,-1 3-1,-3 0-104,-5-3 0,-3-1 0,-2 1 76,-4 5 1,-3 0 0,-4-4 138,-18 6 1,-5-10-860,8-15 1,-1-8 917,3-12 1,0-9 44,3-13 0,1-9 7,1-8 1,2-6-5,0-1 0,2-2-6,4-4 1,5-3 16,7-9 0,4 0-53,2 12 0,1-2-13,3 7 0,1-2 0,3-1 5,1-3 1,3 0 0,1 2-19,2-8 1,1 0-1,-1 7 0,1-1 0,1 1-25,2 2 1,0 2 0,2-1-172,0 1 1,1 1 0,0-1-1508,5-8 0,1 0 0,0 1 1701,6-9 0,-2 5 0,-9 18 0,-2 6 0,2-4 0</inkml:trace>
  <inkml:trace contextRef="#ctx0" brushRef="#br0" timeOffset="3028">7372 2643 22021,'7'-45'903,"0"0"1,-1 1 0,-5 5-198,-10 9-185,-6-1-274,-4 11-180,1 10-45,4 9-11,1 6 1,4 5 4,-1 4 12,-3 12-11,4-4-17,0 10 6,3 1 5,4 2 17,2 6-17,4-12 17,3-7 6,3-11 50,4-1-6,-2-5 6,4-1 34,-6-6 95,3-7-124,-3-1-10,2-8 66,-2-6-78,-3 5-5,0-6 39,-5-2-45,-2 8-17,0-5-5,-1 10-6,-1 1-17,-2 3-6,0 2-49,-1 2-1,1 2-45,0 4-358,0 11-969,1 11-90,0 5-1260,4 6 1919,3-3 0,-2-15 0,1 1 0</inkml:trace>
  <inkml:trace contextRef="#ctx0" brushRef="#br0" timeOffset="3343">7525 2994 22800,'-4'-2'2251,"1"0"-508,3 2-1710,-50 31 62,50-5 6,-26 23-67,51-24-1,6-7-5,-14-14 107,7-1-6,-1-7-79,-2-1 0,-4-5 1,-8-2-1,-2 0-11,-2-3 6,-4-2 11,-5-11-56,-9-2-5,-12-7 16,-2 10-11,-4 5-17,7 13-22,1 2-62,1 3-173,2 2-2275,2 6 2549,7 3 0,2 0 0,7-2 0</inkml:trace>
  <inkml:trace contextRef="#ctx0" brushRef="#br0" timeOffset="3759">1639 4204 19000,'54'-4'264,"-1"-1"0,1 1 1,-1 0-1,0-1 1,-4 0-1220,8-4 1,-3 0 1172,-12 3 1,0-1 0,1 0-18,4-1 1,0 0 0,1 0-32,3 0 0,0-1 0,6 0-200,-6 0 0,4 0 1,2-1-1,1 1 1,-3-1 103,3 1 0,-1-1 0,0 1 1,4-1-99,-10 1 0,3 0 0,1 0 1,1 0-1,1 0 0,1-1 77,-2 2 1,2-1 0,0 0-1,1 0 1,0 0 0,-1 1-1,-2 0-157,0-1 0,-2 1 1,0 0-1,-1 1 1,2-1-1,3 0 119,-4 0 0,2 0 1,2 0-1,1 0 1,-1 0-1,1 1 1,-3-1-1,-2 1-21,5-1 0,-2 1 0,-1 0 0,-1 0 0,0 0 0,0 1 21,3-1 1,-1 0 0,0 0 0,1 1 0,-1-1 0,1 1-4,-2-1 0,0 1 0,0-1 0,1 1 1,1 0-1,3-1 7,-6 1 1,4 0-1,1 0 1,1 0 0,0 0-1,-1 0 1,-1 0 0,-3 1-8,4-1 0,-4 0 0,-1 1 0,1-1 0,1 1 0,4-1-7,-7 2 1,3-2 0,3 1 0,1 0 0,1 0-1,-2 0 1,-2 0 0,-3 1 0,-5 0-6,7 0 0,-5 0 0,-4 1 0,1-1 0,2 1 0,8 0 0,3-1 0,-1 1 0,-3 0 0,-5 1 285,0-1 1,-5 1 0,-1 3-298,0 3 1,-1 3-1,-6 0-212,15 8-431,-27 19-1669,-80-7 2324,6-9 0,0-2 0,-5 2 0,-7 0 0</inkml:trace>
  <inkml:trace contextRef="#ctx0" brushRef="#br0" timeOffset="48787">3975 4890 28562,'-50'1'1058,"0"0"1,5-1 0,6-1-30,6-3-1029,17 1 0,-2-2 0,24 3 0,3 0 0,11-2 0,5 0-2448,8-2 2485,8 2 84,5-4-433,-6 4 1,2-1 584,-9 1 1,1 0-750,11-2 0,1 1 285,-12 3 1,-3-1-495,2 1 1,-2-1 386,30 1-133,-4 0-20,-6 2 343,6 2-640,-22 2-61,1 4-27,-27 2-807,-9 3 1003,-12 2 1061,-8 3 493,-27 10-432,18-13 0,-2 0 609,-9 6 0,-2-1-527,8-4 1,1 0 89,1-1 1,1 0 1660,-11 4-898,3 0-1036,-8 1-381,13-3 0,5-1 0,18-7 0,18-5 0,19-3 0,2-4 0,15-1 0,-4-5 0,4 0 0,2-3 0,2 1-90,2-2 180,-1 0-90,-15 3 0,0 0 0,14-6 0,9-5 0,-26 7-2080,-4-9 2319,-12 4-89,-6-19-634,-14 12-479,-5-11 397,-13-5-438,3 10-65,-8-10-119,8 15 179,2 4 286,-8-6 185,9 10 461,-4-2-1326,10 11 1707,4 2-80,1 3 192,2 1-106,2 3 385,2 4 534,1 5-497,3 6-366,2 6-81,3 4-148,2 5-60,0 5 60,2 4-451,0 4-545,-3 1 1,0 1 468,1 14-393,-4-11 0,0-1 502,-4 6-1289,-8 3-272,-3 2-6898,-5-5 8955,-1-7 1,7-21-1,2-10 1</inkml:trace>
  <inkml:trace contextRef="#ctx0" brushRef="#br0" timeOffset="59735">7158 4764 15894,'0'-7'2503,"0"1"-772,0 6-168,0 0-1278,-60-43-43,34 38-55,-18-11 1,0 7-37,14 30-28,-11 13-22,12-4-23,10-4 1,0 1-4291,-7 16 4226,9-15 0,3 1 14,0 12 57,5 15-74,5-15-5,8 11 5,5-21 28,17 6-11,-2-13 28,11 2 6,-5-15 123,14-4-68,-9-6 3024,9-6-2985,-15-6 1167,-2-6-1161,-1-4-5,-3-4 185,4-17-180,-9 6-25,-7 3 1,-3-1-361,-2-10 302,-3-14-12,-6 15-11,-3 0 12,-3 0-1,-3 1-6,-1 3-3278,-1 2 3301,-1 6-334,0 3 345,-1 6-11,0 6-28,0 5-196,-1 7 168,-1 1-17,0 6-11,-3 3-5,0 6-1,-1 5 173,-5 14-184,9-6 0,-2 11-22,15-9-17,2 1-39,7 0-62,5 0-72,9 0-735,20 11 2760,-3-10-4779,-1-4 1,3-2 2982,17 6 0,-8-4 0,-20-13 0</inkml:trace>
  <inkml:trace contextRef="#ctx0" brushRef="#br0" timeOffset="60052">7559 4788 23742,'-27'-41'459,"0"-1"0,2 4 0,5 8-123,9 20-207,3 2-38,2 4-124,3 1 11,1 4-6,2 5 76,9 11-37,1 1 0,7 11-3391,-2-3 3380,3 4 5,-1 3-248,-1 3 0,1 1 243,4 10-6,-6-9 1,1 1-1,8 20-2116,-8-15 2122,3 10 0,-10-8-437,-6-15 481,-4 4 24,-4-18 27,-3-8 1923,-2-4-1906,0-7-1581,0-5 1548,1-7 700,1-7-711,2-6 544,3-22-562,1 8 12,3-16 33,8-3-1604,2 14 1514,7-11-38,11 5 1219,11 4-1970,-12 21 0,2 2-2740,22-8 3524,5 10 0,-35 16 0,-1 3 0</inkml:trace>
  <inkml:trace contextRef="#ctx0" brushRef="#br0" timeOffset="62308">8398 5098 14023,'7'-59'2160,"0"0"0,-1 7 1,-1 4-683,-9-6-738,-3 14-203,-7-10-61,-16 26-375,6 16-17,-10 11-5,11 8-4269,-3 7 4234,0 3 594,-12 17-621,3 9-2197,1 1 2169,10 0 11,11-1-78,5-12 101,3 8 2124,7-7-2108,6-9 379,5 0-48,4-14 83,4-19-285,-3-6-16,2-12-29,-4 0 12,2-4 156,7-15-45,0-3-50,3-8 2351,-9 16-2423,-3 3 109,-10 20-216,0 0-51,-4 16 34,-1 19 6,-1 6-1,-2 6 1,-2 3-2058,-2 18 2055,0-15 0,-1 2-3,1-9 0,0 2-985,-4 17 1,0 2 984,3-12 0,0 1-6,-3 13 1,1 2-342,0 2 0,1 0 341,2-14 1,0 0-1,0 0-412,0 1 0,0-1 1,0 1 409,0-2 1,0 1 0,0-1-10,-2 2 0,0 1 0,0-3 6,-3 7 0,0 0 5,-3 12 1,-2-2 7,4-24 1,0-3 20,-12 22 970,-10-12-959,1-28-6,-7-28-28,12-19 1688,7-22-1685,16 14 0,2-2 2,2 8 1,1-2-15,3-13 1,2-1-6,2 10 0,1 2-11,3-2 0,2 0-20,0 0 0,3-1-174,0 1 1,2-2 143,2 3 0,1-1 1,1 1 12,3-5 0,1 0 23,-3 7 0,1-1 0,1 1-351,14-13 1,-1 3 322,-8 12 0,0 0 5,7-7 1,2 1-186,-4 5 1,1 2 201,-1 2 0,2 0 31,6-5 0,1 0 11,-3 5 1,-2 3-61,-10 8 1,-1 1 62,21-11 1026,-20 12-986,-3 4-24,-4 0 2869,-3 2-2823,1-5 45,-3 0-40,-3 1 0,-6 3-5,-6 5 608,-2 1-620,0 1-11,-8-2 946,0 4-991,-18 2 6,5 6 12,-10 6-7,3 4 34,0 4-33,-13 16-297,10-6 274,-6 12 6,8 2-17,8 1 22,3 0-5,9-8 11,8-13 0,2-3 0,2-3 0,3-4 0,2-2 22,1-4 40,7-2 33,4-10-56,1-1 6,2-8 28,3-12-23,-5 6-483,6-11 483,-7 9 6,-2 0-11,-2 0 11,-1 1 6,-3 2-14,-1 1 20,-4 3 60,1 0-72,-5 6-11,0 2-62,-2 8 779,-1 3-762,0 3 0,-1 4 10,-1 3-5,0 3-10,-3 10 27,2-3-28,-1 7 1,2-7-1,2-2-5,-1 2 0,1-2 0,2 1-6,2-2-22,3-1-12,2-2-388,3-1 321,2-2-39,2-2-291,14-2 185,-6-4 22,10-4 56,-8-6-3231,1-4 3326,-1-3-332,-1-4 383,-1-1 32,5-11 35,-9 6 62,6-18-29,-15 17 12,2-8 196,-4-7-162,-3 15 10,1-11 7,-5 19-1,0 3 3089,0 2-3005,-2 1-118,1 4 522,-1 0-567,0 4 307,0 0-351,-1 5 11,1 1 0,-2 4-11,1 2 0,0 2 12,-1 2-12,0 1-6,-1 2 28,-1 17 1,2-12-12,-1 12-11,3-19 0,0 0-6,0-1 12,2 1 22,1-3-6,0-3 23,1-5 6,-2-5 10,0-1-5,3-3-17,0-3-16,3-3-1,0-2 17,7-8-27,-4 3 10,5-4-16,-5 5 5,1 1-11,7-6-6,-4 6 12,6-3-1,-6 9-5,0 2 0,1 3-5,0 2-6,-1 1 11,-1 3-6,0 3 6,7 11 0,-7-1 11,4 9-5,-8-5 11,-1 1-1,-1 0-27,2 10 11,-2-9-5,2 7 10,-3-12-3391,1-2 3386,1-3 33,3-2 1,-1-5 0,2-2-1,-1-6 6,10-13-22,-3 0 17,9-11-12,-8 4 6,0-1 3398,0-2-3415,-3 0 17,-2-3 28,4-9 6,-4 0-23,0 3-17,-5 8 6,-6 13 17,0 2-28,-2 5-6,0 2-11,-1 5 0,-1 2 0,0 2 11,0 2-5,0 5 5,0 1-11,0 2-6,-1 2 6,1 2-5,-1 1-1,1 1-5,0 11 5,-1-7-16,4 7-51,1-9-89,6 0-152,1-2-1254,14 6-3700,-4-8 148,11 3 4552,-5-10 1,-13-5 0,0-1 0</inkml:trace>
  <inkml:trace contextRef="#ctx0" brushRef="#br0" timeOffset="62481">10090 4403 18016,'0'0'0</inkml:trace>
  <inkml:trace contextRef="#ctx0" brushRef="#br0" timeOffset="63613">10511 4759 16661,'0'-7'3395,"0"2"-2354,0 5 528,0 0-998,-8-64-4369,3 41 3994,0-13 0,-2 0 1285,-2 20-1078,1 2-274,-1 2-45,4 6-22,1 4-34,2 1-16,0 3-1,-1 1-17,0 3 17,-1 4 3398,0 4-3398,2 3-22,0 2 17,2 3-1,0 1-5,2 1 23,2 2-12,4 0-5,3 1 5,2-1-3398,3 2 3387,1-3-381,3 2 392,1-2 11,1 0-16,0-2-5,6 8-1,-8-8 6,1 5-6,-11-12 0,-5-1-6,-3-2 3193,-3-2-3226,-5-1-40,-3-2 534,-4 1-1026,-12 0 39,5-4-190,-8-1-387,7-4-2334,-6-8 955,8-1-346,-4-7-95,9-1 397,2-1 818,1-5 1227,-2-18 1512,3 7-1277,-1-15 2543,6 13 56,1-1-174,2 3-1804,1 2 986,1 3-2470,0 3 2095,-1 3 494,1-1-959,-1 8-89,1-1 990,0 9-1187,0 3 1069,1 0-1214,0 4 3420,3 1-3380,2 9-52,0 1 1,1 9 0,-4-1 112,2 34-135,-4-16 6,1 26 39,-7-4-533,2-27 0,-1 2 343,-1 9 0,0 0-57,1-9 1,0-1-325,-2 28-2487,4-2-1378,2-17-4296,3 9 7866,0-25 0,1-12 1,-2-7-1</inkml:trace>
  <inkml:trace contextRef="#ctx0" brushRef="#br0" timeOffset="63815">10863 4942 18907,'25'-55'1150,"-1"-1"0,-1 6 0,-4 7-394,-6 10-5650,-1 5 5381,-2 4 136,-1 4-275,-2 5 1145,1 1-1347,-4 7-57,0 1-20,-4 5-41,0 1 2865,0 4-2871,0 2 1621,0 14-1626,-1-1-6,0 11 0,-3 11-11,0 10-22,0 1-29,2 1-83,1-16-4037,5 14 3118,3-14-1557,5 7 2610,6-15 0,-8-14 0,0-2 0</inkml:trace>
  <inkml:trace contextRef="#ctx0" brushRef="#br0" timeOffset="64016">11169 4366 19565,'-20'9'-6911,"4"-2"-2920,52 22 9528,-13-13 0,-11-7 0,-5-3 1</inkml:trace>
  <inkml:trace contextRef="#ctx0" brushRef="#br0" timeOffset="70502">11373 4784 13177,'0'-3'5097,"0"0"-823,0 3-3787,-5-52-341,4 38-68,-4-38-33,5 52-22,0 3 16,0 3 11,1 5-5,0 3 5,0 6 6,-1 3 51,-1 18-51,-2-7-236,-2 13 253,-4 0-45,3-11 0,-3 8-22,5-16 39,-1 6-23,3-11 79,-1 5 22,2-19 392,0 0-240,1-8 290,2-11-379,3-9-91,2-6 0,2-4 68,6-8-96,-3 7-6,6-10 1,1 0-34,-3 9-22,4-8 22,1 7-34,-5 9 0,6-2-5,-7 11-6,1 4-5,1 2 0,0 4-40,9 3-11,1 10 34,0 0-28,4 16-3364,-13-7 3358,5 8 0,-6-7-1076,2 1 1003,0-1-246,14 7 117,-6-7-33,12 3-1979,-9-11 1878,3-2 574,2-2-636,0-4-956,1-1 1001,1-3 73,-2-2 84,-1-4 45,10-11 297,-4-8 112,6-12 123,-11-6 123,-7-4 1840,-8 2-1694,-7 4 1499,-8 7-1712,-11 10 3274,-9 11-3537,-4 8-23,-4 6-5,3 4-22,-1 2 33,-11 9-56,9-1-23,-7 6-3386,13-4 3387,2 2-2274,3 0 2273,3 0-1132,3 0 1132,2-1-384,2 0 384,1-2 1548,4 4-1548,0-6-10,3 2 2363,3-7-2201,4-5 2282,6-9-2310,0-5 11,2-8-2294,-4 0 2300,1-2 162,5-12-191,-7 8 158,7-15-152,-13 19 129,4-9-157,-8 17-33,1-1-23,-5 9-22,0 2 3380,0 2-3402,-1 2 33,1 5-17,1 4-6,2 7 18,-1 8-34,2 26 16,-4-3-262,0-14 1,-1 3 261,-3 9 1,-2 0-1616,2-8 0,-1 1 1607,-3 13 0,0 3 6,-1 5 0,0 1-352,2-16 0,0 0 0,0 2 339,-1 12 1,-1 2 0,1-1 5,1-12 0,0-1 0,-1 0-7,1-3 0,0 0 0,-1-1-54,-6 21 1,-1-3 25,2-15 0,0-1 11,-4 11 0,-2-1 19,-2-14 1,0-5-1789,-10 11 1825,-8-6 211,2-40-194,-2-27-34,2-8 17,4-21 0,13 4 46,3-8-60,8 12 0,3-4-9,2-7 1,4-4 3,2 10 0,3-3 1,2 0-20,3-1 1,3-1 0,3 2-105,4-1 0,3 1 0,0 3-65,-3 9 0,0 3 0,2 2-343,12-14 1,2 5-4395,0 7 1,0 5 4562,-13 12 0,-1 1 1,3 0-1,-4 3 0,-10 10 1</inkml:trace>
  <inkml:trace contextRef="#ctx0" brushRef="#br0" timeOffset="71860">13903 4991 17042,'0'-59'1607,"1"-1"1,-1 7-1,0 4-402,-6-10-275,-5 6-320,-10-4-1440,1 22 965,-5 13-34,3 17 313,-3 2-341,-4 8 11,-3 4 79,-19 20-267,23-9 0,1 3 129,-9 9 1,2 2-738,7-5 0,2 1 718,1 2 0,3-1-1,-5 15 1,3 0-17,5 0 11,4-2 0,7-3 0,3-4 0,12 7-479,9-11 507,5-5 5,6-15 46,9-20 105,-7-5-139,12-13 5,-19 2 1,1-3 8,1-5-1,0-5 95,8-13 0,-1-2-142,-7 7 0,-1 0-798,-2-2 1,-2 0 808,-6 10 1,-2 2-4,1-3 1,-1 0-3,0-1 0,0-1-6,0 1 0,0-2-202,5-12 1,0-2 237,2-4 1,1 1-31,-5 10 0,0 1 16,0 0 1,-2 6 175,-6 13-237,-2 8 876,-3 11-859,-2 12 2841,0 5-2819,0 6 11,-4 24 1,-1-3-778,-4 19 755,0-5 6,-2 5-1,0 4-8,2 1 1,1 4-18,3-11 1,1 3-13,2-4 0,2 3 0,1-4-18,2 0 0,4-5-9,2-3 0,5-3-76,4-7 1,2-3-34,14 11 3,-3-15 0,2-5 44,8-7 36,-7-10 1,2-4 45,19-22-642,0-4 698,-9-13 11,-17 6 11,-3-3 0,-2-2 14,-9 10 1,0-2 2,6-14-223,-6 7 0,-2 1 240,1-3 1297,0-10-1264,-7 21-22,-2 4 90,-3-2-90,0 10 718,-4 1-769,-1 11 550,-3 3-594,-3 2 16,-1 4 7,-4 5-7,-1 3 6,-2 4-11,-2 2 12,-1 2-7,-15 25 1,8-4 27,-5 9-33,16-15 0,8-13-11,5-3 11,1 3 0,4-8 0,2 1-33,3-10 44,2-3-6,2-1 51,8-6-28,-3-3 40,15-13-40,-11 4 5,5-6 6,-9 6-5,-1 0 28,-2 0-23,-1 0-6,-2 1-5,-1 2-33,-1 0 33,-1 3 28,-1 0-28,-3 5-17,0 0 0,-3 5-5,-3 8-1,-1 0-5,-3 8 12,0 1-12,-2 1 5,1 4 1,0 0-1,1 2-33,1 26 34,7-24-6,2 18 6,8-33 10,3-3-16,3-3 6,4-3 0,3-2 5,24-12-9,-18 0 1,1-1-344,0-2 1,1-1 343,0-3 0,-1 0 8,12-15 0,-3-1-11,-2-3 23,-4-3-7,-3-1 12,-5-3 12,-2-4-1549,-3-5 1543,-1-4-6,-1-3-12,-10 29 1,0 0-9,-1-1 1,0 0-1,1-2 1,-1 1 5,-1 1 0,1-1-1318,1-11 1,0 0 1322,-3 13 1,0 1-3,1-6 0,-1 2 61,-1-9-16,-3 16-79,-2 5 411,-3 15-394,-1 9 5,-4 4 29,-1 6-29,-4 7 1,-3 7 5,-2 5 17,-1 9 839,-1 6-873,7-6 1,1 3 455,-1 8 0,1 2-450,1 0 0,0 0-3,1 3 1,2-3-7,3-13 1,1-2 2,1 2 1,0-1-7,0 0 1,2-1-20,-1 0 1,2 0-32,0-2 0,1 0-53,2 0 1,1-2-1338,1-1 0,3 0 836,11 28-625,5-6-86,4-7-880,1-7-2476,0-9 4683,1-5 0,-15-14 0,-1-3 0</inkml:trace>
  <inkml:trace contextRef="#ctx0" brushRef="#br0" timeOffset="72385">15113 4670 23495,'-49'-15'151,"14"4"-78,46 17-12,4-1 1,6-2-5667,5-1 5633,5-1 1111,23-5-1117,-9-1 507,15-6-518,-18 0 23,16-11-12,-17 4 12,9-9 5,-20 5 96,4-14-29,-11 7 23,3-11 28,-12 12 229,2-10-156,-7 11 17,0-5 5,-7 15 3044,-1 2-3089,-2 2-39,-3 3-50,-2 3-45,-4 4-17,-2 1-11,-5 5-1,-4 5-10,-4 6 0,-3 6-1,-2 6-5,8-3 0,0 2 140,-9 14-163,7-3 1,3 0-2684,0 6 2683,2 11-212,12-9 218,8-12-11,4 6 11,6-17 1,3-3-18,3-3 23,1-4-2139,3-4 2156,-1-3-474,2-3 496,-1-5 1943,10-10-1960,-8-3 6,8-9 11,-9 4 0,0-1 17,-2-2 0,0 0-1762,-2-1 1762,-1 1 1017,-2 0-1017,-1 0-1109,-2 2 1125,-2 2-115,-1 4 127,-3 3-11,-1 3-12,-1 4 1828,-3 2-1884,1 3 1018,-2 2-1057,0 10 3306,0 11-3289,0 5-33,0 21-29,0-13-1394,0 13 1075,1-11-2106,7 21-6097,1-13-1157,5 11 9741,-3-24 0,-5-15 0,-2-7 0</inkml:trace>
  <inkml:trace contextRef="#ctx0" brushRef="#br0" timeOffset="73707">17146 4513 14026,'-5'-62'1053,"-1"-1"0,2 13 0,-1 5 2395,-7-10-3140,4 31 1237,-1-1-1388,4 15-79,1 4 709,0 4-798,2 5 0,-1 6 22,2 5 2866,-2 6-2861,0 20-27,0-5-866,1 15 866,1-10-28,1 1-57,2 3-111,2-1-230,3-1-381,4-2-890,3-2-3115,2-2 4047,5 1 1,-9-18 0,-1-2 0</inkml:trace>
  <inkml:trace contextRef="#ctx0" brushRef="#br0" timeOffset="74100">17449 3892 23210,'-37'11'28,"1"-1"0,2 0 0,9 3-5,21 10 269,0 1-236,1 7 86,2 0-97,3 4 33,6-8 12,0-11 90,3-6-23,-3-9 168,1-1-174,1-4-50,1-2 5,-1-7-5,1-1 5,-1-3 12,-1-2 56,2-9-101,-6 5 0,1-7 11,-6 9-2985,0 2 2963,-1 1-1,-1 4 51,-6 0-89,2 5-18,-3 1-10,1 5-7,1 2 2969,-2 4-2962,0 3-12,-2 4-67,-4 12-3577,1 10 3381,2 2-107,5 5-523,6-10 36,5 2-587,5 0-1474,3 1 2935,7 4 0,-9-16 0,1-2 0</inkml:trace>
  <inkml:trace contextRef="#ctx0" brushRef="#br0" timeOffset="74473">17684 4273 20071,'-28'39'90,"5"-2"1044,23-13-1078,0 16-33,0-8 926,2 11-904,0-3 45,0 5-17,1-10 561,-2-5-398,-1-21 89,0-4 1248,0-2-1237,-1-2 447,0-4-592,-1-3-29,0-5-16,2-4-40,-1-3 1,2-3-12,3-2-11,2-4-3409,3-2 3387,1-2-18,3-1 24,7-10-40,-4 11 0,5-4 16,-3 12-38,-3 8-6,2 1-6,-7 10 12,1 2-12,-1 4-5,2 3 6,0 3-23,2 6 22,1 3 3398,1 5-3409,0 5-3397,1 4 3358,0 4-1479,-2 1 1,1 2 834,3 10-1291,0-1 1,0 0 1990,2 3 0,-3-8 0,-6-19 0</inkml:trace>
  <inkml:trace contextRef="#ctx0" brushRef="#br0" timeOffset="75141">18873 4597 20431,'4'-1'2352,"0"-1"-957,-4 2-841,41-62-1193,-26 35 846,9-12 1,-1 1 526,-13 12-409,-1 4-84,-2 4 190,-1 3-403,-2 8 6,0 26 11,-3 27-17,1 15-291,-2-23 0,0 0 283,-1-6 0,0 1-6,0 2 0,-1 0-6,1 3 0,-1 0-628,0 1 1,1 0 619,0 2 0,0 0 3,1-1 0,0 3-3,1 17 0,1 1 0,-1-15 0,1 0 0,0 13 0,1 1 0,-1-6 0,0-3 0,-1-13 0,0-2 5,0 9 1,-2-2 33,-6 10-215,1-22 204,-4-6-5,3-22 5,0-12-17,-1-7-5,-1-12-2535,-1-8 2546,-1-8-9,2 5 1,1-2-637,1 7 0,0-1 628,-3-14 0,2-1-420,2 10 0,0 0 431,1-2 0,0-4-152,2 2 0,0-4 0,0 2 152,0-7 0,1-2-8,0 9 1,1-3 0,1 0 5,1 0 1,1 0-1,1 2-4,0-8 1,2 0-1,-1 8 1,1-2 0,0 4 2,2-2 1,1 2-4,5-13 1,1 0-1,-3 17 1,1 0 402,9-18 1,2 3-420,7 2-1,-11 22 1,3 3-50,27-6 27,-10 15 6,12 4 6,-14 13 5,-3 10 6,-1 4 0,-1 9 582,-4 7-594,7 25 18,-15-6 2,-7-14 0,-4 0 3,-2 17 0,-4 1-11,-6-2 5,-5 1 1738,-8-3-1743,-6-2-6,-6-2 6,-5-4-17,-6-2 11,-3-2 11,-3-4 0,10-12 1,-2-1 2,0-2 0,-1-1-31,-7 1 1,0-2-588,12-5 0,3-1 375,-16 0-1654,25-5 1093,7-1 1114,6-1-1151,5 1 0,3-1 0</inkml:trace>
  <inkml:trace contextRef="#ctx0" brushRef="#br0" timeOffset="76066">19913 4259 24874,'4'-43'327,"0"0"0,0 4 0,-4 9-76,-5 22-117,-2 3 36,-12 5-154,4 3 1,-12 7 51,-2 14-51,5-2 13,-8 10-18,2 8 4,1 4-3402,3 0 3375,6-4 16,13-13 1,2-4 0,3 0 27,2-4-16,3-3 17,1-3 50,10-2-28,-1-6 11,8-1-6,-4-8 12,3-2 34,13-14-57,-8 2 3398,9-10-3398,-12 6 6,-2-1 6,-2 0-28,-2 0 94,0-8 7,-4 0-6,-3-2-73,-5 11 0,-4 8-6,-2 8-50,1 3 11,-3 1-5,-1 7 11,0 1-51,-4 8 34,0 0 11,0 3-16,0 1 27,0 3-28,-2 10 6,5-5 12,-1 7-7,6-1-22,7-1-3375,2-2 3392,8-4 0,1-11 12,4-1-24,14 0 12,-6-4 17,11-2-6,-13-6 45,18-12-11,-12-6-22,5-6-18,-18-1 46,-7-3-29,-6 5 12,1-9 3397,-5-2-3392,-2-3-28,1 1 17,0-12-22,0 25-1,2-9-5,-1 19 23,1 1-29,6-1-16,7 3-6,0 1 0,6 4-11,-6 5 5,2 3 34,-1 4-11,1 6-3370,-1 4 3370,-1 3-45,7 19 56,-5 7 0,-1 2-196,-6-2 207,-5-2-17,-3-13 12,1 8-6,-2-18-11,8 10 22,4-12 0,4 0 3256,2-14-3261,11-16-1,-3 1-5,13-11-263,8-12 266,-25 10 0,0-2-1491,0 0 0,-1-2 1496,1-12 1,-3-2-1717,0-13 1708,-10 17 0,0-1-747,1-20 763,-3-2-135,-2-3 133,-4 17 0,-1-2-3,-1 1 0,-1-1 215,-1-9 0,-2 0-223,0 15 0,0 3 19,-8-24-428,3 28 400,0 6 463,-1 3-451,3 10 294,-1 3-323,2 9 12,1 8 45,-3 5-34,-5 24 11,-6 23 429,5-16 0,0 5-457,-1 7 0,2 4 6,4-16 0,0 2 0,2 0 1,1 2 1,1 2 0,3-1-1,2 4 1,2 0 0,1-3 694,3 12 1,2-3-708,5-1 0,3-4-18,-1-15 1,1-3-31,2-1 0,4 1-201,12 8 1,2-1-27,-9-11 0,1-2-485,9 6 0,-1-2-994,8 1-1727,-8-9 3503,-7-7 0,-16-10 0,-3-2 0</inkml:trace>
  <inkml:trace contextRef="#ctx0" brushRef="#br0" timeOffset="76456">20822 4353 17384,'-6'-3'3920,"1"0"-587,5 3-3283,3-28-27,24 20-1,13-23-16,10 28-1276,-1-1 1281,-15 0-5,-1 0-2952,23-13 2952,-22 5 5,15-9-240,-27 7 252,-2-1-1,-2 0 124,0-6 834,-5-1-620,-3-13 2299,-6 11-2390,-6-2 375,0 14-369,-2 1-18,0 2 191,-1-1-257,2 4 78,-2-1 640,4 5-881,-2 1-11,3 1 5,-2 7-16,1-1 0,-2 9-1,1 1-10,1 4 5,0 3-6,1 3 12,1 3-6,1 2-23,5 17-50,4 5 1,2 0-779,1-4 134,2-4-106,-5-13-774,5 7-2990,-5-18 4587,3-3 0,-7-8 0,1-3 0</inkml:trace>
  <inkml:trace contextRef="#ctx0" brushRef="#br0" timeOffset="76639">21449 3745 22671,'-23'10'-469,"12"26"0,18-14 0,3 12 0</inkml:trace>
  <inkml:trace contextRef="#ctx0" brushRef="#br0" timeOffset="84568">21921 4095 13463,'0'-3'5377,"0"0"-1781,0 3-3478,-42-36-23,25 30-5,-33-24 5,34 40 84,-10 12-33,-4 11-90,-1 3-283,2 4 255,10-8-5,-3 14-12,8-10-11,2 8-6,10-14-22,14 8-3304,1-10 3299,12 5-18,0-14 6,3-3-668,2-4 657,4-3 6,1-5 0,2-1-26,2-8-8,17-9 62,-14-3 11,11-9 0,-20 3 55,7-13 1292,-11 9-1274,4-9 22,-15 12 17,-3 2 140,-1-8 44,-4 3 1048,-2-2-1165,-4 10-28,-3 9 11,-1 6-84,0 3 1880,-2 1-1925,-1 1 1,-3 4-6,-2 4 27,-7 12-32,2-1 10,-5 9-5,5-6 11,-3 14-17,6-8-5,-1 10-6,8-11 5,1-2 1,3-1 27,8 6-16,0-9 0,8 3-3381,0-13 3403,2-3-340,1-3 368,4-2-2141,0-4 2175,1-4 11,1-4 0,-1-4 74,10-15-102,-9 4 2163,7-10-2034,-4-6-17,-4-5-112,-1 1 201,-8 2-223,-8 14 3314,-1 0-3292,0-8-3376,-2 10 3320,0-5-1872,-2 13 1850,-1 4 87,0 1-149,-1 6-22,0 1-40,0 4 2443,0 4-2717,4 9 2884,0 2-4699,8 33-2208,0-3-345,3 10 4709,-3-5 0,-7-30 0,0-1 0</inkml:trace>
  <inkml:trace contextRef="#ctx0" brushRef="#br0" timeOffset="85517">22730 4662 19770,'2'5'3904,"0"-1"-2823,-2-4-342,26-88-207,-3 33-2568,-4-2 0,1-1 2106,-6 28 0,0 3 25,2-5 1,0-1 69,3-6 0,1-1-135,6-14 1,1-1-20,-6 8 1,0 2-1,1-2 0,-2 3-6,-6 12 1,-1-1 25,7-20 0,-2-3 13,-6 14 1,-2 2-23,3-10 1,-2 4 22,-7-3 22,-8 23-56,0 11-5,-5 3-28,-4 13 10,2 5 7,-5 8 5,2 7 0,-9 24 2768,3-4-2763,2 0 1,1 2-751,-4 14 739,7-20 0,1 3 6,3 2 0,1 2-512,2 2 1,0 2 466,1 11 1,3 1-43,5-1 0,3-3 6,0-11 0,3-3-135,11 6 0,3-4-92,11 4 126,-9-19 0,2-3-266,17 3-51,4-6 7,3-7 97,-15-9 0,3-3-1082,6-9 1,0-3 1459,-7 3 1,-2-3 55,8-12 0,-5-5 164,-1-20-51,-2-3 32,-10 0 225,-7-2 17,-3-5-188,-7 22 0,-1 0-3,1-17 11,-5 8 1223,-5 11-1262,-2 11 902,-16-5-1081,5 18-11,-11-1 0,-2 14-17,5 1 3016,-8 8-3000,8 0 281,1 5-302,-8 13-3293,8-6 3293,-4 11-1,9 0 12,5 1-18,3-2 12,7-6 180,9-7-168,1-7-1,7 2-2257,0-11 2274,0-2 2330,11-4-2213,2-8-2346,0-1 2263,-1-8 39,0-8 22,-1-3 39,5-10 12,-7 0-29,-5 2-66,-8 8 2256,-4 7-2183,-5 6-108,0 5-10,-2 2-62,0 4 3409,-4 11-3381,-3 7 0,-5 15 5,-1 5-5,0 6-5,6-9-1,3-1 1,5-2-7,4-7 7,3 6-12,11-4 23,-2-8-1,9 4 6,6-8 12,3-6 10,8-3 18,-5-12 16,-7-8-28,-10-3 0,-6-3 1,-5 4-7,-3-3 6,1-12 1,-1-5-29,0-1 6,2-20-274,-3 29 262,3-14 12,-3 23-11,0 3-1,4-4 18,1 4-12,0 2-5,6 3-18,-8 10 1,6-2-17,-6 5 279,1 3-284,6 6 22,3 10-6,8 12 0,0 9 6,-5-4-642,-2 2 619,-7-9-50,0-1-521,8 16-2202,3 4-6944,0-3 8958,-2-8 0,-15-24 0,-2-6 0</inkml:trace>
  <inkml:trace contextRef="#ctx0" brushRef="#br0" timeOffset="86120">25590 4391 13062,'26'-51'814,"1"-1"0,-3 5 0,-6 5 2277,-14 11-2610,-2 2 209,-9-5-466,-1 11-68,-9-1-66,0 13-23,-4 4 6,-4 4 1396,-2 2-1397,-15 12-60,-1 10-1,16-3 0,0 2 17,-11 16-28,7 5 690,13-11-690,3 3 3262,2-1-3262,3 2 6,4 12-23,4 0 23,6-1-1,5-10 127,5-15-121,3-4-6,3-3 12,0-4 0,4-3-3278,-1-3 3306,0-4 208,-1-3-186,-1-5 17,-3-4-11,-2-4-1,-2-3-16,-1-4 0,-3-2 0,-1-4 23,0-16-46,-4 9-169,0-13 147,-3 15 50,0 0-49,-2 2 27,1-7-34,-1 13 12,0-2-6,-1 16-27,0 5-18,-1 3 3288,-1 3-3310,0 1-5,-1 5-68,-4 9 28,0 3-61,-1 10-96,3-3-156,3 3-185,1 2-52,4 1-2659,10 13-879,2-10 3341,11 14 0,-13-30 0,0 0 0</inkml:trace>
  <inkml:trace contextRef="#ctx0" brushRef="#br0" timeOffset="86469">25998 4228 19574,'0'-9'3467,"0"2"-1955,0 7-997,-17-66-117,11 44-250,-4-16 1,1 4 86,7 24-89,1 3-68,1 3 1,0 2-68,6 10-28,0 1 28,6 9-11,0 2 0,1 4 12,1 5-764,-1 3 747,-1 2-1,-1 2-5,-2 1 5,-2 1 6,0 1-518,-3-1 506,0 14 12,-3-15-11,0 8 22,-2-21 1,-3-4 4,-3-5 18,-2-4-34,-3-4 45,-1-4 5,0-3 12,0-5 11,0-4-12,3-7-22,0-4 45,1-18-61,5 5-1,0-13-5,5 9-609,8-13 586,1 11-36,2 9 0,2 2-48,7-2-55,9-5 231,-4 17-439,0 4-145,3 4-1339,15 5 27,-10 3-1965,12 3 3775,-11 4 0,-17-2 0,-1 0 0</inkml:trace>
  <inkml:trace contextRef="#ctx0" brushRef="#br0" timeOffset="86943">26903 4175 19619,'0'-6'4144,"0"1"-3024,0 5-722,-24-62-1588,13 40 1321,-3-14 1,-2 3 75,2 20 440,-2 4-440,-14 3-146,3 3 23,-25 10-39,18 2 28,-23 18-28,15 5-28,2 3-17,9 2 5,15-8 1,4-1-6,4 0-6,5 10 1,12-1-2528,4-1 2544,10-7-159,-1-13 153,3-2 169,2-5-157,15-4 5,-8-7 1,9-5-6,-13-8 5,-1-3 0,-2-5 46,8-18-35,-12 6 2986,4-16-3003,-11 11-319,-2-3 320,-2-5-6,-1-2 6,0-4-17,0-2 16,-1-1 1,0 2 14,-3 18 0,-1-1-1,-1 3 1,-1 1-17,0 1 0,0 0 37,-1-15-6,-3 23 11,-1 6-23,0 5 1,-1 6-29,0 4 1,0 2-6,0 4 6,-1 5-6,0 6 0,-2 6 0,-1 7-12,-1 5 18,0 6-69,0 6 52,1 5 11,1 5-11,1 4 11,2 4-25,1-16 0,1 1-6,1-11 0,2 0-104,2 23 1,3 0-279,-1-25 0,1-2 242,3 9 0,1-1-277,9 11-261,-4-21 1,1 0-407,9 10-521,8 2-5156,-4-22 6792,-6-10 0,-8-4 0,-12-5 0</inkml:trace>
  <inkml:trace contextRef="#ctx0" brushRef="#br0" timeOffset="87517">27251 4292 13864,'0'-7'7695,"0"2"-6606,0 5 344,0 0-5138,-4-62 4125,2 43 314,0-17 0,-1 4-549,1 26-39,1 1-17,1 3-129,-1 2 6,4 0 5,1 0 3398,10 3-3409,-1-1-3392,15 2 3403,-9-2 17,15-1-23,-15-2 7,5-2 21,-9-1 6,-1-2 12,-2-2 10,-2-1 46,1-7 5,-2-4 3341,-2-1-3341,-3-5-56,-4 12 40,-4-7-52,0 11-21,-5-1 27,-4 5-39,3 3 6,-5 0-6,-3 6 6,-4 7-28,-6 8 11,6 1-17,3 3-3375,7-4 3392,2 1-2268,1 3 2268,2 1-6,1 12 1,5 2-1,3 0 17,4-4-28,5-12 23,1-2-6,12 5 17,-4-8-12,6 2 2297,1-9-2234,-2-5-40,-1-3 0,-3-6-28,-6-3 22,0-3 3420,8-7-3408,-5 2-3398,4-6 3431,-1-4-2307,-6 5 2273,4-8 7,-3 0 16,-4 6-40,2-4 7,-5 10-12,-1 2-5,0 2 16,-1 0 2280,3 1-2296,0 2 3386,-1 1-3398,-1 6 6,-3 1 0,0 2-6,3 4-22,1 8 0,5 10 45,-3 3-17,-1 5 6,-1 8-51,-1 5-145,3 15-432,0-1-1232,1-3 1494,1-4 0,-5-23 1,-2-7-1</inkml:trace>
  <inkml:trace contextRef="#ctx0" brushRef="#br0" timeOffset="87937">28129 3915 25102,'-34'5'56,"6"3"-28,20 15-17,3-5-4235,-1 3 4241,4-6 865,0 2-865,1 0 39,0 0 124,3-5 195,0-6 0,4-5 3252,5-9-3436,2-5-29,3-7-22,-3-4-84,-4 3 0,-4 1 17,-2 1-11,-2 2-34,0 1-62,0 7-33,-1 6-392,0 2 274,-1 10-459,1 5 78,-1 7-213,1 2-352,2-4-679,-1 1-1584,2 1-3473,1-3 6716,-1-2 1,-1-8-1,-1-3 1</inkml:trace>
  <inkml:trace contextRef="#ctx0" brushRef="#br0" timeOffset="88234">28244 4328 26234,'-32'4'28,"-1"0"0,-19 5-12,48 5 1,1 2 0,2-2 5,0 1-10,3-1 10,1-2 45,6 3 40,3-3 77,5 0-49,-3-5 10,1-5 7,-5-1-24,0-2 119,3-5-135,-4-1-6,2-4 107,-5-7-168,-2 5-12,-3-7-16,-3 9-28,-5-4-151,-2 2-130,0 1-576,0 3-2111,3 5-6852,1 2 9790,0 0 1,3 2 0,1-1-1</inkml:trace>
  <inkml:trace contextRef="#ctx0" brushRef="#br0" timeOffset="98098">1530 7076 11052,'-59'5'1213,"-1"0"1,10 0-1,9-2 1806,11-2-2672,18-1-117,5 0 1425,4 0-1470,22-5-1510,0 1 1420,21-5-33,-2 1-12,6-2-1528,9 0 1501,5-3-193,-9 3 1,2 0 174,-11 2 1,1 0-12,13-2 1,3 0-71,1 1 1,0 2-250,0 0 0,0 1-92,0 0 0,-2 1-351,-9 2 1,-3 1-2572,7 1-5347,-11 2 8686,-11 0 0,-14 0 0,-8 0 0</inkml:trace>
  <inkml:trace contextRef="#ctx0" brushRef="#br0" timeOffset="98331">1912 7004 25309,'-14'-26'96,"4"24"-107,15 65 11,-2-23 0,-1 0-2842,0-6 0,-1-1 2825,0 1 1,1 0-99,-1 2 0,0 0-1237,1 21 1100,-1-20 0,1 1-601,-1-2 1,1 0-2517,0-1 0,0-1 3090,1 3 1,-1-3-1,2 6 1,-2-22-1</inkml:trace>
  <inkml:trace contextRef="#ctx0" brushRef="#br0" timeOffset="98724">2232 7285 17574,'0'-6'5355,"0"2"-3115,0 4-2150,2 12-40,7 10-22,1 3-6,6 4-3391,-2-11 3392,2-3 16,13 3-5,4-6-2292,1-2 2275,-1-6 56,-2-10-39,-8-1 2262,6-7-2262,-11 0-6,-1-3-6,-1-2 3409,-1 0-3408,-1-3 49,9-15 7,-7 8-18,2-5 12,-9 18 134,-6 9-78,-1 3-84,-2 3 11,-4 13-34,0 2 96,-17 38-51,0 1-437,4-11 0,1 2 378,1-1 1,1 1-23,0 2 0,2 1-28,2 2 0,2 0-182,2 1 0,2 0-771,2-1 1,2-2-3922,2-3 1,1-2 4297,3 13 1,-1-22 0,-3-25 0</inkml:trace>
  <inkml:trace contextRef="#ctx0" brushRef="#br0" timeOffset="99248">2929 7443 25931,'-14'20'375,"-3"21"-246,3 21-659,5-21 0,0 3 546,1 3 1,1-1-12,1-8 1,2-2 0,0-1 0,1-1-6,2-1 0,0 0-6,-1 28 86,2-27 1,0-2-42,0 9-107,0-17 141,0-19 55,0-2-105,0-14 564,0-13-553,0-6 130,0-10-124,0-13-417,-1 8 388,0 14 1,0-2 16,-2-18-3032,1-4 3010,0-2-6,2-1-809,-1-1 812,2 18 0,0 0 14,3-20 8,0 14 0,2 0-20,1 14 1,1 2-6,7-28 6,3 14-6,-4 20 0,1 4 0,10-2 0,6 6-22,10 2 16,-7 8-5,-2 8 466,-9 3-455,9 11 0,-8 1 0,6 8 2868,-13-3-2891,3 14-2097,-9-6 2120,-1 10-6,-11 3-2273,-15 3 2301,-2 0-1012,-14-5 1001,4-13-1183,-18 6 1166,9-9 3,5-8 1,-1-3-9,-4 0 16,-11-3 1184,9-9-1318,8-12-33,4-2 850,14-10-2083,16-13-3310,19-9-4565,-1 1 9270,11 5 0,-20 26 0,-5 6 0</inkml:trace>
  <inkml:trace contextRef="#ctx0" brushRef="#br0" timeOffset="99940">3471 7312 21063,'-3'1'2717,"1"0"-420,2-1-2152,-15 6-55,16-4-23,-10 5-5,21-6-1,1-1 12,4-1-22,1-2-7,3-1 7,3-4 5,12-6-23,-8 2-5,9-6 17,-6-2 34,-2-4-3410,-3 0 3365,-9 0 5,-11 8-1098,-2-1 1098,-3 2-5,0 1 5,-8-1-5,-2 5-12,-14 0-11,5 8-44,-6 2 44,6 3 11,-7 9 2863,0 7-2880,-3 11 23,11-2-22,2 25-17,11-24 11,-1 18 1633,8-21-1621,1 0-35,5-1 29,11 9 11,0-10 33,23 13-28,7-13-311,1-3 300,4-7-544,-17-9 538,0-3-3093,12-7 3094,-15-1 11,7-7 5,-19-1 1,-3-2 5,-2-3 0,-3-3-12,-1-2 7,-1-5 5,-2-2 5,-1-2-1901,3-19 1907,-5 13 0,1-11 287,-5 19-281,-2 2-6,-1 2 6,-1 3 0,-1 1 33,-1 4 23,0 2 17,-2 2-40,1 4 12,0 2-39,1 3 2218,0 3-2269,2 1 0,-1 1 0,1 5 0,0 2 0,1 5 3392,2 5-3392,9 27 0,-2-12 0,7 20 0,-4-21 0,1 2-3392,2 1 3392,3 2 0,3 1-2269,2 1 2269,2 2-213,-4-1 0,-1 1 213,1 11 0,-5-12 0,-5 1-35,-28 22-111,-5-16 20,1-15 0,-2-1-294,-21 9-257,-5-2-522,-3-3-1506,0-5 2705,-7-2 0,28-12 0,1-3 0</inkml:trace>
  <inkml:trace contextRef="#ctx0" brushRef="#br0" timeOffset="100339">1631 8341 14488,'-48'11'515,"0"0"0,0 0 1,3 0-1,0-1 0,3 0 34,-4 2 0,0-1-930,-12 6 1,0-1 780,16-4 1,2 0-74,-10 4 1,2-1 129,9-2 0,4 0 794,-20 9-1156,8-1 6,26-7 515,18-6-414,9-1 61,7-1 6,10 0-45,10-2-6,10-2-50,11-1-617,-22-1 0,3-1 536,5-2 1,5 0 0,-2-1-41,13-1 1,1-1-370,-4 0 1,3 0 0,-1-1 345,-8 2 1,-2-1-1,1 1-7,4-1 0,2-1 0,0 1 5,3 0 1,0-1-1,4 0-443,-7 2 0,4-1 1,2 0-1,-1 0 1,-2 1 432,1-1 1,-3 1-1,2 0 1,5 0-216,-8 0 0,4 0 0,3 0 0,1 0 0,0 0 1,0 1-1,-3-1 197,0 1 0,-1 0 1,0 1-1,-1-1 1,1 1-1,2-1-147,0 0 0,3 0 0,0 0 1,1 0-1,-1 0 0,-1 1 0,-3-1 72,8 0 1,-3 0-1,-1 1 1,-1-1-1,2 1-299,-7-1 1,1 1-1,1-1 1,-2 0 0,-3 1-1,-4 0-645,9-1 0,-5 0 0,2 1 1025,0-1 0,3-1 0,-3 1 0,-9 1 0,-6 0 0,-6 0 0,0 1 0,-1-1 0</inkml:trace>
  <inkml:trace contextRef="#ctx0" brushRef="#br0" timeOffset="100957">5229 7194 11351,'2'-4'5254,"0"0"1860,-2 4-6851,4-56-84,-11 48 11,-2-35-22,-17 68-95,5 0-3342,-9 14 3320,13-14-6,-7 17 5,14-13 56,6 5 29,17-11-57,3-8 12,8-9 62,5-4-68,-8-5 3515,21-12-3476,-18-2 28,5-9-78,-17 6-11,-6 2 16,-5 5 0,-3 1 85,-5-3-57,-7 0-11,-9-2-33,-4 3-45,4 5-6,3 3 0,8 3-28,-2 2-22,4 1-3386,-1 2 3369,6 3-208,1 9-520,3 9-51,2 2-503,5 4-5495,7 7 6833,0-3 0,-2-6 0,-5-11 0</inkml:trace>
  <inkml:trace contextRef="#ctx0" brushRef="#br0" timeOffset="101279">5253 7728 18509,'-3'1'3776,"1"-1"-432,2 0-3311,-34 9-10,31-5 5,-22 7-4196,56-4 4185,-10-2 865,18 3-848,-20-4 83,0 0 158,-8-3-113,-7-1-5,-3-3 3576,0-6-3413,-1-6-52,1-8-128,-1 3-5,-1-1-1,-1 8-5,0 1-17,-3 2-22,1 1 27,-5 2-89,0 4-5,-4 0 10,-6 9-44,-5 7-151,-10 11-930,4 7 1092,7 6 0,11-17 0,9-1 0</inkml:trace>
  <inkml:trace contextRef="#ctx0" brushRef="#br0" timeOffset="122566">4606 9162 8391,'-59'5'444,"-1"0"0,5 0 1,1 0 1214,4 0 1,0-2-843,3 1 1,-1 0 212,-4 0 0,1-1-826,15-1 1,3 0 1127,-16 2-946,23-3-319,12 1-39,4-1 2821,8 0-2658,9 1 1094,15 2-1218,6 0-11,14-1-2661,1 0 2627,8-3 12,7 1-267,-27-1 0,2 0 238,17-1 1,4-1-6,5 0 0,0-1 0,1-1 0,1 0-712,-11 1 0,2-1 0,-4 0 706,-4 0 1,-1 0-10,3 0 0,4 0 0,-2-1-218,7-1 0,0-1 197,-11 2 1,1 0-1,0 0-26,15-4 1,-1 1 19,-6 1 0,-3-1 42,-8 1 0,-4 0 2029,17-5-1968,-25 3 439,-17 1-404,-11 2 3031,-9-2-3099,-6-2-2465,-3 1 2454,-3 2 22,-2-2 28,-1 1-22,0-2 56,-9-5-6,8 4-22,-13-6-34,12 6 3404,-1 2-3354,-7 0 6,-6 0-33,-2-1 39,7 2 0,0-1 44,-10-5-55,-10-2-11,22 3 16,12 4 0,4 1 6,2 1 207,-2-1-207,7 4-62,0-1-28,7 5-11,1 0 0,3 2 34,7 6 16,11 6 1,15 10-29,15 9-726,-3-2 704,4 1 0,-13-5 6,-1 0-3165,0 2 3136,-4 2 35,-2 0-2158,1 16 2123,-14-10-1451,-2 12 1368,-20-13 30,-7 0-444,-8-1-859,-7 1-3818,-4 0 5197,-6 3 0,16-18 0,1-2 0</inkml:trace>
  <inkml:trace contextRef="#ctx0" brushRef="#br0" timeOffset="124568">6740 9040 11444,'-21'-41'642,"1"0"0,2 3 0,2 8 2349,3 20-2593,2 1 1649,-2-1-1800,6 5 836,-1-1-719,4 4 3174,2 1-3437,-1 0 33,2 1-123,0 0 0,-1 1-22,1 0 17,-1 1 5,2-1-33,0 1 27,0-1-10,0 0-7,0 1 7,0-1 5,0 1 5,0 0 7,0-1-24,0 1 791,1-1-729,1-4-5,0 1 11,0-4 0,-1 2 11,1 0 7,-1-2 21,0 1-6,0-1 7,0 1 10,0-1-11,0 1 12,0 0-12,0 0 0,0 0-17,0 1 1,0 1 10,-1 0-33,1 1 28,-1 0-72,0 6-1,1 2-6,0 16-5,0 11 6,1 5-538,-1 5 555,-1-8-6,0 1-1,0 0-10,0 0 16,0 0-10,1-3 10,0-1 0,0-2 6,0-3 0,1-1-5,-2-4 5,1-4 67,-1 1 129,0-7 504,-1-1-560,1-8-17,-2-2-28,-1-3 45,-4-7-140,1-1 11,-4-7 0,1-6-5,1 5-23,-2-9 12,4 6-12,-1-2 6,1-2-12,0-4-5,0-20 6,3 9-1429,0-16 1423,3 16 16,3 1-10,1 1-17,3 3-2880,7-10 2897,-1 13-18,5-6-4,-3 16-1,1 4 11,1 2 23,2 4 5,9 1-16,-6 5 955,7 2-961,2 4 0,-6 4-5,18 7 5,-17 0 3392,8 6-3404,-10-1-10,0 2-853,-1 0 864,0 2-6,-1 0-6,-3 1-134,-2-1 157,-5 0 17,-4 8 0,-5-6-12,-13 15 1,-3-16-23,-10 7 28,2-11-22,-2 0 5,0-2 12,-2-2-17,1-2 11,-6-1 17,9-6-1,-2 0 12,12-5-5,3-3-12,1-4 0,3-2 0,3-8 828,2 3-827,8-12-1,2 12-17,6-4 6,-1 8-5,3 1-18,2 2 18,2 0 165,2 3-172,-1 0 1,15 3 6,-9 1-3376,11 2 3398,-11 3-871,1 2 854,0 4 0,-1 1 5,-1 1-449,-2 3 450,-2 1-17,-5 1-17,-2 10 16,-9-6-10,-3 6-6,-11-7 22,-5-1 1,-8 0-20,-5 1 36,-6-2-22,-6 1-6,-3-2 6,-5-1-11,-1-2-23,0-1-11,1-4-45,4-3 370,4-3-487,5-2-163,6-4-258,5-2-2105,5-13-1435,7 0 4179,6-12 0,2 18 0,2-1 0</inkml:trace>
  <inkml:trace contextRef="#ctx0" brushRef="#br0" timeOffset="125318">7816 8756 19006,'-45'4'168,"1"1"0,2 0 1,7 0 1242,7 6-1265,-1 2 1227,-1 1-1222,-8 8-106,12-5-17,-3 6 22,17-8-27,5 0-6,4 0 751,1 0-718,11 4-5,-1-5-6,9 2-5,-2-7 5,2-3-5,2-2-17,1-2-12,1 0 23,1-2 11,0-3 1893,12-6-1882,-10-2 892,6-4-875,-13 2 12,-2-2-18,-3 0-16,-3-2-3370,-2 2 3359,-2-3 50,-3-5 11,-1 1-39,-2 1-11,-1 6 11,-1 7 16,1 2-4,-1 4-1,-4 5-62,3 2 1,-5 6 0,3-1 10,0 2 3376,2 1-3392,-1 1 0,2 1 6,-1 1-6,2 2 0,-1 0-3386,1 2 3380,0-2-5,1 6 11,3-6 0,1 5 45,10-3-34,1-6 6,6 2-6,-1-9-11,1-3 22,2-2 6,0-5 6,1-1-12,0-5-2279,0-3 2274,-1-2 5,0-1-5,-2-2-732,-1-2 743,-1-1 0,-2-2 39,2-13 1859,-6 8-1831,1-20 2821,-9 10-2882,-1 1 27,-3-4 1,-1 19-1,-2-3 7,0 11 1674,-1 0-1742,2 5 0,-2-1 0,4 7 0,-1 0 0,6 14 0,4 6 0,2 6 0,3 2 0,4 6 0,2 4 0,7 14-2988,-5-9 2988,-1-1-1143,-4-11 1143,-1 1-2024,-1 0 2024,-2 0-1278,-3-3 1278,-6-1 1156,-7 8-1156,-15-5-85,-1-1-145,-9-8 25,-2-10-691,8-4-661,-4-2-34,11-5 1591,3-4 0,5 2 0,2-2 0</inkml:trace>
  <inkml:trace contextRef="#ctx0" brushRef="#br0" timeOffset="126161">8383 8842 17759,'5'0'4346,"-1"0"-33,-4 0-4111,-5 11-34,5-5-95,-2 8 0,8-7 11,3-3-12,1 0 63,9 0-40,4-1-17,8-2-33,-5-3 0,-2-3 56,-4-4 0,-2-5-6,1-5-34,-6-5-21,-6-2-18,-3 5 0,-4 2 18,0 8-1,0 1-11,0 2 0,-2 2 17,-2 0-29,-6 3-16,-4 2-5,0 5 5,-2 2 0,-1 8 0,3-1-6,-4 4-11,4 5-5,4 3-17,2 12-6,8-6-17,7-1-94,18 2-102,13-1 6,-8-11 0,2-2-463,6-1 1,2-2 207,7-1 0,0-3-500,-7-3 0,-1-3 732,0 0 1,-1-2-252,13-3 100,-5-4 130,-6-2 178,12-18 432,-17 0 190,6-15-168,-25 12-234,-5 0 245,-6 7 510,-1 1-241,-1-10 1441,-3 3-1654,-8-1-117,-7 8-74,-12 10-133,0 6 309,-5 6-287,-7 10-62,-4 7-17,-9 13-11,6 7-11,12 5 12,10 1-12,13-11 0,6-4-12,13-6 1,7-2-28,14-2 39,10-10 17,-5-11-12,10-14 1,-19-2 39,16-19 5,-12-6-25,-12 13 1,-1-4-125,-2-6 0,-3-1 127,-2 5 0,-1 0-1650,-2-4 1,0 1 1683,2-23-1,1-1-428,-4 18 0,0-1 473,1 3 1,-1 1-114,-1-5 1,0 2 129,1-12 145,-3 21-211,-2 16 2747,0 11-2804,0 1 1260,0 17-1260,-1 16 0,0 24-123,-1 1 123,2-21 0,0 3 0,-1 6 0,1 1 0,0-8 0,0 0 0,0 11 0,0 2 0,0 1 0,0 1-68,2 6 1,1 0-1644,-1-1 1,2 1 1245,1-9 0,1 2 0,0-5-429,1-2 1,0-2-2302,2 11 0,2-1 3195,-3-11 0,0-5 0,1 3 0,0-2 0</inkml:trace>
  <inkml:trace contextRef="#ctx0" brushRef="#br0" timeOffset="127149">10863 8927 22261,'-10'-56'875,"0"-1"1,5 17 0,-2 4-703,-17-3 34,7 30-173,3 5-6,-6 5-6,4 6 12,-2 5 0,-3 6-6,-2 3 16,-14 16-38,8-6 16,-9 13-552,15-11 542,2 0 398,5 1-416,4-2 12,5 13 195,7-13-201,6 8 0,7-17 0,4-4 219,4-2-191,2-5 11,2-2 536,11-4-502,-9-4 123,14-10-67,-19-3 5,3-8 118,-5-11-140,-6 5-28,2-12-3330,-5-9 3285,-3 8-5,0-15-248,-6 19 1,0 0 241,0-10 11,-1 8 1,-1 1-7,-1 10-5,-1-1-17,-7 16 1,-1 5-18,-5 7 12,-22 25-23,10-5 3170,-17 17-3176,19-13-10,4 0-18,0 11 29,10-8 473,2 8-496,11-14 6,5-1-22,6-2-1,6-2-89,20-1 61,-4-8-5,14-1-11,-7-10 24,-10-3 1,1-1 31,17-7 47,-16 3 0,0-2-3,-2-3 1,-2-1 11,15-11 24,-11 4 1,-1-1 14,-1-6 33,-6 2 1,-2 0-34,-4 1 22,5-10-17,-16 23 1,-4 4 16,0 1-62,-3 6 215,-1 1-225,-1 6 10,0 5 7,0 4-1,0 4 11,0 18-5,-1-6-3403,-1 13 3402,-1-11-4,-3 14-18,-1 1-16,-1 11 33,2-17-22,1-8 27,2-14-4,1-4 60,0-3 3561,2-5-3426,0-9-3526,5-15 3353,1-4 16,5-10-116,-1 3 139,10-18-39,-3 10-6,0 6 0,0-1 11,6-2-6,8-9 1,-11 18-212,0 4 200,-1 3-10,-1 4-1,0 4 6,1 3-17,-1 4 5,2 1-16,0 4-11,2 5 3243,12 13-3249,-7-1-3226,19 22 3114,-19-14-67,7 10-773,-12-9 0,-1-1-78,9 9 136,-7-7 0,2-1-3569,8 1 4020,9 3 1,-20-16-1,1-1 1</inkml:trace>
  <inkml:trace contextRef="#ctx0" brushRef="#br0" timeOffset="127733">13356 8985 13435,'40'-46'963,"0"0"1,-3 5-1,-6 1 168,-7-15-704,-6 13-74,1-14 251,-7 8-346,-4 16-28,-2-4 2664,-5 18-2810,-3 8-44,-8 3-29,-2 12 1358,-8 5-1330,0 9 787,-12 21-821,5-4 7,-6 15-1,8 6-332,8-14 293,0 13 22,11-19-66,2-1 66,3-3 12,5-1-28,8 5 22,10-6 11,1-2 6,4-14 72,3-13-27,3-16-34,1-3-6,-6-14 73,-5-12-27,-6-14-35,-1-4-16,-12 29 0,-2 0 19,0-5 1,-2 1-2211,-2-19 2190,1 19 1,0 1-264,-5-7 281,1 6-1413,-2 7 1423,-1 6 1431,-6 3-1453,-2 8-39,-1 3-16,0 8 2137,5 4-2165,-7 10-1892,3 9 1807,0 3 833,7 5-1039,7-5-1093,14 12-2173,12 4-1396,6 1 5014,12-1 0,-25-25 0,0-2 0</inkml:trace>
  <inkml:trace contextRef="#ctx0" brushRef="#br0" timeOffset="128516">13967 8635 27796,'-3'-39'145,"0"0"1,-2-23-112,7 60-23,5 5-5,8 12-6,9 14-6,-3 4 0,2 4-10,-9-6-7,-2 2-3374,0 1 3391,-2 0-129,3 14 107,-4-1 11,-2-1 17,-7-2 0,-6-22 45,-11 2 27,-3-18 18,-7-12-40,7-5-5,2-13 3364,7-12-3381,5 5-6,1-14-5,9 12 6,3-2-2592,7 2 2558,4 1-423,19-6 216,11 7-15,-15 14 1,1 3-115,23-2-79,-2 8-744,3 7 327,-27 3 0,1 1-230,11 1 0,1 1-897,2 2 0,1 1 1418,-9-1 0,0 1 154,0-1 1,-2 0-62,15 1 291,-3 0 425,9 0 303,-20-4 347,2 0 265,-24-3 149,-6-4-83,-4-2 1529,-4-14-17,-3 4-2223,-1-10-79,-3 9-68,0 0 566,-3-5-560,-2 0 1933,-6-1-2246,-6 9-51,2 6-16,-5 8 27,-12 9-27,8 3-6,-13 7 5,1 10-5,3 7-6,16-11 1,2 0-294,-6 18 294,10-2-3316,11-14 3298,3-3 1,9 5 0,8-6 22,3-3 0,7-9 11,6-10 0,7-12 17,2-2-17,-2-11 12,-11 0 182,-2-4-199,-2-4 19,-4-4 0,-2-5 1129,-2 3 1,-2-2-1144,7-20 0,-2-2-3,-5 17 1,-2 1 8,0-1 0,0 2-1,4-19 7,1 4 11,-1 4-34,-1 7 0,0-2 0,-6 19 0,-2 1 0,-3 18 0,-2 4 0,0 4 0,0 1 0,-1 5 0,-1 4 0,-5 19 0,-4 18 0,3-10 0,1 3-50,2-4 0,0 1 50,1 1 0,1 4-1500,2 16 0,2 0 1500,0-20 0,1 1-122,1 8 0,0 5 1,3-4-486,3-1 0,2-2-166,5 9 1,4 0-469,4-6 0,2-5 137,-4-11 1,1-3-3562,22 11 4197,-11-19 0,-16-10 0,-3-3 1</inkml:trace>
  <inkml:trace contextRef="#ctx0" brushRef="#br0" timeOffset="129066">15409 8795 19662,'-1'-48'761,"-1"-1"1,1 6 0,-2 7 1360,-4 16-1988,2 10 911,1 4-972,1 5 477,1 1-561,0 3 1565,2 1-1548,0 3 275,4 0-259,1 0-22,4 1 11,3-1 1,8 1-24,7-3-10,6 0 72,1-9-38,-10-2 16,-5-5-6,-6-6-3380,-4 2 3391,-1-7-1331,-6 5 1331,-2-1-1834,0 1 1840,-1-1 40,-5-5-57,0 7 1841,-5-4-1779,-1 8-34,1 4 34,-9 2-39,7 5 1304,-12 9-1355,3 8 34,-1 6-16,1 7-12,8-4 11,1 5 3386,3 2-3385,0 3-12,5 15-17,5 2 28,9 10-269,4-19 246,7-8 12,-1-15 0,4-2 6,2-4 11,4-1-17,1-6 11,1-2-57,14-6 74,-11-5 8,-3-5 1,0-3-15,-2-5-16,12-14 11,-22 10-1510,-3-2 1493,0-4 81,0-2-81,6-17 0,-5 11 40,4-9-40,-4 9 0,-4 11 0,6-11 0,-7 20 0,7-5 1514,-3 12-1514,7 4 169,1 16-169,-4 3 0,7 22 0,-10-8 0,9 28 0,-10 1-3392,-1 1 3392,-4 1-125,-4 4-3523,-4-27 1,0 0-1269,0-2 1,0 0 4381,0 24 0,-2-39 1,-1-7-1</inkml:trace>
  <inkml:trace contextRef="#ctx0" brushRef="#br0" timeOffset="131497">5962 10422 22145,'3'-45'911,"0"-1"1,0 1 0,0-17-1,0 12-541,-3 31-57,0 4-89,0 4-44,-1 4-74,0 3-50,0 2-6,-2 5-16,-1 11 5,-3 14-33,0 3 16,-2 7 1,3-7-40,0 1 0,0 4-62,2-5 1,0 1-889,-1 14 0,0 1 648,2 13-163,6-8-303,3-17-469,4-2-866,2-1-2098,3-2 4218,5-1 0,-10-13 0,1-2 0</inkml:trace>
  <inkml:trace contextRef="#ctx0" brushRef="#br0" timeOffset="132096">6369 10374 25780,'-14'-31'420,"2"5"-241,7 25-112,0-1 1,-1 2 27,-1-1-62,3 1 7,-2 0 16,3 0-40,1 0 29,0 0-6,7 3-16,-1-1-1,5 2 1,-3-2-18,1-1 12,1 0 0,0-1 5,2 0-5,0 0-11,1 0 10,1 0 1,5-1-6,-4 0 6,3 0-17,-7 0 17,-1 1-6,-2-1 0,-1 1-5,-3 0 224,0 0-219,-8 1 0,0 0 0,-7 2 0,1 0 6,-3 2-6,-2-1 1,-2 2 10,0-1-11,0 1-5,1-1-1,1 1-5,2-1 17,-1 1-17,4-1 0,3 0 6,4-2-6,4-2 112,0 1-56,5-2 33,7-3-49,3 0-24,4-3 7,-2 1-12,0-1 0,2 0 0,-1-1-22,0 1 11,0 0-45,1 1-67,-1 2-168,0 1-319,0 1-582,-1 1-1771,-1 2-6800,-2 0 8904,-3 1 0,-5-2 0,-2 1 0</inkml:trace>
  <inkml:trace contextRef="#ctx0" brushRef="#br0" timeOffset="133035">7595 10458 13381,'7'-52'1187,"0"1"1,-2 11 0,0 7 1629,-2 6-2610,-3 23 1337,0 2-1483,0 1 944,0 12-848,-2 8 3431,-3 20-3509,-2-2 10,-2 6-33,1-9 6,-2 2-12,0 1-16,-1-1-12,0 1-22,-1-1 6,1-1 27,-9 25-2420,8-26 2404,-6 16-1238,11-33 1299,1-5 51,2-4 22,1-4 123,0-6-111,1-13 1971,0-14-2072,2-19-37,2 16 0,1 0-1741,3-26 1724,-1 25 1,1 0 24,3-19-283,1-6 278,1-1-6,3-3-287,-4 21 1,1 0 269,8-18-5,-7 23 0,0 2 6,6-5-1,1 7-5,-2 5 12,0 7-12,7 1 2986,1 10-2964,10 5-33,3 18 16,-5 3-10,0 11 22,1 16-23,-9-5-96,5 16 91,-16-23 0,-2 3-61,-2 2 1,0 2-55,1 11 0,-2 1 3,-3-10 0,0-1-68,-3-2 1,-1-1-437,2 12-353,0-2-3860,5 13 4105,-1-14 0,0-7 0,-4-21 0</inkml:trace>
  <inkml:trace contextRef="#ctx0" brushRef="#br0" timeOffset="133501">7681 10595 25102,'12'-42'22,"0"1"0,-1 3 1,6 7-85,40 11-386,-23 10 0,2 0 397,0 0 1,0 1-26,0 1 1,-2 0-132,14-2-40,-2 2-10,-2 0-23,-3 0-286,14-1-3493,-16 1 3807,10-2-1232,-19 2 1361,-5 0 106,4-6 269,-11-1 348,-1-4-342,-12 4 2301,-8-1-1920,-8 1-18,-9 0-341,-1-1 3403,-2 4-3077,-2 3-337,7 3-34,-5 1 95,6 4-128,5 1-135,1 1-45,7 2 6,3 4-5,3 0-1,2 4 12,3 1-6,5 3 11,2 2-5,4 4 10,15 12-32,-5-6 16,11 10-28,3 2-2510,3 3 2493,-3 1 17,-5-5-2585,-16-13 2585,-4-1-553,-5-1 513,-6-2-100,-8 8-179,-15-3 1076,-11 4-2269,-14-10-1507,-3-9-827,1-15 3846,9-6 0,15 0 0,10 3 0</inkml:trace>
  <inkml:trace contextRef="#ctx0" brushRef="#br0" timeOffset="133678">8326 10293 25752,'-4'-24'224,"0"10"-174,1 33-16,0 4-12,0 2-5,-1 4-28,0 1-163,0 20-481,1 3-664,3-18 0,2 1 1319,3 3 0,0-3 0,1 5 0,2-5 0</inkml:trace>
  <inkml:trace contextRef="#ctx0" brushRef="#br0" timeOffset="133960">8936 10361 14956,'12'-52'903,"0"0"1,-2 9 0,-2 6 1433,-3 0-2035,-5 17 1433,0 4-1315,-3 0 725,-5 7-1055,-7 4 3201,-12 15-3179,-12 14-81,14-4 0,0 1-9,-18 18 6,3 4-5,10 6-40,8 5-6,12-21 1,4 1-73,9 29-6,8-19-285,22 0-1396,-7-23 1290,12 5-248,-6-12-2256,18 1 2996,11-7 0,-19-1 0,-5-5 0</inkml:trace>
  <inkml:trace contextRef="#ctx0" brushRef="#br0" timeOffset="135327">9351 10407 25715,'-18'-30'157,"-1"0"0,-13-17-95,26 51 640,-1 3-662,3 1 244,1 1-228,1 7 104,4 2-109,6 4 316,2-6-356,5-3 29,10-5-29,-4-4 0,10 0 17,-8-7-11,-1-1 11,0-5 0,-2-2 0,-1-2 0,-2-1 11,-2-2 6,-4-1 16,0-10-27,-6 5-12,1-6-5,-6 8 11,1-1 0,-4-5-11,-1 7-6,-3-2 0,-1 11 1,-2 4 4,-1 3-4,-2 2 55,-20 11-50,10 0 39,-22 22-56,23-9 0,-11 25-17,13-2-1637,2 1 1649,8-1-23,6-1 5,2-12-33,11 17-39,9-17 39,5-1-22,8-10-402,-4-12 374,3-3-1,4-3 7,1-2 4,2-3-607,2-4 635,-1-4-1438,0-3 1500,-3-5 276,7-13-236,-8-10-17,-2-2-115,-11-5 226,-5-3-38,-5 13 1827,0-9-1811,-5 18-11,-2 6 1927,-1 2-1933,-1 5 7,-2 3 27,1 4 144,-1 4-234,0 2-27,0 11 5,-1 0 6,-1 20 5,-3 4-5,-3 16-17,1-7 11,-1 1-11,0-2 6,2-10-23,-1 8 17,4-16 6,0-2-1,2-4 12,0-4-6,1-4 17,0-3 11,0-3-26,0-2-13,3-4 0,-1-3 0,9-10 0,-2 0 0,5-7 0,-2 4 0,0 0 0,1-1 0,1 0 0,0 1 0,1 0-3392,0 2 3392,2 2-583,1 1 583,1 4 0,2 3 0,12 4 0,-5 3 0,9 6 0,-8 2 0,0 6-6,2 1-101,1 3-10,1 2-18,-2 1 3093,1 0-3126,-3 1-39,-1-1-56,0 1 316,11 7-1487,5 2-77,-2-2 375,-1-6-69,-16-11-553,8-4 1382,-10-4 354,5-4 173,-12-6 112,1-4 124,-1-3 122,0-4 40,0-1 29,1-2 626,4-13-600,-5 8-44,2-10-50,-9 11-89,-2-1 501,-1 0-317,-1-11-353,-1 11-11,-2-7-17,-1 14-40,-3 3-32,-2 2-46,-3 4 23,-13 2-73,1 4 5,-12 3 35,-13 11-63,8 1-278,-14 9 256,0 9-17,15-5 1,-7 9 27,20-8-22,6-2-11,3-1 11,6-1-11,4 6-12,11 0 23,2-6-5,10-6 261,12-13-261,-4-5-1,13-4 1,-8-4 5,0-5-1545,0-3 1539,2-3-835,10-16 857,-10 5-4,6-13-1,-15 9-11,-3-3 16,-9 9 1,0-2-237,0-4 0,0-1 234,-1 1 0,-1-1 3,0 2 0,-2 1 11,2-12 16,0 6 12,-3 5 1305,-2 8-1221,-3 2 900,-2 12-994,-2 2 582,-3 12-628,-4 5-3392,-7 16 3392,0 0 0,-6 11 0,-4 15 0,-2 10-420,11-18 0,0 1 420,3-7 0,1-1 0,2 0 0,2-1 0,-2 13 0,4 1 0,3 12-2002,7-16 1962,6 7 18,18-14 1979,11-8-2008,16-2 18,-9-14-176,-3-11 192,-17-6 820,0-5-803,7-15 5,-10 4 12,4-11-2195,-12 7 2201,-3-4 177,3-13-178,-2-2 0,0 2 1,-4 8 28,-4 14-51,-3 7 0,0 3 2269,-3 7-2269,0 3 3392,-2 6-3392,-1 2 0,-1 7 0,-3 2 0,1 2 0,-1 2 0,-2 13 0,1 6 0,2 10-125,4-11-93,6-5-191,3-13-263,3-1-2588,11 3 3260,-3-6 0,-2-4 0,-6-7 0</inkml:trace>
  <inkml:trace contextRef="#ctx0" brushRef="#br0" timeOffset="135535">11489 9979 24105,'-5'-5'2470,"1"2"-1792,4 3-611,0 0-190,-41-15-56,30 20-510,-30 4 78,42 17-296,2 11-2090,5 2 197,-1-8-3843,5 9 5795,-2-9 0,-3-15 0,-2 0 0</inkml:trace>
  <inkml:trace contextRef="#ctx0" brushRef="#br0" timeOffset="136391">11779 10314 27242,'15'-42'291,"1"-1"0,-1 3 0,-6 12-224,-9 26-50,0 1 28,0 8-28,-3 10-23,-3 16-3380,-1 0 3386,-3 5 28,-2 5-228,0 4 206,-2 9 16,4-14-2203,3-1 2186,5-20-10,0 3 66,2-15 2233,4-8-2216,4-16-39,3-3 200,4-10-215,-2 3 3368,0-4-3392,10-18 0,-5 9 0,7-11 0,1 7 0,-5 14 0,5-4 0,-3 15 0,-3 8 0,5 6 0,-6 8 0,0 7 0,4 13 0,3 9 0,1 2 0,1 2-41,-8-9-37,2 0-152,13 10 74,-6-10-68,12 7-493,6-5 190,-8-8-94,14 6-4211,6-9 4070,-13-7 68,15-2-542,-6-7 989,-15-7 135,6-4 297,-12-11 68,-11 1 94,3-8 78,-12 5 40,-2-3 3786,4-11-3305,-4-7-514,0 0 298,-5 1-8,-5 5-173,-5 4-381,-1 3-56,-6 10-50,-3 10-23,-2 4 11,-5 2 18,-16 4-40,6 3-17,-22 12 6,12 10-3398,1 2 3414,10 4-2301,13-9 2268,4-1-6,3 6-5,5-3-17,23 5 23,-5-16-7,19-3 12,-11-15 17,0-2 11,3-4 17,-2-4 0,1-1 11,-3-4 0,-1-2 39,-3-2 1907,4-9-1917,-8 8-85,1-4 0,-6 8 0,-4 8 0,-2 1 0,-1 7 3158,-1 3-3158,0 9 708,-1 5-708,-1 13 0,-4 30 0,3-20 0,0 4-795,-3 19 0,1 3 795,1-8 0,0 0 0,0 4 0,-1 2 0,3-14 0,-1 1 0,1-2 0,-2 8 0,1 0 0,1-6 0,-1 2 0,1-3 0,-2 3 0,1-3 0,-1-1 0,-1 1 0,-5 14 0,-2-1 0,1-17 0,-1 0-85,-5 11 1,-3-4-367,3-17 1,-4-4 116,-14 6 1,-2-4-84,9-10 1,-2-2 404,-19 2 1,0-6 56,-2-14 0,-9-12 61,22-32-50,15 3 0,9-2 0,5-2-5,5-17-1,9 6 0,7-5-30,6 6 0,3 1-705,1-1 1,2 0 653,4 1 0,0 3-62,-5 14 1,-1 2-699,1-1 1,1 2-118,0 1 1,0 1-4009,-3 3 1,0 1 4509,14-14 1,-18 19 0,-7 11 0</inkml:trace>
  <inkml:trace contextRef="#ctx0" brushRef="#br0" timeOffset="137376">5905 11774 18784,'2'-3'3187,"-1"0"1025,-1 3-4206,18-24 27,-14 17 12,14-13-17,-18 23-17,-1 5 17,-1-1 0,-2 2 12,-2-1 21,-6 6-27,0-3-17,-5 4 22,2-6-11,-1-1-11,-1-1 16,-1-3 23,0-1-3403,0-2 3403,2-4-28,1-3 56,-3-12 0,3-9-28,1-12-22,7 5-12,5 0-11,3 12 6,3 1-11,3 4 3408,8-4-3414,-3 9 0,5-1 0,-4 8 0,2 3-6,0 1 6,2 4-11,1 3 0,1 5 5,10 14 6,-6 0-33,8 11 16,-12-5-67,3 22-678,-15-11 0,-3 2 734,0-7 0,-4 0-9,-3 11 1,-6-3-42,-15 11 36,10-28 0,-3 0 0,-1 1 0,-2-1-6,-1 1 1,0-2 16,-2 0 0,0 0 11,0-2 1,-1 0 13,1-2 1,-1-1 5,-20 17 86,11-17 1,0-3-3,-4 0-2933,-12-2 2916,34-23-495,3-5 506,2-4-147,4-5 114,3-1 845,2-3-806,7-14-34,1 9 2235,7-8-2262,-1 15 759,12-5-754,7 2-51,16 1-16,-4 10-59,-11 10 0,-1 2-361,13 5 106,16 2-212,-15 4-656,-11-2 0,2 1-3695,2-2 1,-1 1 4376,-2-1 0,-2 0 1,12 1-1,-33-5 0</inkml:trace>
  <inkml:trace contextRef="#ctx0" brushRef="#br0" timeOffset="137557">6559 12151 28250,'-1'-39'25,"1"0"0,3-23-25,11 58-73,17 2-56,-4 0-201,12 0-398,-8 2-958,0-1-8145,-2 1 8973,-6-1 0,-10 1 0,-6-1 0</inkml:trace>
  <inkml:trace contextRef="#ctx0" brushRef="#br0" timeOffset="140472">7488 11918 15384,'0'-5'5422,"0"1"-2179,0 4-2605,-3-62-122,1 38-303,0-12 0,0 2 156,0 18-61,1 3-72,1 2-29,-1 2-50,0 2-40,0 3-50,1 2-50,0 10-17,0 1-11,0 12-17,-1 16-56,-1 15-11,-2 3-492,1 4 402,1-16-90,1-11 1,1 1-151,0 17-1492,1-17 1,0-1 1149,-1 11-1227,2 9 135,-8-8 1192,0-3 712,-3-20 84,2-14 44,5-12 74,0-5 94,1-5 96,0-6 622,1-15-493,0 5-1,0-14-2008,-1 10 1947,-2-3 1645,-1-1-1791,-1-2-71,-1-1-47,1-3-32,-1-1 4,1-1-8,3 15 1,0 0-31,-1-15-29,2-9 74,5 12-146,1 14-12,5-3-16,0 16-11,4 3-329,1 2 301,4 4-6,4 1-6,1 4-14,17 3 9,10 11 11,1 2 2504,1 11-2504,-14 0-22,-1 7 11,0 3-6,-3 5 3,-11-10 0,-1 2-14,10 19-76,-8 0 1,-4 4-9,-16-18 0,-4 0 56,2 8 0,-5-2-45,-25 15 6,-7-21 22,-6-4 25,8-14 1,-2-2 8,-17 5 5,17-9 1,0-3-99,2-4 0,0-3 307,-26-5-422,3-4-129,15-11-363,20-4-694,4-6 1433,2-32 0,7 33 0,1-17 0</inkml:trace>
  <inkml:trace contextRef="#ctx0" brushRef="#br0" timeOffset="141409">8400 11968 17260,'1'-3'5137,"-1"0"-852,0 3-4229,-4-19 5,2 18 57,-8-10 27,2 25-89,0 0 12,1 1-40,4-5 0,1 1 28,1 2-34,3-2 40,7 8-12,4-8 23,7 0 28,2-9-45,-3-6-12,0-3 57,3-10-50,-6 2 21,6-5 29,-4-8-56,-5 6-11,2-11 22,-6-3-6,-2-3 6,-1-6-34,-6 9 18,-6 11-18,-1 12-5,-2 7-6,1 4-5,-1 2-6,0 3 39,-3 2-50,-5 12 22,2 0-45,-4 7 40,5-2-1047,1 3 1030,0 2 11,1 3-61,-2 15 56,5-11-1,0 12 1,10-4 10,11 3-16,13 6-17,16-7-262,-2-16 284,6-9 0,-10-12 12,1-3 0,16-4-23,1-10 28,0-2 0,-5-10 12,-18 2-7,-2-4 1,-3-1-51,-3-3 56,-2-2 12,-2-1 28,0-19-12,-3-5-5,-2 0-597,-6 3 564,-4 2-2112,-2 15 2100,0-9 72,-3 11-72,-1 7 0,-2 1 0,0 12 0,1 8 0,2 3 659,1 2-659,0 7 0,0 1 3392,0 20-3392,1 7 0,1 3 0,7 18 0,1-19-258,6 11 258,0-13 0,3 0 0,3 0 0,11 13 0,-1-2 0,-1 9 0,-12-16 0,-11-8 0,-11-13 0,-4-2-108,-8-4-138,-3-1-168,-6-3 33,-1-2-605,-3-3-717,0-1 855,-15-6 0,24 3 0,-8-3 0</inkml:trace>
  <inkml:trace contextRef="#ctx0" brushRef="#br0" timeOffset="143082">9633 11691 25971,'-30'-25'67,"1"9"1049,8 29-1116,-12 13-6,-2 10 6,1 0-1134,7 4 1122,14-9-16,4 1-39,5 13 6,7-10-7,4 9 291,16-3-732,12-1 66,-8-17 1,2-1-146,22 7 266,4-9-776,4-13 678,-16-6 96,12-7 94,-22-5 124,-5-5 111,5-10 90,-11 4 51,4-8 1283,-13 9-1143,-2 1 61,-3-1 100,-2 2 376,-2-5-425,-2 7 313,-2-3-359,-2 10-55,-2 0 202,-5 2-130,-2 2-206,0 0-29,-1 4-39,3 2-5,1 0-34,-1 2-23,2 2 1,-1 3-34,3 1-6,1 1 12,4 5-17,4-4 5,4 4 12,5-4-2195,2-2 2201,5 0-7,3-3-22,18-2-2644,-8-1 2661,14-2-1443,1-8 1443,-12 0 531,8-7-520,-18 2 0,-5-3 0,-2-1 0,-4-3 17,-3-2-5,-2-1 5,-3-2-148,-2-1 137,-2-1 2137,-2 1-2098,-2-8-34,-2 9 6,-3-3 1,0 13-29,-4 4 0,1 3 2381,-3 3-2381,-8 2 0,-7 9 0,0 1 1086,-9 17-1086,14-5 0,-11 20 0,15-13 0,-3 12 0,7 5 0,6-10 0,1 13-41,5-16 41,5 0 0,4-2 0,6-2-35,4-1-37,4-2-52,3-2-340,22 2 234,-9-6-44,15-2-1,-14-8 23,-2-4 51,-2-4 50,-4-4 39,-3-4 0,3-12 151,-9 3-3223,3-9 3217,-10 6 279,-3-2-267,-1-2-506,-1-1 567,0-1 96,0-10-73,0 9 0,-1-5 3200,1 8-3211,-4 10-12,1-1-28,-3 11 1029,0 2-1079,-1 2-11,1 4 39,0 2-28,1 4-11,1 3 5,2 3-22,0 2 11,1 2-5,-2 2 5,0 0-22,0 1 28,0 10-6,-1-9-6,3 13-10,-3-17-6,2 2 27,-3-9-21,0-1-1,-3-6 6,2 0 11,-3-5 1,1-6-29,-1 0 28,0-9 6,1 2 0,1-3 16,0-1-22,2-1 6,2-1 0,0 2 11,1 0-17,0 2-11,1 2-5,1 1 10,0 4 6,7 2-5,-3 3-28,7 1 16,-5 3-5,3 3 5,1 1-11,2 2-11,2 1-11,0 2-6,2 1-89,13 5 16,-7-3 1,10 4-46,-10-6-273,15 5-3276,-9-5 3365,10 3-85,-14-6-235,11 0 392,-11-3 85,7-2 83,-15-2 79,-5-4 79,-3-1 33,-4-4 28,-2-3 34,-1-3 16,-2-2 202,6-13-179,-4 6 0,3-8 0,-4 9 11,-2 2-11,0 0 5,-2 3-5,0 3-17,-3 3-23,-1 3-38,-1 3 3335,-4 3-3381,-1 1 115,-6 2-109,-2 3-17,-5 3-10,-5 6-7,-3 4-5,-4 4-3409,0 3 3404,-1 2-6,-8 16-324,6 3 318,4 0-11,12-4 6,11-16-12,7 6 6,4-10-2159,4 2 2148,5-13-318,3-5 318,3-2 2005,16-8-1994,-7-4 0,10-7 22,2-16-10,-11 5 101,8-14-102,-14 8 6,-1-5-5,-3-4 21,-2-5-11,-7 9 1,-1-1-9,-2 8 0,-1-1 11,4-23 0,-2 0 2301,0-7-2301,-4 22 0,-1 1 20,-2-5 68,0-8-113,-2 18 0,0-3 0,-1 19 0,0 6 673,-3 2-673,0 6-3009,0 5 3009,-6 16 212,1 3-212,-4 13 0,2-1 0,-6 27 101,8-23 1,1 1-102,1 1 0,0 1-305,0 0 1,2-1 304,1 17 0,1-2 0,2-3 0,2-1 0,3-3 2912,5-4-2912,4-3 0,6-4 0,4-3 0,3-5 0,2-4 0,0-7 0,0-6 0,-2-5 0,-1-5 0,-1-6 489,9-14-489,-9 1 0,14-22 961,-18 16-961,7-21 0,-15 18 0,2-7-3392,-7 10 3392,-2 2-230,1 3 230,-3 2 0,0 0 0,-1 6 0,-1 2 0,-1 7 3278,-1 3-3278,-1 6 344,-1 0-344,-1 6 0,1 0 0,-1 2 0,-1 12 0,2 5 0,1 2 0,2-2 0,3-9-231,3-1-1180,10 8-3619,5-5 4182,3-1 0,-7-11 0,-8-8 0</inkml:trace>
  <inkml:trace contextRef="#ctx0" brushRef="#br0" timeOffset="143266">12046 11565 26855,'-30'-30'-2347,"10"11"152,27 42 2195,4 5 0,-5-13 0,0-1 0</inkml:trace>
  <inkml:trace contextRef="#ctx0" brushRef="#br0" timeOffset="144133">12489 12003 23405,'-6'2'3271,"0"-1"-2638,6-1 729,0 0-1362,-21-15 0,15 23 0,-19-2 0,21 20 0,-2 4 0,1-7-416,-1 1 416,1-1 0,0-1 0,1 7 0,2-2 0,0 0 0,4-9 0,2-11 416,2-7-416,4-5 0,-1-3 0,3-3 0,1-1 0,1-4 0,9-7 0,4-4-3392,1 0 3392,-2 2-690,-9 9 690,0 2 0,0 3 0,0 2 0,5 2 0,1 4 0,1 4 0,-1 5 0,-5 4 0,3 4-52,16 9-334,9 5 139,2 1 2679,0-1-3283,7 1 215,-24-14 0,1 0-207,8 4 0,3-1-976,-1-2 1,0-1 1417,-8-4 1,-2-1-177,25 3-1375,-21-9 1846,-4-2-1588,-5-3 2007,-3-4 964,3-10 174,-3-8-186,4-12-733,-8 2 1392,-3-3-1510,-7 8 1525,0-1-1328,1-13 3257,-4 3-3672,-1 3-45,-10 10 78,-11 14-44,-17 8-6,-22 11-117,20 2 0,0 1-3404,-24 15 3370,5 2 0,22-5-17,5 0-11,0 9 0,10-7 0,3 5-5,9-10-1,3-2 17,8 2 0,0-7 3404,8 2-3393,9-7-11,-3-4-5,9 0 5,-6-3-5,0-2 11,-1-1-6,0-2 7,4-2-18,-6 0 0,-4 2 0,-9 3 0,-7 1 0,-1 3 0,0 3 0,0 4 0,0 7 0,-1 3 0,1 24 0,1-5-499,1 19 499,3-21 0,0 3-1614,2 6 1,1 2 1613,1 1 0,1 0 0,1 2 0,-1-3-466,0-11 0,-1-2 466,0 1 0,1 1 0,4 14 0,0 2 0,-2 2 0,-1 0 0,0 0 0,-1-1 0,-3-5 0,-4-1 0,-7-3 0,-5-2-225,-8 17 93,1-23 0,-3-2-131,-19 3 67,-5-10-80,10-15 0,-3-4 287,1-4 1,-1-6 38,-5-5 0,0-8 31,8-8 1,4-6-32,9 1 1,4-3 7,4-3 1,7-3 42,10-11 0,5 0-259,-2 9 1,3-1 182,6-15 0,6-2 398,-3 17 1,3-1 0,1 0-436,3-3 1,1 1 0,1-1-474,-1 1 1,1 0-1,0 2 362,0 3 0,-1 1 0,-1 3-353,2 0 0,-2 4-2059,0 1 0,0 2-2381,-4 3 1,0 2 4622,14-11 1,-18 16-1,-8 8 1</inkml:trace>
  <inkml:trace contextRef="#ctx0" brushRef="#br0" timeOffset="148876">3756 13943 17969,'-50'6'358,"1"1"1,0-1-1,-1 0 1,-8 2 0,1-1-1,6-1 306,4-1 0,5-1-149,-14 1 923,-4 0-946,30-3-357,15-1-68,4 0 359,15-1-375,5 0 249,27 0-188,27-2-95,-28 0 0,2 0-278,8-1 1,3-1 267,-7-1 1,3 0-1,-1-1-1503,11-1 1,0-1 1497,-6 1 0,4 1 0,-1-2 0,4 0 0,1-1 0,1 0-456,3-2 1,1 1 0,3-1 443,-6 1 0,3 0 0,-1 0 0,-2 0 4,4 0 1,-3-1 0,3 0 7,-3 1 1,4-1 0,-2 1 0,-5 0 2,-9 1 1,-4 0 0,1 1 10,13-4 1,2 0 0,-8 1-769,-13 1 1,-6 1 835,3-7 483,-36 2-500,-10 2 6,-16-3-6,-5 6 17,-9 0-153,-4 1 225,-5 0 40,-2 2 23,1 0-32,18 3 1,0 0 126,-20-2-40,0 1 1547,27 1-1782,16 3 45,9-1 1757,22 7-1807,3 5-23,14 3 3392,-4 4-3397,-6-3 11,1 3-12,-1 1-10,1 2 10,6 15-5,-10-7-39,1 14-504,-16 10-2024,-15-21 1,-3 0-7265,-6 30 9771,-16-7 0,18-36 0,3-8 0</inkml:trace>
  <inkml:trace contextRef="#ctx0" brushRef="#br0" timeOffset="151012">3445 13784 15126,'-50'-7'1669,"0"-1"0,9 3 1,4 0-528,-7-1-671,21 4-79,-5 0-72,12 2-52,3 0-49,2 0-40,3 1-28,2 0-33,1 1-23,2 2-17,0-1 51,3 3-45,0-2 11,2 1 1,3-1 10,2 0 140,12 0 18,10 0-147,6-2-22,-5-1 1,4-1-29,2-1 0,2 0-1527,1-1 1,1 1 1479,4-2 0,-1 0-9,-9 1 0,-1-1-172,2 0 0,1 1 178,1-2 0,0 1-371,2 0 0,0-1 365,1 1 1,1 0 2,0-1 0,1 1-3,1 0 0,0 0-3,1 0 1,1 1 2,0-1 0,1 1-3,0 0 1,0-1-1035,1 2 1,-1-1 1033,0 0 1,0 1-1,-2-1 1,1 1 656,-3 0 0,1 0-660,-3-1 1,-1 1 5,-2 0 1,0-1 16,9 0 0,0 0-3,-5 0 0,-1 0 119,-1 0 0,-2 0-133,18-2 107,-25-1-12,-12 2 686,-3-1-680,-12 1 3242,-2-1-3281,-1-1-29,-2-1-4,-1 2 638,-1 0-662,-1-1-4,-1 1-1,-2 0-11,0 0 11,-2-1-11,0 1 0,-3-1 0,-1-1-6,-1 1 6,-2-1-5,-8-3-23,-5-1 28,-1-1 5,1 1-5,8 2 0,1 0 6,-1-1-23,1 0 28,0-1-16,-10-3 10,6 3 1,-7-4 11,9 4 11,-10-3-11,10 3 5,-7-1-5,12 4 11,1 1 0,0 1 39,-6 0-17,6 2 6,-3-1 6,8 2 0,3 0-6,2 2 5,3-1-5,1 1 118,2-1-146,8 1-6,-1 0 23,16 3-11,-5 1-6,8 5-12,-5-1 7,1 3-29,2 1 62,12 9-33,-7-2-3376,9 7 3375,-11-6-1677,2 1 1672,0 1-609,1 2 609,2 0 11,0 1 0,0-1-28,1 1 22,-1-2-1514,0 1 1503,-2-1 1071,-3 0-1076,-4-1-472,-6 0 449,-8-2 492,-6 1-587,-11-1 1237,-26 13-1976,-1-5-233,8-9 0,-2 0 1084,-24 13 0,36-22 0,3-3 0</inkml:trace>
  <inkml:trace contextRef="#ctx0" brushRef="#br0" timeOffset="158167">6496 13739 16404,'0'-5'5242,"0"0"-3741,0 5-980,-5-63-118,-1 40-227,1-14 1,-2 2 114,-3 19 146,-9 0-274,3 4-23,-6 1-33,6 7-35,-2 2-16,0 1-33,0 3 10,0 2-21,0 3-7,2 3-33,-3 9 28,7-1 11,0 6 12,6-3-23,2 2 11,2 2-22,2 15 5,3-9-11,8 22 12,1-21-12,7 8 0,-3-14 6,2-2-23,2-1 23,1-3 0,0-1 5,0-2-5,-2-3 11,-3-2 17,-3-4 0,-6-1 100,-3-2-21,-10-1-40,-13 2-34,-4-1 0,-12-1 6,4 0-11,-4 0-11,-1 0-1,-2 0-27,3-1 16,2 1-3386,2-3 3381,4 0-2280,3-1 2224,4 0-62,3-1-134,4-2-292,4-1-794,2 0 542,4-1 807,1-1 0,2 3 0,0 0 0</inkml:trace>
  <inkml:trace contextRef="#ctx0" brushRef="#br0" timeOffset="158443">7041 13403 21249,'0'-6'3338,"0"1"-639,0 5-2688,-25-19-17,20 29 6,-17-8 6,26 37-6,1 6 11,2 3-2035,-2-10 1,0 2 1984,4 22-37,-1-8 1,1 4 59,-1-10 1,-1-2-184,2 2 0,-1-2-76,0-2 1,-1-3-477,5 12-218,-3-2-419,-1-5-618,-4-6-6026,-3 2 7524,-7-15 0,3-5 0,-2-15 1</inkml:trace>
  <inkml:trace contextRef="#ctx0" brushRef="#br0" timeOffset="158917">6884 14162 20873,'-23'-51'1139,"-1"1"0,3 3 0,6 9-775,13 20-146,5 1-78,3 1-50,4 0-29,16-8-49,-3 6-12,14-5-23,14 3 6,-8 5-561,8 1 0,4 1 567,-15 4 0,1 0 2,18-4 1,0 1-1504,-20 5 0,-3 0 1509,-3 0 0,-1 1 3,24-5-65,-18 2 88,4-1 22,-24 4 11,-7 0 5,-6 2-5,-3 0 57,-10 1-63,-1 0 1,-8 1-1508,-1 2 1502,-3 3 16,-4 3 12,-1 3 95,-14 10-1559,9-2 1469,-9 8 51,7 4-84,11-6 1500,-4 8-1506,12-2 2263,7 0-2269,5 3 3421,14-8-3353,10-7-51,2-9 6,3-4-3241,17-13 3264,-16 1 65,26-17 47,-24-5 38,5-11 29,-9-3-17,-8 2-118,-8 12-5,-4 8-6,-5 12 39,0 2-112,-1 5 6,0 0 3338,-1 16-3372,1-4-11,-1 11-3371,1-6 3332,0 1-50,0 2-17,2 1-331,3 14-711,2 4-1496,4 11 2644,0 3 0,-5-23 0,-1-5 0</inkml:trace>
  <inkml:trace contextRef="#ctx0" brushRef="#br0" timeOffset="159911">7975 13787 22218,'3'-47'1090,"0"0"1,1 0 0,0-15 0,-1 9-800,-2 17-50,-1 13-68,1 15-38,-1 3-34,0 3-6,0 1-56,0 11-22,0 0 5,0 11 6,0 2-28,0 5 23,0 6 5,0 4-12,0 4-451,-1 3 443,-1-11 1,0 4 7,-1 1 1,0 1-586,0 0 1,0 1 568,0-4 0,0-1 8,0-2 1,0-1-9,-3 28 11,-1-4-112,-2-10 179,5-31-2772,-1-1 2789,2-13 12,1-4 227,-1-5-283,0-6 16,1-6-33,0-4-6,0-4-12,1-2 18,0-2-22,1-2 776,2-1-788,4-14 0,1 13-462,4-9 462,-1 17 0,1 3 0,3 2 3096,0 5-3096,7 0-23,3 5 34,9 4-11,-5 5-6,-1 7 1,0 11-1,-6 1 12,7 9-6,-9-4-34,6 10 29,-7-8-7,7 16 12,-15-17-16,0 6-12,-10-2 11,-5-6 11,-6 5 1,-4-9 27,-4 0-22,-5-2 886,-1-1-948,-16 2 12,10-6-851,-11 1 828,15-8-44,1 0-68,2-2-263,3-2-123,4-2-443,3-4-1069,4-2 2083,3-4 0,4 6 0,1 0 0</inkml:trace>
  <inkml:trace contextRef="#ctx0" brushRef="#br0" timeOffset="160135">8700 13816 17238,'4'8'2800,"-1"-2"140,-3-6-2156,0 0-740,-15 60-38,12-35 430,-5 10 1,1 3-583,7-3-72,2-6 273,0 8-862,2-12-688,0-2-148,1-2 1643,-1 0 0,-2-11 0,-1-1 0</inkml:trace>
  <inkml:trace contextRef="#ctx0" brushRef="#br0" timeOffset="160283">8691 13496 14936,'0'0'0</inkml:trace>
  <inkml:trace contextRef="#ctx0" brushRef="#br0" timeOffset="160883">9001 14218 28608,'7'-45'21,"0"-1"0,0 4 0,3 5-21,12 9 0,0-2 0,2-4 0,0-3 0,-1-5-4252,0-4 4252,-2-4 0,-1-3 441,-3-2-441,-2-1 0,-4-1 0,-3-1 0,-4 2 0,-3 19 0,-1 1 0,-3-16 0,-1-8 0,-4 31-2130,-2 2 2130,3 12 0,-2 2 0,0 12 0,2 4 0,-4 5 0,3 6 0,-3 5 0,0 7 0,-2 7 0,-1 7 1764,0 8-1764,-1 7 0,3 4 0,1 2 0,5-21 0,1 1-42,-1 0 1,1 3 0,1-1 41,5 6 0,2-4 0,1-10 0,1 0 0,3 9 0,2-3 0,14 10 0,7-6 0,5-5 0,6-7-32,-11-14 1,4-4 25,-1-4 1,2-3 1407,6-2 1,-1-4-1403,16-10 12,-13-12-24,-21-4 12,-1-4 6,-3-3 16,-2-4-2547,-2-2 2537,-2-1 179,-1-2-191,-4 6 0,0 0 0,1-6 0,3-17 0,-10 38 0,0 5 116,-2 5-116,0 4 0,0 3 0,0 2 3216,-2 7-3216,0 1 0,-2 8 0,0 0 0,-1 2 0,0 5 0,1 0 0,0 2 0,0-1 0,1 0 0,1 0 532,4 9-532,2-9 0,6 7 0,3-11 0,3-1-421,3-2-229,1-2-3784,1-3 2754,0-3-8151,6-2 8450,-9-4 1,-3-2 0,-10-1-1</inkml:trace>
  <inkml:trace contextRef="#ctx0" brushRef="#br0" timeOffset="161084">9933 13485 22071,'-4'-4'3120,"0"0"-2514,4 4-925,-13 1-612,21 21-855,-8 14-4029,17 12 3783,-1 6-1029,-10-19 0,-1 0 2779,-1-2 0,0-2 0,1 11 0,-4-27 1</inkml:trace>
  <inkml:trace contextRef="#ctx0" brushRef="#br0" timeOffset="161401">10142 14207 25954,'6'-49'602,"0"-1"1,0 4 0,-3 4-155,-7-12-1068,2 19 1,-1 0 658,1-1 0,-1 0-6,1-2 1,1 0 22,0-17-49,1-1-7,2 18 0,1 1 0,2-18 0,-1 23 0,2-1 471,6-16-471,-3 16 245,4-19-245,-8 23 0,1-1 0,-5 14 0,-1 12 776,0 0-776,-1 3 0,-1 1 0,-2 1 0,-5 10 0,-6 12-3392,-8 21 3392,2-1 0,-1 10-110,13-21 0,1-1 110,-3 20 0,5-18 0,2 2 0,2 1 0,1-1-180,3 3 1,1 1 179,1 9 0,3 0-205,2-1 1,1-2-60,-1-10 1,1-2-487,10 26-2430,-6-22 1409,0-3-8060,1 5 9621,-5-16 0,-2-3 0,-6-15 0</inkml:trace>
  <inkml:trace contextRef="#ctx0" brushRef="#br0" timeOffset="161901">10117 14073 26029,'-23'-42'345,"-1"0"0,3-1 1,6 9-257,14 19-5561,4-3 5511,10-2 1363,11 0-1446,16-3-35,11 3-16,8 6 33,-11 6 865,-4 1-971,-3 3 101,-11 0 41,6 0-8,-14 0 2901,-4 0-2855,-2-1 10,-4-2 68,-2-4 38,-4-3 80,-1-4 60,-3 0 80,-4 2-152,1 5 0,-2 2 608,-1 5-708,1 2-40,0 1-27,-2 4-29,1 7 0,-1 8 0,3 1 0,0 4 0,5-5-3392,17 25 3392,-5-19 0,24 23-1424,-6-29 1419,1-3 5,1-7 17,0-10-1817,-9-4 1800,5-7 556,-12-4-556,-2-4 1089,-1-3-1089,-2-3 0,2-15 0,-6 10-596,1-10 596,-7 15 2321,-2 2-2321,0-7 2079,-2 16-2079,-3-2 0,-2 31 0,-2 5 1155,-3 17-1155,1 3-403,-2 8 403,3-7 0,-1 4-774,0 6 1,1 2 773,1-6 0,0 3 0,2 0 0,0 5 0,1 1 0,1-2-792,0-7 0,1-1 0,1 0 741,0 1 0,1 0 0,1 0-1669,2 4 1,1 1 0,0-2 1392,2 16 1,0-2-1,0-6 1,0-6 0,2 8-1</inkml:trace>
  <inkml:trace contextRef="#ctx0" brushRef="#br0" timeOffset="163191">5382 15186 21668,'7'-47'1126,"1"0"0,-1 4 0,-3 10-790,-4 22 51,0 4-342,0 5-6,-2 13 17,0 4 0,-2 11-17,0 1 6,0 3-34,0 3 6,0 3-6,1 0-5,0 2-18,1 1-21,2-1-367,-1 0-184,4 17-1426,5 1 2010,1-19 0,1-2 0,1 5 0,4-10 0</inkml:trace>
  <inkml:trace contextRef="#ctx0" brushRef="#br0" timeOffset="163477">5796 15307 22723,'34'-33'140,"-1"5"1802,9 18-1886,-9 1 765,11-1-737,-4 0-2501,4-2 2457,-10 3 648,-2 0-632,-23 6-5,-1 1 5,-4 1 10,-1-1-2059,-2 2-797,0 0 2790,1 0 0,-1 0 0,1 0 0</inkml:trace>
  <inkml:trace contextRef="#ctx0" brushRef="#br0" timeOffset="164770">7258 15189 12724,'2'-4'9830,"0"1"-8447,-2 3-364,13-64-672,-11 42-857,4-15 0,-2 2 757,-11 22 262,-1-1-207,-7-1-128,-3 2-73,-9 0-85,4 7-4,-3 3 10,-7 11-16,7 0 987,-10 8-988,12-2-21,1 1 4,-3 8 1,8-5 0,0 6 11,10-8 0,4 0 0,2 0-11,1 0-12,4 0 7,1-1-7,5 1 23,3-1 6,4 0-12,2 0-5,14 8 5,-4-5 12,11 5-6,7 2-317,-10-5 312,10 5 10,-16-6 1,-4-2-12,0 6 18,-12-1 16,-4 0-23,-16-1 1,-7-7-6,-8 2 5,-7-2 7,-4 0-3294,-6-2 3288,-4 0 5,11-5 0,0-1-582,-17 2 582,-12-1-11,22-5 6,4-2-12,3-4-16,5-1 97,4-6-344,5-3-240,4-4-416,6-5-5091,8-18-3281,5 11 9297,4-8 0,-4 25 0,-1 6 0</inkml:trace>
  <inkml:trace contextRef="#ctx0" brushRef="#br0" timeOffset="165069">7882 14923 27589,'-14'-55'360,"-1"-1"1,4 13 0,1 6-361,0 1 0,7 23 0,-1 3 0,2 5 0,0 5 0,2 16 0,-1 3 0,2 16 0,1 1 0,1 7 0,1 5 0,-1 6-524,0-13 0,1 3 524,2 7 0,0 0-697,1 1 0,0 0 697,2-2 0,1 1 0,5 1 0,1-2-135,-3-11 1,0-1-107,6 11 0,0-1-120,-5-17 0,-1-1-692,14 23-454,-4-6-1221,-2-8-6782,-5-11 9510,-4-7 0,-7-12 0,-2-4 0</inkml:trace>
  <inkml:trace contextRef="#ctx0" brushRef="#br0" timeOffset="165603">7741 15336 19334,'36'-24'-13,"-1"0"0,-1 1 0,-1 6 131,15 13-151,3-1-735,2 0 740,3-1-5,-2 1 955,0-1-967,-3-1-28,-18 2 1,1-1-30,25-6 108,-5 0 50,-17 0 1182,-22 6-1182,-6 0 0,-5 1 1394,-2 0-1394,-7 0 3338,-8 0-3355,-2 2 17,-7 1 321,2 1-310,-3 2 95,-13 4-61,7 0 0,-8 6-6,11 0 51,-8 9-96,12-2 1,-6 7-23,15-8-12,3 1 7,5 0-12,2-2 6,5-1 0,2-1-1,5-2-21,4-1 22,2-4-3398,5-1 3398,0-3 44,15-2 29,0-9-17,0-1 22,-7-7 45,-12 1 17,-2-2 27,-4-1-32,-2-1-7,-1-2 12,-3 0 106,0-11-50,-2-1-178,-1 1-35,0 6 0,-1 12 0,0 4 0,0 2 3392,0 5-3392,0 1 0,-1 7 0,0 9 0,-1 4 0,1 6 0,0-3 0,1 3 0,-1 0 0,1 1 0,1 2 0,1 0-108,5 11-541,3 1-85,4-1-459,1-6-1075,-3-13 2268,4-1 0,-8-9 0,0-1 0</inkml:trace>
  <inkml:trace contextRef="#ctx0" brushRef="#br0" timeOffset="166092">8746 14947 28597,'-12'-56'22,"5"16"-16,12 61 5,3 5-5,0 5 10,5 23-32,-3-9 16,3 15-12,-4-16-1160,1 1 1172,-1 2-17,1-1 11,-4-13 1,0 0 10,4 15-10,-1 11 5,-5-15-12,-2-16 24,-2 0 372,-3-18-378,-1-6 220,-4-21-203,3 2-23,-1-16 0,4-5 0,0-5 0,1-14 0,2 12 602,2 4-602,1 16 0,5-4 0,0 8 0,8-6 0,3 12 0,11 2 0,-4 6 0,2 8 0,4 7 0,-7 2 0,8 6 0,-1 8 0,-8-5 0,6 8 0,-9-1 0,-8-7 0,-2 5 0,-9-9 0,-9-2 0,-3 0 0,-8-2-3392,-5-1 3392,-5-1-1166,-1-2 1166,-4-1-61,-12-3 61,-3-3 0,0-4 0,9-2-292,15-4-173,4-2-1669,4-10-7697,9-7 9710,4 1 1,5 7 0,0 13 0</inkml:trace>
  <inkml:trace contextRef="#ctx0" brushRef="#br0" timeOffset="166792">9544 15316 20610,'2'7'3999,"0"-2"-2762,-2-5 913,0 0-2094,-12-60-43,13 22-237,-4-8 0,0-2 224,12 2 0,0-4 0,0-8 0,-4 24 0,-1-1 0,1-10 0,0-1 0,-1 0 0,-1 1 0,-1 4 0,-1 1 253,0-23-253,-5 22 0,0 21 0,-3 12 292,-1 8-292,1 4 0,-3 4 0,-3 15 0,-4 15 0,7-8 0,1 2 116,0 7 1,3 1-117,1-5 0,1-1-268,2 1 1,2 0 267,4 2 0,3 0 0,2 2 0,1-1 0,1 1 0,2-1 0,1-3 0,2-3-149,3-2 0,5-1-551,11 4 0,4-1 310,-9-6 1,2-2-611,7 1 0,-1-5-120,1-10-2890,-4-4 2855,-4-6-225,2-13 1313,-9-9 392,-4-4 538,-12-2 610,-8-3-672,-4 7-56,-1-5 1297,-8 5-1151,-2 6 3089,-7 2-3549,-1 9-268,3 8-12,2 4-67,7 3-11,2 0 44,2 4-77,4-3-7,3 2 46,10-1-12,10-4-50,13 0 5,-1-4-5,1-4 28,4-6-45,-11-1 5,9-5 40,-8-4 28,-4-6 11,-1-12-28,-11-5-23,-5 5 40,-15-14 39,-3 23-45,-6-5-54,0 19-13,4 9-799,-1 2 799,-2 2-34,-1 4 34,0 2 0,0 6 0,0 1 0,2 6 0,-5 12-3116,7-2 3116,-3 11 321,8 10-321,5 6-177,7-18 0,3 1-881,9 21 554,-1-30 0,3-3-1412,16 11-4346,8 1 5854,-14-18 1,-1-2 0,2 3 0,1-2-1</inkml:trace>
  <inkml:trace contextRef="#ctx0" brushRef="#br0" timeOffset="167658">5532 16773 19044,'-9'-38'87,"1"1"0,-6-23 2444,14 59-2531,0 1 1387,0 3-1387,1 1 865,0 3-843,1 5 3365,0-1-3371,-1 4 7,-3-2 10,-2-1-5,-4 2-5,-2-1-12,-2 0 0,-4-1 12,-2-1-18,-2-1 29,-1-1-6,-1-3 0,1-2 17,2-2-1,1-1-16,3-3 79,-3-6 27,3-6-89,2-4-6,4-3 6,6 1-17,2-1 6,1-2-23,2 1-6,3 2-21,2 1 38,4-1-22,-1 8 6,2 0-23,-3 8 28,0 2-5,1 1-1,2 2 1,1 3-6,3 2 0,1 7 11,3 2-5,-1 5-18,-1 2 1,-1 5-17,-4 0 23,-2 17 5,-7-10 0,-5 11 0,-7-12-17,-9 0 5,-3-8 1,-2 1-11,-15 14-917,9-13 1,-1-1 922,-17 13 16,-2-1 5,0 0-5,1-1 22,3-6 18,-4 0-18,17-14 17,-5-7 6,23-15-6,0-6-5,8-5 16,1-2-22,2-3 39,3-11-39,4 7 17,4-8-11,4 12-16,11-6 1870,8 4-1895,1 3-886,3 9 893,-9 8 0,3 3-35,18 9-21,-9 0-2758,13 8 2708,-14-2-286,18 10-327,-14-3 81,-8-4 0,2 1-662,-7-4 1,0 0-581,0 0 1,1 0-7587,26 8 9616,-21-11 1,-16-6 0,-7-3 0</inkml:trace>
  <inkml:trace contextRef="#ctx0" brushRef="#br0" timeOffset="167843">6131 16957 25590,'-48'-8'524,"1"0"1,3 1-1,11-1-417,27 1-46,3-1-5,10-3-22,2 1-96,12-2-61,2 4-129,8 0-1232,28-3 1484,-18 6 0,-1-1 0,15-1 0,0 1 0</inkml:trace>
  <inkml:trace contextRef="#ctx0" brushRef="#br0" timeOffset="168407">7332 16821 13874,'12'-48'1253,"0"0"0,-1 5 0,-3 6 1078,-2 12-1939,-4 5 1407,0 5-1547,-1 4 849,0 4-995,-1 4 3067,0 3-3162,0 4 797,-2 4-775,0 10-5,-3 4 0,-2 9 11,-6 24-5,2-10-355,2-4 0,0 2 321,3-9 0,1-1 0,0 0 0,0 0 5,1 22 6,8-24-22,3-3 6,7-6-7,4-5 35,5-4-277,3-5 226,4-4 11,3-5 6,1-4 16,2-6 23,0-6-22,-4-5 0,1-5 27,-8 2 1,0 0-247,5-7 0,-2 0 258,3-19 0,-18 12-23,-4 1 17,-3-1-27,-3 1 21,-1 2-5,-2 3 6,0 4-1,0 3-10,-1 5 659,-3 0-665,-1 10 242,0 0-253,2 8-18,0 2-10,1 5 453,0 1-521,0 7-402,1 11 38,0-2-1215,7 22 50,0-16-1288,7 12 2907,0-9 0,-5-14 0,-1-1 0</inkml:trace>
  <inkml:trace contextRef="#ctx0" brushRef="#br0" timeOffset="168807">8113 16785 22207,'0'-3'3287,"0"0"-694,0 3-2582,-33 52-11,24-27 8,-9 8 1,3 1 2,15-6 12,0-2-23,0 10-4240,1-12 4240,1 5 632,3-15-632,-2-4 0,0-3 22,0-4 12,0-1-6,0-6 6,3-3-18,0-6 3348,9-17-3314,-3 4 12,6-12-6,-6 8 68,6-17-124,-5 12 0,-2 5 0,1 0-2464,2-3 2464,4-6-2463,-5 16 2463,1 3-877,0 4 877,1 5-389,1 3 389,1 4 1224,2 2-1224,1 2 0,0 5 0,3 2 0,-1 6 0,2 3 2421,8 16-2421,-8-5 1572,6 11-1572,-11-10 0,-2 0 0,-2 0 938,-1-2-951,-2 5-294,-2-4-2427,3 1-6059,-4-11 8793,0-6 0,-6-8 0,-1-2 0</inkml:trace>
  <inkml:trace contextRef="#ctx0" brushRef="#br0" timeOffset="169426">9131 16736 20069,'-10'-43'125,"0"1"0,1 3 0,2 7 2645,5 14-2681,-1 6 1296,-1-3-1262,-3 6 704,-5 4-788,0 1-11,-3 5-6,2 1 1,1 2-529,-2 3 528,1 0-9,1 1-13,-3 11 0,6 1 0,0 5 0,11 8 0,4-11 0,14 22 0,7-6 0,-6-13 0,1 0 0,14 12 3392,4-3-3392,-10-12 0,0-1 0,9 8 0,-13-8-13,4 4-37,-19-11-23,-5-2-72,-7 3-169,-15-3-380,-11-2 167,-3-5-134,-4-6-1271,-5-8 599,9-2-370,-9-7-3610,12 2 3403,2-3-1312,2-2 2056,2-3 382,-2-16 1137,8 9 475,0-12 377,9 15 246,2 0 1456,2-4-633,0 3-1406,3 4-151,0 6 3026,1 8-3312,0 4 2175,0 0-2371,-1 5 166,0 1-233,-1 6 156,1 9-189,0 3-34,-1 8 44,-3 11-122,0-6 21,-3 11-3452,0-10 3352,1 0-211,0 1-960,2 24 84,1-21-1226,1 18 2369,2-28 0,-1-11 0,1-2 0</inkml:trace>
  <inkml:trace contextRef="#ctx0" brushRef="#br0" timeOffset="169675">9775 16150 23122,'3'45'0,"-1"0"0,1-2 0,1-2 505,6-1 1,3 1-506,1 4 0,1 1-825,-1 0 1,2 0 824,0-1 0,1-3 0,-3-11 0,0-2 442,1 1 0,2 0-442,6 10 0,1 1-9,-7-11 0,1-1-436,5 8 0,-2-1-7643,8 19 8088,-10-15 0,-5-7 0,-10-19 0</inkml:trace>
  <inkml:trace contextRef="#ctx0" brushRef="#br0" timeOffset="170251">9652 16681 26273,'53'-11'-28,"-1"2"2,-19 7 1,2 0-870,4-1 1,2-1 832,9-1 0,2-1 37,0-2 0,-3 0-521,-10 1 0,-3-1 543,-3 0 0,-3 0-2,8-4 585,-5-1-546,-5 0 16,-6 1 124,-4-6 50,-9-1-78,-5 2 55,-8 0 18,-3 7 777,-3 1-767,-1 1-33,-3 1-22,-2 3 1344,-2 1-1266,-12 4-56,-5 7-146,0 2-44,1 6 39,5 8-34,9-6 22,-2 8-38,12-7 16,4-2 23,5 7-12,9-1-33,7 4-3387,4-9 3381,4-5 17,-4-6-2268,1-3 2268,11-1-50,2-2 38,4-7 52,-5-6-7,-9-7 6,-9 2 2360,-4-16-2399,-7 15 0,0-10 3392,-2 10-3392,0 1 0,-1 3 0,1 5 0,-1 7 0,0 0 0,0 9 0,-1 6 0,-1 14 0,0-1 0,1 4 0,0-6 0,1 2 0,-1-2 0,2 0-69,1-2-334,2-2-862,6 4-1138,7-5 303,2-2-2796,4-7-4296,-6-8 9192,-1-1 0,-8-1 0,-3 0 0</inkml:trace>
  <inkml:trace contextRef="#ctx0" brushRef="#br0" timeOffset="171299">10693 16627 17132,'1'-6'6009,"0"1"-3861,-1 5-1296,3-74-528,-3 49-725,2-17 0,-1 2 614,-2 25 445,-1 0-344,-1-1 324,1 2-638,0-1 32,0 7-32,1 3 1153,0 3-1153,1 1 0,-1-1 0,1 1 0,-1-1 0,1 0 0,0 0 0,0-3 0,-1 1 0,0-3 0,0 0 0,0 1 0,1-3 0,-2 5 0,2-1 0,-2-1 0,2 2 0,-1-2 0,0 0 0,1 2 0,0-2 0,0 2 0,0 1 0,0 0 0,0 0 0,0 2 0,-3 4 0,2-2 0,-3 4 0,4-2 0,-1 0 0,0-2 0,1 1 0,-2 0 0,2 0 0,0-1 0,-1 1 0,1-1 0,-1 1 0,1-1 0,0 1 0,-1-1 0,0-4 0,-1 0 0,2-3 0,-2 2 0,2 0 0,-2-2 0,0 1 0,0 0 0,0-1 0,-1-3 0,1 1 0,-2-1 0,3 3 0,-1 0 0,0 0 0,2 0 0,-1-6 0,1 3 0,0-6 0,0-5 0,0 3 0,0-5 0,0 5 0,0 2 0,0 2 0,0 1 0,0 4 0,0 2 0,0 3 0,0 1 0,0 2 0,4 9 0,-2 1 0,6 21 0,-3-6 0,1 12 0,-2-4 0,-1 4-342,-1 3 342,-1-7 0,1 1-3279,-2 17 3279,1-16 0,0 0 0,-1 11-35,0-2 35,-2-3 0,1-2 0,-1-3 0,-2 9 0,2-13 0,-4 13 0,3-23 0,-1 0 227,2-11-227,0-5 3375,2-3-3375,0-3 54,1-3-54,2-4 0,1-3 0,6-11 0,-1 4 0,3-7 0,-4 5 0,5-12 0,-4 6 0,4-10 0,-4 11 0,2 0 0,0 3 0,1 2 0,1 2 0,1 4 0,0 2 0,11 3 0,-5 4 0,8 3 0,-7 5 0,0 4 0,-1 3 0,0 5 0,-3 0 0,-1 2-3392,-3 1 3392,-3 0 0,1 7 0,-6-5 0,0 11 0,-5-14 0,-4 4 0,-19 2 0,3-11 0,-14 6-2269,8-12 2269,-1-3 930,-4-2-930,-2-1 0,0-3 0,-3-3 0,1-4-68,1-4-514,-8-11-740,14 3-27,0-11-8482,19-7 8883,8 13 0,2-2 0,1 20 1</inkml:trace>
  <inkml:trace contextRef="#ctx0" brushRef="#br0" timeOffset="171700">11252 16635 28535,'21'-45'45,"-1"0"0,-1 3 1,-3 5-46,-2 4 0,-2-3 0,3-24-549,-7 11 549,-3 15 0,-1 1 0,-1-17 0,-2 0 0,0-2 0,-2 2 0,-1 2 0,-2-9 44,-3 11-44,0 5 0,2 18 0,1 14 0,1 5 0,0 3 0,-2 3 411,1 5-411,-2 4 0,0 5-3298,-3 6 3298,1 8 0,-1 5 0,3 9-243,2-7 1,1 1 242,0 23 0,2-20 0,2 2 0,3 0 0,3-2 0,-2-9 0,2 0 0,4 9 0,1-2 0,10 12-79,4-2-229,3-5-168,5-3-510,-5-16 0,3-1-1327,19 9 1891,-11-11 1,-1-4-1,-9-6 1,0-2-1</inkml:trace>
  <inkml:trace contextRef="#ctx0" brushRef="#br0" timeOffset="172044">11759 16481 27734,'-12'17'163,"8"-5"-141,38-22-11,-9 1 1,8-5-1,-12 4 17,-1-3-17,-2-1 51,5-23-18,-10 13 1,4-16 56,-14 14-17,-2 9 22,-2-2 96,-7 8-167,0 6-35,-6 0 0,-7 10 0,3 3 0,-28 31 0,19-11 0,6-4 0,0 1 0,-10 20 0,10-9 0,-2 9 0,12-4 0,11-1 0,17 8-461,7-14-1521,16-8 1982,8-12 0,-22-7 0,1-2 0</inkml:trace>
  <inkml:trace contextRef="#ctx0" brushRef="#br0" timeOffset="201251">13747 10190 23287,'-55'-1'735,"0"1"1,4 0 0,11-1-360,25-1-74,3-1-106,6 0 17,3-2-174,4 1-5,3-3-34,6 1-3370,5-2 3376,5-1 5,6 0-11,7-2-429,6 2 390,5-1-1031,4 1 1047,4 1-16,3 0-17,2 3-39,-2 1-28,-1 3-6,-7 0 2515,7 7-2683,-17 4 152,-7 3 27,-20 3-34,-26 4 113,-2-2 28,-15 6 28,1-6 228,-21 7-212,12-6 12,6-4 0,1 1 28,-4 1-6,-7 4 1601,21-9-1634,6-2-6,3 1-23,8-5 1,2 3-6,4-4 5,4 0-5,2 0 6,7-2-6,4 1 0,5-3 6,5 0-6,6-1-6,4-3-1397,1-2 1386,2-3-2799,-1-1 2821,-2-2 6,-3 1 23,-3-3 16,-4 1 18,-5-2 38,-3-2 129,-3-9-112,-8 4 1152,-1-8-1175,-8 5 85,-8-12-62,-1 8 17,-6-9 3415,3 13-3398,0 2-12,0 1 6,2 3 1,2 0 128,0 1-146,4 5-22,0 1-28,4 6-17,1 3-11,0 0-61,1 8 10,3 2-10,2 7-7,2 1-10,3 4 16,1 2-5,2 2-6,1 1 1,1 1-46,8 16 12,-6-9-12,5 12-22,-10-14-34,-2 1-22,-4 0-84,-3 2-128,-5 1-248,-6 1-677,-7 2-3321,-7 0 4598,-9 5 0,15-20 0,-1-2 0</inkml:trace>
  <inkml:trace contextRef="#ctx0" brushRef="#br0" timeOffset="201714">15336 10268 20282,'-6'-50'836,"1"1"1,-1 4-1,0 3 111,-4-17-4102,2 19 3463,-1-6 54,4 23-144,1 7 1093,1 2-1221,0 7 343,2 2-427,0 7 2728,1 3-2723,0 7-1344,1 3 1344,0 5-972,3 5 961,-2 4-193,2 20 70,-3 12-48,0-19 0,-1 0 11,0-6 1,0-1-85,1 1 1,-1-1-507,3 17-444,1 0-710,3 0-2162,1-1-5086,2-8 8679,-1-6 0,-5-20 0,-1-7 0</inkml:trace>
  <inkml:trace contextRef="#ctx0" brushRef="#br0" timeOffset="201909">15687 10336 25320,'8'-42'614,"-1"0"1,0 5-1,-2 9-502,-5 22-56,0 5-33,0 0-23,1 5 5,2 7-55,0 2-6,1 7-230,2 8-5,-1-3-179,3 11-1693,-3 8-1091,0-9 2406,2 17 0,-4-32 0,0-1 0</inkml:trace>
  <inkml:trace contextRef="#ctx0" brushRef="#br0" timeOffset="202475">16399 10044 21411,'0'-3'2078,"0"0"1036,0 3-2991,-4-17-27,2 12-7,-4-12-33,5 17 51,0 1-29,-1-1-16,2 0 16,-3 0 51,-2 0-90,1-1 73,-6-5-45,4-1 45,-6-14-67,5 4-17,-2-9 28,3 6-17,3-2 0,1 2-11,2 2 34,2-4-6,5 5-73,4 1 40,7 6 5,9 6-45,10 7 22,12 8-21,4 11 16,-2 13-849,-16-2 855,-10 5-445,-15-6 405,-8 1 1,-6 4 5,-7-3 0,-2 0 17,-1 9 0,-3-2-319,-6-7 1,-4-1 315,-6 1 0,-1-1-554,8-8 0,-1-2 579,-7 7 1,-1-2 21,8-9 1,0-3 760,-18 3-581,2-6 416,17-23-550,15-12-79,7-2 0,8-2 0,2 8 627,5 1-627,3 1 1379,1 2-1379,14-2 0,-5 7 0,12 0 0,-8 6 0,20 5-620,6 9 1,5 3-885,-12-4 0,3 0 938,2 3 1,5 3 0,-9-3 0,9 2-1,-2-1 1</inkml:trace>
  <inkml:trace contextRef="#ctx0" brushRef="#br0" timeOffset="202642">17319 10406 28671,'-33'9'-169,"7"18"-2335,25 19 1089,-2 7 0,1-19 0,-1-13 0</inkml:trace>
  <inkml:trace contextRef="#ctx0" brushRef="#br0" timeOffset="205164">17878 9982 24351,'-20'-50'213,"-1"0"0,2 6 0,8 9-191,21 18-5671,3 6 5666,3 3 1403,14-2-1403,9 2-1415,2 1 1409,2 3-1528,-11 3 1528,-1 1 1502,12 3-1552,-1 6 22,6 8 11,-15 0-113,-8 3 102,-13-4 2224,-4 2-2190,-3 9 3319,-10 4-3285,-11 8-23,-4-9 11,-8-4-3285,6-11 3291,-2-1 11,1-3 235,0-3 555,-16 1-2896,20-5 2223,-10-2-5,26-10-106,1-5 2240,3 0-2268,2 1 10,6 4-44,2 2 17,0 2-17,1 3 6,5 8-6,-2 0 11,8 7 0,-3-2 3387,0 2-3398,4 1 5,20 22-27,-7-3 11,-12-9 0,-1 2-946,2 15 969,-13-9-18,-15-5 17,-9-9-5,-7-1 16,-24 4-55,7-8-29,-16 2-106,12-9-2392,-1-2 1731,0-2-1193,-2-1-7578,5-1 9600,5-1 0,15 0 0,7 0 0</inkml:trace>
  <inkml:trace contextRef="#ctx0" brushRef="#br0" timeOffset="206178">14304 12080 21385,'18'-28'-31,"-1"0"0,22-17-20,-7 41 1,4 6-45,17-3 11,-18 1 0,1 1-263,-3 2 0,-2 0-298,14 4-173,8 6-4167,-26-1 3680,-8 1 986,-8 3-1216,-9 1-819,-10 1 1486,-10 1-616,-11 1 1512,-6-2 983,4-5 0,-1-1-345,-17 6-227,15-7 1,1-2 653,-12 3 77,2-2-4,5-3-108,4 0 774,-2-2-1283,14-2 2024,1 0-2416,14-2 2922,4-1-3045,6 2 430,2-1-436,7 3-17,3-2 11,5 0 1,18 2-23,-5-2-11,14 2 11,-11-4 0,1 1 22,1-1 6,-2 0 0,-1-1 6,-1-3 22,-4-1 28,-2-3 173,2-8-117,-11 2 0,1-8 107,-14-8 33,-4-11-3493,-5 0 3442,-3-3 256,-6 0 166,2 1-58,-2-5-100,4 12-135,3 13-246,2 11 3302,1 7-3397,2 4-23,0 1 6,0 7 143,4 9-143,0 5-5,4 9-3387,0-4 3380,0 4-1252,0 2 1242,-1 4-1839,0 1 1838,-1 3-38,-1 1-62,-2 0-1372,-2 1 1047,-5 0-497,-10 16-1940,-1-14-6946,-7 9 9769,8-25 1,6-13 0,4-6 0</inkml:trace>
  <inkml:trace contextRef="#ctx0" brushRef="#br0" timeOffset="206970">16058 11837 17468,'-5'0'4671,"1"0"-996,4 0-3608,2-60 6,2 38-31,-2-13 0,2 2 70,4 19 5,-1 0-10,0 1-7,3-8-38,3-3-40,0 0-10,1-1-12,-4 9-23,2 1 6,7-3 6,-4 6 0,7-1-11,-6 6 10,1 3-27,10 1 17,-5 3-1,7 3 1,-8 3 16,-2 6-16,1 2 0,-2 2-1,-1 4 1,-2 1 11,-2 3-62,0 24 45,-7-17 0,-2 19 11,-9-24 17,-5 0-6,-11 11 1,2-11 5,-7 7 5,1-9 63,0-5 133,-6-3-156,13-10 5,2-8-22,11-5 40,-3-11 21,3-1 6,1-5-72,2 6-12,4 5-11,1 4-22,8 0 10,-2 3-10,7 1 5,-3 4 12,2 2-1,4 2-3403,1 3 3404,4 4-43,16 8 54,-8-2 5,12 6-2275,-13-4 2259,-2 1-305,-2 1 299,-4 0 2093,1 9-2104,-10-1 45,-12 5-51,-20-6 16,-7-8 7,-8-4-12,5-6 0,-2-3 348,-16 0-751,-1-3-1249,-12-4-745,18-5 2414,4-5 0,25 4 0,0 0 0</inkml:trace>
  <inkml:trace contextRef="#ctx0" brushRef="#br0" timeOffset="207188">17012 11909 23954,'-14'49'-10,"0"-1"1,2 0 0,2-6-478,3-5-751,3 3-8593,3-5 9162,0-11 0,1-3 0,0-16 0</inkml:trace>
  <inkml:trace contextRef="#ctx0" brushRef="#br0" timeOffset="207739">17624 11722 25926,'10'-19'39,"-2"6"6,-6 24 44,-3 0-27,-1 0 22,-4-2-11,-1-3-12,-1-1 90,-6-1-61,3-2 0,-4-1 72,2-6-5,0-5-90,1-3-3392,2-5 3420,6-9-703,1-6 636,3-2-22,3 1 5,8 4-11,2 5 0,2 2 0,0 9-22,4 8 16,-3 4-5,6 2 11,-2 5 0,0 4-11,3 4 3057,0 4-3074,10 15-2360,-10-4 2388,5 10-1586,-13 8 1570,-8-11-1,-5 15-45,-21 5 23,-3-12-95,5-14 1,-3 1 82,-6 0 1,-3 0 973,-2-1 0,-2 1-918,-7 4 1,-1-1 25,3-8 0,2-3 14,-14 4 16,12-16 18,20-12 2042,3-4-2009,2-11-67,7 1 0,0-8 39,7-1-56,1 6-12,4-4-4,1 11 370,3 1-427,8 0 817,10 5-789,1 1-33,7 5-185,7 8-34,-7 1-1221,12 7 638,-12-1-576,0 0-1642,2 1 3070,5 2 0,-19-9 0,-2 0 0</inkml:trace>
  <inkml:trace contextRef="#ctx0" brushRef="#br0" timeOffset="207929">18307 12043 27751,'-23'21'-677,"5"32"-455,19-14-1293,0 23 2425,-1-23 0,0-27 0,0-3 0</inkml:trace>
  <inkml:trace contextRef="#ctx0" brushRef="#br0" timeOffset="208446">18822 11658 23231,'-3'-9'2448,"1"2"-1776,2 7-123,-12-62-135,8 37-252,-3-12 1,1 2 56,4 19-57,1 3-56,0 5-61,1 4-6,0 2-27,0 10-29,3 4 34,1 12-6,5 4-3398,0 8 3404,1 5-17,0 5-2296,-2 3 2201,-1 3-889,-3 3-567,-2 1 1282,-1-23 1,0-1 0,-1 2 0,0-2-1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3:38:36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5710 2689 20716,'-40'1'621,"1"-1"1,-23 1-498,59 0-40,2 1 45,3 0 224,6 3 28,10 2-213,3 0 235,38 4-235,-1-5-1789,-22-2 0,1-1 1646,-4-2 1,0 0 44,5-1 0,2 0-326,7-1 1,3 0 266,-7-1 0,3 1 1,0 0-1,3-1 0,2 1 0,0-1-491,3 1 1,0-1-1,2 1 503,3 0 0,1 0 0,1 0 2,-13 0 0,1 1 1,0-1-1,1 1-3,4-1 1,0 1 0,1-1-1,0 0 5,3 1 0,1-1 0,0 0 0,1 1-360,3-1 1,0 1 0,1-1 0,0 1 335,-11 0 1,1 0-1,0-1 1,0 1-1,1 0 0,1 0 0,1 0 1,0 0-1,0 0 1,1 0-8,2 0 1,0 0 0,1 0-1,0 0 1,0 0-7,-8 0 0,0 0 0,0 0 0,1 0 0,0 0 0,0 0 5,2 0 0,0 0 0,0 0 1,0 0-1,1-1 0,0 1-158,2 0 1,0 0 0,0 0 0,0 0 0,1 0 0,-1 0 169,2 0 1,0 0 0,0-1 0,0 1-1,1 0 1,-1-1 1,2 1 1,1 0 0,-1 0-1,1 0 1,-2 0 0,-2 0 65,1-1 1,-1 1-1,-2-1 1,0 1-1,0 0 19,-3-1 0,0 1 1,0 0-1,0-1 1,0 1-19,1-1 1,-1 1 0,1-1 0,-1 1 0,2-1-30,3 0 1,-1 0 0,1 0 0,2 1 0,2-1-12,-10 0 1,2 0-1,2 0 1,0 0-1,-1 0 1,0 0 0,-3 0 14,10 0 0,-1 0 0,-2 0 1,0 0-1,0 0-16,-2 0 0,-1-1 1,0 1-1,0 0 1,0 0-60,1-1 0,0 1 0,0-1 0,1 1 0,0-1 8,-7 1 1,-1 0 0,1-1 0,1 1 0,1 0 0,2-1-19,0 1 0,2-1 0,1 1 0,1-1 0,0 1 0,0-1 1,0 1 2,-1 0 0,1 0 0,1-1 0,-1 1 0,-1 0 1,-1 0-1,-2 0-27,-1 0 0,-1 0 0,-2 0 1,0 0-1,1 0 0,1 1 88,-1-1 0,3 1 0,0-1 0,0 1 1,-1 0-1,-3-1 0,-3 1-13,8 0 0,-6 0 0,0 0 0,5 0-3,-1 0 1,5 0-1,3 0 1,-1 0-1,-3 0 1,-5 1 5,-1-1 0,-5 1 0,-1-1 0,3 1-4,-2-1 1,2 1 0,1 0 0,0 0-1,-1 0 79,8 1 1,-1 0 0,0 0 0,-1 1-72,1-1 1,-1 1-1,1 0 1,2 0-6,-6 0 0,3 0 0,0 1 1,0 0-1,-2-1-66,10 2 0,-2 0 0,0 0 0,-1 1 24,-4-1 1,-1 2 0,-2-1-1,-2 0-45,3 1 1,-3-1 0,-1 1-20,-7-1 1,-2 0 0,-1 1 290,12 1 0,-2 1-984,-6-1 1,-1 0 755,4 2 1,-4-1 0,3 1 0,-22-3 0</inkml:trace>
  <inkml:trace contextRef="#ctx0" brushRef="#br0" timeOffset="1618">5476 2793 24034,'-2'-56'657,"1"11"-484,2 44 839,4 0-717,-2 1-162,2 0-31,-1 1-91,0 1-39,0 1-91,0 3-53,3 5-351,-1 6 255,3 7-27,-3-1 7,1 1 90,-3-5-219,0 2 509,1 1 123,-1 1 49,0 2-41,1 1 105,2 16-33,-1-8-1022,0 14 1009,-1-11-12,-1 3-217,3 22 80,-4-27 1,-1 3-4,2 11 0,-1 2-512,0 3 0,1 2 471,-2 4 1,0-1-24,1-11 0,-1-1-8,0-1 0,-1 0 13,1 3 1,0-2-38,0-9 0,-1 0-6,1 13 0,0 0-11,-1-16 1,0 3-41,0 7 1,-1 5-1,1 0-38,-1-6 0,0-1 0,1 2-488,-1 7 1,0 3-1,0-3 388,0 9 1,0-3-8,0-15 0,0-2 2,-1 2 1,0 0-1,0 0 1,-1 1 1,1 1 1,-1 0 39,1 1 0,0 0 62,0-1 1,1 3-80,-1-4 0,1 2 0,0-1 144,0 7 0,0 0 2,0-8 1,0 2 0,0 0 1,1 0 1,0 0 0,0-2-639,0 10 0,1-1 629,-1-7 0,1 1 1,-1-2-2,1 5 0,0-2-5,0 1 1,0 0 5,0 0 0,1 0-5,-1-1 0,1 0-480,0 0 1,-1-1 485,1 0 1,0 0-9,-1 1 1,1 0 214,-1-1 1,1 1-203,0 1 0,0 0 39,-1-2 1,0 4-29,0 8 0,0 7 1,0-5-247,0-1 0,-1 1 240,0 0 1,0 5 0,0-6-12,-1-10 1,0-1 258,-1-3 0,0 4 0,0 0-292,0 1 0,-1 2 1,-1-1-327,1 1 0,0-1 0,0 0 335,-1-3 1,-1-1 0,1 0 6,0 1 0,-1 1 0,1-3-16,-2 9 0,1 0 13,1-8 0,-1 1 1,0 1-263,0-1 1,0 1 0,0-3 303,-1 9 0,0-1-19,1-8 1,0 2 0,0 0 119,-1-2 1,0 1 0,1-1-113,-2 3 0,1 1 1,-1 1-154,0-4 0,0 3 0,1-1 0,-1-2 144,-1 5 0,1-3 0,0-1 5,-1-1 1,1 0-1,0-3 316,-1 4 0,1-3-310,-1 2 0,0-1 0,0 1 1,0 0-4,0-1 1,-1 3 4,1-5 0,0 3 0,0 1 3,0 1 1,-1 1 0,0 2-12,1-5 1,0 2 0,0 1 0,1-3-6,-2 4 0,1-2 0,1 0 0,0-3 0,0 0 0,0-1-106,1 2 1,0 0-1,0-2 111,-1 9 1,0 0 284,1-9 1,0 2 0,0 0-269,0-1 1,1-1-1,0 2-2,0 2 1,0 0 0,0 1-162,1-1 0,-1-1 0,0 1 137,1-2 0,0-1 0,1-2 18,-1 3 0,1-1 6,0 2 0,0-1-4,0 0 1,1 0 0,-1-1 0,1 1-6,0-1 0,0-1-8,0 0 0,0 0-3,0 0 0,1 0 8,-1-1 1,0 1-7,1 0 1,0 0 5,-1 0 1,0 1 2,1 0 0,0 0 511,-1-1 0,0 1-511,0-1 0,0 1 117,1-1 1,-1 0-118,0 0 1,-1 0-10,1-1 1,0 1 14,-1-2 0,1 3 7,-1-4 0,1 4 1,-1-3-194,0 7 1,1 2 196,-1 3 0,-1 6 0,1-2-191,0-11 1,1-1 0,0 0 165,-1 1 1,0-1 0,0 0-2,1-2 0,0-1 0,0-3 94,0 5 0,1-2-96,-1 0 0,1 2 45,0-4 0,0 3 0,0-3-31,0 7 0,0 1-7,0-9 1,0 2-1,0-3 12,0 3 1,0-3-3,1-1 0,0 1-329,1 15 0,2 0 303,-1-15 1,1 0 8,1 11 0,0 0 446,0-17 1,0-2-445,0 1 1,0 0 2,1 0 1,-1-1-6,0 0 0,1 0 0,-1-1 0,0 0-11,5 29 17,0-1-12,-1-3 6,-1 0 0,-1-2-5,0-1 5,-3 1-34,0-3-61,-1 1-124,-2-1-290,0-3-590,-1-1-1724,0-4 2823,-1 2 0,1-22 0,0-3 0</inkml:trace>
  <inkml:trace contextRef="#ctx0" brushRef="#br0" timeOffset="3419">17544 2842 16824,'6'-8'3120,"-1"2"-1345,-5 6 471,0 0-1972,-6-19-122,3 14-68,-5-14-51,6 19-10,0 0 5,0 2-23,0 0 12,0 4 11,1 1-6,0 0-10,-1 2 16,2-1-12,-1 0 35,1 8-1,-2 2 6,1 9 11,-1 4 29,0 5-7,2 6-10,-1 5-1,4 6-39,-1-10-11,3 1 6,0-12-207,-1 3 257,3 19-28,-1 8-45,-3-29 0,0-1 3,0 0 0,-1-1 8,0 16 1,-1 1-7,0-14 1,-1 3-409,0 2 1,-1 2 408,0 11 0,-1 2-6,-1 4 0,1-2-534,-1-8 1,0-3 539,-1 2 0,1-2-1,1-11 1,0-1-3,-1 0 0,1 3 14,-1 15 0,0 3 3,0 3 0,-1 2-417,2-10 1,0 2 0,0 1 405,0 1 1,0 0 0,0-3-7,1 13 0,-1-2 0,1 0 0,0-4 0,0-14 0,1-1-3,0 0 0,0 0 3,-1 1 0,1-1 11,0-1 1,0 2 13,-1 17 0,-1 4-11,1-21 0,0 1 0,0 2-11,0 11 0,-1 2 0,-1 0-21,1 1 0,-1-1 0,0 1 9,1 1 1,-1 0 0,0-3-732,0-9 0,0-2 0,0-1 735,1-2 0,0-1 1,0 1-3,0 0 1,0 1-1,0 1-89,0 2 1,-1 1-1,1 1 85,0 0 1,0 0 0,0-1-214,0-3 0,0 0 0,0 0 219,1-1 1,-1 1-1,0-1 2,0 3 0,0-1 1,1 3-85,-1 11 0,-1 3 1,1 0 75,0-1 1,0 1 0,0-1 8,1-15 1,-1 0 0,0 0-1,1 0 3,-1 0 1,-1-1-1,1 1 1,0 0-3,-2 16 0,1 0 0,-1-2-19,1-12 1,0-1-1,0-2 10,1 0 0,-1 0 0,1-4-405,-1 5 0,2-2 406,-1 0 1,0 2 74,1-5 0,0 2 0,0 1-80,-1 2 0,1-1 0,-1 1-166,1 0 1,-1 0-1,1 0 171,-1-3 1,1-1 0,0-1 293,-1 4 1,0-2-289,0 1 0,1-1 0,-1 1 1,0-1-4,0-1 1,0 1 5,-1-1 0,1-1-6,0 0 0,0 0-2,0 0 0,-1 0 109,1-1 0,0 2-110,0 17 1,0 2 9,0-18 0,1-1 0,0 1 128,0 0 0,0-1 1,0 0-133,1 18 0,-1-1-11,1-1 0,0-1-340,0-13 1,0 0 336,-1 12 1,0 1-4,1 0 0,0 1 303,-1-18 1,0 0 0,0 2-291,-1 9 1,1 2 0,-1 0-5,-1 0 1,1-1 0,-1-2-87,-1 11 1,0-3 84,0-1 1,-1-5-3,2-14 0,-1-2 5,0 0 1,0 2 8,-1 15 0,-1 2 280,-1 2 1,0 2-288,1-11 1,1 2 0,0-3-3,-2 10 1,1-3-6,0-3 0,1-4 5,2-14 1,0-2-6,1 1 0,-1 0 3,1 0 0,-1-1-1,1 1 1,-1-1 0,1 1 0,0-1 2,-1 1 1,1-1-1,0 1 1,0-1 278,-1 1 1,1-1-277,-1 0 1,1 0-472,-1-1 0,1-1 474,-4 31 0,0-3-453,3-18 1,-1 1 441,-4 18 644,4-21 1,0 0-640,0-4 1,-1-1 5,0 0 1,0 0 4,-1 5 1,-1 0-17,-3 16 17,1-12-17,3-18 0,1-2 0,0-3 99,1-1-88,1-3 2182,-1 10-2188,2-6-10,0 9 16,2-9-11,0 0 0,0-2 3257,0 1-3285,3 16 476,0 5-437,2 3 0,0 1-1305,-2 5 1300,-2-8 11,1 13-6,-2-13-22,0 1 5,0 0 0,-1 3-2955,-1 1 2966,-2 1 3,0-12 1,0 1-671,-3 19 665,3-19 0,-1 0 8,-2 11 0,1 0-5,0 1 5,2-1-6,1 1 7,1 1-1,1-2-6,1-12 1,0 0-17,1 17 16,0-18 1,0 0 5,2 12 6,1-1-1752,0 0 1757,2-1 18,-2-1 525,2 15-487,-1-1-42,-2-24 1,1 1 41,1 25 1566,-2-16-1638,1-6-1379,-2-13 1385,-1-1-12,0 1 2102,-1-1-2180,-2 1-1972,-15 18 2050,1-12 0,-3 3 0,9-22 0</inkml:trace>
  <inkml:trace contextRef="#ctx0" brushRef="#br0" timeOffset="4995">5463 16260 12315,'-4'0'2677,"1"0"3697,3 0-6021,-47 7-62,33-5 186,-38 5-287,48-6-28,-1-1-61,4 0 50,1 0-72,3 0-1,3 1-5,5 0-17,4 0-17,4 1 12,5 0-18,2 0-5,4 1 11,18 0-16,-9 0-474,16 1 468,-14-2-12,-9 1 1,1-1 6,19 2-1,-16-2 0,1 1-1101,19 1 1140,7-1-617,-30-1 0,1-1 598,1 0 0,3 0 27,19 0 1,5 0-28,-18 0 1,2-1 0,0 0-729,1 0 1,-1 0 0,0 1 709,1-1 0,-1 0 0,-2 0 9,5 0 1,-2 0-804,2 0 1,0 0 802,1 0 1,-1 0 2,2 0 0,-1 0-16,1 0 0,-1 0 33,2 0 0,-1 0-28,0 0 1,1 0 29,0 1 1,2-1 20,-5 0 1,4 0-1,6 0-9,-7-1 0,6 0 0,4 0 0,1 0 0,-2 0 0,-5 0-101,4 0 1,-5 0 0,1-1 0,4 1 53,-3 0 0,5-1 1,2 0-1,-1 0 1,-5 1-1,-7-1 9,0-1 1,-7 0 0,0 1 188,4-1 1,0 0 0,0 0-195,1 0 0,0 0 0,1 0 0,0 0 0,0 0 0,1 0-2,0 0 0,1 0 1,-1 0-297,2 0 0,-1 0 1,1 0 297,0 0 0,0 0 0,1 0-2,-1 0 0,0 0 0,1 0-2,-2 1 1,1 0-1,3-1-159,-1 1 0,3 0 1,1 0-1,-3 0 155,3 0 1,-3 0 0,3 0 1,-4 1 0,3-1 0,-1 0 0,-3 0 126,-1 1 0,-3 0 0,-1 0-122,2 0 0,-1 0 1,0 0-1,0 0 0,0 1 0,0-1 2,-1 1 0,-1-1 1,4 1 2,0 0 1,4 0 0,1 0 0,-3 0-4,2 0 0,-2 0 0,3 0-11,-4 0 1,4 0 0,-1 0 0,-3 0-53,-1 0 0,-3 1 1,1-1 58,0 1 0,0-1 1,0 0-5,0 1 1,0-1-1,0 1 0,-1 0 1,-1-1 0,4 1 1,-1-1 0,3 1 0,1 0 0,-4-1-2,4 1 1,-4-1 0,4 1 1,-6 0 0,3-1 0,1 0 0,-1 1 5,-2 0 1,-1-1 0,1 1-1,0 0-8,2 0 0,-1 0 1,2 0-1,1 0 0,-3 0 1,1 0-1,2 0 1,-1 0 0,0 0 0,11 0 1,1 0-1,-2 0 1,-2 0-3,4 0 1,-3 0 0,1-1-2,-9 0 1,3 0 0,-2 1 0,-5-1 256,11 0 1,-1 0-258,-13-1 1,4 1 0,0-1 0,-5 0 2,10 0 1,-3 0 1,-8 0 1,1 0 0,0 0 20,19-2 0,-4 1-17,-15 1 0,0-1 0,13 0 0,-2 0 0,-19 0 1,-2 1 4,13-1 1,1 0 541,-1 1 1,1-1-562,-2 1 0,-1-1 11,-4 1 1,-3 0-15,12 0 12,-1-1-6,-3 1 0,-3-1 11,-1 0 0,-2-1 1,-3 1-12,-1-1 28,14-1-12,-15-1-10,10 1 1106,-3-1-1106,-11 0 8,0 0 0,0-1-20,1-2 1941,17-2-1924,-16 1 1690,-8 2-1684,16-3 11,-11 2-11,0 1-17,-4 1 11,-11 2 6,1 0-23,-2 0 988,9 0-988,-6 0 29,7 0-18,-5 0-5,0 2 317,2-3-328,1 2 22,0-1-5,0 2 11,1 0-17,-1 0-3387,-1 0 3399,0 1 10,5-1-28,-9 1 6,4 0-5,-12 1 16,-2 0-11,-3 0 0,-1 0 0,-1 0 11,-1 0 3398,3 0-3426,0 0 34,1 0 5,0 0-10,-3 0 4,2 0 18,-2 0-23,0 0 17,2 0-263,3-5-247,0 0-722,3-4-2398,0-2-6076,-1 1 9678,0 0 0,-5 4 0,-3 2 0</inkml:trace>
  <inkml:trace contextRef="#ctx0" brushRef="#br0" timeOffset="6711">6435 2049 20929,'-14'-40'300,"0"0"0,1 0 0,-2-6 1,1 7 1050,-5 6-1631,13 26 1507,2 4-797,2 6 1021,1 5-1146,2 18-332,1-3 330,2 14-47,2-7 30,0 1-1547,1 3 1034,0 0-2431,5 17 2197,-4-11-1109,3 14 1147,-4-16-571,-1 0 280,-1 1 1343,-2-2-3740,-3 19 2342,-3-24 2571,-2 11-1946,0-32 2961,-2-5-1760,1-7 727,-2-6-1160,-2-16-448,2 0 103,-4-12-38,2 5-30,0-5-336,-2-3-463,-1-4-279,-1-3 1152,0-1 277,-2-1-101,2 0-27,0 2-63,2 0-39,2 3 305,2-20-309,4 27 3,3-12 68,5 33 410,14 1 745,1 5 58,12 2-265,-1 4-1182,5 7-165,2 3 0,4 6 0,0 5 0,2 4 0,0 5 0,-13-4 0,-1 2-137,15 16-301,-11-4 0,-1 1-401,0 8 306,-12-7 0,-3 1-521,-5 5-417,-5 13 858,-16-20 781,-9-2 241,-10-3 452,-6-2-568,-7-10 1,-3-1 1461,-12 3-927,11-7 0,0-2-208,-1-7-620,4-4 0,4-4 0,5-5 0,5-6-614,7-7-3204,6-6 3428,6-10 0,5 15 0,3-2 0</inkml:trace>
  <inkml:trace contextRef="#ctx0" brushRef="#br0" timeOffset="7985">7089 2037 32767,'7'9'-549,"2"-1"73,7 0 1032,2-2-87,12 2-469,-5-4 0,8 1 0,-9-4 0,-1-1 0,-1 0 0,-1-3 0,-4-1 0,-1-3 0,-5-1 0,-1-1 0,-4-2 0,-2-2 0,-2-2 0,-3-1 0,-3-2 0,-3-2 0,-3 0 0,-10-9-528,4 8-809,-7-1 715,7 11 600,-9 5-3029,6 3 4493,-5 3 576,1 7 82,7 1-2100,-4 7 0,9-2 0,3 2 0,1 1 0,4 2 0,2 7 0,4-6 0,3 7 0,10-2-756,0-5-1015,5 3 536,-2-7 525,1-2 488,4 0 380,1 0 439,17 5 270,10-4-239,-18-6 1,1-2 5,-1-2 0,-1-2-87,15-4-547,-12-4 0,-19-2 0,-4-3 0,-5-1 0,-3-1 0,-2 0 0,-2-1 0,-2-4 0,-4-2 0,0 3-259,-4 3-1959,-2 7 4695,3 3-2477,-2 2 0,4 1 0,0 1 0,0 4 0,1 3 0,0 2 0,3 6 0,3-5 0,4 7 0,7-4 0,7 1 0,1-5 0,2-4 0,-2-4 0,1 0 0,1-2 0,2-2 0,0-3 0,8-8 0,-10 1 0,11-13 0,-20 9 0,3-7 0,-11-3 0,-1 5 0,-4-6 0,-3 8 0,-2 3 0,-4 1 0,-2 3 0,-10 1 0,3 6-3616,-8 1 4464,6 5 662,-2 4-252,2 2-1258,0 4 0,4 2 0,2 2 0,0 9 0,5 7 0,2-1 0,6 1 0,5-9 0,8 8 0,2-6-1341,7 5-972,8 2 782,-4-7 3842,25 15-3667,-16-19 213,14 4-1680,10-10-59,-14-6 2473,17-2-646,-11-12-182,-15 0 3350,3-8 1935,-19-8-1606,-7 5-367,-3-8-906,-7 6-686,-1-2-2102,-1 0 1099,0 1-548,0 0-205,-1 1 2530,-3-3-1853,-2 5-379,0 2 265,-1 8 370,2 5 962,-2 9 3415,0 2-2733,1 7-469,2 3-340,1 2-495,0 15 0,2-7 0,0 12 0,1 4 0,0-8 0,1 12 0,1-14 0,0 0-242,4-1-310,-1-3 11,5 6-51,0-6 79,-2-5 31,-3-12-72,-3-11 147,-8-12 55,1 0 53,-6-11-1,2 1 119,0-4 123,-3-19 100,3 5 71,0-15-3384,5 9 3476,1-1-388,1 12 0,1 0 507,0-16-160,1 17 1,0 0 260,4-12-3,2 0 191,5 1 86,2 3 60,2 4 57,2 6 126,9-3 211,4 9 154,-1 1-746,-1 12-561,0 8 0,-7 4 0,7 5 0,-4 12 0,-2 12 0,-2 2-1503,-9 3-179,-8-7 67,-3-1 599,-5 2 485,-4-1 554,-21 5 1,-4 0 1148,0-1-448,-2 0 0,0-4 670,12-12-4546,-3 0-4372,11-7 8516,1 0 1,12-7 0,2-1-1</inkml:trace>
  <inkml:trace contextRef="#ctx0" brushRef="#br0" timeOffset="8612">8785 1712 31348,'-4'-52'-214,"-1"0"0,0 6 0,0 7-304,1 14 255,-1 7 101,1 3 196,0 2-199,2 6 16,1 3-833,1 13 986,1 2-58,6 25 4,0-7-240,4 16 366,1 15 59,-3-9-84,-4-16 0,0 1 152,1 17-3592,0 2 3298,-2 0-226,0 0-2577,-2-1 1364,0-3-2597,-1-1 4164,-1 3 0,0-26 0,0-1 0</inkml:trace>
  <inkml:trace contextRef="#ctx0" brushRef="#br0" timeOffset="9994">9228 1765 32767,'-55'-25'0,"4"9"0,25 27 0,-5 3 0,0 2 0,-3 2 0,-13 9 0,11-7 0,-7 8 0,17-9 0,6 0 0,-1 5 0,9-7 0,0 4 0,6-7 0,4-1 0,0 7 0,4-1 0,3 0-1188,4-3-506,4-7 863,3-1 454,3-1 538,27 1 489,-15-5 275,20 1 191,-21-4 122,2-3-1238,1-2 0,17-6 0,-10 1 0,13-5 0,-17 2 0,-1-1 0,-2-1 0,-2-1 0,10-9 0,-13 5 0,7-7 0,-15 7 0,-1-1 0,-2 0 0,-1 0 0,-2 1 0,-2 1 0,-2 1 0,-2 1 0,-3 1 0,-1 0 0,-5 4 0,-2 2-655,-5 5 274,-2 4 980,-1 2-162,-12 7-437,5 0 0,-7 8 0,7-2 0,1 3 0,1 2 0,0 2 0,2 1 0,0 0 0,3 0 0,2-1 0,1-1 0,4-1 0,2-2 0,1-2 0,3-1-201,3-2-1571,3 0 529,4-2 508,1 0 424,2-2 419,2-1 440,0-2 436,9-3 711,4-7-768,-5-1-927,-1-7 0,-15 2 0,-1-2 0,-2-2 0,0-1 0,-2-2 0,1-3 0,-2 0 0,0-1 0,0-6 0,-1 8-641,0-2 35,-2 9-5,1 3 322,-1 1-89,0 2 170,-1 2-230,1 0-56,-2 2-268,1 1 31,0 0 805,-1 1-29,2 0 52,-1 4 290,1 1-171,0 4 119,-4 13 708,0-6-10,-5 18-549,3-15 101,0 8-186,2-9-326,2 6 100,0-7 1,5 8-768,0-11-404,4 3-255,1-8 563,-1 2 65,3-3 498,0 0 345,8-2 594,-3-1 526,18-1 621,-10-3-1959,8-2 0,-6-1 0,11-7 0,-9 2 0,7-5 0,-13 3 0,0-7 0,-7 1 0,1-6 0,-10 3 0,-1 0 0,-2-2 0,-1 1 0,-1 0 0,-3 0 0,-1 1-1337,-8-8-420,-1-1 721,-6-3 214,6 9 370,2 7 154,5 6 52,3 4 169,1 1 109,2 3 565,0 0-83,4 1 1899,2-1-170,12 0-2017,-2 0-226,7 0 0,5-1 0,5 3 0,0 1 0,-3 3 0,-11 2 0,-1 2 0,-2 1 0,-1 2 0,8 14 0,-10-7 0,9 21 0,-15-18-1360,1 19-1612,-5-16 1733,-1 8 500,-1-12 123,1-1 413,0-2 67,0-2 149,3-1 2032,1 1-2242,3-3 166,7 2 379,-2-6 330,6 0 360,-3-6 456,4-1 324,2-3-1759,1-3-59,0-2 0,-2-6 0,7-11 0,-10 2 0,5-10 0,-11 2 0,-2-4 0,-1-4 0,-2-5 0,-3 9 0,0-1 0,2-19 0,-3 17 0,-1 0 0,1-13-25,-2 0-780,-1 2 40,0 2 130,-1-12 156,-2 17 7,0-6-36,-4 17-139,2 12 153,-1 1 124,1 10 184,1 5 3684,-1 4-2790,0 4-447,-1 7-167,0 4 95,-1 7-151,-2 20 69,4-6-116,1-4 0,1 2-401,1 8-429,4 16 40,0-19 696,3-11 0,2 0-139,3 18 197,-1-16 1,0-1-72,8 14-663,5 2 240,-3-15 1,2 1-868,1-1 0,2-1-430,-1 0 1,1-3 1302,0-3 1,-2-5-1,-5-8 1,-2-2-1</inkml:trace>
  <inkml:trace contextRef="#ctx0" brushRef="#br0" timeOffset="10170">10312 1673 32767,'50'-14'0,"0"0"0,-1 0 0,13-5 0,-7 5 0,-18 13 0,-5 2 0,20-1 0,-25 0 0,-1 0 0</inkml:trace>
  <inkml:trace contextRef="#ctx0" brushRef="#br0" timeOffset="15652">5972 4035 14671,'-6'0'2540,"1"0"1548,5 0-9278,-64-6 5594,42 4-209,-14-1 0,2-1 1581,23 4-1276,-3-2 319,4 1-749,-1 0 201,3-1-280,3 1 3,-2 0 3486,3 1-3560,1 0 159,0 0 16,2 0-90,0 3 29,1 3-34,3 6 6,0-3-6,2 2 0,2-4-12,-1-1 18,1 2 5,-1-3 12,5 2-7,-1-2 1,5 1 45,7-2-29,-1-2-10,7-1 33,12-1-39,10-1-1,3-1-569,5-1 564,-13-1-5,4 0 5,-10 2 0,2-1-14,-9 2 1,1-1-448,11-1 1,0 1 449,-11 0 0,0 1 8,0 0 1,2-1 10,18 0 1,3 0-4,6 1 1,1-1-986,-20 1 0,0-1 0,0 1 972,-1 0 1,1 0 0,0 0 3,4 1 1,1-1 0,-2 1-490,9 0 1,1-1 481,-7 1 0,3 0 0,-3 0 2,7 0 1,-2 0-732,2 0 0,0 0 732,2 0 0,0 0-143,0 0 1,2 0 144,-5 0 1,4 0 0,2 0-4,-15 1 1,2-1 0,0 0 0,2 1 41,11-1 0,4 0 1,0 0-1,-4 0-42,-9 1 1,-2-1 0,-1 0 0,0 1 1,-1-1 0,0 0 1,-1 0-1,1 0 1,2 0 1,-1 0 0,1 0-1,1 0 2,3 0 0,0 0 0,2 0 0,2 0-4,-2 0 1,3 0-1,0 0 1,2-1-1,-2 1-127,2 0 1,0-1 0,0 1 0,1-1-1,-1 1 139,2-1 1,2 0 0,-2 0 0,0 1 0,-2-1-8,3 0 0,-2 0 1,-2 0-1,1 0-1,-2 0 0,0 0 0,-2 1 0,-3-1-175,1 0 1,-4 0 0,1 0 180,-1 0 0,1 0 0,-1 0-41,0 1 0,0-1 0,0 0 41,-2 0 0,0 0 1,3 0 21,-2 0 0,3 0 0,1 1 0,-1-1-20,1 0 0,0 0 1,1 1-1,1-1 45,-3 1 0,3-1 0,0 1 0,0-1 0,-4 1-52,2 0 0,-3-1 1,-1 1-1,0 0 3,14 0 1,-1 0-1,-5 0 0,5 0 0,-3 0-8,1 0 0,0 1 8,-2 0 0,1-1 0,-2 2 1,1-1-1,-2 1 0,1-1 0,-1 1 1,0 0-7,-2 1 1,1-1-1,-2 1 1,1-1 12,-6 1 1,2 0 0,1 0 191,0-1 0,0 1 0,2 0-209,-7 0 0,3 0 1,0 0-1,-1-1 2,15 2 1,0-1 0,-3 0 0,-12 0 0,-2 0 0,-1-1-3,-3 1 1,-1-1 0,0 0 12,18 1 0,-1 0 332,2 0 1,1-1-341,-10 0 0,1 1 0,-2-1-1,8 0 1,-1-1 8,-4 1 0,-2 0-199,-15-1 1,-2-1 195,0 1 1,2 0 4,12 0 1,3 0 106,0-1 0,3 0-121,-10 0 0,1 1 0,-1-1-2,7 0 0,-1 0 8,11 0 1,-4 0-4,-23 0 1,-2 0-4,10 0 1,-1-1 9,14 0-4,-19 0 0,1-1 754,0 1 0,1-2-762,8 1 0,0 0 8,-2 0 0,-1 0-8,-2 1 0,-1 0 0,22-1 6,-7 2 11,0 0 0,4 0-17,-22 0 0,1 0 0,-2 0 0,1 0 5,-2 1 1,-2 0-6,19 0 0,-7 1 5,-19-1 7,15 1-18,-14-2 17,6 1 856,-17-1-850,-1 0-17,-4 0 2911,4 0-2894,-1 0-6,-5 0 11,3-1 1076,-5 1-1014,-1-2 411,-2 1-456,-2 0 68,-3 0-85,0-1 23,0 0-17,0-1-11,0 1-23,0 0 12,1 1 10,4 1 12,6-2-5,8 0-12,-1-1 6,1-2 5,-6 1 6,0 0 17,2-2-23,-5 3 6,1-2 40,-5 2-24,-3 0-32,1 0-7,-4 0-10,1 1-315,-1 2 259,1 3-46,0-1-217,3 6-724,5-1-1136,2-2 2184,6-1 0,-10-3 0,1-1 0</inkml:trace>
  <inkml:trace contextRef="#ctx0" brushRef="#br0" timeOffset="16453">16808 3032 12232,'-33'-44'765,"0"0"0,2 4 1,1 8 2332,-3 19-2280,-20 2-549,11 6 219,-14 5-325,17 5-18,-1 6 12,0 4-6,0 4-613,9 0 1,0 1 617,-18 15-92,16-10 1,1 2 1211,-13 16-1232,23-20 1,0 2 16,-7 11 1,0 4-31,0 3 1,2 2-385,1-1 1,1 1 360,4-1 0,4-2 4,-1 17-12,6-2 5,6-3-10,4-4 10,8-17 1,2-1 5,9 15-3,-3-18 1,4-1 19,14 6 22,-1-14 1,2 0-23,21 7-17,-15-11 0,2-2-20,-8-6 1,-1-2 22,3-2 0,1 0 3,0-2 0,2-1 16,15-3 1,4-4 11,-1-4 0,0-3-12,0 1 1,-2-3-581,-7-4 0,-3-1 614,9-13 0,-5-3 577,-14-4 1,-1-4-620,-12 16 0,-2-3-422,3-8 1,0-6 0,-3 3 413,-6 8 0,-3 0-3,5-12 0,-2 0 104,-5 13 1,-1 2-108,5-31 39,-3 4 12,-4 3-9,-6 22 0,-2 0-2,-7-15-18,-10-8 18,-24 12-46,13 23 1,-2 2 2,-1-1 1,-2 3-1,-3 3 1,0 2-4,-23 1-2,16 6 0,0 2-12,11 1 1,0 0 359,-9 1 1,1 2-397,-12 5-45,22 3 1,2 3-62,-14 9-84,-4 13-152,24-2-252,5 3 169,4 6-1504,4 2 1974,4 10 1,3-26 0,3 0-1</inkml:trace>
  <inkml:trace contextRef="#ctx0" brushRef="#br0" timeOffset="17575">16508 3260 8892,'2'-5'6072,"-1"1"-1675,-1 4-3641,7-65-67,-8 42-141,2-17 1,-5 2 186,-12 19-113,-8-2-283,2 9 15,0 4 6,5 7 9,1-1-13,-3 5 36,0 3-3373,-2 5 3335,0 3-670,-2 3 550,-1 3-57,1 2-70,0 1-23,3 2-90,3 0-54,2 1-40,5 1 6,3-2-8,4 11-34,5-10-28,3 7-1,4-13 1,12 7 86,10-1 22,3-1 82,20 1-139,-17-14 231,14 0 3076,-13-7-2926,18-4 94,-1-9-926,-2 0 811,-10-8 31,-18 1-67,-3-2-50,-4-2-39,-2-2-2639,-3-2 2519,-2-2-448,-3-2 369,-3-1-1080,-1-1 977,-3 1-346,0 2 370,-4 1 20,-2 1 6,-3 2 262,-2 2-228,-1 2 13,-2 3 78,-2 1 26,-2 2 11,-2 2 2096,-11 1-2057,-21 2 332,9 2-308,-10 3 270,13 6 21,11 0-36,-6 3-43,16 1 2895,-1 8-3269,8-3-295,0 6-1816,8 5-746,4-6-6234,1 6 9051,2-10 0,-2-7 0,0-3 0</inkml:trace>
  <inkml:trace contextRef="#ctx0" brushRef="#br0" timeOffset="18119">16286 3535 14700,'13'-36'866,"-3"8"1806,-10 28-2157,0 1 818,-2 1-664,-2 5 435,-3 1-754,-2 4 3089,-5 6-3065,2-3-39,-4 8-3494,3-5 3516,0 1-315,-5 8 7,0 4-123,-3 7-3,4-2-61,6-8-11,5-5-6,4-3-37,1-7-2177,0 3 2287,2-5 2160,2-2-2280,1 0-16,2-4-56,1-3-95,3 0-914,8-2-2919,6-4 4180,2-1 0,-8 0 0,-9 1 0</inkml:trace>
  <inkml:trace contextRef="#ctx0" brushRef="#br0" timeOffset="18328">16571 3581 13026,'2'-3'5097,"0"0"1046,-2 3-5648,24-20-102,-16 20 14,24-6-59,-21 30-376,6 8 98,-3-5-20,-1-3-226,-4 2-166,-3-6-232,-1 6-3719,-6 1 4255,-5-6 0,2-2 0,-2-10 0</inkml:trace>
  <inkml:trace contextRef="#ctx0" brushRef="#br0" timeOffset="21710">6123 3130 22815,'-50'1'928,"0"1"1,5-1-1,8 0-467,21-1-55,4 0-130,3 0 27,3 0-92,3 0-88,18 0-73,1-1 6,19 0-37,20-4-23,-20 3 1,2 0-221,14-1 0,0 1 314,-7 0 0,-2 1-1020,0 0 1,-3 0 1222,16 1-135,-2 0-817,-3 1-522,-4 2-2042,-5 3-5144,-6 1 8379,-9-1 1,-12-3-1,-7-1 1</inkml:trace>
  <inkml:trace contextRef="#ctx0" brushRef="#br0" timeOffset="21936">6067 3413 22091,'-42'2'1112,"0"0"0,5 1 0,9-3-904,20-3-355,8-1-13,24-7 419,10 1-237,-3 3 1,3-1-408,3 3 0,2 0 283,5 1 1,0 0-261,-8 2 0,-1 0 267,0 1 0,-2 0-301,28 1-333,-5 2-2045,6 4 1994,-20 5 0,-20-5 0,-12 2 0</inkml:trace>
  <inkml:trace contextRef="#ctx0" brushRef="#br0" timeOffset="22176">6055 3607 24004,'-29'13'787,"0"1"0,-12 8 699,60-22-1365,22-6-48,-3 1-1106,18-6 1131,-9 2 5,1 0 105,-12 2 1,1 0-166,1 1 1,-1 0-69,0 0 1,-1 1 633,27-3-590,-25 4-88,6 2-196,-14 0-312,1 3-724,-17 2 1297,-5 4 0,-5-3 0,-2 1 0</inkml:trace>
  <inkml:trace contextRef="#ctx0" brushRef="#br0" timeOffset="37038">6708 5327 15992,'-10'-40'489,"0"0"0,1 3 0,2 9 2390,3 22-2840,2 2 1365,0 5-1410,2 5 888,0 14-871,0 1 3403,0 11-3374,0 10-29,0 8-3,0-17 1,0 1-379,-2 22 376,0-3-3292,-2-14 3291,-1 1-5,1 1 6,-1-1 16,1-4 1,-1 0-18,0 0 18,-2 21 156,3-47 224,3-4-235,-2-3 3370,1-7-3432,1-3 34,-2-16-106,1-15-51,0-4 42,4-4 1,1-1-3413,1-8 3392,1 10 1,0-2 5,1 6 1,0 1-327,1-4 0,0 1 320,1-1 1,0 2-663,-1 4 0,0 3 679,3-7-11,-2 7-1605,2 3 1605,-2 6 23,1 2 1571,0 5-1610,1 3-18,1 4-1307,1 3 1308,0 3 989,7 3-967,3 5-6,1 2-11,2 4 23,-9 0-12,3 3-11,5 7 1,3 6-35,2 9 2247,-7 3-2247,-9 3 46,-13-8-1,-8 0-5,-8-7 5,-7 0-2284,-3 1 2273,-5-2 2268,-1-2-2284,-25 6-40,16-12-61,-5 0-113,26-14-206,13-6-293,3-4-2216,6-18-6869,13-9 9505,-4 3 1,4 8 0,-10 18 0</inkml:trace>
  <inkml:trace contextRef="#ctx0" brushRef="#br0" timeOffset="37880">7266 4946 20582,'3'-10'3271,"0"2"-2521,-3 8 1379,0 0-2095,1-36-23,-1 34 6,0-24-1,-1 46-3408,1 3 3426,-4 38-34,1-17-736,1-8 1,-1 0 746,-2 7-790,-1 3 790,-1 1-182,0 0 176,1-15 1,1-1 11,-3 14-6,-2 9 17,2-16-17,3-14 2212,-1 2-2049,2-15 2053,3-5-1847,0-7 1157,1-5-1465,0-6 439,0-10-472,1 2 6,1-9-6,2 7-570,2-2 559,2 0-23,1 0 1,2 1-12,7-5-5,-5 9-6,11-5-22,-3 13 0,10 1 16,-6 5 7,1 7-7,-7 3 1,0 4 11,-1 2-12,0 2-16,9 20 33,-11-12-2837,8 15 2832,-13-18-1002,5 7 1002,-4-7-45,6 3 50,-4-7-11,2-2 6,3-2-11,2-2 5,11-1 0,3-3 12,-1-4 5,-2-4 11,-12-5 0,0-2 0,-2-2 2877,-1-3-2866,6-10 1,-1-5-1,-2-3 714,-2 2-714,-8 10 74,-1 2-23,-1-2-34,-5 7-5,0 1-23,-4 8 0,-2 3 6,-8 2-2662,1 1 2639,-6 3-1034,-4 8 1034,6 0-159,-5 7 165,7-2-5,3 0-1,1 2 1,2 1-12,2 9 6,2 0 11,4 0 5,2-5-10,4-8 10,3-2-10,3-1-7,2-2 7,3-1-1,1-2-5,2-2 17,1-2-6,-1-1 5,0-2 12,-4-3-11,0-2 16,-4-3-11,-2-3 6,-2-1 2809,-1-2-2776,-1-9-22,-3 2-6,-2-8 1,-3 6-12,-2-2-1802,-2-1 1813,-4 2-10,-2-1-174,0 3 173,-4 2-6,0 4 7,-3 2-1,-2 4 11,0 2-33,-3 5 5,-6 1-16,1 6-6,2 0-2147,6 7 2102,9 7 12,4-3 1877,2 8-1951,4-5 298,5 1-874,12 10 123,1-7-258,9 5-1747,11-2-387,-6-7-5948,7 2 8381,-14-9 1,-13-5-1,-4-3 1</inkml:trace>
  <inkml:trace contextRef="#ctx0" brushRef="#br0" timeOffset="38654">8439 5347 20845,'0'-6'4991,"0"0"-4437,0 6-94,-11-63-68,6 41-115,-2-17 0,-2 4-8,3 23-224,-1 2-34,3 6-6,3 3-16,-1 3 6,1 3 10,-2 3-5,-3 17 11,-3 10-11,0 3 34,-1 3-34,3-11 11,-1 0-3397,0 9 3386,1-1-28,1 6 45,2-11-6,3-12 90,0-9-12,1-9 141,0-2-156,3-9-74,0-1 0,4-9 0,2-11 2041,-1 3-2041,4-13 0,3-9-2944,-3 10 2944,6-14-1196,-4 18 1196,0 3-487,2 3 487,-1 5 0,1 5 0,-1 2 335,0 4-335,1 2 2277,6 3-2277,-3 3 0,5 2 0,-5 4 0,1 3 0,1 5 0,0 4 0,-1 2 0,-1 3 0,-2 3 0,-3 2 0,-2 2-74,-3 1-5,-1 0-33,-3 0 1703,-1-1-2062,1 7 135,-1-9-89,1 6-85,-1-13-83,0-1-52,0-2 984,0-1-877,1-3 827,-1-3-479,0-4 240,2-3 303,4-9-2381,-1-1 2319,2-7-330,-3 2 359,0-1-6,0-1-12,0-1-5,-1 2 0,0 0 274,0-1-325,-3 5-16,1 1-73,-3 5 2261,-2 3-2368,2 1 461,-2 2-511,3 0 23,3 3-18,3 0 1,4 3-12,-1-2 12,2 1-6,2-2 5,-1 0-16,2-2 34,16-2 5,-4-6-6,7 0-11,-13-6 28,-9 2 6,-2-1 45,-1-12-57,-4 5-5,0-8 6,-5 9 5,-2-1-16,-1 2 33,-3 3 56,-5-2-45,1 6-11,-3-1-10,3 8-46,-1 1 0,-1 2 0,0 0 0,-5 5 0,3 2 0,-5 7 0,0 9 0,-1 8 0,2 1 0,3 3 0,7-10 0,1 0 0,3 8-13,1-9-82,5 6-213,9-5 62,2-5-118,10 3-135,-1-10-212,6-2-376,4-2-703,4-3 1790,-6-4 0,0-1 0,-3 0 0,14-1 0</inkml:trace>
  <inkml:trace contextRef="#ctx0" brushRef="#br0" timeOffset="39222">9810 5257 20537,'0'-10'3702,"0"3"-8483,0 7 5521,-4-66 1260,0 31-1636,0-7 0,0 1 1063,-2 11-1142,2 11-190,1 11-83,2 4 3182,0 8-3160,-1 10 601,-2 17-572,-2 19-63,3-18 0,0 1-2636,-3 23 2636,1 0 0,2-19 0,1-2 0,-2 12 0,0-2 0,-2-2 0,0-6-544,-2-6-6385,0 0 6740,0-1 0,4-12 0,1-10 0</inkml:trace>
  <inkml:trace contextRef="#ctx0" brushRef="#br0" timeOffset="40505">6491 8031 17193,'2'-9'3395,"-1"2"-2917,3-22 1,1-8-308,1-19 302,1 1 0,-1 0-3521,-1-9 3474,0 13 1244,-4 19-1396,0 13-94,0 2-85,-1 13-34,0 3 375,-1 9-408,-1 3 3349,-2 10-3344,-2 4-21,-1 4-7,-5 23-22,2-8-407,-3 16 435,7-28 1,-1 2-7,0 0 1,-1 1-15,-1 10 1,0-1-1617,2-10 1,0-1 1624,-4 27 0,5-21 5,0-3-5,-1 6 17,1-10 11,0-4 293,2-14-282,2-12 3375,0-2-3391,-1-5 5,0-4 22,-3-16-27,2 2-1,-1-12 17,2-12-16,1 9-510,2-10 1,0-2 508,3-7-17,-1 11 1,1-1 11,4-8-17,2-2 0,0 2 6,2 0 5,-3 17 0,1 1 0,6-20-11,-5 22 0,0 1 0,5-10 0,2 4-3032,0 6 3026,2 4-924,0 6 925,1 5-34,10 4 27,-7 8-16,17 6 611,-17 8-599,14 17 10,-12 13 3,-9-10 0,-3 2 1332,-1 4 1,-2 2-1339,-3 2 1,-2 0 13,-4 1 1,-2-2-6,-8 19-11,-9-7 6,-3-19 1496,-3-1-1480,-20 6-17,9-10 6,-15 3-5,2-10-3317,12-7 3272,-5-1-572,17-13-1372,12-15-2484,5-3-3940,11-9 8344,5 10 1,-3 8 0,-2 6 0</inkml:trace>
  <inkml:trace contextRef="#ctx0" brushRef="#br0" timeOffset="41372">7080 7473 16193,'-13'-52'523,"0"0"0,2 8 0,3 5 2254,3-1-2570,3 13-28,2 4 1522,1-2-1572,0 9-34,2 1-33,-2 9-29,0 4 844,0 0-877,1 4 3412,3 10-3395,1 2-4,2 11 4,2 20-12,-4 13-1659,-4-6 0,-1 3 1662,-2-17 1,-1 1-12,-4 20 1,-3-2-2256,-2-2 2258,4-20 0,-1 1-73,1-4 1,1-1 94,-5 25-1474,1-5 1452,5-16 359,3-21-309,1-5 2123,0-4-2106,5-17 172,0 1-167,10-28-21,3-6-18,1-3-16,4-1 17,2 1-29,-4 13 1,-1 5 0,1 0 1938,4 0-1966,6-3 2371,-14 22-2399,1 8 27,2 9 7,6 7-1,0 12 6,4 18-6,-11-12-2621,1 7 2621,-10-18-409,0-1 398,0-2 0,2 1-56,16 7-2092,-8-10 2148,13 5 0,-12-15 2142,0-3-2119,2-4-40,0-2 421,11-11-387,-6 0 22,7-8-11,-3-7 0,-2-2 5,-2 0 12,-8 4 11,-10 13 0,-4 2 6,-1 2-1,-3 5 3387,0 0-3420,-4 4 0,-2 3-11,-3 3 6,-1 5 5,0 2-17,-2 2 17,1 2-17,-2 10 17,5-5 0,-1 7-17,6-2 17,3 1 0,9 6 6,0-10-12,7-4 6,4-8-11,-4-4 33,4-2-10,4-6 4,3-8-4,8-9-1,-7-2 0,-2-4 51,-7-6-12,-3-6 0,-3-14 6,-7-1-3397,-14 0 3358,-1 13 5,-8 7 0,-3 9-10,3 8-1,-6 0-6,1 11-10,3 2-12,-4 4 6,7 3-155,1 5 149,1 3 3296,-2 3-3335,2 2-184,-6 24-130,9-2 62,-2 9-118,14-10-867,9-3 223,2-9-409,8 7-941,-1-13-2694,3-1 5114,7 0 0,-14-9 0,1-3 0</inkml:trace>
  <inkml:trace contextRef="#ctx0" brushRef="#br0" timeOffset="42407">8309 7607 17736,'-10'-4'3775,"2"0"-2704,8 4 1499,0 0-2172,21-60-2424,-14 40 2177,5-14 1,0 3 620,-7 21-363,0 2-247,-3 4-72,1 0 11,-3 4-51,0 6 6,0 7-28,-1 4 1859,0 7-1843,-5 10-32,-2 6-7,-1 3 6,-1-4-3386,4-11 3386,-1-2-620,1 7 615,2-9 0,0 4 22,3-10-6,1-7 34,0 1 414,2-10 2733,0-3-3119,3-4 916,0-4-955,2-3 5,2-3 1,2-2-7,1-1 1,2-4 35,11-13-80,-4 8 0,17-18 0,-14 21 0,8-4 0,-11 14 0,-2 3 0,0 3 0,-3 3 0,0 2 0,1 2 0,0 2 0,1 3 0,0 3 0,9 11 0,1 6 0,-1 1 0,-4 1 0,-10-7 0,-3-1 0,-1 0 0,-2-1 0,-1-1 0,0-1 0,0 4 0,0-7 0,-1 2 0,0-9 0,-2-1 0,1-2 0,0-2 0,8-8 0,-3 0-24,12-16 2,-9 6-17,4-7 11,-6 6 0,2 0 0,-2 0 16,0 1 7,-1 3-1,1-1 1,-1 4 10,-2 3-22,-1 3 6,-5 4-39,1 1 39,-1 2 11,1 1-12,0 3 12,1-1-5,0 2-1,1 0 6,1 1-11,-1-1 11,1 1 0,0-1 28,4 2-17,-2-2 0,4 0 29,10-3-35,-5-1-5,9-1-22,-8-2 67,8-5-17,-8 0 44,10-8-44,-15 3 6,2-4 1,-5-7-35,-4 3 0,0-8 0,-4 8 0,0-7 0,-2 9 0,-1-4 0,-2 11 0,-3 1 0,-1 3 0,-4 1 0,2 2 0,-3 1 0,3 2 0,0 3 0,-1 1 0,0 5 0,-1 2 0,1 3 0,-1 2 0,0 3 0,1 2 0,2 3 0,0 2 0,3 1 0,2 1 0,2 0 0,1-1 0,6 0-85,1-2-61,8 0-50,3-1-190,7 2-1373,25 9-487,-6-8 2246,-7-9 0,-1-2 0,-6-4 0,0-2 0</inkml:trace>
  <inkml:trace contextRef="#ctx0" brushRef="#br0" timeOffset="43025">9653 7413 25780,'25'27'465,"-5"-6"-314,-16-19-11,-2 0 958,-1-1-897,-6-1-128,2-2-23,-6-1 1,3-2 22,-1-1 106,-2-4-95,4 0-28,-1-3 33,2-6-44,2 4-6,1-14-16,2 12-6,3-4-23,7 3 17,-1 5-11,5-1 6,-2 7 27,6 2-44,1 2 0,0 5 11,8 9-6,-10 1-3402,5 7 3402,-7-2-585,-1 2 580,-2 1-17,-1 13 17,-6-7-6,-1 9 17,-7-11-11,-5 2-1,-5-1 18,-4 3 11,-21 13-23,4-8 6,9-11 0,0-1 0,-13 8 580,-1-3-563,5-3 0,3-4 50,1-3-21,12-7-46,2-3 0,10-7 0,3-2 0,1-3 0,1-1 3392,0-6-3392,2 4 0,2-4 0,8 4 0,9 4-3392,4 0 3392,9 3-1687,-1 3 1687,6 1-349,3 3-407,4 2-739,2 3-1961,0 0 3456,7 3 0,-26-6 0,-2-1 0</inkml:trace>
  <inkml:trace contextRef="#ctx0" brushRef="#br0" timeOffset="44958">5956 9775 17994,'0'-7'5036,"0"1"-4670,10-25 1,3-4-3016,-5 11 2865,5-14 0,-1 2 97,-8 23 857,-1 4-1041,-1 4 505,0 2-561,-1 9-17,1 3 11,1 9 1759,-1 3-1759,1 3-6,-1 6-450,-1 3 434,1 5-6,-1 3-16,0 3-6,-1 5 16,0 2-5,-2 3-5,-1 2-1941,-3 2 1912,-1 0 1,-2 1 2,3-19 0,-1 1 3,-4 16 0,4-22 0,1-2 11,-4 10 113,2-15-18,0-6 17,1-14 6,3-8 387,-5-13-471,3-2-23,-3-13 1,3 0-6,0-6-292,3-3 286,-1-5-17,3-4 3,0 9 1,1-1 7,3-23-2,-2 18 0,2 1-3,5-21 2,-4 31 1,1-2-1314,2-14 0,1-1 1311,-1 12 0,-1-1 0,3-12 0,0 1-115,-2 15 1,0 1 108,0 0 1,0 1 5,9-29-891,0 6 879,2 7 1,0 7 362,10-1-362,-5 17 1609,7-1-1609,-9 19 288,1 3-271,12 7-1,-8 5-10,10 7 1368,-14 3-1363,-2 5-12,-4 3 1,-4 4 11,-4 3-17,-5 1 912,-4 3-901,-5 0-16,-7 1-1,-3-11 1,-4 0 2,-4-1 1,-2 0 13,-1 0 1,-1-2 43,-1-2 1,1-4-89,-10 4-12,3-3-27,4-5-57,7-3-56,5-3-134,6-2-1669,5-4-1025,5-3-5764,5-3 8794,2-2 0,0 2 0,-2 2 0</inkml:trace>
  <inkml:trace contextRef="#ctx0" brushRef="#br0" timeOffset="45807">6782 9506 23928,'-6'-51'390,"0"1"0,1 3 0,1 6-126,4 5-5489,1 0 5454,2 0-1069,1 2 1025,1 3 3,0 4-25,1 5 7,-1 3-30,0 4 1694,-1 4-1773,0 4 2592,-2 2-2641,2 3 2398,2 8-2398,-1 2 4,4 10 12,-1 3-22,0 7 22,-1 5-3370,1 25 3365,-4-9-15,-2-15 1,-1 0-310,-4 17 312,-2-13 0,-1 1 0,-6 22-11,4-21 0,-2-1-11,-5 14-512,-1-3 523,1-3-11,-1-4 27,3-6-16,2-5 129,-1 4 28,7-22 2939,2-10-3062,8-18-23,6-13-11,1 1 17,4-3-512,2-3 512,4-1 0,0-1-6,3 0-11,1 1 17,0 2 5,12-7-10,-10 13-12,8-3 536,-6 14-547,-8 7 0,5 1-12,-2 12 12,-6 1 0,5 8 0,-7 2 11,4 13 0,-4-6-12,3 10 1,-6-10 0,-1-1 1005,0-1-1005,2 0-23,0-3 6,3-1-5,2-3 173,15 0-196,-6-6-6,12-2 0,-10-5 18,0-5-1315,-1-2 1348,0-4-2938,-2-4 2943,-2-4-1133,-2-1 1151,-3-4-1593,-1 0 1581,-3-3 505,3-13-483,-6 8 6,2-8 1022,-8 14-1028,-2 3 1167,-2-3-1155,-2 9-6,-3-1 2911,-5 10-2928,-1 2 0,-6 3 1,0 5-12,-2 4 5,-4 4-5,-2 5 11,-11 13-5,8-4 5,-13 21-11,19-18 0,-3 8 1462,13-13-1473,4-2 11,3-2 0,4-2-6,3-2-10,12 2 10,9-5 12,15-2 5,-5-8-11,1-8 5,2-10 1,-11 0 5,-3-5 0,-2-1-16,-3-4 10,7-16-5,-20 15 12,-2-3 32,-3-16 7,-1-2-29,-5-11-33,-1 15 11,-4 8 11,-1 16 0,-1 2-5,-1 5 22,-2 2-39,-2 4 0,-1 2-45,-10 5-28,6 4-68,-7 4-144,9 4-326,1 5-2292,4 2 584,3 2 2330,3 6 0,4-13 0,2-1 0</inkml:trace>
  <inkml:trace contextRef="#ctx0" brushRef="#br0" timeOffset="47250">8230 9601 14191,'0'-5'7561,"0"1"-5992,0 4-550,1-61-291,0 40-521,1-42-95,-2 57 51,0 6-79,1 10 17,0 0-6,0 12 101,-1 10-5,-5 10-3432,-4 15 3308,-2-11-22,-1-2 5,2-15 62,-2 10-56,4-11 40,-3 12-18,7-17 12,1-4 55,1-10 51,2-7 3403,0-1-3263,6-9-179,5-8-73,10-14 0,8-10-3437,-4 3 3398,1 0-2280,-6 10 2297,1 0-34,2 0 0,0 1-28,11-9 11,1 7 0,0 2 2258,-5 10-2269,-4 12 11,-7 2 11,5 5-10,-8 3 3380,-1 4-3387,5 11-10,0 6-46,3 11-3419,-4 3 3408,-6-9-50,-2-4 6,-4-9-29,3-1-251,6 6 117,-2-7-364,12 6 342,-10-12 50,6 0 51,-7-9 84,-2-1 55,-2-2 34,-1-3 57,1-8 3385,-3-1-3307,2-14 50,-4 2 50,2-8-83,-2 9 27,-1 5-16,-3 9-1,-1 2-10,1 2-35,-2 2 18,0 2-124,0 1 34,6 6-16,-2-1 16,11 8-6,-3-6 28,6 2-27,-1-4-12,2 0 11,12-2 6,6 0-28,0-3-996,0-3 991,-12-2 10,-2-2 1,-1-2-634,-2 0 639,-3-4 0,-3-1 51,-1-13-34,-4 5 11,-1-11-11,-6 8 56,-1-13-56,-2 10 17,-2-7 893,-2 14-831,-5-3 702,-5 5-725,-7 3-40,2 8-4,-2 8-1,5 5-22,-2 3 11,0 6 16,-2 4-27,0 4 22,-7 18-27,8-6-12,6-3 0,2 3-1454,2 21 1414,3 1-27,11-6-34,9-18-117,6-2-3482,25 9 2933,-6-9 58,-12-12 1,4 0 316,10 1 1,-5-4-1,-13-3 1,16 3-1</inkml:trace>
  <inkml:trace contextRef="#ctx0" brushRef="#br0" timeOffset="47756">9850 9446 26670,'-11'-40'149,"0"0"1,1 4-1,6 7-65,13 17-22,3 2 5,12-4-28,-2 3-5,10-1-6,-8 6 11,2 1-22,-1 2-6,1 2-5,-1 2 11,0 2-17,0 2 11,-3 4-11,1 3-6,-2 2 6,-1 1 0,-2 3-17,-1 1-11,-3 1-3392,-1 9 3415,-7-6-186,-1 7 185,-10-8 0,-3 0 18,-7 0 4,-4 1-10,-4-1 0,-1-2-12,-13 5 6,10-9 17,-8 1 5,14-10 12,3-1 72,-3-4-44,9-2 3302,-1-3-3297,8-2 264,2-3-269,1-1-17,2 0-1,0-1 1,2 0-6,2 1 23,3 0-34,1 0 0,3 3-11,0 0-23,9 3 17,6 6-5,0 2-6,0 7 0,-6 1-11,-1 3 11,0 1 0,-1 1 17,8 11-17,-8-7-6,3 7-5,-9-10-17,-6 0 22,-2-1-5,-3-2 0,-7 0-12,-3 0-27,-9-3-17,-5 0-247,-21 1-61,7-5-540,-17 1-2300,22-8 0,0 0 2384,-26-1 0,10 0 1,20-1-1</inkml:trace>
  <inkml:trace contextRef="#ctx0" brushRef="#br0" timeOffset="48945">10368 5438 25180,'-41'-23'275,"24"4"-163,74 18-84,-19 0 0,1 0-1046,-4-1 1,-1 1 1022,2-1 1,1 0 13,0 0 1,-1-1-8,19 0-7,-21 1 1,0-1 5,21-1-5,-18 0 5,5 0 642,-21 0-630,-6 1 16,-5 0 382,-2-1-393,-6 0 5,1 1-21,-3-1 1105,0-2-1094,-1-2-12,1 0-11,-2 0 11,0 3-11,-1 1 0,1 0 6,1 0-1,-1 1-5,0 0 0,0-1 0,0 2 6,0-1 5,2 2 11,0 0-22,0-1-5,0 2 16,0-2-5,0 0-6,0 1 16,0 0-10,0-2 11,-1 1 5,0-1 6,-2 1 0,-1-2 62,-5-3-40,0 1 17,-5-4 1,2 1-7,-1-2-10,-2-1 16,1-3 62,-8-10-45,6 4-6,-4-5 12,8 8 5,2 2 6,1 1-6,1 2-11,0 2-17,2 2-5,1 3-12,0 1-5,2 1-17,0 3-11,1 0-34,1 1 28,0 3-5,2 0-6,1 5 16,7 4-16,2 0 6,5 5 5,2-2-11,1 2 11,17 11-11,-7-5-16,11 10-348,-10-8 353,0 2-12,-1 3 29,-1 0-12,-2 1 1,-3 1-6,-4-1-12,-3 13 6,-7-12-5,-3 12-3291,-11-15 3241,-2 0-63,-7 0-2864,-13 12 2081,5-10-1672,-8 8 2590,7-11 0,11-13 0,1-2 0</inkml:trace>
  <inkml:trace contextRef="#ctx0" brushRef="#br0" timeOffset="49471">11848 5222 16669,'0'-41'521,"0"0"0,1 1 0,-1 9 2167,1 22-2592,0 0 1369,-1 8-1376,2 7-55,0 1-12,2 9 12,-1 3-1,-1 6-5,0 3-5,-2 5-34,0 3 661,-1 4-667,-2 3-16,-1 1-99,0-12 0,1 0-248,0 18-3379,0 1 0,2 0 3759,2 7 0,-1-24 0,0-4 0,1-7 0</inkml:trace>
  <inkml:trace contextRef="#ctx0" brushRef="#br0" timeOffset="51940">12524 5156 25394,'38'-45'498,"-8"9"-420,-30 36 146,1 0-190,-5 1 28,-4 4-34,-3-1-6,-6 4-5,0-3-12,-2 2 29,-24 4-17,15-4-6,-15 3 6,22-6 0,1-1 11,4-2 0,2-1 22,3 0-16,1-1 10,1-1-4,2-3 27,-2-3-39,5 2 11,-3-3-28,5 4 6,-1 1-11,2 3-51,1 0 62,0 4-12,0 2-16,0 11 11,1-3-6,-1 16 12,0-9-6,0 8 0,0-7 6,-1 1-6,0-2-6,0 8 12,0-9-1,1 4 6,0-10-5,1-3 22,-1-1 6,1-3 5,-1-1 39,1-4 342,0-1-285,1-2-29,0-1-33,1-3-6,1-3-11,1-1 11,5-8-50,-1 3 5,4-5-5,-2 8 6,7-3-18,-4 6 6,11 0-11,-11 6 6,4 2-6,-5 4-6,1 1 6,0 5-5,1 4 10,1 1-16,8 12 6,-6-5-7,5 6 1,-5 0 6,-5-7-12,0 6 11,-6-9-16,-4 1-1,-2-2 1,-4 1-90,-13 6-84,-14-1-241,-17 2-364,13-15 1,0-3-648,-12 1-271,-5-9-2017,28-5 3736,-1-6 0,13 7 0,0-1 0</inkml:trace>
  <inkml:trace contextRef="#ctx0" brushRef="#br0" timeOffset="52191">12435 5078 18495,'49'-13'252,"0"-1"0,-2 2 0,-6 2 749,-7 3-933,-2 0-354,-12 2 319,0 0 1054,6-2-1093,1 0 1622,4 0-1941,-8 2-335,-6 2 580,-7 2-4939,-2 0 5019,-2 0 0,-3 1 0,-1 0 0</inkml:trace>
  <inkml:trace contextRef="#ctx0" brushRef="#br0" timeOffset="53724">13208 5253 17675,'2'-3'3870,"0"1"371,-2 2-4152,25-52-22,-22 45-11,17-38-5,-31 59-12,-1 2 0,-2 3-11,-3 4 6,-2 3 33,-11 15-50,7-9 0,-7 9-12,11-6 18,8-2-23,3-2 11,12-8 6,6-10-1,4-2 40,14-1-22,-4-4 0,9-1 66,1-7-66,-8-1 5,6-4 56,-4-7-44,-9 3 5,3-6 28,-9-1-45,-6 3-5,-1-5 5,-11-3-22,-2 4-6,-5-5 6,-2 6-12,-1 1 1,-1 1 11,0 1-1,-3-2 1,5 4-11,0-1-6,9 3 11,2-1-5,7 0-12,4 1 6,5 2 0,5 1 11,17-1-22,11 2 22,17 0-3403,-11 4 3392,-5 3-5,-4 7-1,-12-1 6,7 6-45,-10 3-2229,-11-2 2269,2 5-259,-11 3 264,-4-4 2143,-2 7-2121,-3-6-16,-2 0-6,-1 0 0,-3-1 11,0 5-17,2-6 3192,0 9-3192,3-12 602,3 2-596,2-6 11,6-1-5,1-3-6,5 0 50,9-4-33,5-3-17,2-3-583,0-2 600,-11-3 11,-1-2-6,-2-1-345,-1-2 368,-4-2-12,-1-2 35,-5-12-12,-3-5-17,-7 1-2694,-12-4 2677,0 18 1,-8-1-248,3 10 242,-1 3-6,0 3-11,0 0 23,3 4-1,-3-1-27,6 2 5,3 1 3152,8-1-3146,4 1 716,7-1-699,1 1-23,7 0 0,15 0 0,-3 0 0,13 0-6,-7 1 12,2-1-315,2 1 309,1-1 0,1 0-6,0 0 12,-1 1-6,-2 0 5,11 3-10,-15-2-1,5 2 6,-18-1-5,-6 1 21,-3 4-10,-5 1-6,-2 3 0,-10 8 11,-6 6-11,-10 9-5,5-7-1,3-3 12,9-9-6,3-1 5,3-2 282,4-1-276,9 2 0,2-5 0,8 1 12,8-6-3410,-4-2 3404,9-2-819,6-6 830,-11 1-376,10-6 393,-14 0 16,0-1 6,-5-4 6,-2 0 101,-3-15-107,-7 6 0,-2-12 2784,-9 9-2812,-4-2 6,-5 0-17,-6-2 1,-4 2-29,-3-1 764,-3 3-764,-2 1 0,-15-4 0,9 11 613,-9-1-613,15 13-1128,3 4 848,3 3-446,3 5-854,3 2 916,2 8 1,7-6 0,1 0 0</inkml:trace>
  <inkml:trace contextRef="#ctx0" brushRef="#br0" timeOffset="54755">10568 7685 22092,'32'-19'61,"-1"-1"1,17-1 0,1 4-744,-13 11 1,1 2 686,15-3 1,1 1 2,-13 1 1,-2 0-12,1 1 0,2 0 44,14-2 0,2 0-36,-1 1 1,2 0 1,-14 2 1,1-1 0,-1 1 0,12-2 1,-4 2-9,-16 0 0,-3 2 22,11-3 762,-27 4-700,-7-1 474,-6 1-474,-3 0 1359,-10 0-1398,-2 0-1,-11 0 7,-1 0-29,-6 0 17,-3 0-5,-4-1 5,-1-1 23,-1 0-23,0 0 6,3 0 51,-3-1-46,13 2 963,1-1-962,15 1-29,5 1 23,2-1 106,1 1-84,5-1-16,-3 1 5,2 0 44,-3-2-44,1 1-11,-1-2-6,0-1 45,0-3-39,0 2-17,0-3 0,0 3-17,-1 0 17,-1 0-11,-1 0-6,2 3-44,-1 0-225,1 1 225,0 4-12,0 0-11,0 3-23,0 0-16,0 0-34,0 1-319,0 6 56,0-3-140,-1 5-303,2-4-525,1-1-1603,2 1 2963,3 0 0,-2-5 0,1-2 0</inkml:trace>
  <inkml:trace contextRef="#ctx0" brushRef="#br0" timeOffset="55106">11512 7416 22012,'-49'-33'541,"1"0"0,4 3 1,6 4-223,13 8-2349,3 1 2293,0 1-373,1 1 323,3 2 962,-4 0-900,6 3 63,1 3-260,8 3 1408,6 4-1447,1 0 1386,11 10-1419,-1-1 44,23 19-44,-7-7-6,12 8 0,8 9-327,-9-8 321,-6-2 1,0 1-844,3 6 838,8 11 11,-18-13 0,-3-2-6,-3-2 1,-2 10 5,-7-10-12,-1 6 1,-6-13-17,-2-1-33,-2-2-23,0 0-62,-4-2-134,-1-1-1222,-11 6-995,2-6-6919,-7 3 9279,7-9 1,7-5 0,4-2 0</inkml:trace>
  <inkml:trace contextRef="#ctx0" brushRef="#br0" timeOffset="55913">12446 7423 16822,'-6'-53'446,"0"1"0,0 8 1,4 6 2261,13 11-2607,1 10-34,3 2-22,2 2-17,3 0-1623,3 3 1623,1 1-11,3 3-17,1 2 1053,15 2-1059,-9 1 23,25 8 1367,-24 1-1378,10 6-17,-16 0-1,-2 1 3197,-3 2-3225,2 10-32,-6 5-12,-4 10 615,-18 1-525,-17-4 27,-3-10-10,-7-6-6,8-13 16,0-1 68,-6-1-6,9-4 17,-4 0 112,9-5-117,6-2-18,-1-2 23,6-2-61,1 0-18,0 0-5,1 0-17,5 0-5,-1 3-6,5 0 11,5 3-5,-1 1-6,7 3-23,4 3 7,5 5 16,1 0 0,-1 2-6,-10-2 12,1 0-29,4 7 1,-8-3 5,2 4 11,-11-5-10,-3 0-1,-4 1 0,-6-2-22,-4 1 16,-9-1-16,-3 0-22,-5-1-130,-15 2 57,9-6-23,-8 1-33,15-7-108,3-1-256,4-1-645,2-3-8632,3-7 9127,6 2 0,2-1 0,5 6 0</inkml:trace>
  <inkml:trace contextRef="#ctx0" brushRef="#br0" timeOffset="56514">13777 7104 22623,'-47'-11'50,"0"0"1,4 1-1,6 3-16,13 4-1,-1 0 1,-3-1-6,-2 2-6,-2-2 6,-1 0 1192,-12-2-1204,11 2 7,-5-3 710,11 3-721,12 1-18,-3 0 12,14 3 371,0 0-377,4 1 987,1 6-987,0-1 260,0 7-232,0 4-28,2-1 11,1 6-11,1-4 11,1 2 0,-1 0-5,0 2-6,1 10 6,-1-6-6,1 6 0,-3-2 0,0-9 5,-1 4 6,-1-11-5,1-2 5,0-2 6,-1-2 56,2-1 162,-1-2-39,0-2 17,1-3-28,0-1-45,2-2-51,0-3-5,0-2-22,3-2-12,0-3 17,7-8-39,3-5-11,1 0-11,2 1 22,4 4-17,3 3-5,2 1 5,0 6-6,0 4 7,-7 4-24,6 0 1,-2 10 0,-6 0 5,5 7-5,-8 1 0,-1 2-6,-2 2 17,-1 2-17,-4 11-5,-7 5 5,-13 11 17,-5-8-5,-11-3-18,3-13-10,0-2-23,-3-3-12,2-2-100,-12-1-3352,10-6 3346,-8-1-543,7-9-958,1-9 1675,-4-11 0,14 7 0,6-4 0</inkml:trace>
  <inkml:trace contextRef="#ctx0" brushRef="#br0" timeOffset="56720">13600 7044 25214,'52'-19'-130,"-1"1"0,0-1 0,0 2 0,-1 0 0,-5 4-397,-9 7 1,-2 2-1076,2 0 1,-2 0-7445,9 0 7983,-7 1 0,-17 2 0,-8 0 0</inkml:trace>
  <inkml:trace contextRef="#ctx0" brushRef="#br0" timeOffset="57421">14393 7053 27230,'-45'10'26,"0"0"0,7-3 1,6 2-1737,5 19 1715,13-7 529,2 1-546,4 8 295,4 2-272,9 6 0,9-3 6,12-8 5,6-8-5,-3-9 894,-1-5-894,3-5 50,1-7 51,7-5 22,-7-8-73,-12 1 0,-6-2-27,-10 4-18,-2 0 6,-5-13-22,-3 7 38,-5-8-21,-9 1-18,-3 2 7,0 1-1,3 5 22,7 5-21,6 6-7,1-1 6,5 4-5,5 3 11,12-2-28,1 3 33,13 0-33,16 2 5,10 2-719,3 0 719,0 2 12,-21 1-29,1 0 12,13 6 8,-20-3 0,0 0 3,19 5-16,-1 2 21,-31-6-3170,-5 0 3149,-5 2 4,-3 0 12,-4 1 6,-3 8 5,-4-2-33,-3 5 503,-9 2-475,5-5-12,-5 4 3398,7-6-3392,1-2 0,2 0 17,2 0-11,1 3 5,4-1 6,8 3 16,8-7-10,3-4-3398,5-4 3397,8-5 23,7-5 22,12-5 0,-12-3 6,-5-2-2257,-14 2 2301,-3-3-88,-2-2-29,-3-1 0,-3-14 0,-6-4 0,-7-1 2269,-7 2-2269,-17 0 0,3 9 0,-11-5 0,-4 8 0,10 11 1413,-8-1-1413,15 11-164,1 5-9667,-17 19 7373,19-8 0,-8 10 1,24-17-1</inkml:trace>
  <inkml:trace contextRef="#ctx0" brushRef="#br0" timeOffset="58322">15570 7073 16611,'2'-4'3870,"0"0"510,-2 4-4044,9-61 118,-10 42-387,6-16 1,-3 6 16,-8 25-28,1 2-12,-3 5 12,-2 3 6,-4 4 11,-2 4-17,-3 4-17,-3 3-5,-1 2-4263,2 2 4257,1 0-12,3 0 485,2 0-490,3-1-5,4 0 5,2-2 0,3 0 12,3-3-1,3 0 84,9 3-27,2-7 16,8 1 6,-1-8 22,3-3 23,1-2 33,2-3 0,-1-4 3228,0-1-3020,8-12-191,-10 2 120,5-6-176,-13 2-34,-4 1-82,-2-3-24,-4 0 0,-2-2 0,-2-11 0,-4 9 0,-2-9 0,-3 11 0,-9-7 0,-4 3-253,-9 2-319,4 11-508,-1 11-1654,6 10-7097,1 1 9823,1 4 0,9-6 0,4-2 0</inkml:trace>
  <inkml:trace contextRef="#ctx0" brushRef="#br0" timeOffset="59283">10893 9688 22548,'-50'-2'773,"0"0"0,6 1 0,11-1-673,27 0-27,8 1 17,3 1-1,8 0-5,7 2-22,8 0-5,8 0-13,8 2-27,7-2-4246,7 0 4240,3-1 3,-14-1 0,2 1-713,-11-1 1,0 0 700,13 1 1,0-2-9,-15 1 1,-2-1 19,0-1 0,0 1-586,-1-1 0,-1-1 572,26-3-24,-23 1 0,0-1 102,20-9-10,-6 1 1654,-22-2-1660,-19 3-17,-5-1-6,-6-3-17,-5 0 23,-8-3-11,-5 0 11,-4 0 33,-5-2 239,-2-1-233,0-1-62,-1-1 213,-9-9-84,11 8 23,-2-5 2557,16 12-2563,4 2-23,4 5 2187,2 0-2260,4 5 262,2 2-329,1 4 7,0 0-29,4 3 11,1 3 17,7 4-11,3 3 0,3 3 0,3 3 0,3 3-11,2 2 17,1 3-12,0 1-16,-1 1 16,-2 1-5,-2 0-45,0 13 6,-10-8-51,-1 8-196,-20 1-17,-4-12-234,-12 12-517,-4-15-2054,-4 2 3119,-9 2 0,19-14 0,0-2 0</inkml:trace>
  <inkml:trace contextRef="#ctx0" brushRef="#br0" timeOffset="59947">12434 9332 26575,'40'0'196,"1"1"0,-4-1 0,-8 0-157,-21 0 129,-3 1 28,-4-1-123,-8 1-28,-4-1-28,-3 1-6,0-2 39,-1-3-27,4-1-1,-3-4 40,2-6-12,3-8-44,1-11-1,4 3 7,6 3-3393,2 10 3381,4 3-11,5-2-1,7 6 1,8 2-17,7 12 23,4 12-12,6 15-22,-1 13 27,-10-2-10,-7 2-6,-15 5 11,-7-11 14,-10-4 1,-4 0 3101,-10 7-3091,-7-6 1,-5 1-425,-2-7 1,-2-1 412,-9 7 1,-4 0 27,-6-2 0,2-3 8,12-10 1,3-2-6,4-2 0,4-5 112,0-11-61,17-5-1,0-4 17,7-5-61,3-1 268,7-4-302,1 6 6,8 2 854,0 5-843,24-2-62,6 2-34,-8 3 1,3 1-642,3 2 1,1 0 268,7 0 0,1 2-482,6 0 1,2 1 932,-14-1 0,2 1 0,-4-1 0,-5 1 0,-3 0 0,0-1 0,0 1 0</inkml:trace>
  <inkml:trace contextRef="#ctx0" brushRef="#br0" timeOffset="60531">13685 9240 26586,'-23'-27'30,"0"0"0,-5 3 0,3 9-30,9 18 6,-25 7-29,3 1 23,-3 0 25,10-3 1,0 0-15,-9 0 0,-6 2 11,22-6 12,10-2 5,5-1-33,0 1-34,4 2 28,3-1-6,-3 11 23,3-2-6,-1 3 34,1-2-17,2-1-6,0-2-27,1 3 22,3 0-6,2 0 6,3 4-12,-2-5 6,-2-2 17,0-2-11,-2-3 50,2 2 29,-2-5-24,-1 0 40,-1-2 208,0 0 4,1 0-184,2-4-112,1-1-11,2-5 6,8-3-12,8 0 0,3 0 11,4 3-27,3 4 5,-7 3 11,17 2 0,-20 5-28,16 11-5,-12 7 16,1 2 1,-7 3 5,-7-6-11,-5 1-1,-1 10-10,-6 2-17,-16 15-12,0-17-49,-15-1-40,8-19-3875,-24-7 0,-4-6 487,11-1 3528,-12-3 0,8-3 0,32-1 0,2 0 0</inkml:trace>
  <inkml:trace contextRef="#ctx0" brushRef="#br0" timeOffset="60738">13356 9173 14863,'5'-3'3814,"24"-8"1,7-3-3316,-4 3-2495,9-5 0,1 1 2304,-4 3-50,2-1 913,0 1-1043,-1-1-49,-1 2-57,-3 0-44,-1 1-79,-4 2 71,11 0-3723,0 3-5097,-4 1 8223,-8 3 0,-20 1 1,-4 0-1</inkml:trace>
  <inkml:trace contextRef="#ctx0" brushRef="#br0" timeOffset="61806">14287 9187 21562,'-8'5'2369,"1"-1"-1585,7-4 1715,0 0-2438,-4-24-38,0 21 10,-6-16-10,-1 29-18,-2 3-5,-3 4 0,0 3 11,-1 2-11,2 3 23,-3 14-18,9-9 1,-1 10 0,8-15 10,3-2-10,4 0 5,3-3-5,5-2-12,3-3 17,2-3-5,4-2 5,2-3 0,1-3 12,3-2-1,-1-2 6,2-3 73,8-8-34,-10 0 6,5-8 5,-15 3-10,-2-1-7,-4-2-10,-4-1-7,-3-1-4,-3-3-438,-6-1 404,0-1-6,-8-2 11,0 1-6,-2-1 7,0 2 4,-1 1-16,-5-6 40,1 4 27,-1 1-39,9 10 11,5 8-22,6 5 403,0 2-443,1 0 7,5-1 10,2 1 6,6 0-6,4 0 12,4 1-6,3 0-11,2 1 16,3 2-21,18 5 10,-10-1-2178,12 3 2173,-13-2-1,-1 0-10,2 0 22,0 0-11,13 1 5,-15-4-16,6 2 11,-20-3-6,-5 0 11,-6 0 6,-3 0-5,-5 1 2166,0 1-2155,-5 2 16,-2 2-16,-5 2 11,-3 0-17,-4 3-11,-1-1 16,-1 1-10,0 0-7,2-1 18,-2 6-12,8-6 12,-1 4-12,8-9 23,2-2-11,2 0 11,0-2 11,1 0-34,2-1 28,2-1-5,3-1 0,3-1 11,4 0-6,5-1-16,2 0 0,16-4 5,-10 0-6,8-5 40,-5-4-17,-10 1 17,3-7-6,-12 4-11,-3-3-5,-4-1-1,-3-2 13,-7-10-35,-4 6 0,-7-7 0,-1 11 0,-3 0 0,-2 2 0,1 1 0,-7-2 0,8 7 0,-2-2 0,10 8 0,5 3 0,0 1 0,6 2 0,1 1 0,5 2 0,1 1 0,7 2 0,12 2 0,-2-1 0,10 2 0,-6-3 0,2 0 0,1 0 0,1-1 0,0 0 0,0 0 0,0-1 0,0 1 0,9 1 0,-6 0 0,-1 0 0,-13-2 0,-13 0 0,-4-1 0,-2 2 0,-1 2 0,-2 2 0,-2 1 0,-7 9 0,2-4 0,-3 7 0,7-6 0,1 9 0,3-7 0,3 7 0,2-9 0,5 0 0,4-1-3392,2 0 3392,4-2 0,17 3 0,8-4 0,2-2 0,0-6 0,-4-6 0,-12-3 0,8-3 0,-6-10 3392,-7-7-3392,-2-11 0,-12 5 0,-24-13 0,-4 17-2468,-15-8 2468,-2 11 0,5 9 0,-1 0-1537,-21-7 1537,17 9 0,0 1-119,-18-1 119,1 3-2217,0 5-2169,0 3-5445,6 1 9571,6 2 0,19 0 0,8 0 1</inkml:trace>
  <inkml:trace contextRef="#ctx0" brushRef="#br0" timeOffset="99626">5752 4466 15679,'-7'-4'1941,"1"1"-2004,6 3 3542,0 0-2836,-36-7-442,25 5 136,-30-5-197,37 7-17,-2 0 575,1 2 204,2-1-536,-2 1 202,1 0 110,2-2-100,0 2 433,1-1-407,1 0-729,-1 1-279,2 0-639,0 1-105,4 1 234,-1-1 189,3 2-417,3 0 481,3 1 783,7 0 32,-1-2 814,1-2-3226,-2 0 3111,2-1-122,3 0 80,3 0-128,18 0-135,-8-1-295,15 1 110,9-1-600,-12 0 308,-15 0 1,0 0 49,15-1 3,-1 0-61,-13 1 1,1-1 1,0 0 0,1-1-6,9 1 0,0-1-20,-9 1 0,-2 0-5,-2 0 0,-1 0 30,14 0-40,1 0-7,-13 0 0,-1 1-24,20 0-1,-19 0 1,0 0-18,13 0-5,0 0 18,-15 0 1,2 0-185,2 0 0,0 0 199,9 0 1,0 0 0,0-1 1,-1 1-50,-1-1 0,0 0 4,-1-1 1,1 1 4,-1-1 0,0 1 4,1 0 1,0 0-11,0 1 0,0-1-7,0 0 0,-1 1-263,-8-1 0,-2 1 179,29-1 353,-3 1-252,-12 0 12,12 0 1,-5 1-15,3 2 9,-20-2 1,-1 2-52,18-1 2155,-4 2-2285,-15-3-2207,0 0 2239,-2 1 671,1-2-618,14 1 70,-13 0 0,0-1-18,22 0-122,-22 0 0,-2 0 252,3 1-28,18-1-7,-12 2 281,12-1 622,-3 0-304,-1 1-131,11 0-1,-6 0-22,-12 0 15,6 1-21,-17-1-2152,8-1 1541,-9-1-400,0 0 588,2 0 143,1 0-114,2 0 5,2 0 1441,2-1-1420,2 0-22,0 0-130,1-1-9,2 0 2037,20 0-2050,-14 1 39,-18 0 0,2 0-41,30 0-1413,-15 0 1364,14 0 123,-21 0 1,0 0-1287,12 0 1280,-11 0 0,-1 0 467,5-1-436,0 0-46,2 0-56,1 0 696,0 1-698,2-1-6,-1 0 48,-13 1 0,0-1-60,18 0 41,-19 0 0,0 1 1435,12-2-1355,-1 0 2,-15 2 1,2-1-5,0 0 0,0 0-332,0 1 1,-1-1 330,27-1-123,-21 2-18,0-1-6,-1 2-29,0-1 4,0 1 162,1 0-170,19 0-3,5 0 994,0 0-866,-5 1 0,-20-1 278,-1 2-384,14-1 20,-13 0 786,10-1-779,-3 0 16,1 0 17,-2-1 26,7-2-1495,-22 1 1655,9 0-8,-11-1 1231,1 2-1264,1-2 24,1 2-31,1-2 11,1 2-175,2-1-14,16 0-12,4 1-35,0 0-1693,-6 1 1678,-15 0 38,-1 0 1354,1 0-1231,0 0-2712,1 0 2707,-1 0 24,16 0-1528,6 0 1430,0 0 991,-2 0-984,2 0-1,-12 0 1,13 0 5,2 0-619,-13 0 712,13 0 6,-2 0 364,-15 0-102,12 0 796,-20 0 0,-1 0-812,9 1-130,-2 1 0,0-1 100,-3 2-13,12 0-582,-15 0 202,1 0 91,1 1-780,2 0 777,-1 0 8,2 0 19,0 0 9,3 0 26,1 1-3,4-1 35,0 0-79,3 0 199,-15-1 0,3-1-154,2 0 1,0 0 3,1 1 1,-1-1 6,-1-1 0,-3 1-16,16 0-2,0 1-24,0 0 79,0 0-12,1-1 5,-1 0-782,-14 0 1,1-1 694,21 2 27,-19-2 0,-1 0 1542,16 1-1649,0 0 22,1-2 12,-2 2 0,2-2-3,-1 0 200,-17 0 0,3 0-296,0 1 0,0-1-82,0 0 0,1 0 121,-6 0 0,0 1-46,10-1 0,0 0-226,11 0 228,-13 0 1,-1 0-232,2 0 379,-1 0-8,1 0 37,-12 0 0,1 0-40,20 1 83,-19 0 0,1-1 3,14 2-11,0 0 8,1 0-77,-1 0-21,1 1 64,-15-1 1,0 0 2710,19 1-2721,-20-1 0,0 0 6,13 2 0,-16-3 0,0 1-33,15 2 70,-10-2 1,0 0-7,1 2 380,10-1-437,-20-1 1059,-1 0-1065,-4-1 6,6 2-3,-10-1 14,5 0-34,-11-1 105,-1 0-15,-2-1 48,-1 1 354,-1-1 13,-2 0 265,0 0-249,0 0 0,-2 0-58,0 0 3,1-1-4,0-1-397,1 1-10,4-2 7,-2 2 23,3 0-4,-1 0 59,5 0-16,-3-2-6,4 1 35,-5 0-48,0 0-45,-1 1-34,0-1 4,-1 0-8,2 0 67,-2 0-87,-2-1 12,-3 2-52,-3-1-154,2 0 48,-1 1 26,1-1 99,1 1 6,-1 1 65,3 0 22,-2 0-41,1 0 125,-2 0-697,-2 0 667,-5 0-86,1 0-29,-4 0-76,5 0-58,0 1-180,1 0 350,5-1-81,1 1-22,4-1 27,0 1-20,0-1-50,0 0-94,1 1-351,-2-1-1587,0 0 2227,-2 0 1,-3 0 0,0 0 0</inkml:trace>
  <inkml:trace contextRef="#ctx0" brushRef="#br0" timeOffset="107840">6484 4229 20908,'-35'3'730,"0"-1"0,-28 4-110,27 5-77,5-2-115,-11 3-48,10-5 175,-18 4-804,10-4 423,-16 3-88,12-3-58,-3-2-631,-5 1 574,10-2 1,-1 0-1370,8-1 1,0 0 1312,-13 2 1,0-1 80,11-1 0,1-1 4,-2 1 1,0 0 75,0-1 0,-1 0 8,-1 1 0,1-1 2,0 0 0,0 1 11,1-1 1,1 0 7,0-1 0,1 1-7,1 0 1,1-1 19,1 0 0,0 0 79,-29 2-152,2-2-4,2 1 145,18 0 1,-1-1-1695,-22 2 1829,21-1 0,1 1 328,-17 1-39,-1 1 65,0 1 11,0 0-337,19-2 1,-1 0 54,-17 1-362,20-2 0,2-1 57,-7 0-398,5-1 290,5-1 2,6-1-1489,6-1 1466,5-2 1387,1-4-1802,5-2-509,2-1-86,6 0 630,1 5-119,2-2 2663,6-3-1744,4-2 288,2 0 448,0 0 3959,-2 2-4197,-2 0-888,-1 0 0,-3 2 0,-4 4 0,0 1 0,-1 2 0,0 0 0,0 0-849,0-1-157,0 2 176,0-2 257,-1 2-334,1-1 570,-2 2 544,1 4 396,-3 5 178,0 9-271,-2 4 42,1-2-172,-1 2 722,-2 8-735,1-7-367,-4 11-2770,4-8 2592,-2 1-1935,0-2 2218,0 1 65,-3 7-36,4-8-63,-1 5-58,5-12-151,1-3-44,2-2-95,0-2-123,0 0-43,1-4 2201,0-1-1843,0-4 3650,0-2-2795,-2-4-1138,-1 0-591,-1-8 406,0-3 105,0 0 121,1-2 7,1-4 167,1-5-1294,0 0 2194,2-2 193,3-2-114,-1-4-120,4-9 31,-3 11-174,-1 5-507,-1 9-56,0 2 0,-1-1 0,0 2 0,2-9 0,0 6 0,2-5 0,1 6 0,0 2 0,0 0 0,2 1 0,-1 0 0,0 2 0,1 0 0,-1 2 0,2-2 0,-4 4 0,2-4 0,-6 7 0,0 0 0,-3 2 0,1 1 0,-3 0 0,1 1 0,-1 0-14,0 1-472,1 0 692,-1 0 88,2 2-1494,-3 1 2400,3 3-1200,-1 3 0,0 1 0,0 2 0,0 0 0,0 1 0,0 5 0,0-4 0,0 4 0,-2-1-141,-2 0 282,-3 4-141,1-4 0,2-6 0,3-3 0,2-6 0,1-1 0,2-7 0,1 0 0,4-11 0,0 4 0,3-5 0,-2 3 0,0 0 0,1-1 0,0 1 0,3-5 0,-2 5 0,1-4 0,-1 3 0,-4 4 0,2-2 0,-5 6 0,0 1 0,-2 1 0,1 1 0,-1 1 0,0 2-135,0 2-702,0 8-142,1 2 448,-1 13-57,-4 4 667,-7 8 316,-11 9 522,-1-7 165,-4 2-485,-5 3-597,6-10 0,-6 10 0,1-2 0,8-12 0,-5 8 0,4-10 0,6-6 0,-1 0 0,10-8 0,5-6 0,5-3 0,2 0 0,9 2 0,10 1 0,18 2 0,14 2 0,-3-3-641,5 2 35,-12-1 1333,3 3-467,-10 1 0,-1 2-805,21 10-1284,-19-6 1,-1 3 1667,-8-1 0,-3-1 0,3 3 0,-3 0 0</inkml:trace>
  <inkml:trace contextRef="#ctx0" brushRef="#br0" timeOffset="109314">1306 6281 21388,'-9'-41'664,"1"0"1,0 4 0,1 9-262,3 19 34,-1 5-347,4 2-30,-1 12-49,2 2 11,-1 12 17,1 15-11,-2-6-17,0 16-22,-1 8-2135,0-10 2104,0-16 0,1 2-196,1 0 0,0 2-977,1 2 1,0 1-2724,2 10 1,2 1 3937,0-8 0,1-3 0,3 11 0,-2-25 0</inkml:trace>
  <inkml:trace contextRef="#ctx0" brushRef="#br0" timeOffset="109804">1835 6397 16180,'0'-6'4783,"0"1"-1719,0 5-3008,-27-24-5666,15 25 5660,-21-14 1443,16 40-1448,0 7-45,1 1 16,5 0 861,7-1-872,6-9 18,3 7 16,14-7 11,14-6 18,17-1-35,-3-10 1347,-4-9 1,0-3-1331,3-2-33,-10 0 0,0-3 67,7-11 33,-10-6-3199,-5 1 3144,-15 0-6,-11 9-17,-8-1 34,-12-7-51,-1 7 6,-12-5 6,-9 3 5,-4 2 1,-12-3-12,15 7 5,8 2 558,9 3-530,9 1 12,-2-1 39,7-1 3347,5-2-3442,1 0 6,3 0-18,3 3-5,2 0 0,2 2-5,3-1 16,2 2-17,1 1 12,10-1-17,6 4-17,10-1-84,5 7-12,-10 1-77,-2 3-606,-5 4 56,-7-2-290,6 3-3026,1-1-4502,-8-4 8184,5 1 1,-15-7 0,-4-2 0</inkml:trace>
  <inkml:trace contextRef="#ctx0" brushRef="#br0" timeOffset="111091">2021 6428 16157,'-6'-44'1144,"0"-1"1,1 4 0,-2 9-557,-1 20-84,-1 3-73,-1 2 235,-9 4-391,2 2-34,-7 6 224,-7 11-107,1 7 1,-1 5-264,5-2 0,0 0-2182,-5 7 1,2 0 2148,1 14 650,14-13-662,2 1 51,12 6 0,3 1-62,3 0 11,6 1 1,4-5 16,7-19-11,10-1-2216,-3-10 2233,0-5-6,5-1 0,1-6 62,9-12 0,2-3-73,4-6 963,-5 2 0,-2-3-885,-4-16-55,-14 9-7,3-11 12,-18 13-16,-3-1 11,-5 0 179,-1 0-197,-6 0 981,-3 1-986,-5 2-6,-4 1 34,-15-5-2384,5 9 2322,-13-2-10,8 14-459,-4 5 463,-1 3-4,-1 5-12,1 4 0,0 5-28,1 4 1405,3 3-2105,-10 14-5013,7 9-3652,3-3 9393,14-2 0,14-24 0,2-4 0</inkml:trace>
  <inkml:trace contextRef="#ctx0" brushRef="#br0" timeOffset="112526">2702 6513 9503,'1'-40'4640,"-1"-1"1,-1-16-3633,0 5 0,-1 2-252,-2 3 522,-6 4-444,3 23-599,0 3 17,1 14-156,3 17-12,-3 15 11,3 18-50,0-2-210,1 2 215,1 8-50,0 7-42,0-21 0,1 0-1675,1-8 0,0 0 1033,5 19 1,0-2-706,4 3-17,-2-12 0,1 0 855,3 1 0,-5-19 1,-1-4-1</inkml:trace>
  <inkml:trace contextRef="#ctx0" brushRef="#br0" timeOffset="112826">3081 6346 11481,'0'-5'6694,"0"2"-2695,0 3-3629,-63-10-2762,36 12 2513,-12-5 1,-1 4 81,10 13-9,-3 2 142,-20 13-117,17-8 1,-2 2-124,2-1 0,0 0-82,2 1 0,4-2-5,-4 7 798,20-10-829,5-2 7,6 6-30,5-6 503,7 4-402,13-4 0,11 0-28,1-3-821,5-2 816,-10-7 1274,4 1-1264,16-4-44,10-1-1503,1-3 1279,1-3-252,-15-1-3042,3 0 1731,1-2-2487,5 0 4380,6-1 1,-27 4 0,-2 1 0</inkml:trace>
  <inkml:trace contextRef="#ctx0" brushRef="#br0" timeOffset="113901">3882 6749 10797,'3'0'9365,"-1"0"-8357,-2 0 538,26-65-969,-18 37-511,8-18 1,-2-3 493,-7 0-330,-1-1-40,0-2 161,-3 11-211,-1 9 1,0-2-480,1-5 1,-1-1 383,-1 1 0,1-1 5,0 2 1,-1 1 61,-1-10 11,0 4 6,0 7 280,-3-8-303,1 22 501,-3-4-584,2 31-23,-1 3 17,-2 25-17,2-5 11,-3 16 946,2-5-952,1 5-2,2-7 0,0 0-746,0 22 740,1-19 0,1 0 3,1 15-11,2 0-1574,3-18 0,1 0 1557,6 19 11,-3-22 0,1 0-233,9 6 183,1-4-40,3-4-257,11 0-397,0-9 206,-1-5-151,-8-13-1988,-6-24 1468,-12 4-208,2-16-140,-14 9 607,-4 0-126,-8-2 455,-5-1 3822,-20-11-1994,1 9 1,-4 0-105,6 5 1,-1 0-945,-5-2 0,1 3 849,-4 3 768,3 0-1216,21 7-134,-9-5-118,25 8-11,6-3-218,7 2-17,6-3 0,18-1-29,-3 1-2124,14-2 2119,-7 2 0,25-4-1626,-12 2 1626,-14 5 1,0-1-771,15-4 775,2-1-465,1 0 444,0 1 10,-1 1 1,0 0-1,-2 1 1316,-3 2-1321,8-1-996,-17 6 985,2 0 158,-22 7-141,-8 3 1687,-3 5-1665,-6 6 5,-5 4 23,-4 4 282,-3 4-181,-7 15-90,6-10 51,-6 19-73,14-23 5,0 5-16,8-13 0,4-2-6,5-3 16,4-1 7,5-3 22,2-3 3032,17-1-2965,6-5-62,1-4 12,-2-5 22,-16-4 795,-2-2-739,-4-4 28,-3-1-2854,-5-3 2832,-4-2-1750,-5-3 1699,-3-2 10,-10-19-88,-1 7-17,-10-14 17,1 15-17,-4 2 16,-1 4-16,-2 5-5,-3 5-12,-1 4 0,-4 5 2522,-1 3-2533,-2 4 0,-1 4-95,-9 3-73,14 4-213,-4 3-436,20 4 817,1 14 0,9-15 0,0 8 0</inkml:trace>
  <inkml:trace contextRef="#ctx0" brushRef="#br0" timeOffset="115278">1320 7782 22347,'-16'-27'1176,"2"3"-1053,15 19-39,0-2 61,3 0-44,3-3 0,4-4 0,1-1-3454,-1 1 3392,0 1-457,-1 1 440,-1 2-5,2-2-22,2 2 38,9-3-22,-3 3-5,9-1-34,6 4 11,4 3 3166,9 7-3155,-11 4 645,-7 6-616,-14 0-29,-1 2 6,-3 11-5,-5 6 5,-6 2-503,-7 2 498,-7-9 10,-3 3 1,-3-1-1,-2 2-249,-13 7 244,-1-3 28,-8 2-17,14-15 6,6-8 61,8-9-22,5-3-11,1-1 22,4-7-33,4 1-12,0-6 0,5-2-16,1 2 484,5-3-478,11 2-7,-4 4 235,10-1-217,8 5-29,7 2-11,1 0-269,1 5 258,4 6 11,4 5 17,-1 2 0,-5 1-28,-10 1 6,-7 4 0,-4 6 16,-15-6-5,-13-1 22,-7-7-17,-6 0 6,-3 0 6,-3-2-23,-2 0 12,-3-2-63,-26 5 40,18-7 104,4-2 0,0-2-641,-2-5-247,3-4-819,10-6-2457,15-4 4088,2-6 0,3 9 0,1 0 0</inkml:trace>
  <inkml:trace contextRef="#ctx0" brushRef="#br0" timeOffset="115885">2595 7589 21721,'-47'1'106,"1"0"1,3 0 0,7 1-24,12 1-10,-3 0 1124,0 0-1141,-1 0 28,-9 0 390,0 0-430,-6 0 1,10-2-34,11-1 208,9 0-213,8 0 662,2 0-662,1 1-6,1 0-6,0 1 0,2 7 6,0-1 0,2 5-11,4 4 6,-1-4 10,3 6-5,-2-5 6,1 2-1,2 5 12,-2-4-11,1 6 16,2 4-22,-4-10 11,2 10 1,-6-15 4,-1 0 12,0-1 6,-2-2-12,2-1 51,-2 0 62,0-3-6,0-1 733,0-3-738,3-8-35,-1-1-10,3-8-18,0 0-22,3-3-11,2 0-16,3-2-7,2 2 6,2 0 6,1 3-6,2 1-11,0 4 0,1 2-5,1 2 5,0 2 0,2 3-6,0 1 6,1 2 0,1 3 11,0 2-11,0 3 0,1 2-39,9 10 22,0 6 6,-2 3-441,-9 2 441,-11-8 11,-4 0-12,-4-1 12,-4 0-92,-9-1 70,-3-1-12,-9-1-16,-3 0-51,-5-2-61,-2-2-96,-2-4-773,-14 1 130,11-6-432,-9-1-5668,7-9 7001,8-5 0,5 2 0,12 0 0</inkml:trace>
  <inkml:trace contextRef="#ctx0" brushRef="#br0" timeOffset="116118">2300 7587 15009,'-2'-11'3735,"1"2"-2709,1 9 1349,0 0-3463,76-23 1373,-39 13-156,13-4 0,1 0 100,-7 4-27,3-1-28,-1 0-23,1-1-11,-2 0-11,-2 0-34,-3 0 34,7-2-107,-17 4 12,4 0 318,-22 5-364,-4 3-94,-5 1-756,-1 1-5619,-8 4 6481,-1 0 0,0 0 0,1 0 0</inkml:trace>
  <inkml:trace contextRef="#ctx0" brushRef="#br0" timeOffset="116833">3236 7833 7764,'9'-60'1855,"0"0"1,-3 13 0,1 3-201,-2 11 0,1 3-345,1-19-823,-4 17-72,0-6 1662,-2 15-1634,-1 8 609,-1 5-1035,1 8 0,0 13 0,0 2 3380,0 22-3381,1-8 121,2 12-125,2-9-7,1 4-16,3 18-79,6 6-3447,0 2 3212,3-5-275,-4-16-513,1-1-2018,8 12-4688,5-9-1567,-2-4 9386,-3-16 0,-15-16 0,-3-3 0</inkml:trace>
  <inkml:trace contextRef="#ctx0" brushRef="#br0" timeOffset="117127">3681 7685 6806,'-4'-43'1822,"0"0"0,1 4 1,-2 6 2254,-5 2-3125,-2 6-409,-2 0-380,3 12 1346,2 8-1436,-1 5 832,-3 11-866,-2 1 3375,-3 10-3391,2-1-7,-2 3 7,-10 16-23,3-7 11,0 3 0,-1 1-3346,0 0 3343,7-8 0,1-1 48,5 3 129,6-6 207,9 0-134,7-10-23,10-7 124,16-5-140,14-4-135,3-3 3051,4-2-3056,4-7-51,-28 7 0,1-1-14,7-2 0,0 0-56,-1 2 0,-2 0-342,-2 1 0,-1 1-5116,27 0 5500,-15 5 0,-18 1 0,-15 0 0</inkml:trace>
  <inkml:trace contextRef="#ctx0" brushRef="#br0" timeOffset="117617">1597 8815 6912,'-53'18'633,"0"0"0,0 0 0,0 0 0,-7 3 0,1-1 0,12-5 2442,-1-1-2638,30-8 1727,50-18-1752,3 0 0,5-1-222,5-3 0,3 0-11,-7 2 1,2 0 0,0 0-1,12-5 0,6 0 88,-13 5 0,8-3 0,4 0 1,-2 0-1,-4 1-209,-5 2 1,-4 1 0,0 1 0,4-2-384,-1 1 0,2-2 0,3 1 0,0-1 0,0 1 0,-2 1 388,2 0 1,0 0 0,-1 1 0,-1 0 0,-2 0-397,2 0 0,-2 1 0,-1 0 0,3-1 351,0 1 0,3-1 0,0-1 0,-1 2 0,-4 0-252,13-3 1,-5 2 0,1 0 246,-2 0 0,0-1 0,3 1-2,-4 1 0,2 0 1,2 0-1,-2 0-18,-4 0 0,0 1 0,0 0 0,1 0-225,6 0 1,1-1 0,-1 2 0,-4 0-271,-2 0 0,-3 2 0,-4 1-962,6-1 1,-7 4 1463,-6 6 0,-22-3 0,-7 4 0</inkml:trace>
  <inkml:trace contextRef="#ctx0" brushRef="#br0" timeOffset="117909">1604 9086 15022,'-7'0'3114,"2"0"-894,5 0 424,0 0-1944,72-45-437,-26 24-947,-12 2 0,5-2 0,1 2 843,19-2 1,1 2-760,-12 5 1,2-1-1,1 0 634,1-1 0,0 0 0,0 1 1,2-1 1,1 1-1,-3 0-825,9-1 0,-2 0 816,-19 5 0,0 0 1,3 0-334,14-4 1,5 0-1,-1 0 344,1 1 1,0-1-1,-1 1-171,0 0 0,0-1 0,-2 2 154,-7 1 1,0 1-1,-3-1 22,12-2 0,-2-1 0,-7 2 0,-2-1 0,-3 1 0,-3 1 1139,13-7-1002,-36 4-365,-13 5 141,-13-3 129,-33 4-84,-9 2 0,6 2 0,11 3 0</inkml:trace>
  <inkml:trace contextRef="#ctx0" brushRef="#br0" timeOffset="133664">18911 2859 8881,'-48'0'2343,"-1"1"0,5-1 1,8 0-1275,17 3-671,5-1-96,-2 1-83,8 1 55,0 0-184,4 0-12,-1 2 191,5 2 45,3-1-123,2 2 190,13-2-236,1-3-10,10 0-29,-1-2 56,28-1-100,-9-1-358,-13 0 0,0-1 341,21-1-917,4-2 905,3 0-13,-30 2 0,0 0-4,1 0 1,0 0-9,1-1 1,1 1-4,1-1 1,0 1-1,2-1 1,1 1 2,1-1 1,1 0-665,2 0 1,1 0 698,3-1 1,0 0 0,4 1 0,0 0-3,3-2 0,0 1-824,1 0 0,5 1 810,-3-1 1,5-1-1,-2 1-4,-12 1 1,-1 0-1,2 0-351,-2 0 1,3 0-1,0-1 1,-3 1 314,2 0 1,-3 0 0,1 1-6,2-2 0,0 1 0,0 0-375,1 0 1,0 0-1,1 0 375,-1 0 0,0 0 0,4 0 7,2-1 1,3 1-1,1 0 1,-3-1-220,4 1 1,-3-1 0,3 1 217,-2 0 0,3-1 0,-1 0 0,-3 1-101,0 0 1,-3 0-1,0-1 115,2 1 0,1 0 0,-1 0 1,0-1 1,-1 1 0,4 0 51,0 0 1,5 0 0,0 0 0,-3 0 8,-13 1 0,-3 0 0,1-1 0,4 1 6,0 0 0,4 0 1,3-1-1,0 1 0,-3 0 1,-4 0 28,-1 0 1,-4 1 0,-1-1-1,5 0-32,0 1 1,4-1 0,3 1 0,0-1 0,-3 1 0,-5 0 61,16-1 1,-6 1 0,3-1-32,-3 1 0,3 0 1,-1 0-1,-4 0 159,-1 0 0,-3 0 0,0 0-194,0 0 1,-1 1 0,0-1 114,0 0 1,-1 1 0,0-1-177,0 1 0,-1 0 0,-1 0-2,-1-1 1,0 1 0,1-1 5,0 1 1,2 0-1,0 0 1,-3 0-2,2-1 1,-2 1 0,2-1-45,11 1 0,3-1 1,-5 1-136,2-1 0,-4 1 117,-3-1 0,5 0 43,-6 0 0,9 0 0,-1 0 0,-6-1 383,8 1 1,1-1-392,-5 0 1,9 1-1,-2-1 1,-12 0 9,-9 0 0,-5 0-106,12 0 0,-1 0 17,12-1-4,-4 1 3,-3-1 5,-3 1-207,9-1 0,1 0 194,-27 2 0,0 0 186,12 0 0,6-1 0,-7 1 906,12 1-881,-23 0 1,2 0 127,-4 0 1,-1 0-10,15 0-1,10 0 11,-24 0-5,-3 0 413,-5 0-705,-5-1 2497,-3 0-2400,3 0 1547,8-5-1754,-3 2 90,8-3 669,2 1-681,-6 2 13,9-2-3,-11 3-12,-2 0-17,-1 1 489,-1 0-480,-1 0-5,-1 1 0,-2 0 0,-1 0 68,4 0-27,-8 1-28,3 0 4,-9-1 136,8 1-22,-9 1-11,4-1 0,-10 1 27,-1-1 13,0 1 10,2-1 46,4 1 66,7 0-124,-2 0-10,5 0 22,-1-2-22,-4 0 80,14-3 332,-16 1 3,6 0-85,-12 2-30,-2 1-159,0-1-4053,-1 1 3891,0 2 0,-1-1 0,0 2 0</inkml:trace>
  <inkml:trace contextRef="#ctx0" brushRef="#br0" timeOffset="134907">18656 3099 10506,'0'-4'3892,"0"0"1799,0 4-5153,-15-60-62,10 42-278,-4-15 1,1 3 115,6 25 90,-1 1-309,2 2-106,0 0 28,1 6-6,-1 2 6,2 5 33,1 9-16,-1-1 27,1 21-22,-2-12-11,0 13 51,0 9-997,-1-9 957,0 17-14,1-26 0,-1 1-466,0 20 474,1-6 0,1 3-15,2-6 0,1 0-408,-1-1 1,0 2 414,4 11 0,1-1-7,-4-21 1,1 0 2,1 11 1,1-1 5,-3-10 0,0-2 3,1 1 0,0 2 22,0 8 0,2 6 0,-2-4-534,1 0 0,-1 1 526,2 12 1,0 7-1,-1-6-13,-2-13 0,0-3-923,1 17 1,-1 0 906,0-17 0,-2-1-1,1 1 1,-1 0-770,0 1 1,1 0 763,-1 1 1,0 0-479,0 1 0,0 0 486,1 0 0,-1 0-308,0 1 0,1-1 310,-1-2 1,0 5 10,1 0 1,0 9 0,1 1 0,-1-7-20,0-8 1,-1-4-1,1 3 162,0 10 1,1 7 0,0-2 0,-1-7-160,0 1 0,0-5 5,0 2 1,0 0-4,0 0 1,0 0-6,0-3 1,0 5-5,0 1 0,1 9 0,-1 0 0,0-6 160,-1-10 0,0-3 0,0 3-170,1 9 0,0 7 0,-1 0 1,1-6-2,-2-4 0,0-3 0,0 0 8,1 4 0,-2 0 0,1 1-3,0-2 1,0 1 0,-1 2-1,1-7 1,-1 1-1,0 1 1,1-2-4,-1 8 0,0-3 0,0 0 2,0 1 0,0-1 0,0 2 1,1-6 1,-1 2-1,0-1 1,0-4-2,1 12 0,-1-1-2,1-8 0,-1 3 0,1-3-174,-1 5 1,1-3 169,0 2 1,0-1 2,0 1 0,-1-1-8,1-2 0,0 3 12,-1-5 1,0 3 0,0-3 3,0 8 1,0 0 5,0-8 1,0 1-1,0 1-6,-1 0 1,0 0 0,-1-2-1,0 9 1,0 0-1,0-8 1,-1 2 0,1-3-1,-1 3 1,0-2-219,0 1 0,0 0 215,0-1 1,0 1-6,0 0 1,-1 0-1,1 0 0,0 0 3,-1 1 0,1 0-3,0 0 1,0-1 2,0 1 0,-1 0 0,2 0 0,-1 0 111,0-1 0,0 1-113,1-4 0,0 2 0,0-1-1,0 6 1,0 1 4,1-8 0,-1 2 0,1-3 352,0 5 0,0-2-351,1 0 0,-1 0-3,1 1 0,0 0 0,0-2 0,0 0-139,0 0 1,0 0 138,0-3 0,0 3-6,0-4 1,0 2-1,0-1 3,0 6 1,0 1 2,0-8 0,0 2 0,0-3 90,0 5 1,-1-4-91,1 1 0,0 1-3,-1 13 0,0 8 0,1-11 0,0 6 1,0 1-1,0-5 3,0-4 0,1-4 0,-1 4 5,1 2 1,-1 5 0,1-2 0,0-10-4,1-6 1,1-5 240,-1 2 0,1-1-235,0 0 1,0 0-1,0 0 0,1-1 3,-1 0 1,0 0 4,1 0 1,-1-1-6,0 1 1,0 0-7,0-1 1,0 1-3,0-2 0,-1 3-6,1 14 0,0 2 11,0 4 1,-1 1 274,-1-2 0,1 1-278,-1-3 1,-1-4-1,0-14 1,0-2 0,0-1 0,0 1-1,-1 0 1,0-1-6,1 0 0,-1 0-537,-1 0 0,0-1 537,0 0 0,1 1 11,-1 12 0,1 1-8,0-10 0,0-1 664,0 9 1,0 1-674,1-2 1,0-2 1,0-10 0,0 0 4,1 8 0,0-1 11,3 12-11,0-2-12,1-15 1,-1 0-11,3 18-6,-2-19 0,0-1-84,2 11 315,3-5 0,0-1 0,-2-5 1,7 20-1</inkml:trace>
  <inkml:trace contextRef="#ctx0" brushRef="#br0" timeOffset="136571">28119 2592 23185,'-17'-32'-458,"2"6"304,15 26 478,-1 0-128,1 7-256,-1-1 37,0 7-1,1-2-103,-1 1 212,0 2 2,-1 2-208,0 12-13,1 6 137,0 1-15,1 0-3375,0-8 3387,0 0 18,0 2-7,0 1-11,1 1 5,0 2 16,4 19-25,0-9-2275,1 14 2285,-3-24 1,1 0 52,-1 5 0,1 0-264,0 2 1,0-1 244,0 2 1,-1-2 33,3 19 8,-1 3-22,-2-17 0,1 2-4,-2-10 0,0-1 1,1 11 0,0 2-4,-1 1 0,0 0-2,1 7 0,0 0 538,-1 0 1,1 0-569,0 0 0,0-2-5,0-14 0,-1-1 6,1 0 1,0 2-22,1 17 0,0 4-9,0-19 0,-1 1 0,0 0-20,0 0 1,0 1-1,0-1 8,2 20 0,0-3-2,-2-16 0,-1-1 5,1 2 0,0 0 5,-1 1 0,1 0 3,-1 0 1,0 1 44,0 0 0,0-1 1,0 1 0,0 0-5,-1-1 0,0 1-14,0 1 1,1 0-4,-1-2 1,-1 4-6,1-6 1,0 5 0,-1 2 0,1-5-861,-1 15 1,1 1 856,-1-17 1,0 5-1,1-1 1,-1-2 20,0 3 1,0-1-1,0-3-11,0 9 1,0 1-10,0-9 1,0 2 0,0 0-199,-1 2 1,0-1-1,0-2 142,0 10 1,0-1 16,0-7 0,-1 2 1,1-4-17,-1 5 0,1-2-1,0 0 1,0 0 48,0-1 0,-1 2 20,1-4 0,0 3 0,0-1-58,0 6 0,-1 2 41,1-12 1,0 5 0,0 0 0,0-4-18,0 10 0,0-1 4,1-8 0,-1 2 0,1-3-320,-1 4 1,1-3 331,0 1 1,0 2-29,-1-4 1,1 3-1,-1-2-23,0 8 0,0-1 50,1-9 0,-1 3 1,0-2 175,-1-1 1,0 0 0,1 0-146,-1 1 1,0 1 0,1 2 3,-2 11 0,1 3 1,-1-3-29,2-11 0,-1-3 1,1 0-3,-1-2 1,1 0-1,-1-3 7,1 3 0,0 0 8,-1-4 1,1 2-1,0-2-5,-1 6 0,1 1 1,-1 3 1,1 5 0,-1-2-4,1-9 0,0-2 0,-1 1-4,1 0 0,0 1 0,0-1 0,-1 20 1,1-4-193,-1-16 0,1-2 197,0-1 1,0 1-3,-1 16 0,0 5 71,0-9 1,1 4 0,-1-3-71,0-8 0,1-2 0,-1 3 201,0 0 1,0 3 0,0 0 0,0-4-195,-1-3 0,0-3 1,1 2 1,-2 11 0,0 1 1,1-2-23,-2 10 1,0-2 2,1-12 1,0 1 0,1-5-3,-1-1 0,1-3 5,-2 14 1,1-1-1,1-18 0,0 1 9,-2 15 0,1-1-9,1-13 1,0 0 5,-2 12 0,1-2-12,2-16 1,-1-2-3,-2 31-550,0 0 562,1-1 21,1-2 1274,0-2-1273,0-1-6,1 0-12,-1-2-68,0-1 69,-1-2 5,0-2 146,1-16 0,0-1-146,-3 16 0,-1 11 18,-1-5-7,0 2 1038,2-22 1,1 1-1070,0-3 1,-1 0-26,-2 15 40,0-6 2594,1-2-2594,-1 0-6,0 0 0,1-6-2519,3-11 2519,0-1-232,0-1 238,-1 8-1931,0-7 1920,1 7 5,0-10-17,-1 10 12,2-7 2163,-2 6-2180,1-10 311,1 1-267,-4 16 3376,0-4-3386,-4 24-23,6-22 5,-1 6 1,5 2-17,-1 3-1,2 0 12,2-6 0,0-20 0,2 8 12,-1-7 11,2 5-7,-1 7-21,-1-11 16,-1 10-5,-2-15 5,0 1 0,0 4-61,-3 0-52,1 2-139,-4-4-4066,-1 7 4307,1-8 0,1 3 0,4-12 0</inkml:trace>
  <inkml:trace contextRef="#ctx0" brushRef="#br0" timeOffset="138149">18961 14964 10842,'-1'-4'3366,"0"0"3282,1 4-6704,-1-40 34,0 30 27,-1-28 40,2 41 11,0 4 23,1 4-18,0 4 18,2 3 100,3 18-84,-2-5-22,3 14-23,-3-10 6,1 18-442,0 6 426,0 0-12,0-5 5,-2-18-10,0-3-1,0-2 6,0-2-6,1-2 6,1-2 56,6 8 56,5-3 18,9 5 32,7-8-95,-3-9 465,3-6-470,-5-5-6,4-2 50,23 0-461,-20-4 0,2 0 355,-1 0 0,3-1 17,7-3 0,4-1 0,0 0-1289,12-2 0,0-1 1255,-12 1 1,2-1-1,-2 1 6,14-2 0,-1-1 3,-17 2 1,1 0-1,2 0-578,1 0 1,4 0-1,0-1 1,-1 0 564,5 0 1,-1 0-1,4 0-2,-10 1 1,4 0 0,2 0-1,-4 1 1,-5 1-469,-2 0 0,-5 0 0,4 1 464,9 0 1,6-1-1,1 1 1,-7 0 0,-6 1 0,-5 0 0,5 1 3,8-1 1,6 0-1,0 0 1,-6 0-302,-7 1 1,-4 0-1,2 1 288,11-2 1,3 1 0,0 0-10,-2 0 0,0 1 0,-3-1 9,-11 1 1,-3 0 0,3 0 12,11 0 1,3-1 0,-4 0-94,3 0 1,-2 1 92,2-1 1,-1 0 2,0 0 1,-1-1-1,-1 1 1,3-1 69,-6 0 1,3 0 0,0-1-78,2 0 1,0 0 0,3 0 5,-4 0 0,1 0 0,1 0 0,-3 0-9,6-1 0,-3 1 1,-1 0-1,0 0 0,-1 0 0,-4 0-4,6-1 1,-2 1 254,1 0 1,-1 0-242,1-1 1,0 0-1,0 1 1,0 0-1,0-1 1,-1 1-9,0 0 0,2 0 11,-7 0 0,2 0 0,1 0 0,1-1 0,0 0 1,1 1-12,-2-1 0,1 0 0,-2 0 0,-2 0 0,-1 0 0,-3 1 0,4-2 0,-2 1 5,0 0 1,2 0 3,-4 1 1,3-2-1,-3 2 5,8-2 0,-1 0-9,-8 2 1,1-1 0,1 0 1,-4 1 1,1-1-1,0 0 87,1 0 1,0 0 0,0 0-92,0 0 1,-1 0 0,1-1 5,7 0 0,1 0 1,-5 1-10,-3 0 0,-3 0-9,15-2 1,-2 1 261,-17 2 0,-2 1-256,1-1 0,0 0 11,-1 0 1,-1 0 2,1 1 0,-1 0 3,0-1 0,1 0 25,14-1 1,3 0 645,1-1 0,1 0-663,0 1 1,-1-1-4,-3 0 1,-3 0-1,-15 2 1,-1 0 2,-1 0 1,1 0 10,11-1 1,0-1-537,-11 2 0,0-1 522,9-1 1,-2 1 13,14-3 1599,-2 1-1610,-17 2 1,2 1 7,-2-1 1,1 0-14,-2 0 0,-1 0 348,21-4-321,-24 4 175,15-8-180,-20 5-5,12-4-6,-23 7 621,-1 0-627,1 0-5,-1 1 0,1 0 5,-2 0 0,-1 1 3200,-2 0-3110,6-3-56,-6 2-2799,3-1 2811,-8 1 11,-1 0-7,-1 0-10,0-2 5,-1 0 6,0-2-6,-1-2 12,-1-1-1,-2-3 6,-1-2 11,0-1 3381,1-3-3392,1-2-325,0 0 303,3-2-12,-1 0 45,6-20-67,4 10-33,2-8-275,5 10-2627,-2 10-6817,-2 2 9724,-2 4 0,-6 11 0,-3 2 0</inkml:trace>
  <inkml:trace contextRef="#ctx0" brushRef="#br0" timeOffset="139687">18494 4569 19507,'-40'-9'537,"9"1"-464,31 8 263,1 1-67,3 1 16,5 0 264,15 1-336,0-2-34,15 1 52,23-6-170,-8 0-366,-15 1 0,1-2 338,-8 2 1,0-2-366,1 1 0,3-1 402,20-3 0,1-1-1495,-11 2 1,0 0 1448,-5 1 1,3-1-1,-3 0 15,7 0 1,-2 0-432,2-1 1,3 0 417,-2 1 0,4-1 1,-2 1-371,11-2 0,0 1 355,-8 0 0,2 1 0,1-1 6,3 0 0,2 0 0,1 0-303,-11 2 0,0-1 0,2 1 0,2-1 292,-1 0 1,2 0 0,2 0 0,0 0 0,0 0-4,3 0 0,-1 0 1,1 0-1,0 0 1,1 0-1,-9 1 1,1 0 0,0 1 0,0-1-1,-1 0 1,-2 1-138,2 0 0,-2-1 1,-1 1-1,0 0 0,0 0 134,10-1 0,0 1 0,0-1 0,0 1 2,2-1 1,0 1 0,0 0 0,-3 0 2,-11 0 1,-2 2 0,0-1 0,2 0 2,11-1 0,3 0 1,1 0-1,0 0 12,-14 1 0,1 0 1,-1 0-1,1 0 0,1 0-90,1 0 0,1 0 0,0 0 1,1 0-1,2 0 82,0 0 0,2 0 0,1-1 0,0 1 0,-1-1 1,-2 1-13,-1 0 0,0 0 0,-3 0 0,1 0 0,-1 0 4,11-1 0,1 0 0,-3 0 0,-3 0 0,1 0 0,-4 0 0,0 1 5,-1-1 0,1 0 1,3 1 42,0-1 1,2 0 0,2-1 0,1 1-42,-12 1 0,1 0 0,0 0 1,1 0-1,-1-1-6,-1 1 1,0 0 0,-1 0-1,3 0 1,2-1-3,-3 1 0,4 0 0,3-1 1,-1 0-1,0 1 0,-4 0 0,-5 0-3,4-1 0,-5 2 0,0-1 0,3 0 6,8-1 1,6 0 0,1 0 0,-3 0 0,-7 0 4,2 0 0,-6 1 1,-1 0 63,2 0 1,-1 0-1,4-1-68,-1 1 0,3 0 0,1-1 0,-4 1-2,3 0 1,-2 0 0,2-1-5,-4 1 1,3 0-1,0 0 1,-5 0-51,-1 1 1,-4-1-1,1 1 49,-1-1 0,0 1 0,0 0 289,-3 0 1,-1-1 0,5 1-286,6-1 0,5-1 1,1 0-1,-3 1-8,5-1 1,-2 0 0,2 0-1,-13 1 1,3 0 0,1-1-1,-2 1 1,-6 0 3,4 0 0,-5 0 0,-1 0 0,14-1 0,-6 0-9,-18 2 1,-3 0 25,25-3-9,-22 3 1,0 0 451,26-3-438,-4 0 1727,-15 2-1727,-17 2 1,0-1 412,-9 2-407,-1 0 2108,-8 1-2142,-3 0 2569,-1 0-2529,-2 0-6,2 0 45,3 0-45,1-1 0,4-1-6,-1 0 0,0-1 12,2 0-34,-1-1-22,4 0-124,-5 0-1467,3-1-3568,-8 2-3944,-1-1 9125,-2 1 0,-1 1 0,0 1 0</inkml:trace>
  <inkml:trace contextRef="#ctx0" brushRef="#br0" timeOffset="140370">27375 2895 15183,'-22'-44'593,"0"0"1,1 3 0,0 9 1841,-7 21-2104,-1 4 307,-33 13-504,21 2-75,8 1 0,0 3 171,-17 25-439,13-3 259,13-10 1,2 1 11,-6 17-1,10-9 1,2 2-17,-7 20-17,10-19 0,2 1 17,1 14-1872,4 1 1916,3-1 29,6 0-147,10-7 0,6-1 113,9 11-282,-2-13 0,5-3 242,6-12 1,3-5-34,-8-5 1,2-1-7,12 5 1,3-3 11,4-5 0,2-2 13,3-3 1,2-2 8,-12-3 0,1 0 1,-2-2-37,9-3 0,-4-2 47,-5-3 1,-5-2 66,11-10 12,-7-6-6,-7-3 12,-4-4-18,-16 6 1,-1-1-23,6-20-62,-11 16 1,-1 0 28,-2-20-23,-3-1-5,-4-3-12,-2 0 0,-6 0 313,-3 18 0,-3 1-323,-11-20-12,4 22 0,-1 2-6,-17-9 17,-6 6-344,-6 3 321,-6 7-4,-6 4 4,29 14 1,-1 1 2,-1 1 1,-1 2-576,-12 1 1,-1 2 546,13 1 1,-1 3-62,-19 3 0,2 4-2,-3 9-32,21-5 0,2 1 73,-6 11-1682,-7 19-217,26-19 1,2 3 1802,-2 2 0,3-1 1,-2 10-1,11-17 0</inkml:trace>
  <inkml:trace contextRef="#ctx0" brushRef="#br0" timeOffset="140794">27239 3174 16225,'-42'-29'-45,"1"0"0,2 1 0,8 13 2567,17 28-2442,-8 12-49,7-5-29,-3 8 1,8-8-16,4 1-89,3-1 1518,5 8-1407,3-8 849,5 4-671,11-7 3399,8-6-3538,3-1 152,13-11 55,-16-5 25,7-5 15,-11-2 9,-1-2-25,-3-2-21,-1-3-30,-4-1-34,-1-1-133,-3-2 40,1-10-110,-5 9 4,-2-7-3381,-4 6 3331,-3 7 6,-2-3-311,-2 10 308,-1 1-40,-2 2 42,0 1-25,-5 1 64,3 3 3193,-5 0-3210,6 3-34,-1 0 425,1 1-519,1 0-63,1 2-19,-1 1-373,3 4 611,1 14 0,3-13 0,1 8 0</inkml:trace>
  <inkml:trace contextRef="#ctx0" brushRef="#br0" timeOffset="141620">27628 3125 19487,'5'-42'516,"-1"1"1,0 2 0,-7 6 81,-20 16-429,1 4 516,-16-2-517,15 10-13,-9 0-8,7 3-48,-2 0 69,-3 2 158,-2 0-183,-3 1 67,-1 2 2,-15 7-115,18 2 1,0 2 373,-22 7-117,20-1 0,2 3 51,-5 14-385,17-11 0,1 0-24,-6 17 17,10 0 1,11-13 115,10 12-489,5-10-380,10 8 460,8-16-2907,7-1 3261,6-3-1098,-5-8 1,2-1 1124,22 3 49,-19-5 1,1-3 298,19-1 381,1-2 12,1-2-7,-2-5-339,-20-1 0,1-2 28,-4-2 1,0-4 21,7-2 0,-1-3-164,-8-3 1,-4-2-76,-5-1 1,-3-2-309,6-18-129,-13 0-207,-12 11-232,-3-1-97,-9-14-169,-10 1 454,-6 15 0,-3 1-128,-15-8 1285,12 20 0,-1 3-951,-24 0 300,11 8 31,7 3 1,1 1 254,-6 3 104,-9 2 9,20 4 267,2 4-659,-8 12-155,11-2-280,-7 10-283,13-4-354,2 4-359,1 1-2788,-3 21-1117,5-11 5072,-4 19 1,11-36 0,1-1 0</inkml:trace>
  <inkml:trace contextRef="#ctx0" brushRef="#br0" timeOffset="141847">27357 3422 31868,'-11'-26'-2780,"2"7"1929,0 43 1331,3-4-299,-3 15-130,4-6-166,-1 23-70,4-20-507,3 9 465,5-15-583,6-2-746,7-2-515,5-2-7760,16 1 9083,-12-10 0,1-1 1,-21-8-1</inkml:trace>
  <inkml:trace contextRef="#ctx0" brushRef="#br0" timeOffset="142063">27927 3354 32767,'-16'11'0,"3"3"0,5 8-1862,-3 14-6925,-3 10-682,0-5 9402,1-2 0,8-26 0,2-6 1</inkml:trace>
  <inkml:trace contextRef="#ctx0" brushRef="#br0" timeOffset="142639">19170 3461 16628,'-5'0'2571,"1"0"10,4 0-2547,62-38-4769,-20 24 4710,5-8 0,6 0-140,-4 15 0,0 3-807,-10 0 0,0 2 602,12-2 1,0 2-2340,-3 2 1,-3 3-5891,16 0 8599,-25 1 0,-4-1 0,-11 1 0,-10-2 0</inkml:trace>
  <inkml:trace contextRef="#ctx0" brushRef="#br0" timeOffset="142837">19036 3876 18034,'54'-24'-27,"0"0"0,0 0 0,-9 3 0,-2 2 0,-2 3-88,13 2 0,-3 4-76,-13 2 1,0 1-252,13-1 0,2 1-4474,-5 2 1,-2 0 4428,-2 0 1,-3 2 0,7 0-1,-36 3 1</inkml:trace>
  <inkml:trace contextRef="#ctx0" brushRef="#br0" timeOffset="143007">19163 4097 24760,'52'-21'-481,"0"1"1,-7 5 0,1 1 0,-3 1 480,2 3 0,-4 2 0,-1-1 0,-4 2 0,7-1 0</inkml:trace>
  <inkml:trace contextRef="#ctx0" brushRef="#br0" timeOffset="176838">5459 5581 17848,'-10'-44'630,"1"1"1,0 2-1,4 10-119,8 20 367,0 1-406,0 2 232,0 0-541,-2 4-27,1 0 218,-1 3 262,1 3-568,1 2-114,1 3 40,2 3 17,0 3 11,0 2-3390,0 2 3146,1 2-47,4 10 384,-2-6 54,4 7-53,-3-11-45,1-1-39,1 0-31,0-3-31,1-1-3,1-3 197,5-2-25,-3-4 52,3 0 28,-5-6 77,0-3 5,3-4 34,1-4 4,1-4-15,2-4-1037,1-2 966,1-3-135,11-14 382,2-5-272,-13 15 0,-1-1-12,-1 0 1,-1 1-30,-3 1 0,-1 1 95,6-10-10,-6 9-271,-7 11-28,-2 4 2500,-2 3-2837,-1 6 1446,-1 3-1567,0 2-169,2 3-223,0 2-72,0 5-408,0 3-5339,1 14-1733,-3-6 8415,0 7 1,-3-19-1,0-3 1</inkml:trace>
  <inkml:trace contextRef="#ctx0" brushRef="#br0" timeOffset="177612">5658 7911 11435,'-3'-2'9080,"1"0"-6812,2 2-1842,-32-55-6025,24 40 5618,-10-18 1,4 11 1536,21 53-1452,-5-12 11,4 28 800,-5 4-859,0-11 0,1 1-22,0 14-1272,15 5 1479,-7-62 667,15-24 0,14-21 0,2-7 0,-8 9-881,-6 7 1,-1-1-482,1 2 1,6-9 0,1-3 0,-3 4 0,-6 8 467,-4 4 0,-4 4-1519,12-21 1398,-9 21 1551,-13 20-1567,-2 8-499,0 10 622,12 36 0,-10-26 0,7 24 0</inkml:trace>
  <inkml:trace contextRef="#ctx0" brushRef="#br0" timeOffset="179214">4900 10466 14589,'-14'-41'1866,"0"0"1,0 0-1,-5-11 1,5 10-7180,10 26 5638,3 10 1213,1 4-1505,2 9 143,8 22 1,3 9-37,4 18-81,1-9 0,1 0 946,3-1-300,14-21-318,-5-30-118,19-23-197,-22 2 1,0-4-1160,9-8 1,-1-1 1111,-4 5 0,0 1 0,0-1 1,-1 1 2020,11-12-1990,-4 2-737,-5 5 737,-5 3 6,-8 7-6,-5 2-12,-7 7-38,-4 4-56,-2 6 2782,-5 5-3971,-12 10 580,-18 21 0,12-13 0,-5 11 0</inkml:trace>
  <inkml:trace contextRef="#ctx0" brushRef="#br0" timeOffset="184161">13775 3466 19664,'-22'-46'-8,"-1"0"1,1 1-1,-1-1 1,-5-11-1,2 0 1,11 7-1477,15 12 1,7 1 1466,2-4 0,2-3 0,0 1-675,4-9 0,3 0 686,-1 4 1,2-1-1,0 2 3,7-6 1,1 2 7,2 0 1,5-2 10,0 4 1,4-2 0,0 2-8,-7 10 1,-1 3-1,2-2-350,-1 2 1,3-3 0,0 2 0,-2 2 340,3-1 0,-1 4 0,1-1 4,1 0 0,0-1 0,5-1-385,1 0 0,4-3 1,2 1-1,-3 2 373,5-3 1,-1 2 0,2-1-162,-3 2 0,3-1 1,1 0-1,0 1 146,-7 6 1,0 1 0,1 1-1,1-1 1,1 1-72,3-2 1,1 0-1,1 0 1,2 0 0,2-1 85,-8 5 1,1-1 0,2 0 0,1-1 0,0 1 0,0 0-1,1 1 5,1 0 1,2 0 0,0 0-1,0 1 1,0 1 0,-1 0 0,-2 1 0,1 0 0,-1 1 0,-2 1 0,1 0 0,-1 1 0,0 1 2,0 0 0,1 0 0,0 2 0,-1-1 0,-2 2 0,-1 1-2,8-1 1,-3 1 0,0 1 0,0 0-1,1 1 1,0 0 0,0 1-1,0 0 6,0 1 0,0 1 1,1 0-1,-1 1 18,-2 0 0,0 1 1,1 0-1,3 2-9,-1 0 1,4 1-1,1 0 1,0 2-1,0 1 0,-1 1 1,0 2-1,0 0 1,0 1-1,0 0-7,0 0 1,-1 0 0,0 0 0,-1 1 0,-1 2 5,7 2 1,0 2-1,-3 1 1,0 3-1,-5 2 1,-1 2 0,-2 1-1,1 2 7,0 1 1,-1 1 0,0 2 0,2 1 14,-4 0 1,1 1 0,0 1 0,1 1-1,-3 0 9,-1 1 1,-1 0 0,-1 2 0,0 0 0,-1 0 1,-1 0 1,-2 0 0,1 1 0,-1 0 0,-1 0 7,-1 0 1,1 1 0,-1 0 0,-2 0 0,-1-2-17,1 2 1,-2-2 0,-1 0 0,-1 0 10,9 10 1,-1-1 0,-4-2 12,2 4 1,-2 0-3,-1-1 0,0 1-9,-1 0 1,-1 1 2,-2-2 0,0 1-11,-2-1 0,0 1-6,-3-3 1,1 2 4,-6-5 0,1 2 0,-1 1 0,-1 0 0,-1 0 0,0 0-23,0 0 1,-1-1 0,-1 0-2,6 15 0,-3-3 371,-9-16 1,-2-3-389,0 0 0,-1-1 0,8 27 23,-5-5 548,-8-21 1,-1 0-460,-4 21 1880,-12 3-1897,-5-23-22,-13-12-22,1-13-18,-4-4-16,-3-2 2422,-3-5-2428,0-3-16,-2-5 22,-15-15-3,25 9 0,0-2 0,-8-7-1,1-2 7,-1-3 0,3-1-135,7 5 0,2 1 134,1 0 1,1 1 36,-8-8 39,2 0 62,-12-11-73,11 9 126,-8-7-37,7 2-83,9 12-6,-4-6 11,12 15 0,2 2 190,3 4-213,3 4 351,2 3-457,3 3 1280,1 6-1182,4 11 234,2 3-280,5 11-12,1-4-3,4 3-1,3 2-9,3 1 5,5 0-4,-4-9 1,4 0 64,18 4 1,4-2-1719,-9-3 0,2-2 1710,13 1 0,0-4-488,-19-9 1,-1-1 491,2-2 1,0 0 2,2-1 1,0-1-4,0 0 1,1 0 5,0-3 1,0 0-7,-1 0 0,1-2 35,14-4 0,3-2 0,0-3 0,-1 0-48,1 0 1,-2-2-7,-5 1 1,-3-1 36,14-7-5,-5 0-61,-24 8 0,0 0-1944,15-8 1919,-19 12 0,-13 3 1,-24 15-1</inkml:trace>
  <inkml:trace contextRef="#ctx0" brushRef="#br0" timeOffset="209558">1280 7178 24575,'33'0'0,"9"0"0,-9 0 0,4 0-2596,12 0 0,2 0 2596,5 0 0,2 0 0,-16 0 0,2 0 0,0 0 0,4 0 0,1 0 0,3 0-1358,0 0 0,3 0 0,3 0 0,0 0 1358,-7 0 0,1 0 0,0 0 0,1 0 0,1 0 0,2 0 0,2 0 0,0 0 0,0 0 0,1 0 0,1 0 0,1 0 0,0 0 0,-1 0 0,-2 0 0,6 0 0,-3 0 0,1 0 0,-1 0 0,3 0 0,0 0 0,-1 0 0,0 0-284,-4 0 1,0 0-1,-2 0 1,-1 0 283,7 0 0,-1 0 0,-2 0-460,-4 0 1,0 0 0,-3 0 459,-7 0 0,-3 0 0,0 0 129,11 0 1,-2 0-130,-3 0 0,-1 0 0,-8 0 0,-3 0 0,14 0 2712,-13 0-2712,-12 0 1937,-6 0-1937,-2 0 1444,-6 0-1444,-3 0 6784,-2 1-6784,-1 1 0,-5-1 0,0 1 0,-3-3 0</inkml:trace>
  <inkml:trace contextRef="#ctx0" brushRef="#br0" timeOffset="210602">1423 9088 24575,'6'0'0,"18"0"0,32-2 0,-12 0 0,3-1-1891,9-2 0,3 0 1891,-11-1 0,2-1 0,1 0-1111,9-2 0,1 0 0,2 0 1111,-11 1 0,0 1 0,2-1 0,0-1-892,7 0 1,2-1-1,1 0 1,-2 1 891,-6 1 0,0 1 0,-1-1 0,0 1 0,-3 0 0,0 0 0,-1 0 0,0 0-610,12-1 0,0 0 0,-2 1 610,-7 1 0,-3 1 0,1 0 75,1 0 1,0 0-1,-3 1-75,9 0 0,-5 2 1153,-12 0 1,-3 1-1154,16 1 0,-18 0 3823,1 0-3823,-7 0 3288,-4 0-3288,-8 0 2348,-7 0-2348,-3 0 129,-3 4 1,-2-4 0,-2 4 0</inkml:trace>
  <inkml:trace contextRef="#ctx0" brushRef="#br0" timeOffset="278842">5851 11609 18061,'-1'-57'2220,"-1"-1"0,0 1 0,-2 8-1923,-1 12-62,-2 3-78,4 24-33,2 4-46,0 3-50,1 4 17,-1 5-17,1 4-6,0 6 12,0 5-34,0 5 39,-2 5 6,-1 4-17,-2 3-257,0-7 1,-2 2 250,-4 18 3,0-6 1,0 2-723,-4 9 702,6-19 1,0-1 16,-4 13-11,2-4 1,1-4-7,0-6 12,3-7 17,1-7 44,1-6 241,1-6-134,1-4 162,-2-10-212,2-4-12,-2-10-39,1-1 0,-1-5-23,1-3-2674,2-3 2657,0-5-882,1-3 871,1-5-989,2-5 967,3-5-11,3-3 0,5-5 0,1 16 0,0 0-105,-1 12 0,0-1 102,5-10 0,0 1-19,11-12 22,1 5 11,-2 6 1057,0 7-1029,-2 6-56,-2 7 646,-1 6-646,-1 5 0,-2 4 12,0 5-18,-2 2 12,-1 2-11,1 4 5,-2 1 281,8 11-281,-8 0 12,6 6 10,-10-3-5,-1 1 0,-2 1-11,-2 1-6,-4 3 12,-1 0-12,-22 13 0,-6 2-11,-2 0 81,-5 1 0,-2-2-87,-4-10-14,11-10 1,1 0-1575,-13 8 1566,-8 4 371,16-12-567,10-5-677,5-4-24,12-11 1838,10-5-4105,6-7 3850,10-8 0,-9 10 0,1-2 1</inkml:trace>
  <inkml:trace contextRef="#ctx0" brushRef="#br0" timeOffset="279615">6624 10893 25578,'0'17'135,"-4"9"-79,-1 23-6,-4-1-11,-1-10-2021,-1 3 2021,-3 2 6,-2 4-3,4-14 0,-2 1 124,2-2 1,-1 0-162,-1 3 1,1 0 5,-5 13 519,9-21-188,6-15-12,4-14-156,4-11 977,4-12-1106,2-1-84,2-3 67,0 5-5,1-1 5,1-1-17,2 2 6,7-6-28,1 8-3273,-1 2 3267,-4 11 246,-7 7-235,-2 5 6,1 3 0,-1 4 6,0 4 5,0 1 12,6 12-18,3 2-10,1 1-12,3-6-288,4-2 249,-3-8 22,8 3 23,-7-7 5,2 0 1,3-3-1,2-3-1998,3-2 1998,-1-1 2175,14-9-2147,-4-5-11,-3-5 12,-11-2-1,-16 4 204,-2-1-214,-2 0 10,-2-2 17,0-10-16,-4 9 3023,0-5-3012,-3 11 220,-2 3-248,-1 5-6,-2 1 0,-3 9 5,-8 10 1,0 2-12,-6 10-5,-1 8-17,5 3-238,1 1 266,8-3-11,7-13 5,5 0-11,14 7 12,1-7 5,13 3-12,14-7 12,-8-7-1088,16-1 1082,-14-8 17,0-4 6,-2-3-11,-4-4 27,4-14-16,-14 3 217,1-10-184,-14-7-16,-7 6 16,-1-11-5,-5 10 5,-3-2-421,-3 1 427,-3 0 6,-2 3 1058,-3 4-1036,-8-1-23,-9 7-27,-12 4-17,-5 11-23,0 13-11,12 3-11,9 5-5,14 0-23,5 1-3258,3 4 3197,3 1-46,3 3 3,4 1-176,3 2-140,6-1-230,3-1-528,3 0 461,3-2 2758,4-1-5978,21 6-4342,11-5 7768,-25-12 0,-1-1 0,11 0 0,-18-7 1</inkml:trace>
  <inkml:trace contextRef="#ctx0" brushRef="#br0" timeOffset="280172">7915 11362 21896,'22'-44'1002,"-1"-1"1,-2 5-1,-3 7-525,-8 17 80,-2 3-42,-1 2-282,-3 6-171,0 2 5,-4 19-22,0-2 43,-4 15 13,-5 4-67,2-5 16,-7 18-994,7-18 967,-3 5-446,5-10 429,1-3-1,2-1 1,2 4 5,1-8-11,1 2 79,1-10 1039,3-5-1062,1-5 475,3-5-430,8-14-45,-2 4-28,7-11 11,-4 5 6,0 0-12,0-2-5,1 2 23,7-8 5,1 2-51,0 4-5,-4 7 0,-8 13 0,0 3 6,0 1 0,-1 5-6,0 3-17,0 5 28,12 22-11,-10-11 6,8 15-6,-12-17-6,-1 0 45,0-1-50,8 8 0,-3-8 0,6 4-1,4-7 12,-5-5-11,7-3 22,6-7 1,-8-5-24,10-5 18,-12-4-6,0-3 17,-3-2-17,-1-4 33,1-15-33,-6 6-1036,2-12 1047,-9 11 6,0 0 11,-2 1 11,-1 3 62,-1-8-51,-2 13 12,-1-4 83,-5 11-60,-4 7-85,-6 2 0,0 10 0,0 3 0,-5 15 0,5-3 0,-4 9 0,9-5 0,2 3 0,4 1 1071,1 2-1071,7 13-3392,3-9 3318,8 8-2458,5-13 2045,7-1-517,7 0-2177,-2-10 0,2-1 3181,-2-2 0,-1-1 0,23 8 0,-22-11 0</inkml:trace>
  <inkml:trace contextRef="#ctx0" brushRef="#br0" timeOffset="281068">9624 10986 16588,'3'-9'4823,"0"1"-3675,-3 8 398,33-84-1978,-20 52 650,6-17 0,-1 3-2728,-10 26 2891,-3 6-84,0 3-73,-3 5-6,0 2-145,-2 4 0,-1 5 22,-3 5 576,-8 19-592,0-2 5,-1 3 0,-1 2 3017,-4 11-3073,6-13 0,1 1 5,-5 13-10,0 2-6,4-1 11,2-2-23,5-2 1,3-4-1,3-3 18,10 2-6,0-13 27,10 0-4,-2-17 32,2-3 1,2-8 0,2-4 95,15-20 45,3-14-435,-14 13 0,-2-1 284,-5 5 0,-1 0 11,17-23-73,-14 17 0,-3 2 0,-1 4 0,-5 4 328,2 2-328,-9 9 0,2 3 0,-8 7 0,0 6 715,3 11-715,-2 2 0,3 10 0,-2-3 0,0 3 0,-1 18 0,-1-8-253,-1 13 253,2 7 0,-1-13-427,4 17-872,0-19-2621,5 0 3920,2 3 0,-5-22 0,0-2 0</inkml:trace>
  <inkml:trace contextRef="#ctx0" brushRef="#br0" timeOffset="281874">11086 11043 21209,'-11'1'2050,"3"0"-1193,8-1 1457,0 0-2303,23-27 0,4 19-28,26-22-508,-12 25 0,3 4 488,4-1 1,2-1-546,12 0 1,2 1 528,-5 1 0,-3 0 19,-13 1 0,-4 1-66,18 2 4,-31 1 12,-10 2 12,-9 4 72,-17 1 5,-16 4 1,-7-4 16,-6-1 12,8-4-6,-1 0 691,-15 3-638,16-3 0,-1 0-47,-15 3-23,3 2-5,35-6 1454,21-2-1432,14-1-22,4-1 0,4-1-12,18-2-1693,-2-2 0,-2-2 1705,-5-3-3,-11 2 0,-2-1 8,-3-4 0,-5 0 34,-4-2 0,-3-3 134,-4-26 11,-6-2-89,-3-9 28,-5 9 5,-2 14 68,-1 1 3621,-3-7-3442,0 7-101,-3-1-185,5 14 118,1 7-208,4 10 12,0 4-22,2 7-12,0 6 22,0 4 1,1 5-6,0 4 0,-1 19-11,1 7-680,0 2 680,0-3-51,3 2-156,-1 6 0,0 0-197,-5-3-1853,-5-28 0,-2-2 2268,-13 21 0,3-8 0,5-21 0</inkml:trace>
  <inkml:trace contextRef="#ctx0" brushRef="#br0" timeOffset="283693">12736 10613 11581,'0'3'3198,"-1"0"3971,1-3-6899,11 18 217,-7-9-252,8 12-16,-11-15-1,-1-2 6,0-1 11,0 1 0,-1 0-16,0-1-23,-3 1-39,-2-1-23,-1 1-11,-1-1-5,-1-1-1,0 0 7,0-1 123,-6-1-130,3-4-5,-4-1 11,5-4 6,1-3-28,1-2-6,2-5-28,3-1-22,2-2 6,1-1-12,4-1 0,2 3-17,3 1-16,2 4-6,4 0 0,2 5-11,0 2 0,0 6 5,-3 5 12,2 2-12,3 5 6,0 4 11,2 4-11,-2 3 0,0 4-5,-2 2-35,-1 16 18,-7-8 11,-2 11-6,-11-10-20,-11 0 1,-5 1-2909,-11 12 2939,4-9 1,-2-1 16,-13 4-17,-2-2 6,-1-3 6,1-5 11,4-6 11,4-7 16,7-8 74,1-8-51,12-9-11,3-8 17,11-8 73,12-18-46,2 7 1,11-12 134,14 3-139,-6 12-652,12-6 629,-11 16 2659,0 4-2659,12 1-39,4 7-45,1 2-354,-2 10 354,-11 4-23,1 3-89,16 10-23,-13-3 358,13 5-543,-16-5-195,0 1-353,0 0-673,-1 0-1271,0-1-6033,-5-2 8080,-6-4 0,-12-5 1,-6-4-1</inkml:trace>
  <inkml:trace contextRef="#ctx0" brushRef="#br0" timeOffset="284300">13831 10504 21719,'0'-3'2352,"0"1"-21,0 2-2275,-15-20-40,7 18 18,-14-14 0,8 23-6,-3 2 39,-14 4-45,6-2-738,-11 4 705,9-5 93,-7 2 1,-2 0-83,1-1 0,2-1 0,2 0-28,14-4 39,2-2-5,-3 4 0,6-2-18,-2 2 572,4 1-549,4-2 0,-1 2 121,4-3-127,1 0 6,1 0-5,0-2 5,1 1 6,0-2 11,0 1-6,0-2 23,2 2-45,1-2 34,2 2-1,0-3 124,4 0-95,-3 0-29,3 0 119,-2-1-63,-4 0 18,2 0-74,-4 0 18,0 0-7,1 0-16,2-3 0,0 0-16,4-2 21,-1 0 68,7-2-79,0 1-10,5-3-12,-1 3 33,12-3-16,-5 3-11,21-2 5,-5 5-28,-1 0 6,5 7 0,-12 6-3381,-1 3 3414,1 12 6,-12 3-50,1 10-6,-8 3 39,-7-9-383,-5-5 366,-5-9 3203,-1-2-3208,-6-1 0,-2-1 0,-5-1-1,-3-1 1,-3-2-6,-2-1-32,-14-1-113,-4-5 22,1 0-101,6-6-128,15-1-343,3-4-643,4-2-2045,2-3 3400,3-5 0,4 9 0,2-1 0</inkml:trace>
  <inkml:trace contextRef="#ctx0" brushRef="#br0" timeOffset="284531">13660 10561 24410,'54'-28'-54,"1"-1"1,-15 10 0,2 0 0,-6 5-183,14 3 20,-16 3 1,1 1-875,0 1 1,-2 0-1767,20-2 1936,-16 3 0,-2 1 0,-9 2 1,-1 0-1</inkml:trace>
  <inkml:trace contextRef="#ctx0" brushRef="#br0" timeOffset="285265">14703 10410 25936,'-30'2'39,"8"-3"-28,2 34-11,7-11 0,-1 2 0,0 0 0,2 1 502,2 0-513,3 0 128,4 17-133,6-15 27,12 18-6,2-28-5,9 4-5,-3-11 16,15-2 0,-9-3 94,11-4-60,-2-10 11,-6-5-23,-2-6 1,-13-2 16,-11-6-22,-5 5 11,-6-8 1,-4 7 278,-4-1-217,-12-10-39,6 9-395,-6-6 406,10 12-17,1 3 6,4 2-1,1 2-16,2 3 5,3 1-5,2 1-28,7-1-17,2 2 0,9 0 394,17 2-400,13 2 1,17 2 2,-29 3 0,-1 0-14,19 3 17,4 6-5,-25-2-1,14 6-22,-16-2 28,0 4 23,-12 1-18,-10-2-5,-7 0 11,-5-3 1,-3 2 21,-17 16-44,9-11-11,-14 19 16,17-15 0,2 0 1,7-4-6,4-8 11,2-2-12,9 3 57,29-2-17,-10-2-800,19-4 800,-22-7-28,-1-2 17,1-3 0,-1-1 22,6-9-17,-9 3 6,3-7 28,-10-5-22,-7 5 16,0-9 46,-9-1-57,-5 6-11,-4-7-3150,-5 10 3145,-1 1-1288,-3 0 1293,-1 0-1637,-2 3 1643,0 1-16,-10 1-18,0 3 0,1 3 1664,5 6-1664,10 3-46,4 1 1813,0 1-1857,3 2 2967,-1 7-5128,5 7-2779,3 0-4800,5 1 9830,1-8 0,-2-4 0,-1-3 0</inkml:trace>
  <inkml:trace contextRef="#ctx0" brushRef="#br0" timeOffset="285708">15876 10471 20548,'-8'0'2980,"1"0"-1994,7 0 1949,0 0-2834,12-45-34,-12 33-22,8-33-6,-17 45-6,-2 4-5,-3 2 6,-4 6-17,-1 0-6,-2 5 0,1 0-11,0 1-3381,2 2 3359,3-1-154,2 11 165,6-7 28,2 5-17,7-10-6,3-1 12,4-1-6,4-2-6,1-2 12,12 1-6,-4-4-60,8-1 104,3-6-32,-8-1 21,8-4 1,-12-2 11,-3-4 22,0-3 73,2-10-6,-5-8-33,-1-12-45,-7 7 3247,-5 0-3197,-6-8-122,1 17 341,-4-10-801,-9 19-387,0 9-8968,-21 1 8863,14 8 1,-2-1 0,16 2 0</inkml:trace>
  <inkml:trace contextRef="#ctx0" brushRef="#br0" timeOffset="363520">5834 12862 28929,'-17'-45'18,"1"0"0,-1 0 0,-4-12 0,3 9-568,9 15 803,3 15-138,-2-1-387,3 8-46,0 0 65,4 8-664,1 2 1257,0 0 79,4 7-915,0 2 306,5 8 17,2 3 81,1 4-34,2 3-49,0 3-441,1 1 35,-1 1 388,0 1 274,0-3 21,-2 0 0,-2-4-24,-1-4-26,1-2-72,-2-4-74,0-2-36,0-4-148,1-2 165,5-3 653,0-4-32,5-5 365,-1-5 354,5-9 217,6-7-3234,7-8 3477,9-8-841,-18 18 0,0-1-762,4-3 0,2 0 378,2-3 1,3 1-353,2-3 1,1 0-168,4-2 0,1 0-1070,3-2 1,1 1 992,-16 11 0,1 0 0,1-1-300,1 1 1,0-1-1,0 0 276,1 1 0,0-1 1,0 1 66,0 0 0,0-1 1,0 2-70,-1 0 0,1 0 0,-1 1 79,17-10 0,-1 1-29,-2 3 0,-1 1-58,-3 2 0,-1 2-119,-4 3 1,1 2-1628,11-1 1,-3 2-2605,-16 7 1,-1 2 4445,6-1 1,-5 3 0,-13 4-1,-11 2 1</inkml:trace>
  <inkml:trace contextRef="#ctx0" brushRef="#br0" timeOffset="417618">9281 11994 18400,'-49'2'83,"0"-1"0,0 1 1,0 0-1,-7-1 1,2 0-1,4 0 49,-10 2 1,7-2 98,-9-2 721,44-2-1036,11-4 555,32-10 117,8 1 302,-5 4 1,6 0-891,18-6 1,3 0-176,-8 3 1,0 1 49,-3 0 1,2 0-1,2 0-133,7-2 0,2 0 0,-2 1-348,-10 3 0,-1 0 0,2 0 575,14-4 1,3 0-1,-3 1-863,-15 3 0,-1 2 1,-1 0 584,1 0 1,0 1 0,0 0-274,-1 0 1,0 0 0,-1 1 290,20-3 0,-1 0 342,-3 2 0,-1 0-208,-4 2 0,-1 1 1,-4 0 1,-2 2 9,-7 0 0,-1 2-119,23-1 1467,-20 3-1150,-20 9 2184,-43 7-2257,-13 6 1098,3-8 0,-6-1-971,-18 6 0,-3-1-1132,9-2 1,-1-1 1055,4-1 1,-4 1-1,2-1 9,-12 4 1,1-2-419,16-4 0,0-1 1,-1 1 465,-2 0 1,0 0 0,-1 0-376,0 0 0,-1-1 0,-2 2 451,0-2 1,-3 1 0,-2 0 0,1 0-170,2 0 1,0-1-1,-1 0 1,-1 0 125,-7 2 1,-2-1-1,0 1 1,5-1-75,-1-1 1,4 0 0,2-1 6,-11 2 0,8-1 65,-1 0 5,18-5 355,16-3-366,14-4 1010,34-15-1105,10-1 216,-2 1 1,4 0-223,0 1 0,3 1-6,4-3 1,3 1-6,4-2 0,2 0-3,4 0 1,1-1 3,-17 7 1,1-1 0,0 1-4,1-1 0,1 1 1,0-1-3,0 1 0,1 0 1,0 0-5,1 0 1,0 1-1,0 0-2,-1 0 1,0 0 0,1 1-6,-1 0 0,0 0 0,-1 1 5,-1 0 1,-1 1 0,3-1-23,10 0 1,4 0-1,-4 1-5,6-1 1,-2 1 8,-10 2 0,0 1 0,-4 1 205,-5 1 1,-4 2-262,19 0 39,-23 6 79,-42 10-929,-25 3 920,1-4 0,-8 0 27,-6 0 1,-6 0-1,0 0-8,7-2 1,1 0 0,-4 0-6,0 0 0,-4 1 1,-1 0-1,2 0-432,-7 1 1,1-1 0,0 1 474,14-4 1,-1 1 0,-1-1 0,-2 2-117,-2-1 0,-3 1 0,-2 0 1,0 0-1,1 0 184,4-1 0,-1-1 0,1 1 1,0-1-1,1 0-101,-12 3 0,0-1 0,2 0 0,3 0-14,-4-1 1,4 0-1,7-3 355,11-1 0,7-2-379,3-4 1257,27-7-1284,40-11-7,-7 5 1,4-1 483,8-2 0,4-2-554,9-1 1,3-1-50,-14 6 0,1-1 0,1 0-198,3 0 0,2-1 0,3 0-2118,3 0 0,3-1 1,1-1-1,-4 3 1911,-3-1 0,-3 2 0,1 0 0,3-2 1,1 1-1,-11 2 0,-1 2 0</inkml:trace>
  <inkml:trace contextRef="#ctx0" brushRef="#br0" timeOffset="435271">16273 9490 19277,'-5'-5'2128,"1"1"-1175,4 4 968,0 0-1703,-34-68-11,26 43-48,-9-17 1,4 1-76,16 24-33,3 0-6,-1 8-45,-1 5 5,-1 1 12,0 5 5,1 3 23,2 4-6,2 3-3380,2 4 3392,0 3-254,0 3 253,0 2 46,2 9-52,-3-6-4,0 3-7,-3-11-5,-1-5 28,1 0 84,-1-5 3438,1-3-3030,-3-4 136,-1-3-426,1-3-85,2-4-38,3-5-54,15-17 0,5-6-64,7-7-616,-1 3 1,9-6-1,-5 5 593,-10 12 1,-1 2-1,18-16 1,-1 1 10,1 4-2798,-4 5 2765,-5 7-45,-5 6-112,-6 8-1651,0 16 1836,-13 25 0,0-12 0,-12 12 0</inkml:trace>
  <inkml:trace contextRef="#ctx0" brushRef="#br0" timeOffset="450066">12003 17073 19759,'0'-42'1118,"0"0"0,0 3 1,0 9-436,0 19-481,-1 4-107,1 3 17,0 3-34,0 12 1,0 1-7,0 12-10,0 3 5,0 5 68,-1 25-3471,1-11 3352,0-14 1,-1 0 28,1 16-123,0-1 95,3 0 5,2-4-22,3-4 23,4-5 44,15 1 51,15-14-2255,3-3 2261,7-15-17,-11-10 27,1-5-1217,0-6 1195,0-5-1057,-3-4 1057,-1-5 0,-4-3 966,-2-3-989,-14 10 1,-1-2-6,5-16-42,-8 17 0,-2-1 59,-1-25-51,-5 14-10,-2-9 1607,-5 11-1591,-5 8-412,-1 5 283,-3 12 1717,0 11-3247,-1 10 209,3 2-1581,3 9 2408,6 1 0,-1-8 0,2-1 0</inkml:trace>
  <inkml:trace contextRef="#ctx0" brushRef="#br0" timeOffset="450771">13011 17184 20261,'14'-45'315,"0"0"1,-2 4 0,-2 9-193,-4 23-61,-2 3 5,0 4 1847,1 0-1852,0 7 815,2 9-832,-2 2-6,1 10-5,-4-3 383,0 2-412,-2 4 7,0 0 10,-4 18 0,1-11-8,-2-4 0,0-1 665,-2 5-679,-1 9 17,2-20-3216,0-3 3216,2-6 6,1-4 16,2-4 67,0-5-33,1-3 413,2-4-425,1-3-27,2-6 33,2-4-111,7-13 117,-3 4 5,4-11 6,-3 7 0,0-2-2241,2-2 2213,1 0 45,8-13-1516,-5 13 1449,7-7 1273,-7 16-1290,1 4 134,-1 4-151,0 4 17,-1 5 2159,1 4-2148,6 8-16,-5 4 4,5 7-4,-4 14 16,-6-5 3232,2 11-3221,-7 7-50,-2-9 11,0 12 11,-1-2-11,0-11 3,12 0 0,4-3 25,-4-15 487,31 0-464,-28-50-3410,0-3 3382,-2-6-6,-7 8-301,-2 1 340,0 0-11,-3 2 17,-2 2 10,-1 1 35,-3-10-29,0 11 1,-1-8 83,-2 6-138,1 10-24,-1-5 0,1 11 0,1 6 3243,0 1-3243,-1 7 449,1 0-449,0 12 0,2 0 0,1 11 0,3-1 0,2 3 0,2 5 0,1 2-329,3 3 329,2 2 0,2 2 0,1 0 0,-2-8 0,0 0 0,11 17-686,-9-16 1,1 0 685,8 11 0,-1-2 0,5 11 0,-12-12 0,-1 6-23,-18-6-548,-18-2 11,-2-2-744,-13-8-147,2-13-1377,-1-3 2828,-7-4 0,18-3 0,1-1 0</inkml:trace>
  <inkml:trace contextRef="#ctx0" brushRef="#br0" timeOffset="451063">14007 16805 21356,'4'-6'2016,"0"1"-764,-4 5 647,0 0-1781,59-38-1447,-40 36 1373,15-15 1,-2 7-205,-22 31 227,-1 5-117,0 5 72,-3 5-22,0 3-2584,-4 4 2578,0 1-33,-2 2-24,1 0-33,0 3-49,1 1-96,1 1-168,3 2-257,0 0-354,2 0-570,0-1-640,0-3-1147,0-3-2067,-1-5-1926,-1-8 7370,-1-8 0,-3-12 0,-1-7 0</inkml:trace>
  <inkml:trace contextRef="#ctx0" brushRef="#br0" timeOffset="451614">14228 17472 14712,'-1'-4'4795,"0"0"105,1 4-4631,-29-60-5582,20 35 5358,-7-9 0,3 0 11,14 16 1386,3 5-1431,5-2-1414,3 1 1409,4-1-6,3 0 11,4 1-6,2-1 1960,3-1-1987,3 0 33,2 0-5,3-1 33,19-7-33,-11 5-6,12-4 11,-17 7 22,10-3-21,-14 5-12,7-2-17,-20 8-129,-4 2 179,-6 2 3213,-4 2-3134,-5 1 235,-1 1-280,-10 1 464,1 2-403,-8 2 230,0 3-89,-10 6-163,5 0 0,-7 6-10,9-3-40,0 1-17,1 2-28,2-1-17,3 1 1,2-1-1,2 7 1,6 0-7,4-2 7,4-4-1,5-10 6,2-2 23,3-2-1,3-3 40,12-1-51,-6-3 45,18-8-34,-18-1 6,6-9 11,-13 4-22,-1-2 28,-2-1 5,-2 1 18,-2-1 21,-1 1 23,-2 1 6,-2 1-12,-1 0 12,-1 3-6,0 0-23,-3 3 12,1 2 11,-2 1-56,1 4-22,-1 0-45,-2 12 11,0 1 0,-3 13 0,-2 0 11,-2 6 0,-1 2-1358,0 3 1364,0 0-23,2 0 12,1-1-17,4 7-604,4-12 509,4 4-71,5-18-142,5-3-107,3-4-246,5-4-330,4-5-399,4-7-514,2-5-987,2-8-3917,1-3-1728,-3-1 8784,-6 2 1,-13 11 0,-6 4 0</inkml:trace>
  <inkml:trace contextRef="#ctx0" brushRef="#br0" timeOffset="452049">15305 16782 21003,'0'-43'616,"0"0"0,0 4 1,0 8 1378,0 22-1609,0 3 482,0 2-672,0 3 248,0 0-394,-2 7 994,0 2-977,-1 9 1,0 4-7,-1 6-27,0 4-845,0 3 867,0 3-6,0 3 6,0 3-22,0 0-6,0 1-11,0 0 5,-1-2-590,2 0 579,0-2 6,1-3-22,1-2 21,1-5-4,0-3-1,0-4 0,0-4-322,0-6 305,0-4 800,0-5-788,0-4 16,0-5 12,1-6 5,1-5-16,-1-5 5,1-2 5,0-2-9,0-2-24,2 0 0,0-1 0,2 0 0,1 1 0,1 0 0,2 2 0,1 1 0,1 1 0,2 2 581,1 2-581,1 2 0,2 4 0,0 3 0,0 4 382,8 3-382,-6 6 0,5 5 0,-1 15 0,-7-3 0,11 37 0,-18-24 0,2 21 0,-10-24 0,-7 0 0,-2 0 0,-7 0 0,-18 13 0,9-20 0,-1-2-1696,0 1 0,-1-1 1696,-2-3 0,0-3-46,-11 2-27,2-5-890,-10-11 16,22-7-761,-5-12-1563,26-5 2982,8-10 0,-3 16 0,4-1 0</inkml:trace>
  <inkml:trace contextRef="#ctx0" brushRef="#br0" timeOffset="452741">15711 17349 26065,'34'-49'42,"0"0"0,-9 10 0,-1-1 0,-4 3-9,-7 7 1,-2 0-628,5-13 0,-1-1 616,-4 10 1,-2 0-12,1-3 0,-1 0 8,-1 0 1,1 0 2,-1 1 1,-1 0 2,0 3 0,-2 1 82,4-22-6,-4 10 39,-3 10 843,-6 4-899,-1 11 383,-4 2-405,0 9-12,-1 4 280,0 1-323,2 2-7,-1 2 0,1 4 0,-2 3 0,1 7-2365,-1 3 2365,-1 6-601,1 5 601,0 5-2070,0 5 2070,2 4 0,0 4-181,4 1 163,4-12 1,0 0 0,6 20 717,-2-18 1,3-2-762,10 14-63,5-3-60,5-4-63,5-3-105,3-7-91,3-5-83,2-7-23,0-6-488,17-7 612,-15-8 77,12-8-16,-8-18-1153,-14 2 1557,6-9 462,-18 9-339,-4 1-85,-4 3 235,-4 1 928,-2 0-771,-4 7-50,0 1 2485,-4 8-2693,-1 3-21,-2 3 2466,-3 4-2483,-2 2-29,-1 3-22,-2 1-27,1 1-12,1 1 797,0 2-836,4-2 6,2 2-29,6-8 6,4-4-6,3-4 29,3-5-29,2-2-11,3-5 12,2-4-6,3-2 68,8-16-85,2-9-417,-2-2 417,-5 1 0,-12 12 0,-4 4-3254,-3 1 3254,-3 3 0,-5-2 0,-6 8 0,-3 2 0,-4 9 0,1 7 0,-2 3 0,-1 4 0,-2 4 279,-7 14-279,7-3 0,-5 13 0,6 7 0,4 9 0,8-18 0,2 1 564,0 19-564,9-2-175,4-18-592,6 0-448,5-2-1446,5-3 2661,9 0 0,-15-15 0,1-1 0</inkml:trace>
  <inkml:trace contextRef="#ctx0" brushRef="#br0" timeOffset="453995">11656 18361 21559,'-49'17'-23,"0"0"1,0-1 0,-1 1-1,-10 4 1,1 0 0,5-1 30,2 0 1,4 1 7,1 1 1,4-1 34,-7 5 49,10 0 74,37-18 759,21-3-547,16-7 1,7-3-180,-2 0 0,6-1-975,3-2 1,9-1 0,3-1 0,-4 0 881,2 0 0,-1 0 0,3-1-314,-10 2 1,3 0 0,1-1 0,1 0 0,-3 1 259,4-1 0,0 0 0,-2 1 1,2-1-352,4 0 0,1-1 0,0 0 1,1 0 324,-10 2 1,0-1 0,1 1 0,0 0-1,0-1-207,2 0 1,1 0-1,-1-1 1,2 1-1,-1-1 204,2 0 0,0 0 1,1-1-1,0 1 1,0-1-3,2 0 0,0-1 0,0 1 0,0-1 0,1 1-7,-10 1 1,1 0-1,-1 0 1,1 0-1,0 0 1,0 0-7,1-1 1,0 1 0,0-1 0,0 0 0,0 1 0,0-1-5,1 0 0,0 0 0,0 1 0,0-1 0,0 0 0,0 0-9,0 0 1,1 0 0,-1 0 0,0 0 0,1 0 0,-1 0-11,0 0 1,-1 1-1,0-1 1,0 0-1,3 0 1,1-1-127,-2 2 0,2-2 0,2 1 0,1-1 0,0 0 0,-1 0 0,-2 1 0,-1 0-242,4-1 1,-3 1-1,-1 0 1,0 1 0,2-2-1,2 1 375,-2 0 0,3-1 0,3 0 0,1-1 0,-2 1 0,-2 0 0,-6 2 0,-7 1 0,17-3 0,-11 2 0,1 0 0,-2 0 0,1 0 0,0 0 0</inkml:trace>
  <inkml:trace contextRef="#ctx0" brushRef="#br0" timeOffset="571601">1705 5368 24575,'-29'16'0,"-5"3"0,-12 12 0,19-14 0,-2 2-1704,-4 3 1,-1 2 1703,-6 2 0,0 0 0,-3 0 0,-1-1 0,0 1 0,1-2 0,3-3 0,2-2 503,3-3 1,1-2-504,-22 7 0,-3-2 0,4-5-5606,1-1 5606,6-6 0,11-7 0,-2 0 1187,-2 0-1187,1 0 35,3 0-35,7 0 6784,8 0-6784,5 0 0,6 0 0,3 0 0,2 1 0,3 5 0,1 12 0,2 15 0,0 21 0,1-17 0,0 2-695,2 7 1,1 2 694,1 6 0,1 1 0,1 4 0,0-1 0,0 0 0,0-1-858,-1 1 0,0 0 858,0-4 0,0 0 0,-1-3 0,1 0 0,0-2 0,-1 0 0,-1-1 0,0 3 0,0-4 0,0 4 0,0-2-1289,0 9 1,1 0 1288,-1-5 0,0 3 0,0-3 0,2 8 0,-1-1 0,-1-16 0,0 1 0,1 0-698,0 16 0,1-1 698,0-4 0,0-1 0,0-6 0,1-1 25,-1-4 1,1-1-26,-1 2 0,1-1 0,1 0 0,-1 0 0,1-1 0,0 0 0,0-1 0,0-1 0,1 1 0,0-1 0,0-1 0,-1 0 0,1 1 0,0-1 0,1-2 0,0 0 442,1-3 0,0 0-442,-1-4 0,0-2 0,9 25 0,-1 0 0,-4-7 0,0 3 0,-3-7 2483,-1-4-2483,-2-8 1753,0-6-1753,-2-2 1274,-2-4-1274,-2 0 616,-2-5-616,0-3 0,2-2 0,-1-1 17,1-2-17,0-2 0,0-1 0,2-1 0,4 0 0,7 1 0,8 4 0,11 4 0,14 5 0,9 4-681,-22-9 0,2 0 681,4 1 0,2 0 0,4-1 0,1-1 0,3-1 0,1-1 0,1-1 0,0-1 0,4-1 0,-1-1 0,-11-1 0,-3 0 0,3-2 0,-3 0 0,11-1 0,-5 0 0,-9 1 0,-6 5 0,-9 10 0,-3 14 0,-4 22-153,-9-4 1,-2 0-1,3 3 1,-6-18-1,0 1 1</inkml:trace>
  <inkml:trace contextRef="#ctx0" brushRef="#br0" timeOffset="588568">19261 5353 21769,'-8'-45'722,"-1"0"1,1 1 0,-3-18-1,2 16-414,7 33-106,1 5-124,0 4-106,1 2-39,0 1-11,0 5 61,0 13 51,3 18-12,1 4-1514,3 12 1498,-1-8 27,0 4-520,1 1 499,-1 2-4,-2-15 0,0 2 4,1 18-7,-2-19 1,0-1-2707,-2 12 2723,-1-4-1813,0-5 1841,-1-6 692,-4 0-591,-1-13 284,-3-2-244,2-13-18,-2-2 2203,1-7-2253,-1-4 3344,-6-17-3434,3 1-803,-3-13 781,6 4-11,1-5-355,1-4 367,2-4 4,1-6-1376,2-4 1377,1-6-9,1 30 1,0-1-1249,1-1 1,1-1 1247,1 0 1,0 0-7,1 1 1,1 0-365,1 1 1,0 0 369,1 3 1,1 0-274,10-24 271,2 7-12,1 8 1,3 8 10,0 7 728,3 7-744,0 5-6,2 6-28,-1 4 34,3 2 2159,-2 4-2165,2 2-6,-3 6 12,1 1 2054,-2 4-2043,8 11-11,-12-5-6,3 10 1003,-16-8-997,-5 2-3298,-5 1 3298,-8 1 0,-7 2-895,-9 1 890,-8 1-1,-7 0 11,-4 0-11,-5-2 17,-1-2 0,1-3 0,2-3 0,7-6-138,7-3 26,8-5-246,8-4-275,8-3-409,5-5-739,9-5 1781,23-16 0,-16 14 0,14-9 0</inkml:trace>
  <inkml:trace contextRef="#ctx0" brushRef="#br0" timeOffset="589918">20095 4762 23911,'-23'-53'-17,"6"17"17,22 55 1224,1 7-1213,1 6 0,0 5-929,0 5 924,-1 3 0,0 2-12,-3 1 6,-1 3 6,-2-1-1,0 0-2259,-1-2 2260,-1-3-1,-2-3-297,0-5 308,0-6-10,1-8 50,1-6 756,0-6-644,1-6 3112,1-4-3196,0-11-33,1-1 1209,3-13-1220,0-1-7,4-5-5,0-4-635,3 0 624,2-1-3161,1-1 3149,2 3 1,12-10-2111,-6 14 2100,9-5-135,-9 19 134,-1 5 298,-1 4-303,0 3-17,-1 5 2205,0 5-2183,1 3-5,-1 6-12,0 3 23,-1 4-5,-1 2 5,-3 2 11,-2 0-11,-1 1-6,0 0 3071,0-1-3059,1 0 317,2-1-329,1-1-3315,4-2 3315,2-4 0,2-3-98,19-3 71,-8-7 22,15-1-12,-11-9-16,18-11 5,-14-2-1412,12-10 1424,-20 1 16,-2-2 1,-3-2-1,-2-2 6,-4-1 6,-3 1 5,-2 1-11,-5 3 0,-2-3 5,-7 12-5,-2 0 0,-7 13 2557,-4 2-2568,-3 2-1,-3 5 12,-2 2 6,0 4-17,-1 3-6,2 4 0,1 1-5,1 3 11,4 1-1,1 0 1,3 1 0,3 0 5,1 0-5,1 0 11,3-1-17,1-1 12,4-1 114,2-2-115,3-1 23,2-2 2379,0-4-2396,3-2 6,0-4 22,1-2-17,0-4 6,0-3 0,-1-4-28,-1-5 16,0-3 6,-4-2-5,-2-4 0,-2-2 5,-4-2 11,-2-3 23,-1 0-6,-3-2 6,-2 1 17,-8-11-18,1 12-32,-4-5-7,3 16 12,1 4-11,-1 4-1,1 3-10,1 3-51,-4 3 56,4 4 11,-4 4-17,4 5-5,0 4 0,0 3-12,2 4-5,2 0 12,4 3-35,1 0-16,3 1-23,4-1-10,6-1-52,4 0-66,5-1-107,5-1-100,5-1-51,4-1-51,4-3 11,-9-7 1,3-2-27,2-2 0,1-2 354,8-1 1,-1-3-158,-9-2 1,-2-1 406,21-11 78,-23-2 56,-6-2 73,-5-3 56,-5-1 27,-3-1-301,-4-1 313,-1-1 0,-2 1-10,-1 0-41,0 2 1,-1 1-147,0 4 85,-1 3 163,0 3-258,-1 3 587,1 3-711,-1 3 318,0 1-363,0 6 153,0 2-152,0 9 16,-1 1 1,0 4 0,-1 3-3398,0 1 3397,-2 3-5,1-2-5,0 2 5,0-1 0,0 1 0,2 0 5,-1-1 18,2-1-23,0-4 11,0-4 6,0-6 22,0-4 50,1-5 3399,0-1-3393,1-4-28,1-3-33,2-6-6,2-6-12,3-6-4,2-4-1,2-3-6,2-2-362,2-2 368,1-1 6,2 0-6,2 2-11,0 2-665,1 2 665,0 5-11,1 3 11,0 4 0,-1 5 0,-1 4 6,-1 4-17,0 3-247,-3 4 246,0 5 7,0 4 5,-1 7-6,0 3 6,0 4 328,6 17-334,-1 5 6,1 1-518,-5-4 523,-3-14 656,-1-1-667,3-2 12,2-3-18,1-4 284,2-3-267,-1-6 1,0-5 5,0-3 0,0-6 1,-1-5 10,9-14-5,-8-1-6,7-12 212,-10 5-190,0-5-5,-2-3-5,0-2 5,-2-3 5,-1-2-27,-2 2 16,-2 3 1,-3 2-18,-2 6 29,-2 3 11,-2 5-6,0 4 11,-3 3 17,-1 5 34,-4 0-62,1 5-22,-3 1 0,2 4-6,-1 2 373,-1 3-378,-2 3-1,0 5-5,-1 4-5,0 3 10,2 3-5,1 18-84,5 8-50,6 3-881,9 0 494,9-14-610,8 0-1709,8-1-6973,1-4 9813,-2-5 0,-16-13 0,-7-6 0</inkml:trace>
  <inkml:trace contextRef="#ctx0" brushRef="#br0" timeOffset="593155">24794 4888 22627,'20'-51'-353,"4"10"150,9 39 13,2 1-51,1 0-61,0 1-96,-1 2-50,-1 1-11,-3 2 39,-3 1 51,-5 0 27,-4-1 0,-4 0 67,-5-1 113,-4 0 117,-4-1 123,-3-1 46,-4 0-7,-4 0 23,-4-1 28,-4 0 40,-1 0 22,-4 0 33,-2 1 23,-3 0 16,0 2 12,-2 0-12,1 1-22,1 2-39,1 1-29,1 0-32,2 1-18,2 0-22,3 0-34,2 1-27,3-3-23,4 1 40,-2 1-35,6-2 18,-1 0 5,4-3 5,0 0 7,1-2-24,-1 0 52,1 1-74,0-2 28,1 1-78,0-1 6,0 0-6,-1 2 6,1-1 5,-1 0-11,1 1 11,0-1-11,0-1 11,0 1-5,0 0 39,0-1 330,0 0-286,3 0-16,0 0-11,3-1-17,-1 0-23,2 0 6,2-1-11,1-1 22,8-1-22,-3-1-6,6 1 0,5-2 0,-6 1-5,10-2-3392,-9 1 3402,2 1-385,-1-2 391,0 0 12,-1 1 5,-3-2 23,-1 1 10,-3-1 113,0-4-73,-5 2-6,-1-4 1,-5 2-12,-2-2 0,0-1-16,-2-2-1,-1-1-5,-2 0 11,-2-1 28,0 0 202,-6-7 50,0 1 3198,-4-5-3417,5 10-5,2 4-22,4 7-17,2 3 541,0 0-591,1 2-23,0 1-213,2 1 157,0 8 17,0 1 11,1 8 0,2 0 0,2 2 0,2 3-17,3 13 22,-1-8-16,6 23 6,-6-21-51,3 11-40,-4-13-88,0 1-164,-2 0-319,0-1-565,-2 1-4591,-2-1-3328,-1-4 8583,-1-4 1,0-8 0,0-5 0</inkml:trace>
  <inkml:trace contextRef="#ctx0" brushRef="#br0" timeOffset="593430">25613 4669 26564,'-6'-17'-11,"4"8"39,4 29-23,1 2 7,1 3-24,-1 3-156,2 18-588,-1 6-1959,1 1 520,0-1 2195,1-10 0,-4-29 0,0-2 0</inkml:trace>
  <inkml:trace contextRef="#ctx0" brushRef="#br0" timeOffset="594045">26415 4609 24648,'-19'-38'17,"1"8"0,9 33 0,-3 1 22,-12 4 11,-9 0 12,-16 2-34,8-3-757,-1-1 768,16-3 173,2-1-161,-4-1 27,6 1-50,3-1 6,8 1-51,7-1 34,0 0 561,1 0-584,0 0 18,1 1-12,0 1 0,-1 3 16,1 4-4,1 5-1,-1 6-11,2-3 0,0 2 11,0-4-5,0 0-1,0-1 1,-1 1 5,-1 7 17,0 0 0,1-1-11,-1-4 5,2-7 1,0-3 22,0-2 17,0-1 38,0-1 57,0-3 582,1 1-509,2-3 61,3-5-196,1 0-27,2-5 27,3-6-73,-1 3-5,3-4-6,5 1-11,-3 6-11,7-3-17,8 5 6,-5 5-337,10 0 348,-8 4-6,0 3 6,-1 2 0,-1 4-29,8 11 12,-3 7-22,1 10 11,-15-4-521,-9-1 526,-11-7 17,-5 1-5,-7 2-17,-7 1-108,-21 12-26,3-12-194,14-10 1,-3-1-63,-3-4 1,1-2-1102,-16 4 449,-13-2-823,24-10-2946,4-4 4850,0-6 0,17 4 0,2-3 0</inkml:trace>
  <inkml:trace contextRef="#ctx0" brushRef="#br0" timeOffset="594245">26208 4560 22106,'45'-13'108,"0"-1"0,-3 2 1,-6 3-59,-14 8 755,2 1-883,11-1-3936,-6 1 3191,8-1-2090,-9 1 3058,5-2 1,-16 2 0,0-2-1</inkml:trace>
  <inkml:trace contextRef="#ctx0" brushRef="#br0" timeOffset="594446">26984 4459 21388,'-6'5'1132,"2"-1"-751,4-4 582,0 0-924,-14 68-726,10-37 701,-4 11 0,1 1 14,5-10-33,-1 0-57,-1 2-195,-1 1-701,-1 0-2386,-1 2-6487,-1-5 9299,3-5 1,2-13 0,1-6 0</inkml:trace>
  <inkml:trace contextRef="#ctx0" brushRef="#br0" timeOffset="594724">27407 4582 25248,'-53'5'24,"0"0"0,2-1 0,7 2 21,2 13-45,-3 0-1588,1 2 1588,2 0-39,4 0-184,5-1 206,8-1 375,5 1-369,7 0 166,6 10-155,7-8 28,9 7-16,8-8 10,10 1-11,7 0-1060,0-6 1,3-1 1023,-7-3 0,2 0-23,12 4 1,1-1-186,-9-4 0,0-1 48,2 0 0,0 1-185,2-1 1,0 0-466,1 0 1,0 0 465,7 1 1,-3-1 0,5 0 0,-3 1-1</inkml:trace>
  <inkml:trace contextRef="#ctx0" brushRef="#br0" timeOffset="595863">19240 6638 18438,'13'-53'1258,"0"1"0,-3 7 1,-1 7-940,-4 13 979,-5 13-1237,0 10 329,0 4-401,0 5 17,1 5 22,0 9-2952,0 7 2958,2 9-1,-1 5-123,0 6 113,-1 4-7,0 3 1,-1 3 1,0 1-1,-2 3-12,0-30 1,0 0-4,-1 0 1,0 0 3,0 0 0,-1 0 16,-3 29-11,0-5 0,2-7 1,1-7-7,1-10 57,0-7 100,2-11 62,0-5-11,-1-5-40,0-7 3043,-4-17-3194,1-2 6,-2-15 0,1 1 23,-1-26-192,2 9 146,2 16 1,0-1 0,1-21 33,0-5-576,1 32 0,0-1 548,1-1 0,0 0 0,0 1 1,0-1-15,0 1 0,0 0 25,2-30-10,1 4-1,4 6-6,0 5-5,2 8 0,2 5-5,1 5-6,1 7-12,2 4 1,1 6-6,3 2 17,0 6-12,2 2 6,1 2 6,0 5-11,1 2-45,6 12 39,-9 0 5,3 8 23,-11-2-5,-4 1-1,-3 4-11,-3 1 28,-5 1-5,-4 1-12,-6 0 23,-7 0-28,-5-1-239,-6 0 239,-4-2-12,-2-2 23,-1-2 0,0-4 0,3-3-1920,3-5 1898,4-2-700,4-6 543,5-2-207,6-3-298,4-5 334,5-5-1572,7-5-3012,6-4 4934,10-8 0,-7 13 0,1-1 0</inkml:trace>
  <inkml:trace contextRef="#ctx0" brushRef="#br0" timeOffset="597246">19912 6305 17714,'-10'-51'509,"0"0"1,1 4 0,1 6 1670,2 11-1826,2 2-46,2 4-68,0 5 1034,2 4-1162,-1 5-34,1 3-50,0 4 590,0 2-635,0 8 28,2 3 1,2 11 4,3 5-1467,1 8 1457,2 6 5,0 6-65,-1 3 94,-2 2-24,-1 1-4,-3 1-1,-1 0 0,-3 1 0,-2-2 6,-2 0 5,-3-3-27,-1-3 5,0-6-1076,2-4 1087,0-7 2327,2-6-2294,2-7 423,0-6-332,2-5 134,1-7-152,6-15-66,0-4-18,7-13-22,0 2 6,3-2-11,2-3 1397,3-1-1386,0 0 0,3 1-17,-1 4 11,1 2-11,-1 6 490,-1 3-495,-1 4-1,-1 5 6,-3 4-11,0 5 17,-1 1-18,-1 4 1,-1 3 0,0 4 11,6 13-11,-4-1 16,2 7-49,-1 5 32,-6-9 1,4 9 0,-5-14 11,0 0 6,2-4-12,0-2 230,9-1-224,-4-6-5,6-1 21,-6-6-10,2-2 0,0-4 5,-1-4-3386,2-4 3386,-2-2-1002,0-4 1003,-1-3-29,3-14 28,-6 7 0,2-8 28,-6 6-16,-5 12-12,0-3 0,-5 14 0,0 3 2888,-2 2-2921,-11 7 1511,-3 9-1528,-9 11 33,7 2 1,2 5 5,6 6 0,5-8-6,1 9 23,5-11-17,3-3-11,2 0-1,4-3-10,7 2 11,-2-6 5,6-1 1,-3-7 5,3-4 11,2 0 0,2-4 11,9-7-5,-10-2-6,4-7 40,-10-9-6,-6-8-1,-4-15-27,-9 10 6,-6 1-7,-5 14 7,-1 1-1,-4 2-5,1 2-11,-11-2 10,-1 4-10,1 3-12,3 8-5,10 5-17,2 1-28,0 4 0,1 5-5,1 10-85,5 9-246,9 7 39,3-5-106,7-2-129,2-8-169,4-1-1382,17 4-1081,13-3 514,-15-9 1,1-2-3639,23 2 4048,-5-7 1074,-21-6 1390,-4-2 998,-5-4 704,-4-2 539,-5-2 95,-4-1 1719,0-8-1518,-3-3 2395,-1-6-4489,-3 7-124,-3 2-78,0 9-67,-1 2-51,0 1-50,0 3 78,0 0-246,0 4-40,0 1-33,0 2-5,0 6 10,0 2 7,-1 17-12,0-4 5,0 10-3386,-3-6 3381,2 1-1787,-2 1 1782,0-1-455,-3 12 460,1-11 5,0 6 1,2-8-1,3-10 12,-1 1 1727,2-10-1587,1-5 520,2-4-644,2-5 1,4-4-12,3-4 18,11-15-18,-3 4-5,8-10 11,4-1-17,0-1 6,9-5 2739,-11 15-2750,-4 7-23,-2 9 0,2 6-3175,15 6 3192,-13 7-861,13 17 861,-19-3 83,7 9-77,-9-6-12,0 3-5,-1-1 17,1 1 11,10 9-12,4-2-16,-1-2 11,-2-7 6,-10-13 856,-1-4-851,-2-3 329,-1-3-323,-2-4-12,-1-3 12,6-13-11,-5 1 3403,3-9-3393,-6 3-653,-1-4 654,-2-2 0,0-3-3155,-3-2 3160,1-1 6,-2 1 0,-1 1-33,-2 3 33,0 3 5,-2 2 429,-1 4-395,-6-3-39,1 10 3398,-6-3-3404,4 12 6,-1 1-11,1 3 44,-6 3-55,4 4 11,-10 12-40,8 0 29,-2 11-12,6-4-5,1 1 0,3 2 0,2 0-6,1 2 6,2-1-45,12 13-28,2-10-95,14 8-2466,21-2 1665,-6-11 229,-12-9 1,2-1 183,8-1 0,-2-3 0,-3 1 0,18 2 0</inkml:trace>
  <inkml:trace contextRef="#ctx0" brushRef="#br0" timeOffset="608326">23056 4987 17501,'0'-8'2437,"5"-27"0,1-5-1737,0 10-700,1-13 0,1 1 487,0 17 112,0 3-241,-2 4-72,0 4 170,-2 3-406,-2 4-44,0 3-18,-2 5 297,0 3-263,0 5 17,0 6 56,0 22-55,0-3-1,-1 19 0,-1-10-760,-2 3 761,-1 3-7,1-13 1,-1 0-12,-1 19-8,1-19 0,0-1 3,0 11 11,-1 10-11,3-19 11,1 5 45,2-19 27,0-10 304,0-2-197,0-10-45,0-2-89,0-5 760,0-11-833,0 0-96,0-8-1281,-1-7-2416,1 6 3793,-2-11 0,2 22 0,0 1 0</inkml:trace>
  <inkml:trace contextRef="#ctx0" brushRef="#br0" timeOffset="610074">22613 6240 14521,'0'-8'2985,"2"-23"1,2-6-1955,1 9-1038,0-11 1,1 0 622,2 10 145,1 1-341,1 2-62,0 3-61,0 2-56,-1 5 86,0 3-87,-2 4-3442,-3 4 3242,0 3 269,-3 6-270,1 4 35,-1 7-2,1 5 1,-1 4 78,0 21-89,-3-7-371,-2 15 360,-2-13-18,-1-1-5,0 0-11,1-2 0,1-2-1,2 9-4,1-12-7,1 7 12,4-17 0,0-4 16,4-3 3232,0-3-3041,5-3-56,-3-5 17,5-1-34,-2-8-17,3-2-22,2-6-2854,2-3 2826,2-4-23,1-2 40,10-16-67,-7 9-512,4-10 523,-11 15 0,-3 3 39,-5 5 0,-1 4-22,-5 5 3122,-1 4-3173,-2 2-11,-1 1 5,0 4 781,0 1-786,0 5-5,-1 2 10,0 2-5,1 1 0,0 1-5,0 1-6,0 0-1,1 3-10,3 0-12,2 2-50,4 0-28,2 2-112,3 1-884,14 13-35,-4-9-3430,9 9-659,-8-14-3971,-3-3 8578,-3-5 0,-11-7 0,-3-5 0</inkml:trace>
  <inkml:trace contextRef="#ctx0" brushRef="#br0" timeOffset="610684">23765 6116 21545,'-10'0'941,"2"0"100,8 0 57,0 0-1109,58-50-1807,-19 36 1787,5-13 0,2 2-31,10 21-38,0 1-7,-3 2-50,-1 0-50,-3 2-56,-3 2-56,-6 2-40,-5 3 445,-7 2-713,-8 2-63,-6 2 312,-8 1-132,-8 2 258,-9 2 135,-10 1 72,-8 2 28,-9 1 40,-5 1-363,-5 0 486,-2 0 836,0 0-663,2-1 50,2-1 1,4 0-68,7-4-83,6-1-95,8-4-18,6-2 34,8-3 101,3-1 95,4-2 39,4-1-17,5-2 552,15-2-798,1-2-45,13-4-28,-4-2 11,3-3-2394,3-1 2378,1-1 22,18-8-312,-29 8 1,0 0 311,27-14 23,-12-1-1,-21 4 1,-5-2-1,-5-5 0,-6-1 13,-4-4-13,-4 0-2136,-5 1 2142,-3-1 11,-5 3 56,-2 3 29,-2 1 38,1 4 2131,-4-2-2175,6 8-40,-1 0 0,9 11-38,2 2 576,1 3-739,2 1 3437,1 6-3382,1 3 7,2 7-1,4 4 12,6 18-17,-1-4-3387,3 13 3387,-5-8 5,0 0-151,-1 3 62,0 19-23,-5-13-111,0 15-242,-3-20-431,-2 1-979,-2 0-7950,-2-4 9427,-1-5 1,2-16 0,2-7 0</inkml:trace>
  <inkml:trace contextRef="#ctx0" brushRef="#br0" timeOffset="611383">25408 5917 19781,'-4'6'1271,"0"-2"-683,4-4 936,0 0-1434,-1 3 33,0-1 95,-2 3 29,1-2 16,-3 1-28,-1-1-33,-3 1 111,-10 1-167,3-2 16,-7-1 23,5-1 6,1-2 28,-1-2 10,2-2-22,2-2-16,2-1-40,3-3-56,1-1 0,3-4-27,0-1-12,3-4-28,0-1 11,8-13-45,7 1-27,12-2 27,-1 13 6,3 10-11,-7 9-6,2 2-22,1 3 33,-1 3-44,12 12-17,-2 7 55,-1 4 1,-6 3 6,-12-5 10,-3 2-5,-5 15-5,-9-10 10,-6 11-10,-9-11-1313,-8 0 1324,-6 2-6,-9 2 0,-6-1 0,22-16 0,-1-2-1478,0 1 0,-1-2 1478,0 0 0,-1-1 17,-25 11 5,4-4 6,6-6 135,-10-6-102,25-7-5,-4-6 0,26-5 865,3-3-871,5-10 3353,9-2-3392,11-6-16,13 1-6,10 4-1,-6 9 1,-1 6-17,-11 8 11,0 0-3414,0 4 3364,3 2-1517,1 5 1404,2 1-727,19 8 161,-11-5-1149,14 5-715,-16-5 2610,5 1 0,-21-7 0,0 0 0</inkml:trace>
  <inkml:trace contextRef="#ctx0" brushRef="#br0" timeOffset="611967">26202 5832 21035,'0'-5'1687,"0"2"525,0 3-2235,-6-31 57,2 28 50,-8-21-4296,2 33 4256,-3 1 855,-2-2-865,-2 1 5,-4-1 6,-1 0 16,-1-1 198,-19 0-125,16-3 34,-10-1 11,23-4 6,4 0-28,2-2-28,2 0-23,3 0-33,0 0 3369,2 1-3408,0 0-135,0 2 90,1 4 11,1 2-11,4 11 11,-2-3 5,1 5-5,-2-2-5,-2 0 16,1 10-11,-2-5 0,0 5 5,-2-8 7,-1 0 4,-2 0 18,-2 0-12,-6 5 1,-1-2 10,1-2 29,3-8 156,6-8-78,2-2-16,2-3-46,0-3 17,0-9-72,1 0 5,3-7-6,3 2-16,2 0-6,3 0-6,2 0 23,0 2-34,1 4-5,0 2 5,-1 3-28,-2 4-22,6 1 11,2 9 45,1 1-1,-1 9 7,-4-1-6,0 4-1,-1 2 1,-2 0 0,0 2 17,-3-1-18,2 9 24,-3 0-80,-1 7-27,-5-12-134,-6-3-119,-2-11-189,-5-2-242,-2-1-324,-3-3-4409,-14-3 4664,3-2 0,8-1 0,11-1 0</inkml:trace>
  <inkml:trace contextRef="#ctx0" brushRef="#br0" timeOffset="612152">26011 5828 15934,'47'-24'220,"0"0"1,-3 2-1,-5 5-142,-6 12-38,24 3-96,-9 0-3,-15 1 0,0 1-154,17 0-190,-1 2-319,-2 0-1099,-4 2 1231,9 2 1,-28-3 0,5 1 0</inkml:trace>
  <inkml:trace contextRef="#ctx0" brushRef="#br0" timeOffset="612375">26941 5682 25769,'0'48'56,"-1"-3"-51,-1-15-38,0 1-90,-1 3-2361,1 2 1470,1 2-1747,0 2 2761,1 6 0,0-22 0,0 0 0</inkml:trace>
  <inkml:trace contextRef="#ctx0" brushRef="#br0" timeOffset="612701">27330 5816 22783,'0'-4'1960,"0"0"-268,0 4-1664,-19-10 11,3 17-16,-19-5-1,7 21-2250,-5 2 2233,-2 0 1,-1 2 5,1 0-11,1-1-332,3-1 321,4-1 11,5-3 0,4-1 0,8-2 28,3 5-17,4-6 6,4 2 6,4-7 10,4 0 2164,4-2-2102,18 4-61,-1-5-180,6-1 0,2 0 129,20 2-807,-15-3 0,2 0 779,-7-2 0,0 0-62,3 1 1,0 0-138,4 0 1,-1 0-228,3 1 1,0 0-580,1 0 0,1 0 1050,7 1 0,-4 0 0,5 1 0,-3-1 0</inkml:trace>
  <inkml:trace contextRef="#ctx0" brushRef="#br0" timeOffset="613606">19303 8053 23134,'-8'-42'655,"0"-1"0,1 7 0,1 7-492,3 17 36,2 9-210,0 2-17,1 5 17,0 4 74,0 18-35,0-1-11,1 14-6,0-5 0,1 3-279,0 1 279,0 3-553,0-1 565,0 2-3101,0-1 3095,0-1 22,-1 15-1457,0-6 1446,-1-4-23,0-15 107,0-19 358,0-4-335,-1-4 2510,-2-3-2488,-4-11 2141,0-3-2259,-3-11-16,1 0-6,0-5 16,0-4-590,1-4 596,0-5 0,0-1 17,2-4 6,1-1-6,2-3-11,2 0-12,1-1-8,3 16 1,1 0 2,2-17-23,0 20 1,2 1 11,2-6-6,3 5-6,1 4 7,0 5-18,4 3-16,1 4-1,3 4 12,2 5-11,2 2 10,3 4-4,0 4 4,-1 5-4,-1 3 4,-2 8 1,-2 2-22,-3 6 10,-4 3 6,-4 3-5,-6 2-2396,-2 3 2418,-8 1 0,-6 2-1113,-7-1 1102,-7 1-11,-4-4-6,-6 0 5,-2-4 7,-3-3-18,1-2 6,1-4-45,5-5-50,5-4-141,4-4-207,6-5-297,6-5-520,5-5 1538,6-6-9363,4-3 8678,1-1 0,0 8 0,-2 2 0</inkml:trace>
  <inkml:trace contextRef="#ctx0" brushRef="#br0" timeOffset="614367">19922 7453 23937,'12'46'276,"-1"0"0,-1-3 1,-5-5-98,-13 0-33,-2 1-908,-3 2 841,-1 2-1,-1 0 1,0-2-45,1-1 11,1-3 274,2-4-286,1-4 7,2-3 198,2 3-193,2-11 22,2 1 90,1-12 61,1-4 484,0-2-455,3-3-96,1-4-56,4-4-28,2-4 0,4-4-11,3-4 0,2-1-11,3-3-34,1-2 12,2-1-6,0 0 5,0 1-5,0 1-870,-2 3 864,-1 4-6,-2 2 1,-3 5-17,0 3-12,4 4 40,-5 2-22,5 5-7,-8 6 18,1 5-51,-1 6 34,0 3-6,0 5-3090,-3 1 3095,1 2 24,-1 0-7,1-1-5,0 0 34,1-2-45,2-3 5,2-2 580,13 4-574,-6-8 0,11 0 0,-8-10-11,0-4-296,1-4 313,-1-4 11,0-5-29,-1-4 3275,9-13-3213,-3-8-27,-1-1-274,-8-2 262,-10 10-22,-2-1 34,-2 1 16,-2 2 0,-2 3 28,-2 4 441,-2 0-474,-3 7-34,1 2 5,-4 7 281,2 3-297,-3 3-1,0 2 12,-2 5-16,0 2 21,-7 13-5,5-4-3403,-3 10 3392,6-7-94,3 0 99,1 0-5,2 0 0,2-2 33,3 0-33,3-2 22,4-2-5,4-1-6,1-1 11,5-3 28,13 1 6,5-7-28,0-2 11,-2-10-11,-13-3 16,-1-5 12,-2-1-6,-2-4 3408,3-10-3391,-6 4-11,0-9 5,-7 6 129,-2-1-151,-1-2 0,-3 0-5,-1 1-12,-1 2 11,0 4 12,-2 3-23,-1 3 6,-4 4-28,-3 0-6,-5 6 0,0 1-11,-2 5 11,2 4-11,-9 7 6,5 2-23,-7 5-50,10-1-51,1 2-89,2 2-5067,2 23 3885,5-15-1193,6 15 2610,9-20 0,-4-11 0,3 0 0</inkml:trace>
  <inkml:trace contextRef="#ctx0" brushRef="#br0" timeOffset="614985">21267 7765 22587,'0'-4'2408,"0"1"-301,0 3-2096,-2 11 0,1 5 0,-1 11-5,0 2-4252,0-1 4263,-2 1 604,0-2-616,0 0 6,0-1-11,1-2 17,0-1-6,2-3 12,0-1-12,1-4 22,0-3 63,0-4 16,0-4 151,0-3 3100,2-6-3251,3-8-67,1-2 0,3-8 390,3-9-418,0 5-11,5-12 22,8-5-12,-5 10 1,8-10-6,-8 19-5,0 2 11,-1 6-6,-2 4-22,0 4 0,-2 3-23,-1 3 17,1 2-5,5 7 11,-4 2-12,4 8-3374,-5 1 3391,-1 3-960,0 1 955,0 2 11,-2-2-5,0 0 16,-1-2-11,-1-1 0,5 3 39,2-3-28,1-2 0,1-7-11,-3-6-11,2-3 39,12-7-22,-5-1 11,9-9-6,-10 2 0,-2-5 17,0-2 971,-2-3-948,-1-4-12,-2-4 17,-2-1-23,-3-1 29,1-12-28,-5 13 10,-2-7 25,-5 13-69,-4 11 0,-1-2 3392,-2 12-3392,-1 2 0,1 2 0,0 2 0,-1 3 0,-2 6 0,-3 10 0,3 2 0,2 5 0,2 9 0,3-7 0,1 11-3392,4-9 3392,5 1-1139,4 1 1010,5 0-588,17 11-414,12-3-56,3-1-740,5-9 1927,-6-12 0,-23-8 0,0-1 0</inkml:trace>
  <inkml:trace contextRef="#ctx0" brushRef="#br0" timeOffset="615653">22553 7616 25531,'23'-53'52,"0"0"0,-5 8 0,1 7 73,13 7-69,2 6-45,-8 9-395,8-2 400,-12 10-4,-1 2-1,1 1 110,-1 2-132,10 1-1,-6 4 1,7 2-34,2 10 29,-7 0-257,7 8 261,-12-4-10,0 2 16,-2 1-5,-1 2-45,0 12 23,-8-8-2995,-1 19 3022,-13-19 12,-4 7 5,-6-14 39,-11 2-11,6-8 23,-8 1 364,3-10-269,7-2 33,-3-3 169,6-7-202,4 0 3380,1-5-3408,4 1-23,1 1-27,2-2-23,0 2-6,1-1-5,1 2 0,3-2-23,4 3-27,3 0 10,2 4-50,9 2 45,-1 3-5,10 3 10,-3 3 1,5 5-23,24 13-1290,-23-9 0,0 0 1301,0 2 1,0-1-7,-1 2 1,-3-1-2531,10 9 2519,-7 2-5,-3-3-1395,-7 1 1367,-5-4 0,-7-2 6,-5-3 5,-5-2-11,-8-2-33,-5-3-51,-9-1-79,-5-2-128,-5-3 533,-3-2-1055,-1-1-665,0-4-2510,1-3 4044,-4-3 0,19 1 0,1 1 0</inkml:trace>
  <inkml:trace contextRef="#ctx0" brushRef="#br0" timeOffset="616254">23831 7574 21649,'37'-27'14,"0"0"0,0 0 0,15-10 0,-4 9-3,-3 18-6,3 3 7,1 2-18,2 2 0,-2 1-30,-15 3 0,-1 1-9,15 2-17,9 5-11,-24 1-22,-7 1 2033,-7 1-2061,-8 2 844,-7 2-822,-9 1-2419,-8 2 2448,-10 0 38,-8 1-222,-6 0 239,-2-1-868,-2-1 874,1 0 17,1-2-1,3-1-5,5-2 0,5-1 0,6-1 17,5-2 2335,4-2-2330,5-1 1576,2 0-1553,3-2 1614,0-1-1591,3-1 66,10 1-89,1-3-6,11 2-17,0-3 1,4-2-12,3 0-11,0-3-971,2-1 983,-1-1-1,-1-1 0,0-1-11,-3-3 28,-2-2 0,-4-2 11,-5-2 6,-3-4-17,-5-2 0,-4-3 6,-4-2 5,-5-2-322,-3-2 350,-5 1 959,-2-1-931,0 0-313,-1 4 347,2 2 17,1 3 33,3 4 17,1 3 333,3 4-355,1 4-23,1 2-28,2 3 309,0 2-371,1 2-72,1 8 11,1 1 0,2 11 6,3 3-1,0 4-16,1 5-260,1 3 271,-1 2-5,1 3-1,0 2 0,2 1-1837,1 2 1821,3 0-23,1 1-729,2 1 674,1 0-57,-1 2-213,1-1-380,-3-1-668,0-4-3281,-5-4 4699,-3-2 0,-4-18 0,-2-2 0</inkml:trace>
  <inkml:trace contextRef="#ctx0" brushRef="#br0" timeOffset="616920">25599 7262 22649,'-9'6'571,"2"-1"-117,7-5 1400,0 0-1826,-3 4-6,2-3 12,-3 4 0,4-4 1242,0 1-1108,-3-2-50,-1-1 33,-9-4-89,0-1-1,-5-5 1,3 1-6,-2-4 6,1 0 5,0-1-11,2-3-6,1 0-5,3 0-6,3 0-11,4 2 6,2 0-23,1 2-11,4 2-6,2 1-10,3 3-1,3 1-6,1 2 12,3 2-28,2 1 22,2 2-22,10 8 33,-5 0-16,7 9 5,-9 0-5,0 4 16,-2 2-11,-2 3-5,-4 0-6,-3 3 17,-5 2-6,-3 1 6,-8 2-3376,-4 0 3371,-8 1-241,-3-10 1,-2 0 262,-14 14-12,9-14 0,-1-1 12,-16 9 0,1-3 10,1-4 40,4-5-16,5-7 10,6-6 0,5-5 18,5-3-18,3-5 45,1-10-67,5-1 6,2-7-1,3 3-5,5 1-22,1 0 11,6 1-17,2 2-2093,3 2 2121,2 1 1406,2 3-1428,2 2-6,1 2-23,2 3 317,2 1-322,2 1-5,2 4-6,4 0-17,2 5-40,2 1-38,3 2-62,-1 1-106,2 1-186,1 1-660,-11-4 0,2 0-3690,18 5 96,-18-6 1,-2 0 4741,6 0 0,-18-4 0,-8-3 0</inkml:trace>
  <inkml:trace contextRef="#ctx0" brushRef="#br0" timeOffset="618003">26624 7136 26497,'-18'-31'-23,"3"7"46,13 25 27,-5 3 1,1-1 5,-6 1-6,1-1 12,-3 0-6,-1-1-12,-2-1-4250,1 0 4251,0-1 848,0 0-849,1 0 18,-5-2-40,5 1-10,-4-1-12,7-1-6,2 2 17,0 0 0,2-1 3443,1 2-3359,2-2 6,2 1-56,2 0 16,1 0-38,0-1-6,0 1-1,0-1 7,0 0 27,0-1-22,0-1-22,0 1-6,0 1 11,0 0 45,0 1-45,0-1 112,0 1-212,0-1 78,3 2 5,0 0 0,3 0-5,2 0 17,1 1-17,9 0 5,5 0 12,1 0-12,2-1-11,-7 0 17,1 0-11,0 0 11,-1 0 0,4 0 6,-9 0-1,1 0 6,-10 0 1,-2 0 21,-2 0-38,-8 0-7,2 0 1,-13 2 17,-1 3-6,-11 2 0,-6 3-6,-7 0-3386,4-1 3398,-2-1-848,-5-2 853,11-1-11,-10 0 0,19-3 0,3-1 12,6 0-1,4-1 28,4 0 0,4 0 2967,2 0-2905,2 0 1171,5 2-1288,-2 1 16,3 3-6,-2 1 6,1 3 17,2 9-12,-1-4-16,2 8 17,-2 2-6,-1-5 5,0 6 1,-3-9-17,-1 0 11,0-1-6,0-2 1,0 4 10,-1-5 6,-1 1-11,0-7 40,0-2 27,0-1 11,1-2 394,-1 0-472,2-8 0,0-5 0,3-8 0,-1 1 0,4-1 0,0 6 0,3 0 0,8-4 0,5 3 0,13-1 0,-5 8-205,2 3 205,-9 4 0,1 3 0,1 1 0,-1 4 0,11 10-3324,-8-2 3324,7 8-2223,-12-4 2223,-2-1 79,-2 1-79,-4 0 0,-2-2 0,-4 0 0,-4 0 0,-1-1 0,-13 6 2262,-8-1-2296,-15 3-151,0-10 2769,-1-4-3088,9-7-258,0-2-408,2-1-1229,2-4 2399,1-2 0,10 2 0,1-1 0</inkml:trace>
  <inkml:trace contextRef="#ctx0" brushRef="#br0" timeOffset="618234">26933 7027 20895,'5'-3'3552,"-2"1"-1452,-3 2-1943,21 67-84,-16-24-507,7 1 0,-2 0 418,-8 1 16,2-12 5,2 1-10,2 1-18,2 1-3045,0-1 2799,1 0-2321,0-2 1761,0-3-611,0-4-1607,-1-5 2742,1-4 1,-5-9 0,0-2 0</inkml:trace>
  <inkml:trace contextRef="#ctx0" brushRef="#br0" timeOffset="618528">27401 7061 18756,'0'-3'3753,"0"1"-1211,0 2-2458,-61-2-2954,32 10 2912,-11-5 0,-1 2 43,7 14 867,-2 1-851,0 1 78,-13 14 161,15-10-290,-6 10 28,14-4-38,11-8-1,0 7 0,9-12 6,3 0 0,1-2 16,1-1 18,3 0 1585,2-3-1529,5 0 17,5 0 95,25 1-169,-1-4-560,24 1 504,-16-6 0,3 0-1590,11 0 0,2-1 1558,-20 0 1,1-1 0,0 1-14,1-1 1,1 1-1,-3 0-492,6 0 0,-2 0 341,0 0 1,1 1-205,-2-1 0,0 1-1164,-1 0 0,0 1-3267,-6-2 1,-2 1 4808,25 3 0,-30-3 0,-13-2 0</inkml:trace>
  <inkml:trace contextRef="#ctx0" brushRef="#br0" timeOffset="620391">19471 9341 21249,'-8'-58'1398,"0"-1"1,2 12 0,0 7-1533,-4 7 470,4 20 90,-1 5-302,3 4-96,0 2 102,0 15-57,1 18-39,0 7 5,-1 15-1345,1-18 0,0 0 1340,-2 21-20,1-17 0,-1 1-111,0 4 0,-1-2 102,2-8 1,0-1-3,-1 10 0,0 2-3,0-2 0,2-1 11,-1 0 0,1 1-5,0 6 0,1-2 10,1-13 1,0-3 11,0 12 67,0-26 17,1-8 112,-3-8-100,-4-17-57,-3-21-45,0-6-1312,-1-12 1296,4 8-1,0-6 1546,1-4-1540,0-6 0,3 15 1,0-4 2,0-3 0,0-1-1045,0 0 1,1 1 1038,0 4 0,1 1 12,1 5 0,1 2-607,3-19 584,0 23 1,0 2 2,8-6-23,2 5 7,2 5-7,2 8-10,0 5-1,2 7 1024,12 5-1035,6 11 39,1 5-109,-2 13 132,-10 2 2550,-2 7-2572,6 22-4,-19-23 1,-1 2-133,-1 9 1,-2 0 129,-4 23-3,-12-25 0,-5-2-3,-10 5-3,5-14 1,-2-1-122,-15 8 79,-2-2-5,-2-5-118,-16 2-302,4-14-672,-4-9 133,21-14-592,16-14 1618,15-27 0,3 28 0,3-16 0</inkml:trace>
  <inkml:trace contextRef="#ctx0" brushRef="#br0" timeOffset="621117">19968 8707 16568,'29'29'366,"1"1"0,-6 5 1,-9 2 507,-20-3 0,-7 1-802,1 2 1,0 1 33,-3 3 1,-1 0-40,-1 4 1,0 1-35,-4 9 1,0 1-6,2-5 0,2-2-9,4-13 1,2-4 8,-4 20 6,8-26 1515,3-6-1454,0-7 1041,2-5-951,1-5 3025,0-4-3070,3-5-68,3-5 1110,5-7-1149,3-4-16,5-6-234,3-2 233,-1 5 1,0-1-504,14-13 492,-11 12 1,0 2-12,12-8 12,-1 3 22,12-4 0,-4 8-17,5 2-22,-16 11 0,-7 8-40,-2 7 51,-7 4 218,6 5-230,-4 12-2875,-6-2 2876,3 9-1802,-4 5 1791,-3-9-236,2 10 258,-1-13-11,2-1 22,1-3-22,2-2-23,10 0 29,-4-6 2338,9-3-2361,3-9 17,-7-5 2597,7-5-2580,-10-4-1200,-1-3 1189,0-4 5,-1-3 16,5-15-10,-7 8 11,3-10 0,-6 1-6,-5 12-225,0-6 219,-5 18 12,-3 2 0,-1 6 1685,-1 2-1691,-7 5-11,-1 6 0,-8 3 23,-11 15-40,6-2-407,-10 10 418,12-6-11,2 0 34,2 2-17,4-1-22,2 10 22,4-9-17,2 7 276,6-14-265,2-2 12,5-3-1,2-3-5,3-2-603,4-3 587,5-3 430,3-2-386,17-10-11,-10 0 0,10-9 0,-6-11 5,-12 4-403,4-11 392,-15 8 6,-4-1-6,-2-3 11,-4 2 18,-3-1 597,-2 2-564,-8-9 11,-8 3-56,-4 2-306,-5 9 278,5 11 22,-2 4 6,-2 2-17,-2 3-11,1 2-22,0 2 28,2 3-29,3 1 6,2 5-11,3 3-56,4 2-39,3 3-162,3 4-404,3 2-873,3 3-4415,6 1-3842,3-4 9920,2-2 1,-5-11-1,-3-4 1</inkml:trace>
  <inkml:trace contextRef="#ctx0" brushRef="#br0" timeOffset="623210">21376 8971 17944,'0'-5'2565,"0"0"2050,0 5-4553,26-44 72,-17 37-49,20-32 16,-24 51 16,-2 3-27,0 3 128,-2 18-134,0-7 0,-4 13 34,-6 3-45,-7 1-23,1 1-28,-2-7 46,4-6-24,1-5-21,2-3 5,5-9 117,3-11 152,2-2-168,2-5-23,3-4 1,7-13-46,9-9-49,2-4-12,5-2-12,7-7 68,8-1-44,3 1-291,1 6 284,-12 15-5,0 3-5,-1 4 21,-2 4-16,-1 4-28,21 7-5,-11 12-626,7 3 647,-20 6 29,-11-4 243,-1 0-226,4 9-40,-5-9 12,4 6-34,1-6 33,5-5-10,0-1 16,1-8-17,-8-6 12,2-5-6,8-10 684,3-9-662,6-15 40,-5-9-778,-11 5 749,-5 1 57,-8-1 16,-2 2-44,-3-2-3163,-3 16 3146,-2 11 16,-4 12-49,-1 4 485,0 4-491,-2 4 28,-5 13-18,3-3 7,-4 9-18,6-5 1,1 1-40,3 13 23,4-9 3375,5 9-3644,17 0-84,3-8-656,17 6-285,1-11-1646,8-2 2951,-17-9 0,-1-2 0,2 2 0,3-2 0</inkml:trace>
  <inkml:trace contextRef="#ctx0" brushRef="#br0" timeOffset="624009">23665 8931 21758,'-5'0'897,"1"0"1387,4 0-2233,63-66-2466,-29 45 2415,10-17 0,1 4 0,0 24 0,2 2-6,-1 3 0,1 2-10,-2 1-18,-3 3 0,-3 3 720,-6 2-726,-4 4-27,-9 1 11,-6 2 416,-8 1-405,-7 2 23,-7 2-6,-9 0 11,-8 1 11,-8 0 1,-5 0-296,-4-1 301,-3-1 11,0-2 17,12-4 0,0-1-280,-16 6 313,-12 2-16,25-6 0,6-3-6,6-1-22,5-2 22,8-2-17,5 0 313,4-3-285,13 0-10,12-4-35,7 0 882,10-4-887,-4-1 0,4-1 6,4-2-12,2 1 1,1-1 5,-1 0 16,-1-1-4,-3-1-12,-4 0 11,-4-1-11,-6-1 28,-6-2 5,-6 0 1,-6-4 0,-6 0 5,-3-3 22,-5-3 1,-4-2 17,-6-4 39,-1 0 22,-2 0-534,1 1 674,0 5-11,2 4-6,2 4-45,4 5-50,1 2 655,4 5-744,0 2-29,2 2-27,1 2 652,3 4-686,2 4 0,4 5 28,4 5-17,3 4 5,3 4 1,1 5-28,11 18 27,-8-9-5,4 11-11,-12-15-1161,-2 0 1127,-4 1-56,-3-1-190,-3 2-280,-4 0-533,-4 2-2250,-4-1 3354,-6 6 0,6-21 0,-1-1 0</inkml:trace>
  <inkml:trace contextRef="#ctx0" brushRef="#br0" timeOffset="624616">25286 8742 25264,'22'-47'65,"1"-1"1,-2 4 0,0 9-27,7 15 0,0 2-11,1 1-5,-1 3 10,0 2-16,-1 2-11,0 3 10,-2 1-16,1 3 17,-2 1-17,-1 1-368,0 3 345,-2 3 12,1 4 11,-1 4-6,-1 3 18,0 3-24,-2 1 12,-2 3-11,-2 0 0,-3 1 11,-3 1-11,-3-2 11,-4 2 11,-3-3 11,-3-1 23,-12 6-17,1-9 11,-7 4 1,5-11-1,-1-1 17,1-4 5,1-2 23,1-2 12,1-1-7,1-3 6,2-1 1,1-2 10,2-2 6,1-2 481,0-5-509,5 4-28,0-4-6,5 5-44,2 1 16,4 0 0,2 2-27,3 1 22,2 2-12,1 1 1,1 2-1,3 1 7,-1 3-12,2 3 0,-1 3-12,11 9 7,-7-3-6,7 7 16,-10-5-5,-1 1 0,-4 1-5,-2-1-7,-6 1-10,-4 0-62,-5 1-90,-6 0-3587,-7-2 3223,-10 1-454,-8-1-1130,-8-2 2122,-11 2 0,22-10 0,1-1 0</inkml:trace>
  <inkml:trace contextRef="#ctx0" brushRef="#br0" timeOffset="625457">23039 8854 16185,'-6'-3'3955,"2"1"-449,4 2-3333,-5-5 236,3 7 11,-3-2-17,2 5-229,1-1-28,-1-1 17,-1-2-7,1-1 158,-3 0-219,1-2-11,-1-1 45,-1-7 11,-2-6-78,2 0-1,0-4-16,4 4 0,0-1-12,2-1-27,1 0 16,2-5-33,3 6 0,2 1 0,2 8 28,5 6-23,-2 2-5,5 4-6,4 11 23,6 10-23,7 15 11,-9-5 1,-2 0-29,-11 2 34,-5-8 0,-3 8-3375,-9-8 3420,-6-1-1579,-9 3 1545,-7 3-314,2-9 1,-3 1 307,-2 1 1,-3 0-177,-6 5 1,-1-2 184,10-7 0,2-3 30,-17 7 2263,23-18-2229,10-6-11,3-5 1918,8-13-1957,5 1 28,9-17 17,11 6-56,3 1-2027,4 6 1977,-6 9-71,-1 3 109,2 2-5,10 5 6,-9 4 0,10 5-1,-4 14-50,-6-2-67,4 10-140,-10-6-201,-1 3-281,1 2-655,1 0-8442,16 13 8827,-12-15 0,2-2 1,-19-18-1</inkml:trace>
  <inkml:trace contextRef="#ctx0" brushRef="#br0" timeOffset="625935">26550 8688 18756,'2'-53'1755,"-1"0"0,-1-5 0,-1 5-1016,-2 6-145,-2-9 246,-3 20-537,3 13-102,-2 0-89,5 14-50,1 5-51,-1 1-16,2 3 16,0 11-6,0 1 1,0 12 16,0 1-5,0 7-341,0 4 324,0 2-22,0 24-23,-1-28 0,2 1-1682,-1 1 0,1-1 1542,0-2 0,2 0-1977,10 29 1723,-1-29 0,-1-1 0,5 13 0,1-9 1</inkml:trace>
  <inkml:trace contextRef="#ctx0" brushRef="#br0" timeOffset="626911">26306 8522 25068,'18'-47'303,"-5"10"-258,-15 37-6,-2 1-16,-1 0-7,-2 2 12,-3 1 0,-2 1-5,-3 0-6,-1 0 5,-3 0-11,0 0 28,-8 0 6,7-1 0,-4 0 11,11-4 22,1 1-33,3-1 11,1 0-5,4 0-7,0 0-16,2 0 23,1 0-51,0 2-11,0 0 16,-1 3 6,0 0 6,-1 2-17,1 1 23,-2 2 27,-1 7-44,1-3 16,-1 5-16,1-4-1,0 1 23,0 0-11,1 1-6,1-1-11,0 1 23,1-2-18,0 0 18,1-2 10,0-1 6,0-3 1,0-2 77,0 0-61,0-4 62,0 0 375,0-3-365,2-2-44,0-2-28,3-2 45,3-6-67,-1 1-12,3-4 1,-2 4-18,0 1 18,0 1-18,-1 2-10,1 1 16,-1 3-11,0 0 0,0 3 0,0-1 0,1 2-6,1 3 6,1 2 0,0 3-5,0 2-12,2 2 6,-2 1 22,0 0-17,0 2 6,-3-1 0,-1 0-28,-3 0 17,-1-1 5,-2 0 6,-5 0-33,-2 0 16,-5-2-22,-3 0-174,-14 4-39,5-4-118,-9 2-156,9-6-191,0-2-280,1-3-465,2-1-1042,3-4-2520,2-1-3697,4-2 8721,3-1 0,5 2 0,1 2 0</inkml:trace>
  <inkml:trace contextRef="#ctx0" brushRef="#br0" timeOffset="627125">26125 8518 25562,'28'-21'64,"0"-1"0,19-13-69,-32 29-34,1 0-90,3 0-202,2 1-408,3 0-964,3-1-3613,3 2 5316,6-2 0,-17 3 0,1 0 0</inkml:trace>
  <inkml:trace contextRef="#ctx0" brushRef="#br0" timeOffset="627458">26832 8409 21534,'-3'1'2672,"1"-1"-1143,2 0-1445,-14 20-5,5-10-23,-12 15 0,7-13 5,-5 0-22,-4 1 17,-4 0-16,-2 1-12,-3-2-6,2 1-11,1-2 12,3-2-7,5-1 24,4-3-18,8-1 17,3-2 6,4-1 207,2 1-84,3-1 34,3 2-34,4 2 0,4 1-23,4 2-27,2 1-23,4 2-33,3 3-12,2 2-11,3 2-5,4 1-318,2 1 141,-5-3 1,2 1-1455,-7-4 1,2 0 1596,15 9 0,-1-2 0,-8-4 0,2 0 0</inkml:trace>
  <inkml:trace contextRef="#ctx0" brushRef="#br0" timeOffset="633543">6573 10280 1009,'-51'5'1572,"0"0"0,3 0 0,4 0-419,-13 1-205,4 1 240,6-1-628,6-1 174,6 1-431,8-2 955,6 0-1141,7-1 1850,6-1-1922,4 0 1718,3 0-1623,5 0 2123,10 3-1921,12 1-163,5-1-22,6 0 11,-3-3-17,3 0 123,26 0-2659,-10-2 2432,-18 1 1,2-1 27,5 0 1,1-1-1177,-9 1 1,1-1 1131,13 0 0,0-1-105,-11 0 0,0 0 105,2 0 0,1-1-730,2 0 1,1-1 760,2 1 0,1-1-9,2 0 1,1-1 462,2 1 0,0 0-465,3-1 0,0 0-6,1 0 1,1 1-4,2-1 1,1 0 431,-2 0 1,3 0-428,-2 0 0,2 0 0,-1 0-36,-13 2 1,-2-1-1,2 0-288,12-1 0,4 0 1,-5 0 290,6 0 0,-4-1 2,1 2 1,2-2 15,-5 1 0,3 0 0,-2 0-18,-12 2 1,-2-1 0,2 1 5,12-2 1,3-1 0,-3 1 1,6 0 1,-3 0-5,-20 1 1,1 1 0,2-1-7,2 0 0,2-1 1,2 0-1,-3 1-16,4-1 0,-3 1 0,4-1-2,-4 0 0,4 0 0,-1 0 0,-3 0 0,2 0 0,-3 1 0,1-1-174,1 0 1,0 1 0,0-1 175,0 0 0,1 0 0,0 1 0,0-1 0,-1 0 0,4 0 12,0 0 0,5 0 0,0-1 1,-3 1-195,3-1 0,-2 1 0,3-1 198,-4 1 1,2-1 0,1 1-1,-1-1 14,0 1 1,-1-1 0,0 1 0,1 0-46,3-1 0,0 1 0,1 0 0,-1-1 33,0 1 0,1-1 0,-2 1 0,0 0-2,-2 0 1,-1 0 0,-1 1 0,-3-1 11,-1 1 0,-3 1 0,0-1 0,0 0 1,-1 0-1,3 0 9,0 1 1,3-1 0,0 0 0,-3 0-16,3 0 1,-3 1 0,2-1-5,-4 0 0,3 1 0,0 0 0,-1-1 12,-2 1 1,1 0-1,-1-1 1,0 1-2,3 0 0,-1-1 0,2 1 1,1-1-7,-3 1 0,3-1 0,1 1 0,-2-1 0,-1 1-11,1-1 1,-2 1-1,-1 0 1,-1 0 2,13-1 0,-1 0 0,0 1 7,-1 0 1,0 0 0,-3 1-10,-11 0 1,-3 0-1,3 0-2,9-1 1,3 1 0,-1 0 1,-3 0 0,-1 1 1,-3-1 145,7 1 1,1-1-151,0 1 1,4 0-1,-5 0-5,-9 0 0,-3 1 3,12-1 0,-2 0-6,-21 1 0,-1 0 9,7 0 0,-2 0 5,15 1-11,8 0 5,-15 4 1066,-6 0-1048,1 3-12,-15-3-6,-11 0 1948,-9-3-1920,-2-1 1045,-1 0-703,-1-1-375,-8-3-6,-1 0 12,-8-4 11,-2 1-17,-4-1 0,-5-1-1760,-4 1 1760,-4-1-276,-27-2 267,24 5 1,-4-1 0,-16 0 0,-2 0-801,9 1 1,-1 1 802,-2 1 1,1 0 5,10 0 0,3 1 541,-3 1 0,-1 0-541,-1 0 0,-1-1-3,-1 2 1,-1 0 0,1-1 0,-2 1 0,-2 1 120,-2 0 0,-2 2 1,-2-1-129,4 1 0,-3 0 0,0 0 0,2 0 2,-7 2 1,2-1 0,1 2 3,0-1 0,1 1 1,2 0-682,-8 1 1,1 1 682,20-3 0,0 0 1,-1 1-1,-1-1 0,1 1 0,-1-1 184,1 1 1,-1 0 0,-3 0-186,1 0 0,-4 0 0,-2 1 1,1 0-8,-3 0 0,-1 0 0,0 1 0,0-1 6,0 1 0,-1-1 0,1 1 0,0 0-242,1-1 0,1 1 1,1-1-1,2 0 249,-1 0 1,3 0 0,0 0-8,0 0 1,-1 0-1,-2 1-45,-1-1 1,-4 1-1,0 0 1,3 0 42,-4 0 1,3-1-1,-2 1 4,3 0 1,-2-1 0,-1 1-1,0 0-2,1 0 0,-1-1 0,1 0 0,-1 1-1,-3-1 1,-1 1 0,-1 0 0,-1 0-70,2 0 1,-3 0-1,0 1 1,1-1-1,3-1 71,-4 1 0,4-1 1,0 1-1,1-1 99,3 0 1,1 0 0,0 0 0,0-1-106,0 1 1,0-1-1,1 0 1,1 0 8,-2 0 0,1 0 0,-2 1-5,5-1 1,-3 0 0,-1 0 0,1-1 4,2 1 0,0-1 0,-1 0 0,0 1 5,-3-1 1,0 1 0,-1-1 0,0 1-8,0-1 1,1 0-1,-1 1 1,1-1 50,3 0 1,1-1 0,-1 1 0,1-1-54,0 1 0,0 0 0,0-1 0,-1 1 6,-2-1 1,-1 1 0,0-1 0,0 0-5,0 1 1,1 0 0,-1-1-1,2 1 4,3-1 1,0-1 0,1 1 0,1-1 0,-13 2 1,1-1 0,0 0 3,0 0 1,0 0 0,-1 0-117,7-1 0,-2 0 0,1-1 0,3 1 114,-3 0 1,4-1 0,0 0-5,6-1 1,1 0 0,3 0 278,-1-1 0,3 0-280,3 0 0,-1 0-3,-10-3 0,0 1-283,4-1 1,1 0-992,0-1 0,2 0 1277,3 1 0,5 1 0,9-1 0,1 2 0</inkml:trace>
  <inkml:trace contextRef="#ctx0" brushRef="#br0" timeOffset="641771">18814 6647 7688,'0'-4'4885,"0"0"3090,0 4-7577,12-25-12,-9 17 1,8-19-12,-10 25-10,-1 0-74,0 0 67,-2 1-246,-6 2-73,-2 2 6,-7 3-6,-1 3 1,-3 3 4,-4 2-4,-1 1 16,-3 0-637,-1 2 614,-1-2-71,0 2 122,-14 2-3194,11-4 3155,-9 1 5,14-8-728,2-3 734,0-1-7,2-2 12,1-2 26,2-1-8,3-2 2803,1-2-2692,-4-5 1004,6 1-1099,-2-2 638,8 3-638,1-2 40,3 2-56,0-1 16,0-1-39,3 3-34,0-1 12,2 4-6,0 0-28,1 1 11,0 2-45,0-1 46,0 7 10,2 0 0,-1 5-22,3 8 0,-1-2 12,1 8-7,-2-6 18,-1 3 0,0 1-1,-1 3 6,0 1 17,0 3 33,-4 18-27,0-10-847,-3 14 841,0-14 5,1 1 6,0 0-11,0-2 22,1 1 17,-1 0-17,1-1 12,0 3-40,0-1-6,1 0-10,1-1 10,1-1-5,2-2 23,0 13-40,2-12-326,1 9 321,2-14 10,1-2 1,0 0-11,0-2 16,1 1 1,0-1-16,-1 0 10,-1 0 17,1-1 5,-2-1 0,1 0 17,-2 0-17,1-1 28,-2 0-11,0-1 0,0 0-16,-1 0 4,-1 1 822,1 0-821,-1 2 39,0-1-34,-1 1-11,-1-1-5,1-1-17,-1 0-6,2-3 367,0-1-373,2-1-10,0-1 22,3-2-6,2-2 17,0 0 11,1-2-17,0-1 12,1-2 11,0-1-1,3 0 12,0-3 0,2 0-22,2-1 16,1 0-22,3-2 6,0-1 5,4 0-16,-1 0 21,14-5-27,-8 1-17,9-4 11,-10 2-22,0-1 28,-1 0-17,1-1 0,-1-2 17,1 0-12,0-1 29,1-2-17,3 0-1022,-1-1 1016,2-1-5,0 2-1,-1-1-5,-3 3 0,-2 1-11,-4 2 5,-5 2 1,-4 3 5,-4 0-6,-5 3 6,-2-1 39,-2 1-27,-5 4 1009,-1 0-1021,-5 5 12,-2-1-7,-1 2-10,-4 0 5,-1 1-23,-12 5 51,5-3-28,-9 4-5,6-6-550,-3 0 561,-4 0 28,-3 1 16,-3-1-647,-3 1 613,-2 0-10,-2 0 5,-1 1-5,-1 1-12,1 0 1,1 0-4,16-5 1,1 0 8,-15 3 17,-8 2-17,23-8 16,6 0-382,5-2 383,4-2 17,5-1-6,2-1 506,3-1-511,1-1-1,2 0-11,0-6 606,1 2-617,0-3 5,1 2 440,1-2-456,0 2 17,0-3-12,0 3 17,0-1 6,2 0-11,1-2-6,2-2-6,2-1 6,2-1 0,1-3 11,2-1-11,0-2 0,7-14 0,-4 6 12,5-11-3388,-9 9 3393,-1-3 0,-2-1-188,-4-1 171,-1-3 17,-2-2 11,-4-21 0,-1 12-17,1 18 1,-1-1-12,-4-11 0,-1 1 0,0 0 0,-1 2-727,-2-1 727,1 1 0,-3-1 0,1 0 0,-1-1 0,0 0 0,1 1 0,-1 0 0,3 2 0,0 0 0,3 3 0,1 0 0,4 3 2911,1-1-2911,1 2 0,2-3 0,1 2 257,1 0-257,1 1 0,0 4 0,0 1 0,-1 4 0,0 1 0,1 3 0,-2 1 0,1 2 0,-1 1 0,0 1 1116,0 0-1116,-1 1 0,1 1 0,-1 0 0,1 1 0,1 1 29,3-4-29,0 4 0,4-2 0,-1 4 0,2 1 0,1 1 0,0 0 0,2 0 0,-1 0 0,1 1 0,1 0-7,-1 1 7,2 0 7,-2 1-7,1-1 0,-2-1 0,0 1 0,-1-2 0,2 0 0,1-2 0,3 0 0,2-2 0,4-1 0,19-7 0,-8 5-275,15-4 275,-14 7 0,1 1 0,-2 1-7,-1 3-21,6 0 23,-12 2-7,4 2-3289,-16 1 3285,-3 0-1,-4 2-6,-1 1 213,-4 2-196,0 0 6,-2 0 6,0 0-40,-2 1 29,1-1 3397,-1 1-3387,0-1 12,-1 3-11,-1-2-1,0 1 18,-3-2-12,0-1-11,-3 1 0,0 0 11,-3 1-11,-3-1 11,-9 4-28,3-3 17,-8 3 6,8-2-17,-11 1 16,8-2 1,-8 1-6,10-2 28,1-1-28,0 0 0,-1 0 0,1-1-3392,0 1 3386,0-1-1103,-2 0 1103,0 0-652,-2 1 663,-1 1-453,-2 0 474,-3 1-27,-2 1 11,-3 0-1,0 2 2,-2 0 2051,-12 3-2057,14-4 1279,-7 2-1284,20-6 1041,4 0-1041,5-3 893,4-1-894,2 0 343,2 0-343,1 0 0,2-1-2,-1-3-1,2 0 1,0-1 1,1 2 1,0 0 0,0 0 1,0 2-1,0-1-43,0 1 41,2 3-16,0 3 13,2 3 4,-1 2 1,0 0-5,0 1-1,1 2 6,0 1-6,3 12 3,0-4-13,3 10 7,-2-6-2,0 3 7,2 2-1,0 4-3403,0 0 3404,0 3-6,-1 0 11,-1 1-5,-1-1 0,-2 2 5,-2 0 12,-1 1 0,-2 2-210,0-2 204,0 20 0,0-29 0,-1 1-11,1-1 0,-1 1-11,0 25-6,0-17 17,1-2 0,0 1 3301,-1 0-3296,1-1-12,0 1 12,0 13-3290,0-14 3296,0 9 111,0-20 11,0-2 1,0-2 188,0-2-189,0 7-16,-1-1-115,1 6-11,-2-10 3286,1-4-3392,0-8-5,1 0 22,0 0-23,0-1-5,0 0 142,0-2-5,0 0-1,0-1 18,4 1-18,0-3 1,4 1 11,-1-4-23,0 1-16,2-2 27,1 1-5,2-1 17,1 1 34,9 1-29,7 2 6,0-1-17,1 0 6,-9-3-10,0 1-7,0-1 0,0-1 0,11 0 0,7-5-147,14-1-959,-9-3 238,1 1-2044,-12 1-6919,-4 1 9790,-5 1 1,-11 2 0,-6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3:46:12.94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4003 2875 10637,'-9'-47'1372,"0"0"1,0 0-1,-2 7 1775,0 12-2699,-2 2-156,4 19 1273,0 3-1486,1 3 808,1 5-870,-1 4 3397,1 7-3386,-2 7 12,0 8 10,0 4-1050,0 4 1042,1 1-10,3 1-7,1-1-5,3-2-165,0-3 165,5-1-1,7 6-4,2-12 3,7 3 1,-2-16 12,0-5 5,2-4 12,0-3 10,1-6 24,1-4-22,0-7 3,1-5-2,0-4 17,-4-1 1,0-3-329,3-6 329,8-19 1030,-21 31-992,-3 3-10,-3 5 222,-2 4-224,-1 4-29,-2 4-42,-6 10 425,-1 2-389,-6 8-3381,3 3 3392,-2 2-122,2 3-1176,2 1 1191,3 1-28,4 0-10,1 0 1,6-3-1861,3-1 1854,6-2 81,4-2 1568,5-2-1568,2-4-6,5-4 1,2-5 1075,2-3-1042,19-15-17,-11 1 6,12-14 0,-18 2 11,-2-3 6,-4-1-6,-3-2-138,-4-1 133,-3-1 27,-5-1 1,-4-1-17,-5 1-29,-2 0 202,-2 1-19,-4 4 59,-1 2-14,-4 5 2927,-1 4-3203,0 5 345,0 4-552,1 4-122,0 2-216,0 5-17,0 2-1202,2 4-6933,2 2 8820,2-2 1,1-3 0,1-3 0</inkml:trace>
  <inkml:trace contextRef="#ctx0" brushRef="#br0" timeOffset="1093">4971 2275 23266,'-2'-8'1607,"0"3"-1130,2 5 1152,0 0-1287,23 67-4350,-14-30 4002,5 10 0,-1 1 7,-6-2 550,0 2-541,-1 0-20,-2 1-203,0 2 9,-1 0 188,-2 0 32,0-1-2,-1-4-30,-1-5 67,-1-6 19,-2-8 72,0-7 13,0-7 46,0-7 4,1-6-53,-1-6-211,0-4 107,-1-8-2,1-2-111,0-6 249,1 0 7,2-1 21,0-1 23,1 2 195,2 2-95,1 1 43,2 4-57,2 3 38,1 3-143,1 3 297,2 2 100,9 4-219,-2 4-171,8 4-132,-4 5-232,2 4-146,2 3-151,2 3-162,0 1-153,-1 0 198,0 2 3205,0-2-2996,13 9 178,-8-9 87,10 6 45,-12-10 46,-1-1 33,-2-1 587,-4-3-548,-2-2 398,-4-4-311,-3-2 86,-3-5 17,-1-3 138,-3-5-350,1-4-50,-2-4-39,1-3-63,-1-3-71,-1-1-90,-1-3-49,-1 1-165,-1 0 338,-1 4 57,-1 2 86,0 1-58,-1 8-39,-1 2-4,0 7-74,-1 2 186,1 0 21,0 2 286,1 3-226,0 2-61,0 4 9,1 2-5,1 2 73,2 1-246,2 0-54,4-1-329,4-1 298,3-2 117,3-1 67,3-1 74,4-4 42,2-2 86,4-1 88,2-4 75,14-6-12,-13 0-20,6-7-4,-20 2 28,-4-2-109,-4-3-100,-4-1-79,-3-14-129,-3 8-71,-2-8-3435,-5 11 3283,-3 3-98,-9-5-28,2 9 134,-7-3 107,4 11 87,-1 2 55,0 2 64,0 2 71,0 2 81,0 3 88,-6 9-18,1 9-99,-2 14-47,9-2-52,5 4-68,7 9-55,4-10 3347,4 12-3454,5-17-123,4 0-3075,3-3 3055,3 0-385,19 8 373,-5-12-12,17 5-28,-10-15 22,2-4 62,0-5 94,0-4-1,10-12 368,-15 0 25,6-12-2271,-19 2 2300,-5-3-483,-3-3 435,-4-1-187,-3-2 183,-3-1-577,-3-1 531,-1 1-31,-1-1 19,-1 3 678,-1-7-430,-2 6-269,1 3-21,-1 9 1872,1 11-1943,1 2 994,0 2-1074,1 2 3381,0 3-3271,0 2-17,3 6-23,6 12-15,5 9-20,5 12 31,-3-5 1,-1-5-20,-5-11-57,-1-2 20,0-2 41,0-2 19,1 2 32,-3-8 2,0 1 19,-4-9 13,-1-2 41,0-2 47,0-3-30,5-13-57,-1-2-3358,11-24 3370,-4 11 26,14-24-2161,-8 23 2131,7-8-1012,-6 17 985,1 2-1236,1 3 1159,0 5 514,0 2-517,-2 4 1358,9 4-1410,-2 9 37,0 2 1092,-5 9-1110,-9 0 47,-2 5 2547,4 19-2764,-2-6 1849,5 13-2465,-1-11-998,4 1 1871,9 4 0,-15-20 0,2-1 0</inkml:trace>
  <inkml:trace contextRef="#ctx0" brushRef="#br0" timeOffset="1702">8391 2570 22236,'4'-45'593,"0"1"1,0 4 0,-1 8-202,-6 15 1011,0 5-1252,-2 5 370,2 4-515,1 10-12,3 2 12,5 13 5,1 1-16,4 3 5,6 18-12,-1-10 218,6 12-251,6-1-83,9 3-2685,0-2 2723,3-7-16,-10-17-680,2-5 669,0-7-243,1-5 321,-2-6 17,-1-8 44,8-20 40,-7-15 1304,-13 14 0,-3-2-1316,-4-2 1,-3 1 223,1-19-196,-6 8 12,-3 19 16,-1 3-10,-2 4 397,0 5-370,-5 4-62,-3 11-44,-2 8 6,-5 13 5,-2 8-820,-5 8 820,-4 6-16,-1 6-4,15-23 0,0 1-5,1-1 0,-1 3-65,-5 16 1,1 1 49,4-10 1,1 0 5,-4 13 1,2 0-12,6-13 0,2-1-14,0 1 1,2 2-94,1 18 1,2 0-691,2-12 1,1-1 622,2 12 1,2-1-784,2-18 0,1-3 523,1-3 0,3 0-1162,5 3 0,2-1-1131,10 6-1037,12-4 3447,-6-29 0,-16-5 1,0-3-1</inkml:trace>
  <inkml:trace contextRef="#ctx0" brushRef="#br0" timeOffset="2394">9254 2948 16891,'23'-55'904,"0"1"0,0-1 0,-2 5 0,-1 2 0,-5 9 736,-1-1-962,-6 8-135,-4 8 191,-2 7-224,-8 5-126,-5 8-205,-12 16-78,0 5-23,-2 14-10,6-3-29,3 4 11,-2 20-594,7-10 561,2 13-18,6-16 18,5 15-6,3-14-17,4 9-872,2-21 872,4-1-5,2-4 28,14 0-6,-4-10 0,10-1 597,-10-10-597,1-5 6,-1-3 17,-1-7-12,-3-4 6,-1-3 6,-3-2 16,-1-3 34,0-16-50,-8 8 101,0-12-101,-8 12 5,-1-1-131,-4 0 125,0 0-5,-2 4-11,-2 1 364,-1 4-358,0 4 21,0 3-4,0 5-12,0 3 857,-2 4-879,1 2-1,-3 4 7,0 4 129,-3 3-141,1 6 6,-2 2-12,0 3 6,2 4-5,1 1 10,3 2 1,3 0-17,4 0-28,7 9-6,3-9-22,7 6-295,5-11 239,3 0-34,6-2-11,5-3-16,8-3 16,4-5-892,6-3 937,1-4 36,-14-5 0,-1-3 48,19-4 33,-21 1 1,-2-2 16,7-9 6,-5-3 11,-5-2 5,-5-1 29,-3 0-1,-5 1 8,-4 2 49,-4 3-1,-4 4 12,-2 5-6,-5 2 203,-3 4-253,-3 3 929,-6 3-957,-2 4 0,-4 3-1,-2 6-10,-1 2-12,2 5 25,3 0-30,2 14-11,8-9 5,3 7-6,7-12-10,3-3 10,5-3 1,3-1 13,4-3 32,2-4 2,4-2 4,2-2 3,3-3-414,2-3 411,1-4 7,1-3-5,3-2-8,0-2 5,-1-3-3,-2-2-7,-3-2-22,-3-2 4,-5-1-16,-3 0-50,-2 0-416,-4 1 417,-3 1-122,-3 0 138,-3 3 32,-2 2-18,-1 2 4,-3 4 47,-1 1 398,-1 3-408,-1 3-18,2 1-27,0 2 391,2 2-442,0 1 101,2 3-275,0 2-307,1 6-694,3 2-2258,4 3 3495,6 3 0,-10-12 0,1-2 0</inkml:trace>
  <inkml:trace contextRef="#ctx0" brushRef="#br0" timeOffset="3141">11761 2916 18883,'14'-41'728,"-1"-1"0,1 1 0,4-16 0,-5 6 11,-8 6-134,-3 5-111,-6 4-80,-1 7-72,-7 4 585,-1 6-714,-4 3-51,-1 5-44,-2 3-23,0 2-5,-1 2 342,2 1-387,2 2 0,3 0-28,3 0 28,4 1-34,3 0 198,2 0-209,2 0 504,3 0-504,1 0 11,4 0-11,-1 0 158,-1 0-147,0 0-5,0 0 5,-2 0 17,0-1-5,0-1-12,-2 1-22,0-1 11,-1 1 5,0-1-10,1 1-1,-1-1 12,1 1 10,0-1-4,-1-1-1,1 2 22,-2 0-21,-3 7-7,-1 0-10,-3 7-1,-1 0 6,1 1 11,0 1-5,-1 1-23,3 1 28,0 0-5,3-1-1,0 0 7,2 0-7,2 0-3397,3 0 3398,3 1 5,4-1-5,2 2-6,4 1-12,2 1 12,4 0-5,1 2-2269,3 0 2274,0 0-6,1-1 6,-1 0 0,0-1 2269,0-2-2275,-2 0 0,-3-3 6,-4 0-5,-5-1 3391,-7-1-3380,-4 1 11,-8 0-1,-6 0 1,-10 0-11,-5-1 16,-23 3-22,8-6-385,-15-1 373,16-6-16,3-3-5,3-3-6,3-3-29,4-5-44,4-4-84,5-3-156,4-6-236,5-3-326,4-4-2584,16-22-607,2 13 4105,1 8 0,0 4 0,-1 6 0,1 2 0</inkml:trace>
  <inkml:trace contextRef="#ctx0" brushRef="#br0" timeOffset="3353">11814 2483 18352,'3'-3'3995,"-2"1"-136,-1 2-9094,10 26 5397,-13-2 1236,3 25-1314,-12-16 0,-5 0 350,-8 21-423,6-17 1,-1 0-7,-9 17-16,0-1-28,2 1-51,3 0-122,3-1-169,5 1-1650,3 0 619,5-1-1249,4-2 2661,2 3 0,2-25 0,0-3 0</inkml:trace>
  <inkml:trace contextRef="#ctx0" brushRef="#br0" timeOffset="3761">12309 2605 23959,'8'-40'532,"0"0"1,0 2-1,-3 11-218,-7 21-113,-1 3-61,-1 2-56,-2 2-50,-1 4-1,-1 2 7,-2 6 49,-6 12-3436,2-3 3381,-4 9-549,2 7 591,6-7-15,-1 10-10,7-11-12,2-1 11,1 0-18,4-2-14,8 6-84,2-9 13,8 0 3113,11-9-3057,-6-8 24,12-1 951,-10-8-909,2-3 58,0-4-1,-1-4-3368,-2-4 3394,-3-2-2391,-3-4 2269,-3-1 107,1-14-120,-8 8-172,-1-8 163,-8 11-13,-3 0-18,-2 1 84,-2 1 2209,-8-7-2186,-3 4-28,-7 0-28,4 12-17,0 8 3249,6 6-3266,-1 3-22,1 3 0,0 3-16,2 4-29,0 2-73,2 2-50,3 1-571,2 12-1126,8 2-90,4 0-4004,7-3-3844,0-9 9256,-3-5 0,-4-6 1,-4-3-1</inkml:trace>
  <inkml:trace contextRef="#ctx0" brushRef="#br0" timeOffset="4102">12739 2559 25786,'0'-57'638,"0"-1"0,0 7 1,3 10-550,4 19-72,8 12-6,10 15 23,0 4-28,20 20-1,-14-6-291,-4-1 0,0 3 280,-3-2 1,-1 1-9,-1-1 0,0 2-1369,19 23 1367,-17-12-7,-4 2-10,-4 22 5,-9-13-162,-8 12 185,-10-22-1,-6-7 17,-13-3 17,0-14 0,0-5 357,5-15-363,12-6 62,2-5 1493,2-7-1534,3-4-3149,3-6 3195,2-3-78,11-19-2279,2 13 2262,10-11-316,1 22 286,3 5-58,5 4-114,2 5-121,3 3-74,1 6-1636,0 2 1176,0 5-914,16 1-1304,-12 5 3081,17 2 0,-37-2 0,0 1 0</inkml:trace>
  <inkml:trace contextRef="#ctx0" brushRef="#br0" timeOffset="4418">13673 2653 23310,'-7'-48'155,"1"0"0,-1 4 0,6 6 802,11 11-884,3-2 902,2-2-897,11-20-53,-13 21 0,1-2-99,0 0 1,0 0 92,-3-1 1,-1 1 169,0-14 90,-4-1-143,-3-1-3,-3 2 2,-3 0-95,-2 4 523,-9-6-549,2 17-85,-8-5-12,7 24 193,-1 2 82,5 8 997,1 4-507,1 3 1158,-2 7-1251,2 7-164,-1 7-56,1 9-209,2 7-1408,2 6 1146,1 6-214,3 4 52,3-13 1,1 1 58,-1-10 1,0 0-1024,3 13 1,1-1 1103,-3-12 1,1-1 11,0 1 1,0 1-281,0-1 0,0 1 199,0 0 0,0 2-265,3 15 1,1 1-453,-2-14 0,-1 0 442,4 9 1,0 0-1304,0-8 1,-1-5-3370,6 14 5119,2 6 0,-12-40 1,-1-4-1</inkml:trace>
  <inkml:trace contextRef="#ctx0" brushRef="#br0" timeOffset="4577">13550 2593 22018,'-14'-44'116,"0"1"0,1 1 0,9 9 1035,24 14-1157,9 1-39,6 2-2339,8 2 2242,8 2-1222,-8 7 0,2 2 1494,-4 0 1,-1 0 0,-4 1 0,-3 1 0,6 1-1</inkml:trace>
  <inkml:trace contextRef="#ctx0" brushRef="#br0" timeOffset="5002">15317 2949 24363,'28'-39'78,"1"0"0,-1 0 1,-1 2-1,0 1 1,-2 4-40,0 4 0,-1 3-1606,0-3 0,1 0 1609,0-1 0,-1-1 5,-1 0 1,0-1 134,-2-1 1,-1 0-136,-1-2 1,-2 0-12,-1-1 1,-1-1-12,-2-1 0,-1 0-6,-1-1 1,-1 0-3,-2-1 0,-2 0-6,0 0 0,-1 0 11,-2 1 1,-2-1-9,1 3 0,-2 0 3,-2 2 0,-2 2 22,-4-25-1103,-7 10 1116,0 12-25,-3 9 301,0 11-140,-1 7 1698,0 7-1421,-1 8 175,-1 6-24,0 10-120,1 7-179,0 9-117,2 10-436,2 8 262,8-24 1,2 0-95,0 3 0,0 3-169,0 22 0,0 2 10,1-14 1,1 1 105,1-5 0,0 1 1,1-1-375,0 4 1,0-3 442,1 2 0,0-1 1,1 0 0,0-1-82,0-2 0,0 0-14,0-2 0,1 0 42,1-1 1,0-1-41,1-3 1,2 0-72,-1-2 0,2-2-406,10 28-267,3-8-365,3-11-482,1-10-903,-1-13-1540,-2-9-4181,-6-8 8466,-4-4 0,-6 0 0,-2 0 0</inkml:trace>
  <inkml:trace contextRef="#ctx0" brushRef="#br0" timeOffset="5608">15451 2705 17984,'-45'-42'530,"0"-1"1,4 4-1,9 7 712,19 15-1040,5 1 1074,4 2-1203,5 1-40,8 1-10,6-1-18,10 0 1,9 0 0,8-1 35,9 0-30,5-1-8,-25 7 0,1 0-3,0 0 0,1-1 0,1 0 0,0-1 5,0 0 1,0-1-6,-1 0 0,1-1-3,-1 0 0,-1-2 8,-1 0 1,0-1-3,-1 0 0,0-1 131,-2-2 0,-1 0-2,-1-1 1,-1-1 432,20-23-25,-7-1-833,-18 14 1,-3 0 727,4-12-15,-3-8 619,-15 26-1018,-4 5-20,-2 6-261,-1 4-184,-2 4 972,2 2-514,0 2 3490,1 4-3096,0 3-144,1 7-71,-1 6 32,0 6 218,2 6-3529,0 6 3240,1 3-158,0 5-245,0 2 127,1 3-440,1 1 475,0-1-125,-1 0 40,1-3-81,-2 0 32,1-3 13,-2-3 128,0-3 30,-3-4 123,-2-6 83,-1-5 72,0-5 132,-1-6 45,3-6 66,-1-4 139,5-8 2280,1-4-3022,0-5-32,2-4 21,1-1-196,5-4-63,1 1-68,2 0-148,2 3 740,0 3-52,3 3 7,-2 4-41,2 4 158,-1 4-55,0 3-2678,0 4 2550,1 3-506,2 4 386,0 2-34,11 10-24,-7-5-48,9 4 49,-7-8 61,0-3 59,2-1 65,1-4-2067,3-2 2161,1-3 984,0-4-938,2-3 384,9-14-664,-11 1-4,4-12-22,-17 6-23,-4-5 11,-3-1 49,-5-2-34,0 0-9,-4-2 269,-1 2 6,0 2-1042,-1 3 1094,0 5-2,0 3-76,-2 6-108,0 4-42,-2 4 2280,0 3-2267,-2 4 3401,0 5-3396,-6 16 1,3 1 4,-4 12 32,6-4-3391,2 3 3340,2 2-153,2 2-171,7 1-318,6 1-772,9 3-919,10-1 2382,-10-17 1,0-2 0,3 2 0,2-2 0</inkml:trace>
  <inkml:trace contextRef="#ctx0" brushRef="#br0" timeOffset="6812">18421 2640 10983,'43'-38'1252,"0"1"0,0-1 1,-6 7-1,-1 1 0,-8 2-948,0-25 183,-7-7 248,-12 29 1,-1-1-556,6-30 1501,-7 11-1502,-9 25-22,-4 5-23,-6 7-33,-8 5-51,-6 6 12,-7 5-26,2 6 1,-2 3-859,-20 10 830,17-4 1,-2 2 2,2 6 0,3 1 404,7-6 0,2 2-418,-5 7 1,2 1-897,-2 14 905,5 4-12,7-1-96,5 0 107,8-15 1,1 0 0,3 14-12,6 10 0,17-17 6,-1-15 1810,13 0-1805,-6-17 1195,4-8-1206,3-9 17,1-11 1,0-6 10,13-10-17,-11 4 1,-1-3-6,-6 0 0,-4-1-522,-6 7 0,0-1 522,6-12 0,-1-1-918,-8 9 1,-3 1 922,1-3 1,0-1-3,-1-1 0,-1 0-195,0-1 1,0-2 193,3-15 1,0-2 9,-1 4 1,-1 1 5,1-4 1,-1 2-13,-6 19 1,-2 4 13,0-4-7,-7 26 1642,-1 5-1665,0 6 1154,-2 6-1133,-1 7 6,-4 9-6,-2 10-11,-3 10 1007,0-4 1,-1 5-925,-2 8 0,-1 2-244,1 2 0,-1 0 242,0 2 0,2-2-4,4-14 1,1-1-79,0 1 1,2 1 0,-1 17 0,2 0-1249,1-15 1,3 1 1153,0 10 1,5 1-23,8-8 0,7-2-582,7-4 1,5-2 597,0-1 1,3-4 99,4-8 1,2-6-67,21-1 34,-29-13 1,1-3-44,31 2 44,-32-6 0,1-3-31,29-6 1,-2-9 19,-22 0 1,-1-3 1,16-15-313,-21 11 1,-3-3 355,4-16 5,-6-2 339,-3-2-323,-4 1 1160,-1-12-1127,-12 26 0,-1 0 415,0-18-404,-17 1-34,-4 37-5,-8 1 0,1 9 2305,-2 3-2294,-2 4 1,-1 5-704,-2 4 675,1 4-700,-10 13 728,11-4-439,-4 9 400,15-9 0,5-1 6,4 1-12,2-3 6,6 7 2839,9-3-2839,1-1 992,10-8-986,8-10 16,-4-6-10,9-6 705,2-15-706,2-10 62,8-14-332,-6-5 265,-13 9-1,-8 5 29,-8 8-23,-5 10 12,1-2-1,-6 12-5,1 3 5,-1 2-22,-4 5 0,-1 2 28,-10 14-17,3-3-11,-3 9-11,4-5 6,2 2 5,1 0 320,4 1-337,1-1 11,4 0-10,10 8 38,0-9-22,10 4 0,-2-12 0,4-4 11,3-2-5,4-5-6,3-3 5,2-5 12,2-3-17,2-6-3381,0-5 3387,-2-3-34,1-4-605,-4-3 633,0-4 11,-3-5 1,0-4-1069,-3-6 1074,0-5-9,-14 24 1,-1-1-245,6-16 1,-1-4 240,1-5 1,0-2 11,0 0 0,-2 0 17,0 2 0,-2 2-23,-5 15 0,-1 2 0,0 1 1,-1 2-169,5-29 174,-3 10 0,-3 9 383,-4 11-394,-2 7 558,-1 9-553,-2 6 2568,-3 8-2573,-1 6-12,-5 8 29,1 7-35,-2 7 29,-9 31-6,8-18 1,1 5-115,1-4 1,1 3-1,0-1 75,-2 14 0,1 0-655,1 3 0,1-1 674,3-14 1,1-1-6,1 1 0,0 1 0,1 1 0,1 0-26,1 1 1,2-1-23,2 0 1,2-1-23,2 0 0,2-1-23,2-3 1,3 0-428,1-2 0,2-2 340,0-2 1,3-1-82,-2-4 1,3 0-606,7 4 1,1-3-593,12 9 360,-16-18 0,-1-4-3022,3-6 4009,-3-7 0,-12-4 0,-3-1 0</inkml:trace>
  <inkml:trace contextRef="#ctx0" brushRef="#br0" timeOffset="7275">20340 2550 22263,'-33'-48'737,"1"1"0,3 4 1,5 6-677,11 13 314,5 3 47,2 4-220,3 2-79,2 2 27,6 5-111,2 0 40,6 2-68,4 3 218,6 1-234,5 2-3410,5 0 3415,5 1-5,5 2-1183,3 1 1172,4 0-785,0 1 790,3-1-211,0 0 199,-15-3 1,0-1 5,19 0 14,-20-2 0,-2 0 15,8-6 1447,-5-3-1447,-6-2-1,-5-4 1098,-4-1-1020,-5-2 1401,-5 0-1190,-4 0-109,-5 0-31,-3 2-26,-6 1 331,-4 2-385,-7 3 122,-6 4-172,-5 2 119,-5 4 247,-26 8 308,10 3-486,16-1 1,0 2 244,-11 9-138,4 3-152,5 3-102,7 1-110,5 1-63,5 1 198,7-1-351,3-1-20,4-2 14,4-1-5,3-2-18,5-2 130,5-4 108,4-1 90,4-5 106,2-2-229,3-5 52,3-1 102,15-12-7,-11 0-83,11-10 30,-8-7-130,-11 4-143,4-6 346,-14 9 11,-4 1-15,-1 1 104,-4 3-170,-2 2-18,-1 2 1,-2 3-1,-1 2 103,-1 3 976,0 2-1025,0 2-14,-1 10 25,-1 1 16,-2 11-3,0 2-79,-3 21-443,4-4-1494,-1 17 808,3-10-1105,1 3 2218,5 9 1,-3-27 0,2-2 0</inkml:trace>
  <inkml:trace contextRef="#ctx0" brushRef="#br0" timeOffset="9928">23471 2111 17919,'-20'-43'832,"-1"-1"1,2 4 0,-2 7-278,-9 13-130,-4 7-94,-4 6 1074,-3 3-1051,-20 15-242,27-1 0,0 2-1620,0 2 0,1 1 1544,0 3 1,3 2 25,-12 13-261,2 3 501,4 1 316,3 2-495,15-11 0,2 0 90,-4 15-128,3 11-79,13-21 2673,7-2-2690,4-4-235,7-3 1989,16 2-1955,13-11 44,3-2-1063,3-11 1281,-12-9-22,2-4-211,0-6 217,0-3 5,-3-4 6,-2-2 67,7-17-51,-13 9-1044,3-11 1050,-15 15 0,-4 2-190,-4 4 207,-2 3 1350,-4 4-1302,-1 4 266,-1 2-316,0 6-33,-1 1 1197,-2 4-1113,-1 2 292,-5 9-439,0 1 62,-2 9 6,1-3-4,1 3 19,1 2-14,2 0-130,1 13-73,3-9-153,3 8 191,3-13-28,4-1-27,3-2 14,5-2-19,2-2-15,5-2-184,13-2 4,8-6 240,1-6-825,0-7 938,-15-7 7,1-3-231,-2-2 201,-1-4 115,-2-3 76,-1-1-30,-3-3-66,-2 1 106,2-10-45,-8 12-11,2-5-18,-10 15-108,-1 3 3,-3 4-16,0 3 976,-1 3-910,0 2-33,-1 2-5,0 8-1,-2 1 18,0 8 438,-2 2-450,-2 3 10,0 2-5,0 2 0,0 1 1,1 1 5,1-1-17,1 0-17,2 5 8,0-9 0,3 2 11,1-11 0,1-2-17,0-3 40,0-4 5,-1-1 11,1-2 17,-1-4-11,3-3-1,6-11 1,7-8 0,8-11-17,-3 6-359,1 2 342,-7 10-16,0 2-18,1 2 7,0 3-1,0 3 11,0 4-5,0 2 5,-1 2-5,0 5-6,0 2 17,-1 5-22,-2 2 5,0 2-11,-1 1 6,-1 3-1,1-1 1,3 1-17,2 0-436,6-1 397,3 0-34,5-1-45,4-1-800,4-2 705,3-3-28,3-2 17,2-3 44,1-3 57,1-2 38,-1-4 46,0-3 22,-1-5 22,-3-4 34,-2-4 23,-4-4 16,-3-3-11,-5-3 22,-3-4-5,-4-2 17,-3 1 22,-5 1 22,-7 5 24,-4 2-18,-6 7 318,-8 3-195,-17 5-95,0 4-23,-14 3-421,5 7 382,-3 2-16,-2 4-23,1 2-5,1 1-17,4 2-12,5 0-5,5 0 0,5 1 381,6-1-397,6 1 784,3-1-768,4 0-6,3-1 23,5-2-11,4-2-1,4-3 1,4-3 5,4-2-16,3-4 16,4-3-185,2-5 174,2-5 11,1-4 0,-1-4 12,1-4 5,-2-4-1482,-1-5 1494,-3-4 81,-2-5-24,-4-5-44,-2-5 11,-4-3 23,0-3 38,-3 2 18,-1 4-415,-2 6 372,-2 7 23,-2 8 56,-3 6-12,-2 7-163,-1 6 79,-2 5 473,-1 6-534,0 1 1468,-2 13-1487,-1 3 554,-5 15-490,-1 6 16,-4 9-1394,0 10 1509,-3 8-91,7-27 0,-1 1-12,1 1 1,-1 1-3,0 2 0,0 0-19,0 1 1,0 1-72,1 1 1,1 0-118,0 1 0,2 1-1121,2 0 1,2 0 820,0 2 1,1 0-216,4 0 1,2 1-610,1 0 0,2 0 1198,5 7 1,0-3-1,2 4 1,1-2 0</inkml:trace>
  <inkml:trace contextRef="#ctx0" brushRef="#br0" timeOffset="10976">26936 2559 18613,'24'-37'145,"1"0"1,0-1 0,9-14-1,-3 4 331,-2-1-403,1-3 73,-15 24 1,0-1-133,1-1 0,0-1-87,0-1 0,-1-1 87,1-3 0,0-1-6,0-1 0,-1-1 391,0-3 1,-1 1-395,0-1 1,0 0-3,-2-1 0,-1 2-3,0 2 0,-1 1 0,-2 4 0,0 0 5,3-22 1,-4 13-23,-5 13 1225,-2 12-1236,-5 10 1530,-4 6-1513,-8 10 17,-7 9-1,-7 12-5,-7 11 56,18-16 1,-1 2-55,-1 4 1,0 2 0,0 3 0,0 2 0,0 4-1,1 1 1,1 3 0,0 0-136,1 4 1,1 0 132,2 0 0,0 0-555,1 1 0,1 0 543,2-1 1,1 0 17,1-1 0,1 0-6,1-2 0,0 1 0,1-2 0,1 1 0,1-2 0,-1 0-9,1-1 1,0 0-15,1-1 1,0 0-12,0-1 1,1 0-12,0-2 0,1 0-50,0-1 0,0 0-37,1-3 1,0 0-35,1-1 1,0-1-266,0 28-79,0-7-73,-2-8-10,-1-10 106,-3-10 89,-3-13 2354,-1-8-2157,-3-14 21,-1-9 85,-3-12-482,-2-10 605,-1-9 61,-2-8-30,12 25 0,0 0 22,0-3 0,0 0 36,1-2 1,1 0 30,1-2 1,0 1 33,0 0 0,2-1 11,0 2 1,1-1-1,1 2 0,0 0-17,1 2 1,1 1 1003,0-29-939,3 8-68,3 4-66,4 7-23,5 3-28,5 5-28,5 2 0,6 3-28,5 1 0,5 3 11,5 1-11,5 1 5,5 1-5,4 0-8,-28 12 0,2-1 2,16-5 0,2-1-1214,-11 3 0,0 1 1220,14-6 0,-2-1-9,-13 5 1,-2-1-316,0-1 0,1-1 321,12-10 0,-1-2-6,-14 9 1,0-1 11,7-6 0,-3 0 8,2-4 6,-9 4 45,-10 7-29,-8 6 777,-6 4-765,-4 4 410,-3 2-432,0 3 2673,-1 1-2701,0 1 1230,-2 4-1213,-1 4 199,-4 8-4,-4 8 5,-3 10-2,-5 10-2519,-3 9 2418,10-23 0,0 2 26,-6 16 0,1 4-493,0 2 0,2 1 334,-1 0 0,1 0-4,3-4 0,2-3-14,4-14 0,1-2-52,-4 28-4,2-2 7,3-5-2,2-6 13,0-6 18,3-7 14,1-8-1947,1-7 1966,2-7 9,2-6 33,0-4-5,4-6-12,3-7-3,4-6-18,3-6 13,5-5 16,1-2 8,2-2-7,0 2-883,-1 2 900,-1 3 997,-4 5-1007,-1 5-171,-5 5 142,-3 5 17,-1 3-6,-2 2 6,-1 4 0,0 1-5,1 5 5,2 2-12,1 1 7,2 2 1968,11 7-1952,-5-5-11,7 4 433,-6-8-428,0-2 1,3 0 5,1-4-11,2 0 6,1-4-1881,0 0 1892,-2-2 1203,-2-3-1181,-2-1-1835,-5-5 1863,-3-1 55,-2-3-60,-4-2-12,-1-1 6,-3 0 1888,-2 2-1883,-2 3 1040,-2 1-1073,-1 6 3316,-8 6-3344,0 5 0,-5 9 0,2 4 0,0 5-68,1 5-189,2 6-3031,1 26 3288,3-3 0,2-9 0,2-21 0</inkml:trace>
  <inkml:trace contextRef="#ctx0" brushRef="#br0" timeOffset="12570">30015 2332 7363,'9'0'4313,"-2"0"-717,-7 0-1473,0 0-2095,2-29-17,-1 21 0,1-21-44,-1 29 1708,-1 0-1440,0-3-5,0 1-6,0-1-12,0 0 7,0 0-34,0 1-12,0 0-5,0 0 330,0 1-383,0-1 226,0 1-89,0-1 28,0 1 185,0 0-179,0-2 16,0 1 28,0-1-19,0-1-59,0 1 28,0-2-17,0 1-16,0-1-6,0 1 156,0-3-234,-1 3-98,0-1-73,-1 3 206,-2 1 175,0 1 34,-2 2 151,-3 2-74,-5 5-38,-4 4 28,-4 4 11,-1 3-1429,-3 4 970,0 3-132,1 2-158,1 1 43,2 0-215,4 0 234,4-2-22,4 0-16,4-1-35,3-2 76,5-1-56,5-2 3,4-1 93,6-3 109,5-1 85,4-3 101,4-3 85,4-3 87,3-4 98,3-2 38,2-3-18,0-4-1164,1-4 1108,-3-4-63,-4-4-65,-5-2-78,-7-3-112,-6-3-92,-6-3 676,-5-3-1013,-3-2-49,-4-3 253,-5 0-102,-11-14-45,-1 14-454,-9-7 632,4 18 313,-1 5 1235,-2 3-1163,2 5 35,1 3 48,3 4-38,-3 4 43,5 5 38,-3 5 492,8 5-859,1 4-135,2 3-169,4 3-148,2 3-204,4 2-268,5 0-384,4 1-346,6 0-1340,3 0-330,4-1 3313,5 2 1,-13-15 0,0-2-1</inkml:trace>
  <inkml:trace contextRef="#ctx0" brushRef="#br0" timeOffset="12893">30474 2300 26733,'5'-43'117,"1"0"1,0 3 0,-2 10-231,-5 21 422,0 3-430,0 2 143,0 3-69,1 5 30,0 4-230,3 8 166,2 5 3,6 7 80,4 3-1112,3 4 1138,2 1-29,3 2 2,0-1 40,1 1 36,0-2-11,0 0-40,-2-1-41,-1-2-100,1 9 40,-9-14-74,-1 3 26,-10-17 28,-7-6 14,-2-3-24,-7-5 22,-2-6 51,-9-14 16,5-2 66,-4-12 0,11 3 6,4-2-1196,4-2 1190,3-2-5,5 0-11,4 1-29,5 1-5,7 3-5,2 3-29,5 3-39,2 5-56,2 4 354,1 5-695,1 5-831,2 4-99,1 2-973,2 5 2373,6 3 0,-20-2 1,-1 0-1</inkml:trace>
  <inkml:trace contextRef="#ctx0" brushRef="#br0" timeOffset="13344">31663 2324 24560,'-43'-35'61,"0"-1"1,4 3 0,4 10 796,10 25-869,0 3 303,1 5-292,0 5 133,2 3-150,1 4 0,3 2 6,1 3 11,4 1 0,2 0-11,4 1 463,3-2-475,4 9 7,15 2 44,-1-8-12,14-6 18,-7-19 11,1-3-40,2-4 40,1-4-6,1-5-5,0-5 11,0-4 5,0-3 6,-3-4 0,-3-3 23,-2-4-335,-3-2 296,-2-4-12,-3-3 22,0-4-28,-3 0 6,2-3-486,-2 2 497,-1 2 45,0 4 198,1-6-130,-3 17 11,1-2-23,-4 17-36,0 5-3,0 3-59,0 4-41,-1 2 142,1 21 128,1 16-290,1 12 1,0 11 19,-1-8-143,-2 4 112,2 2-5,-2-13 0,2 0-542,-1-11 0,2 1 499,-1 10 0,2 0-128,7 13-112,3 2-154,6-1-244,6-1 119,-11-27 0,0-1-1314,20 25-1754,1-5 3680,5-1 1,-19-23 0,-2-3 0</inkml:trace>
  <inkml:trace contextRef="#ctx0" brushRef="#br0" timeOffset="13904">32258 2564 25805,'-29'-45'234,"-1"-1"0,3 4 1,6 9 110,13 20-267,2 3 71,3 2-130,1 3-64,2 1 52,0 3-159,0 0 216,3 1-106,1 2-8,6 1 1,7 7 16,1-2 33,7 3 6,-5-3 11,1-2-6,-1-1 0,0-2 6,4-1-6,-6-4 0,2-2 12,-7-3-18,-1-4 18,-2-4-7,-1-1 7,0-11-34,-6 6 33,1-6 45,-6 5-33,-1 5-12,-2-2 1,-2 9-12,0 2 6,-1 2 28,0 1 15,0 3 16,-1 1 2,-6 8-28,-6 13-26,-10 18 5,4 0 2,2 7-54,9-12-23,4 1-25,4-1 26,4 0-2,2-1 6,6-1-2,14 14 34,4-13 11,13 10-4,-1-17-237,2-2 251,3-5 19,0-5 7,9-6 22,-4-8 8,3-13-25,-17-4-49,-5-19-15,-13 9-3,1-11-10,-7 7 19,3-17-24,-3 11-1,4-11 0,1 6 51,0 13 244,3-5-232,-2 16-6,1 3 1,0 3 15,1 2 7,-1 4-9,1 2 3,0 1-8,2 3 7,9 6-4,-6 3-276,7 7 266,-7 3-23,0 3-10,0 5-6,0 4-9,-2 4-20,0 4-29,-3 4-70,-2 4-326,-6-11 1,-1 2-4241,1 20 2540,-3-19 1,-1-1-7502,0 9 9121,-2-8 1,0-18 0,0-9 0</inkml:trace>
  <inkml:trace contextRef="#ctx0" brushRef="#br0" timeOffset="14949">4039 4395 25904,'-25'-40'341,"0"0"0,0 0 0,-1 1 0,-1 1 0,3 11-1214,-6 12 1053,-9 1 99,12 11 151,0 3-12,1 4 27,2 4-297,2 6 792,2 2 234,3 4-313,2 3-200,3 3-289,4 4-249,3 1-150,3 3-223,8 17-423,14 3-3480,4-1 3230,12-7-11,-4-19 827,4-3-513,4-3-81,1-2 520,-10-7 1,0-1 119,16 6 58,-8-4 1,-2-1 40,2 1 145,3 3-70,-24-7 2361,-9-1-2605,-5-1 6,-10 0 392,-6 0 77,-11 1-84,-7 1-3129,-7 0 2864,-6 1 39,-5 1-85,-5 0 146,-3 1-430,-3 0-1541,-1 0 1613,3-1 25,4-2 96,6-2-9,7-2-4,9-2 7,7-2-34,7-1 2497,7 0-2574,6 0-232,2 0-108,12-3-594,2 0-947,13-1 2140,4 0 0,-13 2 0,2 0 0</inkml:trace>
  <inkml:trace contextRef="#ctx0" brushRef="#br0" timeOffset="15150">4379 4597 18593,'0'-4'3243,"1"1"1048,-1 3-4285,-1-21 5,-2 23 368,-1-13-364,-2 33 159,0 1-16,1 3-197,1 0-62,2 2-464,0 14-7,4-10-823,1 11-1024,3-15-6965,0-2 9341,0-6 1,-3-9-1,-1-5 1</inkml:trace>
  <inkml:trace contextRef="#ctx0" brushRef="#br0" timeOffset="15345">4542 4231 22688,'-4'46'-4916,"4"-7"1,1-2 4517,5-1 1,0 13 0,-6-40-1</inkml:trace>
  <inkml:trace contextRef="#ctx0" brushRef="#br0" timeOffset="26478">4812 4588 28454,'-2'-38'-99,"0"1"0,-1-22-26,6 63-603,0 5 544,2 6 132,0 7 103,0 2 116,-1 20-364,-2 6 99,-1 1 10,-3-2 426,-4 0-4337,-3 11 4225,1-12-73,-1 0 556,7-32-697,0-4 14,1-5 50,0-3 201,1-2-357,0-8 3240,0-2-3288,3-16 162,-1 2-71,4-24-83,-2 15 22,1-13-42,-1 12 57,1-1-13,-1 2 0,2 1-3261,0 2 3387,2 3 16,3-2 6,-2 10 15,8-1 45,-7 13-19,5 1-45,-4 7-93,1 3-29,1 4-67,1 5-40,1 4-37,4 16-52,-2 9 39,-1 2 3424,-6 1-3296,-3-2 26,-4-11 39,2 7 40,-2-17 17,0-4 21,3-1-28,-2-8 32,3-3-17,-3-9-3,3-4-3,0-6 4,7-14 6,0 2-6,5-10 34,3-7-17,4-4-496,-1 0 465,-2 5 11,-7 15-5,0 3 22,5-2-32,-6 8-1,4 0-11,-2 11 6,2 8-5,-1 3-1,-1 7 6,-4 1 480,0 2-475,0 1-6,0 1 6,1 1-1,-1 0 18,7 8-23,-4-7-288,6 5 288,-5-11 11,-1-2-5,0-3 5,0-2 23,7-3-1,-6-4 12,4-4 0,-6-5 5,0-3 34,5-14-50,-6 5 0,2-9-1,-7 7-5,-1-1 0,-2-1 23,0 1-29,-1 2 17,-2 2 40,0-1-18,-1 8-10,-1-1 320,0 9-382,-1 2 22,0 10-5,0 0 5,1 18-17,0-9 1,2 10-23,1-8 16,1 3-44,3-1-22,3 1-191,11 10 51,-1-7-163,10 5-1294,12-5-89,-8-8-3514,14 0-3835,-18-9 9113,-5-4 0,-12-2 0,-7-2 0</inkml:trace>
  <inkml:trace contextRef="#ctx0" brushRef="#br0" timeOffset="26650">6066 4316 20627,'-6'-7'1680,"1"2"-1204,5 5 409,0 0-2258,-38-62 1306,28 45 16,-13-17 1,9 5-297,25 28-2622,8 9-5674,3 0 8643,0 7 0,-13-8 0,-4-3 0</inkml:trace>
  <inkml:trace contextRef="#ctx0" brushRef="#br0" timeOffset="27627">6398 5068 21237,'-2'-49'231,"0"-1"1,1 4 0,3 4-120,11 2-26,1 8 1,1-1-36,12-18-32,-9 15 1,1 1 14,11-18-23,-15 24 0,0 1 0,0-2 0,-1-1 3,0 0 0,-2-1-6,0 0 1,-1 0 10,-1 1 1,-1-2-12,0-13 1,-2-1-12,-1 13 1,-2 0-396,1-10 0,-2 1 404,-2-10 5,-4-6 0,-2 20-11,-3 1 1290,-1 24-1290,1 6 749,0 5-754,-1 6 5,0 4 1030,-2 6-1008,0 8-11,-1 5 1221,0 7-1220,1 4-12,1 7 16,2 3-10,1 4-6,2 4-3210,3 3 3199,1 3 0,4 0-861,2 2 867,5-2-18,3-2-16,4-3-11,3-5-6,2-4-6,5-7-17,-5-16 1,2-2-28,15 7-17,16 2-1,-23-24 1,1-3 28,18 0 61,-17-5 1,0-2-6,12-9 22,-2-7 6,-3-4-221,-4-3 243,-5-3-1527,-4-1 1556,-4-1-1,-4-1 1422,-4 0-1399,-2-1 567,-2-15-562,-4 12 0,-2-11 6,-5 18 11,0 3 105,-4 4-105,-2 2 2862,-4 3-2867,-1 3 763,-2 2-747,-6 5 440,3 2-518,-6 5 0,4 6-1,-2 5-10,-1 6 0,-2 4 5,0 5-511,0 4 500,1 4 0,2 3-6,1 2 1,4-2 5,3 0 0,4-3 0,3-2 0,2-4 17,4-2-17,4-5-12,10 1 24,0-8-12,7-1 11,-4-9 0,1-2 0,1-4 6,1-3 0,-1-4 0,0-4-1,-1-3 12,0-1 0,-1-2-330,-1-2 341,-1 1 0,-2-1 12,-1 0 5,-3 1 735,-2-1-735,-1 2 0,-3 1 6,0 2 16,-2 2 23,-1 3-11,-2 3 351,0 4-385,0 2-17,0 1-39,-3 7 6,0 2 5,-4 5 0,0 1 1,-1 2-18,0 1 6,1 2 6,0 1-6,1 1 0,2-1-6,1 0-11,2-2 6,0-1 11,4 0 0,1-2 6,5-1-6,1-3-6,3 0 6,1-2 6,2-2-12,1-2 6,1-2 0,2-2 17,1 0-6,1-3 6,0-3-6,0-2-17,-1-3 29,-2-2-1,-3 0 1,-1-2-7,-2 0 7,-4-2 10,-1-1 1,-3-2 5,-1 0-16,-2-4-7,-1-2 7,1-1-1,-1-3-11,1 0 6,0 0 0,2 1 0,0 3-6,1 3 0,2 3-5,0 3-23,2 2 28,0 3-5,1 2-1,1 1 12,1 2-6,7 2-5,-2 2 11,6 6-17,-5 3 11,2 6-11,0 4 6,0 5-1,-1 4-3402,-1 3 3391,-3 3-11,-2 4-73,-3 0 51,0 2-62,-2-2-816,0 1 414,-1-2-461,1 1-1456,0-1 2420,2 4 0,-4-20 0,-1 0 0</inkml:trace>
  <inkml:trace contextRef="#ctx0" brushRef="#br0" timeOffset="29125">9172 4678 20476,'2'-11'2901,"0"2"-2529,6-27 1,2-6-1563,0 0 1464,3-10 1,-1-1 207,0 6-67,-2 7-74,-2 5-27,-1 7-45,-3 7 446,0 7-586,-2 5 251,0 4-357,-2 5-46,0 7 35,0 5-7,1 10 12,0 7-6,0 6 0,1 5-2425,0 3 2414,1 3 23,1-1-1135,-1-13 1,1-1 1122,2 16-644,3 11 633,0-21 0,2-2 0,2-5 5,3-2 1,2-6-1,0-4 40,7-6 11,-6-6 6,4-7-12,-9-7 1880,1-6-1885,0-7-12,-1-4 6,0-5-5,0-4-12,-2-3 6,0-4-11,-3-1 0,1-2-6,-2-2 0,2-14-16,-2 17 5,1-6-17,-2 24 896,0 6-946,1 6-17,1 3-34,3 6-33,3 1-17,3 4-73,3 3-442,17 10 230,-7 0-96,14 8-141,-11-3 2683,4 1-2973,2 3-73,2-1-28,2-1 17,0 1 112,0-4 184,-2 0 247,-2-4 421,-3-4 16,-3-3 168,-5-4 229,-5-2 236,-6-3 196,-4-2 140,-6-4 45,-4-4-34,-2-2-67,-1-2-78,-1-3 948,-4-9-1229,0 5-83,-4-6-56,1 10-40,-2 0-34,-1 3-27,0 1-40,-2 5-50,1 1-22,-3 4-51,0 2 34,-8 6-62,3 3-5,-7 6-6,6 3-6,0 4-22,0 3 6,1 4-1,-6 16-10,7-7 5,-2 10 0,10-14-6,4-2 1,3-2-1,2-2 12,7 6-1,1-10-5,7 4 0,0-14 0,2-2 0,0-5 23,1-2 21,9-10 1,4-10 6,8-15-18,-7 2-5,-4-3 45,-5-3-34,-7 9 0,2-9 51,-7 3-34,-5 11 0,0-3 6,-4 14-12,-1 4-28,0 4 1,0 2-18,0 2 1,-1 4 11,-2 3-6,-1 7-11,-5 18 6,2-5-6,-2 14 0,3 3 0,3-12-6,3 9 6,5-15 0,3-2-6,3-2 6,4-4-3392,0-2 3392,4-4-1102,2-4 1113,4-4-1903,3-3 1898,6-5 5,3-3-11,3-8 11,2-3 6,-2-5 204,-1-4-205,-3-3 4,-13 4 0,0 0-813,10-18 804,-13 14 0,-2-2 3,-2-5 0,-2 0 415,-4 7 1,-1-1-425,3-10 1,-2-2-272,-2-4 0,-1 0 263,-2 10 0,-1 0 0,1-13 1,0 2 4,-3 13 1,-1 3-3,1-30 17,-1 8 1486,-1 9-1486,-3 9 2300,0 10-2305,-4 9 1328,0 6-1346,-2 7 1296,-1 4-1301,-1 7 11,-3 5 5,-9 21-10,0 14-1,0 6-403,7 7 414,11-12-874,2 3 880,5 3-11,2-1-2890,4 1 2873,4-2-3,-1-17 1,0 1-1928,9 16 1933,-7-19 0,1-2-1201,9 8 1164,2-4-5,14 1-17,-10-14 1376,10-2-1371,-13-16 18,-4-3 2034,8-12-2029,-4-12 62,5-18-12,-11 3 2258,-5-3-2252,-8 13 872,-1 1-872,-2 2 23,0 2 27,-1-1-16,-2 9-3060,0-1 3038,-1 12 603,0 1-621,-2 6 7,-2 2-7,0 5 6,-2 4-22,2 2 3409,-2 13-3404,4-5 17,0 10-16,5 3 5,6 2 0,1-2 0,4-5 0,-1-13 0,2-3 5,16 2 1,-4-7-6,13 0 34,2-7-12,-10-5-375,5-4 381,-13-5 5,-3-4 46,5-14-23,-3-10-28,-1-3-23,-7-2 29,-7-2-17,-5 12-473,0-9 484,-3 17 0,0 1 0,0 4 336,-2 2-347,0 3-6,-1 4-5,1 2-23,0 3-39,0 3-6,2 1 406,0 2-489,3 7-74,2 2-83,6 7-135,3 1-190,3 1-219,4 2-252,1 1-3371,15 9 4469,-4-6 0,-6-3 0,-11-11 0</inkml:trace>
  <inkml:trace contextRef="#ctx0" brushRef="#br0" timeOffset="29717">11986 4381 20996,'4'-3'3803,"0"2"-420,-4 1-3355,-42-10-28,33 9 40,-31-7-7,44 11 1,2 0-1,2 0 23,11 1-33,-3-3 10,8 1-16,-6-2 0,0-2 5,1-1 6,-2-2-5,0-2 5,-2-2-6,-2-1 6,-1-3-4,4-11-24,-2-7 0,0-2 0,-6-1 0,-5 12 0,-2 2 0,-1 3 0,-1 4 0,-2 2 0,-1 3 0,-8 2 0,-6 4 0,-1 4 0,-4 5 0,4 4 0,0 4 0,-2 4 0,2 3 0,-8 17 0,2 8 0,2 1-1040,8 1 1040,10-15-3048,2 0 3048,3-1 0,2-1 0,4-2 0,5-3 0,7 0 0,4-3 0,23 7 0,-7-10-158,16 3 158,-13-14 0,0-3 2179,0-4-2179,-1-5 0,-4-4 0,-3-6 0,-5-4 0,-2-3 0,-3-4 0,-2-3 0,-2-4 0,-3-6 0,-2-4 0,-2-4-698,-2-2 698,-3-1 0,-1 1 0,-3 2 0,-2 3 0,0 5 0,-1 4 1064,-2 4-1064,-1-2 0,-2 10 826,1-1-826,1 12 0,1 3 0,0 3 875,2 1-875,0 1 0,0 5 0,0 3 0,2 4 0,5 13 0,1-3 0,6 10 0,-3-6 0,2 3 0,2 2-639,2 2 639,1 1 0,2 2 0,-1 1 0,2 18 0,-10-14 0,-1 13 0,-14-19 0,-7 1-292,-8-2-481,-9 1-750,-6-1-3742,-6 2 5265,-7 3 0,21-18 0,1-1 0</inkml:trace>
  <inkml:trace contextRef="#ctx0" brushRef="#br0" timeOffset="30167">14235 4278 25724,'-5'-45'442,"1"-1"1,0 5-1,0 8-156,1 22-101,0 5-79,-1 2-50,2 3-39,1 4 5,-2 14-11,1 3-22,-1 16 11,-1 18-11,1-9-11,-1 18-96,3-28 0,0-1-3565,1 20 3450,1-20 1,2 1-816,3-3 1,3 0-8784,15 26 8697,-1-6 0,-5-22 1,-12-23-1</inkml:trace>
  <inkml:trace contextRef="#ctx0" brushRef="#br0" timeOffset="30370">14405 3860 24650,'-57'-14'-919,"15"8"-4979,59 34 4795,3 3-5820,14 16 6668,-4-5 0,-5-7 0,-11-16 0</inkml:trace>
  <inkml:trace contextRef="#ctx0" brushRef="#br0" timeOffset="30801">14866 4160 21310,'0'-6'2868,"0"0"-1591,0 6-773,-10-65-2042,4 40 1714,-1-13 0,0 2 116,-2 19 561,1 4-662,-1 1 347,0 2-499,3 5-44,0 2 16,5 7 0,3 6 1026,3 4-1031,4 4-12,4 5-22,2 4 22,12 15 12,-6-7 16,8 10-22,-9-13 0,1-1 0,8 12-284,-7-12 278,4 10-5,-9-16-6,1 8-5,-8-10-62,1 10-28,-13-17 45,-2-2-34,-7-8 28,-1-6 17,-4-5 6,-2-4 50,0-6-23,-2-2 23,-1-4 0,1-1 0,0-3 11,-9-19 12,7 9-528,-6-11 550,10 16 16,3 3 6,2 5-11,4 5 23,0 4 5,4 4-17,0 3-17,2 3-16,0 3 800,0 3-806,0 6-11,0 4 0,0 6-6,-1 4-234,1 5 223,-1 3-11,2 3-3322,-2 3 3311,2 2-34,0 3-865,2 1 685,-1 2-161,3-1-281,2 1-601,3 0 1279,3-9 0,0-1 0,-2-4 0,7 15 0</inkml:trace>
  <inkml:trace contextRef="#ctx0" brushRef="#br0" timeOffset="31691">16479 4365 21839,'14'-50'879,"-1"0"0,0 4 1,-3 5-269,-4 1-1451,-2 5 1277,0 2-62,-2 6 528,-1 5-668,0 4-67,-1 5 272,0 5-384,0 4 103,-1 3-170,-1 11 898,-1 2-882,-3 12-5,1 2-526,-2 4 537,0 5 0,0 3 0,0 2 17,1 2-17,1 0-293,2 0 276,2 20-975,0-14 981,1 13-6,0-22 12,1-3-12,2-7-30,-1-6 36,0-6 11,0-7 6,0-5 258,-1-3-247,1-7 995,0-4-983,4-23-2865,0 2 2853,2-16-16,0 4-693,2-1 698,2-1-6,1-1 0,2 3 1,0 2 10,2 4-5,0 4-33,-1 5 16,0 6-6,0 5 6,-2 4 0,1 5 3025,-1 3-3031,2 2 1052,0 3-1046,1 3-5,1 3-1,2 3 46,-1 2-45,1 1-1,0 2-5,-1 0-6,1 1-5,0 1-6,1-1-68,15 7 18,-6-6-17,13 2-414,-7-8 352,3-2-581,4-2 570,1-3-1091,3-1 1125,-1-3 50,-2-3 33,-3-2 46,-7-5-344,-7-2 366,-8-1 323,-6-2-306,-6 0 516,-4-1-488,-1 0 1160,-3 0-1143,-2 1 466,0 2-461,-3 1 0,-1 2-28,0 3-17,-2 2-5,-1 2-17,-1 2 5,-1 4-16,-2 4 10,-2 7 1,1 4-17,-2 4 11,3 3-5,2 3 0,3 3-6,4 0-782,3 0 782,5 1 0,4-1 5,6-1 1,4-2-6,4-1 0,6-4 11,2-2-22,6-6 11,21-1 11,-11-7-1176,13-2 1187,-18-9 12,-2-3 10,-2-5 12,-5-5-11,-5-3 6,-3-4 49,-2-18-55,-7 7-1369,-3-12 1374,-9 12 12,-2 0 236,-3-1-259,-3 0-11,-4 3-34,-1 0 29,-3 4-1701,-2 2 1701,-1 4-68,-1 4 57,-3 3 1052,-1 5-1108,-12 3-24,6 5-77,-7 2-135,10 6-846,-4 12-824,8 1-7751,-1 6 10536,14-7 0,4-8 0,2-4 0</inkml:trace>
  <inkml:trace contextRef="#ctx0" brushRef="#br0" timeOffset="33066">18266 4495 25236,'17'-34'198,"1"1"0,-2 2 0,-2 5-13,-7 10-17,0 0-22,-1 0 95,0-5-79,-1-3-95,0 2-5,-2 1 61,-1-6-89,-1 12 38,-1-10 7,0 16-23,0 1-28,0 5 386,0 2-363,-2 0-1,1-2 0,-3-4-16,2-4 11,-1-4-28,0-2-6,-1-2-6,0-2 7,-2-1 10,1-3 0,-1-2 23,-4-19-22,2 9-1,-5-14 12,1 0-29,3 12 6,-4-8 34,2 14-17,5 12-11,-3 1-11,6 13-18,0 4-10,0 3 22,-1 13 17,-4 17-12,0 7-2617,-1 14 2612,4-6-11,1 6-496,2 5 496,2 4 11,2 2 0,0-30 0,2 0-20,5 14 1,1 0-4,-1-11 1,1 0-399,4 9 0,2 1 317,4-5 1,1-3-458,-5-8 1,1-2 414,6 7 1,2-3-281,9 4 1573,0-6-2122,-1-6 5,0-8-1450,-3-6 2420,3-5 0,-17-3 0,-1-1 0</inkml:trace>
  <inkml:trace contextRef="#ctx0" brushRef="#br0" timeOffset="33225">18164 4204 21164,'-11'-4'2459,"3"0"-1826,8 4 639,0 0-1177,-28-62-1618,34 39 1540,-12-13 0,5 2-11,39 20-34,8 0-101,8 3-3544,5 2 3155,-28 5 0,1 1-914,0 1 1,2 0 1613,4 0 1,-1 2-1,2-2 1,-1 2-1</inkml:trace>
  <inkml:trace contextRef="#ctx0" brushRef="#br0" timeOffset="34401">20414 4059 22957,'-40'-14'452,"0"0"0,-1 1 0,-15-7 1,8 5-201,13 9-1497,-1 2 1407,4 3 407,3-1-479,-2 7-79,11 0 0,0 6-5,12 1 242,5 3-231,1 2-6,4 2 6,2 2-12,6 2 743,3 2-754,4 1 18,14 12-12,-6-9 5,10 8-431,-8-14 426,1 1 0,0-3 6,1-1-6,-2-2-6,1-1-10,-4-3 4,-2-2 7,-3-2-6,-6-3 39,-4-1 22,-5-1 6,-2-2 34,-7 0-23,-5 1-17,-9-1-5,-8 2-1044,-8-1 1021,-7 2-11,-6-1-5,-3 0 16,-4 1-16,0 0 2,16-2 1,0 0-20,-16 3 8,21-3 0,2 1-36,-2 0 273,9 0-413,9-1-50,6 0-114,6-1-144,6 1-274,7-2-404,8 0-443,8-1-812,7 0-1870,8-4 4290,11-1 0,-23 1 0,-1-1 0</inkml:trace>
  <inkml:trace contextRef="#ctx0" brushRef="#br0" timeOffset="35708">20724 4312 15946,'41'-25'1349,"1"0"1,-4 3 0,-11 1-314,-21 5-5536,-10 0 5262,-5 2-641,-7 1 417,-5 1 628,-4 1-791,-3 2-83,-1 1-34,-1 3 155,-11 2-273,11 4-28,-8 3-17,14 5-17,0 3 34,2 3-56,2 3-11,2 2-6,2 4-28,2 0 2336,3 2-2336,3 0 0,4 0-17,3-1 12,5 0 0,3-2-6,6-1 0,5-3 5,4-2 2443,18-1-2404,-6-6-21,12-2-1,-12-6 292,1-4-297,-3-4 17,1-4-6,-3-4 86,-2-3-97,-2-1 17,-3-4 44,4-8-16,-9 4-6,0-6 5,-10 9 12,-4 1 11,-1 0 0,-3 2 11,-2 1 6,-1 3 0,-2 1-12,-1 4 439,-5 1-522,2 5 11,-1 1-12,2 3 1,0 3-6,0 3 11,0 4-11,1 2-11,2 4 22,-1 1-22,2 3-12,0 13 7,3-6-18,0 9-5,2-9-17,2 0-17,2 1-17,2 0-27,3-1-40,2-1-39,3-1-11,3-4-303,14 7 197,-5-11-12,11 3 39,-8-12 85,2-3 94,-1-2 56,-1-6 46,-2-3 21,-4-4 29,-4-3 29,-4-3 150,-2-13-79,-6 4 18,-3-10 16,-3 9 11,-2 1 12,0 0 5,0 2 11,0 3-10,0 2-12,1 3-17,0 3 95,1 1-145,-2 6-107,1 0-5,-1 6-6,1 6-16,0 1 5,1 8-6,1-1 12,1 2 5,3 12-11,-2-7 0,3 9 0,-3-9-6,0-1 12,0 0-6,-1-3-11,2 3 11,-1-8 0,-2 1 39,0-10-17,-2-1 1,1-6-6,3-9-12,0-2 1,3-10-1,-1 3 1,2-3 5,1-1 0,1 0-3397,3-1 3392,0 1-1691,0 2 1685,1 0 11,6-3-11,-5 8 0,5-2 0,-6 11 12,0 3-12,1 3 5,1 2-10,9 9-7,5 10 18,7 15 0,-8 1-6,-6 4 0,-4 4 0,-7-9 2549,2 10-2549,-7-6 6,-3-11 10,-2 3 2618,-2-14-2550,-1-7 11,0-1 6,0-9-34,0-3-4,-1-16-63,0-13 0,5-17 0,1 7-775,6 1 775,-1 15 0,0 2 0,1 1 0,0 4 0,1 3 0,-1 5 0,6-1 0,-3 8 0,5 0-3135,-3 7 3135,2 4-2097,1 2 2097,3 4-629,0 3 629,1 2-278,1 2 278,-2 2 1619,12 10-1619,-9-5 0,7 5 0,2 1 0,3-2-7,-1-1-211,1-6-96,-13-10-112,3-3 1778,10-4-1996,-9-1-73,9-5-1078,-15-2 1201,-1-3 118,-3-3 280,-4 0 194,-1-5 69,-5 3-1828,-2-6 2024,-4 8 2495,-2-6-1979,-4 6 175,0 0-612,-1 2-45,-1 3-34,2 1 3370,-2 1-3432,2 0-16,-1 1-28,2-1-28,-1 2-12,2-1 23,0 0-106,2 1 22,-1-1-45,3 2-28,2-1 12,7-1 5,1 1 11,5-1-11,8-3 5,-5 0-10,7-4 16,-8 1-11,-2-2 0,-1-2 6,-2-2 16,2-8-5,-7 4-6,1-5 6,-8 8-6,-1 0 0,-2 1-11,-1 2 23,-3 2-1,-2 3 0,-1 0 23,-4 3-34,2 2 1,-5 2 4,5 4 18,-8 8-6,-2 9-22,2 1-12,2 5 6,7-5-28,4 1 11,2 16 0,6-10-3447,13 22 3385,2-21-75,1-5 0,2 0-578,10 4 300,14 5-296,-6-13-958,7-3-5298,8-3 6984,-19-9 0,-1 0 0,3 0 0,2-2 0</inkml:trace>
  <inkml:trace contextRef="#ctx0" brushRef="#br0" timeOffset="36570">24346 4293 20947,'19'-49'965,"0"-1"1,-2 5-1,-4 4-293,-7 1-139,-3 2-108,-3 2-89,-3 2-22,-3 4-62,-4 3-50,-3 4-34,-2 4-68,-2 3-10,-2 6-40,-1 2 296,-3 4-318,0 3-581,-1 5 570,0 4-23,0 8 17,-9 18-16,8-2-570,-4 14 569,10-9 1,3 2-1,1 1 23,5-1 98,2-2-115,4-1-11,7 6 11,3-14 0,6 5 0,3-17 28,3-3-23,1-5 103,4-4-80,1-3-28,1-6 39,1-3 790,-2-5-779,1-5-5,-3-2 5,0-4-10,-4-1-224,0-3 246,-3-1 55,2-13-38,-5 10 122,5-17-111,-10 24-6,3-3-72,-5 13-12,-1 3 0,0 2 398,-1 2-398,-2 5 0,0 0 0,-1 4 238,0 2-238,1 4 0,0 4 0,3 13 0,0 9 0,0 2-525,0 2 525,0-11 0,2-1 0,1 0-169,2-2 169,2-2 0,3-3 0,4-3 0,3-2 0,3-5 0,2-2 0,2-3 0,2-2 0,0-4 0,1-2 0,-2-5 0,-2-4 0,-3-3 0,-3-2 0,-4-4 0,-2-1 0,-4-2 0,-2-2 0,-3 0 0,-3-1 0,0 1 0,-3 0 0,1 1 0,-1 1 0,0 2 0,0 3 0,-1 3 516,1 4-516,0 3 178,0 3-178,0 3 0,0 2 0,0 2 0,1 10 0,3 1 0,2 11 0,2 0 0,2 4 0,0 4-530,2 3 530,0 3 0,1 1 0,-1 2 0,8 18 0,-5-12 0,5 13 0,-5-19 0,-5 0 0,-2-2 0,-4-1 0,-11 7-332,-4-14-261,-12 5-600,-2-17-672,-5-4-3999,-4-4 5864,-9-5 0,21-1 0,-1-2 0</inkml:trace>
  <inkml:trace contextRef="#ctx0" brushRef="#br0" timeOffset="37175">26844 4162 25266,'-41'-22'306,"0"1"0,3 2 0,9 4 377,22 10-604,2 4 159,3 2-198,0 7 122,4 7-111,2 9 5,5 9-17,3 7-474,3 10 469,2 5-29,-8-25 1,0 1-3,0 2 0,0 1-497,0 2 0,0 1 497,-1 1 0,0 1-590,0 1 0,0 2 581,-1 0 1,-1 1-678,0 1 1,0-1 671,-2 2 0,-1-1 5,0-1 1,-1 3-15,-2 14 0,-2 1 3,-2-16 1,0 0 2,-2 10 0,-1-2-6,-1-20 1,-1-4-9,-8 23 0,1-13 482,0-11-477,1-11 1,1-9 758,1-6-775,-8-21 22,5-1 0,-8-20 742,6 0-725,4 3 0,0-3-715,3 8 1,0-1 719,-3-13 1,1-2 0,4 11 0,0 0-531,0-2 1,1 0 538,0-3 0,1 0-9,0-1 1,0-1-1,2 0 1,0-2-1,1 0 1,0-2 0,1 0 0,0 0-6,1-1 0,1 0 2,0-1 1,0 1-3,1 1 0,1 0-3,1 1 1,0 1 2,1 3 0,2 0 0,1 3 0,2 1 5,0 3 1,2 2-9,0 4 0,1 0-2,14-19 5,1 8-12,2 9 12,2 8-24,2 7 12,1 5 12,2 7-5,0 2 5,0 7 5,0 4-5,-1 8-119,-1 4 119,-1 5 0,-3 6 0,-2 4 6,-2 5-6,-4 4-6,-4 1 1,-4 1-40,-6-1 39,-3-2 2465,-8-1-2453,-20 10-6,-2-14-1548,-17 6 1536,5-20 24,-2-5-1,-1-4-39,-1-5 303,2-4-371,2-4 37,3-5-932,-5-11-348,14-1-1787,0-11-6390,17 5 9516,5 1 0,2 10 0,2 4 0</inkml:trace>
  <inkml:trace contextRef="#ctx0" brushRef="#br0" timeOffset="37535">27247 3931 24441,'51'29'16,"0"0"1,-3-2 0,-8-2 507,-12-1-513,12 11-6,-12-8 7,6 8-1,-17-14 190,-5-2-150,-6-4 16,-3-2 130,-6-3 55,-9-3-129,-2-3 362,-15-5-368,9-4 12,-4-6 22,9 0-28,4-4-3397,3 0 3386,4-2-269,2-1 253,4-2-2205,3 1 2160,5-1-1085,4 0 1062,4 0-22,5 0 5,2 2-28,4 0 1656,3 2-1673,0 2-39,2 1-22,-1 3 110,2 0-793,13 5 106,-10 2 2288,10 2-2983,-17 4-554,-3 2 1258,-4 2 663,-3 4 0,-10-6 0,-2 1 0</inkml:trace>
  <inkml:trace contextRef="#ctx0" brushRef="#br0" timeOffset="38224">28016 4019 25674,'9'6'16,"4"0"-10,6-2 5,5 2-5,4 0-6,15 3 5,-11-3 7,7 1 4,-16-4 18,-5-2 0,-4 0 27,-2-2 85,-1-5-68,-5 0-22,1-6 34,-5-7-57,-1 2 1,-1-8 22,-6-5 28,-5-2 11,-3 0 45,-2 7 17,3 11 50,0 4 146,-7 1-151,1 4-158,-1 1-21,4 3-6,6 3-12,0 2 1,-4 10-1,1 9-16,-2 12 11,6-1 0,4 2 0,4-8-5,3-1-12,2 0 6,4 0-45,10 10 33,-1-10-33,9 7-78,11-7-90,11-4-345,0-5 434,1-7 12,-17-9-17,-1-3-95,8-7 162,-12-1 39,5-8 23,-11-8 11,-7 3 79,6-31 44,-11 16-28,0-8 452,-6 20-295,-2 11-118,-1 6-22,0 1-28,-1 5 11,1 1-67,-1 4 12,1 3-40,-1 7 5,3 0-22,2 3 23,2-4 0,2 2-12,1 0 17,3 1 0,3-1-11,2-1 17,3-1-6,2-2 40,10 0 61,0-5-23,-1-2 1,-10-7 11,-10-3-23,-3-5 45,1-12-50,-3-8-28,-1-1-28,-1-2-6,-2 9 23,0 0-12,1 2 0,-1 0 6,2 3-11,-2 3 6,3-1-23,-2 8-28,0 1-73,0 7 11,-2 1 6,2 2-168,3 7 28,1 0-89,5 7-141,2 0-268,2 1-433,4 1-799,2 0-7017,3 1-277,-2-2 8987,-2-4 1,-10-4 0,-4-4-1</inkml:trace>
  <inkml:trace contextRef="#ctx0" brushRef="#br0" timeOffset="38478">29225 3892 18319,'-2'-7'2442,"1"1"249,1 6-1263,0 0-591,-6-10-843,5 27-22,-5 3-73,7 19-78,0 4 345,3-11-665,-1-1-1797,5 15 2296,6 3 0,-6-14 0,2-7 0</inkml:trace>
  <inkml:trace contextRef="#ctx0" brushRef="#br0" timeOffset="38695">29408 3666 23629,'-5'-6'1473,"1"0"-1081,4 6 45,0 0-308,-39-62-45,27 43-132,-10-17 1,4 7-60,16 26-16,2 6-6,4 6-44,3 6-80,2 3-105,3 4-1233,10 14 17,-3-7-2074,8 10 3648,-3-8 0,-12-15 0,1 0 0</inkml:trace>
  <inkml:trace contextRef="#ctx0" brushRef="#br0" timeOffset="39084">30021 3915 19089,'-32'-39'78,"0"1"1,3 1-1,3 13 2452,12 27-2513,-5 2-6,-1 6 11,-4 4 6,1 3-5,0 4 1207,1 2-1224,2 1 16,4 2-28,2 1 1,3-1 888,4 1-872,2-3-11,3-1 0,2 0 6,2-3-17,2-1 16,4-2 3302,2-3-3296,0-2 11,2-4 12,-2-3 13,2-3 14,0-2 275,2-3-286,1-4-5,2-4-12,0-3 7,1-3-7,-1-1 1,-1-3-12,-3-2 23,4-15-28,-5 8 0,2-10-45,-8 12 50,0 1-5,-3 4-6,-2 4 28,0 4-33,-1 3 5,-3 3-5,0 2 5,-4 1-34,-7 2 7,3 2-1,-7 0-11,5 4-11,-2 1-29,1 4-206,-5 8 50,7 0-118,-1 5-184,9-3-202,2 1-320,6 0-458,3 0-953,5-2 2459,7 1 0,-8-9 0,0-1 0</inkml:trace>
  <inkml:trace contextRef="#ctx0" brushRef="#br0" timeOffset="39393">30321 3895 21310,'0'-4'2929,"0"1"-710,0 3-2214,-58 1 12,42 9-11,-42 3 16,56 11-5,2-1 16,5 12-16,1-10 11,6 8 11,2-12 12,1-1 5,2-3 5,2-2 102,10-1-68,-6-6 6,8-1 11,-10-7-23,0-4-5,-2-3-16,1-6-18,-3-2 12,1-2-6,-3-3-12,0-2-16,-2-3-5,0-3-3404,-2-1 3403,0-3-1680,-3 1 1664,-1 1-30,-2 3 18,-1 4-16,-3 4-68,1 6-167,-2 2-264,0 5 2232,0 3-6730,0 2 5638,-3 11 0,3-7 0,-3 6 0</inkml:trace>
  <inkml:trace contextRef="#ctx0" brushRef="#br0" timeOffset="39785">31014 3938 20671,'0'-9'2577,"-1"1"-1658,1 8-152,1-69-1926,1 39 1402,-1-12 1,1 1 682,3 18-612,-2 3-45,0 3 244,-1 5-317,0 2-67,-2 3-28,0 3 890,0 0-974,0 4-17,-2 8 5,-1 1-10,-2 9 5,-3 1 5,1 3-5,-1 4 11,1 3-11,1 3 0,2 2 0,2 2-11,1 0-17,5 0 28,2-1-11,13 16 17,-1-14-6,0-6 0,1-1-527,5 2 566,8 10-44,-11-17-1,-3-2-11,-3-4-39,-5-3-16,-3-2-259,-4 1-5,-6-7-134,-4 1-213,-7-7-348,-4-2-705,-5-5-1972,-4-2 3708,-7-9 0,16 8 0,0-2 0</inkml:trace>
  <inkml:trace contextRef="#ctx0" brushRef="#br0" timeOffset="39951">30980 3834 25217,'34'30'112,"-9"1"-107,-34-4-94,0 5-4621,-2 1 3976,-1 4-1456,1 3 1965,-1 8 0,5-22 0,1 0 1</inkml:trace>
  <inkml:trace contextRef="#ctx0" brushRef="#br0" timeOffset="40933">3157 6157 23582,'8'-51'1143,"0"-1"1,-4 6 0,-7 14-1184,-14 30-109,-9 12 226,4 9 83,0 7-561,-2 9 483,-1 7-625,8-6 0,-1 5 527,1 5 1,0 1-721,1 1 0,1 0 754,2 1 1,3-2-55,5-13 0,1 0-39,2 0 0,0 1-361,1-1 1,1 1 352,3 0 0,1 0-46,0 0 1,2-1-68,3 0 0,3 1-743,8 10 1,7 0-2149,9-3 0,4-3-1440,-4 0 1,1-4 4099,4-8 0,-5-7 1,-8-7-1,-10-7 1</inkml:trace>
  <inkml:trace contextRef="#ctx0" brushRef="#br0" timeOffset="42954">4044 6358 19092,'3'-50'756,"-1"0"0,1 5 0,-2 7-252,-3 14-111,-2 6 1360,-1 5-1557,-1 6 472,1 3-606,1 2 251,0 5-290,0 14-12,0 4 0,-1 14 631,1-2-637,-2 4-5,1 1 6,-1 1 0,0 3-6,-1-1-809,1 1 809,0-1-5,-3 15 10,4-16 23,-1 9-28,3-23-133,1-5 166,1-6 6,1-7 57,0-5 253,0-5-276,0-5 789,1-7-811,5-21-29,1 4-656,3-16 657,-2 8-1,1-5 0,1-4-1413,0-5 1414,2-5-18,-6 27 1,0 0 2,1-3 1,1 0 7,0-1 1,0 1-14,2-2 0,0 2 11,0 1 0,2 0-6,-1 3 1,0 0 2,13-21-514,0 7 503,-2 10 0,0 8 0,-1 7-11,-1 7 0,1 4 11,-1 5-11,2 2 11,0 4 0,0 3 0,1 5 11,-2 5 629,-2 4-640,-4 5 0,-4 3 613,-6 5-619,-4 4 6,-9 3-5,-5 2-23,-9 2 33,-6 2-5,-5 2 14,5-13 0,-1 0-22,6-8 0,-1-1-432,-7 7 0,0-1 429,-11 5 11,2-5-224,4-8 246,3-5 6,6-8 17,4-4-6,4-5 11,4-2 29,2-5 680,6 1-714,1-4 1559,5 4-1592,0-1 304,3 2-310,1 0-6,6 1 62,4 1-68,6 1 0,5 0 6,3 2-28,5 0 40,2 3-12,2 1-487,1 1 459,0 0-34,0 2-22,1-1-50,-1 2-85,2-1-72,0 0-123,2-2-236,1 0-213,2-2-218,1-1-359,-1-2-721,1-2-679,-3-2-101,-4-2-750,-4-2 745,-6-3 1703,-6 0 1439,-6-1 2156,-5 0 992,-6-1-169,-3 0-598,-2 0-543,-3 1-466,-2 1 118,-4 0-757,-1 1-218,-2 2-156,-1 0-56,-1 2-102,-1 1-77,1 0-57,1 1-78,1 1-45,2 1-45,3-1-39,2 1-56,2-1 11,2 1-11,6 0 6,2 0-1,6 0 6,2-1-5,2 0 0,3-3-6,0 0 0,1-1 0,-1-2 5,0 0 1,-1-2-17,-2-1 27,0-1-4,-3-1 16,-2 0-6,-2-3 0,-3 0-5,-3-1 0,-2-1 11,-1 0-6,-1 0 1,-3 3 10,1 3 7,-4 2-12,1 3-6,-1 3-5,-1 1 0,-1 3-6,-2 4 6,-4 6-1,0 4-10,-3 7 11,-1 3 0,1 4 11,-6 19-707,8-10 690,-1 13-5,10-16-1,3 0 1,4-2 5,5-2 0,7-3 12,7-2-3170,8-5 3164,8-4 11,6-5-1173,7-5 1173,7-3-1724,3-6 1699,-27 0 0,0-2-6,0-1 0,0-2-39,-1 0 1,1-3 55,11-7 0,-1-2 3,-11 4 0,-1-1-6,7-5 0,-2-1 17,4-12 6,-8-2 5,-6-2-5,-7-3-12,-4-4 6,-5-5-6,-1-6-5,-3-3 6,-1-4 493,-2 30 1,-1 1-526,1 0 1,-1 0 14,0-30-6,1 6 11,-2 5 28,1 9-17,-1 9 12,0 7-17,-1 10 965,-1 5-971,-1 7-17,0 1-5,-3 7 2672,0 3-2661,-2 8 6,-2 7 5,-2 6-37,0 6 32,1 6-6,2 6-6,3 4-16,3 6 16,2 2-3,4-15 1,2 2 8,-1-12 0,0 1 0,4 9 0,1 0-11,7 12-139,2 0 139,4-3-23,4-1-2580,2-2 2541,3-1-39,2-3-223,3-4 128,2-4 28,3-7-90,3-6-73,5-9-33,2-8-177,3-7 261,-1-8 83,-1-7 85,-3-8 39,-5-4 39,-8-5 45,-5-1 45,-9-3 11,-5 0 17,-6 1 17,-4-1 433,-3 2-394,-2 1 16,-1 2 18,-2 2 16,-2 4 6,-2 3 2450,-4 6-2489,-3 3-23,-3 6-28,-2 3 324,-16 9-363,4 3 6,-11 8 569,8 3-598,1 1 7,2 3-18,2 0-16,4-1 10,4 0 678,4 6-694,7-7 0,2 3 218,5-10-218,3-3-5,2-3 22,3-1-12,3-3 6,3-2 12,3-2-12,2-4 11,2-3 6,2-4-11,1-3 0,0-2-2746,0 0 2740,-1-1-119,-3 0 136,-2 3 6,-3 0-6,-3 3 17,-3 2-12,-4 3 1,-2 1-1,-1 3 23,-1 1-44,-2 6 10,-2 1-22,-4 6 11,-1 3 0,0 2-11,0 4 6,2-1-12,2 2 18,3-1-18,1 0 12,4-2 3329,6 6-3329,2-8-1,7 2 1,-2-9 0,2-3 5,3-3-6,1-3 188,15-6-176,-6-2 0,11-8-3398,-11-1 3403,1-3-836,-2-3 837,-3-2-6,-1-2 22,-3-3-6,-2-3 1,-4-4-1997,-1-3 1979,-3-7 7,-1-4-282,-2-8 284,-4 15 0,1-4-8,-2-3 0,0-1-6,0 2 0,0 0-3,-2 5 1,-1 3 25,-1-7 527,-2 9-521,-2 10 2121,0 7-2133,-3 8-6,0 5-5,1 5-11,0 1 452,0 4-463,0 5-12,-2 5-5,0 8 33,-2 7-22,2 7-2252,-1 7 2268,2 5-1252,3 7 1242,1 4-174,1-12 0,2 2 179,0-11 0,0 1 5,1 11 1,0-1-6,4 16-11,2-4-34,1-4-5,3-3-45,1-3-68,1-3-38,1-3-102,-1-3-582,3 7 286,-5-17-22,-1 3 1279,-7-21-1666,-3-5 1973,-1-5-2338,-4-6 68,-3-2 342,-3-7 386,-5-2 325,-1-3 420,-10-10 140,5 5 168,-5-7 1132,1-3-578,8 9-16,-4-9-95,10 12-191,2 1-163,4 3-134,1-1-127,3 3-114,1 1 2425,8-4-2536,10 0-51,4 2-12,4 4-4,-4 7-18,0 1 6,2 3-11,2 1-28,15 0-79,6 1-50,16 0 1054,-12-1-1290,12-2 107,-26 0 151,8-3 79,-18 0 33,0-5 57,-10 1 16,-2-5 168,-11-7-39,-4 2 23,-2-7 50,-2 7 17,-1 0 22,0 3 11,-1 1-3127,0 2 3138,0 2 224,-2-1-212,-1 4-213,0 1-107,2 8 1,3 6-12,0 6-2252,1 7 2269,-1 5-5,1 36-29,4-21-76,1 1 1,2-1-120,6-2-191,4 10-269,0-17-404,1-1-8738,8 6 9209,-8-14 1,0-1 0,-11-15 0</inkml:trace>
  <inkml:trace contextRef="#ctx0" brushRef="#br0" timeOffset="43135">7291 5816 23674,'-27'12'-9831,"6"1"8677,26 12 1,-2-11-1,-2-6 1</inkml:trace>
  <inkml:trace contextRef="#ctx0" brushRef="#br0" timeOffset="43807">7509 6330 24217,'1'-4'2067,"-1"1"-359,0 3-1725,21-40 6,-13 37 22,18-28-16,-13 57 5,-3-5-6,5 9 0,2 0-5,2-1 6,0-2 5,-3-7 16,-6-12-4,-3-2 44,1-4 0,-2-8-12,5-10 12,1-13-33,-1 1 5,1-3-17,-3 9-11,0-2 6,0 1-6,1-1-6,0 2 0,-1 3-10,2 1-18,-1 2-33,3 3-51,0 3-61,2 4-67,2 3-102,1 3-66,1 3-73,2 2-62,1 5-56,0 0-174,2 2-806,10 6-527,4 0 1284,-1 0 167,-3-2 476,-13-5 157,-3-2 45,-4 0 185,-4-2 251,-3-1 270,-4 0 1176,-5-1-1009,-1-1-112,-4 0-134,0-1-106,0-1-56,1 0-51,0 0 314,-3 0-448,4-1-45,-1 0 62,2 0-158,3-1-44,0 0-95,5 0-6,1-2-5,6-1-6,-1 0-6,2-1 6,9-2 12,1-2-1,1-1-6,-4-1 7,-9 1-7,-2-3 6,-2-3 1,-3-3 4,-2-4 7,-3-2 16,-8-13-17,-5 1 1,-3 1-806,-1 8 811,6 13 11,0 3-11,1 3 12,1 4 4,-1 2-4,1 1 4,-7 11-27,5 1 0,-6 12 0,5 3 5,0 5 1,0 25 57,4-13-91,2 19-12,6 0 12,1-13-577,3-17 0,1-1 504,6 14-28,9-3-151,7 0-280,8-2-353,9-2-749,-16-20 1,1 0-62,2-2 1,2 0 1705,8 0 0,-1-2 0,3 2 0,-1-4 0</inkml:trace>
  <inkml:trace contextRef="#ctx0" brushRef="#br0" timeOffset="44404">9609 6447 17697,'10'-11'3574,"-3"3"-3064,18-26 0,3-7-1120,-4 2 1010,9-11 0,-1-1 278,-13 4-118,-3 3 403,-6 4-565,-4 5 180,-4 7-326,-4 6-84,-3 6-50,-5 5-51,-5 6-17,-3 2-11,-5 8-2592,-4 4 2587,-3 7-6,-3 7-415,1 5 398,1 6-5,3 4-1,5 2-14,11-2 1,2 2 3,0 10 2,5-11 0,3-2 14,8 0-11,5-3 0,5-3 12,3-3-24,6-4 12,1-4 0,5-5-5,0-3 22,3-5-12,-1-4 12,-1-2 11,-4-6 6,-2-3 38,-3-6 68,1-15-67,-8 5-6,-2-12 6,-9 9-11,-3-2-29,-7-1 12,-2 0-17,-6 0 0,-4-1 2675,-1 1-2697,-3 0 16,1 2-5,-1 1-6,0 2 0,1 3-5,2 4-6,2 5 494,3 3-544,3 4-34,4 2-22,1 3-18,3 1-16,1 3 548,1 3-615,2 4-45,3 3-196,5 2-185,6 2-190,3 1-309,4-1-1836,15 5 589,-9-7-740,10 3-1844,-11-8 4963,2-1 0,-15-5 0,1 0 0</inkml:trace>
  <inkml:trace contextRef="#ctx0" brushRef="#br0" timeOffset="44712">10062 6212 16527,'0'-3'5438,"0"0"-335,0 3-5114,-3-49-12,2 37-5,-3-35 17,7 53 11,2 5 0,5 6 11,3 5-11,4 4-3392,2 3 3392,3 2 12,1 0-212,3 2 205,0-1-5,0 2-790,-1-1 790,0-1-6,-2 0-1949,-4-2 1955,-4-2-11,-5-4 796,-6-4-773,-1-4 2,-5-5 14,-2-4 634,-3-3-611,-2-2 2639,-2-4-2628,0-3 5,0-4-11,1-5 17,2-5-17,1-5-11,3-5-12,3-5 7,5-5 1763,2-2-1775,7-3-938,2 1 921,3-1-5,1 4-23,2 1-5,-1 6-2965,1 4 2864,0 7-1002,1 6 728,0 5-791,2 6 135,2 2 30,1 6-1671,2 3 2694,3 5 0,-15-5 0,-1 1 0</inkml:trace>
  <inkml:trace contextRef="#ctx0" brushRef="#br0" timeOffset="45935">11082 6307 21551,'0'-5'2425,"0"1"-6449,0 4 4388,-18-70-96,10 42 377,-2-13 1,-1 1-450,7 19-39,0 4-23,0 1-11,2 4 815,-2 1-871,1 4 28,-1-1-33,0 4 3182,1 0-3221,0 3 418,2 1-441,0 0 71,-2 0-65,1 0 5,-2 0 6,2 1 5,-1 0-5,1 0-6,-1 0-5,-2 0 5,1 0-11,-2 0 0,2-1 6,-1 1-6,0-1 0,-1 1 5,-3 2-5,1 0 0,-3 2 0,2 0 0,0 1-5,-1 1 5,0 1-6,-5 7 6,3-3 0,-2 6-11,-1 5 11,3-5 0,-3 8 6,4-7 5,-1 1-6,-4 13 1,4-7-6,-1 9 0,7-11 0,3 1-3403,1-2 3403,2-1-248,3-1 243,2-2 10,5-2-16,1-2 17,4-3-1,0-4 18,2-2 27,12-5-16,-4-5 11,25-16-40,-17 0 1,11-12 11,-15 5 2889,-1-3-2873,-4-3 1,-3-3-6,-3-5 0,-3-6-6,-3-5 1,-2-7-15,-6 27 0,0 0-440,0-1 1,0-1 448,2-17 0,0-1-6,-2 12 0,0 0 3,2-12 0,-1 2-6,-2 16 1,-1 3 13,2-26 45,-2-4 1,-3 23 4,-1 0 40,-5 22-72,3 8-24,-4 8-16,3 9 0,-3 9 12,2 4-12,-2 9 5,1 6 92,-1 11-103,3-8 1,0 4-654,1 6 0,1 2 650,-1 0 1,2 0-12,0-1 1,1-2-1238,2-13 1,0-3 1208,0 1 1,1 0-23,0-1 0,1-1-455,6 31 161,1-5-168,4-3-264,-2-19 1,1-1-353,9 15 191,-7-20 0,0-3-769,6 3 1088,0-10-1463,-3-7 471,-1-7 437,-2-6 818,-1-7 576,-2-5 415,-1-7 1827,4-15-814,-3 5 2427,3-10-2566,-6 10-240,0 0-265,-2 1-229,0 0 683,0-10-1020,-2 11-77,2-7 1255,-3 10-1434,0 8 27,0-1-162,-2 12-5,0 1-18,0 4 505,0 0-521,3 1 186,2 2-169,1 2 27,10 4-22,4 1-11,2-2 0,0-2 6,-6-5 0,0 1-1,-1-4 12,2-2 11,5-10-34,0-9 18,3-12 4,-8 2-643,-7-2 643,-7 10-4,-3 0-1,-2 1 34,-6-3-34,0 10 34,-12-3-1,-5 16 24,-12 10-12,5 5 5,-3 9 1,12-2-34,-1 4 0,4 3 611,0 2-617,4 4 1,2 1-3108,4 2 3085,3-1 0,2 0-302,2-2 302,1-2 0,3-1 0,1-1-11,5-3 11,2-1 5,3-3 1,12 3-1,-3-8 2966,11 1-2977,7-9 40,4-6-6,0-3 33,-4-7-27,-16-3 444,-1-3-456,6-11 1,3-7-12,-3 0-902,-3-2 897,-9 10 16,-2 0-11,-2 1 6,-1 1 0,-2-1 0,0 3 28,3-8-29,-3 8-207,2-5 202,-4 10 888,2 1-877,4-1-22,-3 6-6,2 1 12,-4 7 5,0 3-5,4 10 5,1 11-3163,-1 5 3157,0 7-5,-7-4-441,-2 1 441,-2 2-11,-2 1 0,0-1-28,-1 1-169,3 15-884,4 6-806,1-2-3054,4-5-4866,-3-22 10406,0-5 1,-4-10 0,-2-5 0</inkml:trace>
  <inkml:trace contextRef="#ctx0" brushRef="#br0" timeOffset="46383">13109 5731 23527,'-18'-45'476,"1"1"0,1 4 1,1 7 805,1 14-1114,4 9-67,-2 2 167,7 11-235,2 8-5,2 11-22,3 12-713,3 12 718,4 11-695,-3-24 1,1 1 700,2 3 0,0 2-1,1 1 1,1 3 0,-1-1-3,3 8 0,0 1-677,-1-7 1,0 2-1,-1-2 660,0 6 1,0-2-7,-1 1 1,-1 0-15,-1-1 1,-2 0-23,-1 1 0,-3-1-14,-1-1 1,-3 1-29,-4-1 0,-2-1-31,-4 1 1,-4-1-71,-3-2 1,-5 1-659,-4-5 0,-4 2 1,0-2-166,-7 6 0,-3-2-2266,8-8 0,-3 1 0,3-5 3115,-1-2 1,4-5-1,-5 3 1,16-12-1</inkml:trace>
  <inkml:trace contextRef="#ctx0" brushRef="#br0" timeOffset="47818">14243 6394 23153,'-8'2'1383,"1"-1"-812,7-1 1748,0 0-2235,19-59-2546,-3 28 2484,0-9 1,2-1 27,9-2-333,1-2 317,0-5 11,-1-3-23,-2-4-19,-13 28 0,-1-2-546,0 0 0,-1 0 545,-1 0 1,-1 1 20,6-28-12,-5 5 11,-4 9 1,-3 10-6,-3 10-12,-6 9 1471,0 10-1488,-8 11 24,0 10-1,-5 14 0,2 3 0,-1 4-312,4-6 1,0 1 294,-6 14 1,2 3 7,4-11 1,3 0-3,0 1 0,1 1-766,1 0 1,0 1 762,3-3 1,0 1-7,-1 15 1,1 0-604,4-14 0,0 0 603,-1 12 1,1-2-125,2-15 1,1-1 129,0 15 0,0 1 14,0-13 1,1 0 145,0 11 1,1-2-197,2 14-34,3-4-44,0-5-46,1-4-66,-2-7 1383,1 2-1434,-3-17 1721,-1-2-1754,-3-17 520,0-6-505,-3-9 74,-3-6 129,-3-11 67,-3-8 39,-2-7-1060,-2-7 1094,-1-4 22,-2-3-401,0-1 423,-1-2 12,0 1 12,1 1 27,2 3 16,7 18 1,2 0 17,-3-17-40,5 12 1,3 1-46,5-5-862,8-13 807,6 17-12,7-2-5,5-1-17,7-1 11,6 0 0,-19 21 1,1 1-7,2-1 1,0 0-12,1 0 1,2-1-431,12-10 1,1-1 432,-9 9 0,-1 0 6,10-7 0,-1 0 60,-14 12 1,-1 2-52,21-18-1,-6 5 0,-7 4-43,-6 5 37,-7 5 7,-6 5 725,-5 4-743,-5 4 3027,-2 3-3021,-2 2 1022,0 4-1000,-2 3 88,-2 5-37,-6 20-6,1-1-1933,-2 17 1944,2-6 1,2 6-18,-1 4 1,3 5-17,0 2-6,2 1-11,1 0-17,1 0 6,1-2 0,2-3-1,0-2-1387,1-5 1388,1-5-11,-1-5 5,0-5-275,1-7 264,-1-5-11,1-5 33,-1-6 1561,2-3-1505,1-4 1658,2-3-1663,2-5-28,3-5-17,3-6 0,2-4-6,2-5 1,2-4-12,0-1-361,1-3 367,-1-1-6,0 1 0,-2 2 6,-4 4 0,-1 4-6,-4 6 0,-4 4-5,-2 5-12,-3 4 1,-1 3 22,-1 9-12,3 10-5,-1 4-22,4 9 27,6 6-10,0-9-1,5 8 762,-2-14-761,1-2 5,2-2 0,0-3-6,0-3 6,2-3 0,1-4 11,2-3 6,16-7-6,-8-3-1021,11-6 1022,-15-4 4,-1-1-4,-4-5-1,-2-4 11,-3-4-263,-4-3 280,2-22-22,-6 13-1099,-1-12 1104,-5 20 12,-2 5-1,0 3 6,-4 6 6,0 4-602,-3 5 585,-2 5 798,1 3-826,-1 3 243,-2 2-243,0 4 1183,-8 12-1194,5 2 17,-4 10-12,7-3-5,3 2 11,3 4-11,1 0 0,5 3-1,3-1 152,4 0-185,3-3-6,4-2-16,2-3-17,3-3-56,2-3-3270,5-2 3086,5-4-108,5-3-38,4-4-977,4-2 1011,0-2 54,0-4 80,-4-3 67,-3-5 95,-6-3 89,-5-3 51,-6-3 34,-4-1 55,-4-3 35,-3-2 49,-3-1-583,0 0 662,-4 1 239,-1 2-189,-2 3 0,0 2-5,-1 4 2459,0 2-2482,-1 2 1305,0 3-1389,-1 2 1097,1 3-1186,0 1 130,0 4-208,0 3-18,-1 7 12,1 6-6,-3 4 1,2 5 4,-2 3-3396,0 2 3385,0 0-1197,-2-1 1192,0 0-1860,0-3 1860,2-2-260,0-1 265,2-3-5,1-2 0,0-4 1765,3-1-1669,2-7 1081,1-2-1110,3-11-17,2-4-16,2-7 5,4-3 6,2-5 5,1-2 6,1-4-17,1 0 3159,-1-2-3153,1 0 704,-1 2-709,0 1-1,-1 5-21,6-4-18,-8 13 0,5-1 0,-9 12 0,0 4 0,-1 4 0,1 6-3392,0 6 3318,1 4-1578,-1 4 1272,1 2-2129,-2 3 1059,3 3-2080,1 4-6193,0-3 9723,0-3 0,-7-14 0,-4-8 0</inkml:trace>
  <inkml:trace contextRef="#ctx0" brushRef="#br0" timeOffset="48566">18198 6198 21965,'0'-10'2392,"0"2"-1159,0 8-769,0 0-122,1-61-512,-2 45 293,0-45-56,-1 62-33,-3 5-1,1 5-10,-1 7 67,-4 22-67,2 9-35,-1 3-879,4-2 824,4-14-84,4-1-174,4 0-496,4 1-2002,17 13-314,-5-14-6694,10 7 9342,-13-22 1,-10-10-1,-4-4 1</inkml:trace>
  <inkml:trace contextRef="#ctx0" brushRef="#br0" timeOffset="48920">18514 5839 25853,'-48'-37'231,"-1"0"1,5 4-1,9 15-220,22 25-16,5 9 16,7 7 0,2-4 6,4 7-6,3-7-5,3-1 5,2-1 0,2-1 17,10 2-17,-5-5 12,7 0 10,-9-8 7,-1-1 16,-1-2 0,-2-2 16,-1-4 18,-2-1 78,-1-11-39,-3-6-68,-2-3 12,-3-1 39,-8-3-56,1 6 6,-6-4 11,-2 5-57,3 9-21,-1-1-29,2 11 6,3 3-56,0 6-207,3 14-11,1 0-236,3 12-2011,14 13-347,2-9-6323,8 11 9219,-5-20 0,-9-13 0,-5-5 0</inkml:trace>
  <inkml:trace contextRef="#ctx0" brushRef="#br0" timeOffset="49250">19014 6432 24517,'-10'-50'276,"1"0"1,0 3-1,3 4-113,5-2-46,2-4-1475,4-5 1442,2-3-11,4-3-433,-5 28 1,1 0 384,0-1 0,1 0-3,0 0 1,0-1-674,3-16 0,-1 0 668,-3 12 0,0 1-3,2-11 0,-2 1-92,-1-10 128,-3 7 826,-1-3-820,-3 20-12,-1-1-21,-3 23 1139,-1 6-1150,-2 5 3102,-3 7-3109,-3 7 2,-4 10-7,-1 7-1390,-2 9 1390,0 7 0,0 7 0,12-23 0,0 1 0,0 1 0,1 2 0,0 1 0,2 2 0,-1 1 0,1 1-514,1 1 0,-1 0 514,2 1 0,0 1 0,0 1 0,1-1-674,1 2 0,0-1 656,1 0 1,0 0-8,2 0 0,1 0-12,0-2 1,3-1-31,1-1 0,1 0-17,3-2 0,1 0-42,1-2 0,2-2-551,3 0 1,1-1 278,1-3 1,3-2-239,1 0 1,2-2-433,0-3 1,2-1-2512,0-3 0,0-1-5679,21 10 9584,-8-10 1,-19-8-1,-9-6 1</inkml:trace>
  <inkml:trace contextRef="#ctx0" brushRef="#br0" timeOffset="49436">18719 6190 24149,'-34'-42'207,"0"0"1,2 4-1,14 6-134,27 20-34,9 0-17,7 1-10,8 1-18,8 2-28,7 0-27,10 3-1111,-26 3 0,1 0 1038,3 1 0,1 0-138,4 0 0,0 1-238,2-1 1,2 1-429,0 0 0,4-1 695,4 1 0,3 0 1,-6-1-1,-14 1 1,-1-1-1,18 1 1,-1-1-1</inkml:trace>
  <inkml:trace contextRef="#ctx0" brushRef="#br0" timeOffset="49808">21561 6387 20454,'23'-39'624,"1"0"1,-1 0-1,10-16 1,-7 6-76,-8 4-89,-4 1-516,-3 6 381,-1 5-45,-2 5-39,-2 6-67,-3 7 640,-1 5-753,-1 6 341,-1 2-402,-2 8 504,-2 5-499,-4 7 6,-2 9-11,-2 4-739,0 6 734,-1 2-40,1 2-17,2 1-83,2-1-163,3-1-3183,3 0 2325,2 0-1029,4-2-7636,2-3 9542,1-8 0,-3-13 0,-1-6 0</inkml:trace>
  <inkml:trace contextRef="#ctx0" brushRef="#br0" timeOffset="49983">21893 5693 17047,'-26'-39'-10,"0"0"1,0 0 0,11 16 2321,18 27-2575,10 12-308,2 4-757,10 12-490,-1-3-6774,0-2 8113,-2-3 1,-11-11 0,-4-5 0</inkml:trace>
  <inkml:trace contextRef="#ctx0" brushRef="#br0" timeOffset="50408">22522 5877 21865,'-34'-41'315,"0"0"1,3 3-1,5 8-119,12 19-56,2 3 1769,3 2-1870,3 3 690,3 2-718,0 3 404,3 5-404,0 5 1272,3 20-1283,2-2 0,5 15 11,3-10-243,1 3 232,4-1 0,2 1 0,2-1 6,1-1-12,0-1 12,0-1-3332,-1-1 3320,-2-4-291,-4-2 292,-4-5 5,-2-4-6,-6-3 0,-1-4-16,-4-2 136,-4-3-170,-4-3 3225,-4-2-3242,-3-3 388,-14-9-383,6-1 1,-10-10 17,8 3 22,0-4 17,1-5 16,0-2 6,2-5-343,3-1 354,0 0 6,4 2 11,1 2 23,3 6 0,2 3 10,2 7 1,2 3 0,0 3-34,0 4 6,1 2 310,0 2-355,0 2 11,1 3-22,-3 5 11,-5 18 11,2-2-22,-3 14 5,3-7-10,2 4-1552,3 2 1478,1 2-106,3 1-246,0 0-454,4-1-858,2-2-5487,4-2 7241,2 3 0,-4-19 0,-1 0 0</inkml:trace>
  <inkml:trace contextRef="#ctx0" brushRef="#br0" timeOffset="51243">24172 5973 15059,'-1'-4'3747,"0"1"2420,1 3-5825,-7-58-213,6 43-34,-6-43 28,7 58-145,0 0 28,0 2-1,-1 0 18,1 3-18,0-3-22,0 2 17,0-2 0,0 0 6,0 1 0,0-1-6,0 0-23,0-1 23,0 1 11,0-1-11,0 0 0,0 1-11,0-1 39,1 0-22,1 1-34,1-1 22,0 0-5,-1 0 17,1-1-12,-2 1 12,1-1-6,-1 0-56,0 2 44,0-1 24,-1 0-24,0 1 7,0 0 5,0 0-51,0 0-16,0-1-118,0 0-11,0 2-476,1 1 95,2 0-252,1 2-2279,5 1-522,-3-1-4710,3 2 8340,-5-3 0,-2-2 0,0-2 0</inkml:trace>
  <inkml:trace contextRef="#ctx0" brushRef="#br0" timeOffset="51599">24145 5997 17260,'0'-6'5932,"0"2"-6661,7-25 0,3-8 1373,0 6-398,1-10 1,2-1 156,-1 11 298,-1 1-404,-1 3 0,-2 2-51,-2 3 427,-2 2-472,-2 5-38,-1 3-23,0 2 33,-1 3 1019,0 7-1192,-1 5 12,-1 10 10,-3 7-5,-1 7-6,-3 7 23,0 7-642,1-9 1,0 2 607,-4 20-6,4-19 1,1 0 5,-1 15-6,3-15 1,2 0-18,-2 19 6,3-20 1,1-1-51,0 12-40,2-3-78,2-1-521,6-11 1,1 0-2098,6 5 1622,15 12-438,-9-35-6025,14-7 7644,-2-8 0,-6 0 0,-12-4 0</inkml:trace>
  <inkml:trace contextRef="#ctx0" brushRef="#br0" timeOffset="52611">24605 6083 20851,'6'-47'959,"-1"0"1,0 6 0,-1 5-350,-3 13-117,-1 5-107,1 4-60,-1 4-52,0 2 85,0 2-203,0 3-139,-1 1 0,-1 2-6,-2 1 12,-2 3-1,-12 8-11,-9 8 6,-3 2 0,-4 3-976,6-6 987,-1 0-11,-1 1-6,1-1 11,1 0-314,3-2 303,5-1-11,3-1 0,5-1 12,3-2-7,4 0 946,3-1-940,6 5 22,11 0-16,3 0 6,8-5-1,1-6-5,3-2-6,6-1 23,1-1-46,22-3 12,-14-1-1516,15-3 1510,-20-1 12,-1-2-2802,-2-2 2802,-3 0-109,9-9 109,-4-6 0,-3 1 16,-10-2 0,-13 7 57,-1-7-23,-4 7 11,-2-4 1223,-4 8-1105,-1-1 3230,-1 6-3314,0-2 217,0 9-217,-1 0-17,0 2-45,-1 1-17,0 1-33,0 2-6,-2 4 17,0 4 0,-2 6 6,-2 5-1,0 3-5,-1 3 0,2 1 6,-1 1-426,2 1 420,2-1-6,1-1-5,2 0-23,0-3 29,2-2-1,1-2-16,5 3 5,-1-8 6,3 1 5,-4-11 454,0-3-436,0-2 10,4-9 23,-2-2-34,4-9 0,-2-3 0,1-3-22,1-5-335,2-3 357,2-3-990,2 0 973,1 2 17,1 2 6,-1 4-6,0 3-309,-2 5 303,0 4-5,-3 4-5,-1 5 33,-2 3-34,0 3 310,-2 3-304,1 3 983,0 4-989,0 6 366,4 14-410,-4-4 39,2 10 5,-4-8-11,-1 0-22,0 0-6,0 0-16,0-2-23,2-2-6,1-2-44,3-3-62,4-2-34,4-3-11,4-3 17,5-2 28,3-4 45,2-1-724,1-3 769,1-5 50,-2-1 34,-1-6-18,-3-2 46,-3-3 11,-4-2 0,-1-4 27,-3-2-4,-2-1 27,-1 0 11,-1 1-254,-3 1 294,0 2 10,-4 4 12,-1 2-5,-2 3-6,-3 3 722,-1 3-767,-1 2 267,-1 3-329,-1 0-16,-1 2-1,-3 2-10,-2 3 5,-2 4 5,-1 3-5,-2 3 28,1 3-28,0 2-5,1 4 5,2-1 0,1 2 0,3-1 5,3 0 1,1-2-17,3-2 11,3-2 5,6-2 1,5-2-12,4 0 12,5-4-1,4 0-5,2-5 0,2-1 6,1-3 22,10-3 34,-13-3-18,5-4 7,-17-3 5,-2-2-11,-2-3 22,-2-1-6,-2-5-5,-3-1-11,-1-3-6,-4 0 6,-1 0 6,-2 1 5,-4 1-6,-1 3 6,-4 1 45,-5-3-51,1 7-16,-4-2-23,5 10 11,0 2-27,0 3-1,0 2-5,-1 1-11,0 5 10,-2 2-4,-2 5-29,0 3-17,0 2-33,1 4-39,2 1-74,3 2-94,2 3-135,4 1-168,3 0-100,3 1-321,5 0-463,5-3-606,7-2-2386,4-2 4243,6-1 0,-13-9 1,0-2-1</inkml:trace>
  <inkml:trace contextRef="#ctx0" brushRef="#br0" timeOffset="53133">26426 6087 26217,'24'-38'393,"0"0"1,0 2 0,-9 10-226,-15 24-67,0 0-67,-2 2-29,0 0 1,-4 3 5,-2 2-11,-2 3 0,0 3-5,-2 3 5,1 1 5,2 2-10,0 0 5,4 2-17,1-1 6,3 0 5,3-1-5,3-1 0,2-2 5,4-1-11,1-4 23,3-1-17,6-2 16,-3-3-10,4-1 10,-7-2 6,-1-3-5,0-2 5,1-4 6,-1-3-6,2-2-5,1-2 11,1-1-17,0-2 5,0 0 6,0 1-5,-1 2 5,0 1 0,-4 3 1,-2 3-1,-3 3-17,-4 2-27,-1 3-35,-2 0 52,-1 8 16,-1 1 5,-1 10 1,-1 1-17,-1 4 5,1 2 0,1 0 12,1 1-3404,1-2 3398,3-1-2274,3-1 2258,3-3 16,11 4 0,-3-8-6,9 0 12,-5-8-6,1-4 16,2-1 1,0-5 11,2-3-5,-2-5-1,2-3 6,-3-4 17,8-16-17,-10 3 0,5-13 0,-12 8-11,-1-3 50,0-16-1528,-5 12 1528,-1-10 0,-5 20 1506,-1 3-1522,-4 3 2251,0 4-2274,-4 2 5,0 5-16,-1 2-6,1 4 3364,-2 2-3408,0 3-23,0 3-23,-2 0-44,-3 4-78,-2 3-707,-11 14-1584,0 11-1183,2 4 3675,5 9 0,15-25 0,2-1 0</inkml:trace>
  <inkml:trace contextRef="#ctx0" brushRef="#br0" timeOffset="53578">27490 6020 24038,'-1'-5'1876,"0"0"-274,1 5-1395,13-63-67,-7 44-95,1-16 0,1 5 16,-4 25-33,-2 2-28,0 2-16,-2 0 16,2 8 0,-2 3 28,1 21-12,-1-3-16,1 12 12,-4 8 4,-2 0-21,-4 11-1,1-17-16,1-10 22,3-15 0,0-4 17,2-3 27,0-5 147,1-2-85,0-3-39,1-4-22,0-4-6,2-4-11,0-6 6,2-4 1,7-21-35,6-10-928,-4 18 0,0 0 928,11-21 0,3 9 0,-9 19 0,2 5-1142,-4 4 1142,0 4 0,-3 5 0,-1 3 0,0 4 0,-1 2-168,9 5 162,-2 4 12,8 6-2378,-4 5 2316,2 3-720,0 6 647,0 3 0,6 21-370,-9-9-201,3 14-642,-15-25 1,-1-2-1958,5 17-6532,2 10 9591,-6-26 1,-5-15-1,-1-7 1</inkml:trace>
  <inkml:trace contextRef="#ctx0" brushRef="#br0" timeOffset="54392">29516 5864 17705,'0'-6'2196,"0"1"-5188,0 5 3670,33-67-124,-20 43 392,7-14 0,-1 0-162,-5 14-498,-6 6 811,0-5-912,-6 9-29,-1 1-1,-1 3-49,-3 3 3382,-7 2-3460,-3 3 5,-9 6 40,-17 14-34,4 1-3062,-17 12 3046,10-5 38,-2 5-33,0 2 0,2 2-206,16-9 1,1 2 177,4-1 0,2 2 0,1-2 0,2 1-11,0 19 11,15-18 0,6-3 0,10 3 28,11-8 39,14-4 11,8-19 1,6-15 1945,-9-6-1990,-1-6 5,-14 4 0,-1-3 11,-2-2 6,-3-2 0,-3-2-5,-3 0 72,2-15-33,-9 15 59,1-6-37,-8 21-28,-2 4-17,-1 7-5,-1 2-40,-1 4 897,-1 3-913,-3 4 459,-3 3-460,-4 6-5,-3 5 23,-10 15-12,6-6-1457,-4 11 1446,11-11 0,3 2 0,4-1 0,2 0 0,4-2 0,4-1-11,11 6 5,0-9-432,9 5 443,-4-14-5,3-3 17,16-4-6,-6-3 0,11-5-5,-10-6 5,-1-5 40,15-14-23,-14 3 5,8-11 34,-5-11-39,-12 8-5,7-15-620,-13 13 608,-2 0 1007,5-15-979,-2 2-5,-1 2 58,-5 16 1,0 5-82,-6 9-11,8-13-11,-18 38 473,-1 4-462,-2 8 11,-2 4 0,-2 6-16,0 3 10,-1 4 1,2 0-12,2 3 12,2 0 722,3 1-733,4 0-1,6 0-5,7 0 2,5-4 1,2 0-3050,5 8 3038,-6-10 1,-1-2-54,-7-4-55,-6-3-80,-6-5-55,-11-1-84,-8-4-779,-35 2-1048,13-8 1,-2-1 2055,-7 0 0,2 0 1,11-2-1,4-1 0,-8 0 1</inkml:trace>
  <inkml:trace contextRef="#ctx0" brushRef="#br0" timeOffset="55934">3426 8170 13185,'-10'-45'1077,"-1"1"0,1-2 1,1 8 1948,4 14-2684,-1-2 1294,3 18-1485,1 3 769,-1 3-887,2 7 3295,-2 3-3261,1 8 23,-3 7 5,0 7 95,-4 23-139,2-10-3050,0 18 3022,4-18-6,2 0-410,2-2 405,4-1-7,9 9 1,0-14-1,9 5 12,-3-18-11,2-4-37,2-6 54,0-4 27,2-4 12,0-6-17,1-6 1876,0-5-1876,1-8-6,-1-3 11,0-5 271,-2-2-220,7-21-34,-10 12-2481,1-16 2492,-12 17-5,-4-1-6,-3 1 12,-3 3 5,0 1-6,-3 4 709,-2 4-731,-2 5-28,-1 4 195,1 4-206,0 5 2887,2 3-2915,0 4-2,0 1-10,2 5-16,1 2-28,0 5-40,2 5-61,2 2-100,3 3-690,11 12 168,-1-6-325,8 8-537,-4-11-2024,1 0 3676,5 2 0,-13-12 0,0-2 0</inkml:trace>
  <inkml:trace contextRef="#ctx0" brushRef="#br0" timeOffset="56575">4222 8118 26766,'-54'25'123,"10"0"-101,36 3 1,0 1-7,0 2 7,2-1-519,-1 1 502,2 1 190,-2-2-191,0 0 1,0-1 11,-1-4-23,1-2 17,1-5 23,2-4 112,1-5-56,1-4 140,1-2-141,0-9 221,3-2-265,0-9 5,2-1-22,3-4 0,2-2 17,10-19-39,-3 9 33,8-12-11,-3 15-474,1 1 468,2 2-16,1 2-1,1 5 1,0 4 0,-1 4-6,-2 5 0,-2 4 11,-1 2-11,-1 5 0,-1 2-6,5 14 1,-6-2 16,3 10-11,-8-3 5,-1 2-16,-2 3 469,-1 0-470,-2 1 29,1-1-11,0-1-17,0-1 11,2-3-12,-1-2 7,3-4 33,-1-4-28,3-3 0,0-4 11,0-4-11,0-4 17,8-11-17,-4-1 17,5-10-1,-6 0 7,-1-2 16,0-2-5,-3-3-1,-1-2 6,-5-2-385,-1-2 346,-3-1 34,-1 0-17,0 2 28,-1 1 16,-1 4 62,-3-5-72,1 12 5,-3-3-6,2 13-38,0 4-12,1 1 0,0 3 0,1 2 0,0 1 386,2 1-386,0 7 0,4 1 0,0 7 0,4 1 0,2 4 0,2 2 0,2 2 0,2 3 0,2 1 0,0 1 0,0 1-3392,1 1 3392,-1-1 0,0 1 0,-2-1 0,-2 0-24,-5 0-4,-4-1-28,-4-2-151,-15 11-11,-1-10-74,-16 6-839,-10-6 39,7-9-958,-11 3-4795,15-14 6845,0-3 0,14-2 0,2-2 0</inkml:trace>
  <inkml:trace contextRef="#ctx0" brushRef="#br0" timeOffset="56833">5443 7697 22867,'0'-3'2235,"0"0"162,0 3-2346,-18 29-1,12-3-230,-3 12 1,0 3 223,8 13-258,1-16 0,0 0 226,0 19-1,2 3-23,2-16 1,1 1-6,0-10 1,1 0-449,3 12 1,2 0 410,-2-13 1,1-2-76,1 1 1,0 1-679,6 12 1,0 0-68,-5-12 0,0 0-647,4 9 1,-2-1 1520,3 17 0,-9-28 0,-2-3 0</inkml:trace>
  <inkml:trace contextRef="#ctx0" brushRef="#br0" timeOffset="57800">5236 8460 24116,'-7'-46'332,"0"0"0,1 4 1,3 7-243,8 16-5712,5 1 5639,6 4 1403,23-3-1420,-4 7 557,20 0-552,-9 6-5,3 1-5,2 2-7,-16 1 1,1 0 22,19 0-14,-20 0 1,-2 0 19,12 0-12,-5 0-5,-4 0 11,-5-1-11,2-3 45,-13 0 6,0-2 11,-14 0 3258,-3-2-3286,-4-1 16,-4-2 12,-3-3 16,-5 1 51,-1-2 207,-10-1-118,4 4 12,-7 1-34,7 7-17,-3 2-50,1 2-45,-1 4-17,0 2-33,0 6-6,1 3-17,2 3 442,-1 13-430,8-7-12,1 11 0,9-11-11,2 0-6,2 0-10,9 7 21,0-9-10,9 4 16,-3-12 0,15-2 11,-6-6 23,11-1-28,-9-8 5,-1-2 1,0-5-1,-1-4 12,-2-4 11,0-4-17,-3-1 5,-1-3 62,3-13-33,-7 9 5,1-9 17,-9 14 11,-1 3 23,-1 2 0,-2 2 5,-1 4-17,-2 4-26,0 2-80,0 4 0,0 2 0,0 1 0,-1 9 0,-1 0 0,0 10 0,-1 0 0,1 4 0,-1 3 0,1 3-46,1 16-55,1-11-50,0 10-73,3-15-95,0-1-68,5-2-72,1-2-224,5-1-213,2-4-270,3-4-312,3-4-231,2-5-351,2-5-192,0-7-258,-1-3-1427,12-16 3074,-10 3 1093,5-12 879,-14 7 2683,-1-20-1759,-7 9-202,-1-16-641,-6 12 78,-2 12 1,0-2-312,-1-1 1,0 0-328,1-6 1,-1 1-144,0-18-61,0 15-68,-1 21-78,1 5-45,-1 4-67,0 5-56,1 3-28,0 2-50,-1 1-45,2 13 22,1 2 0,3 14-16,2 2 5,2 6-6,4 25-3262,-3-11 3259,-4-17 1,0 1 14,0 13-37,-1 0 36,-3-1-634,0-1 641,-2-1-18,0-1 23,0-4 5,0-2-5,-2-5-6,0-4-16,0-6-1,-1-5 101,-1-5-33,2-6 2977,-2-6-3011,3-7 0,-1-7-5,2-3 399,0-19-394,3 7 17,2-14-6,10-5-22,-1 11 1013,7-11-1013,-4 17-6,3 3-11,0 4-11,2 4 22,10 2-39,3 8 0,10 11 22,-11 8-450,-2 11 451,-12 0 10,0 3 7,-1 1 16,-2 2-17,1 12-11,-6-7-11,-3 6 5,-10-2 6,-7-10-17,-7 4-5,-6-11-6,-5-3-11,-5-2-12,-6-2 7,-4-3-312,-3-2 123,12-4 1,-1-2-322,-15 0-516,-13-5-8761,18-8 9296,17 3 1,4-2 0,17 8 0</inkml:trace>
  <inkml:trace contextRef="#ctx0" brushRef="#br0" timeOffset="58184">6979 8622 22174,'31'-49'56,"0"0"0,-1-2 0,-4 2-45,-12 17 0,-2 1 0,-1-3 1,-1 0-1210,0-19 1215,-1-4 11,-3-4 485,-4 29 1,0-1-500,0-15 0,-1-2-6,0-1 1,-1 1-4,-1 1 1,0 2 219,-1-1 0,-1 5-225,-2 4 12,-2 0 1094,2 24-1106,1 5 2702,1 4-2702,0 5 797,1 5-797,1 5 0,0 19 0,1 0 0,3 16 0,0-12 0,0 2 530,4 21-530,-2-16 0,1 1 0,3 18-23,2 2 3,0-18 1,0 0 2,-1-10 0,0 0-650,3 8 0,2 0 577,7 12-95,3-2-140,-1-5-184,4-2-314,-2-5-427,0-4-1063,-1-5-6346,-3-7 8659,-5-7 0,-8-7 0,-4-5 0</inkml:trace>
  <inkml:trace contextRef="#ctx0" brushRef="#br0" timeOffset="58520">7538 8247 22615,'-2'-3'2397,"0"1"-167,2 2-2208,-1-11 6,9 10-6,3-10-10,10 13-12,3-2 11,13-6 17,1-3-6,1-4 1,-8-3-260,-12 3 265,-5-3 34,1-12-1,-7-5-27,-1-1 16,-8 1-5,-3 12 0,-3 4 11,-1 2 28,-2 3 95,-5 0 203,4 6-298,-5 0 0,5 5-17,0 1-22,-1 2 0,1 3 5,-7 12-33,3 0-6,-3 9 6,7-3-259,3 2 236,0 2 17,3 3-22,1 2 6,1 2-12,2 1 0,2 1-173,12 14-46,1-12-184,12 8-347,-1-16-1360,3-4-1587,2-4 3714,6-1 0,-17-10 0,0-3 0</inkml:trace>
  <inkml:trace contextRef="#ctx0" brushRef="#br0" timeOffset="59376">9773 8124 25298,'0'-48'405,"1"0"0,-1 4 1,-1 5-143,-3 8 129,-8-16-247,-1 10-2242,-5-8 2203,3 19-5,0 6-17,0 4 649,3 6-711,-2 4 330,4 7-363,-2 4 11,4 7 11,0 5-28,1 6 23,0 5 1164,2 5-1187,2 5-540,4 2 545,4 3 1,4 1 11,7 1 0,-3-13 0,2 1-1615,3 1 0,1-1 1609,0 0 1,0 0-4,0-3 1,0-2-134,8 9 142,-1-2-11,-1-2 11,-1-5 22,2 6-22,-10-12 11,-2 1 337,-12-14-342,-5-4 3342,-4-2-3331,-6-1 216,-5-3-227,-4-2 11,-3-4-23,-3-2 23,-2-4-17,-2-1-23,-2-3-750,0-3 733,1-1-44,1-2-50,4-1-68,4 1-145,7 2-613,6 5 271,5 4-185,4 3-258,6 4-105,4 2-231,6 1 374,6 1-771,6 0-79,4-1 236,5-1-158,1-1 1081,4-1 444,0-2 234,1-1 118,0-1 113,1-2 150,0-1 292,-2-1 375,-3-2 152,-3 0 386,-2-1 72,-3-1-55,-4 0-57,-2 1-173,-5 0-162,-2 0-197,-6 2-201,-2 1-113,-5 0-116,-1 2 1078,-4 1-922,-7 1-415,-1 3 204,-7 2-243,2 3 101,-10 6-190,6 1-40,-5 5-27,8 1 33,2 1-45,3 3 0,2 2-5,4 3-6,1 0-3392,3 3 3392,2 0-741,4 0 724,3-1-437,4 0 449,3-2-206,2-1 211,4-2 0,2-1 0,2-3 12,3-2 16,0-2-28,1-3 28,-1-2-12,-2-4 1,-3-1 39,-4-5 6,-3-2-6,-5-5-11,-3-1 2696,-3-5-2708,-3 0 18,-5-4-18,-3-2 6,-4-3 12,-5 0-6,0-2 5,-3 1 12,1 1 987,0 3-1004,2 2 5,1 4 704,1 4-749,2 2 377,1 4-393,3 2-11,2 3-29,1 1-33,1 2-95,2 3-67,0 2-219,3 3-342,3 4-638,5 0-1534,6 2-6650,1-1 9629,1-2 0,-9-6 0,-3-2 0</inkml:trace>
  <inkml:trace contextRef="#ctx0" brushRef="#br0" timeOffset="59983">10681 7999 28322,'-24'-16'-11,"8"10"6,32 31-7,2 3 12,0 1-11,7 15 6,-8-10-18,6 10 23,-9-16 11,-2 0 6,-4-4 6,-2-1-12,-4-5-11,-3-1 0,-4-4 22,-3-4 1,-2-3 16,-2-3 0,0-2-17,1-5 23,2-3 0,1-5 61,3-15-93,2 1-13,3-11 0,5 5 0,5-2 0,15-15-3392,-3 14 3379,13-9-93,-6 21-59,2 3-322,16 2 117,-12 7-95,11 2-106,-17 7-869,11 3 516,-10 2-190,7 2-175,-12 0-111,-2 2-6,-1 0-862,6 2 1545,-8-2 354,2 1 498,-12-3 3872,-5-2 373,-3-2-2812,-5-6-274,3-1-325,-4-7 359,7-13-835,2 2-33,4-13-34,2 5-79,0-7-2204,-1-3 2053,0-5-55,0-4-1,-2-5-11,-1-2 6,-1-2-31,-4 20 1,-1 0-2790,1-16 2691,-1 23 0,-1 2-1800,0 0 1800,-1 9 0,-1 6 0,0 7 946,1 4-946,-1 3 2269,2 3-2269,-2 6 3392,-3 18-3392,2 5 0,-3 18 0,2 1-972,0 7 972,2-24 0,0 0 0,0 2 0,0 1 0,0 2 0,0 1 0,1 1 0,-1 1 0,1 0 0,0 1 0,0-1 0,1 2-609,-1 17 0,2-1 609,0-14 0,2 0 0,1 4 0,1 3 0,1-4 0,2-6 0,1-1 0,4 12 0,0-3 0,-2-17 0,0-3-321,12 23-188,0-9-354,0-12-453,1-11 1316,13-12 0,-20-5 0,8-5 0</inkml:trace>
  <inkml:trace contextRef="#ctx0" brushRef="#br0" timeOffset="60157">11250 8001 24004,'-3'-3'2218,"1"0"-403,2 3-1798,8-62-17,2 43-12,-2-15 1,4 3-45,12 27-151,6 2-325,5 3-829,7 4-4509,5 3 5870,11 6 0,-28-7 0,0 1 0</inkml:trace>
  <inkml:trace contextRef="#ctx0" brushRef="#br0" timeOffset="60326">11860 8221 27656,'-4'-3'1002,"1"2"-3958,3 1 2956,-15-49 0,11 36 0,-12-36 0</inkml:trace>
  <inkml:trace contextRef="#ctx0" brushRef="#br0" timeOffset="63218">5120 9276 4397,'-48'1'309,"0"1"1,0-1 0,0 0-1,-1 1 1,1-1 0,-3 0 0,-5 1-108,4-1 1,-5 0 0,-3 1-1,-3-1 1,1 1 0,0-1-1,3 0 112,-1 1 1,1-1 0,2 0 0,-1 0-1,-1 1 1,-1-1-314,1 0 1,-2 0 0,0 0 0,-1 0-1,1 0 1,2 1 0,4-1 84,-5 0 0,3-1 0,2 1 1,2 0-1,3 0-63,-11 0 0,4 0 0,1 0 49,1 0 1,1 0 0,0 1-235,3-1 0,1 1 1,1-1 205,3 1 1,1-1 0,0 0 19,-16 2 1,2-1 10,7 0 1,1 1 28,8-1 0,1 1-15,8-2 1,2 1 962,-15 3-784,21-2 1395,17 0-1378,22 1-55,17 2 11,21 0-96,-17-2 1,1 0 55,7 1 1,3 0 41,5 0 1,3 1 401,7 0 1,3 0-469,-17-1 0,1-1 1,1 0-476,3 0 1,2 0 0,5 0 442,-6-1 1,5 0 0,3 0 0,-1 0-1,-2 0-386,3 0 1,-1-1 0,0 0-1,4 1 276,-9-1 1,3-1-1,2 1 1,0 0 0,-1 0-1,-2-1-4,0 0 1,-1-1-1,-1 1 1,0-1-1,1 0-8,3 1 1,1-1-1,0 1 1,1-1 0,0 0-76,3-1 0,0 1 0,0-1 0,1 0 0,0 0 64,-8 0 0,-1 1 0,1-1 0,0 0 1,1 0-1,-1-1-9,3 1 0,-1-1 0,1 0 0,0 0 1,0 0-1,1 0 6,0 0 0,1 0 1,0 0-1,0 0 1,1 0-1,-1 0-2,1 0 1,-1-1-1,0 1 1,1 0-1,3-1 1,2 1-2,-9-1 1,3 1 0,2 0 0,1 0 0,1 0 0,0 0 0,-1-1 0,-2 1-1,-2 0-3,4 0 0,-2 0 0,-1 0 1,-1 0-1,1 0 0,1 0 1,3-1-1,-5 1 0,3 0 0,2 0 0,0 0 0,1 0 0,-1-1 0,-1 1 1,-3 0-1,-2 0 3,1 1 0,-3-1 1,-1 0-1,-2 0 1,0 1-1,0-1 1,1 0-2,0 1 1,0-1-1,0 0 1,0 0 0,-1 1-1,1-1 1,-1 0-3,8 0 1,1 1 0,-1-1 0,0 0-1,-1 0 1,1 0 0,-2 0 1,0 1 0,-1-1 0,1 1 0,-1-1 0,0 1-4,-1-1 1,-1 1 0,0 0 0,0-1 0,-1 1 0,1 0 2,-3 0 1,1-1 0,-1 1 0,-1 0-1,1 0 1,-1 0 0,9 0 1,-1 1 0,-1-1-1,1 0 1,-2 1-3,-1-1 0,-1 1 1,0-1-1,-1 1 1,0-1 1,-4 1 1,0 0 0,0 0-1,-1 0 1,-1 0-4,10 0 1,-1 0 0,-1 0 0,-1 0 18,-4 1 0,-2-1 0,0 1 1,-1 0-21,10 0 1,-1 0 0,-2 1-6,-6 0 1,-1 0-1,-3 0 1,14 2 0,-4 0 335,-11 0 1,-4 0-344,16 4 1399,-29 0-1394,-27-1 1,-30 0-12,-27-2 485,14-4 0,-4 1-482,-10-1 0,-4-1-6,13 0 1,-3 1 0,0-1 17,-7-1 0,-2 0 0,-2 0-312,11 1 1,-2-1 0,0 0 0,-1 0 313,-4 0 0,0-1 0,-3 1 0,-4-1-183,12 1 0,-5 0 1,-1-1-1,-3 1 0,1 0 1,1 0-1,2-1 183,0 1 0,2 0 0,1 1 0,-1-1 0,-1 0 0,-2 0-60,3 0 1,-2 0 0,-2 0 0,0 0 0,-1 0 0,1 0 0,1 0 0,3 0 58,-6 1 0,1-1 0,2 1 0,1-1 0,-1 1 0,0-1-9,-3 1 1,0-1 0,0 0 0,0 1 0,-1-1 0,0 1 6,-1-1 0,0 1 0,-1 0 1,1 0-1,-1 0 0,0-1 4,8 1 1,0 0 0,0 0-1,0 0 1,-1-1 0,1 1-1,0 0-5,-1 0 0,-1 0 0,1 0 0,0 0 0,-1 0 0,1 0 0,-1 0 3,0 0 0,1 0 0,-1 1 1,0-1-1,0 0 0,0 1 1,0-1-2,0 0 0,0 1 1,0-1-1,0 1 1,-1 0-1,1-1 1,0 1-3,0 0 1,0 0 0,0 0 0,1-1 0,-1 2-1,0-1 1,0 0 1,1 0 0,-1 0 1,1 1-1,-1-1 1,1 0-1,0 1 1,-1-1 1,1 0 0,1 1 0,-1-1 0,1 1 0,-1-1 0,1 1 0,-1-1 0,2 1 0,-1-1 0,1 1 0,-1-1 0,1 1 0,0-1 0,0 1-3,-8-1 0,2 1 0,-1 0 1,0 0-1,-1-1 0,-3 1-2,6 0 0,-3 0 0,-2-1 0,0 1 0,-1 0 1,1 0-1,3-1 0,1 1-2,-4 0 1,3-1-1,1 0 1,1 1-1,-2-1 1,-2 1 2,8-1 1,-2 1-1,-2-1 1,0 0-1,0 1 1,2-1-1,2 0 1,3 0 0,-9 1 1,4-1 0,2 0 0,1-1 0,-1 1-5,3 0 0,0 0 0,0-1 1,1 1-1,0 0 0,-9-1 0,1 1 0,1-1 0,0 1 2,5-1 1,0 0 0,2 0 0,0 0 129,-11 0 1,1-1 0,2-1-126,7 1 0,1-1 0,2-1-6,-14-1 1,4-2 7,11-1 1,5-1-20,-18-8-5,32-4 22,27-2 891,28-2-908,22 0 17,-14 12 0,2 0 419,8 0 0,1 1-408,8 0 0,2 1 0,-14 2 0,2 1 1,0 0-1,6 0 0,1 1 0,1-1-227,5 1 0,1-1 0,2 1 224,-11 1 1,1 0-1,1 0 1,0 0-1,3 0 0,0 1 1,3-1-1,4 0-2,-3 1 1,5-1-1,3 0 1,1 0 0,-2 1-1,-2-1-191,2 1 1,-3 0-1,-1 0 1,2 0 0,3 0 187,-6 0 0,2 0 0,3 0 0,0 0 1,0 1-1,-2-1 0,-3 1-83,-1 0 0,-2 0 1,-1 0-1,-1 0 1,0 1-1,2-1 84,1 0 1,1 1 0,0-1-1,0 1 1,0-1 0,0 1-1,2-1 1,1 1 0,-1 0-1,1-1 1,-1 1 0,1 0 0,0 0 1,1 0 0,0 0-1,0 0 1,0 0 0,0 0 1,1 0 1,0 0-1,1 1 1,-1-1-1,0 0 1,1 1-3,-9 0 1,0-1 0,0 1-1,0 0 1,0 0 0,0 0-1,0 0-2,0 0 0,0 0 0,0 1 1,0-1-1,1 0 0,-1 1 1,0-1-4,0 1 1,0-1 0,1 1 0,-1-1 0,0 1-1,0 0 1,0 0-4,9-1 0,-1 1 0,1 0 1,-1 0-1,0 0 0,0 0 5,0 0 1,-1 0 0,0 0 0,0 0 0,-1 0 0,1 0-1,-2 0 1,0 0 0,0 1 0,0-1 0,-1 0 0,1 0 1,-3 1 1,1-1 0,-1 0 0,0 0-1,-1 1 1,0-1-2,-1 1 1,-1-1 0,0 1 0,-1-1 0,0 1-1,0 0-3,8-1 0,-1 1 0,1 0 0,-2 0 0,0 0 4,-3-1 1,0 1 0,-2 0-1,1 0 1,-1 0-3,10 0 1,-1 0 0,-1 0 0,-1 0 2,-4 0 1,-1-1 0,0 1-1,-2 0-1,-4 0 0,-1 0 1,-1 0-1,-1-1 1,10 1 1,-2 0 0,-2 0-3,-7 0 1,-2-1 0,-1 1 10,10 0 0,-4 0 8,-13 0 1,-4-1 977,5 1-939,-28 0 12,-32-1-28,-29 1-43,12-1 1,-5 0 0,-11 0 0,-7 0-12,6-1 1,-7 1 0,-3-1-1,3 0 6,7 0 0,2 1 1,-1-1-1,-4 0 3,8 0 0,-2 0 0,-3 0 0,-1 0 0,-1 0 0,-1 0-4,0 0 0,-2 0 0,-2 0 0,-1 0 0,1 0 0,1 0 0,2 0 4,-1 0 0,2 0 0,1 0 0,0 1 0,-2-1 0,-3 0 0,4 1 0,-2-1 0,-3 0 0,0 1 0,-1-1 0,2 0 0,1 1 0,2-1-132,4 1 1,2 0-1,0 0 1,2-1-1,-1 1 1,1 0-1,-2 0 132,0 0 0,0 0 0,0-1 0,-1 1 0,0 0 0,-3 0 0,-2 0-2,7 1 1,-3-1 0,-1 0 0,-2 1 0,-1 0 0,0-1 0,1 1 0,0-1 0,2 1 0,2 0 0,-3-1 0,2 1 1,2 0-1,0-1 0,0 1 1,-1 0-1,0 0 0,-3 0 1,3 0 0,-3 0 0,0 0 0,-2 0 0,0 0 0,0 1 0,1-1 0,1 0 0,3 1 0,1-1-2,-6 1 1,3 0-1,1-1 1,2 1-1,0 0 1,0 0-1,-1 0 1,0 1 0,1-1 0,-1 0 1,1 0-1,-1 1 0,1-1 0,0 1-5,-8 0 1,0 0-1,0 0 1,1 0-1,-1 1 1,1-1 5,1 1 0,1-1 0,-1 1 0,1 0 0,0-1 0,0 1-5,2 0 0,0 0 1,0 0-1,1 0 0,0 1 1,0-1 0,1 0 0,1 0 0,0 0 1,0 0-1,0 0 0,1 1-3,-9-1 0,1 2 1,0-1-1,1 0 1,-1 0-8,3 0 1,1 0-1,0-1 1,0 1 0,1 0 6,2 0 0,1 0 0,0-1 1,1 1-1,0 0 13,-9 0 1,1 1-1,0 0 1,1-1-12,5 0 1,-1 0 0,2 0 0,1 0 7,-10 1 1,1 0 0,-1-1-2,13-1 1,-1 0 0,2-1 0,3 0-3,-14 1 0,3-1 5,-3 0 1,10-1-11,27-3 1046,31-3-1036,28-3-5,-7 3 0,6-1 140,9 0 1,6-1 0,4 1-130,-2 0 0,3 1 0,1 0 1,1-1-25,2 0 0,1 0 0,1 1 1,1-1 16,-7 1 1,3 0-1,-1 0 1,1 1-1,-3-1 0,7 0 0,-3 0 1,0 1-1,2-1-4,-9 1 0,-1 0 0,1 0 0,3-1 0,3 1 4,0 0 1,4-1 0,3 0 0,1 0 0,0 1 0,-1-1 0,-4 1-191,1-1 1,-3 1 0,0 0-1,-1 0 1,2-1 0,3 1 194,-4 0 0,2 0 0,2-1 0,1 1 0,0 0 0,-1-1 1,-2 1-1,-2 1-48,4-1 1,-1 0-1,-2 0 1,-1 1 0,1 0-1,0-1 42,1 1 1,0 0 0,-1-1 0,2 1 0,1 0 0,4 0 3,-10 0 1,2 1-1,3-1 1,1 0-1,0 1 1,0-1-1,0 1 1,-3 0-1,-1-1-3,4 1 1,-2 0 0,-2 0 0,0 0 0,0 0 0,2 0 0,2 0-2,-4 1 1,2-1 0,1 0 0,2 0-1,0 0 1,-1 0 0,-1 1 0,-2-1-1,-3 1-3,10-1 0,-2 1 0,-2 0 0,-2 0 0,1 0 0,0 0 1,1 0 1,-1 1 0,1 0 0,-1-1 0,0 1 0,1 0 0,-2-1 1,0 1 0,1 0 0,-1 0 0,0 0 0,-1 0 0,0 1 1,-1-1 0,1 1 0,-1-1 0,0 1 0,-1 0-1,-1 0 1,0-1 0,0 1 0,-1 0-1,0 1 1,0-1-5,-1 0 0,-1-1 0,-1 1 0,1 0 0,-1 1 0,0-1 3,8 0 0,-1 1 1,0 0-1,0-1 1,-1 1-1,-3-1 0,-1 1 0,-1-1 1,2 1-1,1 0 0,-1-1 1,2 1 0,1 0 0,0 1 0,-2-1 0,-4-1-1,9 2 1,-4-2 0,-1 1 0,2 1-1,-4-1 0,2 0 0,-1 0 1,-2 0-1,-5 0 0,0 0 0,-4 0 0,-3-1 14,11 2 1,-4-1 515,-5 0 1,-19 0-471,-29 1-45,-31-1-12,-12-3 1,-11 0-4,10 0 1,-6 0 0,-2-1 0,1 1-2,6 0 1,1-1-1,0 1 1,-5-1-4,-3 0 1,-4 1 0,-2-1 0,0 1 0,3-1-4,5 1 1,2-1-1,1 0 1,-1 1 0,-1 0 4,-5-1 0,0 1 0,0 0 0,-1-1 0,-1 1-2,8 0 0,-1 0 0,-1 0 0,1 0 0,-2 0 0,1 0-167,-3 1 1,0-1 0,0 1 0,-1 0 0,0 0 0,0 0 170,-2 0 1,-1 0 0,0 1 0,0-1 0,0 1 0,-1 0-2,8 0 1,-1 0 0,1 0-1,-1 0 1,0 1 0,0-1-1,-1 1-2,0 0 0,0 0 1,0 0-1,-1 0 0,0 0 1,1 1-1,-1-1-2,0 1 1,1-1-1,0 1 1,0 0 0,-2 0-1,-1 0 1,-3 1-1,7 0 1,-2 0 0,-3 0 0,0 1 0,-1 0-1,-1-1 1,1 1 0,1 0 0,2 0 0,1-1 0,-2 1 1,2 0-1,1 0 1,1 0 0,0-1-1,0 1 1,-2 0-1,-2 1 1,2-1 1,-1 1-1,-2-1 1,-1 1-1,0 0 1,0 0-1,1 0 1,1 0-1,2 0 1,3 0-5,-7 1 0,2-1 0,3 0 1,0 1-1,1-1 0,0 1 0,-1-1 1,1 1 0,-1-1 0,0 1 0,1 0 0,0-1 0,0 1 0,0 0 3,-7 0 0,-1 1 0,2 0 0,-1-1 0,1 1 1,-1 0-3,3-1 0,0 1 0,0-1 0,0 1 1,1-1-1,0 0-1,3 0 0,0 0 0,0 0 1,1-1-1,0 1 0,1 0 3,-8 0 0,1 1 0,0 0 0,1-1 0,1 0-2,4 0 1,0 0 0,1-1 0,1 0 0,1 0-1,-7 1 0,0 0 0,2-1 0,2 1 7,-9 0 0,1 0 0,4-1 1,9-2 1,3 0-1,2-1 6,-5 1 1,7-2 38,-4-3 141,42-7-151,44-7-26,-3 4 0,5-1 0,13-2 0,5-1-5,-13 4 0,2 0 1,2 0 55,6-1 1,1 0 0,2 0-37,-11 2 1,1 0-1,1 0 1,1 1 5,2-1 0,1 0 0,2-1 0,5 1 1,-11 1 0,3-1 0,4 1 0,0-1 0,1 0 0,-1 0 0,-3 1-47,1 0 0,-2 0 0,-1 0 0,1 0 0,1 1 1,2-2 19,-3 2 1,2-1 0,0 0 0,2 0 0,1-1-1,1 1 1,0 0 0,-1 0 6,-1 0 1,2 1 0,0-1 0,1 1 0,-1-1 0,1 0 0,-2 1-1,0 0 1,-2 0-6,6-1 0,-2 1 0,-2 0 1,0 0-1,1 0 0,1-1 1,3 1-18,-9 1 1,1-1-1,2 0 1,1 0-1,0 0 1,1 1-1,-1-1 1,-2 0-1,-1 1 1,-2 0 13,9-1 1,-3 1 0,-1 0 0,-1 0 0,-1 0 0,1 0-1,0 0-2,2 0 1,-1 0-1,1 0 1,-1 0-1,1 0 1,0 0-1,-1 1-2,1-1 1,0 1 0,0-1 0,0 1 0,0-1 0,0 1 0,-1 0-1,0 0 1,-1 0 0,0 0 0,0 0 0,1 0 0,2 0-1,1 0 5,-8 1 1,2 0-1,1 0 1,1-1 0,1 1-1,0 0 1,0 0-1,1 0 1,-1 0 0,-1 0-6,0 1 0,0-1 1,-1 1-1,0-1 1,1 1-1,0 0 1,0 0-1,1 0 1,0 0-1,1 0-6,1 0 0,2 0 0,1 0 0,0 1 0,1-1 0,0 0 0,-1 1 0,0-1 0,-2 1 0,-1 0 0,-2 1-1,6-1 0,-1 0 0,-1 0 1,-2 1-1,0 0 0,-2 0 0,0 1 1,-2 0-13,2 0 1,-1 0-1,-1 1 1,-1 0 0,-2 0-1,-2 1 1,-4 0-89,8 2 1,-5 0 0,-2 1 0,-2 1-331,8 2 0,-3 0 0,-2 2 433,-5 1 0,-2 2 0,-5-1 0,22 7 0,-17 1 0</inkml:trace>
  <inkml:trace contextRef="#ctx0" brushRef="#br1" timeOffset="218489">2709 11114 19749,'-44'-40'394,"1"1"0,3 3 0,7 9-113,19 19 700,-9 2-836,6 3-27,-8 0-6,6 3 6,-1 4-23,-3 2-6,-2 5-16,0 3-453,-2 2 436,0 4-6,0 1-11,2 4-28,0 0-2859,4 2 2854,3 0-6,6 0-146,4-1 146,4 0 11,6 1 11,12 11 6,13-1-11,4 0-352,7-7 352,-7-13-11,2-2-6,1-2-34,1-1 34,-2-1-6,-1 0 6,-2-1 0,-3 0 0,-4-1 2884,-5 0-2850,-3 2 449,-8 0-449,-7 3 5,-8-3 11,-10 3-16,-8 0-6,-7 3-3,3-4 0,-2 1 52,-21 8-69,17-8 1,-1 0-4,-2 0 1,1-1 11,-19 5-14,21-7 0,1-1 2,-8 0 12,6-3 0,6-2-682,7-3 603,7 0-100,6-2-219,4-2-364,4 0-801,2-2-3215,6-3-3161,0 0 7922,4-1 0,-5 3 0,0 2 0</inkml:trace>
  <inkml:trace contextRef="#ctx0" brushRef="#br2" timeOffset="221088">2532 11114 21203,'-1'-53'1043,"-1"12"-892,-13 35-11,1 5-22,-2 0-1,-2 1-10,-4 3 5,-3 3 22,-2 2 0,-3 4 1,0 2-1,0 2-553,0 1 520,3 1-17,2 1-22,3-2-23,3 1 124,5 0-123,3-2-29,4-1 6,4 0-6,2-1-11,5 0 22,2 0 12,6-1-12,2 2 1,3-2 5,4 1 0,4-1-12,1 0 7,5-1-18,1 0-1083,2 0 1089,1 1-925,-1-1 919,0 2 7,-4 0-1,8 6 0,-14-3 6,2 5 5,-18-6 6,-3 1 23,-9 1 1326,-7 2-1276,-27 15-62,1-5-339,9-10 0,-2 0 334,-20 10 5,-4 0-11,-2 0 11,1-1 0,0-3-16,5-3-6,3-4 11,7-4-12,7-5-10,8-5-68,8-3-117,8-7-230,6-6-621,8-12-2683,8-11 3292,13-15 1,-12 22 0,4-3 0</inkml:trace>
  <inkml:trace contextRef="#ctx0" brushRef="#br2" timeOffset="221488">3029 11189 18840,'0'-10'2414,"0"2"-1495,2-55-90,-1 33-1269,1-10 1,-1 0 999,0 10-140,0 4-73,-1 3 439,0 4-511,0 4-46,0 4-72,0 2 203,0 4-332,0 2-11,0 2 5,0 9 853,1 2-841,1 10-1,0 3-10,2 5 22,-2 6-17,1 6-11,-2 5-1915,0 4 1914,-1 4-16,0 3 0,0 2-28,0 1-50,1 1-96,1-1-128,2-1-259,1 1-312,0 0-376,0-2-398,-1-3-554,-1-4-1411,-2-6-965,-2-7 3939,-4-3 0,2-17 0,-1-3 0</inkml:trace>
  <inkml:trace contextRef="#ctx0" brushRef="#br2" timeOffset="221995">2901 11835 12781,'-21'-50'1280,"-1"0"1,2 5 0,4 4-396,6 9-152,3 2 1687,2-4-2157,3 12-95,2-3-78,5 12-23,4 2 533,5 1-567,6 0-10,4 0-7,5 0-4,4 0-7,5-1-5,2 0-314,5-1 303,2-1-11,3 0 2,-14 3 0,1 0 4,19-6 4,-20 6 1,-2 0-17,10-3-5,11-3 21,-19 5 7,7-2 891,-23 7-791,-2 1-28,-10 3-5,-1 0-12,-9 2-16,-2 0 670,-4 0-653,-3 0 27,-4 2 23,-3 1 28,-1 4 22,-4 1 22,1 3-10,-2 2-18,2 1-16,-2 3-45,3 1-33,0 2-18,3-1-10,3 0-7,3-2 1,3 0-17,4 4 6,4-7 16,5 3 1,5-8-12,4-1 28,3-3-17,2-2 12,5-2-6,0-4 0,3-2 0,-1-4 6,-1-5 16,0-2 0,-3-2-5,-1-2-3392,-2-3 3409,-3-1-1250,-2-2 1272,-2 0 152,-1-10-62,-5 11 22,-1-5 17,-3 15-34,-2 3 0,-1 3-39,-2 2 2737,0 3-2810,1 2 1815,-1 2-1871,1 1 17,-2 9-23,1 1 1,-2 9 11,1 12-12,2-6-5,0 11-50,2 1 33,3-9-11,1 8-95,8-1-39,0-10-135,5 7-185,-1-11-224,3-2-268,2-2-314,4-4-3959,2-2 1786,3-7-1597,1-2 5058,3-8 0,-15 4 0,-2-4 0</inkml:trace>
  <inkml:trace contextRef="#ctx0" brushRef="#br2" timeOffset="222439">4027 11227 6548,'6'-52'1723,"1"0"1,-1 5-1,-1 4 1187,0-3-1986,-2 5-111,-1 5-146,-2 6-79,0 5-79,0 5-72,0 5-101,0 5 1526,0 4-1739,0 5 898,0 7-937,0 5-6,0 6 1,0 5 5,0 5-23,0 4 23,-1 5-11,-1 2-17,-2 4-11,-1 3-3,1-11 0,-1 0-1040,-1 21 1003,2-20 1,1 0-1720,0 14 1725,1-1-22,1-3 7,1-3 10,2 7 1719,0-11-1607,0-4 1575,0-18-1625,-1-13 3354,0-7-3382,-1-4-1,2-6-6,-1-5 134,4-15-156,0 6 6,4-11-1,0 9-10,1 2 39,10-15-40,-5 12 18,6-7-1,-5 15-27,-1 3 33,7-1-28,-5 7-12,6 2 12,1 7 6,-6 4 11,7 4-6,-7 4-22,-2 4 5,-1 4 6,-2 2 0,0 14-5,-6 5 16,-5 14-6,-9-11 1,-8-3-6,-6-11-6,-5 0-10,-5 0-295,-5 1 272,8-8 0,-2 0-12,-15 6 23,15-8 0,0-2-123,-20 4 39,15-9-67,-3-1-179,20-11-314,6-3-589,5-7-2318,4-5 2756,9-8 1,-4 12 0,4-1 0</inkml:trace>
  <inkml:trace contextRef="#ctx0" brushRef="#br2" timeOffset="223146">4650 11812 27389,'8'-52'62,"1"-1"1,0 0 0,-3 8 0,0 2-1,3 3-51,5-1 1,0 3-2767,-3 5 1,-1 1 2770,0-3 1,-1-1-6,4-21 1,-1-1-533,-3 13 0,0 0 526,2-14 1,-1 0 288,-3 19 0,-2 3-286,0 1 1,0 1 13,1-28-16,-3 10 16,-2 7 1,-3 9-12,-1 8 11,-1 7-1341,-2 5 1364,0 6 1302,-1 2-1370,2 6 1998,-1 0-1997,1 13 790,0 3-773,-2 13 16,-2 23-6,5-14 1,-1 3 1234,0 15 1,1 1-1239,0-6 1,1-1-6,1 1 1,1 1-15,0 1 0,1-1 6,0-11 0,0 0-1221,0 11 1,1-1 1211,1-15 0,1-2-36,6 29-231,2-23 0,2-1 155,3-5 1,3-1-26,2 1 0,3-4-5,14 5 10,-7-19 46,-13-15 28,-4-6 658,4-20-597,-3-12 28,-1-3 1738,1-17-1716,-7 25 57,3-16 365,-5 28-382,-1-1 22,-3 15-78,-1 5 5,-1 5-5,0 4 5,0 3 862,-2 12-861,1 4-23,-1 0 135,2-2-123,4-9-1,2-2 11,4-1 12,2-3-12,2-2 12,2-2 39,14-6-40,-6-3-10,9-5 10,-9-3 6,-1-3 34,6-16-45,-10 3-22,4-14 44,-9-9-205,-6 1 228,-2-8-34,-8 21 17,-4 15-11,-10 14-28,1 6-17,-7 6 22,2 5 1,-1 7-6,-3 5-6,0 4 17,-7 17-477,8-7 454,-3 13-5,12-11 6,3 0-6,3-1 17,4 0-23,1-2-11,5 0-89,12 12-28,3-10-1055,13 8 663,1-15-465,5-1-2411,-6-11 1,3-1 3401,26 8 0,-9-4 0,-20-11 0</inkml:trace>
  <inkml:trace contextRef="#ctx0" brushRef="#br2" timeOffset="223764">7220 11010 18672,'0'-8'3287,"0"2"-2384,0 6-130,0 0-4336,-37-68 4106,18 44-328,-5-15 1,-2 3 544,5 24-514,2 1-67,1 5-72,2 0-74,2 4-10,3 1-18,1 4 12,2 2 3192,-2 7-3181,-4 14-17,1-1 17,-4 14 351,4-6-379,-1 5 12,0 1-24,1 1 12,2 2 6,1-3-6,4-1-531,2-2 537,3-4 5,5-2-11,5-4 28,6-3-48,6-4 26,5-2 16,5-2 1,4-2 5,21 3-17,-13-5-5,14 4 5,-13 0-11,-15-2 16,1 3 1,-20-4 5,-4 0 1,-5 1 530,-7 1-519,-5 0 20,-9 1 19,-20 6-40,5-6-1555,-16 4 1561,12-8 0,0-3-11,0-3-2640,0-2 2629,2-2-17,-1-3 11,2-3-16,4-5-135,-4-16-62,14 3 213,1-12-577,16 6-375,7-4 2314,7-1-4005,8-1-2785,9 2 5417,11-3 0,-17 18 0,1 1 0</inkml:trace>
  <inkml:trace contextRef="#ctx0" brushRef="#br2" timeOffset="224119">7466 11120 26390,'-28'-21'387,"1"8"-348,11 32-17,0 2 1,3 3-18,1 1 1,4 3 0,2 0 5,3 0 0,6 11-17,3-11 1,6 5 16,5-15-5,3-3 5,4-3-3386,3-3 3380,2-5 6,2-1 17,0-4 12,-1-3-7,-2-4 18,-5-4-1,-1-3 0,-5-3 12,-4-2-6,-5-3-6,-4-3 1,-2-1-12,-6-1 0,-2-1-5,-6-1-1,-3 1 1,0-1-6,-3 4 11,2 0-5,-2 6-12,1 2-11,0 5 1,3 2-7,1 4-5,3 3 3375,2 2-3419,4 1-29,0 1-39,3 2-62,0 2-139,3 3-219,3 3-370,5 1-566,4 2-1355,4 0-2969,3 2-3225,-2-3 9017,-2-2 0,-8-4 0,-4-3 0</inkml:trace>
  <inkml:trace contextRef="#ctx0" brushRef="#br2" timeOffset="224445">7882 11055 22386,'0'-3'3030,"0"0"-1137,0 3-1893,21-25 0,-7 27-6,19-14 12,-12 33-1,2 4-5,-1 1-5,0 2-12,5 15 11,-6-10-5,2 10-22,-11-2-1574,-6-12 1607,-6 8-5,-7-17 5,-5-2 11,-5-6 0,-1-4 534,-10-6-511,7-7 0,-5-6 5,11-7 0,4-4 6,3-8-12,4-5 7,7-25-2250,5 13 2218,-2 15 1,3 1-14,12-10-1,3 3-16,4 5-1,2 3-38,1 6-51,3 4-56,-1 6 504,1 5-700,-2 3-168,0 5-314,-2 1-330,-1 4-3994,6 9 5170,-8 1 0,-5-1 0,-11-5 0</inkml:trace>
  <inkml:trace contextRef="#ctx0" brushRef="#br2" timeOffset="224769">8651 11397 26827,'11'-47'138,"-1"1"0,0 2 1,2 4-799,8-1 727,3-6-734,2-4 712,2-5-20,-14 27 0,1-3 17,5-17 0,-1-1-1365,-4 10 0,-1 0 1328,3-12 1,-2-2 24,-5 2 1,-2 2-768,-2 14 0,-2 0 767,0-10 1,-3 3-1396,-5-5 1416,-5 7-1,-3 10 263,-1 8-235,-9 6 1675,0 11-1742,-2 8 0,4 11-5,7 9-12,0 6 12,-1 32-577,5-8 565,3-13 1,2 2-7,1-9 1,2 1 709,-2 2 1,2 1-705,-1 2 1,2 1-678,-2 1 0,2 0 683,0 2 0,0 0-20,0 0 1,1 1-760,1 1 1,0 0 752,2 0 1,0-1-23,1 0 1,2 1 560,2-3 0,0 0-648,2-2 1,2-1-73,1-1 0,2-3-98,1-2 0,2-1-118,1-3 0,1-1-882,21 19-577,1-8 1882,4-7 0,-22-16 0,-2-3 0</inkml:trace>
  <inkml:trace contextRef="#ctx0" brushRef="#br2" timeOffset="224937">8707 11016 20573,'38'-24'-671,"0"1"0,0 0 1,16-10-1,-3 9-898,-17 21 1,-3 4-8263,29-3 9365,-8-1 0,-24 2 0,-12 0 0</inkml:trace>
  <inkml:trace contextRef="#ctx0" brushRef="#br2" timeOffset="225313">10026 10670 18535,'-41'-19'110,"-1"0"0,4 0 0,8 7 2489,17 15-2571,3 1-17,-1 3 1459,1 9-1442,1 4 6,0 8-28,4-5 859,3-2-877,2-7 3404,0 0-3392,2-2 12,2-2 16,3 0 0,-1-4 16,3-1 35,-2-4-23,1-1 67,5-8-73,-2 0 12,3-7-6,-5 2 6,0-1 44,1-9-61,-5 4-12,2-7-5,-6 8 23,0 1 50,-1-2-57,-2 7-16,-2-1-5,-3 8-1,-1 1-11,-2 2-22,-1 0 11,-1 4-45,-6 6 17,5 1-61,-3 8-62,8 0-432,2 16 74,3-5-180,0 14-1406,0 7-3002,-3 11 4418,3-27 1,-1 0 0,-1 10-1,1-18 1</inkml:trace>
  <inkml:trace contextRef="#ctx0" brushRef="#br2" timeOffset="225613">9858 11249 27354,'-18'-18'28,"3"8"-23,14 29-10,-1 2 16,1 0 6,1 7-12,6-3 12,4 0-6,3-10 12,2-6 16,1-7 45,3-6 17,2-7 11,-2-10-51,-7 0 18,-4-4-7,-5 5 12,-1 0 6,-1-1-6,-1 0 50,-3-5-3481,0 8 3370,-3-3 5,0 8-40,0 6-16,-1 1-16,1 5-40,0 2-124,-3 4 3136,0 4-6435,-2 10-6324,5-4 8949,-1 3 1,5-12 0,2-2 0</inkml:trace>
  <inkml:trace contextRef="#ctx0" brushRef="#br2" timeOffset="226311">12272 11154 18481,'14'-53'851,"0"0"0,-1 6 1,-1 6 844,-3 6-1181,-2 10 712,-5 9-987,0 8 358,-2 5-503,-2 4 1100,-2 5-1122,-3 4 17,-3 8-29,-3 4-5,-3 5-11,0 3 6,-1 2-7,-3 17-32,8-11-505,0 12 504,9-16-16,3-1 10,6-1-5,4-4 12,4-3-1,5-5-6,3-4-16,2-5 34,3-5-1,1-3-3080,1-6 3109,3-4-29,0-7-114,-1-6 176,13-18-11,-5-11 68,-19 24 1,-2-1-108,9-26 5,-14 18-16,-3 2 21,-3 4-27,-4 6 39,-1 6 3152,-2 5-3174,-1 5 180,-2 3-203,-1 3 558,-5 4-558,-2 4 17,-1 6-22,-2 3 5,0 3-5,1 2-34,2 1 33,0 12-5,5-8 11,0 7 20,5-12-37,3-1-11,2-3 6,3-2 11,2-3 11,2-4 17,2-4 6,2-3-17,3-3-1,2-4 24,13-12-24,-6 0 1,10-10-206,-11 4 189,0-2 28,-2-2-5,-4-2 16,2-15-6,-9-2-10,-2 0-1185,-8 6 1173,-5 17-406,0 2 407,-3 5-119,-1 2 94,0 5 139,1 2-255,1 2 1010,2 2-1234,0 1 256,4 1-732,4 1-221,5 0-5464,23 0-2682,-8 0 9196,11 0 0,-23 0 0,-5 0 0</inkml:trace>
  <inkml:trace contextRef="#ctx0" brushRef="#br2" timeOffset="226845">13455 10446 27807,'-28'4'45,"6"10"-28,22 30-5666,0 4 5671,0 2 6,-3 2 411,0-12 1,-2 1-426,0-9 0,-1 0-135,-1 11 0,-1 0 133,-6 17 4,0-3-10,1-3-6,1-5 11,4-7-5,1-8 11,3-8-290,2-9 357,1-7 2488,1-6-2510,6-17 544,1-2-584,10-15 6,2-1 741,6-5-747,4-4 1,4 0-12,3-1 12,2 2-23,-1 1 0,1 4 0,-3 2 0,-2 6 0,-4 3-242,-5 6 242,-4 5-78,-5 6 78,-4 3 0,-2 5 0,-2 3 0,-1 4 0,-1 3 0,0 4 0,-1 1 0,1 2 0,0 0 0,-1 0 0,2 0 0,1-1 0,2-1 1035,8 1-1035,-4-6 0,7-1 907,-5-8-907,2-3 0,1-5 0,1-2 0,10-15 0,-9 3 97,6-10-97,-12 5 0,-2-3 0,-2 0 0,-4-1 0,-2-7 0,-2 10 0,-4-3 0,-1 14 0,-3 3 0,-1 4 0,-1 2 0,1 3 0,-1 1 0,1 2 0,-1 3 0,0 3 0,1 3 0,1 3 0,1 15 0,2-4 0,3 11 0,6-7 0,16 16 0,0-10-1082,18 12-540,-9-21 1,4-2 1091,-3-3 0,1-1 0,-4-1 1,-2-2-1,9 1 0</inkml:trace>
  <inkml:trace contextRef="#ctx0" brushRef="#br2" timeOffset="227478">14518 10884 24239,'-8'-46'657,"0"0"1,1 4-1,-1 7-237,0 9-106,0 5-85,1 4-55,2 4-51,2 3-50,2 4-39,0 2-1,1 3-22,3 8-11,10 21 12,3 11-7,4 7-5,-3-1 0,-9-12 6,-1 1-6,-2 0 5,-3-1-10,0 11 44,-4-5 6,-1-5 50,-1-12 11,0-16 1,1-3-18,1-5-5,0-6 12,2-16-12,4-15 16,8-21-281,-2 22 1,3 0 205,-1 6 0,0 0-8,2-1 1,0 2-18,9-12 0,1 3 0,0 6 0,2 4 0,14 1-213,6 9 213,13 3 0,-12 12 0,-4 10-3170,-15 6 3170,1 5-942,-2 7 942,-2 5-26,6 25-237,-9-7-113,-9-14 1,-1 1-759,-3 6 0,-1-1-2048,6 23-1644,-7-22 1,0-2 4825,2 7 0,-5-21 0,-1-10 0</inkml:trace>
  <inkml:trace contextRef="#ctx0" brushRef="#br2" timeOffset="229789">16714 11213 19778,'10'-48'808,"0"0"1,1 0 0,0-4 0,0 0 0,0 5-154,-1 3 1,0 3-1606,0-5 0,-1 3 1270,2-12-57,-7 22 995,-2 19-1213,-2 8 525,1 3-559,-1 15 182,-1 14-165,0 21-37,-1-14 1,1 0-1615,-1 26 1600,-3 3 29,1-19-29,-2 3 40,-4 15-23,-4 0-117,5-26 1,-2-1 251,-9 15 50,0-22-106,5-21-17,3-16-11,5-9 3225,0-9-3231,0-26-19,5 18 0,0-2-869,1-1 1,2-1 862,0-4 0,3 2 3,1 7 0,1 2-211,0-1 0,2-2 208,6-14 0,2 0-6,-5 13 1,2 0-7,4-9 1,1 2 8,8-9 1,0 6-12,1 8 0,-1 5-23,0 9 12,0 5-39,9 7 27,-8 6-227,8 6 239,-11 8-6,-1 6 6,-1 5-6,-2 6 11,2 21 12,-10-8 887,0 15-882,-11-14-27,-6 0 21,-5-1-5,-9 1 0,-5-2 11,-8 0-11,-5-2 0,-5-1-6,11-12 1,-3-2 2,2-3 1,-1-1 35,-5 0 1,0-3 11,-13 0 11,15-12 812,20-5-835,4-4 1,6-4 269,3-2-320,11-7-11,13 0 28,4 0-268,11 6 268,-4 9-6,3 3-144,2 2 139,1 3 11,0 2-17,-2 2 6,12 8 0,-12-1 5,10 3-89,-4 1 11,-8-5-616,9 2 599,-12-5-22,1-3-17,0 0-5,-2-4 21,-2 0 641,-3-1-562,-5-3 173,-2-2-139,-5-3 28,-4-3 5,0-7 652,-4 3-646,0-6 17,-4 8 431,0 1-431,-1 2-11,0 3 16,-2 1-16,-2 4-29,-1 2 6,-2 4-5,1 2 11,0 3-6,2 0 11,0 1-16,2 0 11,2 0 5,3 2 23,8-3-11,1-2-6,7-4-6,-1-3 0,2-3-10,5-3-536,1-4 552,1-2 5,0-4 7,-1-1 4,-2-2-3230,-3-2 3230,-2-2 1,-4 0-15,-3 1 31,-3 1 356,-4 2-339,-5-1-50,-4 8-16,-4 0 4,-4 9 3368,-5 2-3366,-14 10-18,-8 7 0,0 4-1258,4 4 1258,15-5 0,3 1 0,5 2 0,4 0 0,4 1 0,2-1 0,7 10 0,1-8 0,6 5 0,1-11 0,3-2-24,10 2 24,-4-6 6,10 0-12,-7-8 12,3-3-6,4-1 1096,3-5-1096,-4-2 0,2-1-1072,20-11 1072,-15 5 0,0-1 0,-9 0 0,-1 0 0,1-2 0,-1-2 0,1 0 0,-1-2 0,0-1 0,-1-1 0,-1-1 0,-1-1-568,-1-2 0,-1-1 568,-1 0 0,-2-2 0,0-2 0,-2 0-766,-1-2 1,-1 0 765,-2-2 0,0 0 0,-2 0 0,-1-1-981,-2 1 1,0 0 980,-3 2 0,0 0 0,-2 2 0,-1 0 284,0-27-284,-2 3 0,-1 4 0,-2 2 668,0 6-668,-5-4 0,1 19 1284,-5 1-1284,0 26 3206,-1 8-3206,-3 15-6,0 6 6,-1 10 268,-2 7-290,2 9-1857,0 6 1885,9-27 0,1 3-15,-2 20 1,1 1-972,1-11 0,1 0 966,-1 16 0,1-1 5,2-16 1,2-3 2,-1 2 1,1-1-6,1-2 0,1-1-17,2-1 0,0-1 8,2-1 0,2-2 3,1-2 1,4 0-574,10 7 0,4-3 570,-5-9 0,1-3-14,10 6 1,1-4-34,20 0 0,2-9-816,-15-12 1,2-4 809,20-5 42,-21-2 1,-1-3 563,14-15-553,-18 2 1,-1-3 10,-9 6 1,-1-2 410,7-7 1,-3-1-386,4-16 154,-5-1-166,-6 0 7,-4 2-7,-3 2 34,-5 6 28,-1 3 250,-6 5-277,0 4-7,-5 5 501,-3 5-517,-3 3 0,-5 5 5,-3 3-11,-3 4 1,-3 4-1,-2 3-22,-1 5-1,-1 3 18,3 1-1222,0 1 1222,3 1 2109,2 1-2115,2 1-11,3 0 0,1 1 28,3-2-12,2-1 1,3 1 5,1-3-33,2 0 11,0-3 11,1-1-6,1-1 0,1-3 1,1-2-1,2-2 6,6-2 3322,0-3-3305,5-5 11,1-2 11,2-5-28,3-2 6,2-3-17,1 1 17,-2-2 240,0 0-241,-5 2 1,-2 1 0,-3 3 5,-3 2 18,-2 0-40,-4 6-12,-1 0 12,-3 5 0,-2 3 6,-1 2 0,-3 5 5,-2 3 6,0 2-17,0 3 0,1 1-12,2 0-21,3 1 27,0-2 6,6 1 11,2-3-5,6 0-6,5-3-6,3-3-5,6-2-263,5-3 274,3-3 0,5-3 22,4-4-11,0-4-11,3-6 11,-4-4-461,0-3 473,-3-5-12,-3-4 6,-3-3-17,-2-5-1563,-3-5 1575,-2-6 10,-3-6-19,-12 25 0,-1 0-1,1-3 1,-1 0 5,-1-2 1,0-1-6,1 0 0,-1 0 5,0-1 0,0-1-2,-1 2 0,0-1 2,0 1 0,0 1 0,-2 1 1,1 1 25,2-27 11,-4 7-17,-2 9-6,-3 7 1,-2 9-23,-1 6 0,-2 8 219,0 4-219,0 5 401,2 3-424,0 1 1679,-4 12-1645,2 2-11,-6 13 6,2 2-1,-3 7 19,0 7-493,-2 9 469,-1 8-525,8-26 0,-1 1 516,0 3 0,0 1 3,0 2 1,0 2 2,0 0 0,0 2-11,0 1 0,1 0 0,1 1 0,2-1 5,0 0 1,2 0-6,1-1 0,2-1 0,2-2 0,3-1-6,1-2 1,2-1-6,3-3 0,2-1-15,1-3 1,3 0-76,10 6 1,1-2 24,-6-10 0,1-2-168,14 8 1,0-4-107,3-7-56,5-4-545,-23-19 545,-7-6-66,-6-9 138,-5-7-184,-10-24 381,-4 7 95,-10-16 62,-1 13-127,-4 1 233,7 15 0,-2-1 64,-1 3 0,-1 0-72,1 1 0,0 1 1081,-15-13-932,15 20 4,3 2-5,4 4-28,2 3 653,3 1-798,4 3 57,1 0-136,6 4 674,3 0-680,5 0 6,7 1 12,22 0-1,-4 1-17,17 0 1,-9 0-208,1-1 213,1-2-5,2 0 7,-13-2 1,0 0-8,18-5 10,-20 2 1,0-2-2318,10-8 2334,-5-5 6,-4-3 12,-7 0 49,1-15-38,-13 12 21,-1-9 12,-10 15 174,-5-7-107,-2 10 168,-6-9-190,2 15 0,-3-1-23,6 7-33,0 3 146,0 2-235,2 1 2377,0 5-2367,1 3 12,0 5 10,-1 5-27,0 19-28,1 11 17,0 5-312,1 4 88,8 5-17,2-13-609,7 13 228,1-19-319,4-3-578,2-4-2116,2-3 3657,4-3 0,-14-14 0,-1-2 0</inkml:trace>
  <inkml:trace contextRef="#ctx0" brushRef="#br2" timeOffset="229977">20785 9754 25309,'-8'-46'215,"0"0"0,0 4 0,3 9-143,4 20-60,1 3-46,0 6-22,3 2 6,1 3-113,9 11 6,0 1-997,16 37 387,-15-18-493,8 24-1339,-15-20-4419,-2-2 6214,-2-4 1,-1-14 0,-1-7 0</inkml:trace>
  <inkml:trace contextRef="#ctx0" brushRef="#br2" timeOffset="230262">21076 10020 20075,'4'-43'231,"1"0"1,-1 3-1,-1 11 1829,-2 23-2037,0 3 1155,1 2-1178,0 5-1910,1 3 1910,2 7 1417,6 14-1417,0-4 11,6 10-45,7 2 17,-5-9 224,9 8-201,2-7 5,-7-9 17,6 0 11,-10-12 3409,-2-3-3392,0-4-28,-3-5 17,0-3-12,1-6-10,-1-4 16,2-2 17,5-17-45,-6 7-757,5-12 712,-7 14-44,-1-2-73,1 5-168,-2 2-1199,5 0 157,-4 10-527,5 2-1675,-3 8 3563,3 7 0,-6-3 0,-1 2 0</inkml:trace>
  <inkml:trace contextRef="#ctx0" brushRef="#br2" timeOffset="230579">21951 10012 27107,'29'-2'73,"1"-1"-39,13 0-6,10-2-6,1 1-1227,-2-2 1228,-18 2-1,-4-2-134,6-5 162,-12 1-16,3-7-6,-15 2 16,-3-4 18,-3-12-34,-4-5 6,-4 1-1,-4 3 901,-2 12-878,-1 4 529,-1 1-501,1 4 90,-5-1-102,-1 6-72,1 1 28,-1 5-28,4 4 0,-1 4-28,-5 13 28,3-2 0,-4 12-33,2 10-247,5 11-496,8-17 0,4 2-2084,11 4 1,7 0 2210,3-2 0,1-4 0,3 0 0,-12-22 0</inkml:trace>
  <inkml:trace contextRef="#ctx0" brushRef="#br2" timeOffset="231924">24356 9708 19669,'-4'-49'1279,"0"1"1,0-1 0,0-18 0,-5 19-1045,-6 41-55,-1 6-57,-4 9 73,-12 18-84,3 4-540,-10 17 520,17-16 1,2 0-1132,-12 19 1067,11-17 0,1 0 0,-4 15 0,3-2 40,9-14 1,1 1-64,4-2 1,0 0 17,-5 29-12,12-13 22,13-14 18,3-13 10,9 0 23,-1-15 234,2-4-139,22-16-5,8-14-409,-27 12 0,-1-2 280,0-3 0,-3-1-2575,6-15 2636,-4-4-22,-6-2-894,-4-3 883,-7 0-140,-3 0 257,-8-16-5,-12 5 186,-3 4-303,-9 15 32,-14 17-72,7 10-5,-12 3-12,13 7 6,1 5-34,3 2 2527,3 5-2533,-3 12 12,8-1-22,-2 9-191,13 9 16,5-7 1241,9 10-2254,23 3 263,1-10 339,-8-13 1,3 1-1292,6-1 0,1-2-2647,19 10 4557,-13-9 0,-2-3 0,-7-5 0,-2-1 0</inkml:trace>
  <inkml:trace contextRef="#ctx0" brushRef="#br2" timeOffset="232244">24671 9884 21049,'9'-60'1183,"0"-1"1,0 5 0,-1 8-1142,-2 9 451,0 3 246,0 4-381,-2 5 118,0 0-364,-2 12 93,0 2-193,-1 11 74,0 3-86,2 5 382,1 6-388,7 21 6,-1-2-2036,4 15 2047,-2-9-5,-1 1-175,1 1 180,-2 1 1,3 19-711,-3-14 677,0 13-12,-5-18-5,-1-2-17,-3-2 62,-5 4 27,-1-16 1,-5-1 1819,0-17-1819,-1-9 185,0-7-168,0-9-7,2-7 7,1-7-184,3-5 166,2-3-5,6-3-11,3 0 0,7 0-400,6 2 377,5 3-17,-3 15 1,2 2 11,14-9-28,13-3-6,-12 20-33,-2 4-57,0 6-61,-2 2-89,0 6-124,-2 1-418,1 5 81,1 3 171,0 1-859,2 2-6055,16 10-1148,-14-7 8637,9 5 0,-31-16 0,-7-4 0</inkml:trace>
  <inkml:trace contextRef="#ctx0" brushRef="#br2" timeOffset="233217">25834 9805 19944,'0'-8'2567,"-1"-22"1,-1-5-2018,0 7-326,0-9 0,0-2 526,0-1-447,-1 12-63,0-6-66,-4 17-45,-2 4-56,-3 3-23,-4 5-11,-5 3 0,-19 9-33,5 3-2895,-15 10 2883,13 0 6,1 4-204,1 3 199,3 1-12,4 1 0,5 1 11,3 1 1,7-1-2340,4-1 2350,5-1-5,7-2 1319,5-2-1336,7-3-91,7-4 103,5-5 27,22-4-16,-8-5-6,16-8 11,-15-5 11,0-8-11,-2-4 1,-1-5-1,-3-4 3,-12 4 0,-1-2-432,8-20 426,-11 16 1,-3-2 8,3-23 0,-12 28 0,-1-2 2,1-2 1,-2 0-9,0-1 0,-1-1-11,1 0 0,-1 1 8,0 0 1,-1 1 19,5-29 22,-3 9 40,-2 9-17,-1 12 2746,-2 8-2763,0 10-34,-1 6 745,0 6-773,0 1 446,-5 12-428,-1 2-18,-6 14 23,-4 6 0,-2 7-796,-3 7 802,-1 7-29,1 4-3,10-27 1,2 1-3,0 0 0,1 1-3,1-1 0,1 2-28,1 13 0,2 0-9,2-11 1,2 0-29,1 9 1,3-1-140,12 11-90,9-3-106,7-4-113,8-5-139,6-5-164,4-7-222,3-6-304,0-8-335,-2-8-213,-3-5 195,-4-9 432,-5-5 604,-4-7 175,-6-6 801,-7-4 330,-3-3 279,-6-3 292,-3 0 141,-2-2-1,-3 3-72,-1 1-202,-3 4-152,-1 2-151,-4 4-128,-1 4-112,-4 2 212,-9-3-498,4 6-45,-5-3-62,6 8-50,3 2 1459,2 2-1504,2 2 460,2 0-494,2 2 1,6 0 22,1 2 45,19 1-68,-2-1 7,14 2-12,-5-3-3381,5 0 3403,2-1-11,2-2 1,0-1-7,-1-4 18,-3-3-892,-4-2 874,-4-2 18,-6-2-18,-4-2-149,-5 2 166,-4-1 12,-5 3-1,-2 1 2849,-2 2-2831,-4 1-12,-7 1-17,-2 3 1263,-9 1-1285,1 3 12,-4 4-1,-2 1-34,-2 4-3064,0 4 3082,0 2 5,-8 13 6,11-2-6,-5 11 17,14-5 11,1 1-34,4 0-232,1 0 238,3-1-5,4-1 16,1-2-17,4-1-5,3-1-6,4-2 6,5-2 11,4-1-11,4-3 0,4-1 5,3-4-11,2-2 23,2-5 3268,0-2-3257,-1-2-12,-3-4 12,-2-2 6,-2-5-3292,-1-3 3275,-3-2-247,0-3 230,-2-3 17,-2-4 5,1-2-17,-3-3-5,2 0-1933,-2-1 1944,-1 1-836,1-1 853,-2 3-11,0 0-1,-1 4-454,0 3 466,-1 2 1463,1 4-1475,0 1 1,2 3 5,2 3-16,1 3 16,2 2-17,2 2-5,3 3 0,0 2 11,1 6-6,0 4 1,0 5-1,-1 5-5,-2 4 517,-2 3-506,-2 2 5,-3 1-10,-2-1-7,-3 0 12,-3-1 2445,1 12-2804,-1 1-83,2-1 759,1-5-1773,4-13-2636,4-3 4092,9 1 0,-12-12 0,1-2 0</inkml:trace>
  <inkml:trace contextRef="#ctx0" brushRef="#br2" timeOffset="233683">28769 9450 18378,'54'-11'560,"-13"4"2027,-64 34-2553,5-5 1408,2-1-1430,2 1 10,4-2 854,3 7-865,6-4 3387,10 5-3381,2-9 5,6-5 6,-4-7-5,1-2 10,0 0-22,-2-2 40,5 0-34,-4-2 39,1 0 106,-2-2-67,-3-1 0,1-2-16,-5-4-18,-1-2-16,-2-3 0,-1-2 0,-1-11 5,-6-5 12,-3-9-34,-3 7 0,0 4 11,4 12-11,-2 2-28,0 3 0,-2 1-56,-10 0-34,-5 4-262,-6 1-57,9 5-297,5 2-2828,14 6 3534,10 1 0,-3 0 0,5-3 0</inkml:trace>
  <inkml:trace contextRef="#ctx0" brushRef="#br2" timeOffset="234326">29093 9576 10388,'1'-3'6699,"0"1"-991,-1 2-5109,5-61-5716,-2 38 5357,0-12 1,0 0 89,-3 20 29,0 2-39,0 0-35,0 3 1230,-4-4-1308,1 6-50,-2-3-34,0 7 2694,-2 1-2733,-5 2-56,-1 2 6,-8 3 39,-13 13-34,3-1-1306,-12 10 1312,9-2-23,-1 3-2311,2 2 2289,1 2-1538,5-1 1538,4 0-192,2 8 214,10-9 1380,2 6-1357,17-4-34,1-9 2153,12 6-2114,1-11-11,4-3 23,21 2-40,-8-8 2204,15 1-2181,-14-8 0,1-2 16,0-3 1,0-4 11,-2-4-12,-3-4-5,-2-3-5,-5-5 230,6-16-164,-9-10-72,-14 18 0,-2-1 0,-5-20 0,-12 5-17,-9 17 11,-18 0 0,-7 2-2343,-10 1 2304,9 4 0,0 4-22,3 15 585,14 10-568,1 2-35,0 7 385,2 4-418,-5 16-285,7 13-143,10-15 0,3 2-1310,7 4 1,3-1-1769,9 25 3579,0-30 0,0-3 0,0-6 0,1-1 0</inkml:trace>
  <inkml:trace contextRef="#ctx0" brushRef="#br2" timeOffset="234741">30127 9458 23864,'-11'-55'724,"0"1"1,1 4 0,1 6-193,-3 2-146,0 7-117,0 7-84,2 8-62,0 4-34,2 7-27,-1 2-56,3 4-1,-2 2 1,-1 5-1,-1 4 7,-3 8-12,-2 8-3398,0 7 3404,-2 9-1,1 10-1075,-1 9 1067,9-25 0,-1 0-962,1 3 0,-1 1 967,-1 1 1,1 1-6,-1 1 1,1 0-633,-2 2 1,1 0 634,-1 1 0,1 1 0,-1 1 0,0 0 0,0 2 0,1 1-11,0-1 0,0 1 13,1 1 1,0 0 166,1 0 0,1-1-183,0-1 0,1 0-25,1 0 0,1-1-20,0-3 0,1-1-31,0-1 1,0-1-46,0-4 1,0-1 568,-1-3 0,0-2-809,-6 21-6,-4-11 2060,-4-13-2133,-20-14 336,6-15 810,-13-12-670,13-14 34,4-8 22,5-8-10,9-9 16,7-7-42,8 27 0,3-2 317,2-1 0,3-1-300,4-1 0,3 0 8,3-1 0,2 0 11,3 1 1,1 0-6,3 1 0,2 1-12,1 1 1,1 2-9,1 0 0,1 2-3,1 1 1,0 1-9,-1 2 0,2 0-11,-1 1 0,1 1-3,0 1 0,-1 1-164,1 1 1,0 0 129,-1 1 1,1 1-29,-2 1 1,2 0-373,13-5 0,0 0-1056,-13 6 0,1 1 1462,14-6 0,-5 2 0,-10 5 0,-4 2 0</inkml:trace>
  <inkml:trace contextRef="#ctx0" brushRef="#br2" timeOffset="235804">4478 13016 21411,'1'-41'769,"0"-1"0,-1 4 1,-1 7-272,-6 15-5733,-2 2 5610,-1 1 1337,0 2-1471,-4 2-56,0 3 814,-4 2-803,-12 4-72,-10 12-63,-2 1 1574,-2 11-1602,11-2 7,0 3-242,2 3 224,1 2-11,5 2-16,3 0 10,4 13 6,8-11 6,5 7-6,22-7-11,2-12 1058,16 5-1058,1-13 0,4-1-6,7-4-11,5-1 17,2-3-5,3 0-2911,-1 0 2916,-1-1-5,-4 2-87,-6 1 97,0 5 1,-20-2-6,-4 6 11,-22-4 6,-9 4-11,-10 1 5,-11 3-11,-8 3-285,-8 0 290,-5 1 1388,-5 1-1390,28-13 0,-1 0-3,0 0 0,-1 0 5,1 0 1,0 0-382,-29 10 381,20-8 1,2 0-6,-17 5 3,23-7 0,1 0-302,-10 6 271,16-7 822,0 4-922,19-7 1459,2-1-1847,6-1 233,5-1-5498,20-2 5781,3-1 0,-4-1 0,-9-1 0</inkml:trace>
  <inkml:trace contextRef="#ctx0" brushRef="#br2" timeOffset="236012">4722 13336 17601,'18'-43'692,"1"-1"1,-2 4-1,-3 7 2067,-7 14-2334,-3 4-55,0 2 928,-2 4-1074,-1 3 449,-1 2-600,0 3 1792,-3 5-1854,-1 5 0,-4 7-11,0 4 0,-2 3 0,-1 4-28,2 2-330,0 3 213,3 0-152,2 0-207,2 1-364,2-2-617,4-1-1662,4-3-6280,2-4 9204,1-5 1,-6-9-1,-1-4 1</inkml:trace>
  <inkml:trace contextRef="#ctx0" brushRef="#br2" timeOffset="236161">4982 12820 15473,'-19'-12'0,"3"3"0</inkml:trace>
  <inkml:trace contextRef="#ctx0" brushRef="#br2" timeOffset="236927">5245 13140 20481,'7'-10'3478,"-2"3"-2587,-5 7 1170,0 0-2038,-9-8-18,7 16 6,-6-3 1,8 18 4,0 2-16,0 1 17,0 1-6,0-1 1,0 2-12,-1-2 5,-1 0 1,-2-3-1,-1-2 18,-1-3 10,-1-3 18,1-4 22,1-4 39,0-3-28,2-4-17,0-5-17,1-3-50,1-7 17,1-3 22,2-4-11,1-4 17,4-3-23,1-1 34,9-16-28,-2 11 6,6-9-275,-5 17 263,0 1 12,0 3-6,9-5-28,-6 10 33,7-2-33,-6 10 0,0 4 0,1 3-45,-1 3 45,8 10 12,-7 1-1,5 9 0,-10-2-17,-2 2 6,-1 1-5,-3 2-1,-2 0 1,-3 0-7,-2 1 46,-1-2-34,-2 1 11,-2-3-5,-1-2-23,-3-2 34,1-3 5,-1-5 62,0-3-28,2-3 253,-1-5-276,2-2 23,1-5-33,0-2-6,2-2-1,-1-3-16,1 0 6,2 0 0,1-1-6,2 2 16,1 0-4,1 3-1,-1 0 0,2 2-39,0 2 28,0 2 0,3 1 6,1 2-6,2 2 5,3 1 1,2 2-12,2 3 45,1 2-39,1 4-11,0 2 22,1 2-16,0 1-945,-1-1 967,-1 2-23,0-2 12,-1 0-1,1-2-5,-3-2 12,1-2-40,-3-3 44,5-3-10,-7-3 39,3-4-34,-8-4 6,1-3 5,0-2 1,1-4-7,4-11-4,-4 5-12,3-9 1000,-2 0-961,-4 8-4,1-6-35,-4 14 0,-2 1 0,0 4 0,-3 5 0,0 3 0,-1 2 0,0 2 0,-2 13 0,-1-2 0,-2 14 0,-1-5 0,1 1 0,0 2 0,1 1-3392,0 1 3392,3 0-654,1 0 654,2 0-2052,4-1 2052,2-2-525,3-1 322,4-1-200,3-4-207,4-2-196,4-5-545,2-3-1202,1-3-7070,-3-2 9758,-5-3 0,-11 2 1,-4-2-1</inkml:trace>
  <inkml:trace contextRef="#ctx0" brushRef="#br2" timeOffset="237079">6372 12780 19154,'-5'-7'4229,"2"2"-3361,3 5 482,0 0-1754,-28-49-156,27 42-683,-17-35-1827,34 58-6166,0 0 8388,-4-2 0,-5-6 0,-3-4 0</inkml:trace>
  <inkml:trace contextRef="#ctx0" brushRef="#br2" timeOffset="238011">6617 13463 27432,'9'-54'170,"-1"0"0,0 4 0,2 6-114,10 8-1524,1-3 1513,3-3-17,-1-4-3,-5 7 1,1-2-21,-6 8 1,1-1-430,4-12 1,0-3 442,-1-7 1,-1 0-555,-5 13 1,0-1 545,3-15 0,-2 2-3,-6 18 1,-2 1-1104,0-11 1,-3 2 1108,0 14 0,-2 1 19,-2-11 1,-4 4-560,-3 7 537,-7 1-984,3 23 979,-1 3 720,-8 11-726,5 3 0,-6 9 6,8 6-6,0 4-6,2 7-5,0 7-6,2 6 622,2 9-602,3-12 0,2 5-1,0 5 1,1 2 738,0 0 1,1 0-742,0-1 0,3-3-973,1-15 1,1-3 969,1 0 1,2 0-15,1-2 0,2-1 1627,12 27-1664,1-22 1,2-3-14,16 15-82,-11-20 1,3-3 24,4-8 1,1-5-5,21 5 60,-18-10 1,0-2-1035,17-9 1001,-2-6 56,-18-4 0,1-5 861,-1-5 0,-1-3-797,7-10 1,-3-4 27,-4-7 1,-5-2 5,-3-5 0,-3 0-22,-7 9 0,-2 2 8,-2 1 0,-1 3 40,0-10 10,-2 5 7,-4 6-12,-3 9 384,-7 0-345,-7 12 531,-3 4-621,-6 13-16,0 6 0,-3 7 0,-4 7 0,-2 6 2172,-12 20-2178,22-20 0,1 2 3,-3 6 0,2 0 135,-3 19-155,11-8 1,8-17-18,4-3-3024,3-4 3047,4-3-1119,2-5 1119,3-2 193,9-5-182,-4-2 400,6-5-411,-4-5 2797,0-4-2785,2-3-1,-1-2 1862,6-11-1861,-9 6-1,3-6 22,-8 2-33,-5 3 13,-1 3-13,-4 6 0,-3 8 0,0 2 0,0 0 0,-1 2 0,-1 0 0,-3 2 0,-5 6 0,0 3 0,-3 7 0,1 0 0,0 4 0,-3 16 0,3 4 0,2 12 0,11-4 0,5-13-1083,7-6 1083,1-11 0,3-3 0,14 3 0,-5-8 0,11 0 0,-12-8 0,0-3 0,6-10 0,-9 1 1083,5-9-1083,-4-10 0,-3-7 0,-1-4 0,-5-3 0,-5 8 0,0-2 0,7-16 0,2 1 0,5-9-831,-6 19 831,-1 10 0,-5 14 0,1 1 0,0 3 0,2 2 0,3 3 0,-3 3 0,4 3 0,-6 4 831,2 4-831,7 13 0,-6-1 0,5 9 0,-4 7 0,-4 6 0,1 13-493,-6-10 493,-3-5 0,0-5-35,-2-8-429,2 5-466,1-11-727,2-2-8174,9 2 8394,-5-9 1,3 0-1,-10-10 1</inkml:trace>
  <inkml:trace contextRef="#ctx0" brushRef="#br2" timeOffset="240006">9943 13125 22166,'4'-59'709,"0"-1"1,0 5 0,-1 6-257,1-1-94,-1 3-57,0 3-33,1 4-34,-1 7-16,0 6-51,0 8 658,-2 7-753,0 6 246,-1 5-296,-1 16 136,-1 1-137,0 18 23,-3 21-822,4-9 785,-1-15 1,1 2-4,3 1 1,1-1 11,3 16-9,-1-17 1,2 0 8,5 7-6,3-4-11,3-4-362,1-5 362,2-5 17,0-5-6,1-7 0,-1-5 12,2-6-7,-1-6 18,0-7-17,0-6 0,0-5-617,-3-6 617,-1-5 11,-3-3-11,-1-7-6,-2-1 0,-1-3 1,0 0 2,-4 19 0,1-1-20,3-12-5,4-7 0,-4 26-29,-1 5 1054,2 7-1087,1 4-28,2 4 347,3 4-666,16 6-212,11 8-288,1 3 500,2 6-656,2 7 410,-9-6-45,13 8 39,-14-9 89,2 0 193,-11-8 1,1 0 246,1-1 1,1-1 144,-1 0 1,0-2 53,25 4 79,-24-9 94,-6-3 102,-5-1 790,-6-3-617,-7-3 28,-4-2-17,-4-2-11,-4-2 410,-8-8 58,-2 4-636,-6-5-50,2 8-68,-2 1-39,-1 3-39,-3 2-39,-1 4-23,-2 2-5,-3 6-17,0 2 11,-15 19-55,10-4-1543,-7 12 1536,16-6 7,5 1-28,4 2 16,5-1 17,5 0-12,4-3-5,5-2-5,4-4-1,15 2 12,10-8-12,1-2-547,3-9 564,-9-8 0,1-3 0,1-6 1,-1-4-7,0-4 1326,-1-4-1298,6-16-16,-10 9 6,2-12 33,-9 3 22,-4 4-33,-2 1 5,-6 11 34,-4 14-5,-1 5-34,0 3-17,-3 6-22,-1 3 645,-4 9-634,-4 5 5,-2 8-189,-3 6 178,-1 5-598,-1 5 598,1 4 6,1 1-1,5-1-10,5-1 0,4-3 5,9-3-11,6-4 0,25 8 11,-3-16-5,19 2 5,-9-19 6,4-7-17,3-7 22,2-7-11,0-11 0,-1-6-830,-1-8 825,-3-4-727,-24 16 1,0-1 722,-2-1 1,0-2 11,-2-1 0,0-2-9,-1-2 1,-1-1-3,-2-2 0,0-1 0,-1-1 0,-1-2 5,-1-1 0,0-2 3,-1 0 1,-1-1-4,-1 1 1,0-4-2,-1 4 0,0-3 1,-1 3 0,1-8 1,-1 1-738,3-15 1,-2 2 728,-2 19 0,-2 4 0,1 1 0,-2 2 0,4-26 0,-2 11-140,-4 13 140,0 11 0,-2 10 0,0 7 520,-1 5-520,0 2 1231,-3 5-1231,-6 12 0,-1 4 0,-7 14 0,1 2 532,-4 8-532,0 7 0,-2 6 0,12-25 0,0 0 0,0 1 0,0 1 0,1 1 0,0 0 0,1 0 0,1 3 0,-2 17 0,1 1 0,4-13 0,0-1 0,-1 15 0,3-1 0,3-17 0,2-3 0,1 1 0,3-2 0,1-1 0,2-2 0,16 25 0,7-7 0,7-7 0,4-10 0,5-7-45,1-9-6,3-8-22,1-6-2052,0-9 2069,0-5 22,-2-9 0,-1-6-322,-15 2 0,-1-2 350,-8 5 1,-1-1 22,7-8 0,-1-1-12,8-15 1,-4 1-799,-3 4 787,-4 4 17,-5 7 12,-5 7 825,-3 7-842,-5 6 2501,-4 6-2485,-3 4 1050,-3 6-1039,-4 5 1631,-2 5-1630,-4 5 5,-1 3-27,-2 3-12,-1 0 0,1 0 0,3 0 0,2 0 0,3-1 0,3-1 0,1-3 150,9 5-150,1-10 0,10 2 0,2-11 0,7-3 0,6-2 0,5-1 0,5-4-528,4-1 528,3-6 0,-1-1 0,-15-1 0,-1-1 0,14-8 0,-18 6 0,-2-1 0,3-9 0,-6-2 0,-6-1 0,-6-2-3217,-5 1 3217,-4-1-577,-3 1 577,-3 2 0,-4-7 0,0 12 0,-2-3 0,3 13 0,2 3 321,0 4-321,2 2 3090,0 2-3090,3 5 911,2 2-911,12 13-108,0-2-116,11 9-73,-5-5-72,5 1-1457,0 0 1317,4 0-785,19 5 543,-9-7-44,15 2 33,-16-12 124,1-1 172,-2-4 192,-3-2 195,-5-2 175,-5-3 139,-8-2 152,-6-2 167,-6-4 101,-4 0 73,-6 0 12,-3-1-62,-5 1-79,0 1 320,-10-2-315,-2 3-396,0 1-52,3 4-38,8 2-28,3 1 1354,2 0-1404,4 0-18,1 0 0,2 1 6,0 1-5,3 1 10,1 1-20,3-1-13,3 0 0,2-1 0,3-1 0,3 0 0,3-1-3392,1-3 3392,3-2-1430,0-3 1430,1-2 0,0-1 0,0-2-393,-1-3 393,-3-1 0,-1-4 0,-4-1 0,-2-1 0,-1-20 2489,-6 11-2489,-6-10 0,-6 22 0,-6 8 0,-1 8 0,-3 2 0,-2 3 0,-2 3 0,-2 3 0,0 5 1982,-8 12-1982,7-2 0,-4 10 0,9-6 744,3 4-744,2 0 0,2 18 0,5-12-3392,0 11 3392,8-16 0,1-1 0,6-1 0,13 7 0,12-2 0,4-4-228,5-8 228,-8-14 0,1-4 0,19-7 0,-13-4 0,13-6 0,1-14 0,-16 2 0,-14 7 0,-1 0 0,6-12-776,-2-3 776,-3-5 0,-5-2 0,-9 7 0,-2-2 0,4-19 0,-7 19 0,-1-2 0,-3 1 0,-1 0-1,0 3 0,0 0 1,1-30 0,0 17 0,-3 24 201,1 5-201,0 4 0,-1 4 802,2 2-802,-1 4 3391,2 3-3391,4 8 4,5 11-4,0 5 0,2 10 0,0 13 0,-5-7 0,2 16 0,-8-14-585,-2 2 585,-2-12 0,-1 1 0,-3 17 0,0-18 0,-1 0 0,-7 10 0,-5-2-292,-16 10-3752,4-16 2655,-12 7-3898,10-19 5287,-5-3 0,18-9 0,0-2 0</inkml:trace>
  <inkml:trace contextRef="#ctx0" brushRef="#br2" timeOffset="242206">15893 12710 15068,'24'-55'724,"1"0"1,-3 4-1,-3 4-97,-2-7-95,-5 4 1114,-3-7-1343,-6 20 1007,0-4-1007,-5 21 1747,1 9-2000,-3 3 2918,1 7-2963,-1 6 1322,-5 15-1288,-2 20-3420,-1 5 3392,0 10-11,6-21 0,0-1-334,-2 19 328,3-17 1,-1-1 5,0 13-45,0-1 40,-4 13 44,0-8-17,1-4 12,0-19 16,4-20 18,0-4-24,0-9-4,-1-4-34,-3-24-6,0-16 0,1-4 0,4 10 0,2 0 0,3-14 0,3 3 0,2 0-322,-1 19 0,1 2 322,4-13 0,1 1-972,-2 11 1,1 3 971,0 0 0,1-1 0,4-9 0,3 0-84,-1 4 1,1 1 83,-1 2 0,1 2 1447,11-13-1447,-11 25 0,-1 6 0,-1 6 873,-1 3-873,2 5 3009,1 5-3009,10 12 0,-1 17 0,0 4 42,-8 10-42,-11 12-84,-7-12 84,-5 15 0,-8-21 0,-6-3 0,-19 13 0,15-28 0,-2-1 0,1 0 0,-1-2 0,-21 12 0,17-18-252,4-3 252,4-5-26,4-3 26,5-3 349,3 0-349,4-2 813,2 0-813,1 0 285,2-2-285,2 2 30,2-1-30,5 1 0,5 0 0,3 1 0,6 0 0,4 1 0,6 0 0,22 0 0,-22-1 0,1 1-573,0-1 1,0 0 541,1 0 1,-2 0-60,14 0-22,1-2-61,-3-2-18,-2 0 6,-3-3 17,-7 0 68,-4-2 38,-8 0 40,-6 0-6,-6-1 16,-6 1 12,-5 0 0,-3 1 12,-4 1 60,-8 0-10,4 2 1148,-4 0-1064,2 2-79,3 2 6,-1 0-34,4 1 0,2 0-39,-1 3 12,3 0-12,1 2 0,3 0 5,1 1 6,3 1 1,3 1-7,12 3-3402,-1-4 3402,10 3-384,7-4 379,-6-3 0,9 0 0,-12-2 22,-3-2-10,-1-3 4,-4-1 7,-3-4-46,-2-2 51,-4-3 6,-2-2 33,-4-13-39,-5 5 3188,-2-12-3172,-8 0-21,1 7 10,-4-4 12,4 13 645,-8 0-701,5 9 22,-4 0-11,8 10 0,3 5 0,-1 3-5,0 5-1,1 2-5,0 5 5,1 2 1,-1 18-1,2 5-397,1 2 403,3-1 6,8-2-12,0-10-16,9 8-23,0-17-22,6-2-144,3-4 155,5-3-5,2-4-742,4-4 730,2-4 12,0-2 5,-1-5 39,-1-2-5,-4-5 27,-3-3 18,-6-2-38,-4-2 37,-5-2 345,-4-1-345,-1-12 1,-3 7 5,0-7 5,-3 10-5,0 2 6,0 2 5,0 1-5,-1 4 170,1 2-176,-1 3 774,0 3-779,-1 3 6,-1 2-23,0 0-1,0 9 1,1 0 0,-1 10-12,1 0 6,-1 3-11,1 3 16,-1 2 1,0 1-12,0 0 6,-1 0-5,-1-2 5,0-1 11,-4 5-17,3-9 6,0 2 12,2-12 10,0-2 23,1-5 5,0 0 29,4-8-63,1-1-4,5-7 4,-1-2-4,3-2 17,0-3-29,0-2 0,0-4 0,6-15 0,-5 8 0,6-10-483,-7 15 483,1 2 0,0 6 0,-1 3 0,-2 5 0,1 3 0,-2 3 0,0 2 0,0 2 0,0 2 0,1 1 0,0 4 0,2 3 0,2 3 0,0 2 0,1 3 0,-1 1 0,0 1 483,0 8-483,-5-6 0,0 5 0,-7-7 0,-1 2 0,-1-6 0,0 2 0,0-9 0,0-3 0,0-1 0,0-2 0,2-2 0,1-2 0,3-2 0,1-3 0,3-2 0,2-1 0,3-2 0,0-2 0,4-1 0,-1 0 0,1-1 0,-1 2 0,-1 1 0,-1 1 0,-2 3 0,-2 1 0,-3 3 0,0 2 0,-4 2 0,1 1 0,-2 2 0,2 3 0,2 2 0,0 3 0,3 2 0,1 3 0,3 0-46,2 1-16,3 2-16,3 0-29,2 0-38,3-1-952,2 0 878,3-2-10,1-2-23,3 0 0,1-3-3086,0-2 3119,1-1-39,-1-3 101,-1-1 34,-1-2 39,1-3 34,-3-1 44,15-12 34,-13 1 8,-7-1 1,-1-1 41,3-6-5,6-8 22,-17 8 286,5-15-213,-11 14 6,0-9-1,-12 18-10,-2 3 162,-15-6-236,-5 8-66,-10-1 5,-3 8 604,4 3-593,-30 12-33,22-2 2736,-19 12-2731,31-4 99,2 1-110,3 3-3175,4 0 3170,2 0-1,4 0-2125,3-1 2120,2 0 299,3-2-288,2 4 0,3-7-5,3 2 27,3-9-11,2-2 6,2-3 2268,3-2-2262,2-2-6,3-3 16,0-2 3393,1-4-3376,7-9-5,-7 3 45,14-16-34,-16 10-17,5-8 17,-9 5-6,0-1-22,0-1 11,-2 0-11,-2 2 13,-2 3-41,-3 3 0,-1 4 0,-3 4 0,-1 4 0,-1 2 0,-1 3 0,-2 8 0,-1-1 0,-2 8 0,-1-2 0,0 3 0,-2 1 0,1 2 0,1 0 0,1 1 0,3 1 0,2-2 0,4 0 0,4-1 0,5-1 0,4-2 0,3-2 0,3-2 0,5-3 0,2-1 0,3-3 0,2-1 0,2-2 0,-1-4 0,10-7 0,-5-10-3392,-2-1 3392,-11-3 0,-12 5 0,-1-1 0,-2 0 0,-2 0 0,-2 1 0,-2 2-2269,-1 2 2269,-2 2-85,0 4 85,-3 2 2226,0 3-2226,-1 2 0,0 2 0,-1 6 3328,-2 2-3328,-1 7 192,-5 11-192,1 8 0,1 1 0,3 2 0,3-11 0,2 2 0,4-1 0,5 0-52,5-1-1275,28 15 375,-12-16-673,21 8 1625,-3-21 0,-28-6 0,11-1 0</inkml:trace>
  <inkml:trace contextRef="#ctx0" brushRef="#br2" timeOffset="242380">19380 11969 17493,'-15'-50'459,"0"1"0,1 4 1,4 8 1911,7 17-2287,1 5 1396,1 1-1536,0 7-212,1 1 617,1 33-998,0-7-914,0 11 0,1 3-3836,1 7 5681,3 22 1,-3-38 0,0-1 0</inkml:trace>
  <inkml:trace contextRef="#ctx0" brushRef="#br2" timeOffset="242743">19662 12196 22761,'0'-7'3181,"0"1"-2447,0 6-140,0 0-130,1-64-144,0 40-200,0-12 0,-1 1 32,2 23-57,-2 3-39,0 5-56,0 1-11,0 2 11,0 11 11,0 2 6,-1 24-1,-4 7-21,-2 17-1011,1-11 1005,1-4-90,3-5 106,1-13 1,0 5 22,1-12-5,0-9-23,1-2 0,2-9 999,7-11-999,11-11 0,2-5 0,8-6 0,-3 7 0,3-1 0,2 0 0,1-1 0,17-7-980,-15 11 980,11-4 0,-21 14 0,-1 4 0,-5 5 0,-1 3 0,5 11 0,-6 0 0,5 10 0,-1 11-85,0 10-1108,0 2 521,-2 2-387,-5-11 183,2 1 876,15 19 0,-18-29 0,8 11 0</inkml:trace>
  <inkml:trace contextRef="#ctx0" brushRef="#br2" timeOffset="243280">21821 11958 12763,'7'-1'7819,"-2"1"-6576,-5 0-301,0 0-220,27-64 331,-28 25-678,8-8 0,-3 1-3879,-26 7 3733,-5 4 141,-10 6-1293,6 11 1058,-13-3-137,11 13 80,-1 4-33,2 2-23,3 6-22,-2 7-278,13 3 294,-1 7 1714,12-2-1719,4 2-5,2 2-17,5 4 163,2 1-152,5 2-2263,4 3 2269,2 0-6,15 17 1558,-6-13-1575,12 12 22,-11-18 1,2-1-2035,-1-3 2062,-2-2-33,-2-3-509,-4-4 509,-6-2 1800,-3-4-1778,-9 3 607,-18-3-595,-22 1-29,-8-5 1074,-13-3-1068,12-4 11,-1-1 351,2-1-368,4-2-66,-5-5-96,18 0-168,0-4-1742,22-4-1585,11 2 3652,13-7 0,-6 12 0,3 1 0</inkml:trace>
  <inkml:trace contextRef="#ctx0" brushRef="#br2" timeOffset="243730">22534 11901 25320,'-29'-40'386,"-1"0"1,3 3 0,1 10-219,-3 21-481,-2 4 408,-4 1-50,0 6-704,-1 1 698,1 6-11,2 4 17,2 3-22,2 2-1,4 4-5,4 0 0,5 2-12,4 1-138,6 1 139,3-1 5,9 1 0,2-2 6,9 0 0,5-3-26,7-2 43,24 2-31,-22-15 0,2-2-260,-1 1 1,0-2 289,30-1 6,-22-8 29,-4-3-24,-3-5 12,-3-4-5,-5-4 608,-4-3-558,-1-17-2740,-7 5 2684,-1-12-12,-8 11 17,-1 0 39,-1-12 1,0 15 229,-2-7-212,0 19-18,0 4-5,0 4 3217,0 4-3262,-1 3 11,0 3-43,0 1-7,0 1 497,-1 3-497,-2 2 0,1 6-7,-2 3 7,-1 4-17,-1 4 12,0 4-7,1 2-44,1 18 12,2-9-806,2 11 755,6-14-62,3 0-112,6-2-151,4 0-179,6-4-235,3-1-309,3-3-554,3-2-1793,1-6 3490,4-2 0,-18-7 0,-1-3 0</inkml:trace>
  <inkml:trace contextRef="#ctx0" brushRef="#br2" timeOffset="244320">22951 12068 17289,'-6'-49'918,"0"0"0,0 4 1,1 6-2435,0 9 1970,0 4 1422,2 4-1601,2 4 929,0 5-1080,1 3 957,0 5-1053,0 2 3386,0 2-3386,2 7-22,0 2-1,2 9-5,1 2-5,-1 4 16,0 3-6,-1 3 7,-1 0 4,-1 2-10,0-2-6,-1 1 28,0-2-22,-1-2 10,0-2 7,-1-5-12,1-3 28,0-4 12,0-3 38,1-4 208,-2-3-235,2-7-23,0-2 0,0-7-33,0-2-6,0-2 16,1-2 12,1-2 12,1-1 10,2-2 56,4-14-38,0 8-7,3-10-5,-2 13 0,2 0-17,-1 2-5,1 4-17,0 3-6,0 3 0,0 4-5,0 4-6,2 3 5,1 3-16,2 1 0,1 5 17,2 2-12,1 4 0,2 4 18,0 4-7,0 1-3391,-1 4 3391,1 2-814,-3 3 809,-1 0-262,-4 1 256,-2-2 0,-4 0 1,-4-3 10,-2-3 1,-2-1-6,-3-5 17,-2-3-6,-2-4 0,-1-4 12,0-2 5,0-5 2866,1-2-2866,2-5 6,0-3-29,2-2 7,0-2 4,2-3 1167,3 0-1172,1-1 0,3-1 421,4-2-410,7-14-11,-1 8-5,4-8-934,-5 13 928,-1 3 0,-1 4 0,0 2 0,-1 4 0,-1 2 0,0 3 0,1 3 0,-1 3 0,2 1 0,2 4 0,0 3 0,3 5 0,2 4 0,2 4-6,3 3-6,2 3-226,1 4 166,11 15 4,-11-9 355,7 11-472,-14-14-106,-2 0-180,-2-1-257,-1-3-336,-1-1-594,0-3-5335,1-3-2389,-2-4 9382,-1-4 0,-7-7 0,-3-3 0</inkml:trace>
  <inkml:trace contextRef="#ctx0" brushRef="#br2" timeOffset="244713">24229 12014 18383,'-8'-38'190,"-1"0"1,-5-22 2008,12 59-2143,1 1 1424,6 5-1447,7 2 6,3 2 904,15 3-920,-7-5-6,11 0-1,5-3-4,-8-3 3247,9 0-3242,-14-3 11,-2-2-6,-3-3 0,-3-3 458,-1-12-447,-6 3-5,-1-10 17,-8 4 5,-1-1 12,-5-3 5,-1 1-3414,-6 0 3381,-2 2-475,-1 2 475,-2 4 78,-10-3-28,6 8-6,-6 0 6,8 10-17,2 2 3146,0 3-3185,1 5 6,0 3-6,-1 7-6,-1 3 12,0 5 5,-11 17-11,8-6 720,-6 14-731,10-12-6,4 0-817,5 2 778,3 0 16,8 1 1,7 1-17,10 1-56,11-1-118,-1-12 1,4-1-18,-7-7 1,3-1-152,11 5 1,1-2-261,-9-8 0,0-3-1506,2 0 0,0-2 2136,7-1 0,-3 0 0,3 0 0,-1-2 0</inkml:trace>
  <inkml:trace contextRef="#ctx0" brushRef="#br2" timeOffset="244854">24971 11940 25130,'0'0'0</inkml:trace>
  <inkml:trace contextRef="#ctx0" brushRef="#br2" timeOffset="253153">1973 12496 17324,'-53'3'23,"0"0"1,0 0 0,4 0-1,2-1 1,3 1-24,3-1 0,3 0 78,-24 1 432,9-2-141,25-3-33,4 0 784,19-3-941,12-1-39,7-3 0,13-2-31,5-1 0,5 1-56,-5 1 1,2 0-1444,17-4 1,2 0 1467,-6 3 1,0 1 10,5-1 1,4 0-513,4 1 0,5 0 1,-2 0 455,-11 2 1,-1 0 0,2 1-376,0-1 1,3 0 0,1 1-1,-3 0 362,4 0 1,-3 0 0,1 1-251,2-1 1,0 1 0,5 0 246,-12 0 1,3 1 0,2 0 0,1-1 0,0 1-56,3-1 0,1 1 0,1 0 1,2-1-1,2 1 46,-9 0 0,2 0 0,2 0 0,0 1 0,0-1 0,-1 0 0,-2 1-4,0 0 1,-1 0 0,-1 0-1,-1 0 1,1 0 0,-1 1-4,0-1 0,1 1 0,-1 0 0,0 0 0,-2 0 0,-2 0 1,9 1 1,-2-1 0,-2 1 0,1 0-1,1 0 1,0 0 0,1 0 0,-1 1-86,1 0 1,-1 0 0,0 0 0,1 0 86,-2 0 0,0 0 1,1 0-1,4 1-1,-9-1 1,3 1 0,1 0 0,1 0 0,-2 0 0,-2 0 1,10 0 1,-2 1-1,-1 0 1,4-1-4,-13 1 1,3-1 0,0 1 0,1-1 0,-3 1 0,-3 0 1,6 1 0,-4-1 0,-1 1 1,0 0-3,-1 0 1,0 0 0,0 0 0,0 0 0,13 0 1,0 0 0,0 1-1,-3 0 1,-1-1 0,0 1 3,-3-1 1,0 0 0,-1 1-3,-3-1 1,-1 0-1,0 0-3,-2 0 0,-1 0 0,-1 0 18,-2 0 0,-2-1 0,0 0-15,18 1 1,-1 1 52,-5-2 0,-2 0-55,-4 1 0,-1-1 333,10 1 1,-3-1-334,-16 0 0,-2 0 2,5 1 1,-2-1-23,-2 1 1416,-12-1-1421,-12 1 1990,-11-2-1980,-14 1 2621,-12-1-2654,-8-2 0,-4 0 304,3 0 1,-1-1-291,-16-1 0,-2 0-1385,6-1 1,0 1 1364,-6 0 1,0-1-6,-5 0 0,-1 1-1119,-3-1 1,-2 0 1114,18 2 1,0 0-1,0 0 0,-2 0 0,-1 0 0,0 0 0,-2 0 1,-1 1-1,0-1-2,-1 1 1,0 0-1,-1-1 13,-1 1 1,0 0 0,-4 1 1,-2-1 1,-4 2 0,-2-1 0,4 0-341,10 1 0,3-1 0,-1 1 1,-2-1 380,-1 1 0,-2 0 1,-1 0-1,1-1 1,3 2-206,0-1 1,2 1 0,1 0 0,0 0 211,-2 0 1,-1 0-1,1 1 1,-1-1-26,-1 1 0,1 1 0,-1-1 0,0 1 32,-1 0 1,0 0-1,0-1 1,0 2-4,0-1 1,-1 0 0,0 1 0,1 0 5,-2 0 0,1 0 1,0 0-1,-1 1-6,0-1 1,0 1 0,0 0-1,0 0 5,0 0 0,0 1 0,-1-1 0,1 1-1,0-1 1,-1 1 0,1 0 0,0 0-2,0 0 0,0 0 1,0 0-1,1 1 50,-1-1 1,1 0 0,0 1-1,1 0-48,0-1 0,0 1 0,1-1 0,-1 1 1,2 0 0,-1 0 0,1-1 0,0 1 0,2 0 0,0 0 1,-1 1-1,2-1 0,0 0 0,0 0 1,0 0-1,1 0 4,-14 3 0,0 0 0,0 0 27,3-1 0,0 1 0,1-1-31,2 1 0,0-1 0,1 1 2,3-1 0,1-1 0,0 1-2,3-1 1,1 0-1,1 0 6,-18 3 0,1 0-3,7-2 0,1 0-6,5-2 0,1 1 131,6-1 0,2-1-136,3-1 0,3 1 651,-26 4-649,11-2 1611,10-2-1616,11 0 2133,8-3-2167,10-1 1605,5-2-1521,24 0 41,6-1 4,26-3 313,12-3-344,-23 1 1,2-1-1150,8-1 0,3-2 1138,8-1 1,3-1-25,-17 3 1,2 0 0,1-1-8,3 0 1,1 0 0,6-1-437,-8 1 0,5 0 0,2-1 0,-1 0 1,-2 1 422,3 0 1,-3 0 0,0 1 0,4-2-245,-10 3 0,1-1 0,2 0 0,1 0 0,0 0 0,0 0 245,1 0 0,2 1 0,-1-1 1,1 0-1,0 1 0,1-1-106,3 0 1,1 1 0,0-1 0,0 0 0,1 0 0,-1 0 100,1 0 1,0 0-1,0 0 1,-1 0 0,1 1-1,-1-1-38,-3 1 1,2 0 0,-1 0 0,-1 1-1,-2 0 1,-3 0 39,10-1 0,-4 1 0,-2 0 0,1 1 4,1 0 0,0-1 1,-1 1-1,1 0-4,-1 1 0,0 0 0,0 0 0,-1 0 2,0 0 1,0 1 0,0-1 0,-1 1-5,0 0 1,-1 1 0,0-1 0,0 1-4,-1 0 1,0-1 0,-1 1 0,1 1 5,-3-1 0,0 1 1,1 0-1,-2 0 89,0 0 0,-1 0 0,0 0 0,-1 0-90,15 0 1,-1 1-1,0-1 6,-3 1 0,-1 0 1,0 0-5,-2 0 0,-2 1 1,0-1 6,-2 1 1,-2-1 0,0 1-4,-2-1 0,-2 1 0,0 0 2,-2-1 0,-2 1 0,0-1 16,17 1 0,-2-1-74,-4 0 0,-2 0 85,-5 0 0,-2 0-3,-5 1 1,-1-1-10,-5 0 1,-2 1 25,23 0 227,-2-1-271,-20 1 1228,-3 1-1234,-22-1 1344,-4 2-1289,-4-2 2351,-6 1-2753,-3-1-813,-10-1-1468,-4-1 2622,-12-3 0,17 2 0,-2-1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3:50:50.788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3224 2802 20330,'-35'-33'743,"-1"0"1,1 0-1,-14-13 1,8 12-559,15 26-67,1 4-23,0 2-34,-1 2 18,-11 9-40,7 0-1222,-6 9 1199,12 0 24,2 3-29,3 3-6,3 4 7,5 1 4,3 2 1,6 14-11,5-10-714,6 9 719,6-15 1,19 10-24,11 2 24,2-2-7,2-6 1,-15-11-17,1-1 5,-1-1 0,-2 0 6,0-2-11,-4 0 0,-1-2 5,-7 1 6,-5-1 6,-8 0 0,-9 1 10,-9 1 1,-10 0 39,-30 6 282,4-8-319,12-5 1,0-2-1002,-22 1 1033,-3-1-1,-3-4 0,3-2-5,2-2-6,7-4-5,7-4-6,8-4 622,7-6-684,9-3-33,6-4-79,8-3-50,4-3-286,7 2-39,6 0-319,5 3-477,7 4-782,2 3-1548,4 4 3110,6 2 1,-17 6-1,1 1 1</inkml:trace>
  <inkml:trace contextRef="#ctx0" brushRef="#br0" timeOffset="415">3632 3018 22598,'-45'-9'43,"0"-1"0,6-1 0,7 8-19,13 24 951,7-2-933,1 3-3352,2 3 3520,2 2-68,1 2 413,3 1-540,1 0 39,2-1-85,4-2 14,3-2-224,15 5 1,0-9 35,12 3 2449,-2-13-2201,3-4 7,4-3 20,2-3 10,1-5-1047,-2-4 1115,-3-5-176,-5-3 220,-5-3 12,-6-2 1,-4-1-156,-3-13 82,-7 7-29,-1-9 7,-8 10-36,-3 0 26,-3 2-36,-5 0 0,-2 2 1,-3 2 13,-3 3 41,-3 4 52,-4 4 55,-1 4 0,-3 4 56,0 1-20,0 5 89,0 1-9,2 5-2,2 3-25,4 1-53,3 2 306,5 3-515,5 0-157,5 3-256,3 1-252,5 0-440,5 1 1276,5-1-7144,19 7 6819,0-6 0,-4-4 0,-10-10 1</inkml:trace>
  <inkml:trace contextRef="#ctx0" brushRef="#br0" timeOffset="739">4138 2964 27406,'-9'-29'-1067,"4"9"760,22 34 122,0 0 74,2 3 26,-1 0 20,0 2 585,1 1-816,-2 0 255,-1 1 179,-2 1-206,-1 24 70,-6-17 20,-6 15 50,-8-22 67,-5-6 181,-4-2-69,1-4 50,-1-5-18,3-3 258,0-2-335,3-5-103,2-3-140,2-4-74,3-4-13,1-3-18,1-2 34,3-2 47,4-2 36,3 0 94,6 0 72,3 1-35,4 2-81,4 2-94,2 2-176,3 2-262,1 3-334,2 2-518,0 0-1105,3 3 1809,4-3 1,-18 6-1,-2 0 1</inkml:trace>
  <inkml:trace contextRef="#ctx0" brushRef="#br0" timeOffset="983">4998 2475 20765,'-18'-39'172,"-1"1"0,3 1 1,4 11 1984,9 24-1972,2 1 754,1 10-695,0 3-104,2 12-74,1 3 71,3 6-1035,0 6 1009,1 4-92,-1-8 0,-1 1 102,4 23-154,-3-19 0,-1 2-4,0 4 1,0 0-574,-2-10 1,1 1 541,0 12 1,0 0-95,0-14 1,-1-1-473,0 1 0,0-1 260,0 0 1,0-1-584,5 30-214,-2-5-318,0-9-1204,-3-6-2693,-1-10 4975,-3-4 1,0-16-1,0-2 1</inkml:trace>
  <inkml:trace contextRef="#ctx0" brushRef="#br0" timeOffset="1348">4923 3107 11743,'-5'-6'6296,"0"2"-4655,5 4 1658,0 0-2660,-60-45 167,39 28-697,-12-7 1,3 0 97,24 16-74,6 2-41,5 1 178,3-1 25,20-1-35,-2 1-17,15-2-35,13 0-148,-23 4 1,1-1-1238,0 0 0,0 0 1277,29-5-257,-4-3-2504,-16 4 2612,9-6 35,-12-1 82,-13 3 45,2-3 134,-13 0-119,-6 4-23,-2-5-2,-5 7-52,-1-2 30,0 2 10,-1-1 1980,-4-2-2069,1 2 8,-1 0 3347,2 5-3387,0 1 18,1 2 0,-1 1-16,2 1 35,0 1-19,-2 21 18,1-5 17,-2 20 24,2-7-24,1 1-46,0 2-27,1 0-280,5 16-28,-1-13-262,5 12-1919,1-5-1268,-3-11 3199,4 8 1,-7-26-1,-1-1 1</inkml:trace>
  <inkml:trace contextRef="#ctx0" brushRef="#br0" timeOffset="1525">5509 2580 24264,'-23'-43'251,"0"0"0,3 4 1,2 7-204,8 17-5691,2 4 5596,3 4 1378,3 4-1574,1 1 887,6 10-1683,8 11-173,2 5-1424,4 9-7195,-5-8 9517,-2-3 0,-6-10 0,-2-5 0</inkml:trace>
  <inkml:trace contextRef="#ctx0" brushRef="#br0" timeOffset="2431">5727 2842 23472,'0'-10'2095,"0"2"-1546,0 8 465,0 0-998,-9 12-4,6 2-1,-7 11-3403,7-1 3409,0-1-1460,-2 1 1454,1-2 6,-1 0 0,0-3 0,0-2 11,0-2 72,-1-2 2648,1-5-2664,0-2 2221,2-8-2243,1-3-17,-1-5-17,2-3-6,0-4 1,1-3-12,3-4 45,8-18-28,1 9-11,7-12 16,-3 14-10,0 1-1,9-4-28,1 7 1,7 1-29,1 13 1,10 17 21,-13 6-66,15 20-506,-25-7 550,4 10-10,-11-7-12,-3 3-23,-1 0-27,0 0-23,0 1-39,1 0-487,7 14 173,-2-10-827,6 8 698,-4-15 0,1-3-295,3-5 419,1-4-2400,2-6 2658,2-4-1357,-1-4 1516,0-5 527,-3-3-326,-2-6 201,8-12-93,-8 1-142,6-9 150,-8 4 10,-1-1-31,0-2 2457,-1-1-2411,0-1 365,4-14-355,-7 13 286,6-22 1696,-12 28-2059,0-3 30,-5 17-45,-2 5-55,0 4 612,-1 3-725,-3 2-16,-2 4-12,-5 3 31,-4 7-20,-4 4-5,-4 6-3322,-2 3 3328,-1 2-6,0 2-463,1 1 458,1 1 22,3-1-23,4 0 6,0 11-11,7-11 5,3 7-46,4-17 46,5-3 131,2-5-114,3-4 3143,3-5-3109,0-2 0,2-6 5,3-2 706,0-7-655,11-14-3340,-6 3 3318,6-9-699,-5-1 721,-6 8-106,2-5 95,-8 13-23,-3 3 17,-2 3-22,-1 4-1,-2 3 2870,-1 6-2937,-1 5 1206,0 7-1200,0 23 11,2-2-1421,-1 19 1415,1-6-5,-1 6-1110,1 7 1093,-1-28 1,0 0-1236,-1 3 0,1 1 1252,0 3 0,-1 0 5,0 3 1,0 1-834,0 2 0,0 2 825,1 1 0,-2 1-311,1 2 1,-1 1 307,-1 1 1,-1 0-332,0 2 1,-2-1 283,-1 0 0,-2 2-143,-2-4 0,-2 2 0,-2-3 152,-1 6 0,-5 1-222,3-15 0,-4 3 0,-1-2 0,1-5 84,-7 4 0,-1-5 84,-9 9 0,-2-7 64,-12-6 68,5-16 22,4-12 22,5-17 1155,5-11-1132,6-16 33,4-14 563,15 22-1,1-3-545,3-24 1,2-4-96,3 12 0,2 0-21,0 4 1,1-1-1,2-1 19,4-2 0,2-1 1,0 3-178,3-9 1,1 2 144,-2 8 0,0-2 1,1 1-461,0 5 0,1 1 0,-1 2 452,3-6 0,0 2-9,5-12 1,0 4-449,-7 18 0,0 3 398,0 1 1,1 1-164,6-6 1,2 0-1199,12-12-1143,-12 18 1,0 2-7074,6-2 9622,-3 7 0,-14 10 0,-6 5 0</inkml:trace>
  <inkml:trace contextRef="#ctx0" brushRef="#br0" timeOffset="3115">8415 3195 17985,'8'-41'679,"1"-1"0,-1 1 0,4-19 0,-1 3-789,-3 15 0,-1 1 460,-2 2 0,0 2-42,-1 3 0,-2 1 203,1-22-108,-4 8-90,-3 11-2400,-1 7 2283,-3 7-56,0 7 965,2 6-1072,1 4 331,1 4-359,1 5 835,-2 4-829,1 8 0,-1 8 1,-1 9 3391,0 7-3392,-1 7-3392,-1 7 3398,0 4-6,-2 5-450,5-31 0,0 0 439,0 1 0,0 1-3,-1-1 0,0 0 6,1 1 0,-1-1-9,0 0 1,0 0 2,0 0 0,1-1 3,-6 29-6,2-6 12,1-7-6,2-9 17,2-10 29,0-9 60,2-7 6,0-7 0,0-5 2899,0-8-2983,-1-4 6,0-10-6,0-7 11,2-9-17,0-6-864,2-8 870,1-7-26,0 27 1,1-2 5,-1-2 1,2-1-9,-1-2 0,1 0 0,0-3 0,0 0 5,0-3 1,1 1-6,0-1 0,0-1-1322,1 1 0,-1-1 1324,1 3 1,-1-1 2,1 3 1,0 1-117,-1 3 1,1 0 116,0 3 0,0 1-1,6-26-1019,1 8 1025,1 7 1,1 7 991,1 7-1042,1 7 39,1 4 0,1 6-11,3 6 50,1 3-50,2 6 5,3 7 6,1 7 0,1 9-11,0 7 0,-1 8 1956,-2 8-1962,-1 6 20,-14-25 0,-1 1-1,0 1 1,0 1-3,-2 1 0,0 1 0,-1-1 0,-1 1-3,-1 0 1,-1 0-12,0-1 0,-1 0-20,-2-1 0,0 0-111,1 28-107,-3-3-118,0-3-173,0-4-241,0-4-325,-1-5-482,-1-6-1282,-2-6 2340,-3-5 0,3-12 0,0-4 0</inkml:trace>
  <inkml:trace contextRef="#ctx0" brushRef="#br0" timeOffset="3305">8528 3038 15429,'-7'-3'4699,"2"1"-3618,5 2 1563,0 0-2342,-49-65-699,37 40 447,-15-13 1,6 0 139,24 19-173,3 0-29,6 2-16,6 2 0,2 3-22,7 1-40,2 3-229,22 3-280,5 6-1673,2 4 1566,-5 6-353,-19 2-649,-2 1-1473,-1 3 3181,-2 4 0,-13-9 0,-2 0 0</inkml:trace>
  <inkml:trace contextRef="#ctx0" brushRef="#br0" timeOffset="4658">8967 3159 26733,'27'-51'41,"-1"1"0,-2 2 0,0 9-30,4 15-650,2-2 639,1-2-473,3-5 478,-1-2-5,-1-6 0,0-3 0,-2-3 12,-2-4-1,-4-2-3,-10 15 1,-1-2 2,3-19-310,-7 21 1,-2 0 351,-3-13-12,-2 3-12,-3 2-4,-3 5 14,-2 5-3,-3 6 36,-8 0-59,4 11-31,-5 1-2479,8 12 2652,-1 2 611,2 3-253,1 1 805,-4 11-621,3 2-101,-3 11-2350,4 2 2075,-1 6-195,-2 30-297,3-10 27,4-14 1,0 0-862,2 21 514,1 4 291,2-30 1,1 0 23,0 1 0,2-1 17,0 0 0,1 1 54,1-2 0,2 0-10,5 12 1,2 0-650,-3-13 0,2 0 647,5 8 0,2-2-70,14 7 1300,5-5-1154,3-7 66,3-7 28,-13-15 1,1-2 232,16 2-99,-18-8 1,0-3 299,7-8 623,-3-6-573,-4-6 2122,-3-5-2306,6-17-175,-12 7-111,4-12-73,-13 13 3189,-1 0-3360,-2 2-109,-2 2 125,-2-6-119,-3 14 54,-2-4 25,-3 16-44,-2 4-31,-6 1 151,0 4 104,-5 3 107,0 3 200,-2 5-2,0 4-22,-1 3 7,-6 13 57,4 5-238,-1 10-122,10-10 130,6-4-411,6-12-57,2-1 8,8 2 32,-2-5 65,6 1 103,3-8 166,-5-3 73,8-1 86,-8-6 189,2-2 76,-1-4-2,0-3-3456,-2-2 3311,-2-2-250,3-12-105,-7 5-203,2-8 17,-7 9-64,-1-1 11,-1 1 38,0 0 41,0 2 186,0 1 29,-2 3 10,0 3 7,0 2 2,-1 5 3305,-1 0-3315,2 4 21,-2 0 59,1 7 252,-1 0-193,-1 8-15,0 2 1,-3 16 17,2-3-3432,-2 11 3330,2-8-51,2 1-390,-1 2 334,0 0 28,1 0 28,0 1-7,0 1-3,-1 19-15,2-13 11,0 15 7,1-16-211,0 0 218,-3 1 24,-2 2-3,0-11 1,-2 2 29,-6 19 1224,4-17 1,-1 0-1312,-3 1 1,-2-2-38,-9 21 45,8-21 0,-2 1-7,-2-2 1,-2 0-11,0 0 0,-2-1 9,0 0 0,-1-1-9,2-5 0,1-3-58,-10 1 578,2-7-440,-12-6-18,12-9 12,-7-8-18,5-20 7,3-13-18,13 9 1,2-1-856,-4-20 766,8-1-157,17-3 48,4 23 0,4-1 42,6-9 0,4-1-297,-1 8 0,1 2 411,3 0 1,3 1-40,4 0 1,2-1-278,7-4 1,0 0 335,2-1 0,-1 0-109,3 0 1,-2 1 114,-12 9 0,-1 0-3,1 0 0,0 1-9,-1 0 1,-1 1-626,-1 1 1,0 1 523,-3 2 1,0 1-258,21-14 481,-7 6-654,-5 6-1800,-6 6 1514,-4 4-297,-4 5 343,-2 3-2629,3 2 2081,-2 4 793,2 1 2055,-2 0-565,-6-2 241,0-6 3532,-2-3-3403,2-4-113,2-3-184,0-2-3606,2 0 3288,0-2 429,8-5-173,-3-1-106,1-3-454,-10 9-28,-6 4 180,-7 6-259,-6 4-145,-10 3 3325,-4 7-3398,-7 5 17,-9 13-33,9-2 5,-9 8 5,12-4 1,2 0 16,-5 16-39,9-10 1,-2 9 16,12 0-12,4-10-589,5 7 584,6-14 0,3-2 0,4-2 1,3-2 10,13 0 6,-4-8 0,10 0 11,-9-8-809,2-3 815,0-4 6,-1-3 502,-2-5-502,-2-3 5,-5-3-11,-4-1-1,-3-4-4,-4 0-12,-4-3-6,-2-2 34,-4-17 0,-6-6-532,1 0 499,-5 5 5,1 19-6,0 4 827,-10-3-826,-7 7-12,-12 2-22,6 10-1,0 5-3195,11 5 3151,2 3-51,4 3-103,2 4-177,5 4-290,4 3-449,4 2-846,7 2-3657,5 1 5629,9 4 0,-9-13 0,1 0 0</inkml:trace>
  <inkml:trace contextRef="#ctx0" brushRef="#br0" timeOffset="5228">10826 2835 25239,'-8'-50'433,"0"1"0,1 4 1,1 8-182,5 18-68,0 4-49,0 3 374,1 3-453,1 2 115,1 2-160,2 3 70,2 1-76,2 4 1,2 1-1,2 6 223,3 2-228,2 5 0,2 3 6,1 5-480,0 2 479,0 2-10,-2 2 10,0 1-16,-3 0 11,-1 0-34,0 15-10,-5-13-1,-1 19 34,-7-28 11,-4 4 5,-3-17 1,-3-4 5,-1-4 11,0-2-3234,0-2 3229,0-5 328,2-2-323,1-4 12,1-9-17,3 3-17,0-7 28,5 6-23,1 1 12,4-1-34,3 0 12,2 2 5,4-1-6,2 0 34,3 1-33,3 0 5,3 1 0,15-7-6,-8 6 1558,9-5-1558,-13 8-5,-2 1 0,-1 1 22,-3 1-17,-1 2-22,-2 1 40,-3 1-7,-3 0-5,-2 1 23,-4 1-23,0-1 1840,-4 0-1818,0-1 12,-2-1-12,0 0 6,-2-3 11,1 0 17,-2 0-5,1-1 10,-1 0 12,0 1-49,0 1-24,0 0 0,-1 1 0,0 1 0,0 3 0,0 0 0,0 3 0,1 0 0,-2 8 0,1 11 0,-1 4 0,0 9 0,1-3 0,0 5 0,0 1 0,1 2-649,1 0 396,1 0-206,1-2-224,2-1-370,1-2-815,2-2-1694,-1-3 3562,2 0 0,-4-14 0,0 0 0</inkml:trace>
  <inkml:trace contextRef="#ctx0" brushRef="#br0" timeOffset="5401">11634 2295 16048,'-16'-40'143,"0"0"1,1 3 0,3 11 2342,10 23-2564,0 4 1397,2 5-2103,-1 16-672,1 3-3411,1 12 4867,2-1 0,-1-18 0,1 1 0</inkml:trace>
  <inkml:trace contextRef="#ctx0" brushRef="#br0" timeOffset="5680">11998 2125 23086,'1'-11'1517,"-1"3"-929,0 8 7,13-63-5718,-8 40 5347,3-13 0,-1 3 1166,-4 21-1166,-1 4 806,-1 4-913,-1 2-115,1 7-1,-1 4 17,0 10 0,0 5-12,0 9 5,0 7 2798,-1 8-2820,0 7 21,-2 7-11,3-28 1,-1 0-624,0 2 0,-1 0 615,1 2 0,0 0-9,-1 0 1,-1 3-109,-2 17 0,-1 0-20,2-13 1,-1-1-88,-1 15 1,-1-3-124,3-18 1,1-2-133,0-2 1,1 1-863,0 26-706,1-7-7775,1 3 8486,1-24 1,-1-4-1,1-23 1</inkml:trace>
  <inkml:trace contextRef="#ctx0" brushRef="#br0" timeOffset="6213">11974 2916 14870,'-19'-51'971,"0"-1"0,1 5 0,2 5-243,-4 6-146,1 2-2206,0 4 1972,2 3 916,2 3-1074,3 3-67,4 4-50,3 4 1001,3 3-1062,2 2 925,3 2-931,5 1-12,6 1 6,5 2 3119,20 0-3108,-5 2-5,17 0-2569,-12 0 2563,2-2 11,0-1-147,0-2 159,14-8-18,-15 2 7,10-8-1,-19 3 17,-3-4 28,7-18-17,-12 6 6,4-14-644,-14 10 689,-2 1 28,-5 1 33,0 3 34,-4 2 33,0 3 3203,-2-6-3225,0 9-12,0-2-27,0 12-28,0 4 170,0 1-248,0 4-35,0 2-15,0 1 1016,0 11-957,0 1 1,0 13 16,0 25-11,0-3-531,0-12 1,-2 1 544,0 25-41,0-29 1,-1 1-2,0 2 1,1 0-18,-2-1 1,0 3-1,-2 12 1,0 1-1529,1-12 0,1-1 1529,-2 10 1,1-2 13,-2 10-179,2-7 156,1-7-8,2-8-14,0-6 7,2-6 16,0-6 46,0-6 42,0-4 12,0-2-24,2-7 82,3-2-1531,4-9 1480,3-5 1825,12-21-2000,-4 4-1,9-16 27,-11 22 1,0 1-2041,10-15 1977,-10 16 1,3 1-115,17-12-1416,-11 14 1621,7 1 1471,-7 17-1471,-6 5 0,12 11 0,-12 3 0,5 10 0,-7 1-1378,-2 3 1378,-2 4 1459,1 18-1801,-6 9-140,-2 2-330,-6-4 475,-2-16 337,0 4 0,0-20 0,0-2 0</inkml:trace>
  <inkml:trace contextRef="#ctx0" brushRef="#br0" timeOffset="7046">13283 2605 16743,'2'-44'735,"1"-1"0,0 4 1,-1 7 392,-2 12-685,-2 4 1624,0 1-1742,-3 7 599,2 3-930,1 6 1844,1 4-1827,0 4 0,0 5 11,-1 4-5,0 4 1568,-2 17-1551,0-5-1076,-4 12 1065,1-11-18,-1 0-10,0 0 10,0 0-5,-2 8 6,2-5 22,-1 0 28,5-18 45,2-9 341,2-7-408,0-15-6,1 2-3043,1-15 3031,2 5 728,5-19-750,-1 7-548,4-13 559,-3 9 7,3 0-1,0-1 11,0 0-118,7-10 112,-4 15 1,4-5 0,-7 18 5,0 5-1692,-1 3 1664,0 3 12,-1 4-17,1 3 159,1 1-148,2 4 0,0 2-16,2 6 27,1 3-6,1 2 1,0 3 5,-1 3-5,-1 1-6,-3 3 0,-3 0 5,-2 1-10,-4 11 5,-2-9 81,-2 8-75,-3-14-1,-1-1 1,-3-3 5,2-4 0,-1-3 23,1-4 16,0-3 12,1-3 2395,0-6-2400,1-10-57,1-3 0,1-8 0,6-13 0,1 6 2711,6-12-2711,1 11 0,1 2 0,12-9 0,4 6 0,0 3 450,-3 9-450,-3 10 0,-7 6 0,4 0 0,-1 7 0,3 11 0,6 10 0,-6 4 0,-4 4-3392,-8-5 3392,-2 2-980,-3 1 980,-1 1 0,-3 2 0,0 0-203,0 16-2144,1-10 1641,1 11-537,1-15-1294,1-2 2537,0 0 0,-2-15 0,0-1 0</inkml:trace>
  <inkml:trace contextRef="#ctx0" brushRef="#br0" timeOffset="8031">14559 2432 17423,'1'-7'3545,"0"2"-2526,-1 5-161,0 0-158,0-61-162,-4 39-334,2-14 0,-2 3 144,-8 18-40,0 2-50,0 3-68,-1 1-55,2 3-68,1 2-34,2 2-21,2 1-12,1 1 0,2 3 5,0 3-10,1 12 5,2 0 11,1 9 6,7 9-1,1-8-364,5 10 354,-2-10 33,2-2-39,0 2 5,1-1-5,-1 1-5,0-1 5,2 9-11,-4-10 11,0 7 0,-8-12 0,-3-1 0,-2 0-51,-4-2-27,-4 0-62,-5-4-73,-2-2-96,-2-4-715,-12-4-332,-2-14 673,-1-2-84,6-11 156,12 2 57,2-4 128,4-2 152,2-3-28,3-20 717,4-6-1,3 0-937,2 8 1167,1 21 34,-1 5 205,1 1-407,-3 9 294,1 0-501,-3 8 57,-1 1-141,1 3 985,-1 9-1052,1 2 408,-1 10-453,0 2-22,-1 3-29,-3 4-552,-1 3 429,-4 3-263,-1 4-901,-2 1-4690,-1 3-3343,0-5 9298,2-3 0,5-18 0,3-8 0</inkml:trace>
  <inkml:trace contextRef="#ctx0" brushRef="#br0" timeOffset="8666">2583 4548 11270,'-57'3'264,"0"1"0,0-1 1,4 1-1,0-1 1,4 0-1458,-3 0 1,4 0 1502,3 0 1,1 0-28,6-1 0,1 1-48,5 0 1,0 0 161,-22 3 1169,9 1-1314,9-1 665,10 0-765,8 0 373,9 0-307,8 0 2471,10 0-2330,9 0 33,13 1 28,12 0-1041,12 1 814,-20-4 0,1-1-22,5 1 0,2-1-31,6 0 0,2 0-965,6 0 1,2-1 902,-16 0 0,1-1 1,0 0-650,5 0 0,0 0 1,1-1 633,4 1 1,1 0 0,1-1-602,3-1 0,0 0 1,2 0 570,-13-1 1,1 1-1,0 0 1,0-1-2,3-1 0,0 1 0,0-1 1,1 0-3,3-1 1,0 0 0,0 0 0,1 0-221,3 0 0,0-1 1,1 0-1,0 0 218,-10 1 0,0-1 0,1 1 0,0-1 0,1 0-87,1 0 0,-1-1 0,1 1 0,3-1 1,3 0 84,-9 1 1,3-1-1,2 0 1,2-1 0,0 0-1,0 1 1,-2-1-1,-2 1-43,8-1 0,-3 0 0,-1 1 0,1-1 0,1 0 0,3 0 31,-5 0 0,3-1 0,2 1 0,0-1 0,1 1 0,-1-1 0,-2 1 0,-3 0-1,6 0 0,-2-1 0,-2 1 0,0 0 0,-1 0 0,2 0-1,-7 1 0,0 0 0,1 0 0,-1 0 0,1 0 0,-1 0 0,1 0-1,1 0 0,0 0 0,0 0 1,0 1-1,0-1 0,0 0 1,0 0-1,2 1 0,-1-1 0,1 1 0,0-1 1,-1 1-1,1-1 0,0 1 0,1 0 0,0-1 0,0 1 1,0 0-1,0 0 0,0 0 1,0 1-2,0-1 0,1 0 1,0 0-1,-1 1 1,1-1-1,0 1 0,0-1-5,0 1 1,1 0 0,-1 0-1,1 0 1,0 0 0,-1 0 0,1 0 1,-1 0 0,0 1 0,1-1 0,-1 0 1,1 1-1,-1-1 0,1 1 1,-1 0 0,1 0 0,-1 0 0,1 0 0,-1 0 0,1 1 0,-1-1-1,0 0 0,0 1 0,0-1 1,0 1-1,0-1 0,0 1 0,0 0 1,-1 0 1,0 0 0,1 0 0,-1 0 0,0 1 0,1-1 0,-1 0-1,0 1 1,-1-1 0,1 1 0,-1-1 0,1 1 0,-1 0 0,1-1-1,-2 1 1,1 0 0,-1 0 0,1 0 0,-1 0-1,0 0 1,0 1 1,0-1 0,-1 0 1,1 1-1,-1-1 1,0 1-1,1-1 1,-1 1-2,-1-1 1,0 1 0,0 0-1,-1-1 1,1 1 0,0 0-1,-1 0 3,9 0 0,-1-1 0,1 1 0,-1 0 1,0 0-1,0 0 3,-1 0 0,-1 0 0,1 0 0,-1 0 0,0 1 0,0-1-6,-1 0 0,-1 0 1,1 1-1,-1-1 0,0 1 1,0-1-2,-2 1 0,0-1 1,1 1-1,-2 0 1,1-1-1,0 1-4,-2 0 1,0-1 0,0 1-1,-1 0 1,1 0 0,-1 0-7,9 0 1,0 0 0,-1 0 0,0 0 0,0 0 3,-2 0 0,-1-1 1,0 1-1,0 0 1,0-1-2,-2 1 0,-1 0 0,0 0 0,0-1 0,-1 1-1,-2 0 0,0-1 0,0 0 0,-2 1 0,1-1-10,10 1 0,-1-1 1,-1 0-1,0 1-42,-3-1 0,-1 0 0,0 0 1,-1 0-120,-3 0 0,-1 0 0,0 0 1,0 0-443,11-1 1,0 0-1,-1-1 613,3 1 0,0-1 0,-6 0 0,-8 0 0,-4 0 0,-4 0 0,1 0 0</inkml:trace>
  <inkml:trace contextRef="#ctx0" brushRef="#br0" timeOffset="9240">15419 2115 19593,'45'-32'842,"0"-1"0,-4 3 0,-9 5-282,-20 9-101,-5 1-78,-2 2-95,-4 3-74,-1 0-33,-3 4-96,-1 2 555,-4 1-523,-4 3 29,-2 3 35,-4 4 18,-4 6-27,-2 5-47,-3 3 340,1 3-65,1 1 123,2 2-268,6-1 55,3-1-149,5 0-38,5-3-38,2-1-348,6-3-85,2-2-8,8-2 497,2-3-69,13-4 83,-5-3 230,17-7 42,-17-3 100,4-7 121,-11 0-23,-2-2-230,-1-1-128,-2-2-3575,-2-2 3317,-2 1-404,-2-1 336,-3 0-1,-2 0 28,-1 2-270,-3 1 108,0 2-22,-5 3 110,0 2 2981,-2 3-2789,1 1 77,-1 3 283,-2 1 844,0 3-327,0 2-122,-9 9-839,6 2 0,-6 8 0,1 9 0,7-4 0,-4 10-1766,9-6-3825,2 1-4240,3-2 8864,1-5 1,1-11 0,1-6-1</inkml:trace>
  <inkml:trace contextRef="#ctx0" brushRef="#br0" timeOffset="9513">15751 2552 29034,'6'1'2554,"-1"0"-1375,-5-1-1179,-64-4 0,38 3-159,-13-2 1,2 2 10,17 3 78,-2 3-475,9 0 144,0 2-52,9-1 76,2-1-78,1 2 238,1 0-35,2 0-137,1 1-23,9 2 90,3 0 89,1-2 188,1-1 175,-6-5 179,-1-1 410,0 0-218,0-2 203,1-6-247,-3 0-169,3-7-56,-2-9-222,-4 4-125,1-10-62,-6-4-178,-5 7-287,-4-6-733,-7 15-3788,-6 6-4668,-1 4 8921,0 5 1,11 1-1,3 1 1</inkml:trace>
  <inkml:trace contextRef="#ctx0" brushRef="#br0" timeOffset="14989">3198 5817 23093,'-4'-8'2016,"1"2"-1581,-10-24 0,-2-4 145,2 9-730,-2-11 1,-1 3 263,10 22 65,4 8-248,1 3-97,2 5 255,2 2-41,1 8 23,1 5-51,0 5 71,-1 23 61,-1 13-96,-3-29 0,0 0-386,-1 1 1,-1-1 311,-3 16 16,1 1-55,0 1-162,1 0-179,2-2-164,2-2-649,3-5-1176,3-6-1792,3-6-4924,0-7 9073,1-8 0,-5-7 1,-3-4-1</inkml:trace>
  <inkml:trace contextRef="#ctx0" brushRef="#br0" timeOffset="15289">3689 6014 20532,'-5'1'2627,"1"0"918,4-1-3517,-22-2-22,22 0 27,-13-3-5,28 1 0,5 0 17,3-1-28,2-1 5,2 0 34,10-4-28,-9 3-17,5-3 23,-4 2-17,-10 2-6,4 0-5,-12 3-18,-2 1 7,-3 1-102,-1 0-884,-3 3-1081,-1 2-7652,-1 2 9724,0-1 0,0-2 0,0-1 0</inkml:trace>
  <inkml:trace contextRef="#ctx0" brushRef="#br0" timeOffset="16181">5228 5841 15511,'0'-10'2409,"0"2"132,0 8-1891,-7-61-135,2 40-322,1-13 1,-2 2 75,1 23 873,0 2-1047,2 4 497,0 2-564,3 8-17,-1 1 12,1 11 1561,0 2-1556,0 6-6,0 2-247,0 4 241,0 2-10,0 2 0,0 1 10,0 2 1,-2 15-11,0-14-907,-3 10 917,0-20 7,1-3 10,-2-4 29,1-5 33,0-4 28,1-5 452,0-5-458,0-3 1025,-2-11-1092,1-2 0,-1-12-16,2-2-6,1-4 6,2-5-975,0-3 952,1-6 6,1-3-12,1-5-1407,2-1 1408,1-1-6,3 0 0,-1 19 0,1 1 0,6-15-6,6-5 1,-1 24-877,2 6 876,1 5-5,3 2 5,1 5 29,2 3-34,2 3 11,2 2-1843,1 3 1820,-1 4 6,-2 3 186,-2 4-169,-3 4 471,-3 2-477,-3 3-1,-4 2-21,-3 16 17,-6-9 2900,-1 11-2889,-8-12-6,-3 1 17,-3-2-5,-6-1 911,-1-1-922,-4-4 10,-2-1-5,-3-3 12,0-3 10,0-2-5,2-4 22,2-2-5,3-4 303,4-1-292,1-4-6,3-2-5,1-4-12,2-2-5,2-3 303,2 0-326,1-1-16,2 0 16,1 0-11,3 1 23,2 1 16,4 1-22,2 1 6,4 3-6,1 0 0,3 4 5,2 1-16,2 2 6,2 1-23,0 4 16,2 2-4,1 4 21,0 2 1,13 12-12,1 6-611,-4 2 601,-7 1 4,-18-8 1,-6 2-6,-3-1 1,-8 1 4,-4-1-10,-8-1 0,-5-2-145,-5-3 122,-2-2-95,-15-1 11,10-6-50,-9-2-84,12-7-152,1-2-240,0-4-443,2-2-1518,2-6 2616,3-6 0,10 9 0,2-1 0</inkml:trace>
  <inkml:trace contextRef="#ctx0" brushRef="#br0" timeOffset="16581">6281 5731 27107,'-17'48'84,"-1"0"0,0 0 0,-7 18 0,10-14-45,20-34 6,5-3 6,0-4 94,12-4-61,-4-3 17,11-5-28,-6-5-12,4-6 7,-1-4-40,1-2 28,-2-5 5,-1 0-1124,-3-4 1108,-4-1-6,-1-1-11,-4-2 5,-2 0-81,-2-1 65,-2 1 5,0 2-10,-4 3 4,0 3-10,-1 6-6,-1 3-6,-1 6 1066,0 2-1211,-2 2 85,-1 4-141,0 3-123,0 3-897,2 11 168,0-3-436,2 7-1043,4-6 2538,5 1 0,-4-8 0,2-1 0</inkml:trace>
  <inkml:trace contextRef="#ctx0" brushRef="#br0" timeOffset="17046">6900 5431 18697,'-4'-46'546,"0"1"1,0 7 0,1 6 2165,2 12-2583,1 12 1146,0 4-1275,0 2 681,1 9-675,1 4 5,3 12 6,7 23-11,-1-5-1,3 18 1369,-5-13-1374,-3 3-17,-2 2 29,-2 3-1,-3 1 17,-3 3-23,-3-1 6,-3-1-11,0-2 28,3-22 0,-1 0-763,-2 11 763,-2 5-140,5-27 151,1-5 73,2-7 22,1-4 118,1-7-112,-1-11-83,1-3-57,0-10 1074,0-12-1074,2 6 0,0-14 0,4 11 570,1-1-570,5 1 182,3 2-182,2 3 0,2 2 0,2 5 0,1 3 0,0 4 0,2 5 0,1 4 0,1 4 0,15 7 0,-8 3 271,9 8-271,-14 1 0,-2 3 0,-3 2 0,-3 0 0,1 12 0,-7-8 0,-2 9 0,-7-10 0,-4 0-557,-4 1 557,-4-1-51,-18 10 51,2-8-12,-15 4-3240,7-12 3151,-2-3-45,0-3-94,1-4-152,3-5-185,2-1-258,3-6-392,3-3 1319,-5-16 1,16 13 0,-4-9-1</inkml:trace>
  <inkml:trace contextRef="#ctx0" brushRef="#br0" timeOffset="17525">7573 5299 25786,'16'51'194,"1"0"0,-2-3 0,-4-5-65,-8 0-6,-2 4-3803,-4 2 3781,-2 3-28,-4 1-6,-3-2-6,-1-1 18,-3-2 5,-1-5 0,-1-5 101,-7 4 1151,3-12-1140,2-5 23,7-15 10,9-8-44,1-4 536,1-3-721,2-5 0,-1-5 0,1-5 0,2-4 0,3-3 0,10-18 0,-1 8 0,7-10 0,-4 15 0,3 3 0,0 1 0,1 4 0,1 2 2111,0 4-2111,0 3 0,1 3-3392,1 3 3392,0 2-358,3 4 358,1 1-39,15 10 39,-9 1 0,9 8 0,-14 1 0,-1 1 0,5 12 0,-10-7 3196,0 9-3196,-13-11 0,-6 2 531,-10 10-531,-7-8 62,-11 8-62,-23-5 0,7-9 0,-17 3 0,15-13 0,-1-3 0,3-3 0,0-2 0,4-2 0,3-3 0,5-1-41,3-6-3625,5-4 3218,2-2-2146,5-4 1513,4-2-952,6-3 2033,8-5 0,-3 14 0,4 1 0</inkml:trace>
  <inkml:trace contextRef="#ctx0" brushRef="#br0" timeOffset="17907">8209 5985 28188,'-3'-46'153,"1"1"0,0 3 0,4 4-129,12 4-733,4-5 709,-3 7 0,2-2 0,2-6 0,0-3-927,-2 5 1,-1-2-1,0 0 927,4-9 0,-2 1 0,-2-1 0,-2 2-871,-5 15 1,-2 1 870,4-28 0,-6 24 0,-1 1-451,1-20 451,-5 6 166,-3 20-166,-2 17 0,0 5 1505,1 2-1505,0 3 3087,1 1-3087,0 3 0,-1 4 0,-2 6 0,0 4 0,-1 8 0,-3 28 0,2-4-668,2-12 0,2 0 668,-2 26 0,3-29 0,1 0 0,0 1 0,0 0 0,1 0 0,0 2-483,1 13 0,0 1 409,3 0 1,3 1-333,1 10 0,4-1-275,5-6 1,3-5 187,-3-12 0,2-4-174,1-6 1,2-4-6139,23 4 6805,-5-13 0,-7-4 0,-15-9 0</inkml:trace>
  <inkml:trace contextRef="#ctx0" brushRef="#br0" timeOffset="18232">8823 5767 19255,'0'-7'5836,"1"2"-5125,-1 5 605,0 0-1304,-7-36-1,6 29 17,-1-24 11,7 36-11,3 1 11,1-2 17,1-2 6,3-1 22,1-1-17,1-2 39,8-7-50,-6-1 0,5-6 6,-9 2 22,-1-2-34,-2-2-5,-2-2-6,-1-1 17,-2 0-22,-2 0 11,-2 2-6,0 3 17,-2 4 39,-3 1-61,-6 5-12,-3 2 6,-4 5-11,1 4-11,-5 4 10,-1 4-16,-2 4 6,0 4 28,0 3-29,-4 17-5,5 7-523,3 2 529,10-2-23,7-15-1190,4 3 1050,5-1-184,4 1-326,5-1-649,7-1-4998,22 8 6314,0-9 0,-6-6 0,-14-15 0</inkml:trace>
  <inkml:trace contextRef="#ctx0" brushRef="#br0" timeOffset="18765">10195 5610 19451,'7'2'3568,"-1"0"-2745,-6-2-123,62-48-772,-35 24 304,10-5 1,1-4 798,1-15-779,-17 16-644,9-16 577,-21 23 11,-3 2 290,-3 2-330,-2 5-10,-2 2-51,-5 3-33,-2 3-6,-4 3-28,-16 2-23,4 6-20,-13 3 26,7 7-5,-3 4-18,-10 15 7,11-6-1,-4 11 1,17-9-12,3 1 6,6 2 5,2 2 0,5-1 12,2 2-12,4 0 6,4-1-5,5 0 5,3-2-6,4-2 6,3-2 0,4-2 0,0-2 0,2-2 0,-2-3 0,-2-1 0,-4-3 613,-4-2-607,-5-3 0,-3-2 10,-6-3 12,-1-1-11,-5-2 0,-2 0 0,-7-1 343,-5 0-349,-4 0-5,-20-4-1,6 1-1935,-14-4 1924,12 1 1,-1-1-81,-1 1 47,1 1-23,3 1-44,1 3-73,6 0-135,4 2-212,7 3-381,5 0-645,6 3-2111,7 0-5725,4 0 8705,3-2 0,-2-2 0,-3-2 1</inkml:trace>
  <inkml:trace contextRef="#ctx0" brushRef="#br0" timeOffset="19132">10974 5570 23443,'-44'-11'190,"0"-1"1,3 2-1,7 5 1356,15 10-1468,-1 5 514,2 3-564,1 3-11,2 3-12,3 3 7,2 2-12,4 1 11,2 0-6,4 0 12,5-1-11,2-1 11,8-1-6,2-2 6,5-2 5,2-3-5,3-2 11,4-4-11,1-3-6,1-3 6,-1-2 5,-3-2 293,-3-3-259,-4-4-6,-4-3 0,-3-3 18,-5-1-2483,-2-3 2465,-4-1-448,-4-3 431,-5-1-2139,-2-3 2139,-7-1-11,-10-14 12,4 11-18,-6-8 1838,9 17-1848,1 4-6,1 4-6,1 3 399,3 3-421,3 3-17,2 2-22,3 2 3186,1 1-3281,2 3-33,4 2-258,1 3 199,7 2-771,2 0-3846,3 1 2210,2-1 2522,4 2 1,-10-6 0,-2-1 0</inkml:trace>
  <inkml:trace contextRef="#ctx0" brushRef="#br0" timeOffset="19472">11226 5546 21192,'0'-4'3361,"0"0"-236,0 4-3113,22-51-7,-6 43 6,21-36-5,-11 58 5,3 5-11,1 2 11,14 15-11,-12-7 0,6 11 0,-15-12-5,-3-1-1,-6 0 17,-3-2-11,-6-1-5,-4-2-1,-6-3 23,-5-2 5,-14-1 1,4-8-34,-9-1 33,9-8 0,1-4 1,0-4 16,1-4 0,1-3 0,2-3 6,2-2 0,3-3-11,2-1-1,3-3 1,3-13-34,7 9 0,4-8-11,7 16-29,5 3-27,4 6-50,3 4-63,4 4-122,0 4-3465,2 1 3369,0 4-212,2 3-248,-1 2-222,2 5-108,-1 1-397,1 2-2295,0 3 3880,2 4 0,-18-10 0,-2-1 0</inkml:trace>
  <inkml:trace contextRef="#ctx0" brushRef="#br0" timeOffset="19798">11933 5813 19204,'-4'3'5271,"1"-2"-1144,3-1-4058,13-63-792,-1 35 723,0-12 0,1 0 0,9 8 0,2-2 0,2-5-411,-8 8 1,1-2 410,9-21 0,-10 16 0,0-1 0,-7 9 0,-1 0 0,0-1 0,-1-1 0,0 1 0,-2 0 0,5-31 0,-3 6 0,-4 7 0,-3 7 0,-1 8 0,-2 7 0,-2 6 362,-4 3-362,3 9 0,-4 1 0,3 6 338,0 5-338,-3 5 0,-1 5 0,-3 9 0,-1 6 0,-3 10 325,2 5-325,0 9 0,3 5 0,6-26 0,1 1 0,0 1 0,2 0-1328,0 2 0,0 0 1328,3 1 0,0-1 0,2 1 0,1 0 0,3 0 0,1 0 0,3 1 0,1-1 0,3-1 0,1 1 0,2-1 0,2-1 0,1 0 0,3-1 0,11 11 0,2-2-1280,-9-11 0,0-2 972,9 8 0,-1-3-476,9 3-397,-5-9-746,-7-8-2907,-9-9 4485,-4-6 0,-11-5 0,-2 0 0</inkml:trace>
  <inkml:trace contextRef="#ctx0" brushRef="#br0" timeOffset="19964">11949 5557 22576,'-5'-3'2128,"2"1"-184,3 2-1994,70-58-2786,-32 42 2721,9-15 0,2 2-467,-2 26-763,2-1-3752,0 1 5097,2 1 0,-23 0 0,-3 1 0</inkml:trace>
  <inkml:trace contextRef="#ctx0" brushRef="#br0" timeOffset="20829">2924 7257 18168,'5'3'2772,"-1"-1"1143,-4-2-3870,48-27-22,-35 20 66,35-20 85,-47 30-51,-3 0 18,-2 5 49,-14 9-123,-2-2-16,-13 8 27,-17 3-56,8-7-1158,-14 4 1153,18-9-1,3-2-3009,6-3 3033,4-4 77,-1-3 23,7-14-89,2-2-7,10-13-10,5 1-6,6-4-6,3-1-10,7 0 753,17-6-759,-5 12 2798,12-2-2798,-10 14-6,0 4-6,0 5 6,-2 1-11,1 5-275,-2 3 281,0 6 5,-3 4 11,1 4-5,-4 3-12,-1 3 6,-4 3 0,-4 3 0,-4 2 0,-3 4-1099,-6 1 1099,-6 4-17,-8 1 22,-8 3-16,-8 3-1275,13-23 0,-1-1 1280,-1 1 0,-2 0-5,-13 12 0,-3 0 16,0-2 1,-1-1-3,1-1 0,0-2-932,6-7 1,2-4 967,-4-6-10,7-8 21,7-8 781,4-7-769,5-6-12,3-8 6,4-4-11,2-6 28,5-18 1591,4 10-1636,5-10-17,4 17 6,3 4 3062,2 2-3068,2 4 11,3 4 57,2 3-84,4 4 5,5 4-34,21 4-806,-8 5 781,-15 2 1,0 1-161,16 8-178,1 4-287,0 2-403,-1 2-615,-2 1-2550,-1 1-4877,-6-1 8564,-7-4 0,-15-8 0,-8-4 0</inkml:trace>
  <inkml:trace contextRef="#ctx0" brushRef="#br0" timeOffset="20990">3458 7696 24323,'-1'-5'1765,"-1"1"-617,2 4-2751,16-65 1664,-5 42-58,1-14 0,2 2 8,8 22-179,4 3 62,4 1 245,6 2-2458,24 3 2319,-5 1 0,-8 2 0,-21 1 0</inkml:trace>
  <inkml:trace contextRef="#ctx0" brushRef="#br0" timeOffset="22746">5301 7318 21636,'22'-46'674,"-1"0"0,0 4 0,-7 8 75,-16 15-61,-7-5-446,-1 7-41,-7-3 45,3 8-117,-3 4-28,0 3-28,-3 2-3297,0 3 3285,-1 3 120,-10 10-131,1 9-33,0 1 11,8 4-11,7 2 0,8-8-6,0 8-6,8-10 7,3 0-7,11 8 1,2-6 3391,7 6-3425,9 1-3358,-7-6 3386,9 7-2268,-9-6 2307,-1-1-129,13 10 85,-11-7-7,8 5 18,-10-1 22,-8-1-6,-3-1 2250,-15-4-2227,-7-10 0,-7-1 11,-6-1-6,-2-2 120,-18-1-130,-5-4 4,-15-2-44,12-5-5,5-1-12,4-9-39,2-7-11,2-1-112,7-5-124,14 5-361,3-3-261,6 0-783,2 0-3859,10 2 5567,6-1 0,-4 11 0,2 2 0</inkml:trace>
  <inkml:trace contextRef="#ctx0" brushRef="#br0" timeOffset="23366">5703 7585 22806,'-4'0'2453,"0"0"62,4 0-2471,-13-68-2678,17 41 2648,-8-13 0,5 0 25,22 8 768,-3 6-779,12-15 17,-10 8-23,-1 4-10,-7 5 16,-9 14 5,-2 1 418,-2 4-423,-1 1 0,-6 3-22,-7 4-12,-1 3-11,-5 5 1444,-5 13-1421,5-3 5,-17 31-736,20-22 736,-4 16-11,16-21-11,2-1-1,7 8 12,11-1 6,28 12-6,-7-16-860,15-3 866,-18-16 11,3-4 591,1-1-608,2-2 11,1-4 0,17-9 17,-16-2-529,-8-2 0,0-1 512,2-7-11,9-11 17,-18 8 713,-4-4-713,-2-2 5,-5-3 55,-3-3-54,-3-2-298,-2-3 292,-5 11 0,0-3 2,-1-4 1,0 0 135,0 0 0,-1 1-139,0 2 1,-1 2 11,-3-8-5,1 8 114,-3 8-92,-2 4-38,3 10-7,-3 3-7,4 8 7,-1 5 305,1 3-322,-1 6 857,-2 5-840,0 6-3397,0 3 3402,-1 7-5,-4 27-759,5-24 1,0 2 755,0 1 1,0-1-515,0 2 0,1-1 511,-3 18-613,1 1 625,2 0-1,1 0-16,2-3-3,6-20 0,2 1 1633,4 14-1659,11 9 812,0-25-940,3-4-151,3-5-185,2-3-269,1-6-369,2-4-573,1-7-1651,1-2 3366,5-10 0,-19 6 0,0-6 0</inkml:trace>
  <inkml:trace contextRef="#ctx0" brushRef="#br0" timeOffset="23725">6733 7449 20252,'-7'-8'4071,"2"1"-3191,5 7 1808,0 0-2649,-30-17-39,22 12 12,-20-12 4,31 17-4,5 0-7,2 0 1,2 0-12,12 1 12,4-3 11,1-1-12,-2-2 1,-10-1-1,-1-1 12,-3 0 0,-2 0 0,-3-2 5,-1-1-5,-1 0 17,-2-4-12,-1 0 6,-2-1-6,0-1 12,-1 0-6,-1 2-6,-2 1 1,0 2-12,-3 5 11,1 1-5,-1 3-11,-6 3-6,2 3 5,-5 4 40,-4 11-39,3-1 16,-4 8-11,6-4-5,2 0-12,0 2 1,4 0-1,1 0-5,2 0 11,3-1-56,2 0-73,4 0-179,3-1-123,6 0-241,5-2-482,4-1-1148,5-2-2661,4-3 4963,8-2 0,-17-6 0,-1-1 0</inkml:trace>
  <inkml:trace contextRef="#ctx0" brushRef="#br0" timeOffset="24205">7521 7295 26112,'-43'-22'149,"0"0"0,3 3 1,5 8-78,8 19 1,-3 7-17,-1 3 28,-16 18-61,12-4-7,12-10 1,1 3-2468,1 11 0,2 2 2451,-4 12-12,8-12 1,3 2 1417,7 17-1400,4-16-751,7 8 756,6-22 120,5-5-131,7-3 0,24-4 6,-6-8 841,13-13 0,2-4-847,-24 2 0,0-1 2,20-8 1,0-4 0,-23 7 0,-2-1 2,1-2 1,-1 0-1,-2 0 1,1-3 5,8-8 1,0-3 13,-2-2 0,0-5-6,6-9 1,-1-5-11,-14 15 1,-2-1-1,-1 1-502,3-10 1,-1 1 511,-2-1 1,-3 2-20,-6 12 0,-2 2 25,-1 0 1,-1 0 30,5-27 5,-5 7 1541,-4 8-1507,-3 10 69,-4 4-164,1 12 0,-3 3 0,1 10 0,1 3 0,0 2 0,-1 4 0,-1 6 989,-1 6-989,-7 26 0,2-4-149,-5 21 149,5-11 0,-1 3 0,3 0 0,-1 1 0,2 0 0,1-15 0,1 0 0,-3 21 0,3-20 0,0 0 0,-2 14 0,1-1 0,0 0 238,2-3-435,0-2-284,2-4-1003,-2 7-2455,2-16 2225,-1 2-1988,0-21 3702,0-7 0,2-4 0,0-3 0</inkml:trace>
  <inkml:trace contextRef="#ctx0" brushRef="#br0" timeOffset="24548">7829 7541 18224,'-5'-5'4543,"2"0"-3547,3 5 2455,0 0-3418,-41-60-534,33 44 504,-13-17 0,7 4 125,25 27-128,5 0 11,5 0-3294,6 1 3249,4 0-1372,3 0 1345,2-1-473,3 0 467,1-1-441,0-1 435,0-1 17,-1 0 12,1-2 16,0 1 0,0-2 16,0-2 12,-2 1 12,-6-2 21,-6 0 1729,-6-1-1712,-6 1 1594,-5-1-1537,-3 1 1090,-2 2-1045,-3 0 885,-1 3-869,0 0 664,0 2-658,-1 0-1,-2 2-33,-1 0-28,-1 1-22,0 0-28,-2 1-18,0 2-4,-2 2-7,-3 3-10,-1 2-1,-2 4-22,1 2 7,0 2-14,1 1 7,3 2-3409,1 3 3387,3 1-108,2 2 34,3 0-66,2 0-168,5 1-1143,10 9 162,0-9-1041,9 5 2352,0-13 0,-12-9 0,0-2 0</inkml:trace>
  <inkml:trace contextRef="#ctx0" brushRef="#br0" timeOffset="24762">8594 7043 23607,'-2'-8'2419,"0"3"-2043,2 5-231,0 0-302,-15-20-61,13 26-84,-11-12-174,17 29-303,1 0-319,0 0-342,2-1-374,2-1-517,0-1-828,2-2-6672,6 5 8967,-7-9 1,1 0-1,-8-11 1</inkml:trace>
  <inkml:trace contextRef="#ctx0" brushRef="#br0" timeOffset="25123">8832 7247 20741,'-7'6'471,"6"-5"1373,-30 39-1816,13-15-17,4 2 0,1-1 1238,3 9-1215,5 0 667,5-1-673,11 1 1998,2-18-2014,7 3-1,-2-10-2908,3-3 2930,3-2-954,1-3 937,2-1-1932,-1-5 1966,-1-1 96,8-12-29,-3-7-49,-2-1 4,-7-4-27,-10 7 11,-3-3 654,-3-15-665,-2 10 2262,-4-11-2234,-6 4 22,-4 2-82,-3 3-13,1 8 3392,-1 9-3392,3 6 0,-4-1 0,0 7 0,-2 2-3392,-1 4 3392,0 3 0,6 2-97,0 2-2356,2 3 2117,2 0-516,4 4 35,1-1-393,4 3-666,3-1-515,4 0 2391,5 0 0,-6-9 0,1 0 0</inkml:trace>
  <inkml:trace contextRef="#ctx0" brushRef="#br0" timeOffset="25490">9417 7246 23019,'0'-3'2923,"1"1"-453,-1 2-2481,0-17 11,-8 28 11,1-15 11,-7 32-3408,2-5 3380,0 1 12,0 0-230,2 1 240,0-2-4,2-1-12,1-2 0,1-3-12,3-2 18,0-3 3258,3-2-3275,-1-3 430,1-3-374,1-2 11,1-4-22,3-3-29,4-5 8,4-3-13,3-3 0,14-11 0,6-5 0,11-9-1130,0 3 1130,-11 11 0,-5 7 0,-10 10 0,-3 3 0,7 4 0,-8 2 0,4 6 0,-9 3 0,0 5 0,-1 4 0,-3 3-24,-1 5-26,-2 3-68,1 5-190,1 3-577,10 25-127,-4-26 1,1 1 442,1 1 1,2 0-222,2 0 0,1-2-4212,17 16-4829,0-4 9470,-3-8 0,-15-18 1,-8-10-1</inkml:trace>
  <inkml:trace contextRef="#ctx0" brushRef="#br0" timeOffset="26023">11409 7269 19412,'5'-7'3388,"-2"2"-2531,-3 5-140,0 0-135,17-65-133,-14 39-262,5-14 1,-4 2 126,-11 15-252,-4 1 157,-2 2-46,-2 1-22,-1 3-33,0 3-23,-2 4-22,1 3-17,-1 3-6,1 3 6,-9 10-39,7-1-228,-6 9 222,11-3-5,0 2-6,2 1 207,2 2-201,0 13-6,5-6 11,2 12-11,3-10 6,2 3-1,4 0 1,1 2-12,4-1 1,-1 0-23,9 11 28,2 0 0,-1-2 0,2-2 0,-13-23 260,1 4-215,-8-13 22,-3 0 23,-4-5-29,-4-2-5,-7 0-22,-4-2-6,-4-2 5,-5-1-21,-3-2-1,-1-2-17,-1-2-16,1 0 16,2-3-33,1 0-301,5-2 133,5 2-292,5 0-447,7 3-729,4 2-3175,8 1 4850,7 1 0,-4 3 0,2 1 0</inkml:trace>
  <inkml:trace contextRef="#ctx0" brushRef="#br0" timeOffset="26395">11795 7221 23646,'-4'-2'1988,"1"0"-526,3 2-1322,-61-9-1653,36 12 1546,-11-6 1,1 4 11,18 11-17,2 4-17,3 3 0,2 2-426,2 2 420,2 1-170,4 2 176,1 0-17,5-1-5,2-1 5,6-2 18,13 4 4,-3-8 716,9 2-732,-8-10 12,1-3 10,1-4 6,-2-1 22,1-5-5,-3-3 0,0-4 917,3-14-906,-8 4 11,2-9-11,-12 5-6,-3-1-10,-3-2 4,-5 0-10,-4 1 188,-4 0-194,-2 1-11,-2 2 5,-2 4-10,1 3 4,0 4-16,1 4 425,3 1-436,2 4-34,2 1-11,3 1-39,2 4-84,3 1-196,2 4-303,3 2-520,4 2 1198,20 9 0,-16-11 0,11 5 0</inkml:trace>
  <inkml:trace contextRef="#ctx0" brushRef="#br0" timeOffset="26722">12173 7223 24503,'0'-5'2106,"0"1"-555,0 4-1540,20-30 0,-7 29-5,25-12-6,-19 33-11,5 7 5,-9-7 6,-1 0-11,-2 1 5,0 8-10,-4-8-1,-2 7-28,-5-11 23,-6-1 5,-1-1 22,-8-2-5,-1-4 12,-2-2 10,-1-3 6,1-3 17,2-1 5,2-4 57,4-8-51,4-3-12,2-8-21,8 1-12,3-4 6,8 0-17,4-3-6,4 0 6,4 2-335,3 2 257,1 4-68,2 3-156,0 5-197,-1 4-1551,14 4-106,-13 2 2156,11 5 0,-29-2 0,0 3 0</inkml:trace>
  <inkml:trace contextRef="#ctx0" brushRef="#br0" timeOffset="27047">12758 7466 23937,'-2'6'1989,"1"-2"-388,1-4-1438,53-71-2717,-28 40 2604,9-12 1,1-1 61,-7 12-40,0 0-10,2-1-6,-2-3-28,0-2 28,-2-4-17,-2-4 17,-3-4-28,-3-3 6,-3 0-1,-3 0 12,-3 3 343,-3 4-315,-3 8-55,-2 6-18,-1 8 0,-2 7 0,0 5 0,-3 5 528,1 4-528,-2 2 0,0 4 0,-2 3 0,-1 6 0,-3 7 0,-1 8 0,0 8-869,0 8 869,1 9 0,0 6 0,7-26 0,1 0 0,0 2 0,0 0 0,1 2 0,0-1 0,0 0 0,0 0 0,0 0 0,0 0 0,1 0 0,0 0-89,0-1 0,0 1 89,1-1 0,0 1-372,2-1 0,0 1 117,1-1 1,1 1-141,1-1 0,2 0-162,1-1 0,2 0-413,0-2 1,2 0 969,2 2 0,0-2 0,1 2 0,0-4 0</inkml:trace>
  <inkml:trace contextRef="#ctx0" brushRef="#br0" timeOffset="27240">12936 7271 25808,'-2'-3'1288,"1"0"-605,1 3-968,64-54-2794,-28 41 2410,8-15 0,1 4-3281,0 26 3950,5 3 0,-24-2 0,-1 1 0</inkml:trace>
  <inkml:trace contextRef="#ctx0" brushRef="#br0" timeOffset="28123">2474 9110 21613,'-12'-47'446,"0"-1"0,1 4 1,3 7-195,6 11 442,3 1-526,5 1-50,4 0-51,5 3 6,3 0-17,4 3 11,2 3 167,2 3-172,2 4-23,0 3-11,1 2 0,-1 3-23,1 5-3221,-1 2 3216,0 6-387,5 13 404,-9-5-151,4 20 140,-19-14 10,-2 8 1,-12-7 0,-13 14 17,-14 4 2363,-3-1-2386,-3-5 1,12-16 0,0-4 729,1-2-674,2-5-2867,2-2 2895,2-6 196,-2-1 73,3-10 264,2-1-488,4-6 40,7 1-79,1-2 33,2-6-94,1 4 3363,5-4-3364,1 8-33,4 2-12,3 2 28,2 2-16,2 3 5,1 1 6,3 2-28,1 3 16,2 4-5,3 3 12,0 2 16,1 3-3443,1-1 3426,1 2-2279,0-2 2262,-1 2 18,-3-1-12,-3 0-17,-5-1 6,-7 1 5,-4 1 0,-8 2-5,-7 2 0,-8 1 0,-6 1-12,-5 0 7,-5 0 1480,-3-3-1520,-2-1-28,-1-1-50,-2-3-73,0-2-656,-16 0-22,14-6-941,-10 0 2577,19-6 0,16 0 1,3-2-1</inkml:trace>
  <inkml:trace contextRef="#ctx0" brushRef="#br0" timeOffset="28345">3416 9182 24886,'30'-41'-202,"1"0"1,-2 3-1,0 8-1053,10 15-4312,6 0-4156,-2 1 9723,-4 3 0,-18 6 0,-9 1 0</inkml:trace>
  <inkml:trace contextRef="#ctx0" brushRef="#br0" timeOffset="28789">5559 8961 17565,'-16'-45'547,"1"-1"0,1 4 1,2 9-223,5 20-107,0 4 2426,0 5-2571,4 3 1184,0 5-1229,2 5-5,0 9-18,1 8 12,0 7 11,0 6-11,0 4-6,0 2 17,0 2 64,0 1-98,1-1 1,0 1-51,1 1-45,1-1-123,0 1-247,-1 0-408,1-1-723,0-1-2520,1-3-5316,-1-7 10029,0-8 0,-2-15 0,0-6 0</inkml:trace>
  <inkml:trace contextRef="#ctx0" brushRef="#br0" timeOffset="28989">5283 8842 24016,'9'-40'128,"-1"-1"1,1 4 0,2 9-95,15 19-5497,6 1 5441,6 1-40,5 2 1127,5 2-1221,3 2-68,2 2-244,1 3-126,-1 4-476,-2 6-1098,-3 4-3326,-5 4 5494,-1 4 0,-20-11 0,-4-1 0</inkml:trace>
  <inkml:trace contextRef="#ctx0" brushRef="#br0" timeOffset="29804">5252 9522 24811,'37'-28'8,"0"1"1,0-1-1,15-10 1,-3 6-580,10 10 565,-29 10 1,0 1 5,0 0 0,1-1-6,-1 1 1,0 0-12,29-11 6,-2 0-6,-4 2 0,-4 0 6,-5 2 11,-4 1 0,-7 1 33,-4 1 12,-7 1 431,-3-5-442,-9 5 219,-2-3-185,-7 8-7,-1-1 208,0 3-174,0 0 754,-2 2-686,0 1-18,0 1-33,0 3-67,2 6-11,-1 2-12,1 8 17,0 1 12,0 4-1,0 15-33,0-8-34,0 10-3358,0-11 3392,0 0-1403,0 1 1392,-1-1-950,-1-1 955,-1-2-293,-1-2 315,0-3 1,-1-3 5,1-4 2138,-1-4-2076,2-4 1693,0-4-1727,2-5 1652,0-3-1668,1-5 5,2-3 672,1-3-678,3-3 12,3-4-12,1 0-5,2-1 11,2 0 28,10-10-50,-3 10-12,8-5-5,-5 13 0,0 4 5,0 3-5,1 4-17,-1 4 11,-1 2-11,-1 4 6,1 2-1,10 11-16,-8 0-17,7 7 6,-2 6 16,-8-5 6,6 8-3386,-10-8 3374,-1 0 24,1-2-12,-2 0-2269,-1-4 2280,-2-2-1505,6 0 1511,-8-8-6,4-1 6,-8-11-12,0-3 1,1-6 1533,4-13-1528,-3 3 12,3-11 2312,-4-7-2307,-3 6-5,-1-13 5,-3 10-17,-1 0 6,0-2 11,-1 2-10,-3-12-18,-1 16 3392,-3-6-3392,-3 15-3392,3 9 3392,-2-1 0,2 11 0,3 4 0,-1 0 0,3 11 0,2 1 0,0 9-2269,2-1 2269,4 4 2269,10 16-2269,10 6 0,2 2 0,4-1 0,-8-13 0,2 0 0,11 10-320,6 3 320,-15-16 0,-1 0 0,12 15 0,-8-4 0,-21-12 0,-7-1 0,-23 10 0,-2-10 3176,-18 7-3680,-12-7-403,-2-6 297,2-3-1364,9-10 960,22-6-224,4-4-2811,5-4 4049,3-7 0,5 6 0,2-1 0</inkml:trace>
  <inkml:trace contextRef="#ctx0" brushRef="#br0" timeOffset="30699">7272 9041 21243,'-3'0'3232,"1"0"-12,2 0-3158,-10 4-6,15-3-6,-4 2 12,26-4-29,-3-2-10,7-1 27,2-7-3419,-9 2 3413,6-3-21,-13 2 5,-3 0-11,-3 0-1,-1-2 46,-2-7-51,-3 4-5,-2-6 16,-3 1 17,-7 1-22,-5-2 0,-3 9 3397,-1 6-3380,-3 6-28,-3 8 5,-5 7-3403,7 2 3386,3 5 12,7-3-611,3 1 616,0 3-16,3 1 10,0 14 1,3 6-23,9 9 39,9-2 2770,6-16-2797,7-6-18,0-12 18,5-2 10,6-2-10,2-3 10,-1-3 7,-1-4 32,7-2 7,-6-9-18,1-7-10,-17-2 22,-10-3 858,-9 4-903,-2-1 0,-2-14 0,1-8 0,1-15-513,-1 8 513,3 4 0,0 15 0,2 3 324,2 3-324,1 3 0,0 3 0,3 3 0,8 1 0,5 4 0,1 1 0,0 8 0,2 11 0,-8 2 0,7 10 0,-12 0 0,0 4-2861,-3 3 2861,-3 3-2269,-1 1 2269,-2 2-205,0 1 205,0-1 0,1 0 0,1-2 0,1-3 0,0-2 0,1-3 0,1-4 0,8 2 0,2-10 0,1-4 0,-2-9 0,-5-8 2166,12-12-2166,-6-1 0,21-24 0,-7-5 666,-14 12 1,-1-1-667,-4 5 0,-2 0 0,-1-2 0,-2-1 0,4-18 0,-3-3-283,-2-3 283,-3 0-862,-3-1 862,-4 1 0,-2 18 0,-1 0 0,-4-19 0,2 23 0,-1 0 0,-9-19 0,3 19 0,-2-5 0,4 23 0,2 4 1630,1 4-1630,1 4 719,1 4-719,0 1 1163,-3 9-1163,2 3 0,-4 13 0,0 5 0,-1 8-666,0 6 666,0 6-909,1 4 909,2 3 0,1 0 0,3 1-273,0-18 0,2 2 273,2 0 0,2 1 0,-1 0 0,2-1-532,3-2 1,1-3 531,11 13 0,2-2 0,1-4 0,0-4-197,-1-5-307,-1-5 117,-3-5-554,-4-7 558,-4-5-1325,-4-6-1547,-4-3 3255,-2-6 0,-1 3 0,0-3 0</inkml:trace>
  <inkml:trace contextRef="#ctx0" brushRef="#br0" timeOffset="31065">8500 9103 25485,'-12'-38'14,"0"0"0,0-23-14,41 58 6,6 0-17,5 0-3261,5 1 3261,3-1-12,2 0-16,1-1 22,-2-1 1,0 0 4,-4-2 1207,-3 1-1217,-6-2 44,-5 0 482,-4-2-493,-5 0 23,-4 0-12,-4-3 227,-4 1-170,-2 0 2201,-4-2-2135,-1 2 51,-3 0 28,0 2 229,-1 0-10,-3-2-242,-1 4 152,-3-3-218,3 6-106,0 0-29,2 4 0,1 0 0,1 1 0,-1 2 0,0 2 0,0 5 0,-1 3 0,0 6 0,-1 3 0,1 4 0,1 2 0,1 3 0,0 0 0,1 3-1593,3-1 1593,1 1-233,7 14-64,-3-13-196,3 10-296,-4-18-466,0 0-1025,-3-6-7421,0-2 9701,-3-6 0,0-5 0,-1-4 0</inkml:trace>
  <inkml:trace contextRef="#ctx0" brushRef="#br0" timeOffset="31257">9321 8571 26122,'-20'-11'-678,"5"6"179,26 24-330,1 2-504,2 0-1260,3 0-4851,-1-2 6381,-1-3 0,-7-7 0,-4-5 1</inkml:trace>
  <inkml:trace contextRef="#ctx0" brushRef="#br0" timeOffset="31640">9709 8797 25721,'-44'34'224,"4"-2"-201,18-10-7,1 1-4,3-1-12,4 3 11,4-2-6,4 13 1,7-9 0,5 8 27,6-12-27,4-2-1,5-3 1,1-1-34,4-3 22,0-3 6,2-2-16,0-4-1,0-2 17,-1-2 0,-3-4 832,-2-2-826,-4-4-1,-4-4 7,-3-2 21,-4-2-5,-3-3 0,-2-2 0,-3-3 11,-3-3 23,-3-3-28,-4-2-1,-2-2-16,-2-1-6,-1 0 12,-3 1 5,0 3-6,-1 1 392,-1 4-391,2 4-6,1 3-6,2 5-22,3 5 5,3 4-16,3 3 230,-1 3-197,2 4-33,-1 4-12,0 6-33,-1 2-56,0 4-2866,2 0 2669,1 3-187,3 1-254,2 0-348,3 0-538,3 0-1059,4-1-3074,4 0 5217,4 1 0,-8-12 0,0-2 1</inkml:trace>
  <inkml:trace contextRef="#ctx0" brushRef="#br0" timeOffset="32089">10141 8951 21399,'2'-5'3344,"0"1"196,-2 4-3529,19-54-22,-16 46-17,13-38 28,-22 62 0,-2 4 6,-1 5 5,0 2-11,0 2 0,2 1 11,0 1 0,2 1 6,1 13-11,2-11-12,2 8 6,1-16 6,2-4-17,1-4 27,2-6-4,-2-3 16,1-5 11,0-2-22,1-3 44,8-9-33,-2-2 17,7-8-6,-5 2-11,2-2-5,-2-3 6,1-2-3421,-1-2 3392,2-1-182,-2 0 182,2 1 0,0 2 0,-1 3 0,1 2 0,0 3 0,0 3 0,-2 3 0,2 4 0,-2 2 0,0 4 0,0 2 0,1 3 0,0 4 0,8 11 0,-2 9 0,-2 1 0,-8 3 0,-9-8 0,0 2 3303,-6 9-3303,1-9 0,-2 6 0,1-12 0,3-2 0,0-1 0,1-3 271,5 1-271,0-6 0,4 0 0,-2-6 0,0-1 0,-1-2 0,5-4 0,-3-1 0,3-2 0,-3-1-1284,3-3-889,-2 2 2173,1-1 0,-6 6 0,0 1 0</inkml:trace>
  <inkml:trace contextRef="#ctx0" brushRef="#br0" timeOffset="32642">11565 8899 23495,'28'-46'668,"0"-1"1,-2 5-1,-6 5 133,-16 3-493,-2 10 129,-5-12-292,-3 20-38,-3-1-35,-2 9 52,-9 2-85,4 3-17,-8 4 1,5 4-12,1 4 17,-8 12-17,3 10 6,3 1-1017,5 5 1005,10-10 1,1 3-6,2 1-11,4 0-3054,2 2 3065,4 0-17,5-1 7,3 0 10,14 9 6,-6-10-763,10 6 763,-11-14-12,-2-3 596,-3-2-573,-3-1 2962,-4 1-2951,-8-2-10,-15 1-35,-4-7 12,-13-2-18,-14-6-16,8 0-17,-14-3 11,15-3 1217,3-3-1318,3-4-162,6-1-1036,6-17 56,8 2-1502,10-14-6558,7 10 8500,4 3 0,-5 13 0,-3 6 0</inkml:trace>
  <inkml:trace contextRef="#ctx0" brushRef="#br0" timeOffset="33031">12100 8794 25143,'-35'10'44,"-1"0"1,3-1 0,6 3-3858,4 18 3824,7-5 303,-1 7-320,10-9 29,3-1-6,4-2 11,5 0 1066,3-3-1088,6 0 380,3-3-347,14 2 2853,6-7-2847,12-1 5,-11-10 1170,-5-5-1175,-14-4 0,-2-2 67,0-11-50,-7 4-1,0-10 34,-10-3 6,-7-7-67,-1 2-677,-6 3 655,2 14-12,-1 2 448,-1 3-448,0 2 0,-3 4 0,1 2 0,-10 3 0,7 3 0,-5 1 0,11 4 687,3 2-777,3 4-72,3 1-163,2 3-230,5 1-324,2 2-488,6 0-5780,14 8 6299,-2-5 0,-2-3 0,-9-8 0</inkml:trace>
  <inkml:trace contextRef="#ctx0" brushRef="#br0" timeOffset="33358">12489 8841 22884,'0'-6'2885,"0"2"-309,0 4-2576,-3-29 11,5 32-33,2-5-4219,6 32 4241,2 13-11,-2-11 581,-1 1-570,-1 0-6,-2-1 6,-4 0 0,-1-2-22,-4-1 0,-4-3 10,-4-3-2164,-10-2 2187,5-10-11,-6-2 17,7-11 203,3-4-198,0-5 12,4-6-6,1-3 17,2-4 5,3-3 45,5-19-44,8-5-28,3 0 1453,8 4-1476,-3 18 0,3 4 0,4 3-45,1 6 2678,4 4-2807,0 4-78,2 4-179,1 3-208,1 4-1254,13 6 639,-12 2-1021,10 5 2275,-11 0 0,-17-7 0,-1 0 0</inkml:trace>
  <inkml:trace contextRef="#ctx0" brushRef="#br0" timeOffset="33688">13120 9044 22352,'-4'0'3344,"0"0"-1513,4 0-1484,16-72-837,-7 40 658,4-20 0,1-2-579,-1 15 512,5-15-83,-5 11-18,1-3-493,1-4 493,0-3 0,1-4-2565,-1-1 2565,0-2 0,-2 2-911,-5 20 1,-2 1 910,3-14 0,-1-6-57,-5 27 57,-2 14 376,-1 3-376,0 11 1916,-1 4-1916,-2 5 3147,-3 5-3147,-2 8 0,-1 7 0,-1 7-839,-1 5 839,0 5 0,-1 5 0,0 3 0,0 4 0,2 2 0,0 3 0,6-30 0,0 1 0,1 0 0,0-1 0,1 1 0,0 0 0,0 30 0,0 0 0,2-3 0,1-17 0,0 0 0,1 19-74,-1-22 1,0-1-549,1 8 218,-1-5-856,0 1 364,-2-17-219,0-2-671,-1-18-2852,0-6 4638,1-6 0,0 2 0,-1-1 0</inkml:trace>
  <inkml:trace contextRef="#ctx0" brushRef="#br0" timeOffset="33809">13197 8862 18330,'3'-8'4313,"0"1"-3394,-3 7-141,28-59-2471,-15 34 1883,5-12 0,0 2 29,-4 13-107,1 1-78,2 3-40,2 0-72,4 4-219,3 2-735,4 2-3090,5 2-5709,-1 2 9373,-3 2 0,-14 2 0,-7 1 0</inkml:trace>
  <inkml:trace contextRef="#ctx0" brushRef="#br0" timeOffset="34728">2604 10745 19294,'0'-11'2744,"0"2"-1859,-2-54 588,1 24-997,0-3 0,0 1-877,1 9 670,-1 15 152,1 10-298,-1 5 76,0 0-121,-1 21-22,-1-2 28,-2 20-11,-2-2-195,-2 5 201,-2 5-270,-1 3 230,-1 2-17,2 1-5,3-16 0,0 0 0,-2 18-15,5-20 1,0-1 3,2 7 5,2-5-5,3-5-1,2-6 18,3-7-12,4-6 28,1-5 17,4-6 34,13-17-12,10-18-16,3-6-245,-19 17 1,-1 0 249,11-15 6,-1-1-12,-1 0 40,-1 0-22,-3 2-1,-2 5 62,5-7-78,-11 15-6,2-1 550,-13 16-534,-2 5-44,-4 7 40,0 15-46,-1 4 17,-1 13-5,0-1-23,-3 3 6,0 2-12,-2 2 40,-1 18-248,0 4 203,1 0-24,3-7-4,5-18-51,2-1-559,14 14-3184,0-15 2718,11 7-6614,15-19-2113,-11-10 9719,10-3 0,-28-8 0,-7-1 0</inkml:trace>
  <inkml:trace contextRef="#ctx0" brushRef="#br0" timeOffset="34876">3483 11049 20334,'-3'-3'3192,"0"2"-1117,3 1-2187,15-60-614,4 39 726,11-18 0,4 3 0,-8 27 0,18-6 0</inkml:trace>
  <inkml:trace contextRef="#ctx0" brushRef="#br0" timeOffset="37300">5458 10815 19781,'0'-61'1801,"1"1"1,0 4 0,-1 5-1376,0-1-62,0 14 213,0 13-303,-1 11-212,0 2 5,1 10-28,0 15-5,0 0 5,-1 13 6,1-3-6,-1 5-5,-1 2-18,-1 1-1920,-1 1 1915,0 2-2748,-1-1 2754,0 1-17,0-2 5,0 0 12,-3 10-11,2-13 16,-2 5-5,3-17 17,0-4 55,2-4 29,1-5 1277,0-3-1289,1-2 3354,0-5-3432,-1-2 0,1-6-12,0-3 1,1-3 6,0-4-3387,0-3 3403,0-3-1454,0-2 1432,2-4-1802,2-1 1785,2-3 12,1-1-57,2 0 45,3 0 6,2 0-6,3 3 1754,3 2-1754,2 4-11,3 3 11,2 5 1402,4 4-1397,1 5 3336,2 5-3336,3 3-10,-1 4-3209,2 2 3236,-2 7-22,-2 2 6,-1 8 0,-5 3-18,-3 4 12,-4 3 0,-4 2-28,-1 16 23,-7-10-1,-3 10 12,-7-16-12,-5 2 1,-3-2 3397,-4-1-3376,-3-1-4,0-1-24,-2-4 7,1-3-1,-6-3 57,3-7-18,2-2-10,5-10 16,7-5-17,2-4 29,1-15-29,5 4 12,2-9 38,12-4 18,6-3-3448,3 0 3386,2 4-17,-6 13-6,3 0-5,14-5 0,-8 10 6,10-2-17,-1 14-2246,-12 2 2245,9 9 589,-14 4-577,0 8-33,6 18 27,-10-6-5,3 13-12,-13-9-21,-2 0-46,-3 2 2521,-2-1-2666,-1 1 2372,-1-1-2770,0 1-419,1-1-551,0-2-1466,4-1-6436,2-6 9505,1-5 0,-3-10 0,-1-4 0</inkml:trace>
  <inkml:trace contextRef="#ctx0" brushRef="#br0" timeOffset="38581">6540 10665 21147,'0'-4'3602,"0"1"-997,0 3-2577,0-22 22,3 18 12,2-17-18,6 25 12,3-2-22,2 0 16,5-1 74,26-4-119,-15-1 23,19-4 17,-13-7-11,-10 2-1,5-5-5,-15 5 0,-2-2 34,-5 1-29,-3-3 51,-3-6-56,-2 4 6,-6-4 28,-7 0-12,-9 4-28,-2 1 6,-4 8-50,4 7 39,-1 2-6,-10 10 11,7-1-16,-7 11-12,3 7 23,9-3-11,-4 9-1,7 4-16,7-8 11,0 10 6,7 0-17,8 0 16,8 7-16,3-13-298,5-8 303,-1-11-10,2-2 44,2-3-40,1-3 18,14-2 11,4-8-492,-1-1 486,-2-6 1,-15-1 10,0-2 6,-3-1 6,-2-2-18,-2-1 12,-1-1 311,2-10-327,-6 7-12,1-8 0,-5 11 0,-1 0 0,-1 1 496,2 2-496,-2 0 0,3 1 0,0 0 0,3 1 0,7-5 0,4 4-3392,0 1 3392,-1 8 0,-8 5 0,0 4 0,-1 3 0,-1 5 0,-1 6 0,-1 2 0,0 16 0,-3 6 0,-1 0 0,-2 0 0,5-1-184,0-9 184,9 9-52,1-13-93,4-2-511,19 5 52,-9-10-287,-4-7 1,1-3-305,5-3 456,9-3 6,-16-8 21,-2-4 90,-3-4 129,-2-3 292,-4-2 369,4-15 45,-7 5 95,2-11 3767,-5-4-3481,-5 8 38,-1-8-44,-4 15-44,-2 2 204,-2 2-345,-1 2 765,-9-3-703,-4 3-95,-8 0-253,5 9-16,2 8-34,7 4-16,2 1 10,-2 4-22,-1 10-11,-5 12-16,1 11 16,3 6-12,6-7-426,3-4 427,3-9-11,3-3 22,1-1 11,3-2 11,7 3 12,3-4-17,1 0 16,0-7 1,-4-6 10,1-1 7,-1-2 404,0-2-427,0-1-6,-2-1-37,3-4-13,-3 3 0,-2 0 0,-5 3 0,-4 2 0,0 0 0,-1 3 0,0 2 0,0 4 0,-1 5 0,-5 13-3392,0-2 3392,-5 13 0,0-5-6,-2 4 6,-8 22 0,4-10-551,4-16 1,1 0 550,-7 16 0,-2 1 0,7-14 0,-2 1 0,-8 17 0,9-19 0,0-1 0,-6 11 0,2-4-193,1-5 193,1-6 0,2-7 0,1-7 2748,-2-7-2748,5-7 7,-1-7-7,3-14 0,4 0 0,1-10 0,3 3 0,5-3 1241,2-3-1241,7-2 0,3-3 0,3-2 0,5-2 0,3-1 0,4-1-1426,4 0 1426,3 0 0,3 0-802,0 2 802,3 0 0,1 3-1428,2 1 1428,0 2 0,0 1 0,-1 3 0,-3 3-211,-4 0 211,-3 2 0,10-11 0,-12 10 0,7-9 0,-15 10 0,-2 1 0,-3 1 0,-3 0 0,-2 2 1229,-2 3-1229,-5 2 758,-3 2-758,-3 0 1858,-3 6-1858,-4-1 718,-5 7-718,-2 0 0,-6 3 0,1 3 0,-2 3 0,-2 4 0,-2 4 0,-2 3-474,0 4 474,-1 3-224,3 2 224,-4 16 0,9-8 0,1 11 0,11-13 0,4 1 0,5-1 0,3 1 0,3-1-596,5 0 596,3-3 0,4 0 0,7-2 0,7-3 0,7-1-595,7-3-385,4-4-2732,4-2-6119,-4-5 9812,-9-3 1,-21-4-1,-10 0 1</inkml:trace>
  <inkml:trace contextRef="#ctx0" brushRef="#br0" timeOffset="39148">10123 10379 23226,'5'-44'416,"0"0"1,1 3-1,-6 8-164,-7 20 916,-3 2-995,-1 3-61,-3 1-16,-1 4 290,-2 2-342,-1 3 1,-2 3-11,-1 4-12,-2 4-11,-1 3 6,0 4 0,-1 3 0,1 3 189,1 4-195,3 2-5,2 0 5,3 0 0,4 10-5,5-13 11,8 6-12,6-14 6,8-2 1,6 0-12,7-1 0,4 0 11,6-1 136,3 0-158,4 0-6,-1-1 12,-1 1-7,-4-2 12,-4 0 12,-7 1-18,-8-2 6,-6-1 22,-9-1-10,-4-1-1,-9 0 6,-6-2-6,-6 0 6,-7-2-12,-4-1 6,-4-2-5,-5-1-297,0-2 297,-3 0 0,1-1-6,-1-2-12,2 0 18,-16-6 0,16 1 399,-10-6-422,21 3-16,5 0-51,5 0-152,6 0-178,7 1-269,3-2-320,9 0-448,6-2-1181,10-1-4795,2 1 7427,0 1 0,-11 5 0,-5 4 0</inkml:trace>
  <inkml:trace contextRef="#ctx0" brushRef="#br0" timeOffset="39507">10495 10452 27104,'10'-37'230,"1"0"0,0-22-130,-28 62-4,-2 3-12,0 5-12,0 3-10,3 4 60,-3 14-83,7-4-22,0 11 11,9-10-12,1 0-4,3 0 19,4-2-9,3-2 12,7-2-28,4-3-1,4-3-3377,6-4 3389,5-3-1425,3-3 1425,0-4-555,0-2 544,-5-4 5,-5-3 12,-3-5-251,-6-2 251,-5-3 10,-4 0-10,-5-1 2228,-2-2-2229,-4-2 0,-2-1 6,-6 0-10,-2-3-18,-2 1 0,-2-2 0,-2-1 0,1 1 0,0 2 0,1 2 0,0 3 1817,-3 0-1817,3 8 0,-2-1 0,7 8 0,2 1 965,1 3-965,2 1 508,2 2-644,1 4-77,1 2-414,3 4-2442,12 8 3069,5-2 0,-2-2 0,-2-8 0</inkml:trace>
  <inkml:trace contextRef="#ctx0" brushRef="#br0" timeOffset="39862">10962 10376 24379,'-4'-5'2331,"1"2"-629,3 3-1691,18-24-11,-3 26-5,16-13-7,-7 32 1,9 15 6,-8-8 16,6 9-22,-12-12 11,-3 0 16,0 7-10,-9-1-12,-5-2 18,-10-6 4,-13-11-16,3-5-5,-6-2-3376,8-8 3403,1-2 68,-1-13 29,3-9-119,2-3 0,6-4 0,4 6 0,4-1 0,3-1 0,5 0 0,14-9 0,-3 12 0,12-4 0,-6 17 3392,1 4-3623,2 3-189,0 4-3571,-1 3 3168,2 4-1646,-2 4 894,-1 5-1953,-2 6 3528,2 5 0,-14-11 0,-1 1 0</inkml:trace>
  <inkml:trace contextRef="#ctx0" brushRef="#br0" timeOffset="40182">11571 10771 27788,'7'-48'162,"1"0"1,3-5 0,2 6-163,6 8-861,10-15 861,-11 22 0,0 0-3496,9-20 3496,-9 17 0,0-1 0,-3-3 0,-1 1-1199,6-22 1199,-8 22 0,-2 0-492,-3 3 0,-2 3 492,1-12 189,-2-7-189,-4 29 1731,-3 5-1731,0 6 0,-3 4 2588,-6 10-2588,2 5 0,-5 11 0,-3 26 0,5-4 960,5-10 1,1 1-961,-1 19 0,4 1 0,2 3 0,1 0 0,3-17 0,2 4 0,3-2 0,3 3 0,1-1 0,5 15 0,2 0-478,-1-9 1,3 2-1,0-6 478,0-5 0,-1-3 0,2-2 0,-3-1-572,7 10-335,-5-2-353,-7-4-1384,-5-5 2644,-5-1 0,-3-16 0,0-2 0</inkml:trace>
  <inkml:trace contextRef="#ctx0" brushRef="#br0" timeOffset="40349">11664 10559 16771,'-3'-6'3058,"0"1"-590,3 5-1095,0 0-964,-17-73-314,16 47 290,-6-16 1,5 2-420,27 20-100,-1 7-382,15-1-66,-3 6-578,6 3-1478,4 1 2638,9 3 0,-25 0 0,-1 1 0</inkml:trace>
  <inkml:trace contextRef="#ctx0" brushRef="#br0" timeOffset="41357">2981 12500 22219,'-37'-7'130,"-1"1"1,3-1 0,7 4-2,18 4 758,-2 1-787,1-1 270,-2 1-218,-7-2 64,3 1-160,-6-1 56,-3 0-62,6 0 0,-7 1 23,11 1 391,2 0-414,3 1-33,2 0-11,3 1-1,2 2 6,2 0 17,0 2-16,1 1 5,-1 1-11,1 0 5,0 0-6,1 0 12,0-2 6,0 1-18,0-1 12,0 2-11,0-2 10,0 2 7,0-3-12,0 0 0,0 2 12,0 1-7,0 2 18,-1 2 11,-1 2 16,-1 2 1,-2 3 0,-1 1-12,-2 1-11,-1-1 12,0-1-1,0-1 0,1-2 1,0-2 5,2-3 17,1-2 134,2-2 112,1-4-101,1-2 454,1-3-616,0-6-5,0 1-6,1-7-23,2 4 0,0-1-16,0 1 16,2-1-10,-1 3-12,2-1-23,-1 5 12,1 0 0,1 2 11,2 1-6,2 3 6,4 3-5,12 9 21,-4-2-16,19 13-5,-16-10-1174,7 6 1174,-11-7 5,0 0 5,-3 1-216,-2 0 205,-2 0 6,-4 0 0,-4 0-22,-3 0 0,-7 1-6,-5 0-17,-5 0 708,-8 1-775,-5-1-67,-5 0-84,-3-2-107,-2-1-122,0-2-136,0-3-173,1-2-252,3-4-632,4-2-2377,4-4-4994,5-2 8302,5-1 0,7 0 0,4 3 1</inkml:trace>
  <inkml:trace contextRef="#ctx0" brushRef="#br0" timeOffset="41554">2778 12560 25651,'44'-9'-262,"1"-1"1,-3 2 0,-3 0-1537,4-2-6699,0 0 7081,-4 0 1,-18 5 0,-8 2 0</inkml:trace>
  <inkml:trace contextRef="#ctx0" brushRef="#br0" timeOffset="41774">3667 12901 25539,'-4'0'1327,"1"0"-515,3 0-840,27-66-1037,-2 44 832,10-19 1,6 2-401,15 24-525,-18 4 1,2 2 48,-9 2 1,1 1 1108,20-5 0,-1 2 0,-4 0 0,-13 3 0,0-1 0</inkml:trace>
  <inkml:trace contextRef="#ctx0" brushRef="#br0" timeOffset="42412">5818 12856 15311,'23'-54'1786,"0"0"1,2-4 0,-2 3-978,-11 22 1,-1 2-171,9-27-102,-9 15-89,-9 23-94,-2 5 274,-3 5-482,-2 4-45,-5 4-28,-3 4-3684,-3 5 3690,-5 8 10,-3 6-5,-5 8-816,-3 5 788,-1 7-1488,-1 6 1471,0 4-22,18-24 0,0 1-107,1 1 1,1 0 94,0 1 1,2 0-6,-9 27 0,5-1-6,6-4 12,7 9-6,8-21-6,7 4 87,7-24-75,5-7 5,6-6 0,5-4 34,27-16 528,-25 0 0,0-3-573,0-1 0,1-3-6,12-14 1,-3-2-131,-18 12 0,-1-1 141,9-9 1,-1 0-3,-12 8 0,-2 0 5,-1 1 1,-1 0 7,16-27-10,-9 1 22,-7-1-22,-10 0 22,-5-2 2,-10 17 1,-4-2 773,-5-2 1,-3 0-794,0 1 0,-3 1-5,-4 3 0,-1 3 16,-13-8 0,-3 7 1,1 6-1,-2 8-11,2 8 1,2 6-1,0 9 1822,3 6-1849,-10 20 4,13-1 1,-5 14 6,17-6 119,4 4-131,4 4 0,3 4-20,5-12 1,2 3-76,1 1 0,3 2-154,3 10 0,3 0 28,-1-11 0,2-3-101,3-3 0,1-2-613,9 9-302,3-4-505,0-3-1104,2-4-1791,0-4 4654,4-2 0,-16-12 0,1-3 0</inkml:trace>
  <inkml:trace contextRef="#ctx0" brushRef="#br0" timeOffset="42605">6008 12938 22230,'-25'-50'970,"0"0"1,3-3 0,7 6-568,19 16 185,5-9-331,5 17 34,0 3-67,10 0-81,2 9-127,2 1 24,9 14 109,-12 5-144,9 7 1,-7 3-3381,1 2 3380,2 5 23,-1 2-77,0 3 38,-2 2-79,9 16-259,-10-10-46,-5-7 0,0 1-478,2 7-511,7 10-1120,-9-19-4038,1-3 6542,2-2 0,-11-13 0,-1-1 0</inkml:trace>
  <inkml:trace contextRef="#ctx0" brushRef="#br0" timeOffset="42981">6809 12598 21478,'0'-8'2991,"0"2"-2213,0 6 343,0 0-757,-16-60-1866,10 42 1603,-3-15 0,0 4 608,5 25-625,0 2 259,1 2-292,-3 10-12,-2 14 17,-3 22-34,2 0 154,6-11 1,0 1-155,1 8-5,3-6 0,2-1-43,7 15 9,4-2 23,5-15 55,6-13-3183,-4-10 3161,7-2 462,0-12-457,-6-5-4,7-6 57,-1-14-47,0-6-5,6-16-461,-11 8 438,-5-1 1,-9 13-1,-1-1-11,-2 2 6,-2 2 0,-1 1-6,0 3 3180,-1-1-3196,0 9-23,-2 1-39,1 9-17,0 3-68,0 0-77,2 4 527,1 1-870,0 5-1511,5 10-2756,1 5 3991,3 2 0,-6-9 0,-2-9 0</inkml:trace>
  <inkml:trace contextRef="#ctx0" brushRef="#br0" timeOffset="43180">7355 12576 23281,'-20'-41'-6,"4"10"2106,9 61-2088,2-5-18,0 2-11,1 0-33,1 1 827,2 0-1001,1-1-202,3-1 159,3 0-3777,9 3 3598,1-6 0,-6-7 0,-6-12 1</inkml:trace>
  <inkml:trace contextRef="#ctx0" brushRef="#br0" timeOffset="43372">7591 12293 23551,'-30'-17'-218,"0"-1"0,-15-6 1229,56 38-1605,2 1-414,2 3-572,2 1-1187,0 2 2767,2 4 0,-9-12 0,0 0 0</inkml:trace>
  <inkml:trace contextRef="#ctx0" brushRef="#br0" timeOffset="43608">8038 12535 19453,'-44'-32'181,"1"1"0,4 2 0,5 8 2243,9 18-2340,-2 2-28,-3 6-11,-3 4 909,-3 6-926,0 6 11,0 3-34,3 5-1110,3 3 1111,7 1-6,6 3 1331,9-1-1325,6 0 132,11-1-149,5-3 0,9-3-96,21 2 213,-7-10-318,15-2-136,-13-12-178,0-4-247,0-5-263,2-4 1682,0-6-3015,1-3-3165,0-4 5055,4-4 1,-22 10 0,-2 1 0</inkml:trace>
  <inkml:trace contextRef="#ctx0" brushRef="#br0" timeOffset="43822">8387 12334 18834,'4'-10'4997,"0"3"-4040,-4 7-167,22-73-2086,-14 42 1553,5-13 1,-1 2 190,-9 18 524,-1 6-658,-2 4 253,1 4-405,-1 5-61,-1 2-40,-1 4 1002,-1 6-1002,-2 4 12,-2 9-21,-2 5-52,-1 6 0,-1 5 0,-1 1 0,0 4-309,0 0 309,-4 20 0,10-28 0,-1 0-281,1 0 0,0 0 281,-1 27 0,5-22-30,2-1-815,7 10-141,1-14-470,7 5-224,0-19-1574,3-6 3254,5-6 0,-11-4 0,0-2 0</inkml:trace>
  <inkml:trace contextRef="#ctx0" brushRef="#br0" timeOffset="44049">8650 12513 13536,'2'-11'6749,"0"2"-5383,8-53-250,-7 34-668,3-11 0,-2 2 285,-3 14-145,-4 4-117,-1 3-84,-4 4-79,-2 3-45,-1 2-50,-2 3-29,-3 2-16,-3 1-28,-4 5 0,-4 2 0,-4 7-5,-4 3-1165,-2 6 1131,-2 4-12,0 3-33,3 3-16,6 1 4,7 1-10,8 0 0,8-2 22,11-1-12,7-1-21,10-2 16,8-2-22,6-1 0,9-3 11,-6-7 0,2-3-31,-7-3 0,1 0-17,11 1 1,2-1-26,-12-5 0,0 0-64,1-2 0,1 1-99,1-2 1,0 0-137,1-1 0,0 0-275,1 0 0,0 0-840,1-2 0,0 0 1459,7 0 0,-4-1 0,5-2 0,-2 2 0</inkml:trace>
  <inkml:trace contextRef="#ctx0" brushRef="#br0" timeOffset="44654">11007 12307 20408,'0'-8'3047,"0"2"-2285,0 6-107,-9-71-1152,2 39 696,0-12 1,-2 0 136,-5 14-45,-1 3-45,-2 3-3685,0 4 3596,-1 4-270,1 4 192,-1 5-330,0 3 302,-1 4-18,1 5-5,-1 3 6,1 6-12,1 3-22,0 5 17,2 3-1508,1 5 1502,1 2 29,1 4-24,2 1-556,2 0 540,2 1-108,2-2 114,2-2 0,7-2 5,1-3-11,8-1 11,5-4 1351,18 6-1351,-5-11 3,-1-5 0,1-2 3,24 0-6,-2-2-6,-7-6 2096,-23-3-2040,-6-1 2701,-6 1-2728,-6-1 910,-5 0-960,-6 1 310,-5-1-277,-9 2-6,-6 0 0,-6 0-11,-6 1 11,-4 0-872,-3 1 873,-1 0-12,-1 0-6,1-1 0,2-1 6,2-1-5,5 0-12,2-1-11,7-1-6,5-1-61,4-1-112,7 0-258,3 1-380,4-1-567,2 1-1787,7-1-6351,2 0 9765,4 0 0,-5 1 1,-2 1-1</inkml:trace>
  <inkml:trace contextRef="#ctx0" brushRef="#br0" timeOffset="45045">11466 12265 21707,'0'-5'2924,"0"2"-134,0 3-2706,-63-41-1176,38 35 1114,-13-14 1,1 6 389,17 29-372,0 3 182,3 3-210,0 2-12,3 3 16,0 3-16,4 2-660,1 0 660,4 0 0,3-2 0,4-2 5,3-3 1,6-3-2635,4-3 2624,4-3-461,4-4 466,2-3 11,2-4 6,2-2-12,0-6 7,0-1 10,-1-7 425,-2-2-436,-2-3 1,-3-2 10,-3-3 0,-4 0 18,-3-1-1,-5 0-11,-3-1 0,-5 0 11,-4 0-5,-5 0-6,-3 0 5,-2 1-10,-1 1-12,-1 1 3180,-7-2-3185,7 7-1,-3 0-5,10 10-17,3 3 753,2 2-775,1 2-40,3 2-66,1 3-146,1 3-241,5 3-1871,13 8-1081,1-5 3484,15 7 0,-19-15 0,0 0 0</inkml:trace>
  <inkml:trace contextRef="#ctx0" brushRef="#br0" timeOffset="45374">11789 12168 23030,'0'-7'2828,"0"2"-2150,0 5 302,0 0-666,-9-61-90,6 41-307,-2-15 0,1 4 207,4 23 76,0 2-184,2 5-4,2 4-1,4 5 6,4 5-1,4 2-16,2 5-5,4 1 5,1 3-1058,1 1 1063,1 1-10,0 1-6,0-2-17,-2 2-40,3 10 18,-10-10 16,-2 7-5,-11-13-31,-6-5 64,-4-1 1,-7-4 16,-3-4-11,-3-3 11,-1-2 0,0-5 1,-1-2-1,-5-12 0,9 1 17,-3-9 0,11 4-6,5-2 1286,3-1-1297,3 0 0,4-2 66,4 1-71,5 1 0,3 1-18,16-5-273,24 1-85,-7 5-1050,-19 13 1,-1 3 472,7 4-3165,0 1 914,0 2 3198,6 2 0,-21-1 0,-1 1 0</inkml:trace>
  <inkml:trace contextRef="#ctx0" brushRef="#br0" timeOffset="45721">12586 12435 26118,'23'-48'145,"-1"0"1,-1 4 0,-2 6 664,-2 8-704,0 0-27,0-4-3803,-2-1 3786,-1-2 11,-2-3 893,-2-2-864,-3-1-102,-1-3-1888,-4-1 1888,0 0 0,-2 1 0,-2 3 0,-3-9-1560,0 18 1560,-3-3 916,3 23-916,1 5 0,1 6 0,2 1 1845,0 5-1845,0 4 0,-1 6 0,1 10 0,-2 6 0,2 8-633,-1 6 633,2 5-1748,0 6 1748,0 3 0,3 4-160,2 1 160,4 1 0,2-1 0,1-3 0,3-2 0,2-3 0,2 0 0,1-2 1264,3 0-1640,2-1-492,4-2-1339,-8-20 0,1-2 2207,16 14 0,-6-9 0,-16-19 0</inkml:trace>
  <inkml:trace contextRef="#ctx0" brushRef="#br0" timeOffset="45897">12650 12167 18789,'53'-34'-237,"0"-1"0,-2 4 0,-3 8-3673,13 15 3910,-26 6 0,-1 0 0,2 0 0,-2 2 0</inkml:trace>
  <inkml:trace contextRef="#ctx0" brushRef="#br0" timeOffset="68067">2217 5492 24575,'-24'0'0,"-7"0"0,-8 0 0,-12 0 0,-8 0-586,16 0 1,-1 0 585,-15 0 0,3 0 0,2 0 0,13 0 0,2 0 0,0 2 286,4 2-286,-11 10 0,-3 11 0,4 6-6491,-1 4 6491,7-2 0,0-1-57,0 2 57,3-3 589,5-4-589,9-6 0,6-7 0,6-3 6755,6-1-6755,2 1 89,1 5-89,1 8 0,2 10 0,5 9 0,6 12-1038,-4-20 1,1 1 1037,2 5 0,1 2 0,-1 4 0,1 1 0,-2 3 0,1 2 0,-1 1 0,0 0 0,-2 4 0,0 1 0,-2 3 0,1 0 0,-3-19 0,0 0 0,-1-1 0,2 18 0,-1 0 0,0-1 0,1 1 0,-2 0 0,0-1 0,-1 3 0,0 0 0,-1-19 0,-1 2 0,0-1 0,0 0 0,-1-1 0,0 1-736,1-1 0,-1 0 1,0 0 735,0 20 0,0-2 0,0 0 0,0-1 0,-1-3 0,0-1 0,-1-1 0,-1-1-752,-1-1 0,0 1 752,-1-3 0,1 0 0,0-2 0,0-1 0,1-1 0,1 1-516,0-2 1,1 1 515,0-2 0,0-1 0,0-2 0,0 0 0,0-2 0,0-2 0,-1-4 0,0 0 0,-1 4 0,-1 1 0,0 0 0,0 0 0,0 3 0,-1 0 0,1 0 0,-1-2 0,1-4 0,-1-2 416,0 1 1,0-1-417,-1-1 0,1 0 0,-1 2 0,0 1 0,1-1 0,0 1 0,1 0 0,0 0 0,0-1 0,0 0 0,2 1 0,-1 0 0,2 1 0,-1 1 0,1 14 0,0 0 0,1-15 0,0 1 0,0 13 0,0 1 0,0-17 0,0 0-1741,0 8 1,0 1 1740,0-1 0,0 1-1448,0 2 1,0 1 1447,0-1 0,0-1-1140,0-1 0,0 1 1140,0-1 0,0 1-9,0-3 0,0 0 9,0 0 0,0 0 0,0-2 0,0-1 0,0 2 0,0 1 0,0-1 0,0 1 0,0-1 0,0 1 0,1 2 0,0-1 0,1-4 0,-1 0 0,1-4 0,1-1 0,-1-2 0,1-1 0,2 27 0,-1 4 0,-2-28 0,0-1 0,0 3 0,0-1 0,-1-2 0,0 0 0,1 3 0,-1-1 0,-1 0 0,0-1 0,0 0 0,0 1 0,0 4 0,0 1 0,0 0 0,0 1 0,0 4 0,0 1 0,1 4 0,1 3 0,-1-5 0,1 3 0,0-1 0,0-3 0,1-1 0,0 0 0,0 0 0,0 0 0,0-3 0,1 10 0,0-6 0,2 10 2832,1-2-2832,-2-10 4287,0-10-4287,-3-5 6410,-2-8-6410,1-5 1009,-1-5-1009,2-5 120,6-4-120,4-1 0,1-2 0,-1 0 0,-4 0 0,1 0 0,0 0 0,1 0 0,-2 0 0,0 0 0,-2 0 0,0 0 0,0 0 0,0 0 0,0 0 0,2 0 0,0 0 0,8 0 0,1 0 0,7 0 0,7 0 0,8 0 0,-2 0 0,-10 0 0,-14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3:52:19.390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1982 2503 16555,'-1'-9'2470,"-1"1"-1490,2 8-67,-1-64-2194,1 39 1631,-1-14 1,1 3 248,2 19 513,0 3-782,-1 4 214,0 4-432,0 2-28,-1 3-28,2 6 1126,-1 3-1092,2 9 10,0 1 7,-1 6-23,1 3 0,0 3-696,-1 4 657,0 2 5,0 0-10,-1 3-1,-1-1 0,1-1-11,-1-1 0,0-2-11,0-2 5,0-5-5,0-3 5,0-6 29,0-4 95,0-6 95,0-4 302,1-2-358,-1-10-62,0-3-22,-1-10-6,-1-1-16,0-6-1,-1-2-5,0-2-6,1-4 696,0-2-713,-1-2-380,2-3 374,-1 1-32,2-1 16,0 2 0,0 4-6,1 3 12,0 7-6,2 5 5,-1 6 1,0 5-34,-1 6 11,1 2-11,1 7 6,1 2 369,1 5-375,2 5 22,0 2-16,0 5-1,0 1-10,-1 2 5,-2 1 5,-1 0-10,-2 2 16,0-1-5,-1 2-12,0-2 17,0-1-11,0-1 6,-1-4-6,-1-4 17,1-3-6,-1-4 17,2-4 56,0-2 0,-1-3 5,1-1-10,-2-3-18,-1-3-33,-2-3 12,1-5-7,-2-3-33,1-2 17,0-3-6,3 0-11,-1-2 6,2 0 11,1 1-6,0-1 0,3 2 11,1 1-10,2 4-1,1 2-11,-1 3 5,-1 4-10,0 2-12,-2 3 17,2 0-11,-1 4 5,1 2 6,1 4-11,0 3-34,2 5 28,-2 2-16,0 4-18,-2 3 1,1 4-45,-2 3-51,1 1-703,0 2 513,2 2-252,0 1-470,1 2-1031,1-1-3653,4 1 5742,3 2 0,-6-19 0,-1-3 0</inkml:trace>
  <inkml:trace contextRef="#ctx0" brushRef="#br0" timeOffset="467">2978 2660 17395,'-46'-4'530,"0"1"0,3-1 0,7 2 1816,13 2-2054,2 0-52,1 0-38,3 0 1073,2 0-1141,2 0-22,3 1-22,2 0 626,3 0-660,2 0 1958,2-1-1992,0 1 299,9 0-299,0-1 1,11 2-12,0-2-6,7 0-5,3-2 12,5-1-12,2-2 5,1 0 12,-1 0-6,-2 0 12,-1 0-12,-4 1-11,-2 0 0,-4 2 11,-4-1 0,-4 2 6,-3 1 11,-6 0-6,-2 0 74,-3 0-85,-8 0 6,-2 0-6,-12 2 0,0 0-5,-5 3 5,-4 0 6,-4 2 5,-1 0 12,-2 0 16,-13 3-16,15-4 10,-7 1 18,22-4 5,4-2 0,8 1-22,3-2-6,3 1 23,1-1-51,5 0-11,2 0 17,15-3-6,9-1-11,4-1 17,6-1-39,-8 2-6,2-1-28,0 1-101,1 1-101,1 0-240,0 1-465,1 0-1211,0 1 2174,4 0 0,-19 1 0,-1 0 0</inkml:trace>
  <inkml:trace contextRef="#ctx0" brushRef="#br0" timeOffset="1367">4698 2953 20800,'8'-51'868,"0"-1"0,0 5 1,-2 4-248,-4-8-105,0 7 248,-2 5-154,0-4-380,-2 15 89,-1-2-163,-1 18-38,1 3 22,1 5-89,-1 1 154,0 4-199,1 3-1,-1 4 1,-2 15-3387,0-3 3392,-1 13-2268,1-6 2263,-1 2-467,2 3 450,-3 0-1342,1 3 1353,-1-1 792,1 0-787,-1-2 1726,-2 6-1731,2-11 11,0 1 0,2-14 595,2-4-561,0-3 2908,0-3-2785,-2-2-1929,-5-10 1806,0 0-814,-2-9 791,4 1-293,-3-15 299,3 3-11,-1-12-28,4 3 22,3-5 0,1-5-5,3-2 10,3 14 1,2-1 279,2 2 1,2 1-295,0 0 1,1 2-105,13-18 101,-7 22-16,-1 6 11,1 2 6,0 4 6,1 2-1,2 3 3047,9 2-3058,-6 4-9,8 1 306,-1 8-308,1 4 709,3 13-709,-8 10 6,-11 13-6,-8-5 17,-9 6-28,-12 3-642,-1-10 659,-9 9 11,3-18 0,0-4 11,0-2-11,2-4 28,-7 0 34,6-6 55,-2-5-66,9-8-7,4-7 7,4-4 652,1-3-675,1-2 0,1-2-22,1-10-6,3 6 11,2-7 6,11 3-6,-3 8 0,7-4 12,-2 9-12,1 2-11,2 2 0,3 2 11,14 2 6,-7 3-11,11 5-1,4 8-5,-12 2-625,12 6 602,-17-3 12,-2 2-6,-3 0 0,-6 3-11,-2 12 12,-9-4 4,-7 9-330,-9-10 337,-6 0 10,-7-1 1,-5-1-17,-18 4-34,7-10 17,-11 2-205,0-11 138,3-5-152,-9-9-5,18-5 470,9-10-1500,8-16-57,9 4-1641,0-14 2175,12 7 1,-2 24 0,1 2 0</inkml:trace>
  <inkml:trace contextRef="#ctx0" brushRef="#br0" timeOffset="1792">5598 2625 24340,'-9'8'2106,"2"-2"-1652,7-6 1024,0 0-1483,-24-18 22,13 36-1,-20-1-16,23 28-1410,3 4 1405,3-16 10,6-1-70,2-2 77,5-4-29,15 1 39,9-8 40,16-6-45,-7-15-507,1-9 518,-13-6 6,-1-5 5,-3-3 0,-2-5-32,-4-1-7,-4-3 0,-3-3 0,-3-3 0,0-21 0,-5 14 263,0-14-263,-4 21 0,-2 4 0,-1 6 0,-2 5 68,0 6-68,-3 5 0,0 3 0,-1 4 526,-1 4-526,1 1 1130,-2 6-1130,0 10-108,2 3-121,-1 7-102,5-2-128,1 1-196,2 3-5202,7 10 2580,0-7-6160,5 4 8869,-5-14 1,-3-9 0,-3-5 0</inkml:trace>
  <inkml:trace contextRef="#ctx0" brushRef="#br0" timeOffset="2282">6139 2259 22041,'-2'-39'440,"0"-1"0,-1-23 1776,3 57-2149,0 3 912,0 2-968,3 11-11,2 3-5,4 13 16,2 2 0,1 6-826,1 3 815,0 5 5,-1 1 690,-2 2-689,-1 1-6,-6-10 0,-1 2 11,2 21-568,-4-20 0,0 1 563,-3 17 0,-1-1-1,-3-5 1,-1-6-228,-1-8 239,-1-7 16,2-7 1224,0-8-1185,1-5 651,1-4-723,0-4 1434,0-4-1434,-2-11 0,1-2 0,0-10 0,3-1 0,2-4 0,1-5-625,3-3 625,3-3 0,4 1 0,7 3 0,2 2-149,4 7 149,3 3 0,0 5 0,2 4 0,10 3 0,-9 7 0,8 2 0,-12 9-268,-1 2 268,0 6-409,-3 3 409,0 2 0,-3 2 0,-2 3 0,-1 0-21,-3 1 21,-1 1 0,-3 2 0,-4 0 0,0 0 0,-4-1 0,-4 0 0,-4-2 0,-6-1 0,-4-3 0,-5-2 0,-3-4 0,-3-2 0,-3-3 0,-4-2 788,-1-3-788,-2-2 605,1-1-970,-11-4 12,15-2-196,-3-6-239,20-3-417,5-5-878,6-4 2083,5-9 0,2 15 0,0-2 0</inkml:trace>
  <inkml:trace contextRef="#ctx0" brushRef="#br0" timeOffset="2775">6793 2204 28498,'19'11'-28,"-2"7"14,-9 18 2,1 6-1674,-1 5 1692,-1 3-7,-2 4 27,-2 4-40,-2 3 33,-1 1 13,-2 0 0,-2-3 8,-3-5-1,0-6-16,-1-7 10,0-6 11,1-7 296,1-6-307,1-5 39,1-5 3,1-5 282,0-3-397,1-3-1,0-5-2,0-2-3,1-6 0,-1-5-2,2-5-1,0-4 49,3-4 0,3-3 0,3-2 0,3 0 0,0 0 869,3 2-869,0 1 201,2 3-201,2 3 0,0 3 0,2 4 0,-1 4 0,0 2 0,0 4 0,1 3 0,1 3 0,0 1 0,3 6 0,10 9 0,-9 3 0,5 8 0,-13-2 0,-4 2 0,-2 3 0,-2 0 0,-5 0 0,-2 0 0,-5 0 0,-4-2 0,-7 1 0,-9-3-598,-6 0 598,-7-2 0,-5-2 0,-4-1 0,-2-3 0,1-1-2896,1-3 2896,5-3 0,4-3-35,5-3-155,8-1-135,4-5-1165,4-8-286,7-4-3354,3-8 5130,12-3 0,-5 12 0,4 0 0</inkml:trace>
  <inkml:trace contextRef="#ctx0" brushRef="#br0" timeOffset="3134">7390 3025 22061,'2'-44'203,"0"-1"1,0 3-1,2 4-1878,4 0 1776,3-6-28,1-7 1156,2-6-1215,-6 26 0,0-1 0,0-2 0,1-2-3,1 0 0,0-1 227,0-3 0,-1 1-224,1 1 0,-1-1-8,0 2 0,-1-1 5,-1 5 0,0 0 51,5-27-46,-7 27 1,-1 0 11,1-9-33,-2-5 997,-4 24-975,-2 11 2860,-1 2-2861,0 9 487,-1 5-492,-6 9 0,2 3 6,-6 10-2339,4-1 2346,1 4-24,-4 26-1550,5-7 1550,2-14 0,2 1-823,-3 23 795,1 4 5,4-29 1,0-1-3,1 2 0,0-1-28,1 1 0,0 0-45,0-1 0,2 0-59,1-1 0,1 0-369,6 31-536,2-23 1,4 0-1275,8 16-445,-7-23 0,3-1 2781,13 6 0,-21-26 0,-2-3 0</inkml:trace>
  <inkml:trace contextRef="#ctx0" brushRef="#br0" timeOffset="3468">7873 2751 27662,'-17'-26'56,"10"5"-34,14 21 0,7 0 1,1 0-12,3-1 6,3-3-6,1-2 11,12-8 1,-10 0-12,7-6 17,-9-6-6,-7 4 1,-1-9-6,-8 7 16,-3 0-10,-2 0 5,-2 3 22,-2 2-5,-3 4 0,-1 2 5,-2 3 73,-7 2-28,3 4-5,-5 1-17,5 4-27,1 2-46,0 3 0,0 7 0,-4 14 0,3-1 0,-3 12 0,3 9 0,4-8 0,1 13 0,6 5-3083,2-14 2730,6 13-257,5-19-353,8-3-8868,18 10 9205,-11-17 0,2-2 0,-20-19 1</inkml:trace>
  <inkml:trace contextRef="#ctx0" brushRef="#br0" timeOffset="3999">10200 2516 20072,'27'-46'310,"-1"-1"0,-2 4 1,-5 7 2074,-14 14-2206,-3 1-33,-1 2 1021,-8-2-1077,1 7-28,-9 0 511,-8 10-528,-9 8-23,0 3-5,-3 9 0,11 3-23,2 2 1699,-5 17-1682,7 7-28,4 1 23,9-1-6,8-14-421,5-2 466,4 1-45,4-2-31,4-1 37,23 19-6,-3-10-686,-9-11 0,-1-1 702,7 2-10,-6-5-582,-15-8 592,-6-4 327,-4 1-332,-11-5 42,-5 0-48,-9 0 12,-5 1 33,-21 1-44,8-3 577,-13 1-589,16-4 6,1-1 6,2-3 617,3-2-679,4-4-34,4-2-83,6-1-124,5-3-1081,8-9-45,8 4-1092,9-6 2515,9 6 0,-9 9 0,1 1 0</inkml:trace>
  <inkml:trace contextRef="#ctx0" brushRef="#br0" timeOffset="4382">10785 2437 24657,'-47'13'121,"1"0"1,5-4-1,9 4-81,12 18-1,10-7 874,3 2-891,4 0-5,0-1 11,12 11 0,-1-9-11,10 7 5,-2-14 42,3-3 25,1-4 166,1-3 105,1-3 345,0-4-246,-1-1 47,-1-3-3019,-1-3 3121,-2-3 442,4-15-663,-4-7-214,-3-3-105,-6-1-147,-7 8-164,0 0-68,-4-1-127,-1-1-45,-8-10 56,2 11 3253,-4-7-3124,4 15 64,0 3 133,2 3-12,-1 3 25,1 2 15,1 3 44,0 1 25,0 2-53,-1 1 224,1 5-246,1 2-61,2 4-50,3 3-594,6 10 56,4-4-538,6 7-1249,3-7 2515,2 2 0,-8-10 0,-1-1 0</inkml:trace>
  <inkml:trace contextRef="#ctx0" brushRef="#br0" timeOffset="4725">11140 2520 23209,'0'-7'2549,"0"1"-1894,0 6-90,4-64-1272,-3 38 897,1-12 1,0 1 458,-1 16-442,0 3 135,0 4-225,0 4-36,2 4 208,2 3 771,2 3-701,3 6-111,4 3-59,3 8-91,3 5-19,1 6-58,0 3-243,0 3-989,-2 2 850,-1 2 134,-3 1 20,2 15 117,-8-14 28,0 11 41,-7-20 69,-4-4 45,-3-4 81,-4-6 106,-3-5 99,-3-4 63,-1-5-56,0-2-57,-2-5-140,2-3 720,-1-7-924,1-4-139,0-4-133,1-4-114,2-3-25,3-2 65,3-1 136,3 0-224,3 0 415,6 3 107,2 1-102,6 3 50,3 2-21,15-4-26,-4 10-1223,12-2 1072,-6 11-91,2 5-119,3 1 73,-1 2-557,17 7 148,-14-1-347,13 8-700,-19-2-734,1 3 2504,1 4 0,-16-9 0,-2 0 0</inkml:trace>
  <inkml:trace contextRef="#ctx0" brushRef="#br0" timeOffset="5082">11752 2712 26608,'17'-47'43,"1"1"1,-3 3-1,0 8-43,0 15 0,1-1 0,1-1 0,0-1 0,1-2 0,-1-3 0,1-1 0,0-4 0,1-3 0,-2-4 79,1-4-2,-2-3-1545,-1-3 1471,-2-1-1,-4-1 0,-2 1 0,-4 1 0,-1 3-79,-4 5 1,-2 6 6,-2 7 103,-3 6 832,0 6-833,0 5 631,0 4-537,2 4 506,0 2-380,0 3 1541,0 3-1106,-1 5-121,-1 7 79,-1 7-131,0 7-112,0 8-1507,0 6 1300,1 7-123,0 4-400,1 5 132,2 3 28,4-31 1,0 0 24,1 1 0,0-1-1,0 1 1,1 0-2985,0 30 2898,4-2-5,3-2-223,4-5 159,4-2-180,3-4-158,-2-17 0,1-2-335,8 12-408,10 5-736,-14-26-6645,-3-7 8869,-5-6 0,-7-4 0,-3-3 0</inkml:trace>
  <inkml:trace contextRef="#ctx0" brushRef="#br0" timeOffset="5260">12054 2416 25220,'-44'-35'382,"0"0"0,4 3 0,5 5-180,11 9 64,3 0-61,2 2-43,6 1-85,4 3-4371,4 1 4043,3 2 1606,3 0-1293,4 1 1047,3-1-495,6 2 179,4-1 44,5 2-46,5 1-118,4 0-235,4 1-166,1 0-927,1 0 707,22-5 0,-33 5 0,12-2 0</inkml:trace>
  <inkml:trace contextRef="#ctx0" brushRef="#br0" timeOffset="5790">13314 2155 18401,'11'-43'617,"-1"-1"0,0 5 1,-3 6 483,-4 11-739,-1 5 1651,-7 1-2049,-1 8 298,-7 1 1103,-10 11-425,1 3 264,-8 5-29,5 3-112,0 2-177,0 3 161,2 1-1909,2 1 1163,4 0-1062,3 0 237,7 0-144,3 5-36,7-7-194,5 4-56,4-11 396,5-2 219,2-3 295,4-1 159,1-4 302,2-2 203,0-2 356,-1-3 312,7-8-287,-10-2-338,2-4-251,-14 2-357,-2-2-309,-5 1-233,-1-1 2703,-9-7-3297,0 7-111,-8-5 2101,-6 5-1308,4 5 345,-6 0 263,7 9 398,0 2 224,1 2-540,0 4-291,1 3 0,0 6 0,-3 16 0,3 12-4403,-1 20-5276,7-10 9378,3-6 0,3-29 0,1-6 0</inkml:trace>
  <inkml:trace contextRef="#ctx0" brushRef="#br0" timeOffset="6072">13268 2639 28042,'3'-8'993,"-1"2"-886,-2 6 923,0 0-862,-22 9 148,24 0-654,-13 8 359,35-4-161,4-4 272,1-4 30,-7-3-125,-6-4 88,-9-2-105,-3-2 316,-2-3-418,-2 0 8,-2-3-168,-3 0-110,-3 0 41,-4-2-26,-8-5-24,3 4 207,-6-3-10,3 5-27,7 5-430,-3 0 696,7 6 1,5 0 0,0 2 0</inkml:trace>
  <inkml:trace contextRef="#ctx0" brushRef="#br0" timeOffset="6622">4350 3897 12821,'-55'2'-8,"0"0"1,0 0 0,0-1 0,5 1 0,-1 0 0,2 0 0,1-1 441,-8 1 1,1 0 0,1 0-346,6 0 1,1 0-1,0 0 124,-3 0 0,1 0 0,4-1 47,-1 1 1,6-1 249,-12 0 1475,36-2-1638,12-1 899,16-2-988,15-3 33,15-1 0,7 0-160,-4 2 1,2 0-55,-1 0 0,4-1 0,3 1 22,0 1 0,3 0 1,1 1-1,-1-1-348,-8 1 0,-2 0 1,1 0-1,2 0 284,3 0 1,1 1 0,3-1 0,0 0 0,2 0 19,-4 0 0,3 0 0,0 1 0,0-1 0,-1 0 0,-1 1-331,1-1 1,-3 1 0,1 0 0,0 0 0,3-1 296,3 1 0,1-1 1,2 0-1,2 0 1,0 0-1,0 0-127,-6 0 0,1 1 1,0 0-1,0-1 0,2 1 1,0-1-1,0 1 139,-2 0 1,-1-1 0,1 1-1,1 0 1,0-1 0,2 1-1,1-1 1,2 1-16,-9 0 1,3-1 0,1 1 0,1 0 0,1-1 0,0 1 0,0 0 0,0-1-1,-1 1 1,-2 0 0,0 0-9,3-1 0,0 1 0,-1 0 0,-1-1 0,0 1 0,-1 0 0,1 0 0,-1-1 0,1 1 0,1 0 1,0-1-1,0 1 1,0 0 0,0-1-1,0 1 1,-2 0-1,-1 0 1,-2 0-2,4-1 1,-3 1 0,-1 0-1,0 0 1,-1 0 0,0 0-1,2 0 0,0-1 1,1 1 0,0 0-1,0 0 1,1-1 0,-1 1-1,0 0 0,2 0 1,0 0 0,0 0-1,0-1 1,0 1 0,0 0 0,0 0-5,0 0 1,0 0-1,-1 0 1,0 0 0,2 0-1,2 0 1,2 0 0,-12 0 1,1 1-1,2 0 1,1-1 0,0 1-1,2-1 1,0 1 0,0-1-1,0 1 1,0 0 0,0-1-4,1 1 0,0 0 0,0 0 0,0 0 0,1 0 0,0-1 0,0 1 0,1 0 0,0 0 0,2 0 0,0 0-1,-6 0 0,1 1 0,2-1 0,0 0 0,1 0 0,0 0 0,1 1 0,-1-1 0,0 0 0,0 1 0,-1-1 0,-1 0 0,-2 1 0,-1-1-3,5 1 0,-1-1 0,-1 1 0,-1 0 0,-1-1 0,0 1 0,-1 0 0,0 0 0,0-1 0,-1 1 0,0 0-3,9 0 1,-2 0 0,0 0 0,0 0 0,-1 1 0,0-1 0,-1 0 0,0 1 0,-1-1-42,3 1 0,-1 0 0,0 0 1,-1 0-1,0 0 0,-2 0 0,-1 1 1,-2-1-115,4 1 0,-3-1 1,-2 1-1,0 1 0,1-1 1,2 0-552,-1 0 0,3 0 1,1 1-1,-1-1 1,-1 0-1,-3 1 1,-5 0-1749,7 1 0,-5 0 1,-4 1-1,0-1 2422,7 1 1,-2 0 0,-6 0 0,-5 0 0,-8-1 0,6 1 0</inkml:trace>
  <inkml:trace contextRef="#ctx0" brushRef="#br0" timeOffset="37444">16775 2502 16277,'-43'-7'470,"-1"1"1,5 1 0,8 0 2269,20 1-2482,5 2 1385,4-3-1609,6 1-12,6-2-5,8 0-6,6-1-5,9-1-12,7 0-5,9 0 273,9 0-335,-26 4 1,1 1-52,3-1 1,0 1-70,2 0 0,1 1-57,1-1 1,0 2-149,0-1 1,0 1-253,-1 0 0,-1 1-717,-1-1 1,-1 1 1366,2 1 0,-3-1 0,2 0 0,-4 2 0</inkml:trace>
  <inkml:trace contextRef="#ctx0" brushRef="#br0" timeOffset="37871">17065 2509 20951,'-4'0'3221,"1"0"-549,3 0-2666,-22 5 5,17 9 0,-17 9-5,22 8-1,-2 3-5,-1 3-22,-7 23-3409,2-12 3391,2-16 1,-1 2-124,-1 2 1,1-2-1897,-6 23 1846,5-20 0,0 1-2004,-3 16 1618,0 1 11,0-2 48,1-6 120,0-3-28,-6 3 2075,4-16-1548,-10 6 89,9-23 89,-2-2 85,6-10 55,2-1 1746,2-5-1745,1-1 3764,1-12-3797,2 3-24,1-7-3418,2 4 3352,2 0-1448,1-1 1391,2 1-378,0 2 306,0 1-12,0 2-55,0 1 2512,3 1-2575,1 3 1990,4 2-1984,6 3-16,-3 3-12,4 0-16,-4 2-6,3 0 576,15-1-649,-5 0-22,13-2-252,7 0-398,7-4-44,1 0-1359,-2-2-2389,-17 1 4565,4 0 0,-21 2 0,-1 0 0</inkml:trace>
  <inkml:trace contextRef="#ctx0" brushRef="#br0" timeOffset="38312">17725 3263 28037,'37'-38'48,"-1"0"1,-2 3-1,-3 4-20,-1 3 6,2-3-5661,0-2 5650,-1-3 10,-1-5 1053,-3-3-1055,-10 7 0,-2-2-15,-4 7 1,-1 0-162,3-11 1,-2-2 152,-4 13 1,-2 1 13,3-30-17,-6 23 0,0 2 51,-2-14 2582,-3-4-2638,-7 25 359,-3 13-359,0 3 0,2 11 0,2 7 0,0 4 0,-2 6 0,-3 5 0,-8 22 0,4-5 1505,-6 19-1505,12-20 0,1 0-3149,-4 24 3149,6-20 0,1 2 0,2 2 0,3 0-744,0 3 0,2 0 744,1 0 0,2-1-199,1-3 0,2-2 165,9 15-151,5-3-115,-1-17 1,4 0-329,4-2 1,1-2-187,0 1 0,1-2-253,1-6 1,1-4 1066,16 5 0,-22-14 0,-1-2 0</inkml:trace>
  <inkml:trace contextRef="#ctx0" brushRef="#br0" timeOffset="38503">17826 3046 24907,'10'-40'-138,"0"0"0,1 3 0,4 10-232,21 22-470,-4 2 0,2 1-1440,21-2 1423,-12 2 1,-2 0 0,-8 1 0,-1 0 0</inkml:trace>
  <inkml:trace contextRef="#ctx0" brushRef="#br0" timeOffset="39287">19984 2916 21689,'23'-57'991,"1"1"0,-2 5 1,-7 8-543,-16 18 51,-4 5-91,-11 1-291,1 9 21,-9 2-15,-8 11-3405,5 5 3337,-11 6-2217,9 5 2205,1 3-182,0 4 166,1 3 12,-5 19-35,10-10-10,-1 13-1,15-14 12,3 0-6,15 16-6,19 1-488,6-2 494,-10-28 0,2-4 838,21 4-855,5-3 6,4-4-6,3-4 6,0-4 11,0-5-800,-1-2 800,-3-5 11,-3-4 17,-5-5 240,-6-4-229,-6-3 0,-5-2 17,-5-2 17,-5-3 11,-3 0 33,-4 0-21,-3 0 986,-4 0-975,-2 1 2654,-3-6-2593,-9 2-1371,-1 3 1270,-9 9 363,0 9-379,-2 4-18,-3 1-5,-3 3 6,-2 4-12,-2 1 6,-10 12-28,11-3 6,-5 8-6,14 4 5,9-4-10,1 6 3391,11-8-3375,3 0-22,4-1 11,5-2-11,5-2-11,14 2 5,-4-6 28,27 1-5,-23-8-12,13-2 12,-18-5-1,0-4-5,-4-3 17,-3-2-11,-3-3 10,-3-2 35,-1-11-6,-6-6-17,-2 0-12,-7 2 12,-2 10-5,-4 1-1,-2 2 1,-1 1 10,-6-1-33,3 6 11,-3 0-16,6 8-1,-1 2 6,0 2-17,0 3 6,0 3-28,-1 3-28,1 4-45,1 2-95,2 3-113,3 1-206,2 1-303,5 2-3276,13 12 3257,3-5 0,-1-4 0,-4-11 0</inkml:trace>
  <inkml:trace contextRef="#ctx0" brushRef="#br0" timeOffset="39875">21092 2990 22828,'0'-3'2425,"0"0"-442,0 3-1961,-16 5 6,9 7-16,-14 7 4,7 18 1,2-7-6,-3 8-11,5-12-16,-3 8 27,4-9 0,-1 4 39,6-14-38,0-2-1,1-4 118,1-4-12,1-2 12,1-2-23,0-6-38,0-2 60,4-15-55,0 3-17,4-11 17,0 4-11,0-2 5,3-2 11,0-1-22,2 0-5,0 1-12,0 1-21,8-6-18,-5 11 0,5-3 0,-6 14 0,0 2 0,0 4 0,1 2 0,-1 3 0,1 1-13,0 4 13,0 1 6,0 4-12,0 2 12,-1 4 1,0 2-7,-1 2 0,-1 2 0,-1 1 0,-3 1-13,1 10 2,-4-8 17,-1 7-23,-4-12 17,0-2 0,-1-2 6,0-3 16,-2-3-15,0-2-7,-2-3 0,0-1 0,-1-2 0,0-4 0,-1-1 0,0-5 0,1-2 0,0-5 0,1-3 0,2-2 0,0-4 0,2-1 0,2-4 0,2 1 0,2-1 0,5 2 0,1 0 0,3 4 0,0 2 0,3 5 0,0 3 0,2 4 0,1 4 0,0 3 0,1 3-3392,-1 4 3392,1 4-351,0 6 351,-1 4 0,-1 3 0,2 3 0,-3 3 0,0 1-57,-2 2-55,-3 1-62,0 1-89,-2-1-112,-1 1-185,1 0-341,0-1-567,0 1-3636,1-2-4351,-1-4 9455,-2-4 0,-5-10 0,-2-5 0</inkml:trace>
  <inkml:trace contextRef="#ctx0" brushRef="#br0" timeOffset="40364">22021 3105 17674,'22'-47'632,"0"1"1,-4 6 0,-2 8 2156,-5 14-2626,-6 11 1350,-1 4-1423,-1 6-62,1 4-6,0 8 23,1 5-34,0 5 56,1 21-33,-1-7-9,-3-1 0,0 0 332,-1 12-346,0-16 1,-1 0-7,-2 16 7,-1 3-7,-2 1 1457,-1 2-1462,-2-2 0,3-18 0,-1-1 5,-1 14 7,1-17 0,0-2-12,1-6 0,0-1 622,1-18-622,2-4 1772,0-7-1772,0-5 0,0-9-3392,1-7 3392,0-8-1412,1-7 1412,0-9-1801,1-6 1801,0 25 0,1-1 0,1-1 0,0-1-133,0-1 1,2 0 132,0-1 0,1 0 0,1 1 0,0 0 0,1 0 0,1 0 0,0 1 0,1 1 0,1 1 0,0 0 0,1 1 0,1 0 0,-1 2 0,1 1 0,12-28 0,0 5 0,0 5 0,-2 6 0,0 6 0,-3 8 0,-1 5 1670,3 3-1670,-3 10 1309,3 10-1309,-6 8 0,-4 11 0,-4 4 0,-4 5 0,-2 8 0,-1 4 0,-4 4 0,-3 2 0,-1-13 0,-2 1-1770,-7 17 1770,4-19 0,-1-2-1517,-9 9 1517,-4-5-341,-3-3 341,-4-6 0,-1-3 0,0-6 0,2-4 1335,3-5-1542,-2-2 1595,8-10-2822,5-10 134,14-2-1012,13-8 1935,10 1 1,-13 16 0,-1 1 0</inkml:trace>
  <inkml:trace contextRef="#ctx0" brushRef="#br0" timeOffset="41470">23088 2842 17907,'-1'-40'276,"0"1"1,1 2-1,-4 10-136,-6 19-28,-3 3 1125,-1 2-1164,-5 1-6,-2 3-5,-4 4 1135,-16 11-1152,9 1 2112,-12 7-2124,4 5-33,7 6 23,2-1 3157,13-1-3163,12-10 0,4-3 683,6 8-650,10-2 12,15 2-17,15-8-28,-3-9-6,3-6-1738,-12-4 1744,-1-5 22,10-5 6,-3-10 28,4-8-34,-14 3 6,-9-1-12,-9 9 6,-3 0 1,-2 2-12,-2 1 28,-1 1-6,-3 4 1710,-4 2-1754,-2 4-6,-4 4 17,-3 6-12,1 0-10,-2 7 10,0 5-5,5-3 0,-1 6-11,6 2 11,3-5-5,3 13-1,4-14 6,5 5-11,1-8 22,9 2 0,4-3-5,0-2-1,-2-6-5,-6-5-11,-2-2 11,6-6 11,-5-1-5,5-6-6,-2-7 22,2-7 12,5-14-23,-1-6-3386,-5 8 3386,-2 3 6,-5 13-10,0 1-7,5-4 0,-5 8 0,6-2 0,-1 7 0,-4 5 3392,5 1-3392,-5 5 0,0 1 0,0 3 0,0 1 0,6 10 0,-1 11 0,2 17 0,-4 10 0,-8 7-506,-4-12 506,-3-3 0,4-6 0,4-3 0,7 5 0,6-12-3225,-2-11 3225,1-7 0,-5-7 339,0-4-339,8-7 0,-4-2 0,6-9 0,0-11 0,-6 2 0,4-13-1651,-2-13 1651,-6 12 0,3-17 0,-7 20 0,-2 0 0,-2 3 0,-3 4 0,-3 4-276,-1 4 276,-1 5 1562,-1 4-1562,-1 5 3211,0 2-3211,-1 4 0,0 2 0,1 2 546,-1 0-546,-2 5 0,-7 10 0,-1 4 0,-5 9 0,3-1 0,1 4-313,0 1 313,1 1 0,2 1 0,3 0 0,2-1 0,4-1 0,8 10 0,9 0 0,14 5 0,0-14-399,5-8 399,-8-14 0,2-2 0,1-4 0,1-2 0,11-9-2956,-8-2 2956,8-10 0,-14-2 0,0-4 0,-1-5-269,-2-5 269,-1-3 0,-2-5 0,0-2 0,-3 0 0,-7 15 0,-1 0 0,4-12 0,1-8 0,-9 24 0,-2 4 0,-1 4 0,-2 3 0,1 3 3122,-2 2-3122,0 3 0,0 1 0,0 1 815,0 3-815,0-1 0,0 9 0,0 10 0,0 4 0,0 10 0,3 13-3392,0-6 3392,3 14 0,7 4-2269,-1-13 2269,4 12-222,-3-18 222,-3-2 0,-3-2 0,-3-2 0,-7-2 0,-6-2 0,-26 7-477,6-18 1,-2-1 102,-1 1 1,-2-2 373,-11-2 0,4-2 0,5-3 0,0 0 0</inkml:trace>
  <inkml:trace contextRef="#ctx0" brushRef="#br0" timeOffset="43013">26180 2891 21836,'20'-59'879,"0"-1"1,-2 7-1,-5 7-414,-13 11-118,-8 8-89,-5 5-96,-6 6-39,-7 6-50,-2 4 17,-21 6-45,9 6-2354,-16 7 2343,15 5-6,1 4-6,2 5-11,3 4 12,4 2-2316,5 2 2304,5 1 0,5-1 906,4 0-912,5-1-5,3-2 17,4-3-17,5-2 6,4-3 11,7-3-6,5-3-6,4-4 12,4-4 0,2-5 22,2-1-1716,-2-7 1750,-1-4 665,-2-5-654,-2-5 0,-3-3-23,-1-5 7,-4-2-7,0-4 6,-2-1-5,-1-2 0,-2 0 1773,0 0-1802,-3 2 29,0 2-1,-3 4 77,-1 5-71,-1 5-16,-1 5-18,-3 5 3101,1 3-3106,-2 2 37,0 10-54,-1 1-5,0 12-6,-2-1 6,0 4-12,-1 1 6,0 2 0,0 0-11,2 1 628,0 0-633,1 0-24,1 0-4,4 1-7,3-2-22,4 1-27,7-1-7,2-2-172,6-3 133,3-4-16,4-3-146,17-5 207,-10-6 34,11-5 27,-15-7 12,11-15 40,-12 2-1432,7-11 1448,-17 5 11,-2-2 17,-2-1-11,-2-3 95,5-14-78,-9 11 16,4-11 0,-10 18 6,-4 3 0,-3 2-11,-2 3-34,-5 3-5,-2 4-12,-8 3-10,-3 5-7,-6 2 18,-5 7 5,-3 3-17,-4 6 28,0 4-22,0 5-6,2 1-761,3 4 794,4 1-44,4 2 0,5 1 12,4-1-68,7 0 50,3-2 6,7-1-11,5-2 0,6-1-333,7-3 333,4-3 0,4-3 44,3-5-38,2-3 10,1-4 1,0-4 0,0-5-1,-2-5 6,0-5 12,-3-4-23,-1-3 22,-3-5-5,-2-2 0,-3-7-23,-1-3 29,-3-8-1,-1-5-1581,0-6 1570,-9 27 1,1 1-1,0-2 0,-1 0 0,1-1 0,0 1-3,-1 1 1,1 0-111,7-29 147,-1 7 6,-2 6 27,-1 9-60,-4 9-18,-2 7 0,-2 7 554,-2 5-554,-1 4 471,0 4-471,0 2 3271,-2 6-3271,-5 13 0,-2 5 0,-6 14-3144,0-1 3144,-2 7 0,-1 5-215,0 5 215,1 6-404,9-28 0,1 0 404,-1 1 0,2 1 0,-1-1 0,2 2-9,-1 12 0,1 2-103,2-13 0,1 1-56,0 10 0,1-2-274,7 14-130,4-3-116,7-5-231,4-6-297,3-7-396,3-6-842,1-7-1405,-1-8-5349,11-7 7825,-12-9 1383,5-9 0,-13-8 0,-2-6 2755,-2-5 432,-1-4-112,-1-4-459,1-3 1047,7-21-4133,-5 14 1551,5-12-1128,-7 23 831,-2 3-545,-1 6 293,-3 4 1132,-1 5-1328,-1 4 2039,-2 2-2258,-1 6 2801,-2 0-2924,0 7 1282,0 3-1276,0 5 0,-1 4 0,-1 5 0,-2 4 5,-1 3 7,-1 2-1,0 2-3173,-2 1 3185,-1-1-23,-1 1 5,0-1 29,-6 9 0,0-4-23,-1-2 11,3-11 34,7-12 23,0-5 38,3-2 12,0-2 3481,-1-7-3526,1-3 12,0-8-18,3-3-71,1-4-7,1-4 0,3-4 0,3-3 0,4-1-1719,4 0 1719,2 1-2822,2 2 2822,1 3 0,8-6 0,-8 13 0,3-3 0,-10 13 0,-2 3 1149,-2 3-1149,-1 2 3392,0 2-3392,1 6 0,0 3 0,1 8 0,1 18 0,-3-2 0,2 14 0,-5 14-3119,-2-11 3119,-3-15 0,0 0 0,-2 15 0,-2 1 0,-2 2 0,-2 1 0,0-12 0,-1 1-808,1-9 1,0 0 807,-4 9 0,-2 0 0,-9 14 0,-4-5 0,-4-4 0,-1-8 0,-18 0-1824,14-16 1756,-13-1-1065,9-17-104,12-8-1844,-4-7 3046,13-7 0,11 8 0,1-1 0</inkml:trace>
  <inkml:trace contextRef="#ctx0" brushRef="#br0" timeOffset="43283">27539 2526 23819,'-5'-4'1339,"2"1"526,3 3-2184,-23-32-314,19 28-790,-14-22-8408,33 43 8235,-4-5 0,1 0 0,-8-8 0</inkml:trace>
  <inkml:trace contextRef="#ctx0" brushRef="#br0" timeOffset="43984">27817 2875 21159,'-6'-2'2767,"1"0"-1249,5 2-1378,-25 29-39,19-17 11,-16 22-6,26-26 34,4-1 17,0-1 11,2-1 0,1-2 6,2-1-12,1-2-39,1-2 12,1-2-40,1-4-11,2-2 5,-3-1 7,2-2-7,-4-2-10,0-1-18,-2-3-16,-1-1 11,-3 0-6,0-1-5,-4 3 34,0-4-35,-3 8 18,0-1 28,-4 8-74,-1 4-4,-3 1-12,-8 5 5,2 2-10,-7 5-12,-5 10 34,-2 6-3398,1 3 3386,3 1 1,12-8-12,1 1 1,3 8-12,3-6-17,4 6-83,12-1-1,2-9-55,12 6-79,-1-10-90,3-3-581,4-1 295,2-4-453,1-2-1394,1-4 2475,6-1 0,-21-2 0,0 0 0</inkml:trace>
  <inkml:trace contextRef="#ctx0" brushRef="#br0" timeOffset="46540">28612 2907 20571,'7'-49'959,"-1"1"1,0 4 0,-2 8-316,-5 16-135,-1 5-150,-2 4-124,-1 5-112,-1 2-72,-1 3-17,-1 3 27,-11 11-21,1 1 4,-9 11-3402,4-3 3380,-1 4-149,-8 14 127,8-8 5,-5 11 6,14-13-11,3 1-28,4 12-5,4-12-34,5 10-23,4-16-45,7-3-50,6-2-17,6-3-139,20 1 50,12-9-2055,1 0 2245,1-11 62,-17-3 2183,-1-7-2133,-2-2 154,-2-3-41,4-10 156,-8-3-79,-3 0 23,-14 5 230,-9 5 3330,-3 4-3443,-4 0-125,-1 8-149,-2 4-17,0 3-16,0 1-17,0 1 5,0 1-5,-2 4-11,3 2-1,0 0 1,2-2-6,1-2 11,2 0 6,3 0 0,4-1 11,3 0 11,5-3 17,16-1-34,-4-4-444,13-3 456,-11-3 10,0-3-4,-1-1 10,-3-3-3235,-2-1 3252,-3 0-290,-5-3 318,-3 2 118,-3-8-112,-5 8 280,-2-4-303,-6 10 3217,-2 2-3234,-3 1 1,-2 4-29,-1 0-5,-2 4-11,-2 1-22,-2 3 507,-12 9-469,-6 9-27,-2 3 5,4 5-22,12-7 0,3 3 5,5-1-5,3 0-6,4 10-61,5 1-62,12 7 28,3-9-39,12-5-303,16-5-3196,-5-7 3370,16 0-5,-10-9-159,1-3-39,18-7 220,-5-10 229,-3-2-1228,-14-7 1290,-18 5 50,-4-3 12,-2 0 2726,-3-1-2636,-2 2-18,-2 1 470,0-3-234,-3 4 1723,-1 2-1992,-3 7-45,-2 7-45,-1 1-56,0 2 17,0 7 11,0 2 6,0 8 6,0 3 21,0 15-16,-1-5-961,-1 11 944,0-12-11,-1 0 34,1 9-17,0-9 11,1 6-23,3-8 23,4-6 79,1-4 904,3-9-949,0-11 39,7-13-51,8-12 23,10-19-40,-15 20 1,0-2-1170,1-1 1,0 1 1157,11-16 28,-4 9-16,-3 12-23,-4 9-11,4 2-11,-6 16 5,-2 12 1,-3 4 5,0 4 5,-3-4-10,0 0 5,1 1 17,0-1 2288,10 6-2300,-1-7 12,9 4-28,14-8 11,-8-7-769,15 0 769,-16-9 0,1-5-3141,-3-4 3125,1-7 38,9-17-581,-21 11 0,-2-2 562,1-1 0,-2-1-156,-1-3 1,-3-2 169,-1-9 0,-1 0-6,-2 7 0,-1-2-19,3-11 1,-1-1 21,-3 13 0,0 1 5,-1 1 1,1-1 39,3-8 0,-1 1 36,6-17-3,-6 20 1,0 3 13,-3 4-32,1 1 2325,-8 20-2399,0 5 1587,-1 3-1587,-2 21 0,-5 17 0,2-3 0,-1 3-115,-1-4 1,1 1 114,0 2 0,-1 2 0,0 6 0,1-1 0,1-9 0,1 1 0,-1 11 0,1 0-2341,1 18 2306,2-1-102,5-20 0,3 1-1031,4 0 1,1 0 878,2-2 1,1-1-107,3-3 1,1-4-867,10 6-903,0-5 2164,12-1 0,-22-17 0,6 0 0</inkml:trace>
  <inkml:trace contextRef="#ctx0" brushRef="#br0" timeOffset="46732">30458 2635 24532,'40'-26'8,"0"1"1,0-1-1,15-9 1,-5 9-15,0 25-5,-2 0-2992,-2 1 2897,-2 0-803,-3 1 321,-4 1 184,-4 2-4828,-6 2 4976,-6 0 1,-11-2 0,-4 0-1</inkml:trace>
  <inkml:trace contextRef="#ctx0" brushRef="#br0" timeOffset="49117">27851 3029 11001,'38'-42'898,"0"-1"0,-3 4 0,-8 5 1899,-15 14-2170,-4-1-84,-1 2-67,-2 1 1740,-3-9-1902,-1 7-34,-1-4 864,-1 8-948,-2 2-34,-2 1-28,-1 3 3176,-2 2-3259,-2 2-18,-2 3-55,-2 1 33,-1 1 6,-4 5 513,-2 1-491,-15 15-28,7-2-11,-10 10-291,12-5 302,0 2-16,2 0 10,1 2-16,3-1 6,2-1 5,3 0 0,3-2 0,3-2-6,3-1 6,3-1 0,2-3-11,2-1 22,2-3-11,2 0 45,6-1-28,-2-3 27,4-1 410,1-5-382,-1-1 7,5-3-6,-2-3-12,3-4 23,1-2 6,1-2-3376,0-2 3393,0-1-1,-1-3 0,-2 0 118,6-12-112,-7 8 6,4-9-17,-8 13 33,0 0-27,-2 5-1,-2 2-43,1 3-63,-4 4 0,0 2 0,-3 2 3392,-2 1-3392,1 2 0,0 2 0,-1 4 0,2 4 0,0 2 0,3 13 0,0-3 0,2 9 0,9 8-466,11 7-178,5 2-536,-11-24 0,1-1-3744,18 11-4907,0-3 9017,-4-6 0,-18-13 0,-6-6 0</inkml:trace>
  <inkml:trace contextRef="#ctx0" brushRef="#br0" timeOffset="53251">3433 5232 22651,'-36'45'541,"-1"1"1,3-5-1,10-4 1321,21-10-2134,1-3 1310,3-2-1228,4-3 37,11 2-206,1-8 91,7 1 401,-1-10-471,15-6 218,-6-4-1216,13-6 1369,-10-6 179,1-5 564,1-3-340,-1-6-280,-1-1-722,-3-5 542,-3-1-73,-5-2-33,-7-1-96,-6-2-62,-6 0-41,-5-3 242,-6 1-948,-5-1 911,-5 3 8,-6 3-4,0 5 5,-3 4 2404,-1 6-2387,1 6 32,0 7 31,0 5 70,1 5 8,0 7 50,1 3 35,-1 8 53,1 6 42,0 6-36,2 5-570,1 6 476,2 5-29,2 4-183,3 3-26,4 5-31,2 1-26,4 2 7,2 2 104,2-17 0,2 1 6,-1-11 1,1 0 6,2 9 0,2-1 78,8 13 0,2-20 0,2 0 6,14 13-322,-7-18 0,1-3 316,23 2 17,8-6-12,-25-14 1,1-2-1,2-1 1,1-3-3,3 0 0,1-3 16,0-2 1,1-2-15,1-2 1,0-2 5,1-2 0,-1-2 0,0-1 1,-1-2-12,-1-1 0,0-2 8,-2 0 1,0-1-1,-3-1 0,-1-1 82,-1 0 0,-2-1-84,-2 0 0,-1-1 2,-3-1 0,-1 0-667,-2-1 0,-2-1 673,-3 0 0,-1-3 8,2-14 1,-1-3-278,-7 11 1,-1-2 251,2-12 1,-2-1 7,-5 14 1,-3 0-1,1-16 1,-2-1 8,0 14 0,0 1-9,-1-11 1,0 1 17,-4-11-1,-1 8 12,-4 7-6,0 7 905,-2 7-905,0 7-1309,0 8 1292,0 5 1206,0 7-1200,-1 4 1203,0 7-1215,-3 7 1,0 7 0,-4 7-6,0 5 5,-2 7-470,2 6 465,1 6 11,0 7 0,11-28 1,-1 1 802,2 2 0,0 0-812,1 0 1,2 1-6,0 1 1,1 0-10,1 0 1,0-1 5,3 1 1,1-1 2,1 0 1,0-2-4,4 0 0,1-1-16,12 27 5,6-5-5,3-7-12,4-7 1,4-6-32,-10-15 1,1-2-20,16 3-17,15 0 0,-19-15 6,-1-6 5,-2-5 1,-2-6-249,-2-6 304,-5-4 748,-2-2-709,-5-1 1,-3-3 974,-3 1-963,-1-1 11,-4 1 5,-2 0 12,-3 3 0,-2 1 11,-2 4 0,-2 3 5,0 3-5,-2 3 340,-1 2-351,-1 2-17,1 1 16,-1 2 598,2 2-642,0 0-11,0 1 17,2 1-12,-1 2 12,0 2-6,1 1-12,-1 2 18,1 1 0,0 0-12,0 0 17,0-1-16,1-1 5,1-1 0,0-1-12,1-1 18,-1-1 0,1-1 5,-2-1 0,1-1 17,-1 0-6,1 0 6,0 0 12,0-3-24,1 0-4,0-2-12,1 0 11,3-2-11,-3 2 0,3-1-6,-1 3 6,-1 0 11,1 1 1,-2 0-12,0 1 0,-1 0-12,0 0 24,-1 0-7,0 1 124,-1 0-95,-1-2-23,0 0 6,-1-1-1,-4-1-21,2 3-1,-3-2 6,2 1-5,1 1 27,-2 1-22,1 0-11,-1 0 22,1 1-11,1 0 6,-1 3-51,1-1 34,-1 1 11,0 1 16,1 0-10,1 1 0,-1 1-12,1 0 6,1 1 0,0 1-6,1 1 18,0-1-18,0 0 6,2 0 0,1-1 6,2-1-6,1-1 0,2-1 5,0-1-27,9-2 39,-4 0-17,8-2 16,-5-3-10,2-3 5,2-4 12,0-3-7,1-2 18,8-10-12,-8 5 29,3-6-12,-14 7-5,-2 0 5,-5-1 17,-7-9-28,-2 7 5,-7-8-49,-1 12 32,-2 0-4,-1 6 4,-1 1 40,-10 5-39,6 4 34,-19 11-40,17 1 0,-8 8-11,12-2 11,3 3-11,2 0 0,3 2 11,4 1-33,2 14 22,4-6-6,1 9-16,4-10 16,3-1-5,4 0-6,1-1 6,4-2-28,2 0-39,3-3-12,3 0-128,18 2 66,-5-8-16,13-2-11,-10-10-674,0-6 685,-1-4 17,-1-5-11,-4-6 72,-3-2 34,-4-3 39,-2-2 73,0-15-22,-7 7 11,0-13 5,-8 11 1,-2-1-68,0 1 90,-2 2 6,2 3 21,-2 5 7,-1 3-6,0 5-3140,-3 4 3123,1 4 6,-2 2-85,1 4-5,-1 2 6,0 4 493,0 4-483,0 5-4,0 5-7,-1 4-5,0 6 11,-3 2-5,0 3-6,-2 2 0,0 2-6,2 0 6,-1 0-1337,2-1 1337,1 0-36,1 11 36,2-13 0,1 5 2726,4-14-2703,-2-12-1,1-2 17,-2-9 1,1-5 1978,0-4-1985,1-5-21,0-7 10,2-3 6,0-5 0,-1-2 17,4-19 11,3-7-281,0 0 242,0 5 5,-2 18-16,0 6 16,4-4-16,-3 11-6,3 1-17,0 10 6,2 4 0,1 4-1,1 5 7,-5 4-1,2 5-5,5 14 11,-6-3 0,3 10-3068,-9-8 3068,-2 0-214,-3 0 203,-2 8 11,-1-11-6,-1 4 17,0-13 6,-1-1 6,1-7 3296,-1-1-3240,1-5 297,0-10-354,0 1-16,1-9-1,1 1 12,1 0-11,1-2 5,1 0 6,1-1-12,2-1 12,3-8-17,-1 8 11,7-9-16,-6 15 5,3-2 0,-4 8-12,5 1 7,-3 3-1,4 1-3386,-3 2 3387,-1 4-12,9 6-11,3 7 17,0 1 5,-1 3-2279,-7-5 2257,-1 0-710,1 1 682,-1-3 1506,1 0-1562,1-2-280,9 1 179,-5-5-39,8 0 2367,4-7-2300,-8-2 67,8-4 57,-11-3 38,-3-3 1465,2-8-1403,-7 3 17,0-6 17,-8 7 690,-2 0-656,-1 2 197,0-1-159,-1 2 12,-1 1-6,0 1 6,-1 3 89,0 2-150,0 4-46,0 0-33,-1 2-6,-1 2 0,-3 7-5,0 1 5,-1 6-11,1-3 17,2 1 16,1 4-27,2-4 0,2 1-12,2-5 17,3-4 0,1 0 1,2-3-1,3-2 28,1-1 0,3-4-5,0-2 16,8-13-33,-6 3 11,3-8 11,-4-5-16,-6 4-443,0-10 471,-6 7-34,-2 0 5,-3-12 17,-2 3 0,-1 3-5,-7 4-6,2 19-6,-9 1-9,7 7-26,-6 5 444,3 3-437,-1 6 30,-9 16-24,0 10 0,-1 3 0,4 3 0,6 5-658,6-11 653,1 13-1,4-15-5,3 1-178,8 14 144,3-13 6,11 8-3140,2-18 3117,6-5-5,3-4-594,5-7 589,3-5 21,2-7 18,-1-6 10,0-5 5,-15-1 1,0-5 33,-1-2 1,-2-3-11,0 1 0,-2-3 24,0-8 1,-5-1 8,1-5 57,0-11-46,-9 21-5,-3 3 111,1 4-84,1-3-38,-3 9-17,2-1 2877,-4 10-2888,-1 2 892,0 2-909,-1 2 620,1 1-620,-1 3 6,2 4 5,1 4 5,1 6-5,-1 4 56,2 29-50,-3-16-811,-1 20 800,-3-24-12,0 0-501,0-2 524,1-2-12,2-2-11,1-2 17,0-5-5,1 0 10,-2-8 23,0 0 823,1-8-851,-2-1 557,2-4-557,0-4 0,3-2 0,1-4 0,2-2 0,7-10 0,-2 4 0,4-5 0,1 1 0,1 4 0,-2 2 0,-2 7 0,-7 8 0,-1 3 0,2 1 0,-1 1 0,1 3 0,1 2 0,7 8 0,-4-2 0,6 4 0,-5-5 0,2 0 0,14 1 0,-4-4 0,26 0 0,-19-5-786,13-3 786,-15-4 0,2-3 0,-2-4 0,1-3 0,-1-4 0,-3-3 0,-2-3 0,-4-5-3132,-3-4 3132,-2-6 0,-5-4-559,-5 5 0,-1-3 559,-3 9 0,0 0 0,2-13 0,-2-1 0,-1 13 0,-1 2 0,0 0 0,0 0-162,2-27 162,-1 8 0,-2 7 0,-1 7 0,-2 8 419,-1 5-419,-5 1 2705,1 10-2705,0 2 1754,2 8-1754,2 2 320,-1 6-320,1 3 0,-2 7 0,0 6 0,0 6 0,0 6 0,0 6 0,2-5 0,0 2-1001,-1 23 1001,2-4 0,0 1 0,1-20 0,1-2 0,0 13 0,1 0 0,0-14 0,2-2 0,0 1 0,2 0 0,0 0 0,2-1 0,0 1 0,0-1 0,12 28 0,2-4-46,0-5-481,0-7-318,-4-6-695,-2-7-2281,-4-7-5964,-6-8 9785,-2-4 0,-3-7 0,-1-3 0</inkml:trace>
  <inkml:trace contextRef="#ctx0" brushRef="#br0" timeOffset="53675">8040 5211 21740,'38'-40'0,"-1"1"0,-2 3 0,-2 8 560,2 23-582,2-1-6,2 1-11,1-2 11,0 2 0,1-2 5,-3 0 894,0-2-888,-2 0 17,-1-2-22,11-8 28,-15 5-1,6-6 917,-18 0-872,-11 6 1,-1-4 1531,-9 7-1504,-1 2 1280,-3 0-1252,-2 1 529,-1 0-512,0 2 23,-2 0 5,0 2 0,1 0-28,-1 1 0,2 1-26,1 1-97,2 0 0,2 1 0,0 1 0,2 2 0,-1 3 0,1 4 0,0 4 0,1 2 0,2 5 0,3 2 0,3 3 0,14 16 0,-2-7-283,9 11 283,7 0 0,-8-11 0,10 8-559,-11-15 559,0-1 0,-2-2 0,5 7 0,-11-10 0,1 4 0,-12-12-23,-4-1 133,-2-1-401,-5 0-241,-3-1-381,-6-1-510,-5-2-812,-4-2-1170,-2-3-830,0-1-509,2-4-229,4 0 5033,4-2 1,7 1 0,3 2 0</inkml:trace>
  <inkml:trace contextRef="#ctx0" brushRef="#br0" timeOffset="53799">8714 5237 15642,'0'-11'7617,"0"2"-6491,0 9-269,-1-66-140,1 41-645,0-14 1,-1 3 420,1 21 10,-1 5-262,-1 3-41,0 5-133,-1 3-11,-2 5-11,-1 7 5,-4 7 1,-4 6-18,-3 6-10,-4 6-18,-3 4-1446,-2 4 1200,-2 5-829,1 3 1070,11-21 0,2-1 0,-2 2 0,1 0 0</inkml:trace>
  <inkml:trace contextRef="#ctx0" brushRef="#br0" timeOffset="59091">10534 5307 15393,'21'-44'1282,"0"0"1,0 0 0,9-17-1,-9 9-441,-18 15 371,-4 1-114,-12-7-365,-11 4-279,-19 0-274,2 16-34,-5 12-23,11 10-28,-4 7-22,8 4 0,0 2-3943,-18 12 3895,17-8 0,-1 4 6,1 3 0,3 3 263,1 3 1,1 1-289,1-1 0,2 1-4,6-1 1,4-1-3,4 8 6,4-1 11,9-3 5,6-4 152,20 5-95,16-8-23,-10-14 0,1-2-802,-4-5 0,0-3 768,3-3 1,-1-3 33,17-9-11,2-7-3,-17 2 0,1-1-14,16-14-3,-20 11 0,-3-1 20,5-11 164,-6-1-97,-3-16-56,-10 14 0,-2-11-22,-11 21-1,-2 2 12,-2 5-6,-1 4 82,-5 1-116,-2 8 1576,-3 6-1581,-5 18 0,2 2 11,-2 11 0,6-2-5,-1 2-12,2 3 6,2 2 3333,1 16-3333,4-13 172,1 11-172,5-17-11,2 0 16,3 0-3436,7 8 3386,-2-10-1560,5 3 1554,-5-15-38,6-4 55,-3-7 23,4-3 5,5-19 18,-4-2-7,9-13-5,-7 1 6,2-4 5,-1-2 1384,2-1-1400,8-14-12,-2 6 22,-2 0-346,-6 14 341,-14 18 5,-2 3-5,-3 6 3124,-1 1-3129,-2 6 233,1 9-228,-1 12-2834,0 3 2823,-2 5 11,0-5-6,0 1 1,0 12-12,0-9 6,0 6-2258,2-13 2269,1-4-345,2-4 362,0-5 2137,5-3-2098,-2-4-11,4-5-12,-1-5-5,2-6-5,3-5-1,2-4 12,10-12-18,-7 6 3138,7-8-3115,-4 1-34,-6 9 7,3-4-1,-9 12 771,0 4-782,-3 2-5,-1 4-23,0 2 17,-1 3-6,0 2-28,3 10 11,3 8 12,0 4-6,2 4-11,-4-4-12,2 1-94,11 11-130,8 0 51,5 0-1064,4-6 936,-5-12-35,4-3-22,3-5 28,4-3 34,2-3 72,2-7 85,-1-2 84,-1-7 97,-19 2 1,0-2-2992,11-9 3112,5-9 28,-24 8-217,-6-1 251,-3-1-6,-3-2 22,-3 0 12,-1 0 218,-1-12-1758,-3 12 1545,0-7 2338,-8 10-2405,-1 10-45,-6-1-28,0 11 260,-5 3-277,-4 6 0,-4 4 34,-21 17-44,9-1-7,-13 10-10,8 7-166,7 2 143,4 11-11,16-15 0,13-5 3304,14-9-3304,10-7 5,17-5-16,-2-12-730,5-11 758,-9-7 11,2-5 81,-9 2 0,0-2-58,14-15-281,-16 12 0,1-3 308,-2-5 0,-3-1 17,10-20-1367,-10 16 0,-3-1 1361,4-18-5,-2-2-235,-2 1 241,-3 1-26,-4 21 0,-1 0 75,1-15 24,3-7-12,-9 27 359,-1 8-370,-2 5 2631,0 7-2708,0 5-52,0 3 1097,-2 8-1097,-2 5 232,-2 11-232,-2 6 0,-2 11-409,0-4 1,-2 5 408,-2 8 0,-2 3-990,2-5 0,0 3 1,0-1 941,-4 14 0,1-1-42,0 0 1,2 1-316,7-17 0,1 1 0,1-2-564,-1 8 0,1 0-3947,0 12 1,1-2 4469,4-23 1,1-5 0,0 4-1,0-16 1</inkml:trace>
  <inkml:trace contextRef="#ctx0" brushRef="#br0" timeOffset="62775">14691 4691 17275,'-42'-24'160,"1"-1"1,3 3-1,5 13 2205,4 62-2292,7-3-17,2 5 0,2 3 106,7-17 0,1 1-137,-4 17 0,1 2-11,4-14 0,0-1-11,1 3 0,0 0-1,1 0 1,0 0-20,0 0 1,1-1-1,1 0 0,1 1-34,0-5 1,0 3 0,1-2-34,0 7 0,-1 0-4,2-8 0,-2 1 1,2-2-132,-1 3 1,-1-3-107,1-1 0,-2 1-104,0-3 1,-1 1-48,0-4 0,-2 0 78,-1-3 1,-1-2-114,-12 22 327,-2-12 1274,-2-15-804,-8-16-118,8-14 6,-5-15 33,12-10 17,2-10 0,5-8-182,3-9 149,4-8-116,5 29 1,1-1-4,2-1 1,1-1-14,1-1 0,3-1 22,9-15 0,2 0-600,-4 13 0,2 2 533,7-12 0,1 2-3,-5 18 0,0 3-249,0 0 0,2 2 232,-1 1 1,1 2 5,24-21-17,-13 16 0,1 1-3,-8 7 1,1 0 5,6-4 0,2 1-6,1 1 1,0 2 765,4-1 1,1 1-745,12-7 1,0 1 14,-11 6 0,-1 1-9,-3 1 1,-1 0 19,-6 2 0,-2 0 22,11-5 440,2-3-104,-22 14 2980,-11 5-2906,-4 3 841,-17 12-1094,-1 1-11,-10 10-33,1-3-40,0 5-39,-1 0-2790,1 2 2740,1 3-2030,3-1 2007,4 2 0,1 13-11,7-11 6,2 8-1,6-15 7,3-4-1,11 2 39,9-7-22,1-2 23,3-8 2439,5-12-2423,-8-2-5,8-9 66,-3-13-49,-10 4 3048,4-11-3049,-13 8 1,-3-2 78,-5-16 50,-5-1-118,-3 0 12,-5 7-17,-1 17 0,-1 4 0,0 3-17,1 4 34,-5 1-56,-1 5-67,3 2-23,3 4 0,7 6-22,1 3-12,2 3-33,-1 3-61,3 3-516,9 10-812,9 5-935,14 7 973,-2-10-553,2-6-874,-6-11-1260,2-2 3302,5-4 0,-16-2 0,-1-1 0</inkml:trace>
  <inkml:trace contextRef="#ctx0" brushRef="#br0" timeOffset="63075">15468 5096 22328,'6'-43'524,"0"-1"1,-1 7-1,0 6-283,0 14-34,0 7 1717,-1 2-1817,0 2 593,0 2-700,5 2 373,0 4-373,5 5 1218,8 15-1218,-4 1 0,19 28-3200,-15-14 3200,4 12 0,-11-12-2332,-4 0 2332,-5 0 0,-3 1-73,-10-4 0,-3-1 73,-4 5 0,-3-7 0,-3-3 0,-1-14 0,-6-2 0,12-12 0,2-6 0,3-5 0,3-7 0,2-4 0,4-23 0,5 7 701,3 1 1,2 0-702,8-9 0,1 6 0,3 0 1153,0 9 1,0 1-1154,1 0 0,0 2 0,0 3 0,1 3 0,21-11 87,4 10-421,-18 12 1,0 2-798,17 2-1827,-6 12 2958,-9 5 0,-16-2 0,-1-1 0</inkml:trace>
  <inkml:trace contextRef="#ctx0" brushRef="#br0" timeOffset="64868">17936 4960 15490,'0'-7'3905,"0"2"-1766,0 5-1315,-5-68-5257,0 41 4704,1-14 1,-2 3 204,-4 18 1265,-1 2-1389,-3 4-55,-2 3-78,-2 4-34,-1 3-17,-4 3-22,-3 5 5,-3 5 781,-4 6-803,-2 6-247,-2 5 196,-1 4 2375,1 4-2413,1 3-756,2 4 755,3 0-17,3 1 1,6 0-6,5-3-12,8-1 6,3-4 1,8-2 4,5-5-347,6-3 353,6-4 12,5-4-6,3-5 16,3-6 68,16-6-44,-10-6-7,11-8-2532,-2-15 2538,-12 4-11,7-13 58,-17 8-30,-2-3 11,-4-1 6,-2-2 5,-4 0 17,-2 3 0,-2 2 17,-2 3-16,-2 4 4,-1 5-27,-1 4 0,-1 5-66,0 4 463,0 3-498,0 3 259,-2 6-259,-1 3 0,-2 7 0,0 4 0,0 3 0,-2 16 0,2-7 3238,1 10-3238,3-11 0,1-1 0,4 0 0,3-2-2927,5-2 2927,4-2-484,6-4 394,3-1-2169,6-4 2085,4-3-27,3-4-1,3-3 28,3-6 46,3-4 1087,0-6-1010,-1-4 23,-2-2-327,-5-4 372,-4-1-1,-5-2 57,0-14-22,-10 8 10,1-11 1,-11 11 5,-2-1 6,-3 0 2485,0-1-2480,-2 0 12,-2 1-12,0 3 6,-2 2 0,-2 4-5,-1 4-7,-4 3 1,1 4 1532,-6 2-1560,4 6 1222,-5 1-1262,5 6 7,0 5-7,-1 5 6,0 4 2,1 4-13,1 4 0,1 20 0,4 8 0,3 3 0,5-2 0,5-16-315,2 0 315,2-3 0,2 0 0,1-4 0,1-1 0,2-4 0,1 0 0,9 4 0,-9-7 0,6 3 0,-14-10 0,-4-4-6,-4-1 6,-2-4 0,-9-1-11,-3-2-17,-9-1-40,-4-1-273,-23-2-6,7 1-253,-15-2-363,14-2-846,0-3-5036,2-4 6023,-4-6 0,20 7 0,2-1 0</inkml:trace>
  <inkml:trace contextRef="#ctx0" brushRef="#br0" timeOffset="66558">18981 4867 14844,'4'-5'5270,"-1"2"-1117,-3 3-3710,33-62-62,-25 40-205,10-13 1,-4 2 420,-17 20-334,-3 3 107,-2 0-197,-2 4-33,-1 1-28,-1 3-17,-2 0-33,-1 5 0,-2 2-1,-3 5-10,0 4 517,-13 15-540,9-5-17,-10 13-6,13-8-5,0 4-11,-1 16-11,8-10 11,0 12-57,16-1 12,7-13-22,8 8-17,8-19-17,6-3-45,4-3-39,5-5-45,2-3-541,2-5 496,1-3 1,-2-3-79,12-9 269,-4-8 100,-3-5 6,-11-3 73,-9-3 107,-3-4-79,-3 1 39,-8 3 11,-8 10 509,-2 3-291,-2-1-83,-5 7-168,0 1-34,-5 6 6,-1 5 78,-9 7-100,3 0-3410,-7 5 3382,9-4-23,-1 5-23,8-5 6,-1 2-5,7-5 5,3-2 12,2-2-12,5-1 17,4-2-11,3-2-1,3-2 1,3-2 0,2-5 3403,0-2-3358,12-11-12,-2-8-11,-2-2 6,-6-3-6,-13 8 6,-2-1 22,0-13-16,-6 2-12,-1 2-3357,-8 4 3318,-2 18 0,-5 1 0,0 9 0,-2 3 0,-1 1-2269,-3 4 2269,-1 1 0,-10 13 0,5-2 2269,-6 10-2269,9-5 0,2 4 0,-3 14 0,5 5 0,3 12 0,15-1 0,18-3 0,4-15 2295,13-7-2390,-5-13-40,5-3-10,3-4-397,2-4 413,1-2 57,0-4 27,10-9 39,-3-8 1,-5-3-636,-10-4 653,-16 5 4,-2-1 12,-2 0-5,-2-1 10,-2 1 1,-3 1 972,2-7-910,-3 4-52,0 2 392,-4 7-408,-3 10 729,0 2-729,-1 1-6,-3 13-16,-1 0 5,-3 13 12,-2 0-7,-2 2-4,-4 16-336,3-10 329,0 9 7,6-6-12,3-10-6,1 5 0,3-13 1,3 0 16,6 3-5,0-6 22,5-1 5,-5-10-10,0-3 351,5-12-352,-4 0 12,6-10 11,-5 2-23,-1-3-3407,1-1 3385,0-3-2269,0 0 2269,0-1-29,-1 1 29,1 2 0,0 2 0,1 4 0,0 3 2254,0 5-2254,4 2 3371,4 5-3371,7 9 0,-4 2 0,2 8 0,-7-1 0,1 1 30,-1 2-80,1 1-40,0 0 0,1 1-3453,2-1 3302,4 1-106,3-1-725,6-1 489,2-1-316,3-1-810,20-1 813,-15-6 123,13-2 89,-20-6 124,-3-4 207,-3-3 3155,-4-4-2841,-3-4 861,-3-2-564,-3-4 375,-3-2 432,4-13-477,-8 5-841,2-8 774,-10 10-23,-2 1-33,-1 2-50,-5 1-56,-2 2-46,-3 3 169,-10-3-292,1 9-50,-9-2-22,2 11-29,-5 2-10,-3 4-7,-4 4-2902,0 5 2875,0 5-28,2 5-409,5 3 392,5 2 502,5 2-480,3 14-28,8-11 6,2 10 6,8-16 0,2-2-12,10 3-28,0-9 29,7 2 5,-1-12-6,3-3-5,3-3 2724,3-6-2713,3-4 11,1-6 17,2-4-22,-1-3-2590,-1-5 2595,-1-2 3,-11 3 0,1-4-971,-1-4 0,0-3 954,1-1 1,-2 0-418,-2-3 0,-1 0 420,-5 9 0,-2 1-547,1-2 0,-1 0 555,0 1 1,-1 0 13,-1 1 0,-1 0 1231,4-26-1169,-5 7 135,-4-4-74,-4 20-10,-4-1 1685,-6 21-1787,2 8 1250,-4 5-1266,3 8 0,0 8-5,-2 6-12,0 8 0,0 6 2238,0 5-2238,2 4 0,1 3 0,5-11 0,2 2 0,-2 20 0,3-18 0,1 0 0,1 17 0,0 1 0,3-2 0,3-3 0,6-4 0,7-4 0,5-5 0,6-4-7,4-6-21,4-4 22,1-6-5,1-6-6,-3-7 12,0-3 218,-2-9-218,-2-4 10,-1-7-5,-2-4-246,0-5 251,-2-2-829,-1-2 835,-2-2 0,-2-1 955,-3 1-943,-4 0-688,-1 3 665,-4 2 0,-2 4 0,-2 3 236,-2 7-236,-3 2 910,-1 4-910,-1 4 0,0 1 0,-2 7 0,-1 1 0,-1 7 0,0-1 0,0 2 757,2 2-757,0 1 0,2 2 0,4 11 0,0-6-164,6 7-217,0-9-263,2-1-280,0-1-543,1-3-1788,3-1 3255,3-2 0,-9-7 0,1-2 0</inkml:trace>
  <inkml:trace contextRef="#ctx0" brushRef="#br0" timeOffset="66741">21825 4601 24831,'-41'-25'-1277,"10"12"458,40 43-2049,1 3 2125,3 6 1,-7-19 0,1 1-1</inkml:trace>
  <inkml:trace contextRef="#ctx0" brushRef="#br0" timeOffset="67474">22189 4857 23360,'0'-7'2902,"0"1"-2247,0 6 868,0 0-1501,-12-23 6,6 31 0,-11-14-11,10 38-6,0 1-5,2 1 5,1-1 0,1 1-11,2-2 12,0 0-12,1-3 0,2-3 11,1 1 0,1-11 6,2 1 16,0-12-20,1-3-13,2-4 0,2-4 0,2-5 0,2-5 0,1-3 0,3-3 0,0-3 0,2-2 0,0-2 0,0 0 0,0 1 0,-1 3 0,0 2 0,-2 4 0,0 2 0,-1 4 0,-1 4 0,5 3 0,-5 4 0,4 3 0,-6 5 0,-1 4 0,0 3 0,-2 4 0,0 1 0,-2 3-41,0 2-31,0 1-24,1 1-49,3 1-62,4 0-51,4 0-78,5-1 6,5-1-3494,5-2 3326,5-1 11,4-3-74,4-2-2150,3-3 2359,2-4-1114,0-3 1348,-3-4-458,-3-5 638,-7-6 78,-5-5 61,-8-5 40,-5-3 17,-6-3 855,-5-2-816,-4-2-6,-2-1 34,-4 1-11,-2 0-12,-3 3 1602,-4 3-1686,-5 3-56,-4 5-61,-3 5-28,-5 4-23,-1 3-5,-4 6-17,0 3 0,-1 8-11,1 4-6,2 6 1896,1 2-1902,4 5 6,2 1-1442,5 1 1442,2 0-11,5-2 901,3-1-890,3-2 0,2-2 6,3-3-6,3-4-2031,3-4 2048,3-4 90,9-6-56,-4-5-12,10-6-5,-7-6 5,2-3 12,0-4-1,2-2 1,-2-1 2290,0 0-2171,4-7-181,-8 10 0,1-3 0,-11 12 0,-3 4 0,-3 3 0,-1 3 0,-1 6 0,-3 4 0,-2 9 0,-3 9 0,-7 30 0,4-5 1315,2-16 1,1 2-1316,-3 22-537,5-28 0,0 1 537,1 1 0,0 1 0,0 2 0,1 0 0,0 2 0,1 1 0,0 0 0,0 1 0,1 0 0,0 1 0,0 1 0,0 0 0,0 0 0,-1 0 0,1-2 0,-1 3 0,-2 12 0,-2 3 0,-4-3 0,-1-1-359,0-1 0,-2-3-271,-4-7 0,-2-5-2081,-15 5 2711,-12-5 0,23-20 0,-2-3 0</inkml:trace>
  <inkml:trace contextRef="#ctx0" brushRef="#br0" timeOffset="68126">25409 4817 23326,'-6'-44'605,"0"0"0,0 4 0,-2 8-202,-10 14-89,-3 5-79,-2 6-62,-3 4-27,-1 6-5462,0 3 5372,-1 7-298,2 6 253,1 3 176,1 5-176,3 3 0,0 3 0,3 1-11,-1 16-80,8 2 108,5 10-22,18-10-18,4-18 24,8-9 16,-5-16 28,1-3 2250,10-6-2211,-8-5 1845,8-6-1761,-1-18 1575,-8 3-1547,11-28-118,-16 17-2778,1-15 2756,-9 12 34,-1-17-2436,-4 16 2402,1-10 28,-6 18-27,-6 11-57,-2 5-6,-5 11-5,1 7-11,-1 3 22,-2 4-22,-1 4 1998,-5 12-2160,3 7-46,4 1-223,7 2-409,14-8-735,6-2-3308,10 1-4807,3-5 9208,1-4 1,-12-8-1,-5-4 1</inkml:trace>
  <inkml:trace contextRef="#ctx0" brushRef="#br0" timeOffset="68450">25842 4642 23909,'-3'-4'2190,"0"0"-471,3 4-1752,-14 20 38,15 1-5,-9 20 0,19 0 3,-5-11 0,0 3-712,-1 4 0,0 2 684,0 11 0,-2 1-754,-2-10 1,-2-1 767,-1-1 0,-2-2-17,-12 24 39,2-21 11,-6 2 720,2-27-552,2-19-2738,1-6 2632,7-19-17,6-2 380,7-7-296,11-22-70,-3 27 0,3 0 300,4-8 1,3 0-382,2 3 0,1 4-289,-5 7 1,-1 3 247,20-14-54,-14 18 2802,1 4-3496,15 3-2788,-9 6 2485,15 2-3849,4 12-4448,-14-1 9389,7 5 0,-31-5 0,-6-3 0</inkml:trace>
  <inkml:trace contextRef="#ctx0" brushRef="#br0" timeOffset="68935">26904 5080 24936,'0'-44'479,"1"-1"1,-1 4 0,1 5-172,-1 8-39,1-1-56,-1 2-40,1 0 498,-3-7-671,-5 5 0,-9 0 0,-4 13 0,-7 10-3851,-1 7 3851,-5 6 0,-7 7 576,-5 5-576,10 0 0,0 2 0,-17 12 0,19-11 0,1 3 0,7 0 0,3 1-363,-8 13 363,1 14 0,19-18 0,6-2 0,7-2 0,4-4 0,19 3 0,10-9 0,19-5 2229,-7-15-2229,-1-11 0,-13-6 0,-1-6 0,1-4 0,-2-6 26,-9 4 0,-1-2-26,10-19 0,-11 15 0,-2-3-967,0-7 0,-3-1 967,-3 9 0,0-2 0,5-14 0,-2 0-584,-3 12 0,-2 1 584,1-1 0,0-1 0,-1 0 0,0 0 0,0 2 0,-1-1-37,2-9 0,0 1 37,-4 14 0,-1 1 0,2-12 0,-1 4 0,-3 5 222,-1 2-222,-4 22 2290,0 5-2290,0 5 1725,-1 3-1725,-1 6 958,-2 6-958,-2 9 0,-7 32 0,1-4-1569,4-12 1,-1 2 1568,2-5 0,1 0 0,-1 3 0,1 1-743,-1 3 1,0 0 742,1 1 0,0 2-621,1-2 1,-1 3 0,2-3 620,-1 8 0,0 0 0,2-8 0,0 3 0,0-3-622,1 3 0,2-2 622,1-1 0,3 0 86,-1-1 0,3 0-366,3-4 0,1 0-98,1-3 1,2-1-99,1-3 0,3-1-1048,8 3 0,2-1-1993,16 7 3517,-12-16 0,-2-4 0,-5-9 0,-2-3 0</inkml:trace>
  <inkml:trace contextRef="#ctx0" brushRef="#br0" timeOffset="69484">27483 5197 16204,'0'-47'687,"1"0"0,-1 4 1,-2 7 2325,-3 17-2604,0 3 1616,-4-1-1829,5 6 803,-2 1-943,4 6 3398,0 2-3432,2 1-22,0 7 11,2 5-16,1 3 10,4 1 18,1-4-23,4 1 5,2-2-10,3 0 10,2-2 12,2-2 5,2-2 6,1-2-39,-1-3 39,0-3 6,-3-3 5,-1-4-4,5-13-35,-8 3 0,2-9 0,-8 6 0,-4-1 0,-1 0 0,-3 0 0,0-7 0,-3 10 0,-2-5 0,-3 12 0,-1 3 0,-2 4 0,0 1 0,-3 4 0,-1 2 0,-2 3 0,-3 3 0,-12 12 0,5 1 0,-7 8 0,11-2 0,2 3 0,3 1 0,2 3 0,5 1 0,3 1 0,4 14 0,9 2 0,9 11-1549,14-7 1549,-2-16 0,4-7 0,-10-15 0,0-3 0,7-5 0,-8-4 0,5-5 0,-2-12 0,-7 0 0,6-10 0,-9 4 0,-1-4 0,-1-3 1549,0-1-1549,7-18 0,-4 12 0,5-10 0,-5 17-719,1 3 719,0 5-290,0 4 290,-2 4 0,2 3 0,-2 3 0,0 3 0,8 4 0,4 9 0,1 0 0,2 9 416,-4-2-416,-1 3 0,3 2 0,-1 4 0,2 0 0,0 5-253,0 0-794,1 4-1334,0 1-7450,-4-2 9249,-3-5 0,-11-14 0,-4-7 0</inkml:trace>
  <inkml:trace contextRef="#ctx0" brushRef="#br0" timeOffset="70219">29756 5064 27090,'4'-5'331,"0"-1"-247,1-2-28,1 0-17,2 0-11,1-1 6,0 0-18,1 1 18,-2 0 0,1 3-23,-2 0 17,-1 1-17,-2 2 0,0 0-16,-2 2-1,0 0 23,-2 3-12,0-1-10,0 3 10,0-2-10,0-1 10,0 1-16,1-2 11,-1 2-45,2-3-22,-1 0-39,0 0-96,1 0-201,0 0-398,0-1-935,2-1-6811,0-1 7699,0 0 0,-1 2 0,-2-1 0</inkml:trace>
  <inkml:trace contextRef="#ctx0" brushRef="#br0" timeOffset="71835">29769 5059 24942,'31'-42'706,"-6"5"-561,-23 21-50,1-3-33,-2-2-12,2-3-10,0-3-7,0-2-10,3-5-12,1-3 0,2-4-11,3-3-2131,2-5 2131,5-3 0,1-3-5,2-1 16,1 0-5,-1 2 5,-1 5 11,-3 6-11,-2 7 922,-3 6-928,-4 8-5,-2 5 491,-3 7-530,-2 4 216,-1 3-228,0 3 1521,-1 5-1465,0 5 18,0 8-1,-3 8 29,-1 10-1,-6 8-2706,-2 10 2690,4-24 0,0 2-6,0 1 0,-1 2-542,0 1 1,0 0 538,0 1 1,-1 0-4,1 1 1,0-1-615,1 0 0,-1 0 611,1-1 1,0 0-6,0 0 0,0-1 0,1-2 0,0 1 0,1-2 0,0-1-307,-3 26 304,2-6-11,3-8 12,2-7-1,0-7 11,2-9 34,0-6 1831,0-6-1753,0-5 1124,3-3-1157,0-7 1757,5-4-1818,3-8-12,3-4 5,3-4-115,3-4 105,2-2 5,2 0-12,1-3 7,2 1-12,1-1 0,3 4 0,0 0-5,1 6 5,-3 3-11,-1 5 0,-4 4 6,-3 4-12,-4 5-5,-2 2 11,-1 2-50,-3 4 38,1 1-4,-1 6-12,1 2 28,-2 2-23,1 3 709,-1 1-821,4 11-279,2 2 61,0 0-140,2-4-145,-4-11-1250,11 2-453,4-5 1254,1-3 286,-2-6 309,-10-6 307,-4-3 605,1-10 145,-6 1 202,0-7 130,-7 5 33,-1 0-101,-1 1-101,-1-1-112,-1 1-112,-1 1-101,-2 1-50,-1 1-56,1 3-45,-2 2-62,2 1-38,-1 3-57,1 0-34,0 3-5,1-1-39,0 3-6,1 1 1,0 3 32,1 2-38,1 0-17,0 2 16,1 1-38,2-1 33,1 0 5,5-1 1,2 0-23,4-1 28,4-2-11,4-2 0,4-1-5,2-2 10,3-1 1,-1-3 0,-1-2-540,-1-3 551,-3-2 0,-2-3 5,-2-3 34,-2-2-39,-2-3 0,-3-3 5,-1-2-256,-4-2 257,-1 1 10,-3 1 1,-1 1 5,-2 2 12,-2 4-7,0 3 1,-3 2-17,0 4 0,-5 2-5,-1 4-12,-3 0 34,-2 3-23,-3 2-5,-3 3 5,-1 3-16,-2 4-1,1 4-2776,0 3 2771,1 2-377,2 4 389,3 1-12,-1 14 16,9-7-38,0 9-28,10-12-46,6 1 2069,5-2-2231,8 0-89,5-1-639,25 7 180,-5-9 251,-14-10 0,1-2-789,21 1-135,4-3-134,0-4-319,0-3-409,-5-2 78,-6-4 521,-5-3-1383,-8-3 3455,-6-5-536,-8-2 1757,-3-3-424,-5-1 738,-3-4-168,0 0-269,-2-1-273,-1 0-247,-2-1 1655,-2 2-1908,-1 0-73,-1 3-72,-3 1 1429,-2 5-1569,-4 1 1465,-10 2-1595,1 5-77,-9 1-34,4 5-45,-1 2-34,0 2-11,0 4-16,3 3-12,1 2-6,3 2-10,2 1 974,0 11-980,7-6 5,0 6-2965,6-9 2966,1-3 71,2 0-71,2-3-7,3-1 12,2-2 6,2-3 5,1-2 6,2-2 0,2-3 5,2-4-11,-1-1 29,12-12-24,-8 2 24,7-6 4,-10 4 18,-1-2 5,-2 1 0,-2-1 3471,3-3-3476,-6 6 27,1-1 79,-3 7-78,-5 6-57,2 0-16,-4 5-17,1 4 11,1 4 6,1 15-22,0-2 5,2 10-17,2 6-34,4 4-16,0-2-50,2-3-35,-1-15-72,2 1-134,3-4-118,3 0-112,4-3-62,0-3-672,12-5 757,-12-5 128,7-6 207,-15-5 152,-2-4 100,-2-3 45,-2-2 264,0-17-46,-3 6 91,0-12 503,-2-6 90,-1 1-515,-1 1 279,-2 2-453,-2 24 124,-2-5-276,1 15-55,-2 1-22,1 6-29,0 7-16,0 2-1,0 8 12,3-1-17,1 3 11,4 1-11,4 1-17,7 1 23,5 0 11,17 5 0,-5-7-12,12 2-5,-10-9-22,1-3-12,2-2-27,0-2-35,-4-2-49,-4 0-62,-6-3-157,-6-2-1109,-5-6-12,-8-1-1797,0-5-6240,-5 4 9522,0 2 0,0 3 0,0 3 0</inkml:trace>
  <inkml:trace contextRef="#ctx0" brushRef="#br0" timeOffset="72124">32336 5001 22526,'-6'2'3002,"0"0"-2347,6-2 1552,0 0-2146,-9 0 6,8 0-11,-7 0 41,10 0-97,4 0 0,-3 0 0,4 1 0,-4-1 0,-2 0-606,1 0-352,-6 1-834,1 1-5619,-3 0 7411,1 0 0,2-1 0,0 0 0</inkml:trace>
  <inkml:trace contextRef="#ctx0" brushRef="#br0" timeOffset="72631">32233 4804 22165,'17'-46'564,"1"0"0,-1 4 0,-2 5 973,-1 8-1201,0 5 252,1-2-375,-5 10 375,0 1-403,-7 11 83,-2 2-285,-3 8 28,-1 3 12,-3 9 671,-2 3-660,-8 18-17,-4 10-3409,0 2 3403,0 1-39,6-16-659,2 3 519,2-1-219,2 1-408,4 1-885,2 1-8151,7 12 8615,0-18 1,1-2 0,-4-25 0</inkml:trace>
  <inkml:trace contextRef="#ctx0" brushRef="#br0" timeOffset="73067">32432 4807 27712,'17'-27'36,"0"-1"1,10-13-15,-27 51 6,2 3-11,0 3 0,2 1-17,0 2 0,4-1 0,1 0-17,3-1-11,14 6-6,-4-7-619,12 3 625,-6-9-6,1-4 17,0-2 17,-1-3 0,-2-2 12,-1-3 4,-3-3-4,-2-4-1,-2-1 28,-1-4 23,-1-2 10,0-3-3159,-2-3 3182,0-1 11,-1-2 50,-1 3 6,0 1-43,-4 4-119,-1 4 0,-2 4 0,-3 3 3171,-2 7-3171,-4 7 0,-3 9 0,-4 7 279,-4 7-279,-2 6 0,-5 7 0,-1 2 0,8-13 0,0 0-1524,-11 20 0,1 1 1524,9-18 0,2 0 0,-1 2 0,1 1-483,0 3 1,0 1 167,1 1 1,-1 1-772,2 2 0,0 1 699,-2 9 0,2-3 0,-1 5 0,1-1 0</inkml:trace>
  <inkml:trace contextRef="#ctx0" brushRef="#br0" timeOffset="74127">3285 7227 22425,'-33'-53'1167,"0"-1"0,3 5 0,5 13-910,14 28-94,2 4-68,2 4 6,0 6-23,-1 5 17,0 9-5,-2 6 16,0 8-630,-1 3 580,0 4-12,0 3-32,3 1-1,1 0 0,3-2 6,2-1-12,3-4 12,3-3-6,4-6 1,6-5 16,4-6-23,6-7 6,4-6-5,5-5 5,3-6-404,2-5 387,0-7 1,-1-4 5,-2-4 22,-4-2 0,-3-3 6,-7-1-5,-4-2 22,-7 1-137,-5 1 148,-6-1 5,-5 1-5,-6 0 6,-5 1 11,-3 1 16,-4 2 12,0 2 11,0 3-22,0 3-349,2 5 315,1 4 350,3 5-378,-5 6-22,6 5-1,-2 7-5,8 5-11,0 3 6,4 2-18,0 3-10,5 0-23,0 1-62,5-1-95,4 0-168,6-1-235,4-1-392,5-2-717,3-2-2156,4-2 3881,5-1 0,-23-10 0,-2-3 0</inkml:trace>
  <inkml:trace contextRef="#ctx0" brushRef="#br0" timeOffset="74434">3697 7095 27454,'35'2'20,"0"1"0,24 7-20,-39 20-6,-2 2-532,-3 2 543,-1 2-5,-4 3-11,-2 21 0,-4-12-313,-3-16 1,-2 0 312,-6 15-489,-6-3 511,-4-2-5,-2-7 27,-1-7 1,1-10-366,2-8 377,1-10 11,5-11 39,3-8 23,4-11 28,3-7 10,6-7-21,4-5-1413,7-6 1378,5-3-64,-9 27 1,1 1-11,1-1 0,1 1-26,1 0 0,0 0 0,1 1 0,1 0 0,8-8 0,0 2 0,-5 8 0,0 3 0,6-7 0,-1 4 0,11-2-2,-2 7-345,-1 8-342,-1 5-683,-2 5-1854,0 7 3226,2 6 0,-15-3 0,-2 2 0</inkml:trace>
  <inkml:trace contextRef="#ctx0" brushRef="#br0" timeOffset="75482">5718 7666 25057,'-3'0'1076,"1"0"16,2 0-857,13-65-1335,1 33 1175,-2-10 1,4-1 47,10 5-11,4-3-45,2 1-27,2-3-7,0 0-10,0-1-7,-2-2 7,-2-2-1,-3-2-22,-3-3 17,-3-1 0,-4-2-6,-4 0-1874,-4-3 1874,-5-1 6,-3-1-6,-4 0 0,-1 3 531,-6 4-536,-1 6 5,-1 7-5,-1 9-6,1 7-12,1 8-4,0 8 10,0 4-16,-1 6 22,-1 6 0,-4 7 0,-12 23 0,4-3 189,-8 19-192,17-19 0,2 4 464,1 8 0,0 2-453,0 0 0,2 1-600,2 5 0,2-2 586,3-12 1,2-1 5,0 2 0,1 0-6,1 0 1,1-1-1,1 0 0,2-2-2,1-1 0,2 0-9,1-4 0,3 1-28,8 7 0,5-1-278,5-5 0,2-2 278,1 0 1,3-4-199,1-7 0,0-5 148,24-5-17,2-5 61,-30-8 1,0-1-14,0-2 0,0-2 13,-1-3 1,0-2 8,-2 0 0,0-4 11,9-8 0,-1-4 34,-2-2 0,-2-3 2,-1 1 1,-3-1 2,-4 0 1,-5 1 19,1-13-11,-3 0 5,-3 2 28,-4 3 6,-2 1 697,-4 5-597,-5-5-88,-4 14 10,-6 1 12,-2 14-23,-4 5-11,-2 3 0,-3 6-17,-16 14-11,7 2-17,-10 11 0,12-3-5,2 2-23,-3 13 12,6 3 5,3-1 1304,10-7-1298,7-14 0,2-2 675,4 2-670,5-4 1017,6-3-1016,1-9 10,3-10 12,-4-5-18,3-6 18,10-14-17,-4 2 0,8-9 16,-8 6-10,-1 0-3393,-1-1 3398,-3 1-2263,-3 1 2258,-2 1-341,-3 3 363,-2 3 29,-2 1-74,-3 7 2097,-1 3-2097,-8 10 0,0 5 0,-5 7 0,-10 16 0,5-4 3136,-8 13-3136,4 4 0,6-9 773,1 10-773,8-3 0,7-3 0,9 6-3392,3-16 3392,6-7-990,-2-11 990,2-4-623,1-3 623,1-2 0,13-9 0,-8 1 0,7-8 0,-4-7 0,-9 3 2437,4-6-2437,-10 6 1296,-4-2-1296,-2-2 0,-2-1 1067,-1-15-1067,-2-1 0,1-12 0,0 15-428,0 5 428,0 12 195,2 1-195,0 3 0,1 1 0,6 0 0,-3 5 0,6 1-3247,-4 6 3247,1 2 0,2 1 0,0 5-1976,1 2 1976,1 6-497,-1 4 497,-1 4-1352,-3 1 1352,-1 3 1352,0 11-1352,-2 5 0,-2-2 1807,-1-2-1807,-3-13 0,3 0-191,1-3-274,4-2-414,13 1-269,-2-8-622,11-2-4391,14-12 6161,-4-7 0,-5 3 0,-16-1 0</inkml:trace>
  <inkml:trace contextRef="#ctx0" brushRef="#br0" timeOffset="76550">7786 7095 10342,'3'-8'5897,"0"2"-2348,-3 6-2558,0 0-190,15-63-151,-12 41 109,5-13 0,-5 2-351,-10 23 508,-6 3-384,-17 3-325,5 3-39,-13 5 78,-7 8-162,10 0 1918,-11 7-1957,18-2 0,1 0 5,-5 11-16,6 1-23,2 0 6,11-4-6,10-10-11,2-3 11,3-1-11,2-2 28,10-2 17,9-6 18,12-7-63,-2-3 0,1-7 0,1-3 0,-9 5 0,6-5 0,-12 6 0,-3 3 0,-3 0 0,-2 2 0,-2 4 0,-3 2 0,-2 5 0,-3 14 0,-1 3 0,0 11 0,-4 0 0,-3 3 0,-11 27-1765,1-11 1765,1-3 0,-1 1 0,5-17 0,1 0-1404,-4 11 1,0 0 1403,4-10 0,0-1 0,0 1 0,0 1-791,-1 0 1,0 0 790,0 2 0,-2 0-104,1-1 0,-2 1 104,-7 13 0,-3 1 0,0-3 0,-1-1 234,-4 4 1,-1-4-235,5-13 0,-1-7 2067,-11-10-2067,15-26-12,8-20 24,12-27-12,6 6 482,0 15 0,3 0-482,13-23 0,-8 28 0,3-3-1090,11-16 0,3-1 1090,-6 10 0,2 1 0,-2 5 0,1-2 0,0 3-256,5-3 0,0 2 256,1-1 0,2 1 0,-1 1 0,1 2 0,0 0 0,0 1-755,0 3 0,-1 0 755,1 1 0,-1 2 0,-1 1 0,0 2 210,-1 1 0,0 0-253,-2 3 1,-1-1 810,24-14-959,-5 6-33,-7 5 12,-6 7 32,-6 4 874,-7 7-890,-7 2 2716,-4 7-2777,-12 28 240,-11 9 34,-4 12-728,-4-6 755,7-17-16,1-2 1399,3-3-1309,0-3 5,3-4 34,2-2 22,1-4-5,2-3 212,1 0-218,2-5 1480,0 0-1383,1-4-265,3 1 0,0-1 0,4 0 0,3 0 0,2 0 0,12-1 0,-3 0 0,9-2 0,-4-1 0,0-1 0,3-1 0,-2 0 0,0-3 0,-2 1 0,-3-2 0,-3 0 0,-3-3 0,-5 0 0,-1-3 0,-4-1-3392,-2-3 3392,-2-2 0,-2 0-377,0-2 377,-2 0 0,-3-7 0,-2 9 0,-5-7 0,3 17 3206,-3 0-3206,2 9 563,-2 2-563,-2 1 0,-1 3 0,-2 2 0,0 4 0,-10 11 0,1 8 0,0 2 0,7 2 0,9-8 0,4 1 0,2 0 0,2 0 0,2 1 0,4-1 0,6 8 0,1-9 0,15 11-658,-6-17 658,8 2 0,-5-10 0,2-2 0,1-3 0,1-2 0,2-2 0,-2-3 0,1-3 0,-3-3 0,-1-4 0,8-7 0,-8 3-295,6-8 295,-11 7 0,-1-3 0,-1 1 563,-1-1-563,-1 1 0,0-1 0,5-6 0,-4 5 0,5-4 0,-5 8 0,3 2 0,9-5 0,-6 5 0,6-2 0,-9 7 0,-2 2 313,-1 3-313,1 0 0,-1 3 0,2 0 0,0 4 77,0 3-77,1 4 0,0 5 0,0 4 0,6 13 0,-8-4 0,3 22 0,-15-17-1196,-1 9 1196,-6-11 0,-2 1-23,-3-1 23,-1 0 0,0-1 0,0-1-124,1-1-755,2-3-1249,2-4-7703,1-4 9754,2-4 0,0-6 0,0-3 0</inkml:trace>
  <inkml:trace contextRef="#ctx0" brushRef="#br0" timeOffset="78542">10692 7197 20761,'1'-5'3523,"1"1"-717,-2 4-2397,9-62-56,-7 43-196,3-16 0,-1 4 89,-6 24-67,0 2-99,0 2-80,1 1 0,1 1 0,1 6 0,2 0 0,3 5 0,2-3 0,2 0 0,3-1 0,2-1 0,1-1 0,2-3 0,2 1 0,-1-3 0,3-3 0,-2-1 0,0-5 0,-2-2 0,-1-2 0,-2-3 0,-2-1 0,-2-3 0,-2-2-3392,-2-2 3392,-2-2-1690,-2-3 1690,-1 0-281,-1-1 281,-1 1 0,0 1 0,-1 4 0,0 5 0,-1 4 0,-2 5 0,-2 5 2416,0 3-2416,-3 2 2390,-2 4-2390,-2 3 0,-2 6 0,-3 4 0,-1 2 0,-1 5 0,1 3 0,-1 3 0,2 5 0,0 4 0,7-7 0,1 1-2835,-4 19 2835,6-17 0,2 0 0,0 14-241,4-2 241,3-2 0,5-2-2188,6-3 2188,7-4 0,4-5-15,6-5 15,4-4 0,5-5 0,2-5 2009,4-5-2009,3-4-194,2-7 194,1-4 0,3-8 0,-2-6 0,-14 3 0,0-2 0,-10 4 0,-1-1 0,9-6 0,-2-2 0,7-14 0,-4-4 0,-5-4 0,-3-6 0,-16 26 0,-1-1 0,0-2 0,0 0 0,-1-1 0,-1-1 0,0-2 0,-1 1 1040,0-2 0,-1 0-1040,0 0 0,0 0 0,-1 1 0,0-1 0,0 1 0,-1 0 0,-1 2 0,1 1 0,-1 1 0,0 1 0,2-25 0,-4 23 0,1 2-686,0-12 686,-2-2 123,-1 24-123,-1 9 532,-2 4-532,0 5 997,0 3-997,-2 6 0,-2 4 0,-2 10 0,-4 7 0,-2 9-931,-3 7 931,-2 8 0,0 7 0,9-26 0,1 0 0,1 3 0,0 0 0,0 1 0,1 1 0,1 0 0,1 1 0,1 1 0,0-1 0,1 1 0,2 0 0,0-2 0,0 1 0,3 15 0,1-1-1351,1-13 0,2-1 1351,1 11 0,3-3 0,11 11-595,5-7 595,4-7 0,3-7-51,17-1-229,-12-15 0,10-3-275,-8-20 146,-2-16 342,-1-1 34,-7-12 33,-11 4 920,-4-4-881,0-2 23,-3-3 22,-1 1 2962,-2 0-2805,2-11-90,-4 13 1074,1-4-1041,-5 20 7,-1 5-18,-1 4-27,-2 4-27,-1 3-119,-2 2 297,-3 2-297,2 2 0,-2 2 0,3 2 0,1 2 0,1-1 0,0 2 0,2 2 0,3-3 0,2 1 0,9-2 0,8-3 0,2-1 0,5-4 0,-3-4 0,2-1 0,1-4 0,1-4 0,11-9 0,-11 2 0,4-10 0,-8-5 0,-10 7 0,1-9 0,-11 12 0,-1 0 0,-3 2 0,-4 2 0,-1 3 0,-4 3 0,-3 2 0,-2 4 0,-11 4 0,4 2 0,-7 5 0,-2 11 0,8 1 0,-6 9 0,3 11 0,6-5 0,-3 14 0,5 8-3208,7-11 3208,-1 13 0,6-4-1450,3-13 1450,3 9-1849,3-19 1849,5-2-460,3-4 460,4-4-86,5-3-21,3-4-255,5-5-2,1-1 28,2-5 50,-1-3-545,7-12 0,1-6 820,-11 0 0,-1-1 22,10-5 0,-1-1 29,0-19 524,-15 6-480,-5 9 1418,3-8-1266,-2 6-91,-6 11 2131,3-1-1974,-6 12-184,-4 7-1,0 1 3279,-5 10-3279,0 1-27,0 8 694,0 1-717,-1 3-11,-1 4-22,-2 0-1,-1 2-16,1-1 6,-1-1-12,1-1-3409,1-2 3404,0-2-6,1-2 11,1-1-22,1-3 22,0-3-5,2-1 16,0-3 45,5-2 3353,-1-4-3396,4-2-24,5-10 0,-3 2 0,5-8 0,3-7 0,-5 5 0,6-10 0,15-15 0,-16 22-625,14-15 625,-22 31 0,-1 4 0,-1 2 0,-1 3 0,0 3 0,1 3 0,2 13 0,-2 0 0,1 9 0,-2 8 0,0 4 0,4 10 0,-2-13 0,1-6 625,3-5-625,3-7 0,7-1 0,-5-10 0,0-7 0,2-10 0,-4-1 0,5-6 0,-1-6 0,-5 4 0,5-7 0,-3-3 0,-2 2 0,-1 0 0,-6 10 0,-5 10 0,-4 6 0,-2 7 0,-1 4 0,-1 2 0,2 0 0,0-4 0,1-1 0,0-2 0,1 0 0,1-1 0,2 0 0,1-1 0,2-2 0,6-1 0,-2-1 0,6-2 0,-3-1 0,4-2 0,3 0 0,3 1 0,2-1 0,-1 0 0,7-3 0,-6 0 0,-2-2 0,-8 1 0,-7 2 0,-1-1 0,-3 0 0,0-1 0,-2-1 0,-1-2 0,-1-1 0,-1-1 0,-2-8 0,0 5 0,-3-5 0,-2 4 0,-1 5 0,0 1 0,-1 7 0,-1 8 0,-5 7 0,-1 3 0,-1 7 0,5-2 0,1 4 0,-1 0 0,2 3 0,0-1 0,2-1 0,0-1 0,2-2 0,2-1 0,2-2 0,0-2 0,2 0 0,2-3 0,1 0 0,3-2 0,3-1 0,2-1 0,3-2 0,4 0 0,2-2-1105,15 2-3485,-7-4 809,14 0 3214,-3 0 0,-18-2 0,1 0 0</inkml:trace>
  <inkml:trace contextRef="#ctx0" brushRef="#br0" timeOffset="79698">13782 7119 16342,'0'5'5231,"0"-1"-755,0-4-4191,31-64-815,-19 39 717,8-18 1,0 2 219,-11 19-244,1-4-18,-4 10 120,0 4-147,-2 2-17,-2 3-40,0 3 369,-1 2-408,0 2 6,-1 3 11,0 3-5,-2 6 0,0 3-12,-1 4 0,-1 4-5,0 2 6,1 1-7,-1 0 1,2-1-6,0-2-5,2-1-6,-1-3 6,2-2-6,1-1-6,2-4 6,1-2 0,0-3 6,0-1 16,-1-2 0,1-1 23,-1-2 6,1 0 49,4-6-60,-1 0-12,5-5 5,-3 1 12,2-3-17,0-1 0,-1-1-17,1-2 12,5-9-18,-3 6-5,5-5-5,-6 8-1,0 3 6,0 2 0,0 2 0,-1 4-6,1 2-5,-1 2 11,0 3-5,6 8 5,-4 2-6,4 9 6,-5-2 0,0 2 6,-1 0-12,0-1-5,0 0 5,2-1-11,2-1 17,2-2 0,3-1-5,0-3 5,3-4 11,-2-3 0,1-4-5,0-3-6,2-5-11,2-3 16,-1-6 1,2-2-1199,-1-2 1199,1-4-6,10-17-2990,-10 4 2996,8-14-6,-12 7-543,-2-2 554,-1-4 0,-3-4 12,-1-3-23,-2 1 0,-3-3 0,-1 4 0,-3 2 0,-2 5 0,-2 7 0,-1 7 0,-2 8 0,0 7 0,-2 6 0,0 6 729,-1 3-729,-1 3 3084,-1 2-3084,-2 4 930,-6 11-930,0 4 0,-5 11 0,3-1 0,1 6-1263,-1 6 1263,4 4 0,0 4 0,4 3 0,2 2 0,3-1 0,4-16 0,3 1 0,5 16 0,-2-19 0,3-1 0,11 9 0,4-3-45,4-4-443,5-4-189,3-5-348,3-4-656,0-6-2794,0-4-5356,-5-7 9146,-6-3 1,-16-3 0,-6-1 0</inkml:trace>
  <inkml:trace contextRef="#ctx0" brushRef="#br0" timeOffset="79882">14579 6850 25580,'50'-18'4,"-1"0"0,-8 2 0,-3 4 1013,2 9-1404,-11 3-750,3 0-2156,1 3 3396,5 1 1,-18 0-1,-1-1 1</inkml:trace>
  <inkml:trace contextRef="#ctx0" brushRef="#br0" timeOffset="81734">16484 6992 21738,'8'-49'653,"0"0"1,-1 4 0,-2 7-217,-1 17-84,-2 3 1132,-1 5-1356,0 7 296,-1 1-391,0 7 170,0 4-165,0 6 571,0 5-571,0 5-5,-2 4 16,-3 20-27,-4 7-781,4-18 0,-1 0 758,-4 19 17,2-7-171,3-19 154,-1-4 6,1-3-1,1-3 23,0-6 39,1-3 23,2-5 1588,0-2-1633,1-10 170,0-1-198,2-9 11,2-3-5,2-3 5,3-6-657,2-3 657,2-4 6,3-4-3185,0-2 3185,2-2-17,0 0-281,2 2 276,9-11-1,-7 17-537,7-5 538,-10 20-7,-1 7 387,-1 5-392,-1 3 5,-1 4 6,0 2 2946,-1 3-2957,-1 3 408,5 14-408,-4 0 0,1 9-11,-5-2 22,-4 2 896,-1 1-913,-2 2-16,-2 11 16,-1-10 6,-3 7-5,-3-6 10,0-10 6,-2 2 1,3-13 16,1-4-6,0-4 0,1-2 6,2-4 0,-1-2-16,2-5 4,2-5-10,1-4-6,3-2 11,5-3 0,2-2 6,3-1-479,4-1 467,0 0 12,3 0-22,1 1 27,0 1-16,15-3-6,-10 8-816,10-1 811,-12 12-7,-2 3-4,-1 4-1,-3 1 424,-3 4-424,0 3 6,-4 4-28,0 3 22,-2 2 865,-1 3-870,-2 0-17,-2 1-23,-1 0-28,0 1-33,2-1-73,1-2-112,2 0-117,4-3-152,3-2-39,2-2-11,5-2-505,1-4 287,4-3 61,2-2 129,1-4 324,1-3 263,0-3 124,-3-3 79,-2-2 95,-3-1 112,-5-2 106,-4 0 39,-4-3 22,-3 0-10,-3 0-34,0-1-33,-2 1-46,-2 1-50,0 2-17,-3 2-45,1 4-27,-1 2-46,-2 4-72,-2 4-22,-3 2 323,-2 4-363,-3 2 40,-2 7-57,-2 2-16,-2 6-1,1 3-27,1 2 16,2 3-10,3-1-1,1 12-11,6-10 5,1 7-10,7-15-12,1-1 11,5-3 6,4-3-11,0-3 0,5-4 11,1-2 0,4-3 0,1-3 11,1-4-5,1-4-1,0-4 46,11-10-40,-12 3-710,7-9 721,-16 7 1,-2-4-34,-5-2 45,-1-1 11,-4-3-34,-3 1 23,-1-1-1,-3 1-16,-2 3 17,-3 1-6,-2 3 22,-2 4-16,-1 3-1,-2 5-16,-2 3-17,-1 4-11,0 2 39,0 5-17,1 3-17,0 4-5,1 4-67,1 4-23,1 2-50,3 1-96,4 2 540,2 2-1984,10 9 324,3-7-5,9 5-1202,3-11 2574,7 0 0,-19-13 0,-1-3 0</inkml:trace>
  <inkml:trace contextRef="#ctx0" brushRef="#br0" timeOffset="82048">18164 6680 22992,'-14'-41'228,"1"-1"0,1 4 0,3 8 1856,7 21-2084,2 2 864,-1 3-864,1 2 470,1 1-470,2 6 1577,2 3-1577,3 8 0,1 5 0,2 4 0,5 19 0,-5-8-466,3 13 466,-4-16 0,0-2 0,0-3 0,2-2 0,0-3 0,0-3 0,0-4 0,1-5 0,-1-3 0,0-4 0,-2-4 0,1-4 0,1-4 0,0-4 0,2-4 0,0-4 0,1-2 0,-1-3-969,1-4 969,-2-2 161,5-17-161,-3 11 0,3-12 0,-5 17 0,1 3 0,2 2-29,0 4-425,3 4-330,-1 4-448,3 6-807,-2 4-2139,2 4 4178,0 5 0,-10-2 0,0 3 0</inkml:trace>
  <inkml:trace contextRef="#ctx0" brushRef="#br0" timeOffset="82632">18901 6741 28671,'15'-2'0,"4"-1"0,2-4 0,3-1 0,0-2 0,2 0 0,-2-2 0,-1 1 0,-3-2 0,-2-1 0,-2-3 0,1-11 0,-5 4 0,0-8 0,-6 9 0,-3 1 0,-2 3 0,-1 2 0,-2 4 0,-2 3 0,-4 2 0,-3 4 0,-2 1 0,-5 3 0,-2 3 0,-3 2 0,-2 4 0,-11 14 0,8-2 0,-6 11-216,11-5 216,3 2 0,2 2 0,4 0 0,5 1 0,4 0 0,5-1 0,5-3 0,5-1 0,6-3 0,4-3 0,5-4 0,4-3 0,4-3 0,3-4 0,3-3 0,2-2 0,-2-4 0,0-2 0,-2-6 0,-2-2-3176,-2-5 3176,-4-2-330,7-19 330,-10 5 0,4-15 0,-13 9 0,-2-4 0,-2-3 0,-1-1 0,0-1 0,-2 0 0,0 2 0,-1 4 0,-3 4 0,0 6 0,-2 6 0,-1 7 0,-2 2 0,0 8 3229,-1 2-3229,0 6 493,0 2-493,0 2 0,-1 4 0,0 6 0,-1 3 0,2 6 0,0 4-3392,0 4 3392,2 4 0,1 2-97,3 2 97,6 17 0,-1-13-296,2 12 296,-3-18 0,-1 0 0,-1 0 0,-3-1 0,-2 0 3198,-1-3-3198,-15 10-169,-1-11-1018,-16 7-1351,-3-14 2538,-11 1 0,19-12 0,-1-2 0</inkml:trace>
  <inkml:trace contextRef="#ctx0" brushRef="#br0" timeOffset="83074">21272 6801 27141,'13'-59'278,"-1"-1"0,0 6 0,4 3-169,8 12 1,2 3-2899,-6 6 1,0 0 2819,5-11 0,0-1-6,-8 11 0,-2 0 342,0-1 0,-1 0-351,-2-1 1,0 0-144,-1 1 0,-2 0 160,5-28-5,-5 7-17,-5 9 23,-5 10 11,-5 9-16,-5 10-157,-6 7 128,-4 8 0,-4 8 0,-4 9 0,5 4 0,-1 5 23,-2 9 1,1 3-24,-2 2 0,2 1 277,1 4 1,2 2-278,3 7 0,3-2 0,4-11 0,1 0 0,-3 12 0,1 1-378,5-1 0,1-2 378,3-11 0,0-1-21,0 10 1,1 2-112,3-3 1,1-1 27,0-11 1,0-1-76,1 12 0,1-2-348,3 16-24,1-5-362,2-6-264,0-7-2743,2-3 3920,-3-15 0,-2-8 0,-4-13 0</inkml:trace>
  <inkml:trace contextRef="#ctx0" brushRef="#br0" timeOffset="83525">21015 6714 24396,'-8'-43'530,"1"1"1,2 1-1,5 9-435,7 22-22,8-2-34,3 3-16,7 1-6,5 1 16,7-1-33,6 1 11,6 0-606,7 0 556,3 1-1645,3-1 1679,2 2 5,-1-1 8,-19 2 1,0 0-12,-11 0 0,-1 1 3,8-1 0,1 0-101,-8 0 1,-1-1 117,27-4 22,-6-1-17,-16 2 124,-19 2 439,-9 3-434,-3 1 1747,-8 2-1725,-3 0 1,-6 4-6,-4 2-3115,-5 4 3098,-4 4-372,-14 12 305,9-3-17,-8 9-28,16-8-11,5 0-5,5-1-7,5-1-4,3 0-1,6 0 17,9 5 22,12-2-33,3-3 5,8-5-5,-7-10 105,2-4-78,1 0-10,0-4 5,-2-3 28,-3-2-15,3-11-52,-7-9 0,-2-13 0,-11 4 2598,-6-3-2598,-7 9 0,-2-3 0,-3 2 418,-2-1-418,-8-7 0,-5 3 0,-8-1 0,6 14 0,2 10 0,9 9 0,2 1 0,0 4 523,1 3-5866,-1 13 4527,5 1 1,1-1 0,5-7 0</inkml:trace>
  <inkml:trace contextRef="#ctx0" brushRef="#br0" timeOffset="86509">23895 6311 21702,'0'-3'2554,"0"1"-341,0 2-2208,-9-12 23,8 14 0,-6-6-11,10 21-6,1 3-11,2 3 6,1 2-12,1 3 6,0 2 0,1 2 23,4 16-29,-5-10-363,3 11 324,-7-15 45,-2 1 0,-1-1 6,-5 1-12,-1-3 6,-7-3 22,-10 3 23,4-12 22,-6 1 135,4-15-90,7-5 0,-1-5-22,9-5-29,0-3 342,4-3-369,0-2-17,4-1-1,3-2-16,14-11-28,12-5 23,2 1-824,7 0 790,-9 13-34,4-2-17,1 2-39,3-1-5,0 1-17,-1 0 11,-1 2 17,-3 2-3099,-5 2 3160,-4 3 12,-7 2 33,-4 4 23,-6 1 10,-3 3 548,-3 2-452,-2-1 3560,-1 2-3459,0-2-101,0 0-6,0-1 6,0 1-5,0 0 5,0 1 140,0-1-252,-3 5 5,0 8-16,-3 2-11,0 8-18,0-2-72,0 3-78,0 1-152,3 2-1333,1 14-178,3-9-3133,3 9 4138,3-9 0,-2-15 0,0 0 0</inkml:trace>
  <inkml:trace contextRef="#ctx0" brushRef="#br0" timeOffset="86701">24596 6238 19646,'-12'-46'310,"0"-1"0,0 5 1,3 8 972,4 20-1271,2 5-1949,0 4 1808,3 2 1001,-1 3-1101,3 5 1022,2 4-1174,3 6-190,4 6-325,4 4-505,2 3-1270,3 3 2671,5 6 0,-13-18 0,1-1 0</inkml:trace>
  <inkml:trace contextRef="#ctx0" brushRef="#br0" timeOffset="87556">25078 6490 26116,'-37'-46'414,"-1"0"1,7 6-1,1 9-313,-8 24-17,7 7-28,-1 5-17,-2 4-16,2 5-23,-10 11 0,11 8 5,3 10 1,19 1-6,21-4 5,14-9 12,12-10 34,6-11-23,-9-9 28,-3-5 11,-12-6 22,-2-2 18,-2-2 5,-1-2 11,-2 0 23,-1-2 51,-1-5-197,-4 2 0,-2-1 0,-3 10 0,-2 6 0,-1 7 0,-1 5 0,-5 20 0,-2 2 0,-5 18 0,4-15 0,-1 2-1135,-2 5 0,1 1 1135,-1 2 0,0-1 0,1 1 0,-1-1-2640,-5 19 2640,9-29 0,-1 1 0,-4 13 0,-1 1-316,0 2 0,-3 1 316,-4 9 0,-3 1 0,-2-6 0,0-4 0,4-12 0,0-4 0,0-6 0,1-5 0,-6-4 0,3-8-12,0-17-11,10-8 1,1-15-40,11-27-22,8 19 0,4-3-468,6-15 0,4-1 350,0 7 1,3 2-76,5-3 0,2 2-99,-3 12 1,0 2-96,3-1 1,1 1-608,2-1 0,1 0 414,0 2 1,3-1-629,-2 4 0,3-1 1,1 1 96,0 0 0,1 1 0,2-1 561,7-5 0,2-2 0,0 2 464,-3 3 0,-1 1 1,-1 0 471,-4 3 0,-1 1 1,-1 0 1506,11-9 1,-3 2-29,-9 6 0,-4 1 714,-8 7 0,-4 1-1487,3-3 1397,-12 9-1745,-10 7 1535,-2 2-1377,0-1 401,-1 3-1056,-4 4-46,-4 14 12,-10 18-90,-1 5-1525,-3 13 1542,4-4-22,0 3-2884,-1 4 2873,1 0-6,-2 0-318,2 0 298,6-17 0,1 1-8,-6 16 14,7-19 0,1-2 13,-1 8-10,1-7 11,2-5 5,3-6 29,0-8 33,3-5 1107,0-5-1040,5-12 3140,5-12-3268,3-4 16,5-7 574,7-5-557,-3 7-28,8-9 7,1 4-35,-1 5 0,4-1 0,-11 14 0,-5 9 0,-7 6 0,-1 1 0,0 3 0,1 2 0,0 4 0,2 2 0,4 8 0,-2-3 0,2 4 0,-5-6 0,-2 0 0,0-2 0,-1 0 0,-1-2 0,0-2 0,2 1-46,-3-4-33,1 0-105,-2-4-192,1 0-318,1-1-588,2 0-1625,1-2 2907,3 0 0,-6 0 0,-1 0 0</inkml:trace>
  <inkml:trace contextRef="#ctx0" brushRef="#br0" timeOffset="88141">26062 6672 18893,'28'-49'153,"0"0"0,-2 3 0,-2 7 2347,1 10-2366,0-1 1,0-2 456,-2-3-479,-1-1-40,-2-3-968,-3-2 946,-2-5-5,-2-1 1645,-1-3-1651,-2 1-553,-1 3 565,-2 5 27,-1 7-49,-2 8 685,-1 7-714,-2 8 2849,0 5-2849,-1 4 466,0 1-466,-3 9 1174,-1 4-1174,-3 11 0,-4 6 0,0 8-928,-3 6 928,-1 7 0,0 4 0,-2 3 0,1 2-1700,-2-1 1700,1 0 0,1 0 0,0-2 0,4-2-519,2-1 519,5-4-57,2 0-1050,5-3 564,3-3-347,6-3-577,5-4-1715,3-6 2764,5-3 1,-11-14 0,-1-2 0</inkml:trace>
  <inkml:trace contextRef="#ctx0" brushRef="#br0" timeOffset="88339">26172 6372 25444,'-3'-3'1977,"1"0"-727,2 3-1250,15-61 0,2 43 0,-2-16 0,2 3 0,14 24 0,18-1 0,-11 4-763,13 0 763,-16 3 0,-2 1-13,-1 0-535,-5 2-387,-4 0-1692,-6 2 2627,-3-1 0,-7-1 0,-3 0 0</inkml:trace>
  <inkml:trace contextRef="#ctx0" brushRef="#br0" timeOffset="90381">27716 6806 18604,'30'-40'768,"0"0"1,1-1-1,-3 4 1,-1 1-1,-6 5-208,0-8-95,-3 1-34,-2 3-10,-1 2-18,-5 5-22,-2 3-45,-5 7-56,-1 3 805,-6 2-967,-1 7 190,-5 0-269,-2 5-22,-5 4 0,-5 4 0,-5 6 16,-20 17-25,20-10 1,-1 2-366,-6 6 0,-1 3 357,2 2 0,3 0-9,7-7 1,3-1 3,-10 22-29,18-18 17,7-2 6,2-4-6,8-3-16,3-4 33,7-3-2772,6-5 2767,4-4 16,19-7-6,-8-4-132,14-7 160,-14-4-10,1-4 38,13-15-22,-13 6 12,7-9 61,-11-2-73,-10 11 575,2-8-564,-12 15 12,-3 4 3308,-2 3-3303,-2 5-11,-2 2-6,-1 3-5,-2 3-39,-1 2 196,0 2-207,-7 11 5,1 1 11,-7 12 6,3-1-12,0 2-10,-1 2-6,1 0-6,1 0-3386,1-2 3391,2-1-49,4 6-34,3-2 78,3-4-39,4-6 17,2-12-1,1-3-4,3-2 21,2-5-5,12-9 23,4-11 10,11-13-27,-10 4 16,-3 0 1,-12 9 3408,0 2-3364,2-6-17,-2 6 34,-1 1-56,-6 11-50,-6 6 39,-3 3 0,-1 8-1,0 1 7,1 8-1,0 1 17,-2 4-3391,1 1 3385,-1 1 6,-2 9 1,1-7-12,-2 6-6,1-13 12,1-1-12,2 2-16,4-5-1,2-3 29,4-6 5,0-8-5,1-2 3391,4-4-3397,2-5 0,12-11 17,-5 3-23,7-7 29,0-1 5,-1-1-34,7-5-39,-11 12 51,-5 5-40,-4 9-61,-1 5 39,0 1-11,-2 7-17,-4 2-39,1 4-269,6 11-381,6 5 230,1 1-163,3 1-123,-3-8-413,2 0 15,6-2-392,4-1-767,4-2-717,4-3-258,-9-5 1,2-1-2184,20 0 5339,-19-2 1,0-1 204,12-4-263,-5-3 3360,5-13 2682,-12-11-3241,-4-3 990,-8-21-2722,-16 19 236,3-12-185,-8 14 2650,-2 2-2975,-2 3-100,0 3-23,-2 6-68,-3 3-89,-2 5 317,-4 4-300,-25 7-118,-11 14-101,-10 5-162,26-6 0,2 2 123,-14 11 6,2 2-12,15-7 1,1 1-23,-14 25 3,19-19 0,3 0-8,-1 14 10,13-8 7,9-15 913,4-3-891,8-4 0,4-5 22,22-6-11,-7-8-812,14-9 823,-13-5 12,0-8-2968,-1-4 2990,-1-7 0,-2-6-1138,-1-7 1104,-17 23 1,-1-1-145,1-2 1,-1-2 193,7-16 1,-1-3 19,0-4 0,-1 0-382,0 1 0,0 1 349,-4 6 0,-2 3 87,1-5 1259,-4 10-1422,-4 10 1437,-2 9-1437,-3 9 432,-2 7-432,-5 28 0,-2 2 0,-4 13 0,-3 6-214,-3 5 1,0 3 213,-2 1 0,0 1 0,-2 6 0,0-3 0,5-12 0,0-3 0,1 2 0,-1 2-941,3-5 1,-1 3 0,2 2 940,-1 6 0,2 1 0,0-3 0,-3 4 0,2-3 0,4-4 0,0 1 0</inkml:trace>
  <inkml:trace contextRef="#ctx0" brushRef="#br0" timeOffset="92044">3621 8578 24289,'-45'-12'351,"0"1"0,2 2 1,7 8-84,4 33-55,-2 7-3623,1 11 3471,16-21 1,2 1-18,-2 4 1,2 2-14,-1 3 0,1 1-9,-1 3 1,2 1-4,-1 2 1,0 1-12,1 1 1,1 1-860,0 0 1,0 2 850,0-1 0,2 2 2,0-4 0,1 4 0,0-3-143,-2 8 0,1 0 137,2-8 0,0 1 1,0-3-14,0 2 0,0-2-8,1-2 0,-1 2-96,-1 13 1,-1 0 13,3-16 1,1-1-93,-1 11 1,0-3-1693,-1 11 871,1-7-296,-1-9 777,-1-9-1141,-5-13 3147,1-31-1114,-1-37-12,7-15-125,6 19 0,1-1 13,1 7 1,1 1-9,1-2 0,2-1 974,4-18 1,2 0-1093,-2 12 1,2 1-719,4-13 1,1 1 670,-2 17 0,0 2-17,1 0 0,2 0-11,0 2 0,1 0-11,2 1 0,0 2-6,1 0 0,0 1-6,1 1 1,1 1 5,0 2 1,2 1-10,-2 1 1,3-1-3,10-5 0,1 1-3,-9 7 1,1 1 2,9-6 0,-1 2 0,14-3-6,0 1 1,-1 5 16,-2 1-310,-2 1 316,-2 2 0,-5 2-6,-5 4-506,-6 2 534,-7 4 642,-7 3-463,-6 5 398,-8 13-336,-7 2-39,-7 11-34,-4-2 1,-2 1 1004,-1 2-1083,0-1-34,2-1-39,4-2-1828,6-4 1812,4-3 2162,4-5-2169,5-3 40,10-4-17,2-4 274,7-2-269,6-10-55,-6-1 3403,7-8-3365,-1-9-38,-8 6 28,4-9 5,-10 7 22,-2-1 12,-3-1 17,-3-2 16,-4 1 12,-1 0 11,-4-1-12,-1 1 1,-5-1-17,-2 2 5,0 2-22,-1 3-6,0 2-22,1 3 0,1 4-11,0 2-17,0 2 6,2 3-45,1 2 16,1 1-16,1 3-6,1 2 0,0 5-33,2 3-28,1 3-62,0 3-90,3 2-123,1 3-196,2 1-363,5 1-528,0 0-5612,11 8 7052,-1-7 0,-3-4 0,-6-12 0</inkml:trace>
  <inkml:trace contextRef="#ctx0" brushRef="#br0" timeOffset="92344">4226 9084 19753,'1'-9'4285,"-1"3"-3440,0 6 388,0 0-796,10-61-722,-8 42 391,3-16 1,0 5 33,-4 25 87,0 2-176,2 2-18,1 2-16,4 4 0,1 3-6,2 6-5,3 4-1,0 5 1,2 1-6,-3 4 6,0 2-6,-3 1-33,-2 2 50,-3 0-34,-2 2 6,-2-1-28,-4 1 0,-2 0-40,-14 14 46,0-13 10,-19 14 35,15-31 4,-6-1 29,14-17-22,4-7 21,3-7-4,4-8 27,2-7-11,4-4-6,3-6-1299,3-4 1289,6-2 10,2-1-16,6 0-23,2 1 22,3 2-38,4 3-6,3 3-68,2 5-294,4 3-209,1 5-943,2 6-2996,0 4-5310,-4 6 9380,-8 4 1,-15 1 0,-7 2 0</inkml:trace>
  <inkml:trace contextRef="#ctx0" brushRef="#br0" timeOffset="93296">6806 8952 23607,'-7'-44'470,"0"0"1,1 4-1,-1 7-17,-4 15-195,-2 1-45,0 4 156,-11 4-234,3 6-12,-8 8 0,3 6 0,-2 10-11,-4 6 0,-1 7-470,6-4 1,0 2 382,7-7 0,-1 2-8,-8 10 0,1 0 2,8-8 1,1-1-6,0 0 0,0 1-3,0 0 1,0 0-12,2-1 0,1-1 16,-13 26 1,7-5-11,6-6 5,8-6-3039,4-7 3039,8-6-1556,4-7 1551,8-7-27,19-13 32,-1-8 6,17-13-1280,-7-6 1269,4-9 2,-22 18 0,-1-1 678,2-1 1,-1-2-682,0-1 1,-1 0 8,0-1 0,-1 0 0,-2-1 0,-1 0 0,-1 0 0,-3-2 11,3-14 1,-2-2-18,-6 10 0,-2-1 3,2-12 1,-2 0-1,-6 13 0,-1 1 473,0-1 0,-1 0-473,0 0 1,-1 2-1,1 2 0,-1 0 0,0-5 1,0 2-1869,1-10 1885,-1-1 1829,-1 29-1835,0 10 395,0 6-389,-2 9 6,-1 6-18,-2 10-10,-2 9-1,1-1 1,-1 5-73,-1 9 1,-1 4 68,2-5 0,0 2 0,0-1 1,-1 14 0,1-1-3,1-1 0,1-2-12,3-16 1,1-2-187,0-1 1,0 0 197,2-2 0,-1 0-17,2-1 1,1-1-29,5 27-45,5-4-106,2-5-157,5-8-951,17 4-1682,-6-19 1458,13-1-1300,-11-21-1160,0-8 3988,3-7 0,-16 3 0,-3-3 0</inkml:trace>
  <inkml:trace contextRef="#ctx0" brushRef="#br0" timeOffset="93930">7191 9175 12085,'0'-9'6767,"0"2"-5211,0 7-262,0 0-4453,3-66 4061,-2 42-222,1-16 0,-1 2 1161,-1 24-1455,0 3-84,0 6 186,-1 4-399,-1 6 62,0 4-89,0 2-12,1 2 3393,2 1-3432,2-2-11,1 1 17,4-4-6,0-1-5,3-2-18,2-2 12,8-2 0,-3-2 0,7-3 6,-7-4 0,1-3 5,-2-2 0,0-2-5,-3 0 5,-3-3 56,-1-5-11,-6-3 39,-9-10-44,0 13-7,-8 0 1,3 14 6,0 1-12,0 3 11,-1 2 17,0 1 85,-7 8 4,-6 9-59,-6 14-97,-1 12-219,10-5 219,6 2 0,10-12 0,3 1 0,4 10 0,4-9 0,5 5 0,2-13 0,3-4 0,3-2 0,2-4 0,3-2 0,16-4 0,-6-3 0,-3-6 0,3-2-911,-2-3 0,0-1 911,0-1 0,0-1 0,1-2 0,-2-1-715,12-8 715,-1-3 0,-2 0 0,-4-3-2370,-3 0 2370,-4-2-1694,-5 1 1694,-5-1 760,0-14-760,-7 11 0,-1-10 0,-7 13 185,-2 2-185,-1 1 2162,-4 2-2162,-2 3 0,-3 2 3233,-8-2-3233,3 8 0,-4-1 0,1 10 0,6 3 0,-3 4 0,4 12 0,2 2 480,1 12-480,3 15-3392,6-6 3392,3 14-2269,14 4 2269,-2-13-103,10 11 103,10-4 0,-6-13 0,12 8 0,2-5 0,-12-11 0,5 8 0,-21-16 2218,-8-2-2218,-6-2 3315,-8-3-3315,-7-1 0,-7-2 0,-6-1 231,-4-2-1448,-18-1-239,10-3-3871,-12-3-4504,21-2 8948,4-2 1,12 1-1,5 1 1</inkml:trace>
  <inkml:trace contextRef="#ctx0" brushRef="#br0" timeOffset="95594">8772 8777 21545,'-7'1'2549,"1"-1"-1187,6 0 60,0 0-1226,-22-60-1143,13 40 1020,-4-15 0,-1 4 39,4 22 402,-1 2-453,-2 3 346,-3 2-301,-11 7-3101,3 3 3028,-9 9 28,-3 16-48,7-2-13,-8 13 0,11-5 0,2 1 0,2 1 0,4 1 0,5 0 0,6-3-2046,6-2 2013,7-3-743,20 7 687,1-15 1180,16 3-1320,-3-18-40,2-4-67,4-4-73,1-5-17,-1-3-21,-1-4 253,-14-2 0,-1-1-76,14-7 108,8-10 39,-14-1 140,-13 7 22,2-7 39,-15 9 23,-3 1 39,-3 0 2545,-2 3-2511,-3 1 50,0 4 1514,-2 1-1463,0 4 1139,-5 1-1016,-4 4 67,0 2-297,-3 4 5,4 3-33,-3 3 68,-4 8-113,2 2-73,0-1-5,7-3-6,5-6 0,1-2-16,4-1 22,2-1 16,10-1 6,0-3-33,9 0-6,-3-5-613,4-2 607,0-3 6,2-3 6,-1-2 5,1-1-28,-2-3 17,0 0 0,-3-3 17,-1 0 5,-3-2 1,-2-2-18,-5-1 6,-1-1 1,-4 0 10,-3 0 0,-2 1 6,-3 3 0,-3 3 0,-3 4 12,-3 4-24,-1 4 1,-3 3 602,-1 2-595,-12 12-24,5 0-445,-8 11 445,7-1 0,0 4 0,2 2 0,1 0 0,3 1 0,3-2 0,4 0 0,2-1 0,5-1 0,1-2 0,5 0 0,4-1 0,11 7 0,2-9 0,9 4 0,-3-10-23,4-4-95,2-2-38,2-4-7,1-1-16,0-4 1,-1-3 38,-2-4-34,5-11 163,-11 2 5,2-9 23,-14 6 6,-4-4 5,-2 1 22,-2-2 17,-3 1 23,0 1 5,-1 2 17,0 3 0,-1 3 17,0 2 11,0 3-28,-1 3-23,0 3 416,0 3-494,0 2 2,1 6-13,-1 2 0,0 7 0,1 0 0,0 4 0,0 1 0,0 2 0,0 0 0,0 2 0,0 10 0,1-9 0,0 8 0,1-12 0,1-1 0,0-4 0,-1-1 0,1-4 0,0-2 0,0-2 0,0-4 0,0-1 0,0-1 0,1-2 0,1-3 0,7-9 0,-2 2 0,5-6 0,-4 3 0,1-1 0,0-1 0,0-1 0,1 1 0,2 1 0,1 1 0,2 2 0,10-1 0,-5 5 0,8 2 0,-8 5 0,1 3 0,0 4 0,0 4 0,0 5 0,0 3 0,0 3 0,-1 3 0,8 15 0,-8-8-429,7 10 350,-10-14-184,13 9 89,-6-11-55,10 5-23,-7-14-45,3-5-28,3-3 17,3-5 23,3 0 61,2-6 28,2-3 22,-2-4 51,-3-4 16,-4-3 57,-4-4 78,-6-2 17,-4-2 50,-4-1 17,-3-2 98,0-13 9,-6 11 22,-1-8 16,-7 14 12,-2 1-17,-3 0-17,-1 3-16,-5 1-18,-1 2-33,-4 3-39,-1 4-11,-4 4-29,-3 4-10,-4 4-56,-4 7-23,-5 5 0,-3 6-1484,-5 4 1484,0 3 0,-1 3 0,4 1 0,4 1 0,7-1 0,3 1 0,7-1 0,4-2 0,6 0-377,4-2 377,2-2 284,6-3-284,3-3 0,6-4 0,5-4 0,3-5 0,4-3 0,4-6 0,4-4 0,3-7 0,3-4 0,1-4 0,0-3-783,-1-3 783,-2-4 0,-1-2 0,-1-4 0,-3-4 0,-1-3 0,-4-6 0,-1-5 0,-14 26 0,0 0 0,-1-1 0,0-1 0,3-13 0,-1 0 0,-3 12 0,0 0 0,1-8 0,-1 3 0,1-5 0,-3 9 1010,-3 9-1010,-2 7 271,-2 7-271,0 4 57,-3 5-57,0 2 1028,-7 8-1028,0 2 367,-4 11-367,0 5 0,-1 6 0,-1 7-237,-1 6 237,2 5-699,2 3 699,2 3 0,2 1 0,2 1 0,2-3 0,2 0 0,2-5 0,1-3 0,4-5 0,2-7 0,6-4 0,3-7 0,3-4 0,4-6 0,4-4 0,16-8 0,-8-5 0,10-7 0,-14-4 0,0-3 0,8-14 0,-10 4 103,5-10-103,-15 9 706,-1-2-706,-3 0 0,0 1 0,-2 2 0,0 3 0,0-1 280,-6 12-280,0 1 0,-6 10 0,0 3 0,-2 4 0,-2 3 0,-8 14 0,0-2 0,-5 8 0,6-6 0,-1 0 0,3-1 0,1 0 0,3 9 0,2-8 0,2 7 0,4-11 0,2-2-97,9 3-373,-1-7-163,6-1-560,0-7-1327,3-2 2520,6-5 0,-13 3 0,0-2 0</inkml:trace>
  <inkml:trace contextRef="#ctx0" brushRef="#br0" timeOffset="95795">11295 8345 26513,'-22'-37'56,"0"-1"0,3 2 0,4 12 371,9 23-455,2 4 135,1 3-146,-1 6 60,1 5-105,1 3-17,0 4-83,2 4-119,0 4-201,2 2 0,1 2-1502,6 14 303,-2-12-1130,4 10-1083,-3-17 29,3 0 157,2-2 3730,7 2 0,-10-15 0,2-2 0</inkml:trace>
  <inkml:trace contextRef="#ctx0" brushRef="#br0" timeOffset="96586">11476 8708 17751,'30'-45'696,"0"0"0,-4 6 1,-6 9 2186,-13 19-2782,-9 12 1344,-5 10-1345,-5 7-27,-3 5 67,-10 20-78,2 6-34,2 0 508,5 8-513,11-27-29,2 7 6,3-16 6,3-1-6,0-4 2960,9-1-2926,-1-7-22,4-2-12,4-12 0,5-9 0,1-4 0,0-5-3248,-8 3 3248,1-1 204,7-13-204,3-5 0,-1 0 0,-1 4 0,-1 7 0,-7 11 0,4-1 0,-8 12 0,-2 3 0,-2 3 0,0 3 0,0 4 0,0 5-2183,10 25 2183,-6-10 0,14 29 0,-4-16 0,4 0 0,4-4 0,-4-11-23,6-2-78,3-1-256,-5-8 0,1-1 189,22 5 92,-17-7 1,-1-2 1221,19 0-1247,1-3 40,-3-3 22,-1-3 16,-5-3 23,-6-4 17,-10-6-6,-2-14 45,-12-11-5,-4-1 143,-8-2-116,-5 13 135,0-13-84,-4 13 901,-4-15-935,-2 23 3134,-4-1-3217,-2 11-3145,3 6 3133,-3 1 522,5 4-522,1 1 0,0 2 0,1 4 0,-1 2 0,1 3 0,0 3 0,-2 1 0,-2 10 0,2-4 0,-3 5 0,5-7 0,1-2 0,2 4 0,2-3 0,2-1 0,4-8 3392,7-6-3392,0-4 0,7-3 0,-2-3 0,1-4 0,1-2 0,0-1 0,5-5 0,-2 1 0,-1 0 0,-8 7 0,-6 7 0,-4 3 0,0 5 0,-1 5 0,-2 7 0,-3 24 0,-6 19-1696,5-28 0,1 1 1696,-3 4 0,2-1 0,-5 22-1167,-2 4 1167,6-29 0,-1 0 0,-1 1 0,-1 1 0,-1 0 0,-1 1 0,0 0 0,-2 2 0,-8 14 0,-3 0 0,4-12 0,-1 0 0,-6 10 0,-4 0-194,-6-5 0,-3-1-284,0-3 0,-3-1 433,10-11 0,0 0 0,0-3 50,-7 2 1,2-7 56,-13-8-34,26-23 6,16-16-6,8-5 0,7-7 516,4 4 1,2-2-537,-1 6 1,2-1-4,7-12 1,1-2-6,-1 8 0,1 1-8,2-5 0,2 0-12,2-4 0,1 1-11,1-2 1,3-1-262,-2 6 1,3-2 0,1 1-2433,2 1 0,3 2 1,0-1 2552,2-2 0,2-1 0,-4 5 0,4 1 1,-5 6-1,6-2 0</inkml:trace>
  <inkml:trace contextRef="#ctx0" brushRef="#br0" timeOffset="98928">14133 9175 26519,'-1'-49'121,"0"1"1,1 2-1,4 8-42,12 12-6,3-2 404,3-2-432,2-1-417,3-2 411,2-1 6,0-3 0,2-2 16,0-2-33,-2-3-5,1-3-6,-2-4-1005,0-3 1010,-1-3-555,-14 27 1,-1-1 546,0 1 0,-1 0 3,-1-1 0,-1 1 11,6-29 0,-3 3-2441,-6 4 2418,-3 8 12,-3 7 207,-3 9-224,-2 8 713,-4 8-724,-1 7 1000,-2 3-984,-2 7 6,-2 4-5,-3 7-12,-2 7 6,-3 7 2883,-1 8-2883,0 7-803,0 6 798,0 7-7,13-27 1,0 1 3,0 1 0,2 0 2,-1 0 0,2 0 0,0 0 1,2 1-467,0-2 0,2 0 461,-3 31-12,4-3-5,4-2-16,5-6 4,4-4-10,7-6-28,21 4-29,-2-15-55,17 0-57,-8-20-61,4-5 34,3-8 44,3-7 46,1-9 77,0-7 34,-1-4 40,-6-5 16,-19 8 0,-1-2 28,9-15-19,-16 15 0,-2 0 41,0-12 74,-1-12-63,-7 14 18,-1-8 11,-4 20 0,-4 2 5,0 6-16,-1 3-18,-1 6 425,-3 4-435,-1 2-23,-3 6 0,-4 4 6,-3 6 0,-5 7-23,-3 4 6,-2 5-421,-2 1 404,2 3 22,-10 14 803,8 0-830,2-2-1,11-10-5,11-16-5,3-4-1,3-3-22,3-3 22,4-4 6,2-1 1295,10-7-1289,-4-4-12,9-5 6,-7-2 0,0-4 6,0-2 123,-3-3-107,-2 1 17,-1-2-22,-4 2 6,-2 0 27,0-6-16,-3 9 5,-2-4-6,-3 11-16,-1 2 6,0 3 10,0 2-22,-1 3 1,-1 2-18,-1 4 12,-1 3-12,-1 5 28,-5 11 34,-1 11-56,1 0 12,1 3-12,5-11-17,1-1 17,1-2-6,1-1-3397,1-3 3392,1-2-12,6 3 18,6-5 16,3-2-11,4-6 17,-3-5-6,3-3 0,0-3-5,2-2 22,9-11 11,0-5 6,4-12-17,-11 4-6,-7-2-5,-7 7-6,-2-1 12,0-2-12,-1 2 3442,2-11-3440,-2 10-13,2-8 0,3 6 0,-3 8 0,4-4 0,-3 12 0,7-1 0,-5 5 0,6 2 0,-5 5 0,0 3 0,1 5 0,5 13 0,-4 1 0,2 10 0,-6-5 0,-3 2 0,-1 0 0,0 0 0,1 9 0,3 0-102,5 6-173,5-10-273,8-8 100,-1-12-45,6-6-644,9-8-180,8-7 535,-18 1 0,1-2 678,0-3 0,-3-2 99,19-10 55,-10-2 68,-16 7 72,-5-3 415,0-12-191,-8 6 23,0-10 17,-9 11-22,-1-1-3213,-2 1 3168,-3 0-46,-3 2-10,-3 2-51,-1 2-51,-1 3-1869,0 4 1803,1 3-40,0 5-28,1 1 2257,-3 4-2324,2 8-28,0 1-11,3 10 28,3 0-11,2 4 3425,1 17-3426,0 4-5,3 14 6,2-13 5,1 3-11,0-23 0,0 6 0,0-14-22,0 4 27,-1-6-10,1 1-6,0-7 5,-3-2 12,2 1 5,-3-4 6,0 1-12,0 1-5,0 0-11,-4 5 17,1-2 5,-4 3-11,2-4 18,2-1-18,0-1-13,3-3 26,2 0-13,3-4 0,2-1 0,2-3 0,7-6 0,-2-1 0,1 1 0,-5 3 0,-4 5 0,-2 2 0,-1 0 0,-2 2 0,0 1 0,0-1-46,-3 4-44,2-3-78,-4 3-89,3-2-1972,1-1-4011,0-3 6240,0 0 0,0-1 0,0 1 0</inkml:trace>
  <inkml:trace contextRef="#ctx0" brushRef="#br0" timeOffset="100371">16084 8555 18817,'8'-1'4235,"-2"1"-3320,-6 0 2054,0 0-2812,3-44 16,-3 30-4271,3-34 4261,-3 42 844,0 0-890,0 0 6,-1 1-23,0 0 68,-4-3-78,1 2 3369,-1-1-3408,1 2 5,2 2 5,0-1-5,0 0-4,2 1-52,0 0 0,0 1 0,0-1 0,0 2 0,1 7 0,0 0 0,1 14 0,-1-3 0,0 9 0,-1 15 0,-2-5-1355,-2 18 1355,-2-6 0,-1 3-2943,-1 8 2943,1 3 0,3-29 0,-1 1-203,1 1 0,0 1 203,0 1 0,0 0-274,1 0 0,0 3 274,1 15 0,0 2-390,1-14 1,0 1 389,1 12 0,1-1 0,0-17 0,1-2 293,-1-1 1,0 0-294,1 28-678,-7-6 678,-4-7 323,-8-7-323,-20 1-384,6-17 384,-13-2 0,15-19 1096,1-6-1096,2-7 0,3-7 0,3-7 0,3-8 0,4-5 0,3-5 0,6 5 0,3-1 0,3-22-148,1 19 0,2-1 148,11-17 0,6 1-339,4 1 339,5 3 0,3 2 0,2 3 0,0 3 0,1 4 934,-11 13 1,2 0-1093,1 1 1,1-1-19,1 1 0,0 0-379,-2 3 0,-1 1-28,15-8-83,-2 1-6,1 1-102,1 1-245,1-1-269,1 0-885,0 0-1166,-2 1-4922,7-6 5231,-16 11 3030,0-3 1870,-20 14-1870,-7 2 810,-3 4-810,-3 1 485,-3 2-485,-4 1 1338,-1 0-1338,-3 1 0,3 1 0,1 1 0,1 0 0,1 0 0,0 0 0,2 0 1613,0 0 393,1 0 183,0-1-71,0 0 4805,0-1-4834,0 0-1294,0-1-117,-1 0-124,2-1-67,-1-1-60,0 0-69,1 0 202,0 0 582,0 1-1108,0-1-12,2 0-10,0 0 27,1 0-28,0 0 11,-1 0 1,0 1 5,0 0 50,-2 0 17,2 0 269,-2 0-352,-2 5 27,1 0 6,-1 5-40,2-2 12,0-1 0,0-2-12,1 0 18,1 0-18,2 0 7,0-1 4,2 1-4,2-3-1,1 0-11,2-1 11,3-2 6,2-2 1,3-3-18,12-7 0,-7 1 0,7-6 0,-12 4 0,-3-2 0,-2-1 0,-4-2 0,-2-1 0,-4-1 0,-2-1 0,-1-1 0,-3 2 0,-2 0 0,-3 4 0,-2 3 0,-2 3 0,0 3 0,-9 2 0,5 4 0,-8 1 0,6 5 0,-9 8 0,6 1 0,-4 7 0,9-1 0,2 2 0,2 3 0,-4 15 0,5-7-815,-1 11 815,7-11 0,1 0 0,3-1 0,3-1 0,4-1 0,5-3 0,3-1 0,5-5 0,3-1 0,4-4 0,4-3 0,1-4 0,18-2 404,-12-4-404,10-4 0,-19-3 0,-1-4 0,-3-3 0,-3-1 0,-1-3 0,-3-2 0,4-12 0,-7 5 0,4-10 0,-8 10 0,0-2 0,0 0 0,7-12 0,-3 10 411,6-9-411,-4 13 0,3 3-523,1 1 523,2 3 0,-1 3 0,2 4-150,-2 3 150,-2 5 0,0 2 0,-2 3 0,6 8 0,-6 1 0,4 8 0,-10-2 0,0 2 0,-4 2 0,-2 1 0,-2 1 0,-2 1 0,-2-1 0,0 0 0,-3-1 0,0 0-3169,-3 1 2927,0-3-821,1 1-2846,1-2 3377,3 2 0,0-10 0,1-1 0</inkml:trace>
  <inkml:trace contextRef="#ctx0" brushRef="#br0" timeOffset="102578">18575 8471 25659,'45'-31'138,"0"1"0,-4 0 0,-6 4-54,-13 5 6,0-3-6,0 0 0,-2-2 22,1-2-11,9-16-56,-7 9-11,5-9 6,-10 15 0,-3 4 5,-2 3-11,-2 5 28,-3 4 22,-3 4 670,-2 2-636,-2 3 160,-1 1-131,0 3-32,-2 0-109,1 0 337,-3 0-337,1 0 0,0 1 0,-1 1 0,1 0 0,0 2 0,0 0 0,-1 3 0,1-1 0,-2 3 0,1 0 0,-1 2 0,-3 7 0,2-4 0,-3 6 0,1-5 0,1 2 0,-2 1 0,-1 1 0,-7 12 0,-4 4 0,-5 10-3392,5-9 3392,4-3-865,8-12 865,2 0 0,1-1 0,3-2 0,1 5 0,2-6 0,4 3 2963,4-3-2963,9-2 1294,-1-3-1294,4-4 0,-5-7 0,2 0 0,3-4 0,15-8 0,8-8 0,3-3-358,1-5 358,4-9 0,-11 5 0,-15 10 0,0-1 0,8-12 0,-1-2 0,-12 9 0,1-2 0,-1-1 0,0-2 0,4-8 0,-1-1 0,-5 10 0,-2 0 0,-1 2 0,-2 1 0,3-11 0,-2-2 0,2-21-3274,-6 15 3274,-4 16 0,-1-1 0,4-26-2189,-5 16 2189,1-8 2,-4 18-2,-1 13 0,0 2 0,-1 12 2190,-1 4-2190,-3 6 3275,-2 4-3275,-2 8 0,-2 7 0,-8 23-203,8-18 1,1 3 202,-4 11 0,1 1 0,3-7 0,0 0 0,1 1 0,1-2 0,-3 16 0,-1 0 0,4-15 0,0 1 0,0 3 0,0 0 0,0-1 0,2 1-1570,0-3 0,1-2 1570,2 14 0,2-2-233,5-15 0,2-1 233,3 14 0,11 11 0,8-16-1946,-5-14 1946,11 0-605,4-17 605,-6-8 1647,13-7-1647,-9-7-119,1-5-1250,3-6 1067,-2-2 10,-11 4 1,0-2 11,10-13 165,-12 11 1,-2-1-66,6-12 1018,-1 0-939,7-13 78,-9 13 40,6-7 0,-14 18 22,-3 4-1579,-3 3 1635,-4 2 971,-2 4-915,-4 3 6,-1 2-6,-2 3 2063,-2 1-2068,-2 3 231,-8 0-265,0 3-17,-7 3 3237,-8 9-3265,5-1-16,-9 6 27,3 4-50,8-4-17,-2 7 722,9-3-722,7-5 1,0 3 4,11-5 18,9-2-6,13-3 0,14-8-11,-3-6-821,3-6 798,-12-2 18,0-2-32,10-9 43,-10 2-23,7-7 0,-7-6 0,-8 7-525,3-10 525,-11 11 759,-2 0-759,-3 0 0,-2 3 61,-3-6-61,-8 4 0,1 5 0,-13 9 574,6 10-574,-6 6 0,2 3 0,-4 6 0,-11 13 0,7-4 0,-10 10 0,6 5 0,7-9-844,-1 11 844,11-13 0,3 1 0,4 0 0,2-2 0,5 9 0,3-11 0,6 6 0,13-8 0,-1-9 0,14 0-496,-4-10 473,4-2-84,4-5 63,1-3-2415,0-6 2442,0-1 0,-2-3-96,-4 0 113,10-13 11,-14 7-16,8-10 38,-5-3-10,-9 8-190,5-7 195,-12 12 3082,-3 3-3042,-3 4-17,-4 2-3023,-2 5 2972,-4 3 0,-2 3 0,-1 2 548,-8 6-548,-5 11 0,-4 2 0,-8 18 0,3-2 0,2 2 2978,3-2-2978,7-11 0,1-2 0,3-2 0,0-2 0,2-3 0,2-2 0,1-2 0,0-5 0,3-1 414,1-8-414,4-1 0,1-5 0,3-2 0,2-3 0,1-2 0,1-1 0,1-3 0,0-1 0,11-10 0,-6 6 0,6-4 0,1 5 0,-8 9 0,5 0 0,-13 9 0,-2 4 0,-3 3 0,-1 4 0,-1 11 0,-3 1 0,0 9 0,-2-3 0,-1 2 0,0 1 0,-1-1 0,0 0 0,0-3 0,-1-1 0,1-3 0,1 2 0,2-7 0,7 1 0,1-10 0,8 0 0,2-3 0,18-7 0,-5 0-490,12-6 490,-11 2 0,1-2-22,11-9 22,1-4 0,-3 0 0,-7 1 0,-9 4 0,-10 6 0,0-1 0,-11 7 488,-4 1-488,0 1 24,-2 2-24,-1 1 0,0 1 0,0 1 0,0 1 0,-2 1 0,0 0 0,-1 1 0,0 2 0,1 2 0,-2 3 0,0 2 0,-1 8 0,2-5 0,-1 6 0,1-7 0,2 0 0,0 0 0,1-3 0,0 0 0,0-2 0,2-1 0,0-2 0,3-2 0,1 0 0,2-2 0,1 0 0,1 0 0,1-1 0,2-1 0,-1-2 0,2-1 0,-2 1 0,5-3 0,-6 4 0,1-2 0,-7 3 0,-1 0 0,-1 1 0,-1-1 0,-1 0 0,0 0 0,0 0 0,0-1 0,-1 1 0,0 0 0,0-1 0,0 0 0,0 1 0,0-1 0,0 0 0,0 1 0,-2 0 0,1 0 0,-2 0 0,0 1 0,0 0 0,0 1 0,0 0 0,-1 0 0,2 0 0,-2 0 0,0 0 0,1 0 0,-1 0 0,1 1 0,0 0 0,1 1 0,-1-2 0,2 1 0,0-1 0,4 0 0,-1 0-158,4 1-352,-3-1-257,0 2-426,2-1-924,0 0-3065,1 0-4356,-1 0 9538,0-1 0,-2 0 0,-2 0 0</inkml:trace>
  <inkml:trace contextRef="#ctx0" brushRef="#br0" timeOffset="103110">21324 8226 17518,'0'-5'4918,"0"1"-1255,0 4-3299,22-60-50,-12 41-177,3-15 0,1 4 76,-5 22-62,-1 3-50,-1 2-17,-2 2 6,0 0-23,-2 4 11,1 2-5,-2 5-6,1 5 17,-2 2 0,1 4-22,-2 2-23,-2 2-11,-2 1-17,-2 0 0,-4 11-44,2-9-46,-2 6-49,5-10-102,0-2-151,2-1-184,0-1-253,2-3-347,1-2-426,0-3 1591,9-2 0,-7-5 0,8-2 0</inkml:trace>
  <inkml:trace contextRef="#ctx0" brushRef="#br0" timeOffset="104085">21778 8275 16269,'3'-4'6492,"0"0"-1513,-3 4-4884,-6-26-28,3 21 12,-4-18-12,4 27-17,2 0-5,0 1-17,1 0-17,0 0 29,1-1 4,1 0 7,4-2-23,3 0 17,3-2-12,4 0 6,3-2 62,27-10-84,-14 2 11,18-9 35,-12-2-63,-10 2 0,5-7 0,-13 5 0,-2-3 0,-3-2 0,-1 0 0,0-11 0,-6 11 0,0-5-3392,-6 16 3392,-2 4-277,-1 3 277,-1 3 0,-3 2 0,-2 2 0,-1 1 0,-3 3 0,-2 2 0,-3 5 0,-3 3 0,-1 3 3255,-11 12-3255,8-4 414,-7 9-414,14-7 0,1 0 0,4 1 0,3-1 0,4 0 0,3-1 0,4-1 0,2-2 0,14 5 0,-1-10-259,22 6-4,-11-15-1345,13 0 1289,-9-7-2930,2-2 3003,1-3 55,-2-2 68,-1-2 22,6-10 101,-12 3 12,5-7 16,-6-4 0,-8 6 16,4-8 12,-8 10 12,-1 2 10,0 1-5,-2 2 949,2 1-893,-5 4 3319,0 2-3387,-5 4 40,-3 2-28,-2 5-6,-2 1 73,-6 13-73,-3 3-50,-4 7-3398,4-5 3381,4-3-430,5-7 408,1-1 16,2-2 6,1-2 11,1 1-5,6-3 5,8 0-11,10-5 3207,9-7-3207,-3-1 6,-1-6 626,-1-7-621,-6 3 0,4-7-11,-7 7 6,0-2-1,0 1-5,1 1 28,5-1-22,-7 6-1,4-1-5,-11 9 12,-3 1-12,1 2 0,-2 7 11,0 5-6,-3 3-10,0 3 10,-3-4 1,0 0-6,2 6-11,1-2 28,4 4 27,8-6 12,9-7-33,1-5-12,6-5 0,-5-3 0,4-2 23,20-10-34,-10 2-304,15-7 349,-3-10-1034,-14 3 1034,7-11-6,-18 5 6,-4-3-2944,-2-4 2944,-3-5 2,-7 11 1,-2-4-983,-1-9 0,-1-1 935,-1 10 0,-1 0-125,-3-7 0,-2 5 125,-5 14 430,-3 0-430,0 16 0,0 4 2062,-3 3-2062,1 3 3082,-8 12-3082,5 3 0,-12 26 0,7-6-1418,-5 18 1418,6-8 0,2 6-248,6-13 0,0 0 248,-2 22 0,5-21 0,0-1 0,3 14 0,6-2 0,5-1-1060,9 0 1060,7-3 0,8-2-2097,4-4 1900,5-3-355,-12-15 1,3-1-203,2-3 1,2-2-4163,7 0 1,-1-1 4028,-11-6 0,-3-2 1,10-1-1,-30-5 0</inkml:trace>
  <inkml:trace contextRef="#ctx0" brushRef="#br0" timeOffset="104252">23297 7922 20220,'52'-28'-1632,"0"1"0,-3 2 0,-4 8 1632,6 19 0,-23-1 0,-2 1 0</inkml:trace>
  <inkml:trace contextRef="#ctx0" brushRef="#br0" timeOffset="105044">24947 8267 22683,'13'-50'584,"0"0"1,-1 4-1,0 6-192,0 5-78,1 4 173,4-3-286,-5 14 661,2-2-811,-7 15-18,-3 3 227,-2 2-260,-2 3 155,0 10-127,-1 3 17,-2 11-11,-3 2 10,-3 5-21,-3 3-425,-2 2 446,-3 0-16,0-1 28,-8 13-28,7-13-22,-6 6 22,11-17-22,0-5-6,4-3 33,1-7 6,4-4 6,1-3 22,3-6-33,2-4 850,2-6-834,3-5-55,4-4 33,2-4-28,2-2-518,2-3 579,1-3-44,1-2-672,2-3 678,-1 1 5,2-1-6,-2 3 6,1 2 0,-2 5-244,-1 3 232,-1 4-27,-1 2 11,-1 5 0,-1 3-5,0 4-1,0 2-16,3 4 38,-1 2-32,2 6-1,9 15 17,-7 1-174,6 12 163,-11-3 17,-1 3-51,-5 1 45,-4 1-6,-2 0 1,-4 0-1,-3-3 23,-4-3-6,-3-2 457,-1-4-423,-1-3 166,0-6-183,2-3 0,1-5 0,3-3 688,1-3-682,2-3 185,1-3-219,2-3 0,3-15 0,2 2 0,11-24 0,-1 14-1237,7-11 1237,-3 10 0,2 1 0,1 1 0,1 1 0,0 3 0,0 2 0,1 4 0,0 2 0,0 5 0,1 2 0,1 5 0,11 2 0,-7 4 0,8 5 0,-12 2 0,-1 5 0,1 1 0,-2 2 0,0 2 0,-2 0 0,-3 2 1140,-2-1-1296,-2 2-102,-3 1-156,0-2-141,-2 0-234,0-1-338,1-3-345,0-2-797,0-1-1797,2-4-4818,-2-1 8884,0-3 0,-5-2 0,-3-2 0</inkml:trace>
  <inkml:trace contextRef="#ctx0" brushRef="#br0" timeOffset="105404">26085 8113 16885,'3'-4'5618,"0"1"-885,-3 3-4733,32-38-17,-24 28 17,25-26 0,-32 41 6,2 2-6,-1 2-6,2 2 6,-1 0 0,2 0 0,0-1 6,2-1 5,1-1 28,10 1-5,8-5-17,1 0-1,4-5 18,-8-3-12,1-3 18,-2-3-1,-1-3 0,-1-1 23,-1-2-1,-3-2 1,-1 0 11,-4-3 5,-1-2-22,-2 0 17,-2-3-6,-2 1 0,0-1 17,-3 2 6,0 2 5,-1 2-11,0 3 0,-1 4-6,-2 2-37,-3 4-41,0 2 0,-3 1 0,-2 3 0,-4 2 0,-5 3 0,-5 4 0,-4 6 0,-3 3-1197,0 4 1197,1 2 0,1 0-250,4 2 250,4 1 0,4 1 0,5 1-191,4 1-196,5 1-201,3 1-341,7 0-584,4 0-1965,10 0 3478,8 3 0,-12-16 0,1-2 0</inkml:trace>
  <inkml:trace contextRef="#ctx0" brushRef="#br0" timeOffset="106244">26430 7895 22138,'9'-60'907,"-2"13"632,-5 43-1388,-2 3 806,0 0-845,-9 10-67,0 1 5,-10 9-16,1 1-40,-2 1 40,-3 4-1,-2 2-5,0 2 324,-1 2-336,2 0 956,0 2-938,5-1-1,0-1 1,4 11 103,6-12-98,5 15 0,8-23 6,6 4 11,4-13 51,16 1-29,9-7 17,17-3-2309,-8-8 2259,-1-6 6,-14-2-12,-2-3 22,-2-2 18,-3-2-2645,-5-1 2656,-4-3-1428,-6-1 1361,-4-3-23,-5-16 0,-6 8 0,-5-10 0,-5 14 0,-2 4 0,-1 2 1103,1 5-1103,-6 2 0,8 7 0,-3 3 2478,4 6-2478,4 3 2761,-4 3-2761,4 3 0,-1 3 0,0 3 0,0 3 0,-1 11-242,3-4-307,1 8-1607,7 4-202,3-9 2358,5 11 0,-3-23 0,1-1 0</inkml:trace>
  <inkml:trace contextRef="#ctx0" brushRef="#br0" timeOffset="107313">26796 8124 19848,'2'-6'4571,"-1"2"-8758,-1 4 4735,12-60-72,-7 35 427,2-11 1,1 0-294,-3 9 642,0 7-1079,-1 1-150,-2 10-46,-1 6 3399,-1 5-3410,1 3 34,-1 3 22,3 8 12,2 15-40,3 8 12,0 3-1015,1-1 1014,-2-13 1,2 1 0,0-1-18,2-1 18,1-3-12,3-3 1,6-1 10,-4-9 7,4-1 55,-2-10 0,-1-10 966,5-9-1033,-6-4 0,-3-6 0,-3-8 0,-3 6 0,2-12 0,-1-5 0,-1 12 0,3-12-7,3 6-167,-3 11-89,3-3-118,-4 15-111,0 6-80,1 4-77,2 5-976,9 7 505,-4 5-309,9 6-2782,-1 11 1147,-6-4-974,4 9-62,-9-8 3293,-1 1 807,-2 1 0,-1 0 0,-2-1 0,-1-2 0,-3-1 0,-2-3 6744,-3 2-3176,-2-7-852,-2 1-655,0-7-526,-1-2-370,2 0-235,0-2 454,1 0 458,1-1-1730,5-2-28,7-5-73,3-1-5,5-3-3387,0 1 3398,4 0 5,16-5-22,4-2 6,1 0-1,-4-1 12,-14 4 11,-1-1 23,-3-1-7,-3-3 57,4-12-78,-7 5 10,1-10 3443,-6 1-3364,-6 5-73,-1 4 1,-4 9-18,-3 12-5,-2 1 0,-4 2-29,-3 2 46,-4 3-23,-4 5 17,-17 13-22,7-2-1094,-11 9 1101,13-5-13,0 1 0,3 0 0,2 2-3030,4-1 3030,2 0-428,4-1 428,3 0-241,4 8 241,4-10 636,4 5-647,6-11 3019,4-3-2997,7-2-11,4-4-2556,6-3 2545,5-2-1751,3-3 1762,2-4-250,18-9 267,0-9-5,-1-3-12,-11-4 0,-18 5 0,-4-3 0,4-18-140,-5-7 140,-10 19 0,-1-2 0,-3 2 0,0 1 2181,1-15-2181,-2 11 0,-3 17 0,0 4 2785,2 0-2785,-1 6 556,1 1-556,-2 6 316,0 2-316,1 4 0,1 3 0,2 9 0,4 5 0,0 7 0,1 4-460,0 3 460,-2 1 0,-1 0 0,-1-2-880,-2 0 880,-1-2 0,0-1 0,-2-1 0,-2-1 0,0-2 418,-3-3-418,-3 0 0,-4-1 0,-6-1-208,-5-1-4049,-20 4-5574,10-9 8960,-9 1 0,25-13 1,6-2-1</inkml:trace>
  <inkml:trace contextRef="#ctx0" brushRef="#br0" timeOffset="107727">29362 8094 23359,'-9'0'1451,"3"0"-208,6 0 135,0 0-1188,-54-69-3917,42 37 3780,-15-10 0,6-4 48,43-13-224,-4 25 0,2-2 123,-1-1 0,2 0-834,2-2 0,0 2 834,-6 8 0,-1 2 0,-1-1 0,0-1-253,11-25 253,-5 3 0,-6 5 0,-6 7 0,-6 1 0,-6 17 1735,-5 3-1735,-4 15 0,-4 7 0,-5 6 633,-5 10-633,-6 10 0,-4 6 0,-2 8 0,0 5 0,15-9 0,1 2 0,6-9 0,1 0 673,-3 12 0,3 0-673,6-13 0,2-1 0,-3 31-683,4-2 683,4-2 0,4-3-80,2-2-104,5-1-113,0-2-303,-2-15 1,-1 0-588,4 17 209,-4-19 1,-1-1-3468,1 8-5082,-3-8 9667,0-7 1,-2-12 0,-1-7 0</inkml:trace>
  <inkml:trace contextRef="#ctx0" brushRef="#br0" timeOffset="108210">28972 7978 22735,'-20'-43'123,"0"0"0,2 3 0,9 8-89,24 16 1295,10 0-1318,8 2 0,8 2-1101,9 2 1096,7 3-9,-25 4 0,0 0 3,2 0 0,1 0 0,2 1 0,0 0-6,0-1 1,1 1 5,0 0 0,1 1-379,-1-1 0,0 0 362,-1 0 0,0 0 6,0 0 0,-1 0-3,0 0 0,-2-1-934,0 0 1,-1 0 941,30-4 6,-5 1-791,-6-2 813,-7 0 357,-9 0-323,-9-1 884,-9 1-873,-8-1 2688,-6 0-2660,-5-1 1559,-4 2-1520,-5-1 620,-4 2-603,-4 2 11,-3 2 12,-4 2-12,-4 4-11,-3 3-33,-2 5-566,0 4 498,1 3-33,2 3-6,3 2-11,5 1 0,5 2 6,5 0 10,5 1-4,4-1-1,4 0 6,5-2 33,27 13-39,-7-15 0,20 9-11,-14-20 17,1-2 11,0-3 11,0-3 6,-2-2-387,-2-4 415,-3-3 6,-3-4 10,-2-5-16,-3-2 0,-4-3-12,-3-4 7,-4-3-11,-3-4-57,-5-2 0,-3-1 0,-3 0 0,-4 2-2757,-3 1 2757,-1 3 0,-1 2-313,-1 4 313,1 4 0,1 3 0,1 5 0,1 4 0,3 3 270,1 2-270,1 3 3231,0 2-3231,1 3 380,1 5-867,1 4-476,2 3-1110,2 4 1225,6 4 0,-3-11 0,3-1 0</inkml:trace>
  <inkml:trace contextRef="#ctx0" brushRef="#br0" timeOffset="108628">31127 8159 20860,'-8'-44'0,"0"0"0,1 3 0,5 5 1725,18 5-1725,2-3 0,3-3 0,2-4 0,1-4 0,0-4 0,1-2 0,1-3-872,-1-1 872,0-2 0,-13 27 0,0 1 381,0-1 0,-1 0-381,0 0 0,0 0 0,8-30 0,-3 4 0,-4 4 0,-3 8 0,-5 6 0,-2 9 1751,-1 8-1751,-2 7 0,-1 6 554,-1 4-554,-1 3 3145,-3 5-3145,-9 10 0,1 4 0,-8 10 0,5 0-864,-1 6 864,2 6 0,0 7 0,1 8 0,7-8 0,0 3-1430,3-11 1,0 1 1429,0 15 0,1-1 0,3-13 0,1-3-388,0 2 1,2-1 283,1-2 1,1 0-49,1-1 1,0-1-62,2-3 1,1 1-399,10 26-335,3-4-533,2-3-1322,5-5 2801,4 1 0,-14-23 0,-1-3 0</inkml:trace>
  <inkml:trace contextRef="#ctx0" brushRef="#br0" timeOffset="108994">31615 7944 26883,'-7'-36'-11,"1"-1"0,0-22 22,31 54-22,-3 1 11,11 0-6,-7 0-5,0 0 11,2-3 6,-2-1-23,-1-2 28,-1-3 6,-1-3 306,4-11-301,-9 5-5,2-7-4035,-12 10 4068,-4 1 877,-2 2-860,-2 2-5,-2 1 27,-4 3-5,-2 0 0,-3 2 0,-1 2-33,-2 1 5,-1 2-17,0 2 0,-1 1-16,-1 4-12,-1 2 0,-1 6-11,0 5 0,-1 3 11,1 4-11,0 3 17,-3 18-28,7-8 5,0 13 12,10 3 87,3-13-144,5-7 1,3-1-226,4 3 80,9 9 3205,0-16-3525,3-2-228,5-4-299,5-2-657,5-5-1302,-6-7 0,3-2 2197,25 2 0,-19-2 1,-26-4-1</inkml:trace>
  <inkml:trace contextRef="#ctx0" brushRef="#br0" timeOffset="109304">32403 7818 16563,'6'-47'1245,"1"-1"0,-2 4 1,-1 6-495,-2 0-118,-5 6-135,0 6-95,-4 4 475,0 7-665,0 3-1838,0 5 1692,2 4 1006,0 3-1056,-2 6 0,0 5 0,-3 8-6,-2 8 0,-1 8-1105,0 5 1111,1 7 5,2 3 213,2 5-229,3-14 0,1 1-1,2-10 1,1 1 693,-2 10 0,2 1-699,3 17 6,1 1-6,3 1-6,-2-31 1,0-1-18,0 2 1,0-1-23,3 30-44,-1 1-35,-3-5-55,-1-4-118,-7-5-89,-4-6-118,-10-7-381,-19-2 622,5-15 157,-12-3 61,13-18 2862,1-7-2767,-4-21 56,7-19 28,14 13 1,4-2-110,4 5 1,3-1-18,3-1 1,3 1-26,9-18-34,8-2-120,2 14 0,2 1 9,-4 10 1,2-1-2953,19-18 0,2 2-1802,-17 22 1,-1 1 4406,8-5 1,-3 3-1,-9 9 1,-8 7-1</inkml:trace>
  <inkml:trace contextRef="#ctx0" brushRef="#br0" timeOffset="109686">32523 8128 28154,'44'-34'54,"0"1"0,-3 2 1,-5 3-27,-3 2-712,0-3 707,1-4-18,-2-3 17,-9 4 1,-1-1-3829,11-20 3814,-13 17 1,0-2 7,-2-4 1,-1 0 141,-5 10 0,0-1-158,2-10 0,0-1-166,-5 2 0,0 2 188,2-20-11,-5 24 1,-1 0 16,-2-16-1751,-3 19 1740,-4-2-5,0 21 1925,-2 4-1937,0 5 589,0 2-589,-3 3 0,0 6 0,-4 4-1857,2 6 1857,-2 6 2204,-3 7-2204,-8 28-1639,4-6 1639,7-15 0,1 0 0,-5 23-1704,2 2 1704,8-30 0,1 1 0,1 0 0,0-1 1541,0 32-1569,3-3-335,4-1 228,2-21 1,3 1-188,1-2 0,2 0 36,-1-1 1,3 0-634,11 22-2244,7-11 3163,-4-12 0,-3-6 0,-10-17 0</inkml:trace>
  <inkml:trace contextRef="#ctx0" brushRef="#br0" timeOffset="109853">32752 7789 24035,'-25'-43'127,"1"0"0,1 3 0,11 9 1131,22 21-1286,6-1-22,5 4-102,4 0-139,5 4-2033,25 1-7507,8 7 7508,-5-2 1,-17 3 0,-30-5 0</inkml:trace>
  <inkml:trace contextRef="#ctx0" brushRef="#br0" timeOffset="110061">33323 7910 27034,'-5'0'1300,"1"0"-963,4 0-337,-5-54-197,12 42 197,2-30 0,3 46 0,1 7 0</inkml:trace>
  <inkml:trace contextRef="#ctx0" brushRef="#br0" timeOffset="115893">2909 11432 20654,'0'-3'1878,"0"0"-1283,0 3-339,2-60-145,-1 41-12,0-16 0,-2 2-56,-1 24-34,-6-1-166,1 6 110,-6 2 63,-3 2-8,4 4 105,-6 2 4,4 3 78,-1 2 47,-1 2 123,-5 3-50,-14 14-90,2-5-1760,-13 13 1677,6-7 21,-3 2-43,-2 4 33,-2 0-14,1 1-6,5-2-27,5-2-51,8-4 47,10 3-93,12-11-26,10 2-72,10-13 22,24 1-152,-3-7-338,18 0 286,-8-7 936,4-1-884,3-3 154,-14 0 0,3-2 49,0-1 0,0 0 35,-1 0 0,0-1-696,-6 1 1,-4 0 750,4-2-825,-9 1 881,-9 2 257,-7 2-273,-5 0 532,-6 2-576,-11-1-58,-10 1-5,-5 1-1,-6 1 1,3 7-13,-2 1 12,-3 6 5,-2 4 724,0 2-730,-1 4 7,-1 2-1,2 2 17,1 2-23,3 1 7,-3 13-24,12-12 24,1 8-12,18-17 733,3-1-744,9-4-19,4-2-26,10-1-33,7-3-79,6-1-965,8-2 685,7-3-202,6-3-291,7 0-434,-28-2 1,0-1 153,3-1 0,0 1-944,2-3 0,-1-1-2086,-2 1 0,0-1 4251,25-5 0,-28 4 0,-14 3 0</inkml:trace>
  <inkml:trace contextRef="#ctx0" brushRef="#br0" timeOffset="116237">3794 11613 22907,'-18'-39'317,"1"-1"1,1 4 0,-1 10-161,-1 26 738,-1 4-811,0 6 56,-13 18-107,5 0-119,-10 13 92,10-6-566,0 4 560,0 1-11,1 1-28,0 2-17,3 1-62,1 0-22,1 0-62,3-1-83,2 0-69,3-2-122,2-2-78,2-3-56,2-5 100,1-8 578,3-7-292,1-8 162,1-8 23,1-9 138,-1-6 63,-5-22 197,-6-8-124,-1-3 29,-2 0 78,3 16 953,0 2-914,2 2-23,2 3-27,3 5-90,2 3-67,1 6-57,4 3-61,5 5 12,5 1 4,8 4 18,25 9-62,-3 0-1503,-11-3 1,0 2 1463,23 4-6,4 2-329,-27-7 0,0 0 290,0 1 0,0 0-28,1 2 0,0 0-57,-1 1 1,0 1-84,-1 1 0,0 0-118,-1 2 1,-1 1-239,-1 0 1,0 1-642,-2 1 0,-1 1 1221,4 3 0,-4 0 0,3 1 0,-3 0 0</inkml:trace>
  <inkml:trace contextRef="#ctx0" brushRef="#br0" timeOffset="116480">2087 12938 15185,'-49'9'360,"-1"-1"0,7 0 1,7-2 2406,15-3-2588,11-2 1386,11 0-1397,13-4 29,14-3-12,21-5-321,7-3 1,6-1 166,-9 3 0,3-1-17,-3 0 1,4-1 0,-1 1 0,-10 2 0,-1 1 0,3-1-1,6-1 0,4-2 0,1 1 0,-3 0-11,5 0 1,-2 1 0,3-1-3,-1 1 1,2-2-1,1 1 1,-4 2-587,2-1 0,-2 2 1,3-1 540,-10 3 0,4-1 0,2 0 1,0 0-1,-4 1-360,2 0 1,-3 0 0,0 0-1,4 0 249,-1 1 0,4-2 1,0 1-1,-1 0 1,-3 1-380,-3 1 0,-3 0 1,0 0-1,-1 0-741,2 0 1,-1 0 0,1 0 0,0 0 1274,5 0 0,2 0 0,-1 0 0,-7 0 0,11-1 0,-5 1 0,-2 0 0,1 0 0</inkml:trace>
  <inkml:trace contextRef="#ctx0" brushRef="#br0" timeOffset="118511">7571 11678 20756,'-31'-39'459,"0"-1"1,1 0-1,1 4 1,1 1-1,4 8-123,-7 3-45,-2 6 168,-16 3-284,10 8-52,-10 2 34,0 15-4836,13 1 4729,-11 11-936,16 0 925,4 3 338,1 4-354,2 3-18,4 3 7,3 3-7,4 1 124,6 1-135,3-2 18,7-1-1,13 9 34,14-5-17,5-5-6,7-10 6,-7-16 1780,2-4-1769,2-4 12,0-6 27,16-8 12,-2-12-32,-22 6 1,-1-1 25,11-15 2763,-11-2-2757,-15 9 1633,-5 1-1650,-3 0 11,-3 0 84,-2-7-84,-2 10 237,-1-4-243,-2 15-5,-1 2-17,0 2-17,-1 4-5,-1 1-29,2 2-5,-2 3-17,2 3 23,-1 4 16,-2 13-10,2-1-12,-2 9 11,4-4-11,0 0 11,2 1-11,1 0-11,3 0 16,2-1 1,10 9-6,5-2 0,10 4-6,-4-13 1,1-7-12,-7-10 23,1-3 10,0-2 1,2-2 0,13-10 0,-7 1 0,9-10-3381,-9 2 3375,-2-2 0,0-3 0,-2 0 23,3-12-1,-8-1 1,-3-10-2280,-10 11 2268,-9 4-5,-3 9 2268,-3 3-2262,-2 0-6,0 4 33,-4-2-39,5 6 0,-1 2 1,5 5-1,2 2-45,2 0 29,6 5 3402,1-2-3397,7 3 6,0-3-1,3 0 23,18-1 6,13-3 0,2 0-34,3-2-6,-2 0-3414,-13 1 3426,8 1-1601,-18 2 1595,-1 2 0,6 7 0,-6 6-6,2 11 12,-12 7 0,-9-3-12,-5 1 12,-3-8-1,-1 2 2623,-4 12-2617,-1 6-22,-1 10 11,4-5 0,3-14 11,2-8 0,3-12-17,2-4 2388,6-1-2343,7-5-3397,2-4 3369,3-5-11,-3-4 6,4-4 16,16-11-5,-7 4-12,11-11-5,-2-4-914,-4-5 936,-3-2-5,-10 2-251,-12 11 245,-3 1 23,-2-1-18,-1 1 7,-4 2 2803,0 0-2826,-3 2 11,0 2 1,-3-6-12,2 5 0,-1 0 0,1 7 1351,0 7-1351,1 3 426,2 1-426,1 2 0,7 1 0,5 1 0,3 0 0,5 1 0,-1 1 0,1 0 0,5 2 0,1 1 0,2 2 0,0 2 0,14 11 0,-14-1 0,9 9 0,-11 6-657,-11-5 657,2 9 0,-12-8 0,-3-1 0,-3 0 0,-1-1 0,-2 0 0,0 0 0,0 11 0,0-9-402,1 9 402,2-14-136,3-2-99,5-2-123,3-2-202,5-3-308,5-3-623,6-4-1668,6-3-6475,1-3 8979,-3-2 0,-16 0 0,-7 0 0</inkml:trace>
  <inkml:trace contextRef="#ctx0" brushRef="#br0" timeOffset="118736">9850 11572 21741,'-9'0'2952,"3"0"-2201,6 0 1147,0 0-1903,49-57-3521,-15 39 3484,4-14 0,3 3-92,13 21 202,4 2-359,3 2-140,2 1-596,-31 2 1,0 1 569,0 0 1,0 1-899,31 3-2494,-3 3 192,-4 3 3657,0 5 0,-27-7 0,-3 0 0</inkml:trace>
  <inkml:trace contextRef="#ctx0" brushRef="#br0" timeOffset="118905">10251 11936 22430,'-43'15'515,"-1"0"0,5-1 1,10-5-298,23-8 1289,3-3-1423,7-1 465,3-4-521,7-1-22,7-3 11,5-1-34,8-1-723,5-1 650,6-1-100,5 0-84,4 1-135,5-1 70,-28 8 0,1-1-334,2 0 1,0 1-1147,1-2 0,2 1 1819,8-3 0,-3 2 0,3-2 0,1 0 0</inkml:trace>
  <inkml:trace contextRef="#ctx0" brushRef="#br0" timeOffset="119420">12452 11252 20683,'-3'-3'1680,"0"1"947,3 2-2297,-23-64-454,15 40 250,-5-13 0,1 2 227,8 20-196,-1 3 23,0 3-96,0 1-22,-3 2-6,0 3 185,-4 0-219,-1 3-5,-4-1 5,-3 3-10,-5 1-7,-3 3 6,-5 2-752,-4 1 753,-4 0-1,-4 1 6,-3-2-17,-2 1 11,-1-1 0,1-1 6,3-3 22,4-1-5,7-2-3131,7 0 3159,7-1 16,8-2-16,5 0-6,4-2-6,3 0 491,0 1-496,2 0 3391,0 1-3430,2 2 0,0 0 5,2 3-17,0 2 17,-2 5 1,2 3-7,-2 6 23,-1 5-17,0 5-3386,-4 4 3403,-2 4-1929,-5 2 1940,-2 4-1611,-2 0 1628,-1 3-551,3-11 1,-1 2 539,-5 19 149,5-18 0,1-1-189,-3 14 900,4-2-899,6-2-6,2-5 0,7-1-6,5-5 0,6-2 6,8-3 0,5-4-28,7-3-61,8-5-74,7-3 872,7-5-998,-25-7 1,1-1-208,2-1 1,1-1-508,2 0 0,1-1 1003,8-1 0,-2 0 0,4 0 0,-2-1 0</inkml:trace>
  <inkml:trace contextRef="#ctx0" brushRef="#br0" timeOffset="119878">13487 11549 20537,'5'-53'1068,"0"-1"0,-1 6 0,0 6-144,-3 4 51,-3 2-645,0 15-95,-1 0-4,1 17-147,1 2 32,-1 8-55,2 4 12,-2 9-11,-1 5-17,-3 6 124,-1 5-136,-2 4-22,-1 4-2781,1 2 2737,0 2-85,6-12 1,0 0-1995,1 18 1885,3-18 0,2-1-529,8 11-695,6-2-1708,5-3 3159,8 3 0,-14-21 0,1-2 0</inkml:trace>
  <inkml:trace contextRef="#ctx0" brushRef="#br0" timeOffset="120077">14090 11780 27074,'-6'41'-168,"-1"0"0,1-1 0,-1-2-460,-7 10-627,4-3-1613,4-14 2095,3 2 1,1-16 0,1 0-1</inkml:trace>
  <inkml:trace contextRef="#ctx0" brushRef="#br0" timeOffset="120760">15273 11399 24776,'12'-43'241,"0"0"0,-2 3 0,-2 8-34,-5 20 175,-1-2-208,0 2-28,-1-1 159,-1-5-198,0 5 9,0-4-32,0 6 87,-1 0-98,1 0-23,0 0 46,0-3-35,2 0 51,-1 0-56,1 4 6,-1 4-12,-1 3 73,0 2-89,-2 6-6,-1 3-11,-5 8 11,-9 19-11,2-1-199,-9 17 204,10-18 1,-1 1-2837,-9 20 2830,8-19 1,0 2 5,1-1 1,2 0-163,2 0 0,2 1 146,0 5 0,3-1-12,7 16-508,12-16 514,7-22 39,4-5-11,5-7-64,2-3 69,5-8-21,3-5-1,3-8 0,2-5 6,3-4 877,1-4-877,-1-3-1,-2-1 7,-3-2 10,-5 0 143,-5 1-148,-5 0 28,1-10-34,-10 13 2,-1-4-24,-9 13 0,-4 9 595,-2 3-595,-3 9 257,-2 7-257,-3 3 1772,-4 8-1772,-10 20 0,3-6 0,-5 13 0,4 4 0,7 6-557,2 2 557,8-1 0,5-15-52,2 0-914,10 19-770,4 2 1736,-8-18 0,1-2 0,2 3 0,-4-5 0</inkml:trace>
  <inkml:trace contextRef="#ctx0" brushRef="#br0" timeOffset="120952">16297 11697 22049,'1'-3'2801,"-1"0"-555,0 3-2218,-48 70-2317,32-41 2249,-12 13 1,3-1-145,17-16-214,4-1 183,2-2-2054,5-2 2269,4 1 0,-3-11 0,3 0 0</inkml:trace>
  <inkml:trace contextRef="#ctx0" brushRef="#br0" timeOffset="121512">17628 11143 23260,'-41'-27'95,"0"1"0,3 1 1,5 8-52,15 16-16,-5 3 532,0 0-544,-5 4 770,-1-1-758,-20 5 5,-7-1-647,19-4 1,0 0 630,-20 2 0,8-2 516,22-4-521,6 1 419,5 0-419,4 0-1,4 2-6,3 0 12,1 2 17,2 1 1882,0 2-1826,2 8 170,0-1-215,0 7 5,0-2 17,2 4-11,-1 1 0,1 2 6,-1 1 27,-1 12-49,0-10-407,-3 9 384,0-13 16,-4-1-10,0-2-1,-2-1-5,-1-3 5,1-1 1,-2-2 16,2-3 34,-4 0-23,4-5 6,-2-3 6,5-4-1,2-2 396,1-3-418,0-2 34,-3-11-29,3 0-10,-1-7 16,2-7-38,4 6-12,3-9 5,5 12 6,4 2-11,2 2 6,4 3 0,2 2-12,1 4 6,1 3 0,2 2 0,0 4-3398,-1 4 3404,-1 5-12,-1 4-5,-1 3 17,-2 2-12,-2 1-11,-2 2 6,-3 0 0,-3 0-6,-3 1 6,-3 0-11,-2 0-12,-3 0-5,-5 0-6,-5-1-22,-6-1-84,-3-1-40,-6-2 2828,-2-1-3029,-2-3-129,-1-2-251,-2-4-495,1-2-1281,0-4 1739,-4 0 1,18-2 0,0 0 0</inkml:trace>
  <inkml:trace contextRef="#ctx0" brushRef="#br0" timeOffset="121767">18070 11732 23959,'-5'1'1603,"0"0"-35,5-1-1546,-53 32-89,27-1-6,-7-6 0,2 2-3091,8 12 2587,8-8-593,3 0-988,3-1-7673,5-3 9828,2-5 1,1-10-1,1-6 1</inkml:trace>
  <inkml:trace contextRef="#ctx0" brushRef="#br0" timeOffset="122187">19795 10941 19608,'-49'-10'474,"1"0"1,2 2-1,4 4-205,-4 17-70,12 2 0,0 3-54,-19 14-89,19-9 0,1 2 23,-11 18-6,4 5-45,21-22 0,2 1-3,1 0 0,0 1 14,-12 28-22,4 1 0,3-1 5,4-1-25,10-18 1,1 0 13,0 18-17,4-21 1,2-2 5,5 9-1817,6-5 1812,5-2 5,5-5 1515,3-4-1510,2-5 1,4-4 691,0-6-685,1-5-7,-1-5 6,0-5 1,-3-4 4,-2-6 1062,-3-3-1028,1-15-16,-8 6 3236,-1-22-3231,-12 19 12,-5-9-40,-5 13 17,-4 2 0,-4 2-11,-3 4 22,-3 2-17,-4 5-16,-2 3 5,-3 3 6,-1 3-11,-1 3-1,2 2-10,3 4 5,4 4-12,4 2-16,5 4-33,5 1-118,5 3-101,2 1-236,7 3-368,5 0-691,7 1-2065,5 0 2930,8 2 0,-13-13 1,1-1-1</inkml:trace>
  <inkml:trace contextRef="#ctx0" brushRef="#br0" timeOffset="122386">20162 11740 25937,'-25'26'-115,"1"-1"0,-16 21-182,34-18-375,2 1-4931,1 2 747,2 2 4646,1 4 1,0-17-1,0-1 1</inkml:trace>
  <inkml:trace contextRef="#ctx0" brushRef="#br0" timeOffset="122953">20997 11407 22968,'46'-18'616,"-1"-1"0,-3 2 0,-8-1-218,-17-3-62,-3-3-72,-2-4-2964,-3-3 2907,-3-3-2011,-3-1 2028,-2-1-1770,-2 2 1731,-4 3-307,-2 4 245,-5 4-33,-4 5-12,-2 4 968,-18 7-995,6 5 2,-6 10 0,-3 5 1179,-16 16-1224,21-10 0,2 1 4,-13 19-7,17-8-22,4 2-1460,2 0 1483,5 1-1,3 12-10,8-13 5,5 7 663,16-11-647,3-9-16,11 2 12,-3-12-18,4-4 23,17-4-12,-9-5 12,10-4 11,-1-14 1506,-2-8-1517,-2-1 16,-10-1 2997,-10-3-2962,-9 9-1,-1-7 22,-8 12 18,-3 4 100,-2 0-184,0 7-23,0 2 0,-5 12 0,-1 4 0,-6 8-2227,-2 7 2227,-1 6-2219,-2 4 2219,0 3-190,-5 20 190,6-11 0,6-17 0,2 3 0,0 13 0,3 1-29,-1 14-793,3-12 0,2-1 531,6 4-197,6-1 1112,4-3-1850,6-1-1060,4-4 2286,6 1 0,-13-21 0,-1-3 0</inkml:trace>
  <inkml:trace contextRef="#ctx0" brushRef="#br0" timeOffset="123353">21809 11058 24759,'33'-42'233,"0"-1"1,5 1-1,0 10-132,0 18-1338,14 0 1315,-16 6-5,1 3-6,-1 2-14,-2 0-19,-1 2 481,-2 1-470,-3 0-6,-1 2 180,4 2-191,-8 2 33,8 7-44,-17-3 5,3 5 1,-9-1-6,-1 3 851,-2 3-851,-3 5 5,1 1-5,-2 19-11,0 11-2852,-1 2 2863,1 4 6,-1-16-1257,1 3 1273,2 2-206,-1 1 190,2 3-307,0 2 295,-1-16 1,2 3 955,1 1 0,1 2-973,3 12 1,0-1-36,-1-12 1,-1-3 15,1-2 0,-1-3-54,1 11 90,-5-2-269,-3-6-291,-7-3-672,-8-6-2504,-10-4 3725,-12-2 0,15-13 0,-1-2 0</inkml:trace>
  <inkml:trace contextRef="#ctx0" brushRef="#br0" timeOffset="126062">21628 11796 19195,'14'-60'68,"-5"16"2469,-18 58-2543,-3 4-11,-3 5-1385,-9 16 881,5-6-582,-6 13-583,8-13 1686,0 7 0,8-20 0,2 0 0</inkml:trace>
  <inkml:trace contextRef="#ctx0" brushRef="#br0" timeOffset="127203">21925 11448 9458,'-3'0'5086,"0"0"3725,3 0-7999,-9-22-493,6 12-17,-6-19-27,9 17-40,1 0 129,4-7-257,0 5-6,5-4 44,5 3-94,-1 5-18,6-3-5,-3 8-11,2 1 0,2 2-6,1 1-3392,1 3 3392,1 3-865,-2 2 865,-1 6-351,4 13 340,-11-3-184,1 10 179,-12-6 2708,-6 1-2731,-5 4 954,-10 1-926,-1-6 0,-3 0-119,-6 3 0,-2 1 122,-8 7 0,-2 0 11,8-8 0,1-2-614,2-3 1,3-2 621,-3 3-10,6-3-437,8-6 442,6-3 11,5-6 22,7-3 300,15-5-221,21-10-90,6 1-530,14-7 513,-11 4-5,5-1-1422,2 2 1332,1 0-417,-15 4 1,0 1-3782,19-2 4271,-16 2 0,-4 2 0,-10 1 0,-3 1 0</inkml:trace>
  <inkml:trace contextRef="#ctx0" brushRef="#br1" timeOffset="134503">13112 12738 17445,'-12'-61'1311,"0"0"0,2 11 1,1 6-1506,-1-7 695,6 18-163,2 4 305,2-7-456,2 13-32,4-4 357,0 15-408,2 2 350,1 2-455,-1 4 63,1 1-12,-2 4-5,-2 3 232,1 2-232,-1 3 0,1 3 651,-2 3-646,0 2-4,0 5 26,-3 15-44,0-4-1009,-2 10 1009,-3-9-6,-1-1-252,-3 0 258,0-1 0,0-1-6,1-2 1,1-3-1,1-2-16,1-4 11,1-3-2978,2-3 2961,0-4 670,1-2-648,1-3 190,2 0-156,4-2-28,0 1 5,4-2 1,0 0-6,2-2 3386,2 0-3380,13 0 5,8-4-22,2 0-1338,4-2 1327,-9 0 5,4 0-321,3-2 299,2 2-2821,4-2 2832,2 1 6,-11 2 0,3-1-749,4 2 1,2-1 742,1 0 0,-1 1 130,1 0 0,-1 1-136,4 0 0,-2 1 0,-11 0 1,0 0-678,12-1 0,0 1 689,-15 1 0,-2 0-1,1 0 1,1 0 580,11 1 0,3 0-592,2-1 0,0 1 6,-1 0 0,0 0-129,-3 0 0,-3 0 118,19 1-1,0-1-34,0 2 23,1 0-5,1 2 6,-33-3 0,3 1-20,14 1 0,1 1 19,-11-1 1,0-1 131,13 2 0,-1 0-134,-13-1 0,-2 0 8,0 0 0,0-1-97,-1 1 1,0 0 101,-1-1 1,-1 0 6,29 0-23,-6 0 22,-6-1 6,-8 0 0,-5-1 1497,-7-2-1486,-5 0 530,-4-1-530,-3-3 2490,-4 1-2485,-1-3 1234,-1 2-1234,0-2 432,4-4-420,-4 1-17,4-2 6,-5 3-1,0 0 1,-1 0 11,0 1-33,-2-2 33,0 0 5,-2 0-16,0-2 33,-2-2 34,2-9-28,-3 4 6,1-9-6,-2 8 17,1-1 0,-1 1 27,0 0 18,0 1 145,1-7-145,-1 9-29,1-5-21,-1 10-7,0 3-50,1-1 17,-1 3-5,0 1-40,-1 1-11,0 2-106,0 2-236,0 1-632,-3 3-4085,-2 2 5087,-3 4 0,3-2 0,0-1 0</inkml:trace>
  <inkml:trace contextRef="#ctx0" brushRef="#br0" timeOffset="144138">13302 11277 14325,'-8'-4'4975,"2"0"-2937,6 4 623,0 0-2381,-58-12-4274,36 10 4111,-12-4 1,2 1-711,16 8 823,0 0-75,2-1 35,0 1-39,3-1 57,0 1 2400,5 0-2541,-1-1 2475,6 0-2446,0-2 70,1 3-88,0-2 12,3 2 11,2 0 5,3-1 12,3 0-6,5-1-23,5-1-16,4-2-17,4-2 56,19-7-56,-7 2-17,14-5 1,-14 4-402,0 0 390,-1 1 0,-2 1 0,-2 4-6,-4 1 1,-5 2 5,-5 4-17,-4 3 11,-4 4 12,-5 5 0,-2 3 5,-4 6-6,-1 2-10,-5 6 5,-3 2 11,-5 5 6,-3 3 11,-2 3-6,-2 2-5,1 3-574,1 2 563,-1 0-1,2 0-5,3-2-5,1-2-12,4-2-5,2-2-1,3-3-27,1-3 11,1-1-40,0-4 6,1-3-33,2-4-79,1-3-106,2-4-3222,1-4 2757,1-3-578,3-4-1214,0-4-7125,1-2 9645,-3-2 0,-3 0 0,-3 0 0</inkml:trace>
  <inkml:trace contextRef="#ctx0" brushRef="#br0" timeOffset="144382">13296 11711 21024,'-5'0'2465,"0"0"1131,5 0-3568,31-22 0,-5 11-4280,30-18 4236,-10 18-46,5 0 358,4 0-1156,-13 5 1,3-1-4057,-2 2 1,0 0 3886,-2 0 1,-2 0 0,11 0 0,-37 4 0</inkml:trace>
  <inkml:trace contextRef="#ctx0" brushRef="#br1" timeOffset="151528">15635 10360 22347,'-5'-49'991,"-1"0"0,1 4 0,0 8-1125,1 17 442,1 4 130,-1 2-231,2 4-3,0 4-36,0 3-152,2 14 7,0 2-40,0 26 34,0-8-6,0 13 11,0 6-1599,0-15 1,1 0 1581,0 22 6,3 6 1,-1-37 32,2 6-32,-2-12 16,0 1 33,-1-12 57,-2-5 11,0-2 3554,-2-6-3616,-1-2-5,-3-7 22,-3-12-17,-1-9-28,0-4-5,2-4-12,4 8 12,1-1 50,2-15-68,0 12-4,2-7 21,2 7 6,0 11-22,1-3-22,-2 15 5,0 4 16,-1 3-16,-1 4 6,0 2-12,0 1-22,0 5 28,1 10 17,0 14 6,-1 2-12,1 24-39,-1-1 22,-1 1-803,1-2 809,0-18 0,0 7-6,1-12 12,0 2 16,2-16-11,-1-5 6,0-2 39,-1-4 90,0-2-23,0-10-3217,-1-1 3122,0-10 0,0 0 539,1-5-572,1-4-2247,-1-4 2263,2-2 7,-2-1-1064,2-18 1046,-1 12 1749,0-9-1749,0 19 0,-1 6 0,0 5 0,0 6 0,0 6 2617,-1 4-2617,0 2 2341,0 8-2341,0 1 0,0 18 0,0 9 0,0 2-773,0 4 773,-1-9 0,0 1 0,-1 2 0,0 0-45,1 1-39,0 0-245,0 13-35,0-2 118,0 0-85,-1-9-632,-3-9 336,-1-11-68,-3 2-39,2-13-33,-2-3-51,-1-2 23,-1-3 89,-1-2 191,0-3 982,-1-2-585,0-3 135,-1 0 50,1-2 57,-1 0 375,-5-8-225,5 4 381,-10-15 192,6 5-366,-1-1-16,3 3 11,4 8 6,2 2-12,0 2-16,2 3-67,2 2-96,2 3-73,1 1-61,2 3 45,0 1-186,3 7 1,0 1-11,3 8 5,1-1 11,1 3-5,1 2 17,1 1 16,6 9 1,4 0-12,1 0-383,2-6 400,-4-10-6,1-3 1,3-1-138,0-3 160,0-2-1,1-2 12,1-2-5,0-3-6,1-1 5,0-4-5,0-2 0,-1-1-1,-1 0 7,-3-1-1,-2 0-11,-3 2-5,-2-1 0,-4 3 44,1-2 316,-5 5-378,0 0 139,-3 4-121,-1 0-57,-6 5 7,2 0-18,-6 3 6,2-1-11,-3 1 0,-2 0 5,-3 1 12,-3 0-6,-3 0 11,-17 3 0,-7-1-11,0-1-607,3-5 612,16-3 12,2-1-6,3-2-4,1-3-7,4-4 0,1-2 0,2-2 0,2-2 0,-1-1 0,3-2 0,0 1 0,1-1 0,2 3 0,1 1 0,2 3 602,0 2-602,1 4 0,1 0 0,1 4 0,0 0 0,0 6 0,1 0 0,4 14 0,0-5 0,2 7 0,-1-4 0,0 0 0,0 0 0,1 0 0,1-3 0,2 0 0,1-2 0,2-2 0,1-2 0,2-2 0,1-1 0,2-3 0,2-1-3392,3-3 3392,3-3-1051,4-4 1051,5-2 0,5-3 0,2-1 0,1-1-519,-1 0-428,-2 2-2581,-5 0 3528,0 2 0,-18 6 0,-2 1 0</inkml:trace>
  <inkml:trace contextRef="#ctx0" brushRef="#br1" timeOffset="153719">13356 10560 22272,'-14'-57'1002,"0"-1"1,1 1 0,2 10-706,5 20 278,0-1-239,5 11-258,0 8-27,0 1 98,2 6-121,1 4 33,3 4-44,2 6 11,3 4-12,2 6-10,0 3-6,4 24 0,-2 9-3224,-2 4 3224,-5-3 0,-6-19 0,0-1 6,-1 10 16,0-15-10,-2 6 32,-1-14 96,-2-8 84,0-4 3370,-1-13-3538,0-7-6,-2-8 18,-2-12 21,-3-10 6,-4-16-59,8 21 1,1-2-857,1-3 1,0 1 847,-4-25 5,3 2-2835,3 20 2824,1 2-5,0-7-17,1 14 23,0-5-12,3 16-11,-1 3-17,1 4 6,0 5 1145,0 2-1095,0 2-39,3 11-6,0 0 17,10 36 6,-6-14 2601,5 23-2624,-8-18 0,-1 2-16,-1 0-141,1 15 163,-2-3 6,1 8-1,-1-19-16,-1-10 56,1-14-34,-1-4-5,1-3 5,-1-3 11,0-3 968,0 0-990,0-12 134,1-7-134,-1-17 0,0 1-638,0-4 638,0 6 0,0-2-149,1-22 149,0 14 0,0 6 0,1 1 0,-1 0 0,2-10 0,-2 28 0,0 1 0,-1 12 629,0 1-629,0 8 158,2 10-158,2 15 0,-1 3-582,1 5 582,-2-7 0,1 0 0,-1-1 0,0 1 0,1 11 0,-2-12 0,2 10 0,-2-17 0,0-1 0,0 3 582,-1-8-582,-2 1 0,-4-7-13,-5-4 26,-8-2-13,0-4-7,-2-5-27,4-2 29,-2-3 10,0-2-10,-1-1-1,1-1-5,-1-2 17,2 0-6,0-1 11,2-1-11,1 1 11,-3-5 24,1 0-48,0 1 26,4 3-13,5 6 0,1 2 0,1 0 0,1 4 0,2-1 0,1 4-80,1-1 86,3 7-6,2 1 11,2 5-11,0 0 0,1 2-6,1 0 12,1 1 11,6 8-17,-3-4 0,5 4-17,-3-6 23,1-2-1,2 0-5,-1-2 17,1-1-11,-2-1-1,8 0 6,-7-3-5,5 0 1,-8-5-7,1 0 0,0-2 0,0 0 0,1-2 0,3-1 0,-1-3 0,2-2 0,0-1 0,0-1 0,6-7 0,-7 5 0,3-3 0,-10 6 0,-3 2 0,-2 1 0,-2 2 0,-2 1 0,-1 1 0,0-1 0,-1 2 0,0-1 0,0 0 0,-1 2 0,-2-1 0,-1 4 0,-2 1 0,-1 5 0,-2 1 0,-1 3 0,-2 1 0,0 1 0,0 0 0,0 0 0,-1 0 0,0 0 0,-1-2 0,0 0 0,-1-3 0,1 0 0,1-3 0,0-1 0,2-3 0,0-1 0,0-1 0,1-3 0,-1-1 0,1-2 0,0-4 0,-1 0 0,1-3 0,-4-6 0,-2-6 0,1-1-312,-1-1 312,7 5 0,-1 1 0,0 0 0,1 1 0,1 2 0,1 2 0,2 4 0,1 2 0,1 4 0,1 2 0,2 1 312,-1 1-312,2 7 0,0-1 0,2 6 0,1-2 0,0 1 0,1 2 0,0 0 0,2 0 0,0 1 0,1-1 0,1 0 0,1-1 0,0 0 0,2-2 0,-1-1 0,1-1 0,0 0 0,6-2 0,-4-2 0,6-1 0,-5-2 0,0 0 0,2-2 0,1-1 0,0-3 0,3-1 0,0 0 0,0-1 0,0 0 0,0 1-673,-2 0-1909,-1 1 2582,-1 0 0,-8 4 0,-1 0 0</inkml:trace>
  <inkml:trace contextRef="#ctx0" brushRef="#br1" timeOffset="175844">13240 13508 17591,'2'-5'4380,"0"0"-2436,-2 5-1530,24-59-39,-17 40-207,7-15 0,-2 4 101,-10 24-72,0 1-74,-1 3 22,-1 1-105,0 7 16,0 1-6,-3 8 40,-4 14-40,-1-2-11,-5 12 12,1-6-12,-2 2 0,0 1-11,0 2 11,0 0-16,2 1-711,2-2 699,3 1-11,2-2 11,3-3-5,1-4-1,5-5 12,2-5 17,5-6 27,1-4 12,3-5-259,2-3 287,1-6 17,2-3-12,3-6 23,1-6-28,2-4-6,2-3-11,0-2-17,1-2 6,-1 1-17,0 0 0,-2 3-11,-2 3 11,-3 4-6,-4 2-5,-4 6-17,-2 4-11,-5 3 5,-1 3 662,-2 0-650,-2 4 279,0 3-313,0 3 16,0 4 24,0 14-29,0-3-11,-2 11-45,-1-6 45,-1 2-298,-2 2 292,0 2-11,-1 1-16,0 2-29,-2 1-50,2 1-381,-5 21 12,4-12-1181,-2 13 289,6-18-1282,1-3 2655,1 2 0,1-20 0,0-2 0</inkml:trace>
  <inkml:trace contextRef="#ctx0" brushRef="#br1" timeOffset="176036">14183 13878 26162,'-28'41'-73,"4"3"-168,13-5-144,3 2-747,5-12-1512,1 2 2644,1 4 0,1-16 0,0-2 0</inkml:trace>
  <inkml:trace contextRef="#ctx0" brushRef="#br1" timeOffset="176462">15201 13603 21231,'-2'-4'2073,"0"0"-4104,2 4 2171,-35-52-1083,26 38 1002,-11-15 0,5 4 1186,14 20-1200,2 1-11,1-1-18,3 1 2286,4-2-2274,3 0-5,4-1-18,4 0 7,5-1-7,3 1 6,2 0 17,18 0-11,-12 3-6,11 1 17,-20 4-22,-1 3-6,-5 4 0,-2 5 0,0 12 6,-6-1 3391,0 12-3386,-8 12-11,-2-6 6,-2 16-6,-4-13-336,-2 3 336,-3 1 6,-2 1-9,3-16 0,-2 1-340,0 2 0,0 1 264,-2 8 1,0 0-29,2-11 1,2-2-252,-5 27-247,8-24-403,1-5-656,2-3-2878,1-6 3777,0-3 0,0-9 1,0-3-1</inkml:trace>
  <inkml:trace contextRef="#ctx0" brushRef="#br1" timeOffset="176646">15185 13906 25718,'43'-38'-1668,"0"-1"1,-2 4 0,4 8-3024,12 17 0,0 8 3559,-13-2 0,-7 1 0,-10 0 0,-12 2 0</inkml:trace>
  <inkml:trace contextRef="#ctx0" brushRef="#br1" timeOffset="197801">9757 13895 17736,'-41'-13'827,"1"-1"1,0 1 0,-17-5 0,16-1-498,34 0-145,3 0-73,10-2-45,5 1-17,12 0-3397,32-7 3364,-5 7-12,-12 8 1,1 1-856,-7 4 1,0 1 854,2 0 1,0 1-269,1 0 1,3 1 223,14 0 0,4 2-59,-1 1 0,3 2-18,-14 1 0,1 2 0,-1 0-139,11 5 1,-5 2 119,-15 0 1,-5 2-124,5 13 57,-28-1 68,-16 1 49,-11 4 51,-16 3 678,0-8 1,-4 1-624,7-6 1,-2-1 10,-12 7 1,-4 0 92,-5-2 0,-1-1 17,17-7 1,0-1 0,-1 1 156,-19 6 0,1 0-191,6-3 0,3-1-17,18-8 1,2-1 64,-24 9 28,1-1-169,21-6-10,4-1 717,23-7-595,21-5-83,26-7-50,9-3-256,-18 4 0,3-2 236,9-1 0,0-1-681,-9 3 1,0-1 693,13-3 1,1 0 2,0 0 1,-2 0 128,-11 3 0,0 0-117,9-3 0,-1 0 2,11-5 29,-7 2 11,-9-1 5,-9 1 90,-10-11 461,-17-10-522,-9-2 2030,-14-6-1997,-5 11 72,-3-2 108,-3 2 60,0 3 52,2 3-18,3 6 1717,-1-3-1918,10 10-50,1-1-1,10 10-128,3 3-1,5 2-5,11 9 990,15 10-979,19 17-5,-3 0-1000,3 7 1002,-25-16 1,-1 0-20,9 17-6,-11-16 0,-4 6 17,-12 12 0,-6 8 0,1-9 0,6 6 0,-10 9 0,0 1 0</inkml:trace>
  <inkml:trace contextRef="#ctx0" brushRef="#br1" timeOffset="198655">9071 15749 18183,'-54'0'679,"-1"0"1,6 0 0,5-1-221,3-1 1066,8-2-1273,7 1-73,7-1-62,7 1 393,6-2-487,6 0 206,8-2-229,10-2-11,10-2-1393,12-1 1353,10 0-22,10-2 28,-27 7 1,1 0-262,3-1 1,1 1 252,1 0 0,1 1-827,1-1 1,0 1 817,0 1 1,0 0-7,-1 1 1,0 1-9,-3 0 1,0 1-23,-2 1 0,-1 0-505,24 4 262,-9 3-29,-15 6 50,-13 5 1523,-14 4-1326,-19 6 83,-12 3 29,-18 3-131,17-14 0,-3-1 153,-2 1 0,-2 1 129,-2 0 0,-2 0-101,-1 1 0,-1 0 28,-1 0 0,-1-1 34,0 1 0,-1-1 31,1-1 0,-1 0 27,2-1 1,1 0 5,1-3 0,1 0-11,3-1 0,0-1 110,-22 7-63,10-4-2083,13-6 1994,10-4-22,12-4-40,7-2 550,10-4-584,7-3-16,12-6 389,9-5-400,8-4 11,10-3 0,-24 12 0,1-1-6,2-1 0,1 0 0,1 0 1,1 0-1,1-1 1,0 1-4,-1 0 1,1-1 8,-2 1 0,0 0 3,-2 1 0,-2 0 2,23-12 29,-9 3 0,-13 2 2962,-11 2-2940,-10 1 0,-9 1 0,-9 0-6,-8-1 17,-6 0-536,-6-1 649,-3 2 60,-3 1 40,0 2-21,2 3-24,2 2-34,4 2 881,6 3-931,4 0-62,6 2-33,4 1-39,4 1-11,2 1 656,4 1-656,4 2-6,6 4 11,4 0 6,7 3-6,5 1-5,5 2 73,4 0-90,1 4-17,2 0-39,0 3-141,-1 3-970,-3 3 321,-1 3-644,-6 2-5190,-5 4-2557,-7-2 9084,-7-4 0,-7-14 0,-3-7 0</inkml:trace>
  <inkml:trace contextRef="#ctx0" brushRef="#br1" timeOffset="199477">12351 15661 21657,'13'-45'758,"-1"0"0,-1 5 0,-1 6-349,-3 10-78,-3 6-57,0 4-28,-1 5-89,-1 1-61,-1 4-46,0 2 23,-1 1-17,0 9-5,-1 3 21,-1 10-10,-2 3-3387,-3 5 3376,-3 5-1,-2 4-16,-2 1-1,-2 1 12,0 2-39,0-3-1,3 1-5,2-3 6,3-1 11,4-4-12,3-3-5,5-4 17,4-4 0,5-3 22,3-6 51,14-4-18,-2-6 52,27-16-29,-17-3-34,14-12-319,-14 2 319,0-3 12,-1-2-11,-2-2 11,-3 1 95,8-11-68,-13 12 18,4-5 5,-17 16-28,-2 6 6,-5 3-17,-2 4 0,-3 4-67,-1 5 3216,-2 4-3199,-6 13 445,1 0-468,-11 23-11,5-11 0,-4 11 0,6-8-6,0 3-575,0 2 553,2 4-45,1 3-193,4-10 0,2 3-518,5 3 0,2 1 95,-1 0 0,2-1-779,6-2 1,2-3-2757,13 10 4224,11-1 0,-18-23 0,1-2 0</inkml:trace>
  <inkml:trace contextRef="#ctx0" brushRef="#br1" timeOffset="199646">13577 15997 26614,'-6'50'-162,"-1"-2"-303,-3-12-5337,-1 3 1108,2 2 4694,-1 7 0,4-22 0,2 0 0</inkml:trace>
  <inkml:trace contextRef="#ctx0" brushRef="#br1" timeOffset="200995">15289 15555 15081,'0'-3'3821,"1"1"413,-1 2-4150,-25-22 6,11 17-1,-23-16-3385,15 23 3396,-4 2 1,-6 1-43,-3 2 54,-6 0 5,-2 1-2257,-2 0 2247,0-1 77,-15 3-331,18-3 192,-6 0-12,25-3-16,7-1 2135,4 0-2152,5 0 24,1 3-7,3-1 3220,-1 3-3226,2 0 489,-1 1-494,1 3 5,0 1 34,-1 11-34,2-3 12,-2 9-1,1-7-5,0 2 22,-2 9-17,1-8-22,0 8 28,2-14-5,0 0 5,0-1 0,-1-3 0,0 0 22,0-3 1,0-2 49,-1-2 131,1 0-35,-1-4 28,2-1 44,1-3 388,0-1-544,0-3-45,0-1 6,0-4-17,0 0 39,0-11-73,3 4 6,1-6-11,2 4 5,2 1 1,1-1 33,2 2-45,2 0 6,2 2-17,2 2-11,2 1 11,14 1 0,-8 4-6,10 1 0,-10 4 6,-1 3 0,1 3-5,0 4-1,-1 3 12,0 2-6,-3 2 11,0 2-11,-3 0-558,-3 1 552,-2 0-11,-4 1-11,-2 0 17,-4 0-17,-2 2 11,-5 0-16,-4 0-23,-5 1-39,-5-1-51,-2 0-61,-6-1-112,0-1-920,-16 5-2989,10-9 2705,-8 1-1395,15-12 2984,0-2 0,12-4 0,2 0 0</inkml:trace>
  <inkml:trace contextRef="#ctx0" brushRef="#br1" timeOffset="201210">15166 15461 18828,'6'-4'3759,"-2"1"-1339,-4 3-2101,74-43-1138,-46 29 850,15-10 0,-1 2 231,-22 17-251,0 1 6,0 1-23,0 1-83,3 0-214,-1 1-593,4 0-1232,1 1 2128,8 0 0,-16 0 0,0 0 0</inkml:trace>
  <inkml:trace contextRef="#ctx0" brushRef="#br1" timeOffset="201527">16373 15886 20683,'-7'-7'2442,"2"2"-1664,5 5 1205,0 0-1927,-9-6-44,4 13-1,-9 0-17,2 16-22,-3 5-1153,-5 3 784,-3 4-718,-2 3-2515,-1 3 3630,-2 5 0,14-21 0,0-1 0</inkml:trace>
  <inkml:trace contextRef="#ctx0" brushRef="#br1" timeOffset="201901">16933 15392 20117,'0'-5'2269,"0"2"1142,0 3-3316,8-63-956,0 42 897,-2-14 1,3 2 327,7 24-308,2 2-5,1 1-1,1 3-5,0 1-12,-1 3-21,0 3 174,-2 3-164,0 5 6,-2 1-6,0 5-5,-2 2 17,-2 5-12,-2 4 6,-2 5-5,-3 4 10,-3 2 1,-1 3-2693,-2 10 2656,-1-9 0,0-2-36,-4 1-28,-3-1-85,1-1-116,-2-1-1030,-5 16 61,2-16-797,-4 10-7797,0-11 8402,5-15 1,1-2 0,9-17-1</inkml:trace>
  <inkml:trace contextRef="#ctx0" brushRef="#br1" timeOffset="202067">16896 15799 18520,'-1'-3'3894,"1"0"-903,0 3-2941,35-62-33,-17 43-42,6-16 0,2 3-211,3 23-839,5-2-5680,7 1 6755,12-2 0,-25 6 0,1 0 0</inkml:trace>
  <inkml:trace contextRef="#ctx0" brushRef="#br1" timeOffset="207335">9076 17219 19773,'-50'0'614,"0"1"0,-1-1 1,6 0-313,9 0-39,-2-2-27,19 0 1363,5-2-1442,16-9 381,7 2-516,16-7-10,7 5-496,7-1 467,8 0-39,5 1-22,5 1-576,5 2 458,0 2-57,0 3-88,-2 2-62,-5 3-107,-7 4-2763,-9 5 2556,-10 5-51,-12 5-562,-15 17 983,-14-4 162,-14 15-793,-11-10 950,-8 1 42,21-19 0,-2 0 42,-1 0 0,-1 0 64,-1-2 1,-1 0-436,1 0 1,-1 0 549,0-2 1,1 0 307,-28 13 687,4-2-659,4-4-448,5-2 336,5-5-89,6-2-113,7-4 1045,6-3-1229,8-2 2364,6-3-2431,9-1 1878,7-4-1867,8-1 61,10-6-67,8-3-16,8-4-1532,-6 1 1,2 0 1516,-8 4 1,0-1 8,12-4 0,0-1-196,-11 6 1,-2 0 203,0-1 0,0 1 9,-2 0 0,1-1-9,7-5 0,-2 0 9,13-11-338,-20 10 0,-4 0 372,-2-8-18,-9-1 23,-7 0 11,-6 1 442,-7-2-392,-4 4 28,-7 0 29,-3 4 78,-3 1 45,-1 3 375,-7-2-353,11 7-12,-4-2-32,15 8-35,2 1 2670,3 2-2787,3 2 501,1 0-573,1 2 1164,8 6-1210,2 1 23,9 9-6,0 2 1,2 6-24,-1 4-1042,-1 6 1004,-4 7-74,-4 6-156,-6 8-302,-6 7 8,-2-28 0,-3 0-661,-1 3 0,-3 2 641,-3 7 1,-1-3 0,-2 5-1,0-1 1</inkml:trace>
  <inkml:trace contextRef="#ctx0" brushRef="#br1" timeOffset="214152">11775 17071 23209,'6'-41'395,"1"-1"1,-1 4 0,-1 7-127,-2 20-17,-1 1-62,-1 5-27,0 1-158,0 4 18,-1 4 33,0 4 6,-2 5 5,-1 5-16,-2 4-23,-2 6 22,-2 3-39,0 4 0,-2 2 1,-6 21-18,1 2 0,9-23 1,0-1-1766,-1 15 1788,8-11-1164,4-21 1158,4-5-351,2-6 363,3-4 61,10-5-28,-3-6-6,9-4 6,-6-6 28,1-3 6,0-3 44,1-3 0,-2-1 158,9-12-169,-9 10 0,6-7 1436,-11 14-1385,4-4-101,-6 10-23,0 0 1305,-8 10-1344,-3 3 501,-1 2-507,-1 3 12,-1 2-11,0 5-18,-1 5 1,0 5 6,0 3 10,-1 5-5,-4 18 0,0-7-39,-3 13-73,2-12-561,0 0 91,2-1-449,1 1-5573,2 18 5789,4-10 1,-2-6-1,2-20 1</inkml:trace>
  <inkml:trace contextRef="#ctx0" brushRef="#br1" timeOffset="214343">12657 17337 17173,'-4'27'-190,"1"-2"1449,1-7-2239,0 1 144,1 0-7386,1-3 8469,0-3 0,0-6 0,0-4 0</inkml:trace>
  <inkml:trace contextRef="#ctx0" brushRef="#br1" timeOffset="214953">13767 16923 19602,'1'-5'3540,"0"2"-1120,-1 3-2420,-26-41 5,-5 37-2,1-12 0,-2 2-384,-1 20 0,0 6 392,-3-1 1,0-1 30,-1 0 0,2-1-9,-17 5 6,11-4 12,19-6 5,6-1 28,3-2 17,5 0 323,2-1-317,3 0-34,0 2 102,2-2-91,1 1-67,-1 1 5,0 1 414,0 3-369,0 4 45,-1 5-33,0 7-57,-2 7 17,1-4-5,0 0 39,-1 2-34,1-6-11,0 6-3392,0-8 3414,1 0-2290,-1-1 2273,2-2 4,-2 4-31,2-6 5,-1 1 45,1-8 2354,1-3-2275,1-6 3396,5-7-3486,1-1 62,6-5-67,-1 3-7,3-2 29,12-4-40,-4 3 1,9-3 16,4 4-28,1 5-45,9 2 29,-13 9-1,-6 5 17,-10 3 12,-2 4-12,-1 0-11,-1 3-22,4 9 27,-6-5-10,1 7-3399,-7-9 3427,-2 0-34,-4-1 22,-3 1-28,-5 0-28,-5 0 0,-4 1-61,-3 0-264,-11 3-436,-2-6 212,0-2-167,6-9-209,12-8 2974,3-3-4436,2-6-3169,3-6 5601,3-7 0,3 10 0,0 0 0</inkml:trace>
  <inkml:trace contextRef="#ctx0" brushRef="#br1" timeOffset="215136">13583 16965 13673,'0'-6'5663,"0"0"-4555,0 6 2786,0 0-3832,59-30-85,-20 18-296,8-7 0,1 1-1579,1 10-992,5 0-6403,-15 4 9293,-5 0 0,-15 2 0,-9 1 0</inkml:trace>
  <inkml:trace contextRef="#ctx0" brushRef="#br1" timeOffset="215368">14506 17283 19347,'-16'47'-2,"1"1"0,0-4 0,3-6 2382,2-11-2839,2 1-594,-1 1 305,2 1 748,0 3 0,5-22 0,1-3 0</inkml:trace>
  <inkml:trace contextRef="#ctx0" brushRef="#br1" timeOffset="216402">15606 17010 16112,'1'-4'6100,"-1"0"-2767,0 4-3255,-30-53 40,16 44-17,-27-36 22,21 63-6,-5 7 7,-4 8-2886,-5 9 2829,-4 6-45,18-20 1,0 0-12,-1 2 0,0 0 3,0 1 0,1 1-9,0 0 1,0-1-6,3 0 0,0-1-608,2-1 0,1 0 602,-7 25-222,7-5 240,8-6-46,6-6 40,8-5-1,6-5-1944,8-6 2012,5-5-45,6-6 737,27-6-743,-10-8-3,-15-1 1,-1-2 3,17-9 10,-3-5-5,-2-1 17,-5-1 17,-5 0 5,-7 0-17,-6 1 29,-7 1-1,-7 3 1030,-5-4-1058,-9 8 205,-4-2-238,-8 10 27,-5 3-32,-5 1-1,-4 2 6,-2 3-23,-3 1 40,-1 4-18,0 3-4,-15 10 1799,14-4-1811,-9 7 6,20-6-12,3 0 421,4-1-465,3 0-57,3 0-94,5 1-525,4-1-158,4 1-3172,17 6 4056,3-3 0,1-5 0,-5-7 0</inkml:trace>
  <inkml:trace contextRef="#ctx0" brushRef="#br1" timeOffset="216600">16265 17405 26123,'-41'38'-21,"0"0"0,2-2 1,9-4-226,16-5-410,3 1-270,2 0-8905,4 8 8687,3-13 0,1 0 1,1-18-1</inkml:trace>
  <inkml:trace contextRef="#ctx0" brushRef="#br1" timeOffset="216955">16710 17122 24041,'-15'-40'57,"-1"0"1,1 2 0,10 10-18,19 21-35,2 1 6,3 2 12,2 2-18,0 1 1283,12 6-1299,4 6 28,-1 3 447,-1 5-442,-11-1-5,0 3-28,1 3-6,-1 4 6,-1 4-285,-3 4 282,-10-6 0,-1 2-9,1 19-379,-4-17 1,-3 1 384,-4 14-28,-4-1-28,-4-1-89,-2-4-829,-7 12-2923,5-16 1719,-5 7-7636,10-21 9770,0-5 1,5-11 0,1-3 0</inkml:trace>
  <inkml:trace contextRef="#ctx0" brushRef="#br1" timeOffset="217170">16664 17459 25948,'39'-44'33,"0"0"1,-8 6 0,1 7-853,26 14 183,-27 10 0,2 0-3027,4 1 0,2 0 3663,2 0 0,-1 0 0,13 0 0,-24 4 0</inkml:trace>
  <inkml:trace contextRef="#ctx0" brushRef="#br1" timeOffset="217535">17742 17482 19853,'3'-4'2331,"-2"1"949,-1 3-3291,2 8 259,-16 14-545,-6 15-257,-10 2-690,-1 0-2167,9-11-6420,5-3 9664,3-4 0,7-10 1,4-5-1</inkml:trace>
  <inkml:trace contextRef="#ctx0" brushRef="#br1" timeOffset="218201">19007 17054 21437,'-14'-43'418,"1"0"0,0 4 0,1 7 613,-2 18-785,-1 3 201,-1 2-307,-3 3-17,-2 2 112,-1 3-145,-2 2 413,-2 3-442,-2 5-553,-2 4 553,0 5-38,-3 3 16,0 4-1078,0 3 1033,-1 4 6,2 0-6,-1 2-5,3-1 22,-5 13-11,12-13-11,1 8-11,14-18 16,5-3 12,8 2 5,2-8 6,8 1-1,1-10-10,4-3 33,16-7 23,11-10-285,2-4 268,1-8 0,-15 2 1031,1 0-902,10-14-612,-12 10 600,6-9 1,-19 14-1,-3 1-11,-4 3 6,-4 2 5,-3 2 751,-3 3-801,-2 3-28,-2 3-5,0 3-40,-1 1 618,-2 2-635,-2 0-22,-3 3 23,0 3 16,-9 10-17,3 2-16,-8 8 5,2-2-283,1 4 255,-2 2 6,-1 4-6,1 3-5,-1 2 27,2 3-38,-1 1-68,3 0-982,1 1 607,3-1-397,4 0-3317,4 14 4190,9-12 0,-2-6 0,4-21 0</inkml:trace>
  <inkml:trace contextRef="#ctx0" brushRef="#br1" timeOffset="218402">19358 17277 26581,'-12'34'39,"0"1"0,-10 24-28,11-36-50,0 0-106,0 2-270,-1-1-565,3 0-1098,0 0 2078,1 2 0,3-12 0,2-2 0</inkml:trace>
  <inkml:trace contextRef="#ctx0" brushRef="#br1" timeOffset="219001">19916 17098 26071,'-8'-7'112,"1"2"-84,7 8 0,0 0 0,0 0 34,0 2-12,-2 0 23,0 0-23,-2 0-5,1-1 6,-2 0 21,0-1-10,0 0 22,1-3-6,0 1 1,1-1 5,0-3-28,1-2-6,0-4-11,2-3 12,-1-3 10,3-3-16,1-2 6,4-3-46,2-2 34,3 0 6,1 0 17,9-7-6,1 2-11,0 4-17,-2 6-17,-7 12-11,4 2 22,-4 3-33,2 4-6,-6 3 12,-1 6-23,0 4 39,-3 4 0,0 4-5,-3 4-1,-2 3-22,-1 2-254,-5 3 266,-3 0 5,-5 3-17,-4 2-555,-5 2 550,-6 3-12,-5 2-5,-6 1-407,18-23 0,-1 0 407,-1 0 0,-1 1 2,-1-1 1,0 0 19,-1-1 0,0 0 6,1-1 0,0-1 28,-23 16-34,5-8 134,-3-9-66,18-10 38,-1-10-72,19-8 17,5-6 5,2-1-5,4-3-463,4 0 429,5-1 0,4 0 23,5 0 5,2 3 0,4 0-6,1 5-22,1 1 23,0 3-7,-1 3 100,0 0-133,0 2 23,-1 1-17,2 1 11,0 1 11,2 1-73,1 1-95,0 2-207,2 0-319,-2 1-2903,1-2 1721,-3 0-3984,0-1-3611,-4-1 9460,-4-2 0,-9 1 0,-6-1 0</inkml:trace>
  <inkml:trace contextRef="#ctx0" brushRef="#br0" timeOffset="227735">16593 13721 19036,'-1'-2'3831,"1"-1"-2431,0 3-1372,-20 42-22,9-18-386,-3 5 1,0 1 183,-1 1-342,-1 0-649,0-1-1838,1 0 3025,1 2 0,7-15 0,0-2 0</inkml:trace>
  <inkml:trace contextRef="#ctx0" brushRef="#br0" timeOffset="228344">17429 13303 25225,'36'-41'134,"-11"10"-99,-39 35 4,-5 1-11,-5 2-1664,-5 0 1653,-4 2 5,-1-1-5,-4 1 16,1 0-10,0-1 10,1-2-16,3 0-34,2-2 568,4 0-535,5-2 12,4 1 17,3-1-28,5 0 273,2 0-279,3 0 6,1 0-12,2 2 7,0 0 873,0 0-874,2 2 6,-1 1-17,1 0 0,0 2-17,0 0 29,1 0 10,0 1-11,1-1 6,1 2-6,0-1-5,-1 0 11,1 2 27,-1-2-16,0 2 6,-2-1 0,1 0-1,-1-1 18,-1 1 5,-1-2 16,-2 1 1,-2-2 0,0 0 5,0-3 1,0 0 16,2-2 163,-2-1-124,2-1-5,0-1-28,2-3-17,1 0-12,0-4-10,1-2-17,0-2-6,3-1-17,2-1 1,4 0-12,3-1 0,2 1 12,3 1-18,1 2 6,3 1 1,1 1-18,1 3-11,11 1 28,-8 3-11,9 3 17,-11 3-17,0 3 0,2 4 0,0 1 0,0 3-5,-1 0-3393,-2 2 3392,-3 1-347,-4 0 353,-3 2-11,-6 1-6,-3 0 0,-5 0 12,-5 1 5,-7-1-11,-6 0-17,-7-1-12,-3 0-133,-18 2-1506,11-8 1421,-11-2-89,16-9-129,2-2-180,2-6-370,5-2-1377,5-5-6956,4-1 9359,6 1 0,3 4 0,3 3 0</inkml:trace>
  <inkml:trace contextRef="#ctx0" brushRef="#br0" timeOffset="228554">18080 13455 21186,'6'3'2565,"-2"-1"-1644,-4-2 1006,0 0-1899,-37 65-230,19-36 163,-6 11 0,-1 0-241,8-12-459,0 2-995,3 0-7592,3-2 8532,4-3 1,3-12 0,3-5 0</inkml:trace>
  <inkml:trace contextRef="#ctx0" brushRef="#br0" timeOffset="229003">19504 13117 26687,'-44'-12'87,"-1"0"1,4 1 0,6 6-37,14 15-12,-3 4-11,-2 4-4251,-2 5 4251,-2 5-9,8-5 1,-1 4 216,0 3 0,-1 1-239,1 0 1,2 1-1,1 0 0,3-1 14,-2 12-11,6-1 0,4-2 0,5-3-2140,2-3 2129,5-4 0,11 6 0,2-11 11,10 2 5,-2-14 6,5-4-5,1-4 5,3-3 0,0-5 17,0-4-5,-1-7-6,-3-4 289,8-13-228,-7-5 17,-2-9-33,-13 11-6,-9 7-6,-8 12-33,-3 2 11,-6 3-5,-3 1 27,-13 3-28,-7 2 2251,-12 3-2267,0 7-1,10 2 16,7 3-38,11 1-22,2 0 3073,-5 11-4535,7 4-3796,1 2-1799,8 0 6528,10-6 1,-4-10 0,3-1 0</inkml:trace>
  <inkml:trace contextRef="#ctx0" brushRef="#br0" timeOffset="229211">19998 13627 22049,'1'-4'2935,"-1"2"-571,0 2-2330,-5 2-23,-1 7-56,-14 13-89,5-1-1065,-12 18-610,13-15 1809,-8 21 0,15-29 0,-1 7 0</inkml:trace>
  <inkml:trace contextRef="#ctx0" brushRef="#br0" timeOffset="229683">21491 13273 16824,'-2'-6'3825,"0"1"-778,2 5-2660,-64-61-1016,39 43 873,-15-17 0,-3 4 131,11 25-223,-2 2 5,-1 3-34,5 4 268,-3 3-167,-21 8-72,-3 6-366,21-6 0,1 2 234,2 2 0,3 0-9,-13 12-6,10 0-10,18-10 10,4 1-27,5 7 22,6-9 6,7 4-2696,6-9 2724,4-4-484,18 0 461,-4-5 12,13-2-6,-10-4 5,1-3 0,0-2-10,0-4 21,13-8 205,-2-8-120,8-8-34,-18 6-497,-8 2 553,-13 11 2755,-3 2-2587,0-2-162,-5 6-40,-2 0 668,-4 6-617,-1 2 216,-5 5-367,-1 3 881,-6 6-887,-2 3-17,-1 3 34,-10 16-3387,5-5 3370,-6 12-5,8-8-503,0 3 312,-2 3-258,2 3-475,0 4-903,4 1-3842,3 1-3960,4-4 9102,3-7 1,3-18 0,1-9-1</inkml:trace>
  <inkml:trace contextRef="#ctx0" brushRef="#br0" timeOffset="229875">21542 13617 21985,'2'48'-501,"0"0"1,-1-1 0,-3-8-1,-2-19 1,-2-2 0</inkml:trace>
  <inkml:trace contextRef="#ctx0" brushRef="#br0" timeOffset="230559">22271 13218 20464,'3'-2'2958,"0"0"-90,-3 2-2801,29-7-6,-23 8-5,21-4 0,-31 11-5,1 0 33,-5 3-45,1-2 11,-2 0 18,2-3 16,1-2 28,1-2 134,1-1-123,1-3-22,0-2-6,1-4-22,1-3-6,0-1 6,0-4-23,2-1 12,2-4-28,3-2 5,2-3 17,9-14-34,-4 10 6,8-9 0,-5 15 11,9-1-33,-5 7-12,8 0 1,-7 10 16,1 4-5,1 2-6,0 5-6,0 3-5,-1 5 11,-1 5 5,-1 5 12,-3 2-22,-3 4-1,-2 1 6,-5 2-11,-2 1 16,-3 1-1194,-8 1 1184,-5 1 16,-10 1-22,-9 4 0,-10 0 5,16-18 0,-1 1-19,-3-1 0,-1 0 19,-1 0 1,-2 0-7,-12 6 1,-1-2 17,13-7 0,-1-1 13,-13 4 1,3-3 13,4-7-752,1-3 764,25-11-11,7-3-1,6-6-27,6-2 27,5-2 1,7 0 0,3 0-1,5 2 6,1 1-5,2 2-17,-1 3 0,1 2-12,-1 3 6,1 2 1078,-2 2-1061,1 2-56,1 4 83,1 4-235,2 2-223,1 2-504,2 2-998,-1 2 1905,4 4 0,-18-11 0,-2 0 0</inkml:trace>
  <inkml:trace contextRef="#ctx0" brushRef="#br0" timeOffset="232305">18013 15639 23080,'1'-5'2448,"0"2"-774,-1 3-1657,7-8-11,-8 14-17,4-1-40,-13 18-145,-4 4-274,-3 1-533,-2 3-1002,0 1-3860,1 0 5707,0 6 0,8-19 0,2 0 1</inkml:trace>
  <inkml:trace contextRef="#ctx0" brushRef="#br0" timeOffset="233334">19392 15080 23657,'-15'-55'761,"0"0"1,4 6 0,-2 12-627,-5 30-46,2 5-10,-1 7 5,-4 3 22,-2 8-5660,-3 6 5644,-2 5-17,-3 7 986,-1 3-1034,9-5 0,0 1-13,-11 19 132,13-16 0,1 0-138,-4 15 0,5 0-6,3-1 5,6-2-10,5-1 10,3-3 29,15 10-262,12-9 233,5-3-21,6-14 32,-9-17 12,1-4-16,-2-3 32,-2-5 7,-1-5-1,-2-5 17,-2-5-27,-2-3 27,-2-4 6,-3-2 417,-2-14-418,-5 9-4,-3-9 10,-6 14 632,-3 3-660,-5 3-11,-4 1-22,-3 4-6,-5 2 17,-18 4-16,6 3 216,-13 2-217,13 5 0,1 2-16,1 3 3414,4 2-3443,3 1-123,-4 9-106,10-3-375,0 6-718,13-4-5211,4 1-3258,2-2 9825,3-2 0,-1-7 0,2-4 0</inkml:trace>
  <inkml:trace contextRef="#ctx0" brushRef="#br0" timeOffset="233677">19942 15466 20156,'3'-4'4666,"-2"0"-2465,-1 4-1966,33-61-4436,-24 46 4209,9-20 1,-4 9 856,-13 29-842,-1 3 5,-2 12-28,-4 12-34,-2 2-134,-2 4-314,1-7-576,2 0-8190,1 13 9248,3-6 0,2-14 0,1-14 0</inkml:trace>
  <inkml:trace contextRef="#ctx0" brushRef="#br0" timeOffset="234307">21166 15145 21770,'17'-47'642,"-1"0"0,0 4 0,-4 5-256,-4 6-49,-3 2-46,-3 4-44,-2 4-4810,-3 3 4742,-3 4 50,-4 4-134,-2 4 1011,-4 4-1056,-3 2 51,-15 10-45,5 2-11,-12 10-11,10 2-100,-1 5 77,9-5 1,1 3-18,-12 14 696,13-13 1,0 0-697,-3 10 0,4-2 1154,6-3-1142,4-2-1,6-3 7,4-4-1,5-3 0,5-4 392,15-3-375,-1-6 14,10-8 0,1-5 3,6-5 137,-7 0 1,0-2-116,3-9-22,-2-2-2583,-2-2 2605,-4-1 112,3-16-712,-6 1 656,-3 0 0,-10 9 95,-9 12 624,-2 9-775,0 1 2902,-4 9-2969,0 1 1315,-8 11-1315,-8 7-3392,-1 7 3392,-4 5 0,6-4-246,-1 3 246,1 4 0,-6 16 0,8-8-166,3-5 0,1 1-439,2 7-380,0 16-584,8-19-2458,6-1 4027,5 5 0,-2-21 0,0-1 0</inkml:trace>
  <inkml:trace contextRef="#ctx0" brushRef="#br0" timeOffset="234508">21737 15327 23478,'0'-6'2543,"0"1"-830,0 5-1713,-9-24-33,5 26-404,-10-6-2151,9 37-5152,0-3 6677,4-3 0,1-18 0,0-3 0</inkml:trace>
  <inkml:trace contextRef="#ctx0" brushRef="#br0" timeOffset="235033">22367 14970 23601,'0'-5'2543,"0"2"-1300,0 3-1232,2-23 12,-2 19 5,1-17 17,-3 26-6,-3 1 0,-1 0-5,-3 1-18,-1 1 18,-4-2-12,-1 1 12,-4-2 22,-8-2-6,6-1 1,-5-4 44,9-2-22,3-4 123,-2-7-101,7 0-22,0-5-12,6 2-21,3-2-12,4-2-6,3-1-11,4 0-632,3 2 588,2 2 44,1 2-5,1 5-1,0 2 46,1 5-57,-2 2 6,1 2 0,-2 4-11,1 3 22,-1 8-11,0 3 11,-2 6-33,0 3 22,-4 4-17,-2 3 0,-4 1-435,-2 3 447,-7 1-1,-4 2-16,-8 0-6,-5 3 5,-6 1-327,-6 2 334,-5 2-777,17-24 1,0 1 795,-1-1 0,0 0 5,-1-2 0,1 0-1116,-20 17 1136,3-7-571,8-10 566,7-7 214,5-9-215,8-3 1257,5-7-1262,3-3 0,7-5 1295,3-1-1299,6-1-13,16-5 0,-4 5 577,14-2-605,-9 7 28,5 1 5,2 2-27,2 2-17,3 1-79,4 2-201,0 0-793,2 2-30,0 2-2252,-1 3 3394,5 4 0,-25-4 0,0 0 0</inkml:trace>
  <inkml:trace contextRef="#ctx0" brushRef="#br0" timeOffset="238681">18821 17030 14961,'8'-41'338,"-1"-1"0,0 3 0,-4 9 1983,-9 18-2114,-3 2 1343,-1 2-1382,-4 2-34,0 2-16,-4 2-34,-2 2 0,-1 3 17,-2 4-28,-2 4 0,-1 3-12,-1 4-10,-2 2 5,-2 4 906,0 3-932,6-6 1,1 2 2620,-14 13-2637,13-12 0,1 1 14,-8 11-11,12-10 0,2 0-12,-7 13 463,-2 10-446,17-19-22,4-3 17,4-5 120,6-2-120,3-5 16,6-2 23,15-2-28,-3-4 23,12-2-1,-6-6 625,2-5-619,3-3 6,0-5-1233,0-3 1232,0-4 35,-1-2-7,-3-4 163,7-14-345,-5-4 255,-3 0 1,-9 5-12,-13 16 6,-1 2 11,-3 3-34,-1 1 1,-2 4-23,0 2-23,-2 3-60,1 2 1142,-1 1-1171,0 4 469,0-1-469,-3 13 0,-1 1 0,-3 12 0,-2 2-1676,-3 8 1676,-3 7 0,1-5 0,0 3 0,1-8 0,0 0 0,-4 11 0,-2 3 0,-3 1 0,0 0-1419,5-10 1,-1 0 1418,-4 11 0,0-1 0,6-13 0,2-1-235,-11 26 235,4-3 0,5-6-914,3 3-480,8-18-2084,2-1 3023,8-20 0,-3-8 0,3-1 0</inkml:trace>
  <inkml:trace contextRef="#ctx0" brushRef="#br0" timeOffset="241189">19840 17057 24603,'9'2'342,"-2"1"-252,-8 4 5,-1 0 11,1 0-11,-1 0 29,1 0-1,-2-1 6,0 1-11,0-1 16,-1 0 6,0 0-28,-1 0 6,-1-1-12,0 0-27,-1 0 16,1 0 0,-1-2-33,1 0 22,1-1 11,0 0 22,2-2 1,0 0-6,2 0 0,0-2-17,1-2 107,0-9-141,1-1 1,2-6-12,2 1 57,6-15-74,-1 8 1,5-12-6,-2 12 0,0 1 11,2 2-11,0 2 0,1 2 0,0 3 0,0 3-5,0 2-18,9 1-16,-6 4 28,5 2-6,-6 4 0,-1 5-28,-1 2 6,0 6 11,-2 2 6,-1 5 5,-2 3-5,-3 4-12,-2 2-16,-4 4 33,-2 1-39,-6 1 22,-4 3 6,-6 3-1351,-5 1 1351,-7 5-11,-4 1 5,-7 1-5,17-23 0,-1 0 8,-1 0 0,-2 0 0,-1 1 1,-1 0-4,-1-1 1,0 1 10,0-1 1,-1-1 8,0 0 0,1-2 0,0-1 0,0-2 8,2-2 1,0-1 27,-24 11-50,6-7 0,5-8 0,6-6-6,7-4 23,7-6 17,7-4-23,6-7 6,4-4 11,5-4 28,14-16-11,2 7-29,12-11 18,-3 16 51,17-8-85,-9 11 0,-5 9 0,0 2-1857,7 4 1857,11 3-1633,-14 11 1633,-1 3-357,-1 5 357,0 2-1677,-1 0 1677,0 0 0,2 0 886,3-1-886,2-1 0,3-2 363,4-3-481,3-1-1190,-11-6 1,2-1-6484,20-3 7791,-15-1 0,-3-1 0,-9-1 0,-2-2 0</inkml:trace>
  <inkml:trace contextRef="#ctx0" brushRef="#br0" timeOffset="271329">16770 18253 8147,'-1'-4'9192,"1"2"-5904,0 2-2706,-20-67-3088,12 45 2730,-4-16 1,1 3-66,4 21 233,-1 2 288,1 0-355,-1 1-40,1 2-27,1 1 1333,-1 1-1434,2 0-18,-1 0-21,1 1 1047,0 0-1059,0 2 474,1 0-501,0 0-23,1 1-11,0-1 11,1 1-17,1 0 12,0 1-62,1 1 11,3 6 5,0-1 1,3 7-23,-2-3 6,2 0 11,-2 3-6,2-1 23,0 2-28,0 2 16,0-1-5,1 2 6,1 1-12,0 0-10,0 1-19,3 10 30,-3-5-18,3 7-16,-5-7 11,2 0-11,-2-1 17,1 0 22,0-3-6,-1 0-11,0-2 12,0-2-7,0-1 12,1-3 12,-1 1-24,2-2 24,4 2-1,-3-3-17,5 1-5,-4-5 5,2-1 12,1-1 11,0-1 11,1 0-23,1-1 1,1 0 28,2 0 5,0 0-6,3-1 1,0-2-17,11-4-5,-6 0 16,7-4-34,-10 2 12,-1 1-6,2 1 0,-1 1 0,2 1-17,0 0 22,14-2 7,-9 2-1,9 0-22,-12 2 11,0 0 11,0 0 11,0 1 12,1 0-29,0 0-5,1 1 0,1 0 0,0 0 12,1 1-18,1 0 12,1 0-6,1 0-12,0 0 18,1 0-23,1 0 12,0 0 5,17 0-228,-14 0 228,11 0 6,-16 0-1,-2 0-5,1-1 23,-3 0 10,1-1-38,-1 0 10,-2 0 1,1 0-23,-1-1 17,0 0 11,1-1-11,1 0 17,-2-2 22,2 2-27,-1-2 1,12-4 4,-9 1 11,8-2 11,-13 2-11,-2 0-22,-2 1-6,-2 1 11,-2 2-11,-3 0 17,1-2-6,-7 3 12,0 0 271,-6 2-232,-1 1 25,-1-1 8,0 0 6,-1 0 11,1-2 11,-2-1-5,2-2-12,-2-1 6,0-1-11,0-2-23,0-1-27,0-1-23,0-1-45,1-7 22,2 5-10,1-4-29,1 9-111,1 0-511,2 3-1769,1 1 1577,2 1 0,-8 4 0,-1 0 0</inkml:trace>
  <inkml:trace contextRef="#ctx0" brushRef="#br0" timeOffset="277879">18296 16612 8550,'-4'7'4347,"0"-1"-3389,4-6 3601,0 0-4178,-11 36-16,7-24-7,-8 28-16,10-31 279,-1 5-139,-1 1-118,-1 6-84,1-2-163,1-6-5,1-3 191,1-5-73,1-3 1282,0-1-1249,4-14-56,4-3-128,2-9-12,2 0-11,-2 3 0,1-1 34,7-13-18,2-4-49,10-12-3404,-5 11 3398,0 3 1,5 2-7,3 0-11,1 2 11,0 7-11,-9 11 11,1 1 17,13-3 6,5 0-192,2 0 164,-2 3-1,-13 5 1,-1 3 3286,14-1-3303,-11 4 0,10 1 11,-1 3 11,-10 1-11,9 2 15,-13 2-4,0 0-6,13 3 23,-10-2 242,10 2-264,3 0-23,-10-3 20,2-2 0,1-1 19,17 0-17,-22-2 1,0-1 11,13-2 50,-3-8-22,-13 2 5,8-6 40,-7-3 17,-1-3-45,-2 1 27,-5 1 18,-8 7-12,0 0-3414,0 0 3414,-1 1-664,0 0 630,1 1 29,7-2-62,-4 4-6,6-1 0,-8 5 3083,1 1-3094,0 1 952,0 1-946,0 1-34,-2 3 17,1 2 6,0 4-3398,-2 3 3414,0 2-2279,0 3 2257,-2 3-515,3 16 521,-5-6-1,1 12 46,-8-11-34,-1 2-157,-1 22-140,-1 6-5254,0 1 5678,1-1 1,0-39-1,1-2 1</inkml:trace>
  <inkml:trace contextRef="#ctx0" brushRef="#br0" timeOffset="285595">23331 9663 19721,'0'-3'1020,"0"0"717,0 3-1963,-3-5 332,3 17-41,-3-5 63,6 18 200,3 10-221,3 11-192,-3-12 1,0 1-3252,5 26 3361,-6-27 0,1 0 9,4 17-272,0 6 277,0 2-324,-4-27 0,-1-1 299,1 3 0,0 0-3,0 1 1,0 1-10,1 2 1,-2 0 5,1 1 1,0 1-1,-1 1 1,0 0-358,-1 0 1,1 3 363,-1-4 0,-1 4 0,1 1 336,-1 3 1,-1 0-1,1 3-340,-1-3 0,0 3 1,0 0-1,-1-1 5,0 5 1,0-2 0,0 0-17,0 0 0,-1 0 0,-1 0 7,0 4 1,-1 1 0,1-3-10,0-9 0,0-3 0,0 2-388,-2 13 1,1 2-1,0 1 399,1 0 1,0 1-1,0 1-333,1-12 1,-1 0 0,1 1-1,-1 0 331,1 0 0,0 0 0,0 0 0,0 0-96,0-2 1,0 1-1,1-1 1,-1-3 93,1 2 1,-1-3 0,1 0-3,-1 2 1,1 1 0,-1 0-2,0 0 0,1 0 0,-1 1-113,0-1 0,0 0 1,0 4 114,-1 0 0,0 3 0,0 3 1,-1-1 7,0 4 1,-1 1-1,0 1 1,0 0-96,1-14 0,-1 1 1,0 0-1,1 0 1,-1-1 87,-2 12 1,1 1 0,-1-2-1,1-4-1,-2 2 0,1-3 0,0-1-1,-1 3 1,0-1 0,0 0-135,0 1 0,-1-1 0,0 1 131,0-2 0,0 0 0,-2 4-5,0 0 1,0 4 0,-1 0 0,0-3 2,2-13 1,-1-1 0,1-1 0,-1 2 23,-1 12 1,-1 1 0,0 2-1,0-1-27,-1-2 1,0 1 0,-1 0 0,1 0 1,2-11 1,0 1 0,-1 1 0,1-1 0,0 0-6,-1 0 0,1 1 0,-1-1 1,1 0-1,-1-1-2,-1 9 0,0 1 0,1-3 1,0-3-6,0 0 0,1-4 0,0 0 106,1-1 0,-1 0 0,1 3-108,1-2 0,-1 3 1,0 2-1,1-1-25,0-1 0,0 1 0,1 0 0,-1 3-35,1-4 1,0 2 0,0 1 0,0-1 0,1-3-80,0 1 1,0-3-1,1 0 1,0-2-16,-2 12 1,2-1 0,-1-2-834,2-2 0,-1 0 0,1-3-1265,0 7 0,0 1 2269,0-6 0,0 4 0,1-10 0,0 10 0,1-5 0</inkml:trace>
  <inkml:trace contextRef="#ctx0" brushRef="#br0" timeOffset="294671">24733 10070 17854,'0'-9'2260,"-2"-24"1,0-3-1472,-1 12-807,0-13 0,0 3 483,-1 18 123,1 6-275,1 1-77,0 5 9,0 0-172,0 3-17,0 6 45,-2 13 340,-4 16-408,0 5-1323,-1 8 1295,1-9 1,2 2-230,-1 1 236,3 0-2862,1-2 2901,1-1-146,4 10 56,7-6 78,4 1 6,3-18 28,0-12 858,-3-10-830,1-4-12,1-5 190,1-3-122,11-16 45,4-10-110,-11 10 1,-1-1 2638,11-17-2675,-4 1 16,-9 14 1,-1 3 0,-2 3 162,-2 4-151,-3 6-22,-2 3 50,-3 3-90,-2 4-16,-1 2 22,-1 8 662,0 3-684,0 7 5,0 0-11,0 4 22,0 13-33,-1 6-23,1 16-55,-1-11-1149,1 2 902,0-12-1059,2 20-50,-1-11 1340,2-5 1,0-1-1,0-11 1,1 11 0</inkml:trace>
  <inkml:trace contextRef="#ctx0" brushRef="#br0" timeOffset="294871">25518 10340 15575,'3'-4'5063,"0"1"-812,-3 3-4173,1 11-61,-5 0-6,1 11-50,-4-1-2178,-3 22 2217,5-3 0,-1-3 0,5-15 0</inkml:trace>
  <inkml:trace contextRef="#ctx0" brushRef="#br0" timeOffset="295480">26476 9884 20056,'1'-4'2739,"-1"0"436,0 4-3141,-25-33 0,10 28-12,-23-23-16,15 38 10,-3 1 12,-1 2 12,-16 5-18,10-4 12,-17 6-6,23-10 5,-1 0 12,15-5 11,4-3 22,4 0-22,1-1 0,3 0 17,0-1-50,1 3-12,0-2 0,-2 6 6,1-1 16,-1 4-10,1 0-1,-1 2 1,1 2-18,-2 0 1,1 2-1,0 0-3397,0 1 3392,-1 1 17,-1 9 0,0 2 11,-2 5-6,1-8 6,0-4-5,3-9 5,-1-1 3392,0-2-3392,1-2 5,0-1 18,0-2-1,1-2 29,0-1 593,1 0-532,3-12-118,1 2 12,10-16 5,5 3-28,2 0 0,3 3-5,1 5-1,4 4 12,-1 1-17,5 5-5,-15 4-18,6 2 18,-9 4 10,1 2-5,-2 3-11,4 7 0,-2 3 11,-1 1 5,-5 16 1,-10-18-23,-5 13 0,-4-14-27,-6 0-29,-1 1-50,-4 0-454,-13 5-633,-4-5 297,0-3-890,4-9-146,12-7-2624,4-3-4383,2-2 8956,5-2 0,5 2 0,3 1 0</inkml:trace>
  <inkml:trace contextRef="#ctx0" brushRef="#br0" timeOffset="295683">26408 9844 17104,'6'-5'3870,"-1"0"-2761,-5 5 2694,0 0-3724,52-31-34,-33 22-272,12-8 0,0 1 221,-15 11 101,4 1-241,0-1-465,4 2-2155,2 0-6829,-1 0 8776,-2 1 1,-12 1 0,-4 0 0</inkml:trace>
  <inkml:trace contextRef="#ctx0" brushRef="#br0" timeOffset="295961">27147 10401 27790,'13'-41'-28,"-4"14"17,-14 50-39,-4 3-107,-4 5-252,-3 2-638,0 1-2071,-1 3 3118,-1 4 0,9-18 0,1-3 0</inkml:trace>
  <inkml:trace contextRef="#ctx0" brushRef="#br0" timeOffset="296623">28133 9848 17322,'0'-6'3422,"1"0"-2302,-1 6 2325,0 0-3248,-31-32-108,16 35-5,-27-19-5,22 46-7,-2 5-27,-1 3-780,-1 4 757,2 4-16,0 2 16,3 1 1,4 0-6,3-2 179,6-2-196,2-4 11,5-4 0,4-4 1,5-5 16,4-4-6,4-4 28,2-5 6,2-4 0,3-6 0,0-3-3194,2-6 3205,0-4-923,0-6 923,0-5-466,-1-3 455,-1-3 11,-3-2 6,-2-1 11,-5-1 6,-3 0-1,-4 1-5,-5 1 0,-1 3-11,-5 3-1691,-3 3 1674,-3 3 1471,-3 3-1505,-1 5-11,-3 3-11,-1 2 11,-2 4-16,0 3 10,-2 5 18,0 4 1150,-11 12-1196,-1 6 12,-1 2 512,5 1-602,10-9-140,2 1-1069,-4 19-136,8-10 969,-1 14 477,8-9 0,3-20 0,1 0 0</inkml:trace>
  <inkml:trace contextRef="#ctx0" brushRef="#br0" timeOffset="296830">28594 10272 26206,'-38'41'-92,"1"0"1,2-4-1,7-3-434,14-8-1201,2 1-2636,1 1 3802,2 4 1,4-16 0,1 1 0</inkml:trace>
  <inkml:trace contextRef="#ctx0" brushRef="#br0" timeOffset="297205">28982 10022 22674,'2'-42'302,"0"0"1,0 3 0,3 7 936,12 12-1093,2 2-17,2 1 493,12-3-448,3 4 146,12 0-270,2 8-44,-11 7 598,-1 6-598,-12 5 10,0 4-3402,-1 4 3408,-1 6-126,4 19 121,-8-6-264,0 17 272,-13-20 1,-4 0-864,2 19 844,-4-16 0,-2 1-6,-5 1 0,-3 1 963,-3 1 0,-2 2-1316,-5 7 0,-2-1-711,0-4 0,0-3-3357,1-8 1,0-3 4420,-10 12 0,13-21 0,8-13 0</inkml:trace>
  <inkml:trace contextRef="#ctx0" brushRef="#br0" timeOffset="297386">29145 10287 20867,'-1'-3'2852,"1"0"-483,0 3-2223,34-59-130,-14 39-661,5-14 0,2 3 623,3 21-135,6 0-1547,21-1-8127,5 1 7779,-5 2 0,-19 3 0,-27 4 1</inkml:trace>
  <inkml:trace contextRef="#ctx0" brushRef="#br0" timeOffset="298461">29948 10368 25180,'16'37'85,"1"1"1,-1-2 0,-8-5-63,-19 0-51,-3 0-191,-4 2-509,-3 2-1356,-2 0 2084,-6 6 0,15-19 0,-1-1 0</inkml:trace>
  <inkml:trace contextRef="#ctx0" brushRef="#br0" timeOffset="299580">31074 9980 16841,'-7'-34'434,"-1"0"0,-7-23 2541,-7 43-2835,4 5-22,-10 1 1377,-4 6-1423,6 1-10,-10 5-6,10 1 770,0 6-787,-2 1 0,0 4 17,-14 11-28,0 9 1296,17-12 1,2 1-1325,-11 15 0,12-2 11,14-4 0,5-10 0,7 6 23,14-10-28,3-6-6,11 0 33,12-9 6,-10-4 12,11-5-12,-14-5 362,-1-4-339,-2-3 16,-1-2 146,7-15 34,-2-7-144,-14 14 1,-1-2-1318,7-15 1332,-8 3 16,-7 18-5,-3 3-15,-1 4-2,-2 4-10,-2 1-113,0 6 0,-1 0 0,0 4 1336,-1 4-1336,-3 10 0,-1 3 0,-3 10-3380,-1-2 3380,-2 4-1335,-2 4 1335,1 1-253,-7 22 253,10-24 0,1 2 0,-2 0 0,2 0-157,1 1 0,1-1-364,-1 18-302,3-2-544,3-1-1092,1-5 2459,3 1 0,-2-22 0,2-3 0</inkml:trace>
  <inkml:trace contextRef="#ctx0" brushRef="#br0" timeOffset="300437">30725 10095 9229,'-5'-1'5964,"0"0"1470,5 1-7059,-28 15-39,16-9-51,-21 13-55,23-14-23,2-1 0,0 0 29,1-1 312,-2 0-284,4-2-17,-1 0 240,2-1-258,1-1-10,0-2-23,0-2-39,0-2-17,1-2-12,-1-1 68,1-12-100,1 4-24,0-10 35,4-8-74,1 8-662,3-11 669,3 11 21,2 1-16,2 2-6,3 1-5,12-4-29,-5 9-505,9-1 489,-8 10 0,0 4 5,0 3 12,0 2-6,0 4 0,-1 3 5,1 5 617,-1 4-594,8 15-28,-9-4-711,4 13 722,-17-5 12,-4 2-6,-13 24-23,-7-10-5,2-15 0,-3 1 11,-1-8 0,-1-1 2,-3 3 1,-1 1-1323,-2 1 0,-2 0 1322,-2 2 1,-1-1-9,-2 1 1,0 0-290,0 0 1,-2-1 299,-11 10 1,-1-1-606,13-13 0,0-1 611,-7 6 1,1-4 16,-4-3-83,8-10 139,8-9 2197,8-6-2119,7-18 618,20-15-690,22-22-34,10 6 746,-16 23 1,4 1-803,7 1 0,0 3-354,-8 4 0,1 1 354,10-3 0,1 3 0,-1 6 0,-1 2-2703,20 0 2703,-22 6 0,0 3 0,10 7-385,-3 7 130,-15-1 1,1 3-945,-2 2 1,-1 2-1757,-1-1 0,-1 1 2955,-1 2 0,-5-3 0,-5-4 0,-1-2 0</inkml:trace>
  <inkml:trace contextRef="#ctx0" brushRef="#br0" timeOffset="301027">31534 10429 23500,'1'-5'2050,"0"2"-241,-1 3-1775,18 13 11,-15 3-17,11 14-28,-22-1-45,-1 3-140,-3 0-364,0 3-924,-1 0-5544,-1 2 7017,-1 4 0,7-19 0,1-2 0</inkml:trace>
  <inkml:trace contextRef="#ctx0" brushRef="#br0" timeOffset="301633">32436 10118 18644,'3'-5'3243,"-1"1"-622,-2 4-2111,22-69-3291,-17 43 2952,8-15 0,-4 1 131,-10 20 883,-3 2-961,-3 2-101,-3 3 0,-2 3-22,-2 2 472,-3 3-466,-2 2-51,-3 2-17,-1 3-5,-2 4-6,-1 4-12,-2 4-4,-1 4-1618,-2 4 1617,1 2-1335,1 1 1352,3 3-11,5 0 0,3 1-6,7-2 6,4 0-12,4-2-10,4-2 16,5-1 0,4-4 23,5-3 16,2-3-5,2-5-6,3-2 17,0-3 0,2-5 0,1-3-6,1-5 18,1-5 4,1-4 40,1-3 1078,0-4-1056,-1-2 23,-2-1 6,-1 1-118,-3-1-45,-2 3 0,-3 2 0,-4 5 0,-3 4 0,-4 4 0,-2 5 3265,-3 3-3265,0 3 0,-2 11 0,0 2 0,-3 12 0,-2 4 0,-2 4 0,0 6 0,-2 4-1137,-1 3 1137,0 3 0,1 2 0,1 4 0,1 3 0,2 4-9,3-14 0,0 1-722,2-10 1,-1 0-2217,0 13 1,1 0 2946,-1-9 0,1-3 0,0 3 0,0-1 0</inkml:trace>
  <inkml:trace contextRef="#ctx0" brushRef="#br0" timeOffset="307355">25338 10949 10298,'-59'8'1841,"0"0"0,6-1 0,2 1-987,11 0 0,3 1-4543,-23 4 3997,19-3 0,1 0 236,-17 4 644,2 1-751,2-1-51,4-1-55,5-1-57,4-3-1710,7-2 1682,6-2-427,7-3 395,7 0 1386,8-2-1499,7-1-34,10-3 11,12-3-1738,13-4 1744,15-3-59,-19 7 1,1-1 597,4 0 0,4 0-597,3 1 0,5-1 0,-2 0-9,11 0 0,0-1-12,-6 2 1,3-1 0,-3 2 2,5-1 0,-1 1-335,0 0 0,0 1 330,-1 1 0,0 0 11,-2 0 0,1 2-6,-2-1 1,0 2-4,-1-1 1,-1 2-1,-1-1 1,-1 1-12,-3 0 1,2 0-7,11 1 1,-1 0-779,-16 0 1,-2 0 795,8 1 0,-3 0-1,1 2 1584,-12-1-1572,-11 1 789,-12 0-767,-8 0 11,-11 2-5,-8 0-6,-11 1 12,-34 3-18,6-2 258,15-3 1,-2 0-275,-11-1 0,0 0-12,10 0 1,-1-1-1,-16 2 1,0-1-9,14 0 1,1-1-1,-2 1 0,0-1 0,-1 1 1,0-1-1,1 1 0,-1 0 3,0 0 0,1-1 910,2 1 0,-2 0-927,-15 1 0,-2 0 6,2-1 0,1 1 8,1-1 0,1 1 6,10-2 0,4 0 2,-7 0-10,11-1 27,10-2-5,9 1-10,11-2-18,9-1 11,11-2 33,25-7-27,2 1 563,22-6-569,-3 4 88,-23 5 1,1 1-89,3-1 0,1 1 2,1-1 1,3 1-16,0 0 0,3 0 0,-2 1 10,7-1 1,2 0-902,6 0 1,6 0 0,-5 0 914,-4 2 0,-2 0-13,-5 1 0,1 0 0,-2 0-1,1 1 1,1 0-345,-6 0 1,2 1 0,-2 0 337,4-1 1,-1 1 2,11 0 1,-3 1-12,7 0-302,-11 0 307,-11 0 584,-13 0-572,-11 2 2354,-16 1-2343,-14 3-1428,-16 1 1400,-12 1 23,-12 2-31,23-5 0,-2 0 19,-3 1 1,-1 0 2,-3 0 0,-2 0-51,1 0 0,-3 1 0,1 0-16,-6 0 0,-1 0-397,7 0 0,-2 0 0,3 0 377,-1 0 1,4 0-9,0 0 0,2-1-12,5 0 1,1-1-143,-23 4-185,15-3-101,14-2-850,14-2 2320,28-7-4791,26-8 3859,15-3 0,-15 3 0,-14 5 0</inkml:trace>
  <inkml:trace contextRef="#ctx0" brushRef="#br0" timeOffset="314028">29259 11755 23439,'-3'14'150,"2"-2"-91,-1-7 157,0 1 0,-1 0 71,0 0-31,-2 0-19,-2 0 121,-6 2-61,1-3 22,-4 0-56,4-4-20,0 0-30,0-2-46,2-3 54,-1-9-293,3 0-76,2-8-3393,4 1 3429,2-3-686,3-4 625,3-2 27,5 0 30,3 1 81,3 2 38,2 4-30,1 2-39,1 3 66,1 3 5,-1 4-10,10 2-1,-9 3 1,7 5 5,-11 5 0,0 4 0,-2 5-6,-1 4-2058,-3 5 2064,-2 3 1871,-4 22-1893,-15 10 13,-2-17 1,-5 1-788,0-7 1,-3-2 792,-6 2 0,-2-2 3,3-7 0,-1-2-175,-2 2 0,-2-1 183,-1 0 1,-1 0 497,-2-1 1,1 0-493,-1-1 0,0 0 0,2-3 0,-2-1 16,-8 4 1,-1-3-1555,-15 4 1560,23-11 1,2-3 985,1-6-949,8-6 321,9-6-343,8-8-923,3-6 911,9-7 683,5-3-677,7-4-1,8 0-4,4 0-18,5 3 808,2 5-746,18-3-56,-13 12-11,13 0 5,-19 13-38,-1 2 32,-1 4 56,-1 5-83,-2 3-11,0 5-1,11 12 1,-11-3-28,8 9 1188,-15-6-1362,-2 2-218,-2 1-276,-2 0-502,-1 0-691,-1 0 2357,9 11 1,-14-21 0,6 5 0</inkml:trace>
  <inkml:trace contextRef="#ctx0" brushRef="#br0" timeOffset="314206">29864 12074 18834,'0'-4'3989,"0"1"-1492,0 3-2435,-20 37-96,12-5-123,-15 23-1702,16-5-2476,3-19 4335,-1 12 0,4-27 0,0 0 0</inkml:trace>
  <inkml:trace contextRef="#ctx0" brushRef="#br0" timeOffset="314540">30369 11751 21763,'-1'-6'2118,"0"1"-752,1 5-923,2-61-118,1 37-96,0-15 1,2 1 106,5 16-212,0 1-57,1 7 22,-1 5-72,-3 5 6,3-1-1,2 7 6,7 9-6,10 12 12,6 19-51,-6 0 6,-2 6 0,-11-10-247,-2 3 258,-1 1-6,-3 3 0,-5-14 1,-3 3-12,-1 1 0,-2 2-109,-3 9 0,-3-1-310,1-9 1,-1-2 185,-2-2 1,-1-2-1868,-12 18-5450,1-6 7567,-1-4 0,10-18 0,6-12 0</inkml:trace>
  <inkml:trace contextRef="#ctx0" brushRef="#br0" timeOffset="314720">30363 12011 18874,'-3'-3'4111,"0"1"-1641,3 2-2459,44-61-1099,2 42 1071,-11-14 0,3 3-84,24 25-289,-25 4 1,0 1-2625,6-1 0,0 1-1616,-2 0 1,-2 1 4629,-2-1 0,-6 1 0,-8 0 0,-11 0 0</inkml:trace>
  <inkml:trace contextRef="#ctx0" brushRef="#br0" timeOffset="314905">31321 11888 20270,'1'36'-3277,"-1"0"0,1-1 0,2-3 1548,5 2 1,-3-12 0,-3-15 0</inkml:trace>
  <inkml:trace contextRef="#ctx0" brushRef="#br0" timeOffset="315363">32565 11634 19132,'0'-6'3870,"0"2"-2184,0 4-1546,-62-54-372,29 40 347,-19-11 0,-3 6-1209,6 28 1130,15 0 1,0 1 25,-16 10-12,2 2-39,0 4-11,6 2-2033,4 2 2016,8 1 23,2 13-136,14-11 130,3 10 0,22-7 0,2-10 17,14 5 5,1-15 0,4-5-1552,4-4 1563,0-3-2,16-9 25,-14-2 1109,10-8-1103,-19-3 84,-2-2-39,-1-3-7,-3-1 24,-1-2 10,-3 1 174,3-9-151,-7 10-28,0-3 2460,-5 10-2510,-5 8 1328,0 1-1385,-3 6 1244,-1 1-1266,-1 6 12,1 2-12,-1 8 424,0 3-424,0 5 35,-3 4-35,-1 4-684,-3 5 684,-1 1-57,0 6-3148,-1 2 3093,2 4-229,0 4-930,-1 1-387,1 4-3258,1-17 1,1-2 3068,-3 14 0,1-2 1,5-37-1</inkml:trace>
  <inkml:trace contextRef="#ctx0" brushRef="#br0" timeOffset="321659">27948 11736 17365,'-3'-37'456,"1"-1"1,-6-22 1240,-7 62-1524,-2 4 24,-4 5 178,-16 17-201,5-1-846,-12 14 795,11-3-22,0 5-23,0 5-28,1 3-10,2 3-7,4-1-2132,5 0 2121,5-3-8,10-17 0,2 0-1432,-2 13 1429,7 8-37,13-12 43,1-13 0,11 4 540,-4-16-535,2-3 18,0-5 2242,0-3-2136,10-4-62,-9-5 3352,6-3-3357,-10-5-332,-3-2 337,-1-2 11,-3-3 17,-2 0-17,-4-1 6,-3 0 6,-3 1 72,-6-7-101,-1 7-16,-6-4-12,0 8 480,-2 3-496,-1 0-12,0 4-11,-1 2 12,1 2-12,-1 2 0,0 4-11,-5 8 0,-1 11 0,-4 12-17,8-2-444,5 2 371,8-9-94,3 0-175,3 0-313,3 1-2050,15 6-4319,14 2 7041,8-1 0,-13-14 0,-10-9 0</inkml:trace>
  <inkml:trace contextRef="#ctx0" brushRef="#br0" timeOffset="321819">28304 12306 14695,'0'-4'4868,"0"1"-998,0 3-3859,-60 8-11,43 2-6,-16-2 1,4 2-51,27 9-123,0 3-376,2 2-907,1 1-3349,1 1-5020,1-1 9228,0-3 0,-2-11 1,1-4-1</inkml:trace>
  <inkml:trace contextRef="#ctx0" brushRef="#br0" timeOffset="322750">26552 11795 11794,'1'-4'4901,"0"1"1574,-1 3-6363,-2-18-28,0 13-17,-3-13-11,-1 19 28,-7 3-45,1 1 0,-8 3-5,2 0 5,-5 1 17,-17 6-28,7-3-1054,-13 4 1060,13-6-1,1-1 23,1-2-5,4-1 10,3-3 23,6 0 0,5-3-11,3 2-11,5-2-23,2 0-5,2 0 1031,2 3-1054,2 0-11,1 3 0,0 2 6,2 3 5,0 2 0,-1 3 28,3 11-28,-3-4 17,1 9-5,-4-9-1,0 2 1,-1 1-7,-1 0 7,0 0 5,-1-2 11,-2-1 11,-2-4 6,0-1 23,-1-2 184,-4 2-89,2-6 33,-3 1-5,3-8 5,1-2-22,0-1-11,0-2-23,1-2-45,0-2-5,1-2-17,0-3-28,1 0 0,1-3-22,1 0-18,2-2 18,-1 0-34,4 0 6,2-1-6,4 1-6,2 0 17,2 2 0,2 2 1,2 3-7,3 2-10,1 2-1,1 2 6,2 0 0,-1 4 0,1 2 11,0 4-5,0 3-6,-2 0-11,9 11-6,-10-4 6,5 5-6,-13-5-6,-4-1-27,-4 1 0,-3 1-6,-7 3-34,-2 0-33,-8 0-79,-2-1-3487,-3 0 3269,-1-3-826,0-1 484,0-2-279,1-3-550,1-2-1843,1-3-5337,3-3 8771,3-2 0,6-2 0,3 0 0</inkml:trace>
  <inkml:trace contextRef="#ctx0" brushRef="#br0" timeOffset="322949">26370 11836 12897,'3'-4'5220,"-1"1"-2184,-2 3-2655,66-48-4182,-36 30 3899,12-10 0,0 0 32,-11 15-52,3 0-27,1 1 1080,-1 2-1237,0 1 302,-4 3-1691,-3 2-3165,-4 3-5171,-6 0 9488,-5 2 1,-6 0 0,-3 0 0</inkml:trace>
  <inkml:trace contextRef="#ctx0" brushRef="#br0" timeOffset="323260">25779 12512 18744,'-33'-14'-98,"1"1"0,-23-2-1442,40 42 913,-1 2-193,1 2-1516,0 1 2243,-1 5 1,8-17-1,0-1 1</inkml:trace>
  <inkml:trace contextRef="#ctx0" brushRef="#br0" timeOffset="323759">24972 12265 7097,'-12'-52'1290,"0"1"0,2 3 1,2 7-451,6 10-146,1 2 1891,2-5-2125,1 11-51,2-2 1279,0 11-1515,0 7 2208,-1 1-2157,1 12-79,-3 4 12,3 9-22,-3 5-23,0 7 56,-2 26-2370,-2-9 2227,1-15 1,0 1-545,-4 15 553,-1 1-1337,2-2 1326,0-1-1,3-11 1,1 0 1308,3 5-1320,1 15 1841,4-39-1818,0-5 836,0-5-802,0-4 3318,2-4-3313,1-6-12,3-5 51,9-18 23,4-11-59,-9 14 0,0-1 8,9-19 5,-4 6 120,-3 9-125,-6 11-17,2 1 275,-7 11-314,-3 6-17,0 2-5,-2 6 5,0 4 11,0 5 1,1 5 10,2 17-77,0 13-458,-2-14 1,1 3-4415,2 3 1,-1-1 3690,4 21 1,-2-18 0,-5-31-1</inkml:trace>
  <inkml:trace contextRef="#ctx0" brushRef="#br0" timeOffset="329091">27822 13787 16348,'0'-5'2010,"0"2"2124,0 3-4095,2-31-5,0 27 56,4-19 44,-3 36 23,-1 7 28,-8 4-96,-1-3-16,-8 0 0,0-5 22,-2-2-3392,-1 0 3404,-1-4 150,-8-2-83,6-4 22,-5-1 0,10-6-28,2-2-6,2-4 3348,1-6-3415,2-2 0,2-4-5,2-12-57,4 6 18,9-17-356,0 20 311,8-5-1,-3 13-5,1 3 6,2 3-1,-1 3-27,1 3 22,0 3 0,1 1-6,9 11 1,2 10 16,7 16-588,-10-2 577,-6 5 115,-11 8-99,-15 8-16,-2-19 0,-5 3-467,-7 1 0,-6 0 464,-9 6 1,-2-3 4,5-6 1,0-3-3,-4 2 0,2-3 0,9-11 0,0-2 40,-22 17-7,18-19 1,0-4 62,-19 0 44,-3-17-84,22-14 225,12-14-248,14 3 6,1-3-16,7 0 146,4 0-152,6 1-6,3 2 6,4 4 966,0 3-966,12-1-17,-7 8 28,8 0-28,-7 9 0,2 2-357,4 0 340,3 5 0,21 4-45,-25-1 1,1 0-107,8 3 0,1-1-459,-9-1 1,-2 0 33,26 7-309,-21-4-224,-4 0-347,-3 1-549,-5-2 1846,4 4 1,-15-7 0,1 1-1</inkml:trace>
  <inkml:trace contextRef="#ctx0" brushRef="#br0" timeOffset="329228">28183 14156 24032,'-2'11'-39,"1"-1"-213,0 0-874,1 2-3977,0 1 5103,1 4 0,-1-8 0,1 0 0</inkml:trace>
  <inkml:trace contextRef="#ctx0" brushRef="#br0" timeOffset="329923">28309 14185 25903,'-5'-41'62,"1"11"-23,5 34 17,1 5 22,2 11 1,-3 13-6,-9 22-1094,-5-3 998,1-22 1,-2 0-118,-14 19-212,-5 3-450,-2 0-41,17-25 1,0-1-4401,-18 24 5243,17-21 0,0-3 0,-1 3 0,2-3 0</inkml:trace>
  <inkml:trace contextRef="#ctx0" brushRef="#br0" timeOffset="330567">29278 13796 18251,'8'-47'868,"0"0"0,0 5 1,-4 8-349,-8 17-161,-3 5 842,-5 3-999,-2 4-34,-3 3-28,-3 5-3571,-1 3 3565,-4 7 899,-1 6-926,-2 5-723,0 4 667,0 6-12,1 5-409,0 4 404,1 6-17,1 2-1,2 1 12,3 0-16,2-1 16,6-1 11,3-2 2587,5-3-2626,5-4-16,5-4-12,5-5 39,6-5-11,5-4 11,3-5 0,5-5 6,2-4 0,2-5 0,1-5 11,1-6 1505,-3-4-1472,0-6 1,-3-3 330,-3-2-314,-4-1-3250,-5-2 3278,-5 2-216,-5 1 216,-4 2 85,-9-4-124,-2 8 0,-9-2 254,-2 9-271,-14 3-33,5 2 0,-13 2-6,11 5 3289,-15 8-3295,11 0 12,-10 7-2267,15-3 2250,2 3-988,2 1 938,3 1-253,5 2 51,2 0-324,7 1-590,3 1-1455,5 0-6929,3-2 9550,2-4 0,-2-9 0,-1-3 0</inkml:trace>
  <inkml:trace contextRef="#ctx0" brushRef="#br0" timeOffset="330784">29811 14142 19821,'-14'35'-133,"-1"0"0,3-3 1,1-3 389,2 10-257,-2 9 0,3-15 0,1-2 0</inkml:trace>
  <inkml:trace contextRef="#ctx0" brushRef="#br0" timeOffset="331191">30393 13784 23675,'-1'-44'345,"1"0"1,0 3-1,4 8-46,9 13-109,4 1-32,4 0 48,15-3-117,6 5-22,14 4-39,-10 9 3,-3 11-9,-14 6-11,-1 6 6,-2 5-22,-1 5 21,0 22-311,-15-20 1,-3 2 271,0 11 1,-3 1-17,-4-8 0,-3-1-40,-2 0 1,-2-2-163,-10 13-219,-2 1-643,4-15 0,-1 2-3813,1-1 1,-1-1 4265,2-1 0,0-3 0,-4 9 0,14-28 0</inkml:trace>
  <inkml:trace contextRef="#ctx0" brushRef="#br0" timeOffset="331361">30452 14101 19053,'0'-6'3366,"0"0"-2576,0 6 184,0 0-710,22-63-615,-11 40 387,3-14 1,4 2-26,11 14-56,13 3-50,-11 7 0,2 2-264,24-2-1996,4 5-362,-15 5 2717,7 0 0,-25 1 0,-1 0 0</inkml:trace>
  <inkml:trace contextRef="#ctx0" brushRef="#br0" timeOffset="331570">31487 13854 22317,'-2'-7'1691,"0"1"-1158,2 6 32,0 0-710,-21 60-1506,14-34 1152,-6 12 1,2 0-1995,7-10 2493,-1 6 0,3-16 0,0-1 0</inkml:trace>
  <inkml:trace contextRef="#ctx0" brushRef="#br0" timeOffset="332012">32276 13679 15174,'7'-40'478,"0"-1"0,1 4 0,-4 8 2322,-7 20-2627,-2 1 1371,-4 3-1443,-3 3 826,-6 0-888,-3 4 17,-4 3 6,-5 3 66,-18 14-55,-4 8 2575,0 1-2625,8 3-12,18-10-11,5 0 0,4 0 5,5-1-10,4-1 10,4 0-16,1-3 0,5-2 22,6 1 23,10-7-17,3-2 5,7-7-5,-3-8 16,5-2-5,4-6-411,2-3 411,2-2 17,-1-2 33,12-8-22,-15 9-971,5-4 982,-19 12-692,-4 3 709,-5 3 923,-3 2-968,-4 2-11,-2 0-11,-1 2 1001,-1 3-979,0 11-2525,0 2 2509,-1 10-1,-3-1-233,0 3 233,-2 2-22,-1 3 12,-1 0-1,0 2-28,-1 0-50,1 2-835,-4 23 902,7-21 0,-1-2 0,-2 15 0,3-4 0</inkml:trace>
  <inkml:trace contextRef="#ctx0" brushRef="#br0" timeOffset="332658">26875 14332 22029,'-26'42'-847,"0"-1"0,0 1 1,1-1-1,-4 5 0,1-2 1,3-2 580,-3 9 1,5-7-1,4-7 1,0-2-1</inkml:trace>
  <inkml:trace contextRef="#ctx0" brushRef="#br0" timeOffset="333350">26508 13946 23147,'-40'-22'168,"4"4"-106,22 19-5666,-3 1 5693,-1 2 1029,-3 0-1045,0 0 6,-2-1-29,0 0 28,1-1 6,0 0 999,-7-2-988,11 0 0,-4 0 79,12 0-124,4 0 3220,2 0-3231,3 2 442,0 1-447,0 2 16,0 8-16,0-2 89,-2 23-39,-2-4-11,-3 17-51,1-13 6,-2-2 40,-3-2 21,-1 0 34,-4 5-49,4-12 15,2-6 18,5-11 5,2-1 28,1-2 17,1-2 95,1-2-180,0-3-21,0-2 44,0-8-45,0-5-33,0 1-11,2-1 5,1 7 0,2 1-5,5-2-1,1 3 1,2 1 0,6 3-1,-3 3 1,7 1-1,-4 3 7,-1 2-7,2 3-5,0 4 0,-2 4 6,0 3-6,-1 3-34,-1 1-39,2 12 51,-7-7 44,0 8 1,-8-10-6,-4 1-12,-4 1-27,-6 0-62,-18 8-224,-12-1-11,-2-3-1668,-4-7 1237,13-11-347,0-3-834,-1-4-2213,1-2 4144,-5-4 0,19 0 0,1 0 0</inkml:trace>
  <inkml:trace contextRef="#ctx0" brushRef="#br0" timeOffset="333951">24883 14092 15504,'0'-53'743,"-1"-1"0,0 6 1,0 6 1878,-2 9-2236,0 5-66,1 4-57,0 4 847,1 6-947,1 2 413,0 6-531,0 3 1642,0 1-1659,0 14 33,0 0 1,0 15 44,-5 21-55,0-8-1150,-5 18 1139,0-13 16,-2 0-34,0 2 7,2-1-35,1-1-11,4-2 11,1-4-16,3-4 38,7 1-3010,0-14 3017,6 1 10,-1-17 12,1-2 785,1-6-763,1-4-11,4-5 23,1-6-29,3-3-5,1-3 5,2-1-22,1-2 11,10-11-1337,-2 4 1309,-2 2-138,-7 11 139,-13 13-12,-2 3 11,-2 3 2675,-2 4-2647,1 10 1926,-1 13-1948,-1 2-602,-1 6 579,-3-8-21,1 13 16,-1-8 0,1 11-859,1-10 725,-2 1-191,0 4-259,1-1-474,-2 2-993,2 0-3398,1-1-3558,0-6 9018,0-6 0,-2-12 0,1-7 0</inkml:trace>
  <inkml:trace contextRef="#ctx0" brushRef="#br0" timeOffset="334116">25559 14316 21327,'-15'52'-499,"0"0"1,1-3 0,2-7-8638,4-7 9473,1-5 0,4-14 0,0-6 0</inkml:trace>
  <inkml:trace contextRef="#ctx0" brushRef="#br0" timeOffset="342486">24870 15697 16213,'4'-43'804,"0"-1"1,0 2 0,-2 8 767,-2 20-1393,0 2 889,0 8-1023,0 3 526,0 7-521,0 3 6,-1 11-1860,-1 5 1865,-2 5 46,-5 26-2032,1-9 1933,3-14 1,-1-1 13,-4 17-16,2 2-75,3-15 0,1 0 47,0 17 22,2-20 0,1-1-34,5 4 2234,3-5-2194,3-6-1,1-6 3322,7-3-3282,-5-9 5,4-3 12,-4-9-23,1-6-11,3-6-6,1-5 12,12-17-6,-6 5 0,9-11 22,-3-2-2746,-8 14 2713,5-9-2225,-12 18 2236,-2 5 45,-1 1-45,-5 8-45,-1 3 6,-5 5 1873,-1 7-1862,0 1 3392,1 7-3381,0 4-17,0 3 12,0 5-23,-1 2-5,0 5 5,0 2-3403,-1 5 3370,0 1-79,-1 3-558,0 2-64,0 1-840,1 2-3325,1-15 1,1-1 3524,1 10 0,0-1 0,-1-30 1</inkml:trace>
  <inkml:trace contextRef="#ctx0" brushRef="#br0" timeOffset="342690">25821 16070 24766,'-22'37'-549,"0"0"0,3-7 0,4-2-2078,13 14 1212,2-9 0,-1-22 0,1-3 0</inkml:trace>
  <inkml:trace contextRef="#ctx0" brushRef="#br0" timeOffset="343253">26314 15876 23170,'7'-6'330,"-1"4"-229,-9 12 5,-1 0 62,-8 6-84,2-5-11,-5 3 39,4-7 23,0-1 10,0-3 12,1-2 0,1-1-23,2-3-11,1-3-11,2-5-16,1-1-1,2-3-17,1-2 7,3-2-24,3-2 7,3-1 32,10-8-66,5-1-23,0 3-3392,10 1 3393,-13 14-12,17 0 0,-8 9 22,7 6-16,-5 12-6,-9 3 22,-7 8-16,-8 10-1,-5-5 12,-3 12-17,-13 9-28,-3-10 1545,3-12 0,-2 1-1551,-6 3 1,-3 1-436,-4 5 0,-3 2 467,5-7 0,-1 1 0,-1-1 5,-13 15 0,0-3 33,5-9 1,2-6-414,-14 3 422,22-29-17,16-20 0,9-7 11,4-5 40,10-16-57,2 9 254,9-8-231,6 7-29,4 7 493,1 3-521,-1 11-16,-9 9 0,0 4 432,16 3-516,-9 2-798,12 4 573,-12 1-268,-2 2-2386,13 4-2172,-11-3 5163,13 5 0,-29-11 0,-1-1 0</inkml:trace>
  <inkml:trace contextRef="#ctx0" brushRef="#br0" timeOffset="343435">27148 15955 25163,'-24'43'-881,"1"0"0,1-2 0,7-3-4351,10 1-4599,4-5 8573,1-15 0,0-9 0,0-5 0</inkml:trace>
  <inkml:trace contextRef="#ctx0" brushRef="#br0" timeOffset="344029">27866 15710 18134,'0'-4'3036,"1"0"341,-1 4-3343,-12-41-6,3 31-6,-13-30 1,6 42-1,-3 2 1,-2 1-7,-2 0-4,-2 2-1,-1 0 0,0 1 6,-1-2-464,2 1 470,0-1 10,4-2 7,2 0 21,5-2 6,3-1 17,3 0 17,4 0-22,1-1 473,2 1-428,0-1-113,0 2 12,1-1-6,0 3 11,0 0-12,-1 3 7,0 1-6,1 2 5,0 2-5,-1 2 0,0 3 5,0 1-11,-1 2 17,1 0-5,-2 2 5,1-1-23,0 1 6,-1 0-16,1 0 5,-1-2 0,-1-1-6,1-2 23,-1-3 0,0-2 22,0-3 28,1-3 62,1-2 33,0-2 191,1-1-241,1-5-33,0 0-18,0-6 12,0-1-11,3-3-6,1-2-28,3-1 0,2-1 5,2-2-10,1 2 5,3-1-17,1 2 0,1 2 0,0 2-5,1 2 11,-2 3-17,1 1 0,-1 3 0,0 2 11,0 1-11,0 4 17,2 3-29,-2 5 12,0 3-5,0 3 5,-2 1 11,-1 3-11,-1 0-11,-3 1-6,-2 0 11,-3 1-16,-1-1 5,-3 1-5,-4 1-12,-3 0-33,-6 2-123,-2-1-208,-4 1-280,-2-2-504,-3-1-1086,0-3-7563,2-4 9103,3-4 1,10-6 0,3-3 0</inkml:trace>
  <inkml:trace contextRef="#ctx0" brushRef="#br0" timeOffset="344230">27811 15688 23252,'50'-31'-6,"0"0"1,-3 2-1,-5 6-257,-7 11-734,7 1-4585,7 1 5582,11 0 0,-28 4 0,1 2 0</inkml:trace>
  <inkml:trace contextRef="#ctx0" brushRef="#br0" timeOffset="344504">28960 15979 22391,'-6'-8'1322,"2"1"-723,4 7 448,0 0-1058,-3 25 0,-2-2-90,-4 25-235,-3-5-1068,-2 2-1498,-2 4-6929,1-5 9138,3-5 1,6-19 0,2-8 0</inkml:trace>
  <inkml:trace contextRef="#ctx0" brushRef="#br0" timeOffset="344947">29866 15602 21444,'0'-5'1642,"-1"2"-5091,1 3 3528,-62-14-11,38 18 667,-13-8 0,1 5-679,17 19-22,-3 3 55,-1 5-67,0 2-2003,-2 6 1992,2 1-5,0 4 1619,3 2-1670,2-1 17,4-1 0,4-1 11,5-4 12,3-1 5,4-5-6,4-3 1,5-3 10,3-3-16,2-4 5,4-3 6,2-4-5,16-4-1,-7-4 761,10-6-761,-11-5 12,0-5 11,-2-4 0,-1-1 3205,4-13-3127,-8-2-22,-3-1 636,-10 5-569,-14 6-17,-10 4-72,-2 2 5,-8 6-17,4 8 17,-3 3-6,-1 2-5,-2 3-11,-10 9-57,8 0-5,-4 7-67,7 6 11,9-4-134,0 9-286,8-7-639,5 2-1557,2-1 2700,8 3 0,-7-19 0,3-2 0</inkml:trace>
  <inkml:trace contextRef="#ctx0" brushRef="#br0" timeOffset="345146">30366 15959 23784,'-24'46'-3277,"0"-1"0,2-3 0,5-8 3206,11-14 0,2-9 0,3-5 0</inkml:trace>
  <inkml:trace contextRef="#ctx0" brushRef="#br0" timeOffset="346006">30936 15578 23457,'-11'-43'267,"-1"1"0,1 3 0,8 7 97,25 5-738,-2 9 492,9-5-3743,-7 10 3710,0 3-24,1 2 896,-1 3-912,12 2-56,-9 6 22,9 4 0,2 15 23,0 16-512,1 2 478,-7 11 11,-13-10-11,-3 2 5,-4 2 1,-3-1-23,-5 1-16,-4 0-68,-4-12 0,-2 0-124,-8 18-259,4-18 1,-1-2-116,-9 11-437,0-3-920,1-3-3090,2-5 5719,1-2 1,9-14 0,2-2 0</inkml:trace>
  <inkml:trace contextRef="#ctx0" brushRef="#br0" timeOffset="346171">31043 15843 15956,'-2'-3'3814,"-1"1"-1153,3 2-2633,47-63-3735,-20 42 3687,6-14 1,1 2-138,4 25-303,2 3 460,-6 3 0,-1 0 0,-3 0 0,14 2 0</inkml:trace>
  <inkml:trace contextRef="#ctx0" brushRef="#br0" timeOffset="346395">31936 15821 22520,'-3'-2'1843,"1"1"-1031,2 1-1003,-37 54-732,28-31 545,-11 10 0,4 0-845,16-11-2469,4-1 3692,3 3 0,-1-11 0,-1-1 0</inkml:trace>
  <inkml:trace contextRef="#ctx0" brushRef="#br0" timeOffset="346805">32719 15463 21727,'-4'-40'506,"1"-1"0,0 3 0,-2 10-282,-6 21 361,-2 3-462,-1 2 180,-4 2-236,-2 4-16,-4 3-23,-2 4 11,-3 4-5,-1 3 5,-1 4-11,-1 3-1432,2 3 1420,3 1-16,3 2 6,4-1-276,4 0 264,5-3 12,5-3-12,3-2-168,5-4 180,4-2-6,4-4 11,4-3 1456,3-2-1439,3-4 592,2-1-586,2-6-162,1-2 184,1-7 5,1-2 34,-1-2 12,-2-2 61,0-1 22,-3 0 17,-1 1 1,-2 1-18,-4 1-16,-3 4-29,-3 2-27,-1 3-57,-4 3-27,0 3-28,-2 1 460,-1 4-449,0 4 17,0 16-17,0-1 5,-2 12 0,1-5 6,-4 3-789,1 4 772,-2 3-22,-1 3-45,-2 5-2318,-1 4 2038,-1 6-605,3-12 0,1 3-252,0-11 0,1 2 1193,-3 19 0,0-3 0,2-10 0,1-2 0</inkml:trace>
  <inkml:trace contextRef="#ctx0" brushRef="#br0" timeOffset="348999">24720 17326 15586,'2'4'1994,"0"-1"1641,-2-3-3484,8 2-45,-6 0-33,6 1 17,-8-1 22,-1 0 28,-1 1 72,-7 3-60,-7 2-79,-1 1 11,-5-1 28,6-4 0,-1-2 6,2-1 11,-1-4-29,2-3 1,2-4-11,3-5-12,1-4-3408,1-4 3391,3-2-482,1-1 460,3-1-2086,3 2 2087,3 1 4,12-7-49,-1 10 16,6-3 0,-3 11 0,-2 4 2103,10 1-2136,-6 4-1,5 3-21,-7 6 27,0 4 11,0 6-5,0 4 0,5 18-6,-7 11 121,-11-15 1,-3 1-111,-6 24 6,-16-1-17,-6-16 2597,-9 0-2613,-5 1-7,-7 3 18,21-22 0,-1 0 2,1 0 0,-2 1-30,-10 8 0,-2 0 41,2-4 1,0-2 30,0 0 1,2-3 44,-22 6 22,27-22-5,4-3 23,6-8 5,3-3 0,5-5 39,3-14-95,4 3 346,8-21-396,15 6-28,14-5 33,2 12-22,3 11 22,-9 11 662,1 3-684,0 3 11,2 2-34,17 8-190,8 8-3437,0 4 3208,-1 6-495,-17-4-1325,-1 1-2858,-1 2 5131,2 2 0,-18-12 0,-2-1 0</inkml:trace>
  <inkml:trace contextRef="#ctx0" brushRef="#br0" timeOffset="349195">25388 17525 17569,'-13'53'-230,"0"0"1,1-10-1,3-3 581,5 11-3578,2-16 3566,2 5 1,0-19 0,0-2 0</inkml:trace>
  <inkml:trace contextRef="#ctx0" brushRef="#br0" timeOffset="350036">26004 17277 15073,'5'-40'282,"0"-1"0,-1 4 0,0 8 2468,-2 19-2543,1 2 1487,-1 1-1610,-1 4 854,0 0-887,-1 10 3447,-5 12-3403,-4 18-61,-3 2-12,-4 8 6,-3 10-28,5-13-1364,-4 14 1364,8-21 12,3-2-340,3-4 317,2-3-1,3-4 29,5-4 11,3-5 12,7-4-6,3-4 11,6-3 5,4-6 6,6-5 811,3-7-822,5-6-23,-11 2 0,0-3-584,18-11 573,-19 9 0,0 0 51,8-10 5,-3 0 17,-4 1 0,-3 2 0,-5 1 0,-4 5-11,-5 4 11,-3 4 0,-4 5-22,-4 5-23,0 2-22,-4 2 475,1 3-487,-2 3 1013,-1 5-1012,-2 6 5,-7 18-22,0-4 158,-4 12 91,-1 5 3,4-8-1729,-3 12 1667,6-11-115,2 2-744,3-9 1,0 3-741,1 3 1,2 0-770,-1 1 1,2 0 1704,2 3 1,2-5 0,-1-7 0,3-2 0</inkml:trace>
  <inkml:trace contextRef="#ctx0" brushRef="#br0" timeOffset="350244">27340 17569 21681,'-29'30'-648,"1"0"0,1-2 0,6-1-3922,10 6-4426,2-2 7954,3-6 1,2-12-1,3-5 1</inkml:trace>
  <inkml:trace contextRef="#ctx0" brushRef="#br0" timeOffset="350895">28418 17320 21452,'-44'-9'157,"0"0"0,4 1 1,6 2 139,13 8-157,-1 0-17,-3 0 0,-1 0-11,0-1 0,0-1-22,2 0 16,1 0 0,3 0-10,1-2 4,4 1 30,2-1-80,2 2 32,3 0-43,1 0 55,1 0-83,1 0-16,-1 4 27,0 0-16,0 4 5,0 0 6,-1 3-17,0 1 28,0 1-11,0 1-1,2 1 7,0-1-18,1 1 12,0-2-11,2 1-1,-1-2-10,3-1 5,-1 0 17,1 4-1,-1-3 1,1 3-17,-1-3 6,0-1 16,-1 0 1,1-1 5,-2 1-17,1 0 22,-2-1 1,0 0-6,1 0 0,-1-2-6,1-1 34,0-3 56,1-1 415,1-2-449,0-7-27,1 0-7,2-5-4,2 1-12,4-2 0,2 0 11,5-1 0,3-1-17,3 0-5,3 0-11,12-2 5,-9 7-17,8 0 6,-12 8-5,-3 2-1,-1 4 1,-3 4-18,0 4 6,-3 4 6,1 2 6,-1 2 5,0 2 0,-2 0-17,0 1 0,-2 1-11,-3 1 0,-3-2 28,-1 0 0,-4-2 0,-4 0 0,-5-2-11,-5-1-12,-4 0 7,-4-2-18,-4-1-22,-3-2-1138,-1-2 1037,-3-3-162,0-1-342,1-4-756,1-2-3820,1-2 5237,1-4 0,14 2 0,3-2 0</inkml:trace>
  <inkml:trace contextRef="#ctx0" brushRef="#br0" timeOffset="351135">28732 17628 21105,'-11'44'32,"-1"0"0,2-3 0,2-6 1133,7-15-1165,0 3-22,-2 0-90,-1 2-185,-2 1-509,-3 0-528,-3-1-3203,-2 1-4335,0-5 8926,2-3 0,6-10 1,3-3-1</inkml:trace>
  <inkml:trace contextRef="#ctx0" brushRef="#br0" timeOffset="351600">29958 17206 25124,'-51'5'108,"1"0"1,2 1 0,8 4-31,13 19-1381,-4 5 1348,-3 2-17,-3 3-17,-1 2 0,0 2-5,13-11 0,-1 3-4,2-1 1,1 1-14,1 0 0,1-1 213,6-4 0,3-2-236,3 5 29,5-4-18,7-5 18,4-5 10,7-3 1,5-4 16,5-4-16,6-2-6,5-4 6,4-1 5,5-5 0,1-1 6,0-5-79,-2-2 96,-2-2-6,-6-1 112,4-7 695,-12 1-739,-5 0-96,-14 5 22,-11 4 6,-4 1 17,-17-1-34,1 3-5,-12 1-6,5 6 0,-1 1 16,-3 1-4,1 3 331,-10 7-360,12-2-17,-4 7-3397,18-5 3297,4 1-169,3 1-403,4 1-901,3 1-3877,2 0 5484,3 2 0,-1-8 0,1 0 0</inkml:trace>
  <inkml:trace contextRef="#ctx0" brushRef="#br0" timeOffset="351817">30544 17702 24878,'-37'35'-279,"-1"-1"1,3-2 0,7-2-858,11-2-1850,2 1-6250,2-3 8866,4-5 0,4-10 0,3-5 0</inkml:trace>
  <inkml:trace contextRef="#ctx0" brushRef="#br0" timeOffset="352151">31219 17240 25359,'17'-41'125,"0"0"1,-4 4-1,2 9-46,20 21-18,-10 5 1,10 3-34,-1 10-6,-2 3-526,-6 10 509,-11 2-5,-3 5-5,-2 3-12,-4 5 23,-2 2-12,-2 2-8,-4-11 0,-1 0 3,-5 18-9,1-17 1,-2 0-88,-4-1 1,-3 0-396,-1 2 1,-1-1-802,0-1 0,0-1-470,1-2 1,0-3-7593,-2 2 8660,5-6 1,7-11 0,4-5 0</inkml:trace>
  <inkml:trace contextRef="#ctx0" brushRef="#br0" timeOffset="352333">31087 17697 15860,'-1'-5'3664,"0"1"-995,1 4-2400,55-63-190,-13 38-1689,-4-10 0,2 3 1593,8 20-27,-12 8 352,0 2-532,1 1-49,2 1-488,1 2-595,1 1-1590,0 3 2946,5 1 0,-23-3 0,-1 0 0</inkml:trace>
  <inkml:trace contextRef="#ctx0" brushRef="#br0" timeOffset="352548">32073 17571 22004,'1'-3'2639,"-1"0"-1088,0 3-1545,-13 22-23,4-6-50,-12 21-62,9-12-341,-3 13 55,5-8-3666,0 8 2636,5-13-5133,3 1-2731,0-5 9309,2-2 0,0-10 0,0-4 0</inkml:trace>
  <inkml:trace contextRef="#ctx0" brushRef="#br0" timeOffset="352966">32919 17346 21690,'-11'-42'362,"0"-1"0,0 4 0,0 8-116,-6 14-61,-3 1 937,-1 5-976,-5 1-34,0 5-6,-3 1-33,0 3 331,-1 3-332,-11 8-27,2 9-39,1 3-405,7 5 410,11-5-2669,2 0 2652,3 1-319,3-1 308,4-2-6,4 0 46,6 7 361,5-9-390,6 5-16,4-11 33,1-1 0,3-3 0,1-2 6,1-2 28,1-3 5,1-4-11,1-2 1,0-4 10,1-1 12,-1-2 10,-1-1-10,0 0 22,-2 0 3226,-3 0-3198,-2 2 56,-3 1 456,-2 3-517,-4 2-35,-1 2-44,-4 2 17,-2 0-28,-2 3 11,0 2-11,0 5 5,0 5 17,0 4-11,-1 5 0,-1 3-22,-1 4-3415,-1 3 3404,-1 2-126,0 2 75,-1 1-296,-5 22-169,1-13-567,2-15 1,0 1-2497,-8 15 3584,-3 8 0,13-38 0,1-3 0</inkml:trace>
  <inkml:trace contextRef="#ctx0" brushRef="#br0" timeOffset="353875">23549 18617 15568,'60'-6'532,"0"1"0,-2-1 0,-3 2-1485,-18 1 0,0 0 1163,5 0 0,1 0-460,4 0 1,2 0 415,4 0 0,1 0-24,3 0 1,2-1-14,4 1 0,0 0-377,-18 0 1,0 1 0,0-1 316,3 1 0,0-1 0,1 1-489,2-1 1,0 0 0,0 0 482,2 1 1,1-1 0,0 0-331,2 0 0,1 0 1,0 0 327,1 0 1,0 0 0,1 0 1,2 0 1,-1 0-1,1 0-7,2 0 0,-1-1 0,1 1-205,-15 1 0,0 0 1,0-1-1,0 1 184,1-1 0,1 1 0,-1-1 0,1 0-37,-1 1 0,1 0 0,0-1 1,1 1 29,-1 0 0,1-1 0,-1 1 0,1 0-35,0-1 0,0 1 0,0 0 0,0 0 32,0 0 0,0 0 0,0 0 0,0 1 3,1-1 0,0 0 0,-1 1 0,1 0 4,0-1 0,0 1 1,0 0-1,0 1-8,1-1 0,0 0 1,-1 1-1,1-1 14,0 1 0,-1 0 0,1-1 0,0 1 23,0 0 1,0 0 0,0 0 0,-1 0-30,1 0 0,-1 0 1,1 0-1,2 1-45,3 0 0,4 0 0,1 0 1,-1 1-1,-3-1 31,0 1 0,-3-1 0,1 1 1,5-1-20,-10 1 0,4 0 0,2 0 0,1 0 0,0 0 0,-4 0 0,-4 0 12,9-1 0,-5 1 1,-1-1-1,3 1-2,-1 0 0,4-1 0,0 1 0,-2-1 0,-4 0 2,-3 0 0,-3-1 0,-2 1 1,1-1 16,16 0 0,0 0 0,-1-1-4,-1 0 0,-1 0 1,0-1 74,-1 0 1,0 0 0,-1-1-76,-1 0 0,-1-1 0,0 0 49,-1-1 1,-1 0-1,0 0-42,-2 0 1,0-1 0,0 0 9,-3 0 0,0 0 1,3-1 19,-4 0 1,4-1-1,-1 0 1,-2 0-16,2 0 1,-3 0 0,2-1 5,11-2 0,3 0 1,-5 0 39,1 0 1,-3 0 189,-1 0 1,0 0-166,-2 1 1,-1 0-20,-1 1 0,-1 0-20,-1 1 1,-1 1-20,-2 1 0,0 0-26,-1 1 1,-1 1-18,-3 1 1,2 0 11,16 1 1,-1 0-210,-14 1 1,-1 0 191,13 2 1,-2 0-12,-19 0 0,-2 1 405,-1 0 0,0 1-417,26 4 7,-6 0 22,-7-1-17,-7 0 16,-9 0-10,-7-2-40,-9-1-16,-5-2 1544,-6 1-1858,-4-2-364,-5 2-661,-5-2-1720,-7 0 3109,-7 0 0,10 0 0,1 0 0</inkml:trace>
  <inkml:trace contextRef="#ctx0" brushRef="#br0" timeOffset="355151">23678 16959 20935,'1'-40'56,"-1"0"0,-1-21 151,8 83-106,-5-1-6,3 27-4279,-3-3 4251,-1 10-45,-1-23 1,0 2 166,0 2 1,-1 2-179,-2 22 0,-2 5-28,0-19 1,0 2-1,0 2-378,-1-3 1,0 3-1,-1 0 1,0-2 362,0 6 0,-1-3 0,0 0-6,1-1 1,-1-1 0,0 0-34,1-2 0,0-1 1,0-1-304,-1 17 1,-1 0 347,4-18 0,-1 0 0,1-2 1126,-1 3 0,0-5-938,-4 4-89,2-25 472,-1-19-517,2-9 28,-3-22 0,1-8 6,-1-9-493,1 0 0,2-2 515,3-11-40,2 28 1,2-2 226,-1-1 1,1-1-227,0-1 0,1-1-347,0 0 1,1-2 385,3-16 0,2-3-11,2 1 0,2-1-40,-1 12 1,0-2 0,1 3-981,3-7 1,0 4 957,0 5 1,2 2 7,1 3 1,1 3 1457,10-17-1474,-9 21 0,0 1-1574,10-4 1571,2 4-5,18-4 157,-21 21 1,2 0-167,1 1 0,0 1 843,0 2 0,2 3-846,5 1 0,1 2 11,-8 1 1,2 1-1,11-1 1,0 1 5,-8 2 0,-1 1-61,1-1 0,3 1 47,20 2 0,6 0 381,-17-1 0,2 1 1,3 0-366,-1-1 1,2 1 0,1 0 0,-2 0-9,7 0 1,-3 1-1,6-2 1,-5 0 1,6 0-1,2 0 1,-3-1 0,-6 1-650,2-1 1,-7 0 0,5 0 655,-7-1 0,3 1 0,3 0 1,-2-1-1,-2 0-5,3-1 0,-2 0 0,-1-1 1,-3 1-467,6-1 1,-2 0-1,2 0 474,-4 0 1,2 0 0,1 0 0,0 0 6,0-1 1,1 0-1,-1 0 1,-2 0-297,4 0 1,-2 1-1,2-1 285,-3 0 1,4-1-1,-1 1 1,-4 0-122,2 0 1,-4 1-1,0-1 131,2 0 0,0-1 1,0 1-9,1 0 1,0 0 0,-1 0-2,1-1 0,-1 0 0,4 0-2,1 0 0,3-1 0,2 0 0,-4 0 1,5 0 1,-3-1 0,3 1 5,-4 0 0,2-1 0,1 1 0,0-1-7,-1 1 0,1-1 0,0 0 0,0 0-1,-10 2 0,0-1 0,0 0 0,1 0 0,2 0-3,0 1 0,1-1 0,2-1 0,-1 1 0,-1 0 0,-2 0 5,0 1 0,-2-1 0,-1 0 0,-1 1 1,0-1 98,10 0 0,-2 0 1,0 0-1,0-1-102,-2 1 1,1 1 0,-1-1-1,1 0 5,2 0 0,-1 0 0,2 0 0,1 0 3,-3 1 1,2-1 0,1 0-1,0 1 1,-1-1-4,-2 1 1,0 1-1,0-1 0,0 1 1,-1 0-4,-1 0 0,0 0 0,0 0 0,-1 1 0,-3 0-14,2-1 0,-2 2 0,-1-1 0,-1 0 10,12 0 1,-1 1-1,-1 0 166,-2 0 1,-2 0-1,-2 0-157,9 1 1,-1 0-6,-10-1 0,2 1 0,-4 0 0,2 1 0,-4 0-150,0-1 1,-1 1 143,-2 0 1,0 0 5,-2 0 0,-1 0 346,-1 0 1,0 0-344,-2 0 0,0 0-3,-1 0 0,-1 1 371,-1-1 0,1 1-366,-3 0 1,1 0 2,-2 0 1,0 1-691,30 0 682,-7 1 0,-21-1 0,-1-1 817,25 2-817,-7-1 347,-16-1-342,-22-1 1022,-3 0-1016,-5 0 2774,-1 0-2768,3 0-22,1 0 10,4 0 1043,-1 0-1037,2 0 845,1 0-856,1 0-11,0 0 0,1 0 16,-1 0-16,-1 0-6,5 0 12,-8 1-1,1 0 1,-7 1-1,-1 0 6,-2-1 17,-1 0 5,0 0 79,-1-1-11,1 1 27,0-1 1,3 0-29,0 0-38,3 0-18,0 0-33,3 0 17,0 0-17,0 0-5,-1 1 16,0 2-11,-2 4 28,-1 4 61,-1 14 79,-4 13 84,-9 21-123,-2-20 0,-2 1-605,-1-5 0,-1 1 518,-2 4 0,-1 0-17,3-8 0,-1 1-8,-7 20 0,-1 2-29,5-12 1,0 1-3,-5 14 0,1 1-1552,6-17 1,2-1 1405,-1 1 1,2-1-457,0 0 0,1-1-2558,0 1 1,1-1-1437,1-5 1,1 0 4278,-5 24 0,6-29 1,4-12-1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4:03:01.84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1779 2635 9124,'6'-6'3667,"-2"2"-1201,-4 4-1179,0 0-635,35-61-2012,-24 36 1654,9-12 0,-2 1 272,-14 15-2522,0 0 2418,-3 0-66,-1 0-41,0 1-43,-3-1 12,-2 2 218,-8-5-329,0 8 718,-4-3-797,1 11 3257,-1 2-3267,-3 4 9,-1 1 1,-2 4 1,0 3 100,-13 13-33,0 10-60,-7 13-564,14-3 475,7 1-20,11 4-31,6-10-6,2 24-19,12-15-52,0 0-3,10-10 13,-4-13 361,3-5-319,1-1 27,0-4 18,0-4 95,9-2-12,-8-7 21,6-3 92,-1-16-85,-5 1-21,5-10-17,-8 4-4,0-2-18,-1-3 52,4-17-1101,-5 12 1040,2-11 5,-8 17 128,0-8-96,-4 14 11,-1-6-7,-4 15 10,0 3 62,-1 2-156,0 7-30,-1 0 1512,1 4-1216,-1 3 51,0 2-99,-2 4 4,0 5-24,-2 3 14,-1 4-1,1 3 25,-6 16-341,4-7-216,-2 13 72,3-13 6,3 1 27,0-1-13,2-1-4,4 11 10,7-2-15,1-3 188,6-9 2,5-11 31,-2-9 15,7-1 18,-5-6 23,0-5 15,1-3 20,1-3 5,-1-6 34,9-10-1460,-8 4 1398,6-9-879,-11 8 845,-4-1-608,0-1 581,-3-1-16,-2 1 13,1-12-24,-4 8-14,0-7 1207,-2 3-1171,-1-2-23,1 1 4,-1 5 6,0 11 2,1 2 5,1 2 960,0 1-945,1 4 789,1-1-775,5 1 23,-2 2 2,5 1-6,-3 2-13,2 2 123,15 0-19,-8 2-17,11 1-11,-14 2-57,1 2-13,-1 2-6,1 0-4,1 3-143,-1 2 3,-1 1 3,-1 3-59,3 9 16,-3 4 6,-2 1 25,-5-3 6,-7-6 10,-1-2 26,-2 0 1,0-1 80,-1 1 6,-1-2-11,-1 0-11,0-2 11,1-1 0,1-2-11,0-1 17,1-1-12,0-1 17,1-1 0,1-2-5,0 0-6,3-5 6,1 0-1,1-2 6,2 0 1,2-3-1,3-1 11,10-10-22,-4 1 11,9-6-16,5-6-1,-6 5-3386,8-9 3420,-10 7-33,-1-2 10,-2 1 6,-2 0 12,4-7-6,-10 8 5,2-5 0,-10 10 12,-4 0-17,-1 2 28,-4-7-23,-2 6 12,-2-4 3363,-2 5-3358,-4-4-22,3 4 6,-3-3 5,6 6-17,1 2 6,3 1 7,-1 2-7,2 1 22,1 1-1,0 1 11,0 1-11,1 1 12,0 0 18,3 1-13,-1-1 24,4 1-25,4 0-11,1 1-59,3 0-5,-2 0 185,2 0-12,2 0 282,25 3-47,-14 0-1236,18 3 1232,-21 1-14,0 2-16,-2 2-268,-1 3-15,-3 1-778,-3 3 388,-2 2-154,-4 2 46,-3 2 126,-3 0-21,-1 0 53,-2 1 8,0-1 55,-1 2 61,0-1 55,0 0 55,0 0-104,1 0-53,1-1-150,3 2-1187,8 8-222,0-9-2141,8 5 3389,2-11 0,-10-10 1,0 0-1</inkml:trace>
  <inkml:trace contextRef="#ctx0" brushRef="#br0" timeOffset="232">3665 2356 23915,'13'-35'-143,"-1"0"0,15-21 467,3 54-649,4 2-5144,18-1 3811,-11 3-2165,-7 0 0,1 2 3493,6 4 1,-6-1 0,-18-2 0</inkml:trace>
  <inkml:trace contextRef="#ctx0" brushRef="#br0" timeOffset="398">3762 2531 27208,'8'-10'-812,"9"1"-603,16 5 1,9 1 1146,8-2 0,-1 0 0,-15 2 0,-1-1 0,-1 1 0,1 0 0</inkml:trace>
  <inkml:trace contextRef="#ctx0" brushRef="#br0" timeOffset="1581">5905 1942 18671,'2'-6'3117,"-1"2"3609,-1 4-5781,-7-46-1515,-4 34 365,-14-35-3755,1 49 5129,-5 0-2421,4 3 2648,-4 2-574,-21 4 68,10-1 737,-16 4-89,14-3 315,-1 0-1853,-1 0 0,1-1 0,-11 2 0,9-3 0,1 1 0,18-3 0,13 0 0,6 0 0,2-1 0,1 2 0,-3 7 0,-1 6 0,-2 13 0,-1 9 0,3-2 0,2-3 0,1 3 0,2-9 0,1 2 0,-1 15 0,0 0 0,2-15 0,1-2 0,1 27 0,6-6-730,-1-15-3271,6 7 3236,3-9-119,-1-11 266,5 5 151,6-9 811,7-7-55,18-2 341,-5-9-47,5-7-2422,-19-1 1,0-1 2344,24-8 0,-7 3 1,-22 3-1</inkml:trace>
  <inkml:trace contextRef="#ctx0" brushRef="#br0" timeOffset="54748">7062 2025 19656,'0'-3'4171,"0"0"-208,0 3-2752,7-37-1166,-5 28-9,5-28-23,-9 37 453,-2 1 161,-3 2 925,-26 11-3870,6-4 3607,-21 8-972,12-6 1338,-3 0-1571,-3 1-84,-1-2 0,1 0 0,-16 0 0,17-3 0,-18-1 0,32-6 0,-2-1 0,12-4 0,6-1 0,-2-7-82,6 4 164,2-3-576,1 5 506,2 0-1626,0 1 109,0 1 502,1 2 261,1 0 671,0 9 518,0 0 110,1 8-21,1-1-110,3 10-145,4 6-219,0 1 169,4 20-440,-8-24-195,2 15 165,-7-13 352,-3-7 301,-1 4-3199,-2-11 3609,-1-3 114,1-3-167,0-2-10,0-2 159,2-2-196,1-2 7,1 0-413,0-1-318,0-3 0,1-4 0,-1-4 0,2 0 0,1-1 0,2 3-664,1 0 261,4 0 414,1 1 1045,9-2-1056,6 1-1820,1 2 2379,2 4-793,-6 2 269,2 1-483,1 1 111,1 3-242,15 7 99,2 7-67,-1-1 64,-6 3 505,-11 1-575,-10-4-93,-3 6-110,-13-6 488,-7 1 252,-21 9 394,1-5-137,-15 6-534,-10-2 192,12-9 111,-12 5 70,20-11-451,4-1-323,2-2 2804,6-3-3439,2-1-543,5-2-3146,3-2 4999,3 0 1,5 0 0,2-1 0</inkml:trace>
  <inkml:trace contextRef="#ctx0" brushRef="#br0" timeOffset="54974">7392 2404 22038,'5'-3'2470,"-1"0"-565,-4 3-1894,1 26-22,-2-9-4319,-3 23 4151,-2-14-1098,-3 1 251,-2 2 598,-8 17 1,11-26 0,-5 10 0</inkml:trace>
  <inkml:trace contextRef="#ctx0" brushRef="#br0" timeOffset="55441">7972 2003 25326,'15'-42'407,"0"0"0,-2 3 0,-3 11-153,-9 24-166,-1 6-51,-3 13 13,-8 16 238,-8 20-85,-2-2-329,-1 3 605,2 6-258,5 3-416,6-24 1,4 0 177,9 26 22,16-16-224,5-20 12,7-13-203,7-13-3059,-8-7 3304,12-4 245,0-16-198,2-9 145,-17 11 1,-1-2 102,-2-1 1,-2 0 23,-1 0 0,-1 1 73,8-13-294,-6 8 553,-10 15 2917,0 2-2851,-6 7 609,0 7-769,-7 15-310,-3 14-90,-3 13 630,-4 10-915,1-8-36,3 1-234,4 1-308,6 9-640,0-18 0,1 2 1500,4 6 1,0-3 0,1 7 0,1-4 0</inkml:trace>
  <inkml:trace contextRef="#ctx0" brushRef="#br0" timeOffset="55641">8851 2417 26855,'-1'10'-442,"-1"11"-701,-8 36-162,4-12-1289,8-2 2594,3-10 0,-1-16 0,1-1 0</inkml:trace>
  <inkml:trace contextRef="#ctx0" brushRef="#br0" timeOffset="56163">9338 2104 21220,'-1'-4'2426,"1"1"-1530,0 3-398,27-62-184,-1 32-213,0-9 0,3 0 5,20 13-10,1 7-346,-10 9 395,-5 7 46,-12 5 192,-2 3-62,6 12-172,-2 9-69,2 14-32,-10-4-1022,-5 1 899,-8-7 38,-2 0-240,-2 1 268,-4 1-40,-9 13 108,-8-3 94,-8 4-159,5-17 247,2-10 3,9-13 62,0-3-23,4-1 919,0-5-1052,1-2-97,1-3-77,2-3 325,1-17-307,5 1-122,3-5 15,4 9 68,2 9 119,1 1 108,8-2 77,5 3 68,11 2-67,-5 5-236,1 3-6,-7 5-54,-1 2-60,-1 4-28,-2 3-64,-2 2-76,-1 3 8,5 11 140,-4 5-8,-1 2-439,-9-2 459,-7-9 39,-6-1 39,-3 0 19,-8 0 0,-5 0-28,-4-2-155,-19 5 91,7-8-1550,-15 2 1226,14-11-387,-3-3-776,1-3-2795,2-2 4382,-2-3 0,19 1 0,3-1 0</inkml:trace>
  <inkml:trace contextRef="#ctx0" brushRef="#br0" timeOffset="56400">10750 2478 22229,'-3'4'1848,"1"-1"225,2-3-2029,-29 62-21,18-38-147,-12 23 1,-1 1-386,9-21-533,-11 16-4724,7-20-3678,2-4 8821,0-3 0,9-8 0,3-4 0</inkml:trace>
  <inkml:trace contextRef="#ctx0" brushRef="#br0" timeOffset="57024">11400 2064 26451,'20'-1'157,"-3"0"-75,-15 1 718,-1 0-471,-7 1-74,0 0-3458,-7-1 3321,1 1 138,-2-1-21,-2 0 11,1 0-179,-4-5-80,6-1-109,-3-5-42,7-1 9,-1-11-1,4 2-39,-1-8 49,6 6 3486,5-11-3243,1 9 158,12-12 154,-2 18 159,5-1 80,-4 9 150,1 4 61,1 1-45,0 3-677,0 2-137,-1 3 0,-1 4 0,0 4 0,0 6 0,0 5 0,-2 5 0,-2 5-327,-1 19-874,-5-10-2386,-3 14 2934,-10-16 409,-20 20-1019,-2-13 1489,6-15 1,-2-1 430,-19 14-227,20-21 0,0-1 36,-1 0 1,1-1-235,-25 17 306,4-6-175,6-7-150,-4-5-1982,16-11 1889,0-6 1134,13-16-1958,7-2 67,2-8 1219,7 3-1079,2 0 12,4 1 35,2 0 445,9-5-201,2 5 604,1 1 265,0 8 159,-7 9-156,1 1 2608,0 3-3274,12 8 0,-7 1 0,10 7 0,-8-2-418,15 9-581,-8-5-363,12 7-241,-12-8-300,2 0-488,0-1 2280,23 8 1,-32-14 0,13 3 0</inkml:trace>
  <inkml:trace contextRef="#ctx0" brushRef="#br0" timeOffset="57206">11950 2325 27440,'16'-2'58,"-4"6"-62,-17 19-35,-4 14-65,1-8-162,-3 12-6059,2 4 3602,2-10 2937,-1 14 0,5-30 0,0-1 0</inkml:trace>
  <inkml:trace contextRef="#ctx0" brushRef="#br0" timeOffset="57646">12638 2028 23323,'7'-51'799,"-1"0"0,0 0 1,-1 6-436,-5 16 272,-1-3-405,0 17 58,-1 4-194,1 4 11,0 4-78,0 4 165,1 5-169,-2 18-6,1 0 5,-3 35-28,2-16-368,-3 18 314,2-27 0,-1 1-468,-1 3 0,0 1 191,0 0 1,1 0-302,-1 0 1,0-2-2165,-2 17 2800,0 6 1,3-29 0,1-2 0</inkml:trace>
  <inkml:trace contextRef="#ctx0" brushRef="#br0" timeOffset="58129">13025 1606 19927,'-2'-4'1883,"0"1"1571,2 3-3155,37-44-120,-2 33-153,0-13 1,2 3-3997,10 21 3991,0 1 29,-13-1 572,0 1-604,-1-1 256,0 0 420,11 0 42,-13 0-7,8 0 41,-10-2 3139,-3-1-3051,-4-1 361,-7 0-622,-9 2-361,-3 1-51,-1 1-161,-1 0-24,-4 6-30,-3 8-271,-6 14-79,2-1-67,-2 6 42,-1 8-45,0 10-43,4-15 0,0 2 332,1 3 0,0 1 117,0 3 1,1-1-8,2-6 0,0-2-59,2 0 1,0-3-110,0 16-8,1 1 31,2-2-142,-1 1 62,-1 14 73,-6-2 128,1-26 1,-3-2 110,-12 14 4,-8-12-279,-16-8-697,17-16 1,-2 0 1037,-4 0 1,1-2 0,-12 2 0,18-7 0</inkml:trace>
  <inkml:trace contextRef="#ctx0" brushRef="#br0" timeOffset="79588">4852 4491 13501,'-11'-61'2068,"0"0"1,2 12 0,-2 6-1302,-14 1-145,1 21-135,-5 6-112,-4 5-71,-5 5-41,-5 3-28,-3 8-2116,-6 3 2071,-1 8-22,-3 5-16,0 3-94,27-11 1,1 2-565,-1 0 1,1 2 541,1 0 0,0 2-5,0 1 0,2 1 5,0 1 1,1 2-7,2-2 1,0 4-137,-10 23 1,1 2 116,13-19 1,1 2 4,-8 18 1,4 1 11,10 5 0,6 3-11,8-1-1115,6-18 0,5 0 1115,-2-10 0,2-2-9,9 10 1,2-2 82,-2-13 1,2-3-81,3 0 0,2-2 94,2 0 0,2-2-97,1-2 0,4-1-6,1-3 0,3 0 0,-1-2-328,8 1 1,1-1 329,-5-3 0,2 0 0,-2-1-2,7-2 1,-1-2 8,-3-1 0,3-2 1,1-1 6,0-3 1,2-1 0,-1-2-8,0 2 0,-1-1 0,0-2 4,-4-2 0,-1-2 0,-4-1 10,1-3 1,-1-3 35,12-11 1,-1-2-34,-17 7 0,0-1 8,8-9 1,-4-2-115,-17 9 1,-4-1 102,-1-1 0,-2-1 3,-1-1 0,-3-1-6,0-1 1,-2-1 2,-2-1 0,-1 0-3,0-1 1,-2-1-1,-1 2 1,-1-2 5,-1-15 0,-1 0-14,-3 14 0,-1-1-9,-1-10 1,-4 1-1,-1 15 1,-2 3 2,-3 1 1,-2 0-4,-1 2 1,-2 0 8,-3 2 0,-1 1-8,-2 1 0,-3 2-3,-1 1 0,-3 2-1,-20-3 1,-4 2-6,11 6 1,-1 2 2,-17-2 0,0 3-18,13 6 1,2 2-3,-3 1 1,0 1-449,0 2 0,-1 1 434,1 1 1,1 2 8,-1 1 0,1 2-17,2 2 0,0 0-17,2 2 0,0 1 192,2 2 0,2 1-284,1 1 0,2 2-76,2 1 0,1 1-188,3 2 1,1 2-258,3 0 0,1 3-555,2 1 1,2 2-2979,3-3 1,2 0 4204,-11 22 0,16-23 0,4-11 0</inkml:trace>
  <inkml:trace contextRef="#ctx0" brushRef="#br0" timeOffset="80271">5171 4671 21783,'1'-37'176,"1"-1"1,-1-21-138,-9 58 6,-2 2-6,-1 1 6,-2 2-12,-2 2 1,-1 0-12,-1 2 241,-12 4-246,6-1-4095,-22 6 4117,17-6-11,-10 2 866,13-5-850,-9 1-4,11-4 4,-4 1-4,12-4-1,4-1 121,0-1-115,3 1 0,1-1-11,3 1-23,2 0 3398,-1 0-3381,0 2 16,-1 1-10,0 1-12,0 2-5,0 0 6,2 1 5,-1 1-23,1 0 18,-1 1 5,1 2 0,0 1 11,-1 2 11,-1 8-27,1-4 5,0 8-17,1-8 17,0 0 0,0 0 0,0-2 11,-1-2-11,0-1 11,1-2 6,0-3 112,1-1 11,0-4 67,1 0 454,0-4-582,0-6-57,2 0 1,2-7 27,5-6-44,0 3-12,2-6 6,-2 8-17,0 0 12,1 1-12,0 1-11,6-3 0,-2 5 5,4 0 12,3 4-17,-3 4 0,5-1 11,4 10-11,-6 0 0,8 8-5,-10-3-1,1 4 6,-3 0 6,0 2-3381,-3 1 3386,-3-1-1698,-3 2 1687,-3 0-12,-6 10 12,-5-7-11,-8 7-22,-4-9-1,-5-1 887,-3 0-943,-3-3 1768,-14 4-1969,10-7-712,1-5 0,1-2-196,2-2-1019,-14-2-2443,27-7 4661,1-5 0,8 3 0,2 0 0</inkml:trace>
  <inkml:trace contextRef="#ctx0" brushRef="#br0" timeOffset="80516">5044 4674 11098,'9'-4'3893,"-2"1"-2193,-7 3 2629,0 0-4183,62-36 123,-28 21 289,8-7 0,-1 1-496,-10 11-17,-5 2 511,-4 2-533,-4 0-29,-2 2-50,-7 2 554,-7 1-1277,0 3-172,-2 1 951,-2 8 0,2-6 0,-1 3 0</inkml:trace>
  <inkml:trace contextRef="#ctx0" brushRef="#br0" timeOffset="81523">7433 4498 2448,'14'-53'1596,"-1"1"0,-1 5 1,-2 3 3119,-5-9-3035,-5 3-438,-5-3-409,-6 14-352,-7 13-213,-7 13-179,2 7-12,-4 8-11,2 4 37,-7 9 0,-5 6-576,0 2 1,-2 2 515,-7 6 1,-1 1-12,6-1 1,0 3-195,-3 8 0,3 1 183,10-8 1,0 1 270,-9 11 1,3 1-274,14-12 0,3-2-198,2 0 0,2 1 178,1 13 0,3 0-6,4-13 1,3 2 5,5 8 0,4 6 0,4-5 19,10 1 1,3-3 345,4 12 0,4-4-346,4-15 1,3-7-1,-5-9 1,2-3-3,3 0 0,5-2-4,0-4 0,5-1 0,-1-1-2,9 1 0,1-2 2,-7-2 0,3-2 1,0-1 79,2-2 0,1-3 0,0-2-47,3-3 1,0-3 0,1 0-371,-1 1 1,0 0 0,-1-3 347,-3-2 0,-1-3 1,-4 1 97,2-5 1,-4-1-79,0-1 1,-3-1 5,-2-1 1,-3-2 2,-2 1 0,-2-4 48,5-11 0,-3-7-335,-4-4 0,-4-3 256,0 1 1,-3-1-6,-7-2 0,-5 1-1,-5 13 1,-3 2 96,-1-3 1,-2-1-86,-2-19 0,-4-1-22,0 16 0,-3 1 5,-3-14 0,-4 2-3,0 20 1,-2 4 2,-3 0 0,-3 2-8,-1 3 0,-2 1 2,-2 1 1,-3 2-1,-1 3 1,-3 1-6,-2 3 0,-1 1 385,-2 2 1,-2 2-395,-1 2 1,-3 2-339,2 4 0,-3 1 0,2 1 330,-9-1 0,1 2 0,7 2 0,-2 1 1,3 2 18,-3 1 0,3 2-3,1 2 1,-1 2 387,-13 9 1,0 2-419,15-3 1,0 2-209,-1 4 1,-2 4-1,5 0 140,5 0 0,3 1-60,-9 10 0,2 1-67,15-8 0,3-1-125,1 2 0,1 0-159,2 0 1,1 3-1040,-2 12 0,2 1 1542,4-7 1,2-2-1,1-3 1,1-4-1,3 3 1</inkml:trace>
  <inkml:trace contextRef="#ctx0" brushRef="#br0" timeOffset="81972">7519 4582 18806,'-4'-6'2761,"0"1"-1987,4 5-113,0 0-2633,-18-68 2369,14 44-240,-6-15 0,1 3 627,9 22-638,1 4-56,1 2-51,1 4 200,0 1 48,0 3 1747,1 2-1975,1 3-25,-1 4-7,1 5 5,-1 3 8,-1 4-210,-1 4-62,-1 3 220,-1 2 34,0 2 20,-2-1 10,-1-1-14,-2 10-1,2-3-40,-1-2-1,4-9 4,2-14 31,0-2 49,3-4 44,0-3 19,1-2-18,3-5 127,9-10-23,7-12-111,3-3-6,1-3 6,-7 8-3410,0 0 3393,0 1-500,-3 0 488,-2 3 18,-3 2-6,-2 4 111,-2 2-133,-4 4-34,-2 3-23,-4 3-22,0 4 3150,1 3-3145,0 4 738,0 4-732,1 2 0,0 4-5,1 3-12,1 16 1,-1-6-370,2 11 347,-3-9-45,2 2-134,-1 2-202,2 0-1591,3 21-714,1-15 2714,-2-12 0,0-2 0,-1-7 0,1-1 0</inkml:trace>
  <inkml:trace contextRef="#ctx0" brushRef="#br0" timeOffset="82723">10203 4314 21299,'1'-44'644,"-1"1"0,0 3 0,-1 6 244,-2 15-507,-3 3 68,-2 2-202,2 4-96,-2 2 49,2 3-116,-1 3-23,-2 2-16,-2 4-6,-3 4 0,-3 8-3158,-5 5 3181,-5 8-40,-2 5-290,-3 8 279,-1 7-333,16-22 0,0 3 327,-6 19 1,-1 2-12,7-9 1,0 0-467,-4 16 1,0 2 476,8-15 1,2 0-6,1 0 0,1 3 0,4-4 0,2 3 0,1-3-8,2 6 0,3-1-1,3 14 1,4-3 2,5-22 1,3-4 7,3-2 1,3-2-6,2-3 1,3-3 2,2-2 0,2-3 0,3-3 0,0-2 5,2-2 1,2-2-1,-1-3 1,2-2 2,0-1 1,0-2-1,1-3 1,-1-3 5,1-1 0,0-2 0,0-3 0,0-3 2,-1-2 1,0-2 5,-1-2 1,-1-2-268,0-2 0,-2-1 259,-1-3 0,-1-1 8,-2-1 0,-2-2-2,0-2 0,-2-1 2,-2-1 0,-2-2 3,0-1 1,-2-2-7,-1-1 1,-2-1-9,-1-1 0,-1-1 14,-2 0 1,-1-3-11,-3 3 0,-2-3 0,-1 2-586,1-6 0,-2 0 576,-2 8 1,-1-2 0,-1 3-1,-4 0 1,-3 3 90,-1 2 0,-4 1-91,-2 2 1,-2 2-3,-4 3 0,-3 1 2,-2 1 1,-3 2-6,-2 2 0,-3 2 5,-18-5 1,-6 2-3,13 9 1,-2 2 0,1 1-4,-2 0 0,0 0 0,1 2 4,-2 2 0,0 2 0,3 2-4,-6 1 0,3 1 135,-1 3 1,0 1-136,3 1 0,-1 2 629,3 1 1,0 3-644,2 1 0,1 1-6,3 2 1,-1 2-96,-8 11 0,1 3 14,12-6 1,1 1-71,-7 9 0,2 3-574,9 5 0,4 0 64,5-8 1,3 1-323,-2 11 0,2-1-501,9-11 1,1-1-799,1 0 0,2 1 2302,4 4 0,0-2 0,-1 2 0,4-1 0</inkml:trace>
  <inkml:trace contextRef="#ctx0" brushRef="#br0" timeOffset="83289">10580 4626 21238,'-20'-40'543,"0"0"0,0 0 1,-7-15-1,7 9 2,13 17-445,6 5 125,3 9-85,6-4-67,1 5 130,10-5-108,2 6 192,9-1-242,5 4-28,-7 6-6,11 1 0,-15 4 1,9 3-24,-10 2 24,-1 5-24,-1 1 7,4 13-1,-5 7 6,-5 14 0,-11-6-5,-10 0 5,-7-13 5,-5-1-5,-15 6 17,-4-4 5,-3-2 1,5-9 10,13-9 23,1-2 12,2-4 11,2 0 89,-4-5 0,3-5-79,1 0 1,6-5 39,6 1-45,3-2-40,5-3-32,2 4-7,7 3 6,-2 4-11,2 1-3386,3 1 3386,0 2 0,10 0 0,5 8-11,1 2 11,1 7-11,1 11 5,-8-4 0,7 10 6,-9 5 0,-9-8 0,0 10 0,-11-12 12,-11 10 3380,-3-10-3387,-10 6 1,-1-13-1,-2-3 1,-3-3-51,-14 1-16,7-6-12,-10 1-218,-2-8-79,13-3-280,-10-3-3887,10-10 4537,8-1 0,5 2 0,11 4 0</inkml:trace>
  <inkml:trace contextRef="#ctx0" brushRef="#br0" timeOffset="83951">12605 4114 20492,'15'-50'1034,"0"0"1,-2 5-1,-3 7-462,-9 12 262,-7 0-560,0 11-94,-7 0-6,-6 11-79,-9 16 0,-19 20-39,3 8-339,19-14 1,0 3 321,-3 9 0,0 3-866,-2 8 0,0 5 832,6-7 1,0 3 0,2-1-717,4-6 1,1-2 0,2 1 710,1-1 0,2 0 0,3 0-3,0 20 0,4-2 11,4-15 1,2-1-12,1 11 1,7 0-960,14-9 1,4-4 961,-4-10 0,3-2 8,10 6 0,6-3-292,9-7 1,5-6 296,-13-7 0,2-3 0,1 0-75,0 0 0,0-1 1,1-2 74,1-2 0,-1-1 0,1-4 15,2-3 0,0-4 0,-1 0-138,7-2 0,0-2 124,-9 0 1,1-2 0,-3-1 352,1-5 1,-5-2-337,-1-1 0,-3-2-3,-1-2 0,-3-2-6,-3 0 1,-2-4 186,6-17 0,-3-5-196,-12 15 0,-2-2 0,-1-3-17,3-9 0,-1-3 1,-3-1-153,-4 1 0,-1-2 1,-3 4 164,-2 10 0,-1 1 1,-3 2-8,-2-16 1,-4 5 561,-1 17 0,-4 3-561,-1 1 0,-3 1-431,-1 2 0,-3 1 430,0 2 1,-4 1-9,-15-5 1,-3 3-165,7 8 1,-1 1 166,-14-4 1,-2 4-1,11 8 0,-2 3 3,0 2 0,-4 1 0,1 2 0,-8-1 0,0 1-41,6 3 1,-3 0-1,4 1 30,-5 3 0,3 2-9,0 2 1,0 2-7,3 0 1,-1 4-76,-12 9 1,2 3-18,15-5 1,2 1-93,-10 8 0,4 3-174,18-7 0,4 0-257,0 0 0,3 2-441,2 0 1,2 1-1406,2-1 1,1 2 2486,2 4 0,2-3 0,1-10 0,3-6 0</inkml:trace>
  <inkml:trace contextRef="#ctx0" brushRef="#br0" timeOffset="84518">12976 4428 18493,'-10'-43'405,"1"-1"1,1 3-1,1 10 2116,3 21-2359,1 2-44,1 4 957,1 1-1058,0 2 539,0 7-533,2 0 1901,1 6-1930,1-2 17,0 1-16,0 1 10,-1 1 18,-1 6-12,-2-5 17,-2 3 0,-1-5 106,-13 3-78,5-7 6,-7 1 0,10-7 5,0-5 11,-1-8-44,3 0-17,0-8 27,5-7-38,0 4 11,2-8-6,2 9 6,2-1 0,2 3-12,2 1 1,1 2-1,0 4 1,0 2-17,3 3 16,-2 4-5,4 0 0,-4 5 0,0 3 0,1 3-11,0 6 0,1 4 11,4 15 0,-5-4 6,2 12-12,-8-10 6,-2 3 6,-4 1-1,-5 1 1,-7 2-296,-8 0 290,-7 2-1821,-6-1 1821,-6 0 0,-4 0 0,0-4 11,3-5 1,3-5 27,-4-6-6,14-9 7,-3-3 10,15-11-2533,4-4 2528,3-5 1235,3-2-1241,2-2-11,3-2-11,3 1 5,4 0-5,3 2-6,4 0 0,4 3 1,2 2-12,3 2-6,2 3 0,3 3-16,16 3 0,-6 5 1417,13 4-1474,-11 5-139,2 2-303,2 2-566,1 2-1198,0 1-7214,-4 0 9499,-7-4 0,-16-7 0,-8-5 0</inkml:trace>
  <inkml:trace contextRef="#ctx0" brushRef="#br0" timeOffset="85231">15670 4285 13387,'16'-54'1045,"1"0"1,-3 5 0,-4 4-357,-5-2-129,-6 5-90,-5 5 2327,-4 4-2455,-4 6-90,-2 4-73,-1 6-67,-2 5-61,0 4-7,-2 4-1813,-2 7 1792,-3 5 8,-4 8-9,-4 8 6,-3 8-6,-4 9-19,20-16 0,0 1 11,0 2 0,0 2-20,0 3 1,0 1 2,1 3 0,-1 0 3,2 2 0,1 2-17,0 0 1,0 3 16,4-3 0,1 3 0,1-1-281,-1 6 0,2 0 277,2-7 0,1 2 1,3-3-3,2 2 0,4-3-164,3-1 1,4-1 169,1-1 0,4-2 5,3-2 1,4-1-3,3-2 0,2-2 431,3-2 1,2-3-433,3 0 1,3-3 5,2-2 1,2-3-6,2-1 0,1-2 5,3-2 1,0-3 2,2-2 0,0-1-6,0-1 1,2-3 9,-5-5 0,3-3 0,-2 0-1,6-2 0,0-3-1,-9 0 0,2-2 0,-4-1 9,1-6 1,-3-1 2,-2-3 0,-1-1-3,-2-2 1,-1-2 2,-2-1 1,-1-4-8,-4 0 1,0-3 0,-2 0-3,4-7 1,-2-1-2,-4 5 0,0-3 0,-2 2-1,-1-7 0,-3 1 3,0-1 0,-2 0 5,-2-1 0,-1 0-14,-2 2 1,-2 1 8,-2 1 0,-2 0-6,-1 3 0,-3 0-8,-3 3 0,-3 1-1,-2 1 1,-3 2 5,-3 3 1,-3 1-4,-3 2 1,-3 1 0,-2 3 0,-2 1-4,-1 1 1,-5 1-6,-17-4 1,-7 2 3,15 11 1,-1 2 0,-1 1-8,0-1 1,0 2-1,0 1 2,-1 3 1,1 2-1,2 2-2,-5 4 1,2 1-12,1 2 0,-1 4-17,-15 8 1,2 5-337,16-3 0,0 2 331,-8 7 0,1 4-118,8 10 0,6 1-8,9-8 0,2 2-115,-6 13 0,4 2-70,11-13 0,4 1-230,0 0 1,3 3-1241,1 16 0,5 4-2555,6-1 0,3 1 4375,-1-18 0,0 1 0,2-4 0,1 2 0,2-7 0,4 3 0</inkml:trace>
  <inkml:trace contextRef="#ctx0" brushRef="#br0" timeOffset="85448">16151 4448 16787,'-10'-50'698,"1"-1"0,1 10 1,1 5 2118,0 5-2588,3 16 1365,1 4-1392,0 3 663,0 5-876,0 12 16,1 5 1,0 13 5,0 1-5,0 6-12,0 6-5,0 4-6,1 4 2807,0 4-3199,2 1-1201,1 4-2555,1-13 1,-1 3 3660,-1-6 1,1-1-1,-1-4 1,1-3-1,-2 7 1</inkml:trace>
  <inkml:trace contextRef="#ctx0" brushRef="#br1" timeOffset="93324">4619 5908 15806,'0'-9'3924,"0"2"-3136,0 7 2729,0 0-3359,-18-64-31,12 40-28,-4-13 0,2 3 156,6 20-536,1 7 127,1 3-111,0 2-236,0 2 376,-1 6 319,1-2-31,0 6-11,0-2-62,-1 1-7,0 1-4,-1 0 72,-4 8 23,1-3-11,-6 13-394,4-11 402,-2 6 40,3-7-70,0 7-61,2-4-55,0 3-76,3 0-79,0-6-20,1 4-21,0-1 5,2 0 1,1 7-20,0-8 395,1-1-386,0-3 23,2 0-36,4 2-9,2-5 21,-1-2 91,2-5 208,4 0 292,4-2 246,2 1 32,0-2 140,4 0 37,-5-1-9,7 1-75,-7-1-118,0 0-238,14-2-409,6 0 8,1-2-36,1 0 31,3-2-598,-10 1 569,13-1-32,3-2 12,-11 3 98,11-1-17,0-1-4,-13 2-643,12-1 613,-1 1-52,0 0 21,-19 3 1,0 0-49,15-1-142,-4 1-18,-13 1 2,2-1-140,16 1 132,-10 0 518,13 0-493,-15-1 24,1 1-905,15 1 1064,-11 0-1,10 0-5,-17 0 16,0-1 408,14 0-390,-12-1-141,26-1-151,-25 0-191,11 0 206,-16-1 12,-1 1 3,-1-1 2,14-2 1072,3 0-938,-1-1-16,-5 1 16,-1-1 10,2 1-33,0-1-492,-4 1 477,-11 3-5,0-1-4,-1 1 163,1-1 6,11-1-2,-8 1-5,7-2 364,-13 2-352,0 0 12,11-3-3,-8 2-14,9-2 16,-10 3-27,-1-1 18,1 1-172,10-1-13,-9 2-3158,8-2 3161,-12 3-1,1-1 456,-2 1-450,0-1-1487,-1 0 1652,2 0 9,-1-1 7,11-2-17,-8 3 1,7-3-512,-2 0 446,-8 2 1227,7-2-1233,-10 3-4,1 0 0,-2 0 0,-1 1 0,4 0 3023,-1 0-2950,3 0 987,-4 0-964,-2 1-18,-6 0 161,-1 0-177,-4 0 5,1 0 6,0 1 6,9-1-12,-5 1-5,8 0 11,-8 0 0,1 0-5,1 1 16,0 0 0,1 0-11,0 0 11,4 1 51,-3-1 207,-1-1 61,-7-1-196,-4-2-5,-2-2 28,-1-2-34,0-3 168,0-8-27,-2-5-141,1-1-17,-2 0 6,0 8-22,0 0-22,1 2-29,-1 2-39,2 2-79,-1 3-352,1 0-1255,0 3 1686,-1 1 0,1 2 0,1 0 0</inkml:trace>
  <inkml:trace contextRef="#ctx0" brushRef="#br1" timeOffset="95546">1083 3484 16942,'0'-5'3462,"0"1"-1668,0 4 747,-26-62-2102,12 34-571,-2-8 1,0 2-26,3 19 178,0 6-315,-2 4 565,-9 0 106,-7 11-120,-13 9 856,3 4 145,-4 6 52,10-4-2209,-1 4 0,-1 3 1964,-7 15-1863,13-13 1,4-1 1237,16 3-567,16-15-796,14 0-155,13 0 60,17 5 515,-19-12 1,2 1 190,2-1 0,1 0-303,21 5 56,-3-2 2768,-6 0-1729,-6 0-15,1 4-205,-19 2-386,-26 2 346,-11-3 341,-18 1 302,-23 1-721,18-10 1,-1 1-1213,-1 0 1,0-1 1206,-2 0 0,-1-2 25,0 0 1,0-1 862,0-1 0,1-1-968,-6 1 1,0-2-480,11-3 0,5-3-2573,-7-10 2759,32-12 1,6 10-1,11-2 1</inkml:trace>
  <inkml:trace contextRef="#ctx0" brushRef="#br1" timeOffset="95805">1384 3305 29135,'-23'23'463,"-1"1"0,3 2 0,8 2-893,17 6 0,6 1-2084,2 25 1863,-1 1 258,-5-27 1,-1-1-3866,2 19 3693,-2-17 0,-1-2-1332,1 13-455,-1-3-7479,0 13 9464,-2-22 0,0-1 0,-2-24 1</inkml:trace>
  <inkml:trace contextRef="#ctx0" brushRef="#br1" timeOffset="96848">1334 3802 17569,'-3'-5'2636,"1"0"-3771,2 5 2200,-51-60-1507,38 45 968,-13-18 0,10 5-796,25 28 1274,11 0 282,0 0-184,4 1-2265,2 0 1513,4 1 2921,15-2-2228,15 1-117,-11-2-1390,3-1 331,-30-2-1993,-2-1 2261,-2-1 125,-3 0 2262,-3 0-2096,-2-2 183,-4 4-64,-2-2-289,-3 4-561,-1 0-191,-2 1-342,-4 1 3835,0 4-2988,-5 0-73,2 4-187,-1 2 274,-1 0 316,1 1 360,1 1-369,1-2-330,3 1-259,1-1-418,3-1 39,2-1-229,3 0-217,3-2 185,4-1 322,1-2 257,13-1 549,5-3 222,3-3 572,-1-2-3043,-9-2 3947,0-2-768,8-8 599,-8 2-964,5-4-794,-14 4 0,-2 0 0,-3-7 0,-4 1 0,-5 0 0,-4 4 0,-3 8 0,-2 1-1345,-3 2 264,0 2 295,-10 2 828,-5 3 227,-7 8 557,5 2 257,4 7-91,7-1-992,2 3 0,2 2 0,2 2 0,3 2 0,1-1 0,2 14 0,2-10-217,2 8-665,11-1-189,0-8-219,10 8 137,1-12 198,4-2 51,5-2 217,3-1 26,2-5 122,2-1 160,17-5 537,-12-3 195,12-3-16,-16-5 31,-4-3 31,-3-5 124,-5-1 8,-4-2-30,-6-2-182,-3 0-103,-4-2-9,-2-9-284,-2 5-90,-2-6 263,0-7-433,-2 15 36,0-10 772,0 18-617,0 3 94,0 1 183,0 3-224,-1 2-59,0 2-70,1 2 513,0 6-291,0 1 11,0 24 0,0-10-12,2 24 28,0-19-946,0 8 1073,-1-7-459,0 0 285,-1 4 23,1 0-20,-1 0-55,0 10 108,0-14 46,0 7 28,-1-23 138,-1 0-164,-3-13-93,-3-8-218,-1-11-35,2-2 62,1-5 14,2 4 14,1-3-2361,1-3 2402,0-3-2134,1-3 2420,1-2-510,0-3 472,1-3-194,1 11 1,1 0 163,3-17-37,-1 17 1,1 1 30,4-11 16,1 4 12,3 3 27,1 4 11,2 5 27,0 4 1701,2 4-1657,-1 5 19,2 3 23,-1 3-69,1 3-115,1 2-17,-1 3-81,0 3 595,6 6-800,-6 3-108,3 6-71,-9-1-23,-3 2-1764,-2 4 1867,-3 1 1493,-3 2-1316,-5 1 482,-4 1-57,-17 14 176,-13 2-24,-4-1 301,-4-6 8,10-17 22,-1-2-84,3-4 2470,-10 1-3074,14-7-1575,-6 0-555,22-7-2644,2-2 4550,13-2 1,-2 0-1,3 0 0</inkml:trace>
  <inkml:trace contextRef="#ctx0" brushRef="#br1" timeOffset="97098">2749 3596 25445,'12'-31'-388,"1"0"0,9-18 1868,17 40-1376,-7 5-205,4-1-156,0 2 433,1-1-938,-1 2-263,0-1-653,-2 1-1146,-1-1 2811,3 0 1,-18 1 0,0 0-1</inkml:trace>
  <inkml:trace contextRef="#ctx0" brushRef="#br1" timeOffset="97297">3372 3200 31672,'-2'-38'-774,"-1"0"1,0-22 53,3 60 453,0 8 112,0 2 59,0 10 26,0 4 29,0 4-477,2 22 492,-1-7-843,2 16 668,1-12-286,0 3-605,0-12 1,1 2-1819,3 22 2884,0-16 0,-1-3 0,-1-9 0,0-2 0</inkml:trace>
  <inkml:trace contextRef="#ctx0" brushRef="#br1" timeOffset="97892">959 4195 3026,'-55'1'428,"0"1"1,13-1 0,3 0 2747,-10 1-2491,23-1-52,2 1 1896,-5 1-1584,3 1 372,2 1-1123,9 0 3161,10-1-3351,2-1 9,3 0-18,0 0 212,3 1-25,5 2-187,2-2-16,7 2 342,16-5-25,19 0-145,6-5-587,-21 2 1,0 0 530,-4-2 1,0 0-546,3-1 0,4 0 611,2 0 1,4 0 0,2-1-754,8-1 1,2 0-1,3-1 661,-13 2 1,2 0 0,2 0 0,0 0-1,1 0-11,5-1 1,1 0-1,1 0 1,-1 1 0,-1-1-11,5 0 1,-2 0 0,0 0-1,-1 1-488,2-1 1,0 0-1,-1 0 1,-3 1 498,2 0 0,-4 0 1,0 0-210,0 0 0,0 0 1,3 0 163,-3 0 1,3-1 0,1 0 0,-1 1-1,-1-1 0,-1 0 0,1 0 0,1-1-34,-6 2 0,2-1 0,0 0 0,-1 0 0,-1 0-8,6 0 0,-2-1 1,-1 1-1,-3 0-16,-2 0 0,-2 0 0,-1 1-286,5 0 1,-1 1 0,-9 1 436,2 3 1,18-2 0,-63 6 0</inkml:trace>
  <inkml:trace contextRef="#ctx0" brushRef="#br1" timeOffset="103198">2847 7130 11530,'0'-5'4554,"0"0"-2073,0 5-682,4-69-1150,-3 41-156,1-19 0,-1 2-101,-4 19-56,-2-6-524,0 11 440,-1 1-22,-1 2-23,-1 1-11,-1 2 140,-8 1-140,-6 6-140,-2 2-6,-3 10-3232,4 5 3232,-4 6-1621,-3 5 1632,-2 4-123,9-5 1,-1 3 97,0 3 1,2 1-26,-1-1 1,1 1-1,-12 25 0,17-19-11,5-1 6,6 4 5,11-3 2316,10 0-2327,5-12 6,7-9 2791,-4-8-2774,3-1 16,2-4-6,1-3-5,2-3 462,-1-5-451,0-3-6,-1-3 51,9-15-39,-10 6-3380,5-11 3469,-8-5-311,-9 11 295,0-10 22,-8 16 16,-4 3 175,-2-3-40,-4 5-84,-2 1 3168,-4 10-3341,1 6 378,0 4-400,1 4-7,0 2-16,-5 14 22,1 8-11,-1 17-11,6-5-1964,3 4 1980,3-11-16,3 1-6,2 0-16,6 0-40,1 0-118,3-1-632,13 15-269,-5-12-619,0-7 0,0 0-3072,5 2-4212,7 4 8653,-15-18 0,-10-7 1,-5-5-1</inkml:trace>
  <inkml:trace contextRef="#ctx0" brushRef="#br1" timeOffset="103614">3259 7085 18151,'0'-3'3260,"0"1"16,0 2-3253,-23-4-6,16 8-6,-16-1-6,22 7 12,0 0 22,5 3-5,0-3 44,8 2 40,1-6-23,0-1 0,-1-4 6,-3-2 85,3-6-80,-3 0 6,1-5 17,-3 2 0,-3-1 313,3-10-140,-4 3-167,0-4-12,-5 9-11,-1 6-34,-2 2-10,-2 1-12,1 1 44,-8 2-32,0 2-63,-1 2 18,2 1 5,2 5-34,5-3 6,-2 2 0,4-2-6,2-1 1,0 6-174,6 1-320,2 3-912,7 0-5944,4-4 7355,6 1 0,-10-5 0,0-2 0</inkml:trace>
  <inkml:trace contextRef="#ctx0" brushRef="#br1" timeOffset="111252">17083 1296 24725,'5'-47'-34,"0"-1"1,0 1 0,0-17 0,-1 4 193,-1 22 0,-1 3-632,-1-17 2180,-4 23-2051,1 10-231,-1 5-11,1 10-566,-1 15 1069,-1 14-23,-3 24-40,4-17 1,0 2 11,0 5 0,0-1 41,-1 25 39,-1-6 158,1-5-439,-3-2-76,0-2 7,-1-13 213,2-16 148,-3-3 1,3-7-9,-1-2-26,3-9 180,-7-21-76,4 4 0,-4-19 0,4 9 0,1-5-5,1-5-473,1-3 461,1-6 6,1-4-6,1-5-6,4 15 1,2-1-1,1 2 1,2-1-17,1 2 0,0 0 1319,1 8 0,2 2-1314,12-12 28,-6 16-27,4-1 10,-7 17 1468,0 4-1484,0 3 5,2 3-11,12 10 23,-5 1 853,8 11-859,-8-2-34,0 7 1,0 1-612,7 10 603,-6-7 0,-1 1-87,0 7-67,-2 1-225,-9-9 1,-1 0-392,3 16-1476,1 13 635,-10-21-985,-2-3-2047,-2-3 4685,-1-2 0,-1-13 0,0-4 0</inkml:trace>
  <inkml:trace contextRef="#ctx0" brushRef="#br1" timeOffset="111693">17016 1117 13082,'-3'-2'4419,"2"0"-1909,1 2-2505,72-52-4473,-33 37 4468,9-14 0,3 3-11,-2 20 411,3 0-417,1-1-14,-16 2 1,2-1 4,-1 0 1,1 0 8,7-4 1,-1 0 16,-11 3 0,-3-1 0,19-9 61,-17 1 23,-13 3 839,-1-4-648,-13 0 100,-5-2-123,-3-1 2121,-4 3-2065,-3 4 876,-1 2-831,-1 1 0,-1 2 319,-4-2-420,5 5-67,-2-1-90,9 5 199,0 0-277,2 1-12,1 0 12,1 7 11,3 5-17,1 4 12,3 5-1,3-3 0,2 2 6,10 11-33,7 7 16,-9-13 0,1 0-305,12 17 300,-1-1-1,-10-13 1,-4-2 5,-2-2 0,-4-3 6,-4 5-22,-7-8-214,-23 12-33,4-16-196,-17 4-280,12-12-426,-1-3-705,0-1-1407,1-2-6565,-4-6 9687,9 2 0,2-2 0,12 3 1</inkml:trace>
  <inkml:trace contextRef="#ctx0" brushRef="#br1" timeOffset="111859">17738 812 13345,'0'-3'4778,"0"0"-807,0 3-3903,17 26-18,-10-7-22,11 22-112,-14 3-146,-2-8-1752,0 27 1982,-1-10 0,-1-15 0,0-7 0</inkml:trace>
  <inkml:trace contextRef="#ctx0" brushRef="#br1" timeOffset="114702">18425 760 8640,'2'-11'5176,"0"2"-1127,-2 9-83,0 0-3731,0-57-33,-1 41-39,0-41-12,-1 55-146,-1 2-5,-1 3 28,-1 2 34,-10 13 11,-8 9 33,-15 14-42,15-17 1,-1 0-1231,-1 2 0,0-1 1199,-14 14-16,8-6 5,18-2-10,6-8 10,7 6 12,15-1 16,14-2-39,4 0-5,7-5-17,-9-11-23,2-1-95,17-1 12,-11-4-29,13-2-380,2-4-528,3-7 348,-23 1 1,0-1-842,15-11 1076,-10-3-14,-14-5 429,-9 6 67,-2-7 179,-9 2 1,-3 8 61,-2-4 460,-5 6-315,2 6 3411,-6-1-2968,-3 5-443,1 2-21,-4 1 254,-1 2-428,3 1-79,-2 1-62,6 0-33,1 2-16,1 2-7,3 2 34,3 3 45,9 0-11,9 1-11,12-4-3426,-2-2 3397,5-3-10,-8-1-1,0-3 1,0-2-7,0-2 18,7-7 11,-3-7 0,2-7-17,-12 3-6,-8 0 3443,-8 1-3437,-4 7 5,-2-5 12,-8 5 17,-9 2-51,2 4 6,-4 5-6,10 8 39,-6 7-33,4 2 11,-4 6-5,1 9-12,5-6 28,-5 28-33,12-22-352,-1 14 341,7-20 5,2 0-6,1-1-11,4 1-106,10 5-219,9 0-206,15 0 240,-3-9-12,4-9-84,-9-11 1,0-2 246,9-4 87,-4-3 0,-1-3 121,1-13 66,3-10 436,-11-2-234,-8 0 46,-6 2 77,-4 7 230,-4 9-627,-5 12-45,-3 12 6,-2 6 5,-3 13-5,1-4 5,-4 18 11,2-1-16,0 0-1,1 1 12,3-12-11,0 0-6,1-1 5,0-3 1,3 4 0,-1-8 10,2 0 12,-1-8 28,1-4 6,0-2-12,1-4 12,4-10-45,2 0 11,4-8 11,-2 3-5,1-1 5,16-16-28,-9 12 6,12-10-17,-14 19-17,8 0-11,-7 4 17,5 2-17,-3 6 5,0 7 23,4 7-50,-4 9-62,0 9 22,-6-3-16,1 1-286,6 2 101,-3-7-101,10 6-835,8-4-677,9-6 895,1-1 12,2-9-380,0-10 1029,-12-5-706,7-5 1138,-17-4-13,-4-2 500,6-15 258,-2-7-294,-12 13 0,-1-3 103,-2 0 1,-2 0 22,3-19-45,-5 7-50,-6 16-74,-3 4-43,-5 4-96,-2 3 134,-15 3-196,-10 7-39,-15 6-185,6 7 0,1 6-33,13 2-12,3 2-2943,1 2 2944,3 3-2062,3 1 2039,3 1 0,0 11 0,8 0-23,5 8 430,9-12-430,7-7-27,5-13-45,13-2 61,-4-5 1,23-9 27,-21-4 2291,21-18-2257,-27 4 0,-2-2 2960,15-16-2974,-17 14 0,-3-3 92,2-27-17,-10 22 1,0-1-54,0-1 1,-1 1-12,-1-1 1,-1 2 18,2-13 29,-1 3 34,-2 6 16,-1 4 22,-3 7 422,0-3-338,-3 15-195,1 0-17,-2 14 5,0 7 1,-2 2 437,-1 6-438,-1 5 6,0 5-17,-2 4 6,-3 21-73,0 10-518,0 1 546,5 0 39,4 0-11,5-16 6,5 12-12,6-22-28,17 8 18,-4-15-18,11 4-5,-10-17 5,1-5-67,20-7 79,-18-6-3200,16-7 3222,-24-4 5,-1-4 1,-2-2 0,-1-1 22,-3-2-143,-3 0 137,0-1 364,-4 1-313,1-8-17,-5 10 3430,0-9-3413,-4 17 16,0 0-50,-1 9 17,-1 2 130,-1 1-203,0 3 11,1 3 1,-2 4 10,0 4 1,-2 13-12,3-4 12,0 11-12,2-9-16,0 1-780,3 0 762,1 0-38,5-1-34,0-1-479,4-1 350,2-2-135,1-1-256,3-1-483,2-3-829,2-3-3051,3-2-3805,-3-4 8052,-4-2 0,-8-2 0,-5-1 0</inkml:trace>
  <inkml:trace contextRef="#ctx0" brushRef="#br1" timeOffset="114876">20790 354 21181,'-5'31'-9831,"1"-4"9579,8-7 0,-2-9 1,0-5-1</inkml:trace>
  <inkml:trace contextRef="#ctx0" brushRef="#br1" timeOffset="115593">21010 620 24830,'20'-44'28,"-4"13"132,-16 49-160,-1 1 72,-3 13-55,2-7 0,-3 8-6,3-11-11,-1-1 0,1-3 11,0 0-5,-1-3 5,1-2 28,0-5 56,0-2 69,2-3-159,3-10 23,7-10-5,2-4-12,7-7-3392,-2 6 3392,3-3-1580,1 1 1591,2-1-1728,0 3 1723,0 1-292,0 5 275,-1 2 1592,9 2-1615,-9 6 1429,23 9-1429,-23 4-27,11 8 5,-17 0-6,-2 3-380,0 0 336,-2 3-191,5 10-10,1 0 111,2 1-28,2-5-50,-1-10-17,3-3 84,3-2 61,2-4 51,2-3 28,-1-3 17,-1-2 34,-1-4 494,-4-3-467,-1-5 6,-1-3 45,8-12-17,-7 3-2106,5-9 2134,-10 8 673,0 0-623,-3-1 507,2-6-316,-8 2-45,-5-2-179,-11 13-34,-8 7 2605,-4 9-2600,-16 6-38,8 3 2327,-19 12-2412,14 7 34,2 1 23,8 2-348,12-7 348,2-1-3292,3-1 3291,3-2-1110,1-2 1116,2-3 29,6-1-24,0-6 12,7-1 0,1-7-11,3-4 6,3-4 5,4-4-1695,0-4 1728,2-3 318,1-2-306,0-2-766,-2 0 783,-1 0 184,6-10-83,-10 11 22,2-4 16,-13 14-27,-2 3 1632,-4 3-1795,-1 4 1847,-2 5-1858,-2 7 5,-2 7 3382,-5 23-3432,-2 17-11,1 5-183,4-24 1,2 0 210,0 23-1616,2-10 0,1 3 1616,0-11 0,0 1-17,2 7 0,0 4 1,1-3-1127,0-2 1,0-2 951,2 14 1,1 1-1232,-2 0 1,-1-2-327,-2-15 1,0 0 1747,-4 18 0,-1-5 0,0-14 0,-4-5 0</inkml:trace>
  <inkml:trace contextRef="#ctx0" brushRef="#br1" timeOffset="116276">17640 1834 19152,'-1'-48'291,"1"0"1,-1 4-1,0 9 2319,0 19-2478,0 5 32,-1 3 952,2 5-1164,-1 3 1185,1 14-1177,0 14-797,0 5 946,-1 10-295,1 10 277,0-10 9,0 14-293,3 0-542,1-14-542,4 11 201,2-21-431,2-1-1187,2-3-4430,1-6 6748,-1-4 1,-7-10 0,-3-4 0</inkml:trace>
  <inkml:trace contextRef="#ctx0" brushRef="#br1" timeOffset="116704">17935 1945 29011,'-3'-16'-2081,"7"9"2483,12 21-682,7 2 219,-2-5 126,-2-4 513,-1-6 322,-6 0-170,4-4 895,-3-5-485,-3-2-402,2-5-738,-4 3 0,-1-3 0,-1 0 0,-1-1 0,-1 0 0,-2 1 0,0 0-450,-1 1-65,0-3 93,-1 0 89,0-2-47,-2 7-1,2 3 41,-3 5-53,2 1-90,-2 0 424,2 1-108,-2 1 490,-1 0 394,-3 3 480,-1 1 253,-4 3-1214,1 4-236,-2 2 0,-2 4 0,1 2 0,-3 4 0,1 0 0,-5 13 0,4 1 0,3 8 0,8-13 0,10-6-733,5-10-648,5 0 320,4-2-183,25 4-723,0-8-401,9 0 1862,-6-7 0,-28-2 1,0 0-1</inkml:trace>
  <inkml:trace contextRef="#ctx0" brushRef="#br1" timeOffset="117459">17592 1968 22972,'-2'-47'481,"0"-1"0,-1 4 0,2 7-271,1 10 518,-1-7-466,1 9-23,0-4-36,1 13-36,0 2-203,2 2 235,1 4 39,0 0 190,-1 3 73,0 2 39,1 1 220,0 1-124,-1 1-122,2 1-73,3 6-392,0 1-265,5 16-280,-5-4-66,0 11-3584,-4-2 3550,-2 3-354,0 5 595,-4 2 361,0 2 100,-2 1 143,0-1 43,-1-2-47,0-3-70,2-2-58,0-3-43,2-4-42,0 6-11,2-11 15,4 8-100,0-19-111,4 2 150,0-10 3485,3-1-3042,2-3 104,4-2 94,2-4 79,2-3 97,1-2 82,1-1-156,-1 0-341,1-1-344,-1 1-33,-1-1 0,-1 0 0,-1 2-881,7-4-775,-7 5-2395,3-3-5217,-9 8 8432,-4 0 1,-4 4-1,-3 0 1</inkml:trace>
  <inkml:trace contextRef="#ctx0" brushRef="#br1" timeOffset="117834">18512 1922 20028,'0'-6'3506,"0"1"-850,0 5-1835,5-60-700,-3 45-66,4-45-40,-6 60 115,0 3-33,0 2-5,0 6-81,0 4-62,0 5 135,0 2 1,0 19 5,-1-8-136,0 13 100,-2 3 16,2-9-82,0 12-167,1-14-395,3 1 11,3-1-210,4-2-280,2-3-425,2-5-909,0-5-1781,-1-6 4141,-1-3 0,-6-7 0,-1-3 1</inkml:trace>
  <inkml:trace contextRef="#ctx0" brushRef="#br1" timeOffset="118033">18561 2065 15219,'-7'-55'1351,"-1"-1"0,1 0 0,1 10 0,1 2 1,1 6-1050,1-20 152,4 24 469,3 5-649,10-4-63,0 11 9,7-1-3825,-3 13 4074,2 3 860,11 3-1100,2 8-105,0 3 90,-4 8-460,-11 2-267,-2 2-313,-3 3-482,-2 3-2961,-3 1 1303,-4 1 737,-2 3-5338,-2-4 7216,-1-3 0,0-11 1,0-5-1</inkml:trace>
  <inkml:trace contextRef="#ctx0" brushRef="#br1" timeOffset="118160">18518 2062 23371,'-3'0'6458,"1"0"-10325,2 0 3671,55-63-377,-27 45 891,8-17 1,3 4-5287,13 26 4983,-7 3 0,-7 1 0,-18 1 0</inkml:trace>
  <inkml:trace contextRef="#ctx0" brushRef="#br1" timeOffset="118503">19116 2081 25776,'0'-50'-799,"0"1"1,-1 4 0,4 5 2639,12-1-1709,-2 8 264,4-13-97,-1-6-19,-4 12-346,2-14-416,-6 18 1712,-2 3-995,-3-4 2552,-1 8-3143,-4 4-109,0 12-8,-1 10 332,0 1 1916,0 2-1217,-1 2 168,-1 3-157,-2 4-129,0 4-339,-1 4-101,-2 16 0,3-4 0,0 13 0,5 9-710,4-10-229,2 15 251,8 2-3306,-2-13 3343,6 11-165,2-7-2106,-2-15 2282,4 8-1097,1-11 266,-6-11-1217,3 2 2754,-7-12 1,-5-6-1,-2-1 1</inkml:trace>
  <inkml:trace contextRef="#ctx0" brushRef="#br1" timeOffset="118674">19127 1902 18510,'-3'-3'3324,"0"0"5,3 3-2195,30-50-3757,-9 38 2538,2-15 0,3 4-1275,8 23 1230,29 1 1,-35-1 0,14 1-1</inkml:trace>
  <inkml:trace contextRef="#ctx0" brushRef="#br1" timeOffset="118976">19746 1579 31960,'-5'-4'150,"2"1"507,3 3-657,-36-37 0,28 28-18,-25-26-350,38 39 125,2 4-575,3 3 645,2 2-21,7 12-728,3 3 783,4 12-40,-6-8-25,-6-2-89,-4-9-1659,-3-2 1615,-2 1-40,-1-2 114,-2 6 166,-8-3 303,-3 4 139,-4-8 278,0-3-106,-2 0 62,4-3 1406,-6 3-4728,1-1 2956,3-1 0,1-3 1,7-4-1</inkml:trace>
  <inkml:trace contextRef="#ctx0" brushRef="#br1" timeOffset="121169">20317 1711 30108,'8'31'-3058,"1"4"-3703,-5-3 6422,1 0 1489,-2-11-1265,-1-1 1077,0 6-755,-1-4-520,0 2 798,-3-9 3468,0-6-3249,-2-5 662,-2-3 446,0 0-426,0-3-487,-3-8-628,2-1-298,-1-8-221,4-8-117,3-10-521,8-16-274,0 7 279,8 1 680,1 1 522,2 4 314,4-4 155,-1 14 16,-6 13 9,0 9-364,-4 6-451,0 2 0,6 4 0,1 6 0,1 9 0,-5 6 0,-7 5 0,-8-5-756,-7-2-80,-16 0 690,1-6 466,-11 4 362,-3-4 54,2-3-736,0-3 0,14-6 0,13-4 0,8-1 0,12 2 0,-2 0 0,11 2 0,1 4 0,-2 0 0,8 3 0,-6-1 0,1 2 0,1 0 0,0 2 0,10 3 0,-9-3 0,7 1 0,-5-4 0,-7-5 0,6 0 0,-3-5 0,5-7 0,7-6 0,-2-9 0,-4-7 0,-5-2 0,-7 2 0,-6 5 0,-7 7 0,-5 4 0,-3 6 0,0 3 0,-3 4 0,3 8 0,1 0 0,0 6 0,3 5 0,2 7 0,3 0 0,3 1-2958,7-1-3649,-4-6 6404,7 7 0,-11-18 0,-1-1 1</inkml:trace>
  <inkml:trace contextRef="#ctx0" brushRef="#br1" timeOffset="121342">20976 1518 26964,'-7'26'-1346,"1"-6"1</inkml:trace>
  <inkml:trace contextRef="#ctx0" brushRef="#br1" timeOffset="121783">21437 1713 30390,'-1'-5'-1473,"1"1"-3183,0 4 6306,-66-45-1068,39 34-523,-12-13 1,0 5 1035,10 29-296,8 1-774,-3 6 990,7 7-303,6 3-1421,3 9 527,9-7 2699,4-4-3240,9-5-554,-1-6 296,3 0 327,5-7 713,-5-4 832,21-12 576,-18 1 634,12-9-2101,-18 4 0,-1-2 0,1-5 0,-5-1 0,-1-2 0,-4 5 0,-2 7 0,-1 5 0,0 4 0,0 2 0,-2 6-2868,-1 1 2840,-2 10 19,-2 2 295,0 6-52,-5 19 203,1-8-1020,-3 13 1061,2-13-551,0 0-1887,-1 1 1990,-1 0-171,-6 20 1458,-1 2-1680,9-25 1,1 0-373,-5 14-228,4-15-6463,0-18 7481,4-10 1,0 0-1,5-7 1</inkml:trace>
  <inkml:trace contextRef="#ctx0" brushRef="#br1" timeOffset="122418">21469 1408 23428,'1'-4'3260,"0"1"-2345,-1 3-1130,27 27-190,-17-7 74,19 25 250,-22-12 0,-4 2-74,2 10-554,-1-9 1,-1 0 540,-2 3 271,0 0-80,-1-3 174,0 11 32,-1-15 9,0 4 10,-1-14 9,0-10 98,1-1 86,1-9-295,0-3-90,0-4-45,0-3-2,1-4 693,2-4-604,2-2 25,3-3 83,1-1 292,3-2 62,1 1 55,2 2 90,0 0-10,7 0 111,-1 3-110,5 3-696,-3 8 0,-6 6 0,-1 5 0,-4 3 0,7 9 0,-4-1 0,12 11 0,-10-10-628,6 5-283,-8-8 241,1-1 570,19 8-2784,-11-11 3784,14 4-1151,-15-11 1655,-1-6-24,1-2 380,0-5-1760,-1-4 0,0-2 0,-2-4 0,-1-3 0,-2-4 0,-1-5 0,-2-2 0,-2-5-605,0-3-116,-6 12 0,-1-1-689,2-15 211,-1-11 198,-7 12-33,-2 16-1511,-2-4 1776,-2 18 1999,0 4-1464,1 2 1282,1 4-1144,0 2 408,2 2-282,-1 2 3271,2 4-3361,-1 3 6,0 6-52,0 5-60,-1 5-42,0 4 40,2 5-16,0 18 169,1-8-489,2 13 469,2-15-39,3-2-17,3-1-51,2-1-285,9 12 174,-3-15-14,5 8-3425,-4-19 2979,-1-3-582,1-4-124,-1-4-1187,0-4 2718,0-5 0,-7-1 0,-2-1 0</inkml:trace>
  <inkml:trace contextRef="#ctx0" brushRef="#br1" timeOffset="122617">22010 1584 23967,'34'-8'350,"0"0"1,20-4 169,9 10-698,-18 2 684,-2 0-628,-3 0-76,-4 0-180,-3 0-1032,1 3-3730,-13-1 5064,-2 3 0,-14-4 0,-4 1 1</inkml:trace>
  <inkml:trace contextRef="#ctx0" brushRef="#br1" timeOffset="123367">18440 2886 13295,'0'-4'4940,"0"1"-890,0 3-3972,-20-51 18,7 39-57,-14-39 0,11 54 0,4 0-16,0 4-7,1-1 12,-3 7-16,2 0-12,2 3 0,4-2 11,3-2-6,3-2 1,-1 2 11,6 2 0,1-2 22,13 8-17,-2-9-5,8 5 11,9 0-22,-7-3 5,10 2-11,-10-3 0,12 6-3392,-10-4 3392,14 10-2285,-24-11 2290,2 3-1499,-15-7 1527,-2-2 29,-6 0-1,-5 0 1552,-16 2-1518,-15-1-11,-18 0-28,-7-4-23,14-4-10,6-2-1,18-3 2235,3-1-2313,4-2 3303,3-1-3555,3-1-398,3 0-5461,4-8 6167,7 2 0,-2 2 0,4 6 0</inkml:trace>
  <inkml:trace contextRef="#ctx0" brushRef="#br1" timeOffset="123918">18729 2785 16577,'9'-3'3932,"-2"0"-3030,-7 3 1131,0 0-1960,2 33-6,6-10-39,1 20-4235,5-21 4235,0-7 12,2-2-111,3 0 121,0-2 68,10 1-45,-7-6 16,5 0 135,-4-6-22,0-8 193,-2 0 2917,-4-7-2896,-2-6 1364,-3-3-1537,-1-1 1,-4 1 114,-4 3-117,-2 9-311,0-4-15,-1 10 7,-2 2 0,-1 2 36,-4 2 130,0 3 86,-2 3-22,0 8-57,3-2-1,-1 6-28,4-5 43,3 13-127,3-11-194,4 7-69,2-13 98,3-2 153,12 2 32,-3-5 65,10 1 29,-6-5 81,1 0 88,10-7 82,0-5-18,4-10-32,-11-5-184,-11 3-53,-9-1-55,-7 1-107,-1 4-29,-3-5-66,-4 2-88,0 6-4,-3-4 20,-2 7 68,1 4 29,-2 1 82,4 5 24,2 3-13,0 7 19,3-1-103,0 8-149,3-3-239,1 3-302,3 0-300,5 1-1402,16 5-547,0-4 3093,17 5 1,-22-13 0,0 0 0</inkml:trace>
  <inkml:trace contextRef="#ctx0" brushRef="#br1" timeOffset="124294">19880 2819 25525,'-42'-26'132,"-1"-1"1,1 2-1,7 8-112,17 15 72,-3 3 23,0 7-24,5-1-24,-4 6-40,8-2-23,0 2 44,1 1-35,-1 7-24,5-4-31,0 10-33,6-10-38,3 2 1,8-3 6,2-4 35,6 0 42,5-4 69,4-5 18,0-1 22,-2-5-65,-3-8-3387,-7 0 3403,4-5 60,-4-4-12,-3-4-87,-2-1-26,-5 3 0,-4 8 126,-1 2 99,-3-1-95,0 4 3370,-3 0-3402,0 6-20,0 1-20,-1 2 6,-2 0-33,2 1 13,-4 5-16,7 0-18,-1 4-35,4-1-71,2 2-108,4 2-198,3 0-1573,18 7-409,-1-5-4060,13 5 5630,-1-7 0,-18-5 0,2-2 0</inkml:trace>
  <inkml:trace contextRef="#ctx0" brushRef="#br1" timeOffset="124708">20209 2856 19736,'0'-4'4610,"0"0"-2448,0 4-1865,-7-59-79,5 39-98,-2-15 1,0 3-71,4 24-55,0 2-34,0 4 16,0 9 18,0 4 10,1 21 1,1-5-572,0 15 566,1-9 0,-1 3 0,1 0-11,-1 1-3194,3 17 3205,0-15 0,3 9-2154,0-20 2132,0-5-1417,0-3 1450,-2-7-575,-1-3 603,-2-6 1140,-1-2-1151,-1-6 1704,0-3-1698,-1-17-12,0-10-22,-1-2-565,0-5 570,-1 9-1522,-2-3 1523,0-2-118,-2-4 118,1-2-6,0-3 0,1-2 5,2 15 1,1-1 5,0-15 6,-1-11-6,2 27-5,2 5 1461,3-3-1484,3 8 6,2 2 0,2 10 5,-1 8 2178,2 2-2183,3 3 3250,1 3-3250,3 6 5,19 26-5,-6 2 147,6 11-124,-17-10-18,-12-11-5,-4-1 0,-4-2-40,-4-2-94,-6-1-242,-8-3-2660,-20 5-6604,8-9 8824,-11 3 1,25-14-1,5-2 1</inkml:trace>
  <inkml:trace contextRef="#ctx0" brushRef="#br1" timeOffset="126890">19844 2799 16939,'-13'-8'1030,"2"2"499,10 6-958,0 0 145,-1 0-525,0 1 219,-2 0-265,0 3 710,1-2-782,2 2 11,-1-1 28,0 0 106,0 4-11,0 3-31,-1 3-39,1 3-85,1-3-11,1-1 45,0 0-40,1-3-1,2 1-5,1-3 143,8 3-110,-2-5 1,6 3-17,-3-5-21,3-2-3413,2 0 3364,2-1-2319,1-1 2191,0-1-1617,4-4-2894,-8 1 4652,3-3 1,-14 4 0,-1 1 0</inkml:trace>
  <inkml:trace contextRef="#ctx0" brushRef="#br1" timeOffset="143550">4783 7095 11435,'2'-11'3327,"7"-22"0,1-5-2060,-1 7-761,2-9 1,0 0 316,-3 9 432,1-7-303,-2 2-571,-2 3-56,-2 7 218,-3 7-308,1 7-39,-1 0 17,0 8-162,0 3-40,-2 6 34,-1 5 56,-8 19-17,-5 15-56,-3 5-6,-2 4 12,1 7-26,11-28 1,1 0-9,1-1 0,0 1-405,0 22 416,6-12-5,6-6 5,0-5 6,5-11 17,0-12 61,6-4-39,-2-4 50,15-15-61,-8 0 0,10-11-6,-8 4 6,1-3 61,9-14-61,-7 7-6,-6 5 0,0 0-1238,3-4 1239,4-5-7,-11 16 1,-2 5-6,-1 4-11,-3 3-1,-2 3-10,-2 2-6,-2 3 11,0 3 0,0 3 1,0 7 16,1 28 1228,-2-11-1250,0 22-6,-3-20 6,0 2-29,0 14 12,0-7-2175,3 13 2153,2-12-46,3 1-304,4 2 131,2-1-95,4-2-2390,2-4 2149,3-6-598,2-6 239,2-8 1142,3-7-3264,19-11-1126,5-20 1277,-18 3 1,-1-4 2015,-6 0 0,-2-2 232,-2-4 1,-2 1-187,8-18 581,-5-3 1262,-10 11 0,-1-2-349,6-21-479,-8 19 1,-3 0 1118,2-19 222,-3 0 464,-7 7 0,-2-2-1367,-1 20 0,-1 0-91,-2-18 1,-3 2 339,-10 0-84,-5 1-135,-4 3-78,-5 2-490,-3 3 282,6 16 1,-3 1-121,-5 2 1,-1 3-119,-1-1 0,-2 3-36,1 4 0,-3 4 39,-5 5 1,1 3-65,8 2 0,1 2 2,-12 1 1,-3 4 31,-2 9 0,2 3-40,10-4 0,1 2-261,-13 8 0,0 1 258,16-4 1,3 2-6,-1 1 0,0 3-3,2 1 0,0 2 0,2 2 1,0 2-10,2 2 1,1 1 5,2 1 1,1 3-21,6-3 1,0 3 0,1 2 14,4-1 0,2 2 0,0-1-12,1 0 1,0 0 0,3-1-4,0 16 1,8-3-14,10-5 0,4-3 5,-1-13 1,1-1 2,8 9 0,5-3 6,10-7 0,5-5 5,-8-7 0,3-3 3,14 5 1,3-4-1,-9-8 0,1-4 0,3-2 1,2-1-7,2-1 1,2-2-9,-1-2 0,3-2-8,-4-2 0,4-3 0,0-1 11,0-2 0,0-3 0,0 0 287,-1 0 1,0-1-1,-1-2-265,-5 0 1,-2-2-1,-4 0 9,-1-3 0,-3-2 27,8-12 1,-2-2-616,-14 7 0,-2 0 585,5-11 0,-4 0 11,-13 10 1,-4 0 494,-1-1 1,-2-3-437,0-13 0,-2-5 11,-2-2 0,-4-3 1,-5 2 0,-4-3 1,0 4-83,-2-3 0,-3 3 31,-9-7 0,-3 7 42,-14 5-6,-7 7-51,7 18 1,-2 3-34,8 5 1,-1 2-24,-12-3 1,0 2-20,11 7 1,0 3-32,0 1 1,-1 0-49,0 2 1,0 2-107,0-1 1,1 3-236,1 1 1,0 1-1371,-28 6 1666,16 6 0,3 1 1,3-3-1,-13 12 0</inkml:trace>
  <inkml:trace contextRef="#ctx0" brushRef="#br1" timeOffset="144519">7879 6603 14885,'0'-3'3389,"0"1"1490,0 2-4823,-30-38-6,16 29 1,-25-25 22,22 38-23,-1 3 0,-4 1-5,-2 2-22,-1 1-7,-3 1 1,-2 0 0,0 2-6,-1-2 34,1 0-5644,-1 0 5672,2-2-64,2-2 103,3-2 736,4-2-697,2-2-5,4-1 22,2-1 2559,4-1-2593,3 0 1863,1-1-1829,1-2 455,2 2-584,0-1-56,1 3 28,0 7-16,0-2 10,1 9-5,-1-3 0,3 10 0,-1-3 12,3 15-1,-2-11-11,2 7 0,-1-8 0,0-1 11,0 0-5,-1 0-1,0-2 1,0-1 5,-2-1 11,1-2-5,-2-3 11,0-2 1,0-1 27,0-4 45,0-1 251,0-1-161,-1-1 78,0-4-191,0-1-22,0-4 28,0-6-50,0 2-12,1-5 0,3 1 1,1 2-12,4-1 6,2 1-6,8-6 0,-3 6-5,6-2-1,4 3 12,-5 6 0,6-1 0,1 6-12,-6 3-5,7 3 0,-7 3 0,-1 5-11,11 10 0,0 7 0,-1 1 5,-5 3 1,-10-9-7,-3 2 12,-4 0-11,-3 1 11,-8 11-5,-5-10-23,-7 8-23,-14-6 12,3-9 11,-10 3-140,-8-6 39,9-8-56,-10 1-425,2-9-2308,13-5 2235,-6-2-2858,18-5 2079,3-2 1251,4-15 0,5 16 0,2-8 0</inkml:trace>
  <inkml:trace contextRef="#ctx0" brushRef="#br1" timeOffset="144933">7765 6194 17830,'-56'-15'799,"-1"1"0,5 0 0,4 9-343,16 14 1,2 6-3930,-21 8 3613,17-6 0,1 2 84,-17 13-865,13-2 0,-1 2 700,9-7 0,-1 4-16,-2 6 0,-4 5 0,4-2-335,2 1 1,3 0 306,2-5 0,1 3 0,1 1-153,1 4 1,2 0-1,2-1 141,-3 7 0,2 1-15,3-7 1,0 2 0,2-3 5,3 3 1,3-3-1,1 0 1,2-1 2,2-2 0,2-1 6,2-2 0,4 0 8,9 9 0,6-2-178,-3-11 1,4-1 171,9 7 1,6-3 5,13-6 1,7-6 243,-12-9 0,3-1 0,0-1-244,0 0 0,2-1 1,-1-2 201,3-2 1,1-2-1,-4-2-188,8-4 1,-2-2-12,-1 0 0,3-4 34,-7-2 1,3-3-1,-3-1-414,6-2 0,0-2 403,-10 1 1,2-1-1,-5 0 22,1-4 0,-4-1 586,-2-1 0,-2-2-598,-2 0 1,-3-1 11,-2-1 0,-2-2-495,-2-1 1,-1 0 471,-3-2 1,-1-1-1,-2-1 0,-2-1 212,0 0 0,-2-2-184,1-17 0,-2-5-8,-3-2 0,-4-1-31,1 0 1,-4 0 463,-4 5 1,-5 2-454,-8 4 1,-3 3-23,2 11 0,-1 2-3,-8-9 0,-3 1-8,5 16 0,0 3-15,-2 0 1,-2 1-98,-12-6 0,-5 2-391,-4 3 0,-1 3-390,-1 0 0,-1 3 1201,-6 4 1,5 4 0,10 5 0,0 1 0</inkml:trace>
  <inkml:trace contextRef="#ctx0" brushRef="#br0" timeOffset="149875">9870 6646 18863,'-1'-6'2850,"0"1"-2166,1 5 346,9-62-4973,-4 38 4041,1-13 0,1 2 59,1 17 803,2 3-859,10-7-2353,-1 8 2258,10-4-846,-3 9 852,2 3 1829,18 2-1891,3 7 10,13 10-1807,-17 2 1847,-8 8 1864,-13 7-1914,-5 5-975,-4 1 992,-8-1-1,-11-2 23,-3-8 11,-6 8 0,-2-12 6,-2 1 10,-2-1 12,-3-3 107,-9 4 145,0-7 2431,-4-1-2459,10-8-2268,8-6 2486,6-8 1720,4 1-2033,1-6 39,4-2-140,2 3-17,3-5-16,1 6-18,4 2 3260,2 0-3265,1 2-6,2 2 0,2 1 6,2 3 0,3 0-2984,1 4 2995,3 2-599,10 13 588,-6-2 0,7 10 5,-12-3-5,0 1-265,7 14 253,-8-8 1,4 11-39,-10 1-104,-17-7 0,-4 1 8,-3 13 1563,-4-16 1,-6-4-1586,-9-10-40,-4-2-89,-2-5 727,-1-4-1662,-16-4 342,14-6-4332,-22-13-3421,29 1 8643,-3-5 0,21 11 0,6 3 0</inkml:trace>
  <inkml:trace contextRef="#ctx0" brushRef="#br0" timeOffset="150294">10203 6103 16460,'-56'-11'1506,"-1"1"1,5 2-1,6 4-918,5 11-100,1 6-96,1 5-61,1 4-82,11-1 0,-1 1-5708,-13 16 5551,14-12 1,0 3 55,2 3 1,1 3 430,1 4 1,1 3-516,-4 13 1,4 1-193,6-9 0,4-1 133,3-2 1,4 1-3,6 1 0,4-1-872,1-11 0,1 0 880,4 9 0,5 0 6,11-3 0,5-4-6,-6-9 0,3-1 3,11 6 0,3-2-29,-7-12 1,0-3 28,1-1 0,4-1 6,0-2 1,3-2 0,-1 0 98,8-1 1,0-1-105,-5-1 0,2-1 0,-2-1 4,5-2 1,-1-1 5,1-3 0,1-2 16,-5-1 0,2-2 1,-2 0 300,5-4 0,-1-1-312,-8 1 0,0-1 0,-4-1 37,-3-3 0,-4-2 3,-3 0 0,-3-3 70,1-11 1,-5-3-99,-6 7 0,-3-1-145,1-11 0,-3 0 147,-6-23-33,-3 30 1,-2-1 21,-5-16 1,-3-1-12,2 12 1,-2 1 10,-5-12 1,-4 0 30,-7 3 1,-3 4-110,5 11 1,-2 1 66,-9-9 1,-2 4-9,6 14 0,0 2 0,-1 1 0,-3 1 605,-17-2 1,-4 2-657,-4 5 1,-3 4-26,12 3 0,-3 1 1,2 3 209,-10 3 0,4 3-300,3 5 1,6 3-141,15-1 1,4 3-974,-24 16-2068,8 5 3009,5 9 0,19-21 0,4 1 0</inkml:trace>
  <inkml:trace contextRef="#ctx0" brushRef="#br0" timeOffset="151417">12933 6424 24855,'36'-16'196,"-9"3"-134,-33 25-12,-3-3-16,-3 2 5,-4-1 0,-4 2-5,-2-1 16,-2-1 35,-11 0-23,10-4 22,-5-1-6,14-4-5,4-4-6,3-1-33,4-6 10,2-2-4,2-5-3365,8-13 3342,1 4 11,15-21-466,4 12 449,1 2 0,0 8 23,-9 14-17,1 2-6,-2 3-22,16 5 11,-11 3 0,14 6-12,-15 4 1,0 3 11,0 3 6,3 14-1,-10-6-16,-1 11 3181,-12-8-3176,-8 1 1,-5 2-1,-9 1 252,-8 3-251,-6 2-1422,-7 2 1404,-5 2 12,21-20 0,0 0 16,-13 8 1,1-1 5,10-9 1,-1 0 7,-14 7 1,2-4 19,4-6-5,-4-4 5,24-12-11,5-5-11,5-4-6,4-4 11,3-1 354,9-8-370,2 6-40,19-8 12,-7 13 5,10-1 17,-5 6-11,4 2 17,4 0-12,4 3 6,-7-1 0,1 1 795,22 0-798,-18 0 0,2 0-1618,3 0 1,0 0 1589,-9 0 1,0 0-12,11 0 0,-1 0-277,-12 0 1,-2 0 217,1 0 0,0 0-45,1 0 0,-1-1-251,31-2-102,-3-3-1246,-3-4 1135,-5-3-63,-20 1 1,-2-2-555,11-9 409,4-11 12,-25 5 83,-5-3-510,-7-4 880,-4-4 152,-6-2 150,-5-5 96,-5-2 295,-1 11 1,-3-2 6,-4-5 0,0 0-112,-2 0 1,0 1 27,-3 2 1,0 2 32,5 14 1,0 3 2,-3 0 1,-1 2 283,-26-16-323,21 21 1,0 2-54,-1 1 1,-2 2-21,-1 2 1,-1 2-449,-1 1 1,-1 1 400,0 2 0,-1 1-17,-1 1 0,1 1-20,-2 3 1,0 1-26,0 1 1,1 2-205,0 2 1,-1 3 192,2 1 1,0 2-276,1 1 0,0 3 255,2 1 1,-1 4 316,-11 14 0,1 5-342,11-9 1,1 1-14,6-3 0,-1 2 1,4-1 1,-1 6 0,4-2 331,1 2 0,1 1-348,3 0 1,2 0-1,1 0 1,3 2-20,1 18 0,3 0 8,4-14 0,2 0 0,2 13 0,4-1 3,4-19 0,2-3 0,4 0 0,3-2 3,2-1 0,4-3-12,3-1 1,3-2 2,4-2 1,1-2 275,5-1 0,2-3-270,3-1 0,1-1 11,2-3 1,4-1-10,-1-4 1,4-1 0,-2-1 11,-11-2 0,-2-1 0,3-1 2,11 0 0,3 0 0,-3-2 12,3-3 0,-1-3 15,-7-3 1,3-1 0,-3-2 1,6-2 0,-1-3-13,-10 2 1,1-3 0,-4 0 9,-1-4 0,-4-1 5,-3-3 1,-2-1-1,-2-2 1,-3-2 2,-2-1 1,-3-2-9,-2 0 0,-2-3-6,-2 0 1,-1-2-4,-2 0 1,-2-2 22,0-18 0,-2-2-129,-3 15 1,-2 0 122,0-12 1,-6-1 47,-10 13 0,-5 0 1,-1 3-7,0 2 1,-5 2-55,-10-6 0,-6-3 1,0 9-20,3 13 1,-1 6-1,-14-7 1,-3 3-23,-4 7 0,-1 5-11,14 3 0,0 2-37,-13-1 1,1 3-37,20 4 0,2 3-84,2 1 1,2 2-606,-22 12-666,11 9-2695,10 5 4151,8 11 0,12-20 0,4 1 0</inkml:trace>
  <inkml:trace contextRef="#ctx0" brushRef="#br0" timeOffset="151803">15691 6298 22661,'27'-35'533,"-1"1"1,1-1 0,10-12-1,-9 7-185,-18 16 662,0-4-803,-3 10 112,0-2-240,-5 14 111,-1 2-184,-1 7 84,-4 15-73,-1 3 0,-4 19-3150,-2 1 3138,0 7 1,-1 5-727,-1 4 371,6-14 0,0 3-1518,3 3 0,0 2 1868,1 6 0,1-4 0,0 0 0,2-34 0</inkml:trace>
  <inkml:trace contextRef="#ctx0" brushRef="#br2" timeOffset="159319">2734 8692 12533,'-6'-46'1823,"0"-1"0,0 1 1,-1-11-1,0 7-1702,-2-12 646,3 26 359,-1-6-706,3 15-56,0-3-67,3 17 180,0 3-231,1 3-44,0 4-179,0 3 5,0 5 61,4 13-3020,0 1 2975,3 12-1306,3 16 1301,-3-7 11,2 19-33,-5-13 5,-1 3-5,-2 3-11,-1 2-143,1-16 1,-2 1 152,0-1 1,0 1-6,0-1 1,-1-2-527,-3 23 531,-1-27 7,1-4 2314,-1-5-2297,-1-4 1719,2-4-1675,0-4 50,1-4 646,-1-4-662,2-3 997,-1-6-1064,0-2-6,0-6-12,-1-2-5,1-3-17,0-3 23,1-1 16,1-15-27,1 10-3421,4-11 3409,0 14-52,15-20 58,-6 19-12,9-14-5,-7 26 11,2 1-22,10 2 22,-5 6-22,17 2 17,-13 8-23,8 4 3375,-10 6-3358,0 4 11,6 15-22,-8-6-3266,4 11 3271,-12-11-193,-2 0 199,-5 1 6,-2 0-12,-3 0-47,-13 13 41,-1-10-16,-13 7-824,0-14 824,-3-3-34,-19 5 6,10-9-44,-12 1-18,17-11-28,3-5-67,3-1-633,-2-14 130,10 0 2194,0-12-2783,12-1-571,4-4-1552,4-4 3428,6-8 0,-6 29 0,2 1 0</inkml:trace>
  <inkml:trace contextRef="#ctx0" brushRef="#br2" timeOffset="159834">3352 8761 23103,'-19'33'243,"0"1"1,-9 19-15,33-50-16,1-1-28,2-2-39,2 1-40,2-1-16,1-1 5,2-2 78,9-7-94,-6 1-12,5-4 11,-8 2 6,-2 0 12,-3-1 21,-2 1 7,-2 0 128,-3-5-140,-2 6-22,0-2-1,-3 6-44,-2 3-11,-3 1-6,-10 4-6,2 2 45,-23 17-61,18-8-6,-10 10 0,18-9-6,4-3 6,2 2 6,2-3-17,3 4 27,0-5 12,3 3-5,4-5-6,0-3 22,4-1-17,-2-4 6,2-2-5,0-2-1,2-4 23,0 0-12,-1-2 51,4-6-61,-5 3 16,2-5 0,-6 6 56,-1-8-50,-3 6-17,0-5-3375,-2 8 3369,0 1 1,0 3-6,0 1-12,0 2-10,0 2-57,-1 1-498,0 1 2893,-1 6-5503,0 2 3170,0 9 0,1-8 0,0 1 0</inkml:trace>
  <inkml:trace contextRef="#ctx0" brushRef="#br0" timeOffset="163044">5007 8649 9707,'-5'-50'1017,"1"0"1,0 4 0,0 7 243,1 9-594,-1 4 1819,-2 1-1926,3 7 673,-2 5-1216,3 9 2527,2 9-2393,-3 15 2740,-1 17-2712,-5 22-117,0-4-337,-2 5 308,5-28 1,0 0-1042,0 2 1,1-1 1018,0-1 0,0 0 6,0 21-2604,4-25 2637,2-7 51,7 0 106,5-10 224,13-9-196,10-20-45,10-17-128,-5-2 1125,0-5-1036,-2-7-11,-1 0-76,-17 19 1,-1 1 103,12-18 6,-12 14-101,-10 16 3221,-7 10-3255,-3 7-33,0 6 10,-1 5-16,-4 19 0,-2-2-28,-2 14 28,1-6 0,-1 22 165,3-11-176,3-5 0,1 1-290,3-7 0,1 1 178,4 9 0,1-1 5,0-10 1,1-1-2226,13 22 1878,-1-24-179,0-7-251,2-5-96,-2-6-2456,2-6 2148,-2-4-1661,8-12-1751,0-13-56,10-22 4177,-19 13 0,-2-4 590,2-7 0,-3-2-206,-3 6 0,-1-1 206,0-2 0,-3 1 179,2-21 809,-6 15 1,-2-1-280,0 12 0,-2-1 77,-1-10 1,-2 0 810,-5-14-74,-5 1-162,-6 2-396,-4 1 93,-5 2-134,-4 2-145,-6 4-239,7 17 1,-2 2-1238,7 7 0,-1 2 873,-8-5 1,-3 2 120,-3 7 0,0 4-651,9 3 1,-1 2 457,-10-2 0,-2 4 484,0 6 0,-1 4-392,-1 4 0,-1 3-40,-12 7 1,1 5-73,20-4 0,1 3 0,3 0-34,-8 8 1,4 2-9,1 4 0,5 1-11,11-6 0,2-1-3,1 2 0,1 3 16,-4 19 1,3 3-390,5-14 0,1 2 359,-1 13 0,2 3-8,5 0 0,3 0 335,4-20 1,1 0-1,1 1-341,3 7 0,3 2 0,3-2-6,5-4 1,3-2-1,1-4 9,9 8 0,4-7-133,5-6 0,3-7 130,-6-11 0,1-4-378,1-2 0,4-2 393,1-4 0,3-1 0,-2-2-240,9-1 0,0-2 232,-7-1 1,3-1-1,0-3-67,2-5 1,0-3 0,-2 0 73,9-3 0,0-2-9,-8 2 1,1-2 0,-1-1 9,-2-4 0,-1-1 0,-3 0 113,6-5 0,0 0-117,-10 3 0,2-2 0,-4 1 14,-2-3 1,-4 0 4,-3 1 1,-2-4 32,-4-6 1,-2-6 0,-3 2-39,-1 3 0,-3-3 16,-1-9 0,-1-6 0,-5 7-7,-7 12 0,-3 3 2,-2-12 0,-2 2 26,-13-12 0,-8 4 1165,-7 5-1210,-7 6-9,8 16 1,-5 1 567,-5 4 1,-3 2-663,7 5 0,-3 0 0,1 3-121,-10 0 0,1 4-281,0 2 1,2 4-729,15 4 1,1 2 1215,-6 2 0,3 1 0,-2 1 0,1 2 0</inkml:trace>
  <inkml:trace contextRef="#ctx0" brushRef="#br0" timeOffset="165812">7725 7780 16386,'-3'-43'565,"0"1"1,-1 3 0,2 9 903,2 19-1122,0 3 583,0-2-656,0 4 7,0 1-287,0 2 615,0 3-597,3 4 21,-2 2 18,4 5 39,-1 9 28,1 9-46,-2 12-44,-1 5 12,-2 3-35,0-12 6,0-4-5,0-13 11,1-1 0,1-3 44,1 4-27,-1-10 39,2 3 95,0-10-45,-1-1 17,2 0-17,-1-2-11,2 0-17,0 0-33,2 0 72,6 0-78,-3 0-5,6 0-1,-5 0-11,2 0-5,1 0 11,1 0 16,13-3 18,10-3-40,17-5-39,-24 4 0,1 0-217,2-1 0,0 0 236,3 1 0,-1 0-19,21-3 17,-2 3-271,-1 2 288,3 1-17,-23 2 0,2-1-9,-2 1 0,-1 0-200,18-2 188,-5 0 15,-15 1 0,0 0-33,16-2 33,4-1-11,0 0-790,-4 1 796,-15 1 107,-1 1-90,16-2-12,-13 3-11,11-1 272,-3 1-267,0 0-5,-2 1-5,-8-2 5,-5 1-2379,-8 0 2367,6 0 379,-10 0-356,1-1 50,9-3-44,9-1-6,2 0-11,3-1 12,9 0 4,-11 3-10,14-2 5,1 1 3069,-11 1-3092,11 0 24,-4 0-7,-2 1 1,-1 0-6,-8 1 22,-16 1 6,-2 0-17,-2 0-11,0 0-22,7-3 16,7 2 18,0-3-7,3 2 6,3-1-16,-8 1 67,7 0-56,-12 1 5,-3 1 0,0 0-5,-3 0 22,4 0 56,-4-1 16,-1 1-49,-6-1 128,-2-2-123,-5 2 228,1-3-239,-1 1-28,1-1-6,1 0-6,1-1 12,-2 3 11,0-1-5,1 1 16,-1-1 11,0 0 12,-2 0 6,1 1-1,-3-1 0,1 0 0,0-1 12,-1 0 16,0-3-6,-1 1 18,0-2-6,-1 0-1,0-2-16,-2-2-5,0-2-23,-1 0 56,-1-10-39,1 7 39,-1-11-68,1 14-16,0-4 12,1 8-7,1 1 1,0 1-6,0 2 0,0 0-6,1 3 12,0-1-34,0 2-23,0 1-229,0 3-856,-2 5-931,0 1 2039,-1 8 0,2-8 0,-1 1 0</inkml:trace>
  <inkml:trace contextRef="#ctx0" brushRef="#br0" timeOffset="168506">12889 8434 17159,'14'-30'143,"0"0"0,8-19 1885,-21 49-1939,-1 0 1194,0 3-1233,0-1 725,-1 3-702,0-2 2286,-1 0-2079,-3 0 283,0-1-406,-1-1 16,0-4 114,-3-6-147,2 0-51,-2-8 18,5 2 72,0-14-112,2 3-17,2-9-10,3 8-12,3-1 0,3 3-23,10-6 6,-4 11-11,8-2 0,-7 12 12,2 4-24,8 2 7,-6 3-1,7 6 17,-7 5-16,0 5-6,6 18-1,-7-5-1509,3 13 1521,-10-8 0,-4 2-6,-3 2 12,-2 2-34,-7 3-12,-4 2 6,-5-9 1,-4 2 10,-5 4 1,-3 1 11,0 0 0,-2 0-1435,-2-1 0,0-3 1437,7-12 1,0-2 13,-21 19-210,1-10 211,5-9 22,4-8 6,6-9-1,5-4 57,4-11-62,9-2 966,1-11-966,11 1-17,4-1 0,5-3 0,5 0-11,3-1 11,3 2 17,2 1 3206,2 3-3234,1 3 0,0 4 0,1 1 12,0 4-35,28 1 1,-20 4-2973,22-1 2961,-27 4-33,-1 1-67,0 2-113,0 0-206,0 0-220,0 0-1405,17 1 286,-11-1-2415,11-1-1562,-15-2 5282,2-4 1,-16 2 0,-2-2-1</inkml:trace>
  <inkml:trace contextRef="#ctx0" brushRef="#br0" timeOffset="168896">13461 7928 13184,'-38'-34'668,"1"0"1,-1-1 0,3 4 0,0 1-1,3 6 55,-22 2-146,-4 4-1498,15 12 0,-2 2 1027,11 0 1,0 2-34,-12 2 0,1 3 1335,-17 7-1366,30-1 0,1 2-12,0 1 1,1 2-162,0 3 1,1 2 155,0 2 1,0 2-7,1 2 1,2 1-1,-1 3 1,2 1-3,1 2 0,1 1-1,2 3 1,0 1-6,3 1 1,1 2-4,1-1 0,2 4 1,4-2 1,1 2-1,2-1-533,0 7 1,2 0 524,1-7 1,2 2 0,2-3 1,4 3 0,3-4 805,2 0 0,4-1-828,14 11 1,5-2-770,-5-14 1,3-2 785,11 8 1,7-3 3,-9-16 1,3-4 0,2-1 25,5-1 1,2-2 0,3-1-13,-4-2 0,3-1 1,0-1-1,-1-1-8,4-1 1,-2-1 0,3-5 15,0-4 1,5-3 0,-2-3 0,-8 1 4,4-4 0,-3-3-6,-1 0 0,4-2 1,-10-2 19,-13 0 0,-6-1 2,-3 0 1,-1-4 42,3-11 0,-3-6 537,-4-7 1,-3-2-589,0 0 1,-2-1 2,-5-2 0,-3 0 25,-3-4 1,-3 1-34,-2 13 0,-2 1 2,-1-13 1,-4 1 8,-1 19 0,-3 3-9,-1 0 1,-2 2-3,-2 3 0,-2 1-12,-1 1 1,-3 2 8,-13-5 0,-4 1-28,10 8 0,-1 2-6,-11-5 1,0 4-68,-17-2-39,3 7-50,3 6-34,3 3-101,5 10-162,5 5-3244,-6 23 3332,15 2 1,6-4 0,16-11-1</inkml:trace>
  <inkml:trace contextRef="#ctx0" brushRef="#br0" timeOffset="169331">15631 8361 22021,'26'-57'1092,"0"0"0,-4 10 1,-5 7-740,-6 5 174,-7 14-354,-2 8-167,-1 2-29,-1 10 18,-1 14 16,-4 15-11,0 6 0,-4 8-17,-1 12-62,4-22 1,0 1-492,-2 11 1,-1 3 81,0 3 0,0 0-1442,2-9 1,0-1 1447,1-1 1,1-2-729,1 10-4848,4 8 1908,6-21 3785,4 4 1,-3-28 0,1-3 0</inkml:trace>
  <inkml:trace contextRef="#ctx0" brushRef="#br0" timeOffset="169687">16111 7938 8766,'-23'-56'1357,"0"-1"0,2 6 1,0 6-869,-10 2 217,-2 7-174,8 16 0,-2 2 510,-1 4 0,-2 2-818,-28-10-84,1 14-33,16 12-40,-1 6-17,10 6 1,-1 4-305,7-2 0,0 1 273,-9 9 1,-1 4-3,-5 14 0,3 2-139,7-9 1,1 2 123,3-5 0,0 3 0,0 1 205,1 4 1,0 2 0,3-2-211,-5 10 0,2 0 5,4-7 0,-1 2 0,4-2-8,1 5 1,3-2 2,1 0 0,3-1 11,3-1 1,1-2-18,3-2 1,3-1 5,3-3 0,4-1 0,2-4 1,6-2 18,15 7 1,9-3 3,11-5 0,6-3-32,1-1 1,2-4 11,-14-12 0,1-2 0,-2-3 0,10-2 0,-2-3 5,1 0 1,3-3 14,-4-4 1,3-2 0,-1-3 9,1-2 0,-1-2 0,1-2 3,-6 0 1,1-2-1,-1-2 1,-2-2 22,10-9 0,-3-4 0,-5 0-25,-10 6 1,-3-2 0,-4 0-1,7-18 0,-8-1-6,-13 11 0,-6-1-14,-2-2 1,-4 0-15,-2-2 0,-3-1 6,-4 1 0,-5-2 4,-3 5 1,-4-1-1,-5-1-312,-4 3 1,-6 1 0,-1 0 0,2 1 253,-4-6 1,1 2-1,-4 1-30,3 7 0,-3 0 0,0 2 0,2 5 196,-9-1 0,0 4-115,-4 4 0,-3 1 0,5 2 0,13 3 0,2 2 0,-17-2 0,1 1 0</inkml:trace>
  <inkml:trace contextRef="#ctx0" brushRef="#br1" timeOffset="175031">7699 7785 19725,'3'-38'907,"1"-1"0,1-23-329,-9 51-332,1 3-10,0-1-29,1 3-45,2 0-33,0 0-6,0 1-11,0-1 6,0 0-1,2 0 1,1-1 112,2-1-68,1 0-106,-1 2 6,0 2-18,-2 3-10,-1 0-17,-1 1 11,1 0 5,0 5 18,1 4-29,1 3 1,-1 4 5,-1-2-12,-2 1 1,1 2 6,0-1-7,-1 3-10,0-1-6,0 0 6,1 7-1,0-6 12,1 5-17,0-8 6,0 5-1,0-6-5,1 3 11,-1-8 1,-1-2-7,0 0 1,1-2-1,0 0-5,0 0 52,0 0 4,0-3-39,-1 0 34,2 0 4,-1 0-25,1-1 14,0 1 28,0-1-66,0-1 90,2 3-47,-2-3 29,2 1-7,-2-1 46,2 0 11,3 0-20,0-1 21,3 0-64,-1 0 57,0 0-46,2 0 9,0 0-42,2 0 6,1 0-40,0 0 21,9 0-24,-5 0-6,6 0 11,-7 0-11,0 0 5,-1 0 7,2 0 10,8-1 8,-5-1-155,7-1-10,-5-1-15,0 0-5,3-2 23,15-2-23,-9 2 5,12-2-391,-14 2 539,1 1 0,-3 0 7,-1 1-5,-2 1 11,-1 0-11,-3 1 6,-1 0-6,-2 0 0,-1 1 22,5 0-10,-7 1-12,4-1 11,-7 0-11,8 0 11,-2 1-5,7 0-6,-4-1-6,2 0 17,3-1-11,0 1 6,0-1-6,0 2 5,-1 0-5,-2 0 390,7 0-390,-9 0 5,5 0-3391,-11 0 3386,-2 0-11,-1 0 22,-2 0-17,-1 0 1,0 0 226,-1 0-16,0 0-130,6 0 5,-3 0-11,6-1 9,-3 0-6,4-2 3399,3 0-3607,15-1 7,-9 1 130,21-1 16,-12 1-19,0 2 1,-6 0-29,-6 1 31,-7 0 4,7 0-75,-13 0 0,5 0 7,-8 0 2,1 0 7,-1 0 0,-1 0 2,3-1-5,1 0 57,3-3 5,2 2-10,4-2-1,1 1 23,3 1-12,1-1 1,-1 0 5,-1 1-3403,-1 0 3392,-3 0 17,4 0-34,-8 0 28,3 1-5,-8 0 0,-1 0 27,-1-1-16,0 0 3397,0 0-3402,0-1-7,1 1 1,1-2-12,2 1 1,10-2 5,-3 0 5,10-1-5,-6 2-28,2 0 17,-1 0 0,2 0 16,-2 1 1,1 0 0,-2 1-3398,0 0 3386,-3 1-572,-3 0 578,-2-1 11,-5 2 6,1-1-17,-5 0 5,1 1 3090,-5 0-3084,0 0 882,0-1-888,0 1 6,0-1-39,3 1 28,-1-1 12,3 0 4,-1-1-10,1 1-6,2 0 6,0-1 16,0 0-16,2 1-1,-1-2-5,2 1 6,0-2-1,1 1 29,6-1-23,-7 1 12,2-1 16,-8 1 0,-1 1-17,-1-1 74,2-1-57,-3 2-17,1-2 17,0 1-22,-2 1-6,2-2-5,-2 2 5,0 0-16,-1-1 10,0 2 1,0-1 5,0 0 0,0 2 34,0-2 17,-2 2-12,2-1-16,-2-1 38,2-1-16,-1 0 51,1-3-62,-2 1 11,1-2 72,-1-4-16,2-2-67,-2-2 6,1 1-18,-1 3 23,1 1 62,-1-6-45,1 5-29,-1-5 46,0 2-28,0 2-18,0-2-10,0 4 28,0-5-23,-1 4 34,1-8-51,-2 9 12,2-4 27,-2 4-27,1 3-6,-1-1 45,1 2-12,-1 3-33,1-2-5,0 3-1,-1 0-11,1 1 0,0 0 17,0-1-5,1-1-12,-1 1 0,1 0-5,0 1-57,0 0 46,0 7 10,0 0-5,0 8 0,-1 4-44,-1-2 38,1 5 6,-2 1 11,2-5-3408,0 5 3380,1-2-197,1-6 208,-1 4-16,2-3 22,-2-3-6,2 2 6,-2-1-17,0-3 6,0 3 3037,0 2-3687,-3-2 661,-4 13 0,3-17 0,-3 6 0</inkml:trace>
  <inkml:trace contextRef="#ctx0" brushRef="#br1" timeOffset="191468">7697 8482 20890,'-11'-43'448,"0"0"0,0 5 1,3 8-326,8 19-34,2 4-21,2 1-18,3 1-11,3 0 12,9-1-7,8 4-21,2-1-6,1 3-12,-8 3 6,0 1 6,8 10-6,-7-1 6,4 5-3403,-11-1 3391,-1 2 18,-3 11-12,-7 6 0,-4 0-44,-9 1 38,-5-11 1,-4 0-6,-3-1 22,-1 0-11,-3-2-5,0-1 22,0-2 0,0-2 3476,-5 1-3398,9-6 51,-2-2 11,12-7 23,3-3-1,2 0-33,2-4 145,2-6-67,1-7-156,2-1-6,2-3 39,8 2-62,-2 3-28,6-2 6,-4 7-5,2 3 22,8-1-23,-5 5-11,7 0-5,-8 3-1,3 2-16,9 7 17,-3 2-1,7 6-1026,-8-1 1009,0 1 1,9 10 11,-4 2 0,-2 9 11,-14-1-11,-23 0-22,-19-2 0,-22-4-2377,2-9 2332,-4-7-625,14-8 482,3-3 0,-2-1-943,-24-2 775,25-1 0,1-2-855,-10-5-1293,22-4-682,4-4 3208,5-6 0,8 14 0,4 1 0</inkml:trace>
  <inkml:trace contextRef="#ctx0" brushRef="#br1" timeOffset="191935">7951 8055 7593,'0'-6'3618,"0"2"863,0 4-2509,-73-42-5108,40 31 3360,-12-12 0,-3 3 511,-5 24 497,-8 10-879,19-1 0,0 2-374,7 0 1,1 2 160,0 2 0,0 3 53,-1 6 0,0 4-47,-1 7 0,1 3-70,6-4 1,-1 2 0,3 0-27,-5 10 1,2 2-510,9-6 1,1 2 0,2-2 483,4-4 0,2 0 1,0 4 0,1 3 1,2-4-13,4-5 0,1-2 0,-1 10 0,3 1 441,7-7 1,5-2-451,3 0 1,6-2-1,10 8 1,8-4-309,8-5 1,7-5 307,-11-14 1,4-3 0,-2-2-120,15 2 1,0-3 124,4-5 0,-1-3 0,-14-2 1,0-2 2,0-1 0,3-3 14,-5-1 0,3-2 0,0-2 11,-1-2 0,-1-3 0,2-1 17,7-3 0,2-3 0,-3-2 26,-6-2 0,-1-3 1,-5 0-11,5-6 1,-5-2-9,-7 0 1,-5-1-350,-12 9 1,-3 0 348,-1-2 1,0-2 38,2-14 1,-1-4-105,-4-3 1,-2-4 56,-2 12 0,-2-2 0,-3 0 0,-4 2 0,-4 1 0,-1 2 8,-3-8 1,-3 3-37,-6 7 0,-5 3 5,-6 3 1,-3 5-438,6 7 0,-1 1 418,-8-6 0,-4 3 5,-3 4 1,-2 3 515,-2 2 1,-2 1-617,-13 1 0,0 1-9,13 5 0,2 1-67,4 4 1,2 2-477,-13 5-644,3 4-1404,4 7 2681,-4 6 0,25-10 0,1 1 0</inkml:trace>
  <inkml:trace contextRef="#ctx0" brushRef="#br1" timeOffset="192982">10676 8235 23035,'-25'-24'93,"1"-1"1,-4 3-1,1 8-31,4 18-12,-9 3-10,6-1 4,1 2-4,-3-1 55,-15 5-3448,9-3 3409,-12 3 6,14-6-227,2 0 238,2-1-6,2-1 12,5-1-2153,3-2 2141,4 0 2209,4 0-2215,0 0 184,6 0-229,-1 0-4,3 0-12,2 1 3367,-2 2-3367,2-1 6,0 2 5,0 1-5,0 2 5,0 0 39,0 10-38,1-3 16,0 8 0,1-5 0,0 2-6,0 1 0,0 0-10,0 0 4,-1 0 24,0-1-18,0 0 12,0 6 27,0-2-16,0-1 5,-1-6-33,1-9 34,-1-1 10,1-2 18,-1-2 224,0-2 77,1 0-122,4-7-90,9-19-90,1 0-72,5-8 5,-5 10-11,-2 11 11,0-1 12,7 2-34,5 4 22,1 1-17,0 5 6,-6 2-28,21 10 39,-15-2-11,15 9 12,-8 2-1,0 2-22,-1 2 5,-5-2-28,-11 1 12,-7 3 16,-3-1-27,-9-1-1,-7-7-44,-5-2-180,-19 5-3347,5-6 3348,-14 3-85,10-8-521,-2 0 398,-1-2-61,0-2-79,-1-2-112,1-1-1607,-11-1-4840,2-5-111,3 0 6835,13-3 0,20 4 0,4 1 0</inkml:trace>
  <inkml:trace contextRef="#ctx0" brushRef="#br1" timeOffset="193424">10445 7991 16409,'-20'-40'364,"1"1"0,1 2 0,-1 10 1643,-3 21-1850,-2 3 689,-5 2-622,-20 11-101,9 0 0,-18 11-301,16 0 273,-2 3-11,0 6-22,0 4-1,1 7-969,22-18 1,0 2 927,0 1 0,1 2 30,-8 18 0,1 2-1087,7-8 1,0 1 1067,-6 13 0,2 1-9,8-12 1,2-2-365,0 2 1,2-1 352,1 0 1,2 0-4,1-1 0,1 0 6,3-3 0,1-1-6,1-2 1,3 0 8,8 25-6,9-4 6,10-9 11,11-6-6,-3-17 1,3-3-512,-7-5 1,1-3 488,14 4 0,1-4 8,-10-5 0,0-4 429,2 0 0,2-1-406,20-2 0,2-3-9,-15-1 1,0-2 366,-8 2 0,2-2 1,0-1-320,18-10 0,-4-3-484,-14 4 0,-1-1 470,11-6 0,-3-2 0,-20 7 0,-1-4 78,14-21 1,-1-5-102,-17 18 1,-1-3-314,3-10 0,0-6 1,-5 5 301,-8 7 1,-4 0 4,-1-5 1,-1-4 0,-1 3-11,-4 5 0,-2 1 5,-1-11 1,-5 0 19,-8 7 0,-5 3-20,2 8 0,-2 2-5,-8-6 0,-3 2 5,-20-7-10,-5 5-24,26 18 1,-2 1-28,0 1 0,0 1-43,-1 1 1,-1 2-104,-1 0 1,1 1-340,-1 2 1,0 1-1701,-1 1 1,0 1 2223,-6 1 0,3 1 0,-3-1 0,1 2 0</inkml:trace>
  <inkml:trace contextRef="#ctx0" brushRef="#br0" timeOffset="201575">2913 10490 10829,'6'-45'605,"0"0"0,0 4 0,-2 7 2067,0 17-2207,-3 1 1271,0 1-1327,-1 1 736,0 1-814,-3 2 2462,-2 1-2586,-2 2-61,-4 4-45,-3 0 325,-4 2-342,-3 2-6,-5 3 107,-19 10-107,9 1-2663,-13 9 2669,14-3-5,0 4 10,1 2-22,1 3 1,3 3-12,2 1 33,-2 14-66,11-10-1,0 8 6,14-5-34,5-11 12,6 6-12,6-13 23,14 4-11,-2-7-12,13 2 6,-6-9 11,3-2-5,1-2-17,19 0 1962,-11-4-2085,13 0-74,-16-3-783,16-1 44,-14-1-470,12-1-846,-20-3-2105,0-1-3698,-5 0 8066,-5 0 0,-11 4 0,-6 0 0</inkml:trace>
  <inkml:trace contextRef="#ctx0" brushRef="#br0" timeOffset="201944">3487 10514 13513,'0'-3'4403,"0"0"912,0 3-5219,-37-15 4,22 16 1,-30-8 17,31 20-23,-5 9-78,6-5-28,-2 4 44,8 3-22,3-6 17,3 2-5,4-8 5,1-6 0,3-1 17,1-1 11,0-2 16,1-1 85,5-2-62,-2-3 118,10-6-95,-8-1 5,4-5 23,-8 3 16,0 0 17,-3 0-21,-2 0-18,-2 2 0,-2-1-23,0 1-10,-2 2-7,-2 0-38,-1 1-6,-2 2-11,0 0-17,-1 2-11,-2-1-29,3 4-55,-3 0-157,3 5-426,1 3-935,-1 5-5685,1 3 7270,-1 5 0,3-9 0,0 0 0</inkml:trace>
  <inkml:trace contextRef="#ctx0" brushRef="#br0" timeOffset="203290">5039 10510 11940,'5'-56'1086,"-1"0"1,1 6 0,-1 5-292,-2 7-116,1 2 2102,-1 4-1924,0-9-561,0 13 927,1-5-595,1 9 37,-2 12-531,0-2 1710,-1 17-1816,-1 4 22,0 6 6,-1 7-5,-1 4-1,-3 6-28,-1 5-3386,-2 5 3364,-2 2 6,3-9 0,0 1-2303,-3 17 2302,4-18 1,0 0-883,1 27 894,2-19-198,2 7 204,4-22 10,1-5-5,4-4 12,1-5-18,0-4 12,3-4 16,1-2 1759,1-6-1742,4-3-6,0-6-5,3-4 6,1-4 2620,0-2-2620,0-4 5,-1-1-11,-1-2-11,-1 0-6,-1-1 45,5-9-34,-8 13 6,3-6 6,-10 19 1831,-1 3-1832,-3 3 471,-2 4-493,-1 2-22,-2 9-12,-4 12-5,-3 18 0,-2 0-5,0 5-12,2 4-458,2-9 430,2 11-56,3-14-39,3 1-62,3-1-111,5 2-634,13 10 269,-2-13-1100,11 5 860,-4-22-2903,1-5 2191,3-5-795,1-6-1680,1-7 4105,3-7 0,-17 5 0,-1-1 0</inkml:trace>
  <inkml:trace contextRef="#ctx0" brushRef="#br0" timeOffset="203677">5752 10054 8915,'-31'-38'1502,"-1"0"0,0 0 0,3 2 1,0 2-1,2 7-477,-17-1-218,-3 5-242,12 12 1,-3 3-163,-2 2 1,-1 3-1197,0 0 0,0 4 944,2 2 0,0 4 135,-2 7 0,2 4-644,7-3 0,2 1 456,-11 7 0,2 2-31,11-3 0,4 0-25,-1 3 0,1 0-11,2 3 0,2 0-12,0 3 1,1 0-3,2 2 0,2 0-799,0 1 1,2 2 789,2 0 0,1 1 0,2 0 1,1 0-762,2 0 0,2 0 753,0 0 0,2-1 79,2-1 1,1 1-88,2-2 0,2-1 10,2 0 1,3-2-3,1-1 0,3-1 0,19 24 0,-14-28 0,3-2-9,1-2 1,2-2 5,2-1 1,2-2 68,2-2 0,2-2-63,2-1 0,0-2 0,4-1 0,-1-2 5,2-2 0,1-2 3,1 0 1,1-1 2,0-4 0,-1-1 14,1 0 0,-1-2-6,-2-3 1,0-2 2,-1-1 0,-2-2 11,-3 0 1,0-2 44,7-11 0,-1-2-28,-12 7 1,-3-1-4,7-8 0,-4-1 1457,1-16-1412,-8-3-11,-6-2 6,-6-4-6,-5-3 0,-4-3-23,-7 1-5,-3 0-22,-9 3-1117,-6 6 1133,-7 4 6,-6 7-426,5 16 1,-2 3 388,7 7 1,-2 1-4,-8-3 1,-1 3 1255,-16 0-1295,2 6-38,3 4-57,3 4-537,-4 11-359,18 0-887,0 11 1901,19 1 0,7-9 0,2 0 0</inkml:trace>
  <inkml:trace contextRef="#ctx0" brushRef="#br0" timeOffset="204401">7624 10071 18481,'-1'-4'3210,"0"0"-1703,1 4-1227,-17-64-90,13 40-123,-6-13 1,3 2 38,11 19-44,1 3-18,5 2-21,2 1 5,1 2 0,3 2 11,0 1 6,0 3-23,1 0-5,0 2-6,1 3 6,1 2-6,0 5-11,1 3 6,0 4-6,0 2 0,-1 3 5,-2 2-55,3 16 22,-7-9 6,-2 11-1,-8-11 6,-7 1 12,-3 1-6,-5-2 44,-12 9-22,4-13 1,-8 4 60,0-12-10,7-8 33,-5 1 101,6-10-101,7-5 68,-3-8-107,9-1 17,1-6-12,5 1 96,6-9-107,1 6 1,5-6-18,1 9 23,8-2-38,-5 6-7,15-3-5,-13 12-1,7-1 1,2 9-6,-5 2-11,8 5 11,-6 2-6,1 3 6,2 2 0,-1 2 6,1 2 10,-4 1-21,-2 1-1,-5 2-34,-5 15 18,-10 4-12,-17 9 12,-6-15-23,-13-10-11,5-13-22,-4-4-34,1-1-67,-2-5-499,-12-2-616,0-7 157,0-2-924,9-6-2683,14-3-3742,5-1 8486,4 0 0,8 8 0,4 2 0</inkml:trace>
  <inkml:trace contextRef="#ctx0" brushRef="#br0" timeOffset="204801">7788 9547 13189,'-2'-4'3836,"1"1"-1729,1 3-741,-60-21-885,31 16-271,-10-5 0,0 3 177,4 15-39,-2 6-68,-2 5-67,-2 5-68,0 5-42,11-4 1,1 2-697,-15 18 649,8-1 0,1 2-462,15-15 1,1 0 419,-5 12 0,1 1 2,8-10 1,2 0-9,0 1 1,2 0-1,0 2 1,2 0-1,0-1 1,2 3 2,0 13 0,3 2-14,6-2 1,3 1 2,0-2 0,4-1 2,6-8 1,5-4 31,20 8-5,-5-24 1,7-1 0,-2-2-8,0-1 1,2-2-401,2 0 1,5 0 0,-1-4 425,-4-6 1,-1-4 0,-1 0-1261,8 0 1,1-2 1239,-8-1 0,2 0 0,-1-3 22,-1-3 0,-1-3 1,0-1-88,0-1 0,0-3 0,1-1 89,7-6 1,1-1-1,-3-2-13,6-6 0,-4-2-3,-7 0 1,-4-3 22,-8-6 0,-4-1-664,-7 10 0,-2-1 627,3-11 1,-3-3 33,-7 2 0,-6-1 129,-3-2 1,-5 1-172,-1 0 0,-3 2 0,-6 3 0,-4 5 14,-21-10-17,16 26 1,-4 1 4,-14-4 1,-6 1 514,-7 2 1,-2 3-574,0 0 0,-2 2-228,1 4 0,-1 4-1848,-3 4 1,3 3-2515,16 0 0,0 1 4632,-10 2 0,5 0 0,15 0 0,13 1 0</inkml:trace>
  <inkml:trace contextRef="#ctx0" brushRef="#br0" timeOffset="207400">15538 10267 17932,'3'-7'2544,"-2"2"-1654,-1 5 2275,0 0-3009,29-26-44,-22 29-33,22-16-34,-28 37-12,-1 1-16,1 2 5,-1 3 1,0 2-12,0 1-286,0 2 236,0-1-325,1 18-118,0-11-318,0 12-523,0-16-849,-1-1-2528,-1-2 4471,-1 2 0,0-18 1,0-1-1</inkml:trace>
  <inkml:trace contextRef="#ctx0" brushRef="#br0" timeOffset="207801">15792 10095 15118,'-21'-55'1159,"-1"0"1,2 4-1,-2 8-487,-13 15-151,-5 3-83,-7 5-63,-4 4-50,-4 5-57,-2 4-60,-3 4-24,0 6-16,-1 5-22,2 7-23,-1 6-2109,30-8 0,1 1 2011,0 2 1,1 2 2,0 2 0,0 1 302,1 2 1,1 3-317,-1 1 0,2 1 94,0 3 1,2 0-106,1 2 0,2 2-1,2 0 1,2 1-3,3 0 0,2 1 3,2-1 0,3 2-12,3 13 1,4 2-711,3-13 0,3-1 708,3 12 0,5-2 11,3-15 0,2-2 703,4 0 0,3-1-703,4 0 0,2-2-34,3 0 1,5 0 40,0-5 1,5 1 0,2-1-297,7-1 0,2 0 0,0-2 290,1 1 1,0 0 0,0-2 0,2-3 0,1-1 0,-4-2-1,-13-5 1,-3-1 0,1-2 9,21 4 1,0-3-1,-2-2 0,-1-1 0,-3-2 1,-1-1 10,-5-3 0,0-4 40,8-6 0,-1-4-32,-19 2 1,-2-4 0,6-4 0,-4-6-526,-13-6 1,-6-4 547,-6 8 1,-3-1-339,2-12 0,-3-1 332,-6 9 1,-3 1 177,0-3 1,-2-1-206,0 0 0,-4-2 25,-6-18 0,-3-1-31,1 14 0,-2 0-6,-6-11 1,-5-1 35,-8 7 1,-3 3-45,7 13 0,-1 2-11,-12-10 0,-1 4-34,11 15 0,-2 3-168,-17-5 0,-2 2-207,12 6 0,-1 3-532,-14-4 0,0 4-1687,14 6 1,0 3 2638,-8 1 0,3 1 0,-5 0 0,1 1 0</inkml:trace>
  <inkml:trace contextRef="#ctx0" brushRef="#br1" timeOffset="215123">10471 9554 8898,'-3'-6'4711,"1"1"1008,2 5-5053,1-51-89,4 34-275,-1-36-16,2 47 190,-1 2-303,-1 1-44,0-1-51,-2 3 119,-1 1-118,0 3 10,0 2-16,0 3 0,0 2-12,0 2-3408,1 1 3381,-1 1 11,2 7-1,1 2-27,2-1 34,7 8-35,-5-17 12,6 4 0,-5-10 3404,1-2-3382,-1-1 6,1-1 28,5-1-17,4-1-28,2-1 6,1 0 11,6-3-45,-4 2 17,10-4-5,5 0 10,7-1-10,17-2-6,-12 2-12,-1-1 18,5 0-927,-13 0 904,15-1-3080,0 0 3069,-14 2 28,13-2-1606,-4 2 1594,-12 0-365,10 0 360,-18 2 6,-1 0-6,-1 1 0,-2 1 0,13-2 11,-11 1 407,9-1-401,-1 0 0,4 0-29,13-1 1,-11 0 1610,-2 2-1599,-12 0-635,1 1 646,1-1-16,0 2-1563,1-1 1562,-1 1 1,1 0-1,29-1 23,-6 1 161,-23 0 1,-1 0-168,13-1 6,-16 2-28,0-1 11,11 0-11,-8 0 28,9 0-12,-12 0-5,1 0 1247,13 0-1258,-10 0-384,10 0 401,-15 0-23,-2 1 23,0 0-1,-2-1-5,-2 1 182,-2 0-182,2 0-6,-7 0 2714,1 0-2708,-8 0 1382,5 0-1370,-4 0 698,4 0-699,-5 0-6,2 0 29,4-2-12,-3 0 46,4-2-12,-5 0 16,-1-2 12,0 0 12,-1-2 16,1-1 190,3-10-134,-3 5 28,1-8 6,-4 7-1,-2-1-32,0 2 72,-2-6-152,-1 7-27,0-4-17,-1 7-23,-1 2-33,0 1-23,-1 1-2430,-4 1 2464,2 3 0,0 0 0,2 2 0</inkml:trace>
  <inkml:trace contextRef="#ctx0" brushRef="#br1" timeOffset="222914">10346 10021 21702,'-3'-3'95,"0"1"900,3 2-822,0 3 11,0-2 1009,0 3-1143,-3-6 56,-1-1-45,-1 0 6,0-2 6,3 2-1,-1-2-10,0 0 5,2-1 40,-2-1-35,2 0-10,0-1 72,1-1-89,-1 3 6,1-3 0,0 2-18,1 0 23,0-1 34,7-10-79,-2 6 0,7-8 17,2 4-17,4 0-11,0 0 6,1 4 5,-7 6-5,1 2-1,6 2-10,-4 2 5,5 5 0,-6 3-6,0 4 12,1 3-6,-1 2-11,0 3-1,-3 3-10,-2 2 22,-3 4-6,-4 18 12,-4-9-255,-7 14 226,-20 4 12,-1-9-334,7-17 0,-3 0 334,-18 14-681,19-21 1,-2 0 685,-1-1 1,-1 0 2,-1 0 0,-3 0 11,-12 5 1,-2-1-1318,12-8 1,0 0 1319,-9 2 0,2-3 12,-8-3 134,7-7-118,9-5 17,7-6 396,7-5-351,5-17-73,7 2-5,2-11 10,8 7-10,2-1-7,6 0 7,3 1-23,3 3 1027,3 3-1027,0 2 3392,15 0-3397,-7 7-1,10 1-3397,-9 8 3403,1 2-440,1 1 435,2 4-7,2 1 1,2 4 6,1 2-96,21 8-17,-13-3 14,-16-4 1,1 0-200,14 5-151,0 0-416,2 1 64,-3-2-157,-1-1-1911,13 3 2874,3-6 0,-19-1 0,-7-6 0</inkml:trace>
  <inkml:trace contextRef="#ctx0" brushRef="#br1" timeOffset="223837">10482 9774 9854,'-1'-5'3826,"-1"1"1730,2 4-4912,-20-62-47,10 41-200,-4-17 1,-4 1 179,-4 17-380,-2 2 18,-5 3-70,4 9 6,-3 3-3266,-3 1 3249,-4 5 73,-22 9-2397,11 3 2218,15-4 0,-2 2-98,-2 5 0,-1 2 140,-4 6 0,0 1-255,-2 1 0,2 1 213,-1 3 0,2 1 563,-1 6 0,2 2-558,0 5 1,1 3-25,9-9 0,0 3 1,2 0-3,5 1 1,2 0-1,2-1-1,0 9 0,4-3-1,5-1 1,3-3 2450,9 15-2456,11-10 0,6 0 6,-6-20 0,3-1-76,11 15 0,7-3 72,6-16 1,6-7-626,-9-6 0,3-1 0,0-1 621,1 0 0,1 0 1,1-2 2,3-2 1,0-1 0,-1-2-113,9-1 0,-2-1 108,1-1 0,2-1-159,-6-1 0,3-1 0,3-4 180,0-4 0,4-3 0,0-1 1,-3 0-425,0 2 0,-2 1 1,0-4 412,-6 0 0,3-1 0,-3-3 0,-7 0 49,1-10 0,-8-2-26,-9 7 1,-1-1-3,4-7 0,-2-4 704,-7-3 1,-5-1-702,-4 10 0,-2-3 40,1-9 0,0-7 0,-3 3-4,-3-2 0,-3 1-23,-1 3 1,-2-2 0,-2 4 174,-2 2 0,-5 5-188,-4 3 0,-2 3 25,-18-7-11,-7 3 6,4 14 1,-5 0-41,-7 2 0,-3 2 484,0 0 0,-1 2-498,-3 3 0,2 3-8,13 4 0,2 1-6,-2 1 0,0 1-14,-1 1 0,2 1-11,-1 1 0,2 1-20,0 1 1,1 2 40,3 0 1,-1 2-148,3 1 0,0 1-171,2 0 0,1 2-1244,-9 6 1,1 4 1582,-2 6 0,2 0 0,10-9 0,2-1 0,-16 20 0</inkml:trace>
  <inkml:trace contextRef="#ctx0" brushRef="#br1" timeOffset="225405">12984 10028 22520,'31'-36'454,"-7"8"-398,-31 28-11,-2 0-1,-4 1 7,-4 0-1,-3 3-4262,-4 1 4262,-3 0-1144,-3 0 1150,-3 1-80,-18 4 108,12-2-6,-13 2 12,18-4 5,1-1 6,2-1 16,4-2 124,-7 0-118,11-1 2567,-10-2-2583,20-1 2955,-3-3-2989,12 2 312,1-1-346,2 1 28,0 0-56,1 2-39,0 0 34,1 6 0,1 0-1,0 6 6,2 5 1,-1 7 4,1 9-9,-1-5-2,-1 0 1,-1-7-17,0-1 22,-1 0-6,0-1 7,-2 6-12,0-8 11,-3 5 34,-1-5 33,-1-4-33,1-2 11,0-3 45,5-6 722,0 1-790,1-9 18,3-4-23,0-5-11,5-1 5,0 3-16,2 1 10,1-1 1,9-4 6,-3 4-18,7-2 1,4 4-12,-6 5 6,9-1-11,0 6 0,-7 2 11,7 3-17,-10 3 0,0 4 6,9 11 5,-1 7 6,5 11-5,-11-4 5,-9 12-23,-13-17-33,-15 18-3380,-2-22 3396,-13 7-267,-13-7 83,-10-3 14,18-11 0,-2-2-1862,-21 2 1624,3-6-857,5-8-330,13-3-309,-6-4-7887,14-8 8924,11 5 0,3-1 0,10 9 0</inkml:trace>
  <inkml:trace contextRef="#ctx0" brushRef="#br1" timeOffset="225830">12853 9633 14073,'0'-3'4100,"0"1"-2033,0 2-1328,-69-15-61,19 21-1090,-7-6 0,-2 4 521,26 7 0,2 4-17,-3 2 1,1 0 75,-18 15-67,19-8 0,-3 5 0,1 0-694,-8 11 1,0 4 601,3-3 1,-2 4-1,5 0 2,9-5 0,3 1 1,2 0-1,3 1 0,2 0 0,3 1 6,2 0 0,3 0 0,2-2-1257,0 10 0,3-3 1273,6-4 1,3-3 34,11 15-496,11-3 501,10-4-31,-16-25 0,5-1 19,16 5 1,8-1-38,-11-10 0,2-2 1,1 0-130,1 1 0,0-2 0,0-1 112,3-2 1,0-1-1,-2-3 7,6 0 0,-1-3 5,0-1 1,1-1 6,-4-3 0,1-1 1,-2-1 6,6-2 1,-1-2 5,12-2 0,0-5 87,-12-7 0,-3-5 254,-4-5 0,-3-3-296,0 1 0,-4-2-6,-7-2 0,-5-2 59,-5-5 1,-3-2-54,-1-7 0,-1-3 399,-4 8 0,0-1 0,-2-1-446,-2 0 0,-1 0 1,-4 1 3,-2 2 0,-2 1 0,-5 1-5,-8-15 1,-9 3-12,-11 7 0,-5 6-806,3 12 0,-2 4 770,-6 3 0,0 5-29,9 8 1,0 3 249,-3 0 0,-1 1-412,-1 2 0,-1 1-481,0 2 0,-3 1 683,-2 3 0,-5 2 0,7 0 0,12-2 0,2 0 0,-16 3 0,-1 1 0</inkml:trace>
  <inkml:trace contextRef="#ctx0" brushRef="#br0" timeOffset="234372">2733 11901 18791,'-2'-32'1193,"-2"3"269,-1 20-1182,-5-1 220,2 2-410,-2 1 210,2 3-210,-2 1 727,-6 1-677,-6 2-23,-10 9-78,4 1 45,-14 19-1165,16-6 1115,-11 11-6,12-5-17,-11 15-5,12-10-6,-5 10-11,11-5 11,8-1-3019,2-3 3041,10-6-22,3-14-471,4-3 488,3-2 679,2-4-673,3-2-6,1-2 11,14-4 0,-6-4 33,22-13 2124,-19 2-2135,9-12 6,-12 5-5,0-4-1,-1-2 210,11-22-204,-18 20 0,-1-3-14,5-11 0,-2-4-12,-1-3 1,-3-2-1422,-1-1 0,-2 1 1413,-3 11 1,-2 2 2,-2 5 0,0 2 1,-2-8 69,-1 6 90,-4-7 23,-5 6-102,0 5 1,-4 11 622,5 13-679,0 4 401,1 2-434,2 1 3344,0 2-3367,0 4 6,1 3-11,-1 7 105,-1 19-94,1-4-895,-2 14 889,3-9 12,0 3-12,1 3 6,0 1-5,2 3 5,1 2 0,3-1 11,1 1-25,0-15 0,0 0-3,6 16-33,5 12-57,-3-20-150,1-3-903,10 11-83,-6-14-1076,9 8-3843,-5-18-2670,-2-3 8832,-2-7 0,-9-6 0,-5-4 0</inkml:trace>
  <inkml:trace contextRef="#ctx0" brushRef="#br0" timeOffset="234748">3592 11702 18537,'-3'-2'2448,"0"1"364,3 1-2784,-49 42-2090,37-24 2073,-14 7 0,4 0 656,23-8-634,6 5-5,0-7 0,5 3 6,-3-8 352,-1-3-330,1-2 39,-2-2 28,0-2 34,-1 0 1110,0-4-1115,0-1-7,0-5-5,0-3 135,1-11-146,-3 4-17,2-8 11,-4 7 0,-1 1 1,0 0-7,-1 2 1,-2 1-17,0 3-6,-3 1 0,0 2-33,0 3-18,-1 1-10,0 2-17,0 1-28,1 1-23,1 1-151,1 6-863,1 8-525,0 2-3782,0 6 5355,2-2 0,0-9 0,0 0 0</inkml:trace>
  <inkml:trace contextRef="#ctx0" brushRef="#br0" timeOffset="238964">5119 11813 15356,'1'-8'3131,"-1"2"-2134,0 6-61,0 0-113,8-65-151,-4 42-398,0-14 1,0 3 151,-2 23-129,-2 4-34,1 4-179,-1 1 73,-2 20-57,0-4-16,-2 18-5,-1-5-12,-2 3-5,-2 3-29,0 3-269,-2 17 236,4-13 33,0 11-10,5-10-12,5-12-11,2 3 17,4-16 22,1-4 28,2-6 17,1-2-3271,2-4 3299,1-6-619,3-4 580,1-6 282,14-14-148,3-8-111,-14 11 0,1-1-1272,11-15 1283,-6 2 61,-6 8 2439,-4 8-2518,-3 2-78,-7 13-27,-7 7 779,-2 14-746,0 0 0,-1 12-6,-2 1-11,-1 3 6,-1 3 5,0 2-17,1 15-16,5 6-12,3-18 1,2 0-2351,7 21 2289,8-5-17,0-19 1180,4-4-1225,2-5 11,1-5-414,11-4 123,-9-7-168,7-4-1036,-5-16 521,-7 0-219,7-12-2452,-2-17-1856,-3-12 2747,-2-4 2029,-16 27 0,-2 0 871,-2-14 0,-3-2 0,-2 14 0,-1-1-39,-3-1 0,-2-1 991,-4-10 0,-2 2-238,0 9 0,-3 3 3,0 1 0,-4 1 593,-3 1 1,-3 2-138,-3-1 1,-2 1-261,-9-5 0,-4 2-278,-2 4 1,-3 4-121,-2 5 1,0 4-1189,8 4 0,1 3 863,2 2 1,0 3 120,-2 6 0,2 2-1720,-22 6 1521,22-2 0,-2 3 70,0 7 0,1 3 291,8-6 0,1 3-395,-11 8 1,1 1-628,11-5 1,2 1 593,0 2 0,0 1-20,0 1 0,0 2 354,2 0 0,1 1-374,2 0 1,1 1-4,3-1 1,1 3-7,5 5 1,3 4-1,1-4 619,0-1 1,4 0-620,3 5 0,4 4 1,7-6 11,11-6 0,9-6 9,13 8 0,8-5-10,-9-14 1,5-4-1,-2-2-535,16 2 1,1-4 529,-19-5 0,1-3 0,0 0 9,4-3 0,2-1 1,-3-1 4,9-2 1,1 0-12,-8 0 1,3-1 0,-4-1-512,4-4 1,-2 0 519,-1-1 0,1-1-352,-3-1 0,-1-1 363,-1 0 0,-2-1 6,-3 0 0,-2-1 5,-3 0 0,-2-2 462,3-6 1,-3-5-379,-7-3 1,-3-2-62,-2 0 0,-4 0-6,-5-1 0,-7-1 39,-9-3 1,-3 2-15,-7-21-39,1 20 1,-3 0 60,-6 2 1,-1 4-17,-17-17-50,14 18 0,-2 2 2,-1 5 0,-1 2 601,-2 1 0,-1 2-632,-6-1 1,-1 3-20,10 4 0,1 4-70,-21-1-84,20 7-196,1 4-64,-10 8 428,-2 9 0,12-6 0,7 2 0</inkml:trace>
  <inkml:trace contextRef="#ctx0" brushRef="#br0" timeOffset="239669">7488 11706 17580,'-24'-43'423,"1"0"1,2 4 0,5 6 1934,11 14-2184,2 1-40,2 1 898,3-5-970,7 2-29,9-2-27,2 8-6,5 4 11,6 7-11,-5 1 6,20 6-18,7 16 1,1 6-357,-2 7 357,-17-4 0,-14-5 5,-2-1-10,-3 2 1479,-5-1-1497,-4 11-3025,-5-8 3070,-6 7-394,-14-4 388,0-8 1,-10 5 5,6-13 0,-1-2 12,2-3 617,0-4-562,-2-4 1,5-10-7,1-6-44,9-4 17,7-3-28,3 6 3195,3 1-3156,9-7-28,-2 7 634,5-2-623,2 6-34,3 3 1,2 2-17,1 4 11,-4 6 0,1 2 0,2 5 0,2 2-6,2 2 1,3 3 10,16 11-16,1 6-912,-2 1 911,-10 2 7,-21-11-46,-4 11 7,-11-9-18,-7 5-5,-10-14-12,-8-1-49,-6-2-270,-23 4-752,11-7 842,-15 2-95,19-9-123,2-2-1497,-12-2-811,16-3 2834,-10-4 0,29 1 0,1-1 0</inkml:trace>
  <inkml:trace contextRef="#ctx0" brushRef="#br0" timeOffset="240094">7606 11143 14656,'-7'-1'4280,"2"1"-3211,5 0-117,-64 2-837,32 3 199,-10-1 0,-1 2 157,4 10-169,9-1 0,-1 3-83,-16 14-1423,15-9 1,1 1 1315,-13 18-28,2 5-59,22-22 0,0 0-11,2 2 0,1 0-3,1 1 1,2 2-7,0-1 1,2 3-9,0 15 1,1 1-4,5-11 0,1 1-1152,-1 10 1,3 0 1157,4-14 0,3-2-12,6 31-91,10-3 95,-1-20 0,3-2 8,-3-9 0,1-2 438,8 7 0,4-2-444,10-6 1,4-4-494,-9-5 0,3-2 487,14 4 1,2-3 5,-11-7 1,1-2 445,1-3 0,3 0 1,-2-2-436,10 1 1,0-2-569,-7-2 0,2 0 0,-3-2 574,5-2 0,-3-3 0,0-1 1,-1-2-159,-2-1 1,0-2 162,-9-1 1,2-3 0,-4 1 5,4-4 1,-2-1 2,8-8 0,-5-2 3,-20 8 0,-4-2 14,-1-13 0,-4-2-28,-5 9 0,-2-1 0,-1-11 0,-3-1 3,-5 11 0,-4 2-1,0-1 1,-2 0 2,-2-1 1,-2 1 0,-2 0 0,-2 2-4,-1 1 1,-2 0 5,-1 3 1,-3 1-164,-13-6 0,-2 2 171,7 8 1,0 2 0,-12-5 0,0 4 129,11 8 0,0 3-158,-1 0 1,1 2 648,-2 0 0,0 2-643,1 1 1,-1 2-34,-13 0 0,0 2-68,12 1 1,1 2-160,-9 0 0,2 2-1171,-8 8-3831,9 3 5254,4 5 0,18-10 0,3 1 0</inkml:trace>
  <inkml:trace contextRef="#ctx0" brushRef="#br0" timeOffset="244608">10102 11551 7783,'2'-6'5327,"0"2"588,-2 4-5584,7-6 27,-5 6 17,5-4-5,-7 7 279,0 2-145,-3 1-101,-4 0-245,-1 0-7,-4-1-16,2-2-12,-1 0 11,0-1-11,-1-1 146,-3 0 56,1-1-6,1-4-95,5-3-67,4-8-56,6-7-73,9-6-6,7 0 6,7 3-28,-4 8 11,6 4-5,-11 9 0,12 0-1,-6 9-5,8 8 0,0 12 0,-8 1-483,-4 5 472,-9-6 6,-4 2-1,-2 1-5,-5 2-6,-4 3-5,-7 1-62,-21 20 47,12-25 1,-5 1 8,-8 8 0,-5 0-1578,-2-1 0,-1-3 1614,8-7 1,0-4 2,3-2 0,2-4-16,-19-3 78,9-15 22,1-17-61,20-6 22,11-10 39,17-7-45,2 10-22,8-8 40,10 10-1973,-5 10 1933,7-2 2216,2 12-2233,-8 5-5,23 3-2206,-16 5 2189,12 2 11,-9 3-139,2 2 1,1 0 82,12 4 2,-9-3 1,0 1 1016,5 0-1226,0 2-174,1-1-348,-14-5 1,0 0-392,17 3-498,13 1-1217,-24-8 2891,11-6 0,-27 1 0,7-2 0</inkml:trace>
  <inkml:trace contextRef="#ctx0" brushRef="#br0" timeOffset="245001">10519 11328 2639,'-41'-23'1052,"1"0"1,-1 0 0,-17-8 0,4 5 365,23 14 1,-1 5-660,-8 0 1,-5 3 0,3 0-352,0 1 1,0 1-240,1 1 1,-5 1 0,4 3 355,-10 6 0,4 4-267,10-2 1,0 2-21,-11 4 0,0 3-26,16-2 0,1 0-32,0 1 1,1 2-45,1 1 0,2 2-28,0 0 1,1 2-67,2 1 0,1 1-52,3 1 0,1 1-19,1 3 1,2 0-11,3 0 0,2 2-14,0 15 1,3 3-322,7 2 1,3 0 337,0 0 1,4-1-12,5-3 1,4-3 652,0-16 1,2-1-610,1-2 1,3 0-610,16 7 0,4-2 615,-6-9 0,2-3-1,13 7 1,4-4 16,-10-11 1,1-3-15,1 0 1,4-2-12,-1-3 1,3-1-1,-1-2 14,8 2 1,1-2-9,-8-2 0,3 0 0,-3-2 14,5-2 0,-3-2 3,1-1 0,1-3 5,-7-2 1,3-3-1,-3 0-3,7-2 1,-2-2 4,-10 3 1,2-2-1,-3-2-398,10-13 1,-6-2 423,-12 8 1,-3-1 59,7-11 1,-5-1-72,-16 10 1,-3-1-172,-2-1 0,-2 0 171,-3-1 0,-2-1 522,-1 2 0,-2-3-511,-5-11 1,-5-1-1,-8 1 0,-3 2 548,-1-1 0,-3 3-567,-6 6 0,-6 4-9,-10 5 0,-2 5 8,8 5 1,-1 1-3,-15-3 0,-1 3-14,14 6 0,2 3-3,-2 1 1,1 1-12,1 0 0,-1 2-94,-3 3 1,-4 0 0,5 1 309,1 0 1,1 1-637,-19 2 0,3 3 93,21 4 1,6 1 0,0-2-1,-6 7 1</inkml:trace>
  <inkml:trace contextRef="#ctx0" brushRef="#br1" timeOffset="250280">12924 11284 20515,'1'-40'507,"1"-1"1,-2 4 0,2 11-395,3 22-24,-2 3 6,0 1 90,1 2-90,-1 1 1,2 4-24,-1 2 1,1 2 28,2 13-23,-1 8-38,0 3-4,-3-3 0,-1 0-24,-1 1-1,1 20 17,0-18-11,0-10-6,2 5 11,1-7-11,0-6 85,7 6-35,-4-15 102,18 2-119,-10-11 1,14-2 6,2-5-40,-6 0 6,11-2-3393,-11 1 3393,0 1-1614,1 0 1603,1 0 11,13-3 0,-8 2-6,10-3 6,3 1-1,-10 4-13,-5 0 0,1 1-3,6 0-1736,12-2 1736,-14 3 0,16 0 1369,-9 2-1369,2 0 0,2 2 6,4-1-3,-11 2 0,0-1-3,4 1 0,0 0 0,-1 1 0,1 1 0,16 4 1251,3 0-1237,-25-1 0,0-1-14,18 2-6,-5 1 6,-6-5-6,-9 1 23,10-2-17,1 0 0,10-2 3,-20 0 0,2 0-1,1-1 1,0-1 5,1 0 1,-2-1-3,21-3-12,-8 0 23,-6-2-6,-13 1 28,6-3 6,-8-2-11,-10 2-6,4-6 503,-2-3-464,2-5-22,0 1 16,-3 0 23,-6 8 294,-3 2-93,3-4 35,-5 3-180,-2 0-28,-5 4 3370,-3 4-3381,-1-1 16,-3-3-66,0 3-29,-3-2 17,1 4 23,1-3-57,2 2 12,1-5 6,4 3-85,0-1-67,1 4-106,-1 3-1546,-3 6 1781,-7 10 0,4-7 0,-4 6 0</inkml:trace>
  <inkml:trace contextRef="#ctx0" brushRef="#br1" timeOffset="253435">12281 11929 8998,'12'-52'1569,"0"-1"1,2 4 0,1 4 731,16-10-1928,-6 16 1485,-2 9-1533,-10 16-29,-2 2-42,-2 2-127,-4 4 984,-2 2-1027,-1 3 2925,-1 5-2959,-1 3 6,0 8 0,-3 4 0,-1 6-17,-4 5-16,-1 5-1,-8 20 444,8-22 0,0 1-491,-2 9 0,0 2-592,2-10 1,2 0 549,0 0 0,2-3-179,1 13-180,1-2-291,3-3-414,0-4-3009,5 8-346,-1-14-5345,3 2 9574,-3-17 1,-2-7 0,0-4-1</inkml:trace>
  <inkml:trace contextRef="#ctx0" brushRef="#br1" timeOffset="253964">12446 11418 16992,'-19'-49'965,"1"1"0,1 3 1,2 9-485,5 24-78,-2 3-78,0 2-56,-4 3-28,-3 3-4274,-3 5 4257,-5 5 0,-4 6 147,5 1 0,-2 3-242,-5 5 0,-1 1-76,-1 2 0,0 1-948,-1 3 1,1 0 927,8-5 1,2 0-12,-1 3 1,0 0-9,1 2 0,0 1-20,2 1 1,0 1 7,2 0 1,2 1-746,1-1 0,2 1 740,3-1 0,1 1 3,2-3 0,3 1 514,0 12 1,5 0-501,6-2 0,2-1-14,0 0 0,2-2 5,5-6 1,4-3 5,12 6 17,6-4-1131,7-3 1125,6-4 658,7-3-666,-25-13 0,2-1 587,17 2 0,7-2-588,-4-4 0,3-2 0,0 0-6,-10 0 1,0 0-1,0-2-154,10-1 1,1-1 0,-6-2 171,-8-1 0,-2-3 28,13-5 1,0-4 846,-4-2 0,-2-3-811,5-7 1,-3-3-16,-15 5 0,-5-1-32,-8 0 0,-4-1 20,-1-17-12,-5-3 3,-7 11 1,-2-1-10,-2-22-27,-2 20 0,-2 1 17,-8-16-23,-5 0 77,0 18 1,-3 1-67,-14-17-18,10 21 1,-1 1 12,-16-5-1,-3 5 7,-2 5-1,-3 3 461,-1 5-486,13 9 0,-2 1-1556,-18-2 1514,19 6 0,0 1-128,-14 2-543,15 5 1,-1 2-265,-20 6-52,19-2 1,1 3-693,-14 10-1183,2 5-6027,6-1 8934,9-1 0,17-12 0,8-5 0</inkml:trace>
  <inkml:trace contextRef="#ctx0" brushRef="#br1" timeOffset="254889">15317 11836 23349,'-6'-34'115,"1"0"0,-6-21-59,0 55 0,-2 0-28,-1 0-6,-4 2 6,-2 1-4274,-4 2 4274,-1 1 647,-4 0-658,0 1 0,-3-1 5,0 2-5,-2-2-6,2 2 0,-2-2 1,4-1 44,-8 0 11,8-1-39,4-2 33,12 0-38,10-2 3275,2 0-3326,2 0 345,0 5-311,0-1 5,1 6 12,0 1-12,1-1 0,0 4 23,-1 3-18,0-2 1,-1 5 0,1-4 5,-1 2-10,0-1 4,0 1 7,0-1-1,0-1-5,0 0 22,-1 6-3380,-1-2 3363,0-1 23,0-3-23,2-10 17,-1 1 34,1-5 409,0-2-241,2-3 3230,1-2-3415,3-4 0,1-1-12,1-1 29,6-10-50,0 5-1,4-7-5,-2 7 5,2-1 1,1 2-18,3 0 12,11-3 0,5 5-12,8 2-10,-10 6 10,-4 7-10,-11 3 5,-1 4 11,-2 3 0,0 2 0,-3 1 6,-1 1-22,-2 2-7,-1 0 12,-2 1 0,-1 1-16,-4 10-1,-1-6-6,-5 7-16,-4-11 0,-5 0-17,-3-1-17,-4-3-84,-14 5-106,-8-5-180,-15 0 90,10-6-162,3-6-218,14-3-2141,-6-2-1097,11-2 3123,-6-4 0,23 5 0,2 1 0</inkml:trace>
  <inkml:trace contextRef="#ctx0" brushRef="#br1" timeOffset="255337">15222 11391 19608,'-61'-15'614,"0"0"0,4 2 0,4 6-1282,-4 17 915,-3 4-564,29-5 1,0 0 394,0 2 0,1 1-16,0 1 0,1 1-15,1 2 1,1 1 13,-23 21-16,4 6-28,5 4-9,17-9 1,3 2 2,5-9 0,2 0 3,-2 11 0,3 2 25,4 1 1,4 0-29,1-10 0,1-1-3,0 12 1,0-1 13,5 16 29,3-2-1,4-20 0,5 1 0,6-1 1,4 0 19,12 8 0,7-1-289,-8-18 0,3-2 0,0-2 255,13 5 1,1-4-644,4-3 1,-1-3 628,-12-8 1,0-2 2,0-1 0,2-1 8,-3-3 1,2-1 0,1-1 14,1-1 1,0-2-1,1-1-652,-1-1 1,-1 0-1,0-1 663,16-4 0,-2-5 103,-7-7 1,-3-4-14,-5-3 0,-1-4 11,5-10 0,-5-2-90,-13 7 0,-5-1-14,-6 0 0,-5-2 25,-5-3 1,-3 1-57,-2 8 0,-1-1-8,-1-11 0,-2 1 5,-7-20-276,0 32 0,-1 0 268,-3 0 0,-2 1-3,-1 0 0,-3 2-386,-1 0 1,-3 2 377,-1 1 0,-3 1-9,-3 1 0,-2 2 411,-1 1 0,-5 1-527,-2 3 1,-6 2 0,-2 0-566,-8 1 0,-3 2 0,0 0-2407,2 1 0,1 0 1,0 1 3093,0 2 0,0 1 0,8 2 0,-8 0 0,23 2 0</inkml:trace>
  <inkml:trace contextRef="#ctx0" brushRef="#br1" timeOffset="278903">676 13267 8830,'2'-4'5031,"0"0"1477,-2 4-6206,-9-39-27,4 27-62,-7-31-45,7 38-34,0 1-28,0 0 18,-4 1-96,1 2-6,-5 0 40,-8 2-29,4 3-27,-9 1 16,7 2-11,0 1-5,0 2 11,-3 4-40,6-2-5,-1 2 17,10-4-28,2 4 39,2-3 6,4 8 27,7-4-16,0 0-6,6 1 0,-2-5 12,1 1-34,4 1-3370,-1 1 3386,5 0 18,10 8-23,6 3 0,-1 1-6,-2-1 6,-13-8 0,-3 0 6,-3-1-12,-3 0 40,-4 2 5,-4-5 17,-4 2 0,-6-7-10,-6 1 3385,-5-1-3409,-5 1-3397,-4-1 3375,-4 0-1018,-2-1 1007,-2-2-73,-15-1 39,14-2-11,-9-2-62,17-3-145,4-4-336,2-4-678,4-5-8554,2-12 9025,7 9 0,3-1 1,4 14-1</inkml:trace>
  <inkml:trace contextRef="#ctx0" brushRef="#br1" timeOffset="279163">1048 13027 18476,'0'-6'3691,"0"1"-1355,0 5-2308,-14 47-17,10-21-766,-4 7 0,2 1 738,5 2-50,-1 25-2669,1-14 2666,-1-14 0,0 0-199,0 15-492,-1 1-306,2-15 0,0 0-938,0 16-1053,2 11-2146,3-28 4726,4-2 0,-3-16 0,0-3 1</inkml:trace>
  <inkml:trace contextRef="#ctx0" brushRef="#br1" timeOffset="280219">1032 13429 22867,'10'-20'140,"-1"4"-5761,27 22 5644,-10-3 1425,23 2-1404,-5-4-21,0 0 876,-5-1-866,-15-2 12,-2-1 17,-3-3 10,-3-1 130,3-7 11,-5-3 3375,-2-6-3510,-6 3 1,-4 2 89,-3-1-68,-1 6 12,-2-3 0,-2 7-16,-1 2 55,-5 2-56,-3 3-67,0 2-17,-1 4 12,-1 8-7,5 0-10,-4 5 5,4 3-5,4 2 5,2 5-11,7-7 17,4-2-6,4-7 6,8 1-17,-1-3 33,15 0 23,-3-6 40,8-6-34,-8-2 16,-3-5 101,-6-6 17,-2-7-22,-3-7-23,-7-6-50,-11 0-45,-6 2 11,-9 7-39,3 10 6,-1 6-1,1 8-5,-3 3-22,-4 8-6,0 9-6,1 11-5,6 0-6,4 3-16,5 5-68,3 6-73,9 13 29,2-11-225,9-11 0,5 0-504,19 9 143,-9-13 1,3-2 344,17 1 11,-2-11-168,-4-13 363,-4-9 309,3-9 6,-16-3 55,-9-5 292,-8-3-174,-3 5 33,-1-7 354,-4 2-40,-1 1 504,-1-2-913,0 10-33,-1 5 28,0 7-191,0 2-44,-1 1 16,0 7-10,-1 1 16,0 7-17,0 3-11,-1 3 17,1 3-1,-2 4 7,-1 15-23,0-8-11,-1 12-3370,0-12 3381,1 1-2269,0 1 2269,0 1-33,0 12 33,3-14 0,0 4 17,2-16 84,0-10 2268,-1-4-2313,-1-17-17,-2-13-27,0-5 3361,-1-9-3345,2-14-12,0 9-4,0-17 10,2-5-1156,1 13 1148,1 17 0,1 0-3,2-10-235,3 1 291,5-11-45,5 0-39,-5 22 1,1 0 33,18-19-17,-4 16-6,0 9 12,-8 13-1,0 2 1,2 3 11,0 2-12,12 2-2909,-8 5 2921,7 4 759,-2 13-804,-4 8 16,1 14 1,-13-7 158,-7 2-164,-11-11 6,-6 1 5,-21 11-55,-16 1-459,22-19 1,0-1 491,-3-2 0,0-1-106,-28 9 56,13-9-40,-8 0 2811,22-10-2967,5-3-925,1-6 62,10-3-824,2-4-2329,9-3-3238,4 1 7528,1 1 0,1 4 0,-2 4 0</inkml:trace>
  <inkml:trace contextRef="#ctx0" brushRef="#br1" timeOffset="280454">2281 13420 27046,'-11'-16'-23,"7"2"-38,21 10-74,5-2-106,3 2-139,4-2-242,2 0-342,0 1-4592,14-3 5556,-8 2 0,-7 0 0,-14 3 0</inkml:trace>
  <inkml:trace contextRef="#ctx0" brushRef="#br1" timeOffset="280988">2799 13172 25455,'-20'2'185,"4"1"-135,16 1 6,0 0 0,0 0 0,0-1 12,-2 1 77,2-2-50,-2 0 29,1-1 240,-1-1-269,1-2-11,-1-1-6,0-2-11,-1-2 1,2-2 38,0-9-67,1 3-5,2-8 5,1 5-11,4 0-11,2-1 0,2 1-12,0 1 12,2 1-6,3 2-5,0 2-6,3 2 5,1 2 7,10 2-18,4 3-5,9 6 11,-11 4 0,-4 5 0,-12 3-6,0 0-11,0 13 1,-6 3-12,-7 13 11,-10-8-1394,-12 0 1399,-4-10-4,-5 0 4,-4 0 7,-3 0-463,-18 8 462,-1-3-1370,24-14 0,0-1 1387,-10 3 6,13-9 5,16-8 0,3-1 884,4-2-883,1-2 333,3-3-367,2 0 3380,11-4-3385,3 1-18,13-3-28,1 4-22,6 0-243,6 0 161,-8 4 1,2 0-3005,20-1 2996,-18 2 1,1 1-281,14 0-168,1 2-241,-1 0-1948,-17 2 1,0 0-1267,17 2 4077,-15 0 0,-3 0 0,-10 0 0,-1 0 0</inkml:trace>
  <inkml:trace contextRef="#ctx0" brushRef="#br1" timeOffset="281411">0 14048 22979,'0'-21'958,"6"2"-706,29 11-28,18 0-2794,-12 3 1,3 1 2636,3-1 0,1 1-5,2-1 0,2 0-4,3 0 1,1 0-9,2 0 1,1-1-1,2 1 1,3 0-12,-17 1 0,3 0 0,1 0 1,-3 0-438,6 0 1,-3 0 0,3 0 408,-2 1 1,3-1-1,-1 0 1,-2 0-173,2 1 1,-3-1 0,1 1 165,0 0 1,0 0 0,3-1-256,2 1 0,4 0 0,0-1 0,-3 1 261,2 0 0,-2 0 0,4 0-15,-6 1 1,6-1 0,2 0 0,-3 1 0,-6-1 3,3 1 0,-6 0 0,2 0 4,-3 0 0,1 0 0,0 0 0,-5 0 4,15 0 1,-5-1 289,-4 1 1,0-1-282,7 0 0,-3 0-12,-18 1 1,0 0 16,11-1 1,-3 1 1277,-3 0-1344,-6 1-40,-21 1 1699,-14 1-2965,-4 1 1350,-4 1 0,5-2 0,-2 0 0</inkml:trace>
  <inkml:trace contextRef="#ctx0" brushRef="#br1" timeOffset="286656">2753 14786 13884,'3'-49'892,"0"0"1,0 4-1,-2 6-298,-5 14-101,-2 1-96,-2-1-66,1 1 983,-2 1-1051,0 2-16,-1 1-12,-2 3-17,-2 2-33,-2 3 904,-10 3-1022,3 5-5,-9 3 38,-8 13-49,7 0 223,-13 9-229,11 0 545,0 2-545,0 3-20,11-5 1,0 2-7,1 3 1,1 2-15,1-2 1,1 2-9,0 7 0,3 0 3,3 5 0,1 11-5,10-21-1,4-3 132,4-4-165,4-3 22,5-5 17,2-1 17,5-5 33,3-3 1,5-3-12,3-3 17,4-6 0,1-3-6,0-5 74,13-12-15,-13 4-36,10-10 534,-19 8-534,-2-2 275,-4 1-140,2-11 21,-7 0-117,-2 2 6,-8 6-6,-4 14-17,-2 4 263,0 1-324,-1 6-12,0 0-16,-1 9-6,-3 10 5,-1 4-5,-2 9 0,1-4 28,-6 29-17,6-18-27,-2 20-29,6-25-56,4 0-101,3 2-150,3 2-1312,12 17-78,-1-13-1708,9 12 3450,1-16 0,-21-23 0,1-4 0</inkml:trace>
  <inkml:trace contextRef="#ctx0" brushRef="#br1" timeOffset="287092">3303 14928 25203,'-32'-2'112,"0"-1"0,-19 2-78,45 13 16,1 7-22,2 0-17,4 1 6,2-5 28,8-4 28,3-3-51,0-1 40,2-4 55,0-5 35,1-5-57,-1 0-6,-3-6 7,-6 3-1,-2-1 78,-1-5-89,-2 2-11,-2-3 62,-3 2-63,0 5-10,-3-2 11,-3 6-73,2 3 17,-2 0 11,-1 4-6,3 1 6,-11 12-6,9-2-22,-7 9 0,8-2 6,2-4 0,1 3-12,4-5-22,2-3 34,2-1 5,2-4 0,1-2 45,9-1-39,-5-3 5,7-1-16,-7-2-17,5-5-292,1-1-1876,2-1 2179,-4 3 0,-6 4 0,-5 2 0</inkml:trace>
  <inkml:trace contextRef="#ctx0" brushRef="#br1" timeOffset="298119">5091 14420 10483,'-3'4'3674,"1"-1"4404,2-3-7681,-18-1-38,12-2-29,-12-1 219,14-6-308,3 0-40,-1-4 107,1-3-196,2 3-11,1-6-34,1 4-5,1-2-17,2-1-45,0 0 44,2 0-27,1 1 0,1 0 0,0 4-6,8-1 0,-5 5 17,11 0-17,-9 7 1,4 1-1,16 12-11,-12-2-23,15 10 12,-6 6-6,-7-4-5,5 8-23,-5 4 28,-9-7-33,-3 33 39,-16-27 11,-8 18 11,-19-12 6,-11 1-3392,-3-2 3386,0-7 6,14-12 11,2-5 33,-6-1 18,5-6 33,0-10 0,11-8-67,11-4 17,4-2-12,3 5-11,3 0-5,1 2-6,3-1 5,2 2 1,3 1-12,0 2-5,3 0-6,9 1 1,-4 4-1,8 0-6,-6 4 1,2 2-2269,1 3 2263,1 3 23,15 9-23,2 4-6,-1 1 2258,-6 2-2292,-13 4 18,-11-4 0,-2 7-2275,-10-8 2264,-5-1 2195,-12 7-2269,-13 1 34,-3-3-34,-7-5-279,-5-5 106,8-7-90,-12 1-1030,-2-6-1298,12-4 626,-10 0-7759,8-10 9178,17 4 1,0-4 0,19 6 0</inkml:trace>
  <inkml:trace contextRef="#ctx0" brushRef="#br1" timeOffset="298594">5083 13938 17904,'-51'-21'562,"-1"1"0,-3 1 0,6 9-215,12 17-5,-13 6-9,21 2 0,1 1-35,-16 13-910,14-8 1,-1 3 824,1 6 0,1 3-90,-2 6 0,2 4-73,5-6 1,1 2-1,2 1-18,1 4 0,2 1 0,2-1-13,-3 11 1,4-1-6,3 1 0,3-3 2,4-13 1,2-2-3,0-1 0,2 2 0,5 12 0,2 1-17,1-14 1,2-1-4,2 10 1,9 0-22,7-13 1,8-2 0,-1-3 17,0 0 1,4-3-6,0-3 0,7 0 0,1-1 0,0-4-927,4-5 1,1-5 0,2-1 941,-3 0 1,3 0-1,1-1 1,0-2 3,0-2 1,0-2-1,1-2 1,-1 0-229,0-3 0,0 0 0,-1-2 0,-2 0 239,3-3 1,-3 0 0,-1-2-393,-5-1 0,-1-2 0,-4 0 387,0-3 1,-3-2 97,-2 0 1,-1-2-80,-3-1 1,-1 0 544,-3-1 1,-1-2-501,4-11 1,-2-4 672,-4-4 0,-3-4-709,-6 8 0,-1-2 0,-2 1 558,1-11 0,-5 2-575,-3-1 1,-4 3 7,-4 15 1,-1 2 2,-2-1 1,-1 2 0,-3 1 0,-2 0 2,-1 3 0,-3 0 37,-12-8 0,-3 2-996,5 9 0,-1 2 951,-9-6 0,-4 1-3,-5 6 1,-3 2-125,-7 2 0,-4 1 89,9 4 1,-2 1 0,1 1-129,8 3 1,1 2-1,0 0 110,-18 0 0,0 3-93,1 3 1,2 1-394,15 1 0,0 1 346,-10 1 0,-1 2-633,8 3 0,2 3-4115,3 2 1,1 1 4579,2-2 0,4 0 0,-8 8 0,31-15 1</inkml:trace>
  <inkml:trace contextRef="#ctx0" brushRef="#br1" timeOffset="300079">7373 14320 15199,'0'-5'3843,"0"1"-2829,0 4 576,0-63-598,3 29-679,-2-8 1,2 1-96,3 13-16,1 4-28,-2 12-1,-1 2-10,-1 2-18,-2 2-44,0 3-51,0 1-10,-1 1-12,-1 12-23,-1-1 18,-2 13 10,-8 16-3402,-5 13 3380,0 3-6,1 2-221,5-16 222,4 1-6,0 14-6,4-14 12,4 6 11,10-13 0,1-13 11,8 1 16,-2-14 85,11-6-56,-4-6-17,10-6-6,-9-5 1,2-3-1,1-4 17,0-3 74,13-16-63,-11 8 2896,8-13-2890,-15 15 78,5-13-78,-9 13 0,4-7 0,-12 16 171,-1 5-154,-4 2-11,-2 5-12,-1 3 0,-2 3-61,-2 1 380,1 10-392,-1-1 197,0 9-202,0-1 5,0 2 7,-1 3-7,0 1 1,-2 1-3393,2 1 3387,0 1-940,-1 1 968,2-1-28,0 1-5,0-1-137,1 0 108,1 0 12,2-1-12,2 1-22,1-2-17,3 1-39,1-1-17,4-2-27,1-3-40,4-2-40,2-5-61,3-2-95,3-5-129,2-4-140,3-4-173,1-5-208,1-5-207,0-4-196,0-2-140,-1-3-1810,9-15 1805,-13 8 142,-7 2 0,-4-2 2476,0-8-1997,0-14 479,-14 14 0,-3 0 630,1-12-11,-2 11 0,-2 0 263,-3-4 190,-3 0 180,-2 2 213,-3 0 178,-3 2 96,-2 2-22,-3 2-101,-3 2-191,-4 3-145,-3 2-112,-5 4-85,-5 4-97,8 8 0,-3 2-71,-21-5-220,17 7 0,1 1 181,-21 1-11,-3 4-44,0 3-189,30 1 1,0 2-26,0 1 1,0 1-23,-2 3 1,1 0-18,1 3 1,-1 0-7,0 2 1,0 2 44,-14 11 1,0 3-65,11-5 1,0 0-10,-11 11 1,2 0-11,14-6 0,2-1 27,0 3 1,1 0-43,1 2 1,2 1-958,1 2 1,1 0 948,2 1 0,2 2 3,1 1 0,1 0-9,2 0 1,2 1-6,1 1 0,2-1-3,2 0 1,1-1-4,2-2 1,3 1 5,5 10 0,5 0-623,-1-13 0,3-2 617,6 9 1,4-2-3,-2-15 1,5-3-5,18 8 1,4-4 53,-8-7 0,1-1-34,17 3 0,2-3 271,-11-8 1,-1-3-274,1-1 0,6-1 6,-6-5 1,7 0-1,1-2 1,-4 0-4,-5-1 0,-2 0 1,2-1 11,6-1 0,5 0 1,-1-1-1,-6-2 1,9-5 1,-5-1 11,2-2 0,-2-2 13,-1-1 1,-2-1-1,-3-1 1,-1-1 11,-3-1 0,-2-1-6,-3-1 0,-3-1 6,-3 0 0,-2-1 5,-4 0 0,-2-3 79,1-14 0,-4-3-87,-6 10 0,-2 0-11,1-12 0,-4-1-9,-6 13 0,-2 2 0,0 0 1,-2 0-1,-1 0 1,-2 1 107,-7-29-104,-9 5-1,-9 4-11,-8 5 0,-8 5-26,19 23 1,-2 1-17,-1 1 0,-3 1-20,0 1 1,-2 1-60,-2 1 1,-1 0-93,-1 2 1,-1 0-194,-1 1 0,0 1-1391,-2 1 1,1 0-2657,2 2 0,2 1 4572,3 1 0,3 1 0,-3-1 0,14 3 0</inkml:trace>
  <inkml:trace contextRef="#ctx0" brushRef="#br0" timeOffset="305725">9977 14145 18902,'0'-3'1540,"0"1"723,0 2-2241,-6-19-10,5 15-1,-5-14 62,12 32-40,-5-7 12,5 11 84,-11-8-45,-1-3 5,-5 0 79,-7-3-100,4-2 4,-6-2 119,2-8 100,0-3-117,1-4-1,5-2-5,5 3-33,2-3-35,3-3-4,0-1-12,2-1 5,3 0 57,6-6-45,6 2-17,8 0-73,-3 10-6,1 8-10,-5 6 10,3 1-5,0 2 12,22 14-24,-4 5 1,-9-2 0,-2 2-1480,6 11 1474,-7 1-2903,-13-6 2892,-5 1-854,-3 1 854,-6 4 6,-5 1-34,-8 2-11,-7 3-17,-6 2 14,2-9 0,-2 0 53,6-8 0,-1 0 14,-7 7 1,-1-1 7,-13 4 18,4-5 21,2-9 29,5-7-1633,5-6 1655,3-4-454,5-6 471,5-3 1521,6-13-1448,12-5-1038,4-1 937,13-1 801,0 9-841,4 2-410,2 0 394,2 2-1261,2 1 1256,1 3 1183,19-2-1195,8 5-22,2 1 0,1 4-311,-17 2 272,2 2-79,-12 1 0,2 1-123,17 4 53,-18-2 0,0 0-456,12 4 1052,-1-1-7651,12 6 6874,-13-5 1,-7 0 0,-21-6 0</inkml:trace>
  <inkml:trace contextRef="#ctx0" brushRef="#br0" timeOffset="306131">10509 13586 9225,'-52'-24'709,"1"1"1,3 2 0,1 4 766,4 10 0,0 4-1000,-6 5 0,-2 3-237,8 1 0,-2 2 1,1 1-395,-10 5 1,2 3 288,0 3 1,4 2-26,13-2 0,2 0 279,-1 3 0,2 1-335,1 2 0,0 1-17,3 2 1,0 3 22,-6 16 0,3 2-40,9-12 1,2 2-9,-5 11 0,4 3-17,9 1 1,6-1-1,1-13 1,4 2-14,11 14 0,5 6 1,3-7 1,0-10 0,5-3-4,0 2 1,5 3 0,4-5-33,2-11 1,4-5 0,2-1 303,6 0 1,3-1 0,0-2-260,1 1 1,1-1 0,0-2-366,2-4 1,0-2 0,-3-3 369,6-1 1,1-4 11,-9-5 1,5-2 0,1-1 0,-2-2 271,4-3 1,-1-3 0,3-2-270,-1 0 1,3-1 0,0-2 0,-6-4 3,0-5 1,-4-4 0,-5-4 9,-4 0 0,-5-2 0,-3-4 6,-7 1 0,-3-3 0,-5-1-59,-4-2 0,-5-2 0,-3 2 52,-3-10 0,-5 3 8,-4 0 1,-6 1 33,-7 4 1,-6 2 158,-5 1 0,-4 1-211,3 9 0,-2 0 0,0 3 433,-9-3 0,-1 4-445,-1 4 0,-1 5-12,-2 4 1,-1 4 295,-1 2 0,1 2-366,0 0 1,1 1-84,7 4 0,2 3-2958,-16 10 3120,16 4 0,8-2 0,18-6 0</inkml:trace>
  <inkml:trace contextRef="#ctx0" brushRef="#br0" timeOffset="306659">12637 13967 23730,'-15'-43'410,"1"-1"1,0 4 0,4 11 448,6 23-803,2 16 96,0 4-129,0 14-1,1 0 64,0 2-58,-2 20-3240,2-10 3195,-2 16-612,2-13 540,1 1-239,0-11 0,2 1-608,0 17 9,1-17 1,0 0 926,1 2 0,1-4 0,0-1 0,1 12 0</inkml:trace>
  <inkml:trace contextRef="#ctx0" brushRef="#br0" timeOffset="307206">12945 13676 15546,'0'-7'3703,"0"1"-2594,0 6-202,0 0-207,-12-69 219,-2 33-625,1-8 0,-4 1 81,-17 11-100,-10 12-141,3 10 1,-3 8-7,8 6-4,-4 5-761,-4 6 737,-4 6-1276,-3 6 1209,24-12 1,-1 3 30,-14 11 1,-2 3-43,10-6 1,0 1-6,-11 9 0,0 3 5,1 6 0,2 0-679,11-9 0,1 0 662,-8 10 1,3 3-6,7-1 0,4-1 0,7-11 0,1 0 5,-2 11 1,4-1 0,5 17-23,6-2 6,11-2-6,8-4 0,11-5 17,11-4 6,10-6-18,-21-21 1,4-2-1130,21 4 1,3-3 1134,-11-5 1,1-1 6,-4-3 1,3-1 0,-3-1-655,8-2 1,-1-2 638,0 0 0,3-2-252,-3-2 1,2-2 0,-2-1 259,7 0 0,2-3-42,2-3 0,4-3 1,-6-1 58,-8 0 0,-2-4 4,-1-1 0,2-5 0,-5-1-7,-2-8 1,-5-4 24,3-11 1,-5-3-9,-14 10 0,-4-2 0,-7 0 1,-4 1 452,-5 10 1,-3 0-454,-5-15 0,-3-2-3,1 12 1,-1-1 449,-6-12 0,-3 1-464,4 14 1,-2 2 5,-12-11 0,-2 2-3,6 11 0,0 2-6,-10-7 1,-2 4-6,9 13 0,1 4-9,-2 1 1,-1 2 0,1 2 0,-3 2-15,-13 1 1,-2 3 821,-1 6 1,0 2-904,2-1 1,-1 3-547,-3 10 1,4 4-1161,1 8-307,18-8 0,3 1-6957,0 9 9074,8-1 0,8-14 0,5-6 0</inkml:trace>
  <inkml:trace contextRef="#ctx0" brushRef="#br0" timeOffset="308008">15485 13655 12746,'6'10'5550,"-1"-1"-4070,-5-9 2838,0 0-4005,10-63 130,-9 38-365,4-11 1,-3 3 33,-8 21-28,-1 6-28,-4 2-6,-2 2-16,-3 1-6,-2 1 6,-3 0-17,-3 2 11,-15 3-12,6 2-4,-10 2 4,11-1-4,0-1-7,2 0 1,1-1 16,-6 2-5,12-2-6,-4 1 0,12-4 1,3 0 10,0-1-22,5-1 0,0 1 0,4 0 11,0 3 0,0 0-5,-2 4 5,1 1 12,-1 1 10,0 2-3391,-1 3 3397,0 0-143,0 2 143,1 2 6,0-1-6,-1 1-5,2 0-6,0-1 17,0 0 28,1 6-34,1-7-6,0 2 18,0-7 3410,-1-1-3388,1-3 208,1 0-220,0-5 18,0-2 699,1-1-699,5-10-46,0 3-10,4-9 10,2 3-16,1-1-6,3-2 6,2 1-6,1 0 6,4 2-6,1 0-5,2 4 16,12 0-11,-7 4-11,8 1 12,-3 9-12,-9 0 5,6 7-10,-12 3 5,-1 1-6,-2 3 0,0 2-5,0 10 0,-5-7 0,-2 7 11,-7-8 17,-9 11-23,-3-6-3403,-9 8 3387,-4-12-29,-22 9-2251,6-10 2258,-17 6-163,25-18 1,0-2 99,-16 4-33,-13 0-50,21-10-90,3-2-123,5-3-1029,-11-15-3906,18 1 5338,-6-16 0,24 19 0,1-1 0</inkml:trace>
  <inkml:trace contextRef="#ctx0" brushRef="#br0" timeOffset="308398">15190 13115 16391,'-49'-8'423,"0"0"1,4 2 0,5 3-1179,8 12 1024,-2 6-82,6 2 1,0 2 755,-18 14-851,4 3 0,0 4 77,15-12 0,1 0-158,-9 12 0,1 1 3,10-8 0,1 1-3,1 1 1,0 3 0,0-1-286,-2 7 0,1 0 272,3-5 0,0 2 0,1 0 8,-4 19 0,3-1-4,7-14 1,0 0 0,-1 10 0,3 1 78,9-5 1,4-3-82,2-11 0,3-2 8,4 12 1,4-3-4,1-16 1,4-3 5,3 1 1,1-2-1,4-3 0,2-1 14,2-2 1,5-2 27,21 2 0,3-4-371,-12-5 0,2-3 338,-7 0 1,2-1 0,2-3 27,2-5 1,2-3-1,-3-1 0,9 0 0,0-2-28,-8-2 1,2-1-1,-4 0 327,0-4 1,-1-4-298,-1-6 0,2-5 1,-4-3-21,-12 5 0,-2-1 0,-1-2-25,7-4 1,1-3-1,-8 1 12,-5-9 0,-7 1-9,-8 12 1,-2 0-1,-1-2 1,-1 0-7,-2-1 1,-1-1 8,0 1 1,-2-2 4,-5-14 1,-4-2-64,-3 2 0,-4 1 38,-1 0 1,-2 3-3,-4 6 0,-2 6-28,-19-9-17,20 26 0,-2 1-73,0 0 0,-4 2-1188,-18-3 1,-4 1 1316,5 3 0,2 2 0,3 2 0,4 1 0,-10 0 0</inkml:trace>
  <inkml:trace contextRef="#ctx0" brushRef="#br0" timeOffset="310765">2459 16230 20561,'-11'-51'808,"-1"1"1,1 4 0,3 6-115,4 11-285,1 3 196,1-3-348,1 10 9,0-2-120,1 11-15,0 4-87,0 2 96,1 3-112,0 1 6,1 4-12,1 3 1,1 5 44,1 16-28,0-3-17,-2 11-351,-2-4 312,-1 2 29,-3 3 16,-3 18 5,-3-12-469,-2 13 447,2-17 23,-6 15-12,4-15-5,-5 6 5,6-20 6,1-6-5,0-5 38,2-3 34,2-5 342,1-3-302,1-2-1,1-3-11,-1-1 419,2-4-385,-2-10-101,2 1 33,0-8-38,1 3-7,1-2 7,2-3 22,6-11-40,0 8-16,5-8 5,17-3-16,0 22 0,4 3-4,-6 0 1,2 4-131,10 5 0,-1 8 161,-2 12-44,-3 8 6,-14-3-7,-1 2-21,-2 1 38,-3 1-26,0 13-35,-6 5 11,-2 1 12,-10-3 5,-6-11-40,-18 8 24,1-9-2016,-12 6 1999,5-13-29,0-2 164,-2-3-460,-12 1 94,13-8-68,-7-1-178,18-6-1489,-4-9-113,9-1-2246,-1-10 4386,10-4 0,5 11 0,2-2 0</inkml:trace>
  <inkml:trace contextRef="#ctx0" brushRef="#br0" timeOffset="311230">3125 16307 12556,'2'3'6183,"0"-1"359,-2-2-6401,-7 47-18,4-32-34,-5 35-5,6-44-16,1-3 10,0 0 796,1-2-779,1-6 34,2-4-68,1-3 6,1-1-11,-2 3-11,0-2-11,0 0-6,-1-1 11,2-4-22,-2 5 0,0-1 16,0 8-5,-2 2-22,0 1-1,-5 7 7,1 0-7,-3 7 12,-4 3-11,3-3-1,-3 4-5,6-6-11,0-1 17,3-2-12,0 0 6,2-3-11,0-1-6,0-1 23,0-1 5,3 0 6,2-1-17,1-1 16,2-2 1,0 1 11,0-4 28,1-1-17,-4 2-5,2-4-51,-4 3-235,-1-1-353,-1 3-924,-1 2-1143,0 2 1,0 0-1</inkml:trace>
  <inkml:trace contextRef="#ctx0" brushRef="#br0" timeOffset="312263">4926 16251 15868,'-29'-49'375,"0"0"0,4 4 1,9 6 403,22 13-707,7 3 963,1 10-996,2 1 867,1 2-895,2 2 2278,0 3-2261,12 2-22,-7 2 1957,20 9-1952,-17 1 931,9 7-936,3 8-23,3 5 5,-17-8 1,0 0-11,11 12 419,-8 0-454,-14 1 7,-10 3 50,-10 10 56,-16-6 6,-12-8-6,3-13 0,1-9 146,1-8-96,7-3 23,-3-3 101,5-6-51,5-4-101,1-1-11,8 1 17,4 1-78,2 3 0,2-1 33,2 5-45,2 2 1,9 0-18,6 2 34,12 4-33,-2 2 22,4 5-3398,-8 1 3404,2 3-6,14 11-483,4 8 472,-19-12 0,-1 3-29,-2 0 1,-3 0 6,6 13-12,-13-4 22,-15-11-10,-9-1-79,-21 6-157,-18 0-808,13-12 1,-1-2 813,5-2 0,1-3-459,-29 3-219,19-7-415,3-2-1153,2-2-4577,7-3 6867,6 0 1,11 0 0,5 2 0</inkml:trace>
  <inkml:trace contextRef="#ctx0" brushRef="#br0" timeOffset="312670">5003 15635 18638,'-3'-2'3260,"0"1"-2503,3 1-466,-68 3-540,36 4 484,-20 3 0,-2 4-3981,10 12 3819,15-7 0,-1 3 53,-2 7 0,0 3-231,8-6 0,0 2 147,-8 9 0,2 5-428,1 7 0,5 0 411,4-9 0,3 0-8,-5 13 0,2 4 39,7 1 0,4 1-6,1 1 0,4 1-41,4-12 1,2 2-1,3-3-9,1 6 0,7-2 31,16 4 0,6-7-20,-8-22 0,3-4 9,11 8 0,4-4-4,-7-12 1,1-4 8,4 0 1,0-2-4,2-3 0,3-1 2,-1-3 1,4-2-1,-2-1-447,9-2 0,1-2 436,-7 0 0,3-1 0,-4-1 291,6-5 0,-2-2-282,0-1 1,0-2-1,-1-1 1,-2-1-3,-3-1 0,0-2-400,-5 0 0,-2-1 405,-4 1 1,-1-4 35,2-10 1,-4-3 254,-11 10 0,-3-2-280,2-9 1,-4-4-297,-12-3 1,-6 0 278,-2 10 1,-2-1-3,-4-12 0,-4 0 262,-1 15 0,-4 2-246,-1 0 1,-4 1 806,-14-10 0,-4 2-801,8 10 1,-1 2-545,-12-7 1,-4 4 548,-5 5 1,0 5-42,11 6 0,0 1-17,-14-3 0,1 3 0,15 6 0,2 3-37,0 1 1,0 1-48,1 0 0,-1 2-76,3 1 1,-2 2-594,-13 4 0,-2 2 767,10-1 0,1 2 0,4-1 0,3-1 0,-2 4 0</inkml:trace>
  <inkml:trace contextRef="#ctx0" brushRef="#br0" timeOffset="314439">12415 16162 14468,'11'-45'711,"0"0"0,-1 4 0,-2 8-303,-5 17-10,-3 3 1559,1 2-1749,0 6 1013,2 4-1109,1 14-56,1 3-17,0 8 2200,-2 13-2228,-2-7 2442,-1 14-2447,-1-10-23,-3 0-39,-2 4-258,-4 19-380,2-12 114,3-7 0,2 0-1492,5 15 380,2-4-1349,8-16 3041,10-15 0,-12-10 0,5-1 0</inkml:trace>
  <inkml:trace contextRef="#ctx0" brushRef="#br0" timeOffset="314834">12593 15975 16457,'-24'-50'1331,"1"1"1,-1-1 0,-4-11 0,-2 9-896,1 22 1,-1 7-84,-11 2-51,3 10 1,-3 3-2109,6 9 1,-1 4 1872,0-1 0,0 2 6,2 4 0,1 3 39,-12 14-6,0 4 236,2 7-258,2 6-718,16-7 0,1 1 645,7-7 1,1 0-24,-3 12 1,3 1-708,7-11 0,2-1 724,2 1 1,1 1-175,1-1 1,2 1 170,0-1 1,3 1 28,6 11 0,4 1-43,8-2 1,4 0 0,1-1 0,4-2-9,6-5 1,3-6-1,-4-9 0,1-3 3,3-1 1,3-1 176,0-3 0,4 0 0,1-2-205,3 0 0,1-2 1,3 0 16,-5-2 0,3-1 0,0 0 0,-3-2 26,6 0 0,-3-1 1,0-1-13,-2-3 1,-2-1 0,-2-1-7,1-3 1,-3-2-412,-1-1 0,-1-2 417,-4-1 0,-1-2 614,-4 0 1,-2-3-624,2-7 1,-4-5 25,-8-14 0,-5-2-109,-2 7 0,-4 0 100,-7-11 1,-7 2 10,-14-10-12,-1 14 0,-2 0 24,4 10 0,-2 1-1,-7-10 1,-3 1 113,-7 4 0,-1 3-108,8 9 1,0 2-605,-11-7 0,-1 4 593,12 10 0,1 3-5,0 1 0,-2 2-108,-12-1 1,0 2 92,12 4 1,-1 1-6,-9 0 0,1 1-25,-9 4-28,3 5 992,7 3-1277,6 6-1014,-2 13 1366,13 13 0,4-14 0,11 0 0</inkml:trace>
  <inkml:trace contextRef="#ctx0" brushRef="#br0" timeOffset="315581">14696 15730 24738,'14'-46'274,"-6"9"-123,-29 37-100,3 0-12,-8 0-5,4 1-6,-3 0 28,-15 3-33,7-1-12,-12 1-3366,-1-1 3383,13-1 6,-10 0 743,19-2-727,4 0-5,4 0 0,5 0-11,2 0-1,4 2 6,2 0 2645,1 2-2656,1 1 11,0 2-5,-1 2 11,2 1 44,-2 10-55,2-4 0,0 7 10,0-5-16,0 0 6,-1 0 0,1 2 22,-2 5-23,1-4 1,-2 4-17,0-7 11,-1-2 0,0-1 61,-2 3-61,1-6 6,-2 2-34,3-7 129,-1-1-34,2-2 28,1-1 185,1-3-218,1-6-40,0 0 0,1-6 40,6-7-62,1 3 0,7-8-11,-1 6-12,4-2 23,3 0-5,2 2-6,2 2-1,1 3-4,1 2-1,1 3 6,1 3-1,2 3-4,0 0-1,0 3-6,-1 3 1,-1 2 5,-1 5-16,-2 3 10,-1 3-16,-2 3-11,-1 3-1,-3 1-5,-1 2-11,-3 0 39,-3 1-273,-4 1 262,-4-1-6,-7 1-72,-17 8 33,-2-9-3306,-16 6 3245,2-13-40,-4-2-176,-2-4-3,-3-3-193,13-6 0,-1-2-216,-17 0-247,-14-5-417,25-6-574,3-5-1574,6-2 3557,2-7 0,14 11 0,3-2 0</inkml:trace>
  <inkml:trace contextRef="#ctx0" brushRef="#br0" timeOffset="315958">14453 15310 16266,'-45'-8'199,"-1"0"1,4 2 0,5 6 2483,0 25-2543,-1 6 860,-2 5-922,-1 7-50,20-20 0,0 2 0,-1 1 0,1 1-11,-1 2 0,1 0-3,-1 1 0,0 1-3,1 0 0,1 1-6,1 0 1,1 1 120,1 0 0,1 0-126,3 0 0,1 1-12,2 13 1,3 0 14,2-12 0,4-1-6,2 10 0,5-2-2,16 11-7,8-19 1,6-2 11,-6-8 0,3-2 796,16 7 0,2-4-796,-8-9 0,2-3 0,3 0 0,1-2-3,3-2 0,0-1 3,3-2 0,1-1 3,0-2 0,1-1-745,0 0 0,-1-2 748,0-2 0,-1-2 2,-2 0 0,0-3 9,-4-2 0,0-2 2,-4-2 1,-2-2-6,-3-1 0,-3-2-3,-3-1 1,-2-1-10,-5-2 1,-1-2 11,-5 0 0,-1-1 9,11-30-1,-7-3-17,-14 11 1,-3-1 79,-2 10 1,-2 0-84,0-11 1,-5-2-27,-7 1 1,-5 2 34,2 11 0,-2 0-3,-8-9 1,-4 1-1,4 14 1,-2 4-1,-3 0 1,-1 1-89,-2 2 1,-2 1 71,-2 2 0,-1 2-20,-2 2 0,-1 2-79,-2 2 0,-1 2-8,-2 1 1,0 2-100,-2 3 1,-1 1-280,-2 1 1,1 2-844,-2 1 0,1 2-3341,3 0 0,1 1 4677,5 0 0,4 1 0,-4 0 0,17-1 0</inkml:trace>
  <inkml:trace contextRef="#ctx0" brushRef="#br1" timeOffset="320612">7731 15967 16510,'3'-3'2582,"0"2"1630,-3 1-3921,7 10-162,-6-6 22,6 9-11,-7-8-22,-1 0 72,-4 3-38,-6 2-35,-9 2-55,-1-1-1,-2-3 23,4-3-5,0-2-1,0-1 23,1-1 140,-7-4 11,2-6-72,-2-7-46,9-11-89,9 1-17,7-3 0,6 6-11,3 0 16,5-1-10,1 4 21,12-6-16,8 7-33,14 1-391,-8 10 401,1 6-5,0 13-11,-11 1-60,8 10 66,-9 10-51,-5 9-11,-4 13 55,-13-9-27,-12-3-342,-8-10 337,-6-1 4,-6 1 1,-5 1-3,4-9 0,-1 1-3,-19 13 31,14-13 0,-1 1-824,-3-1 0,1-1 827,7-6 0,0-1 5,-7 5 0,0-2 18,-9-1 21,4-7 304,6-6-309,5-5 96,1-12-56,9-8-2564,4-5 2519,9-4-12,7 6 1131,5 2-1125,12-6 0,0 9-12,8-1-5,-5 10 12,0 4-24,14 3 12,-8 4-76,20 7 1,4 2-42,-3 0 47,1 2 0,0-1-149,-6-4-78,2 0-2329,2-2 2134,2-1-387,-14-3 0,2-1-765,1-1 0,2-1-1518,9-3 0,-1-1-334,-13 0 1,-2 0 3495,22-9 0,-39 7 0,-7 3 0</inkml:trace>
  <inkml:trace contextRef="#ctx0" brushRef="#br1" timeOffset="320985">8132 15738 2577,'-44'-23'1139,"-1"-1"0,1 1 1,3 2-1,0 0 1,3 5 211,2 6 0,2 3-998,0 0 0,-3 2 185,-16 2 0,-1 3-295,12 1 1,1 2-1,-13 1 1,-1 4 48,1 7 1,2 2-111,12-2 0,1 0-34,-11 7 1,0 2 385,5 5 0,2 4-419,3 6 0,2 2 552,1-2 1,3 4-648,11-5 1,4 3 0,3-2-10,4-3 0,3 0-4,2 5 1,0 4 0,4-4-8,3-5 0,4 0 5,1 10 1,4-2 11,18 11-17,11-6 14,-15-27 0,3-2-6,2 0 0,4-3 3,24 4 1,3-3-7,-11-5 1,2-3-195,-6-2 0,3 0 0,2-3 190,3-2 1,2-2 0,-3-1-3,11-2 1,0-1 3,-8 1 1,2-2 0,-4-1 1,6-3 1,-4-2 5,1-1 1,-1-1 10,0-2 1,-2-1-4,-1-1 1,-2-1 5,-2-1 0,-2-1-3,-3-1 1,-2-1 8,-4-1 0,-2 0 8,-4 0 0,-2-2-271,0-11 1,-4-1 331,4-18-557,-14 18 1,-4 0 529,-13-14-6,-7-1 466,-11 1-477,-7 2 0,-8 4-185,-5 5 208,-8 4 2,10 16 0,-3 1 260,10 6 1,-2 0-323,-26-3 1,0 3 521,25 7 1,0 2-554,-12-1 1,2 2-67,-15 6-107,4 3-151,4 6-302,5 3-841,7 4-8352,0 10 8960,16-9 1,5 0-1,15-15 1</inkml:trace>
  <inkml:trace contextRef="#ctx0" brushRef="#br1" timeOffset="321520">10255 15781 7669,'-39'-22'5,"7"4"2560,32 18-2425,0 0 1342,-5 0-1460,1 0 843,-2 0-825,2 1 3380,1-1-3381,-1 0 6,2 0-12,-1 0-16,2 0-970,-1 0 158,2 3-1098,0 0 1893,0 3 0,0-3 0,0 0 0</inkml:trace>
  <inkml:trace contextRef="#ctx0" brushRef="#br1" timeOffset="322502">9729 15863 12102,'28'-51'993,"0"-1"0,-5 9 1,-2 6 2030,0 5-2654,-8 13-68,-1 3-44,-1 3-46,-1 3-55,-3 3-28,-1 3 1296,-2 2-1341,-2 1 886,-1 11-892,-1-1 2972,-3 11-2983,-1 1-11,-6 3-11,-2 6-11,-5 4 5,-2 4-598,-3 3 576,-2 2 0,1 1-6,7-14 0,0 1-5,-5 15-1,-2 8 7,14-22-12,5-5 5,4-5 6,5-5 45,11-3 34,9-9 16,15-12-50,-4-5 0,3-11 84,8-12-2872,-10 6 2774,-13 9 0,1-1 22,1-2 1,-1 0-1677,12-14 1637,-13 13 0,0-1-90,-2 0 1,-1 0 182,19-23-56,-1 1 10,-10 12 91,-11 13-79,-8 11-23,-1 0 35,-7 12-46,-7 10 2430,-6 13-2452,-2 4 2112,-4 8-2123,3-6-6,-1 4 6,-5 18-23,4-9 18,-4 13-7,8-15 1,2-1-1,2 1 470,4-2-509,2 15 6,7-16-11,6 7-84,19-12 56,-2-11-23,14 1-190,11-13-452,10-12 457,-22-4 1,1-4-1410,-8 1 0,-2-3 1468,-1-4 0,-3 0-614,10-12 284,-14 5 0,-2-2-154,10-14-132,-9 2 0,-3-2 42,0-10 468,-9 17 0,-2-2-90,-3-2 0,-2 2 188,1-21 154,-3 19 0,-1-1 53,-2 1 1,-2 1 94,-2-20-14,0 19 1,-2 1 103,-7-14 73,-2 2-1981,-4 0 2132,-4 4 31,4 15 0,-3 1-1035,-15-12 774,12 15 1,-3 2 737,-6 4 1,-2 3-592,-23-5-161,19 9 0,-4 2 110,-5 5 0,-3 4-185,-6 4 0,-3 4 78,9 1 0,-3 2 0,3 1-88,7 0 1,3 1-1,0 1-11,0 2 1,1 2-1,1 2 26,-1 4 1,0 3-1,3 0-233,-7 6 1,1 2 176,7-5 1,-1 3-1,2 1-139,3 2 0,3 2 0,0 1 133,2 2 1,1 2 0,1 2-207,4-4 0,-1 2 1,2 1-1,2-2 190,0 4 0,3-2 0,2 0-3,-3 18 1,7-1 346,10-5 0,6-4-347,1-13 0,4-1-3,4 10 1,8-4 2,16-6 1,7-7-10,-7-6 1,2-3 270,-3-4 1,3 0-1,2-2-276,6-3 0,4-3 1,1-2 10,4-1 1,2-1-1,3-2-3,-4-1 1,3-1 0,1-1 0,-4-1 8,-8-1 0,-2-1 0,-1-1 0,-1-1 7,15-2 0,-2-2 1,0-3 7,-3-2 0,0-3 0,-2-3-9,-2 0 1,-2-4-1,1-2 18,4-4 0,1-4 1,-6-3 16,-10-2 0,-4-3 0,-6 0-5,1-8 1,-9-2-15,-7-1 1,-8 1-418,-5 13 0,-3 2 400,-2-2 1,-2 0-17,-8-15 0,-5-1 123,-8 0 0,-7 1-178,1 11 1,-3 0 0,-2 3-42,4 7 1,-1 3 0,-2 3-169,-3 1 1,-3 3 0,2 3-939,-12 0 0,1 4-3405,2 2 0,1 1 4664,3 3 1,4 2 0,-5-1 0,20 5 0</inkml:trace>
  <inkml:trace contextRef="#ctx0" brushRef="#br1" timeOffset="331362">2374 17544 18972,'-8'-41'160,"0"0"1,2 4 0,-1 9 2412,0 22-2421,-3 1 1003,1 3-1143,-2 1-1984,0 4 1983,-1 4 1552,-2 4-1535,-3 5-17,-2 4 6,-1 4 11,-3 2-39,-9 17-818,7-10 824,-4 12 5,11-16-11,5 0-6,2-2 11,5-2 6,3-2-22,7 6-57,3-8-21,8 4-46,3-9-39,4-1-50,4-1 2891,4-2-3770,21 4-1161,6-6-535,2 0-724,-4-7 3534,-13-3 0,-19-1 0,-3 0 0</inkml:trace>
  <inkml:trace contextRef="#ctx0" brushRef="#br1" timeOffset="331737">3025 17545 24470,'-33'20'72,"1"-1"1,1-1 0,8-2 614,16-2-643,1-1 208,4-2-218,1 2 115,2-6-87,2 1 362,2-5-312,1-1 6,0-1-6,3-1 11,1-2 6,2-2 16,1-3 40,-1-2-39,0-1 10,-1 0-27,-2-2 0,-3 1 0,-1 0 128,-3-4-178,0 5-6,-2-2-34,-3 5-22,0 1 16,-3 2-5,1 0-5,-1 2-18,1 1-22,-2 0-33,1 1-34,-1 2-112,0 2-218,-1 3-482,0 3-1283,0 1 1331,-1 5 0,4-8 0,0 0 0</inkml:trace>
  <inkml:trace contextRef="#ctx0" brushRef="#br0" timeOffset="338142">4820 17548 14678,'-2'-5'3848,"1"1"-123,1 4-3467,3-60 117,4 37-325,-4-11 1,2 3 33,8 19-34,-1 7-22,2 0 12,2 3-12,1 0 5,1 2-3391,2 0 3369,2 4-11,1 1-11,11 8 16,-8 0-33,7 4 6,-12-3-17,-3 0 0,-3 0 5,-1 0-5,-4 1 22,-3 0 0,-4 8 28,-4-5-5,-5 4 89,-21 2 3370,6-9-3308,-23 6-62,21-15 17,-6-2 45,11-3 0,2-3 11,2-2 5,2-2 6,3-2 6,2 0-6,3-1-33,1 0-34,3 1 67,1-3-134,2 5-11,7-3-29,0 6 6,7 0 6,-3 3-11,3 1-12,2 2 1,2 2 10,1 2-5,3 2 0,0 1 0,3 2-5,10 7 5,-8-4-1740,7 7 1729,-12-7-11,-1 1 16,-1 1-183,-3-1 189,-6 0-50,-4 5-1,-11-4 6,-8 3-33,-11-6-17,-6 0-810,-7-1 653,-2 0-34,-4-1-94,-1-2-52,-2-3-49,2-2-539,-15-2 393,16-3-169,-7-4-632,21-3-1395,2-3 2823,2-5 0,10 6 0,2 1 0</inkml:trace>
  <inkml:trace contextRef="#ctx0" brushRef="#br0" timeOffset="338567">4791 17166 11293,'-54'3'847,"0"1"0,9-2 1,5 4 2101,0 16-2277,0 16-392,9-3 434,11-10 1,0 2-547,-7 18 419,-1 3-525,1 3-29,3 2-19,10-14 0,2 1-14,-2 21-17,7-21 1,2-2-35,5 16 23,8-5-22,5-2-3,3-18 0,3-1-26,16 12 34,-9-16 1,2-2-497,23 3 440,-4-12 0,4-3 59,-8-3 0,1-1-340,19 0 0,1-2 362,-11-4 0,0-2-587,3-1 1,2-1 600,2-2 1,1-1 10,0 0 1,4-3 31,-8 1 1,5-2-1,-1-1 17,-2-2 0,-1 0 1,2-2-22,-9 1 1,1-1-1,-1-1 1,-3 1-12,0-2 1,-4 0-1,-2-1 26,8-9 0,-8-1 19,-2-12 17,-14-3 17,-12-1-23,-8-2 28,-10-1-10,-7-2-18,-5 16 0,-5 0 14,-5-1 1,-6 2 5,-13-7 0,-4 2-48,7 10 1,-2 5 30,-4 3 1,0 4-46,11 8 1,1 3 2,-3 1 1,-1 1-24,0 2 1,0 1-6,-1 2 1,-1 2-18,1 0 0,0 2 6,1 2 0,-1 1-84,-11 4 0,-1 2-8,16-4 0,0 1-82,-8 3 0,2-1-341,-4 6-2173,-1 7-1166,19-7 3788,1 7 0,22-20 1,4-2-1</inkml:trace>
  <inkml:trace contextRef="#ctx0" brushRef="#br0" timeOffset="339331">7687 17240 15081,'0'3'4011,"0"-1"352,0-2-4060,-1 7-152,0-2-17,0 5-10,1-4-1,-1 1-6,-2 0-5,-1 0 45,-9 3-45,-7 0-22,-12 1-62,2-3 17,-3-3-3404,8-1 3415,-1-3 0,-13 0 56,0-3-11,2-2 12,7-4 66,11-10-101,7 1 1,-1-8-7,9 3 1,2-1-2302,3 0 2263,3 1 2284,9-6-2318,8 6 0,11-1 12,-3 13-40,2 6-17,6 11 45,-7 0 11,11 10-22,1 9-12,1 10 23,-18-12 0,-2 2-22,9 17 5,-14-2-120,-17 2 65,-19 3 38,0-14 0,-3 0-1086,-1-6 1,-1-2 1116,-4 2 0,-1-2-3,-17 10-285,-2-2 294,14-13 0,-2 0 14,-16 3-6,19-8 0,1-3 6,-7-4 49,4-3-44,6-7 6,4-3 39,3-12-1261,12 3 1205,1-6 1316,22-2-1316,1 5 17,14-3 6,-3 9 2117,4 2-2128,1 2-12,3 3-5,19 3-15,-16 5 1,2 1-4,-7-2 1,1 2 1315,14 3 1,0 3-1387,-15-2 1,-1 0-101,9 2 0,1 1-182,0 0 0,-1 0-535,-1-1 0,-1-1-737,22 2 1094,-17-10 0,-3-2 0,-13-1 0,18-4 0</inkml:trace>
  <inkml:trace contextRef="#ctx0" brushRef="#br0" timeOffset="339708">8190 17038 12313,'-44'-35'804,"0"-1"0,0 0 0,2 3 1,1 2-1,2 7-653,5 9 1,0 6-510,-2-1 0,-2 3 574,0 1 0,-3 2 302,-20 2 0,-1 3-264,14 2 1,-1 1-110,8 0 1,-1 0 0,-1 4 74,2 2 1,-1 3-1,2 2-798,-1 2 1,0 1 0,1 1 623,-1 0 1,1 1 0,2 1 0,-12 10 1,4 4 244,8 5 1,5 3-290,3 4 0,3 3-17,8-9 1,1 3 0,4 0-2,3-2 0,4 0 1,6 1-13,10 5 1,7-1 0,1-3 12,3 3 0,5-5-315,16 6 1,6-8 305,-13-20 1,3-5-4,2 0 0,4-2 0,2 0-2,5-1 0,1-2 0,4-1 4,-4-1 0,2 0 0,2-2 1,1 0 7,1-2 1,1-1-1,0-1 1,0-1 30,2-2 1,-1-2-1,1-1 1,-1-1-251,-2-1 1,1-2 0,-2 0 0,-2-1 254,3-2 1,-2-1 0,-3-1-3,-7 0 1,-1-1 0,-4-2 771,3-10 0,-5-4-670,-9-2 1,-4-3-60,-2 1 1,-4-2-14,-9 2 0,-6-2 47,-11-3 0,-4 2-81,-8-23 25,2 21 0,-3 1 3,1 11 0,-1 2-11,-2 1 0,-2 0 11,-3 1 0,-1 1-246,-2 2 0,-1 1 240,-3 2 1,0 1-18,-1 1 1,-3 2 732,-17-2 0,-4 2-808,-1 3 0,-1 1-393,0 0 1,1 2 328,6 3 0,3 2-356,-12 3-605,8 2 1224,-7 8 0,34-5 1,-5 3-1</inkml:trace>
  <inkml:trace contextRef="#ctx0" brushRef="#br0" timeOffset="345868">8055 15173 15815,'-14'-44'1086,"0"0"1,1 4 0,3 7 369,5 16-727,3 6-337,0 0-62,2 7-167,0 2 38,0 1-72,7 8 51,-2-1-102,6 8 0,-3 0 1,-2 1-12,0 2 0,-1 1 68,-1 10-3477,-1-6 3387,-1 7-310,-1-2 299,0-8 5,0 6 23,-1-5-23,1-5-6,0 3 12,1-7 3211,1-2-3211,0 1 501,1-3-417,5 4-62,-3-3 6,5 3 95,4 0-67,-3-4-6,6 3 0,-5-6-5,3 0 5,2-1 0,2-2-3403,3 0 3381,2-3-2280,3-2 2263,3-2-118,3-3 79,3 0 5,3-1-376,2-1 387,1 1-10,4-1-9,-13 4 0,1-1-3,20-3-3,-20 3 1,2 1 13,-1 1 1,0 0-1,1 0 0,2-1-5,10 0 0,1-1 0,-11 3 0,-2-1-6,1 1 0,-3-1 17,18-1 1,-1-2-7,-14 3 0,0 0-16,20-4-1,-20 4 1,1 0-1,0 0 1,-1 0 11,20-2-12,-19 3 1,0 1 6,11-2-7,1 2 6,-3 1 6,-3 0 1727,16 0-1744,0 0 25,-26 1 1,0-1-4,24-3 17,-14-1-16,-15 0 10,-8 0 12,-5-3-11,-4 2 2895,3-5-2896,-4 3 177,-1 0-170,0 0 785,0-1-674,5-12 419,-7 8-435,4-16-63,-11 17-10,0-6 56,-2 0-68,0 4 0,0-5-5,0 6 11,-1 1-11,1 0 11,0 2-17,0 1-16,0 1-7,0 2-4,0 0-1,0 1-39,0 3-56,0 1-308,0 2-79,0 5-532,0 2-1382,0 5 2385,0 2 0,0-5 0,0-1 0</inkml:trace>
  <inkml:trace contextRef="#ctx0" brushRef="#br0" timeOffset="347660">5180 12682 13170,'0'-48'1473,"0"0"0,0 1 0,-1 7-95,-1 13-868,-1 4-135,1 11 75,1 6-327,1 4 0,1 12-67,1 1 90,2 22-90,0-9-28,-1 12 39,0 11-50,-1-8 28,-1 14-23,2 7-226,2 2 221,0-23 0,2 0 5,5 19 0,4-10 40,4-9-12,-3-13 12,7 3 207,6-10-118,-3-8-5,12 0-6,-7-9 96,23-2-731,-10-3 568,18-2-23,-17-2 6,5-1-11,1-1 5,-12 2 1,1 1-32,-8 1 1,-1-1-15,11-1 1,3-1 11,3 0 0,2-2-559,7 1 0,4-2 538,-11 3 0,4-1 0,0 1-387,3 0 0,1-1 0,-3 2 387,-8 0 0,-3 1 1,0 1 1,-1-1 0,-1 1 0,0 0-4,20-2 1,0 0-781,-20 3 0,1-1 1,-1 1 781,0 0 0,0-1 0,-2 1-10,15-1 0,-2 0-93,-4 0 1,-3 0 103,-11 1 1,0 0 7,9-1 1,0-1-3,-3 1 0,0-2-1,1 1 1,1-2 2,10-1 1,0-1 11,-3-1 0,-2 1-12,-12 1 1,-3 0 0,25-8-1086,-27 4 1074,-5 0 790,1-8-717,-8 4 219,7-23 1621,-17 17-1795,2-15-11,-10 14 664,-1-3-581,-5-15-94,0 8 5,-3-11 163,-2 0-1321,3 3 1175,-2 3 184,5 11-228,1 12-259,0 7-615,-2 3 1482,0 15 1,1-5 0,0 8 0</inkml:trace>
  <inkml:trace contextRef="#ctx0" brushRef="#br1" timeOffset="361884">9971 17352 18235,'13'-58'1661,"0"1"1,-1 5 0,-3 10-1124,-7 21-101,-2 4-62,-3 5-95,1 4-67,-3 3-68,0 2-38,0 4 11,-1 3-34,1 6 0,-2 4-11,1 7-17,-1 2-6,0 7-11,-5 20-33,-1 9-3437,0 2 3358,0-3-73,6-17-1504,3-3 1,1 0 865,2 10 193,1-10 0,2-3-2153,5 1-152,4-6 2896,15 8 0,-15-22 0,8 4 0</inkml:trace>
  <inkml:trace contextRef="#ctx0" brushRef="#br1" timeOffset="362283">10222 16965 16066,'-56'-22'1034,"0"0"0,4 2 1,4 6-346,1 14-118,-2 6-694,-1 4 543,-1 8-955,-3 5 795,14-2 1,-1 3-172,10-5 1,0 1-20,-10 8 0,1 2-17,12-6 1,2 1-12,0 1 0,2 1-23,0 2 1,1 1-1,2 0 1,1 1-9,2 0 1,2 1-7,1-1 1,2 1-1,2-1 1,2 0-28,-4 30 16,10-20 0,4 0-5,6 19-9,0-23 1,3-2-54,17 8 6,10-6 5,9-6 40,-19-17 0,4-1-60,22 1 1,3-3 36,-11-3 1,3-1-241,-7-2 0,3 0 0,1-3 242,4-2 0,1-2 1,-2 0 0,10-2 0,-1-2 21,-7 1 0,2-1 1,-3-1 0,4-2 1,-3-2 10,1-1 1,-1 0 11,-1-1 0,0-2-1,-4 1 1,1-3 33,9-9 1,-1-2-1176,-17 7 1,-2-1 1169,7-6 0,-4-3 41,-16-1 1,-5-1 75,-6-4 1,-4-1-90,-2 0 0,-3 0 106,-6 1 0,-6 0-87,-8-1 1,-5 2 13,-3-1 1,-5 1-1,-11-7 0,-4 3 99,-3 7 0,-2 5-185,-3 7 0,1 4-23,11 7 0,2 2-22,3 5 0,2 2-79,-10 5-44,1 5-113,3 4 2394,3 5-11950,-6 10 9021,17-9 0,3 0 0,18-13 0</inkml:trace>
  <inkml:trace contextRef="#ctx0" brushRef="#br1" timeOffset="363009">12285 17253 16913,'3'-9'3624,"-1"2"-2750,-2 7-140,24-65-544,-14 37 59,5-12 1,0 1 158,-6 15-49,-1 3 94,-1 4 12,3-1-336,-4 8-39,0 2 151,-4 10-157,-2 4-11,1 7 28,-6 16-56,0-2 6,-6 14-3203,-1-4 3180,-2 3-9,3-8 1,0 1-471,-6 17 445,6-18 1,1 1-1,-3 26 0,7-2-5,6-5 0,8-11 39,14-16 3157,-2-11-3005,29-5 21,-10-20 23,19-14-106,-19-4 702,-4-5-613,-5-6-44,-1-3-23,2-11-34,-7 6-61,-10 15 28,-5 11 44,-6 13-66,-2 6-23,-5 12-17,-6 13-17,-6 16-5,0-3 0,0 2-12,6-9-21,1 0-3404,3 1 3380,2 1-144,4 13-489,11 6 278,-1-18 0,2 0-177,14 15-111,8-6-207,-3-19-365,3-5-4206,19-6 140,-11-4 5349,17-8 0,-37 1 0,-1-3 0</inkml:trace>
  <inkml:trace contextRef="#ctx0" brushRef="#br1" timeOffset="363361">13156 17075 5501,'-28'-47'1456,"0"-1"0,2 5 0,-1 4-353,-2 11 0,0 4-615,-20-12-132,9 18 0,-7 0 0,4 4-158,5 4 1,-1 2-78,-2 0 1,-4 0 0,4 3 451,2 5 1,3 2-432,-2 1 1,0 1-6,0 3 1,1 1-40,1 1 0,-1 3 42,-13 10 0,0 3-84,13-5 0,1 2 2,-9 8 1,1 4 8,7 6 1,5 5 312,2 7 1,4 2-376,-1-1 1,4 1 608,6-1 0,5 1-639,7 0 0,4-2 11,1-14 0,3 1 3,2 9 0,4 0-15,12-6 1,6-3-45,10-2 0,6-3-169,-3-6 1,4-1 0,3-4 193,8-3 0,3-3 1,0-3 31,-7-3 0,-1-2 0,0-2 14,1-1 1,1-2 0,-1-2 24,1-5 0,0-2 1,0-3-134,-1 0 0,0-3 0,1-2 163,8-5 0,1-2 0,-3-4-2,-7-1 0,-3-2 1,-4-6 58,-4-7 1,-4-4 0,-4 0-69,-1-1 0,-6-3 3,-11 3 1,-3-4-1,-6 6-28,-6 10 0,-4 2 5,-1-10 0,-4 1-481,-11 4 0,-3 4 490,-18-14-26,12 18 1,-3 2 240,-23-1-291,26 15 0,-2 1-59,-1 1 1,-1 2-113,-1 0 0,-3 2-2028,-18 0 1,-2 2-1915,18 1 0,0 1 4155,-12 0 0,5 1 0,14 1 0,14 0 0</inkml:trace>
  <inkml:trace contextRef="#ctx0" brushRef="#br1" timeOffset="365136">10548 16685 20037,'-7'-41'545,"0"1"1,0 4-1,3 8-270,5 21-174,1 5 542,2 3-547,1 3-29,0 4 240,3 10-234,-2-1-853,2 7 830,-3-2 228,0 0-244,1 1 16,-2 2-11,6 10-22,-2-9 0,3 7 0,8-6-12,-3-7 6,9 1 992,-5-9-947,3-3 39,16-1-11,8-3-28,1-2 0,1-2 45,4-4-2016,7-3 1949,1 0-6,0-2 2,-30 5 1,3-1 19,15-1 0,2 1-300,-10 0 0,1 1 270,21-1 0,-3 0-4,-2 3-8,-20 0 1,-1 0 2,12 1 1,-2 0-1,-1 0 11,-2 0-16,15 0 5,-1 0-5,-4 0-6,-9-1 39,-12-1 95,-5-4-27,-3-1 1904,-9-3-1680,-6-6-169,-4 1-39,3-6-3183,-3 4 3156,1-1-24,1-1 427,2 1-449,-1 1-5,-1 2 0,0 1-12,-1 2 12,1 0-45,-3 4-34,2-1-55,-3 5-163,0 0-1698,3 1-1853,-1 2-5741,1 0 9544,-4 1 0,-1 0 0,-1 0 0</inkml:trace>
  <inkml:trace contextRef="#ctx0" brushRef="#br0" timeOffset="370454">14739 17123 20599,'4'-15'1092,"0"2"-824,-5 13-9,0 0-46,-1 0-29,-1 0-4,-2 0-35,-1 0 152,-9 2-174,1 0-5,-8 1-34,2 0 95,-38 2-151,18-2-135,5-1 0,1 0 135,-7 1 22,-1-2 1,4 0-1,1 0 62,-5-1-34,15 0 34,-2 0 28,18 0-28,4 0 17,4-1-34,2 0 332,1 1-393,3-1 28,3 1-51,1 3 11,0 2 1,-1 3 27,-2 2-16,1 2 5,-1 3-6,-1 1-27,-1 2 44,0 12-16,-2 4-6,-2-1-6,-1-1 7,-2-12-1,-2 1-6,-1-2 12,-1 0 5,0-1 28,-1 0 29,-4 7 10,-2-2-28,2-1 12,1-7 16,6-8 6,2-2 56,2-3-5,1-1 122,1 0-184,1-4-6,0-1 85,3-11-102,5-5-5,7-8-51,1 4 6,2 3-22,-2 8 5,0 2 28,11-2-33,5 3-3387,0 2 3392,0 4-1253,-10 4 1242,1 3-297,-2 1 297,1 2-1764,-1 4 1786,1 0 1146,-3 2-1191,0 3 1047,2 8-1024,-6-3 319,-1 5-347,-10-5 0,-3-1 3043,-6-1-3043,-3 3-2300,-8-1 2249,-4 2-1826,-5-1 1838,-4 0-173,-17 6 83,9-8-83,-12 2-102,15-11 2331,2-4-2622,2-3-252,2-2-1112,3-4-439,3-3-4186,5-6-2193,4-1 8815,5-3 0,4 8 0,2 3 0</inkml:trace>
  <inkml:trace contextRef="#ctx0" brushRef="#br0" timeOffset="370820">14498 16855 15916,'0'-4'4845,"0"1"-1775,0 3-2790,-70-13-1671,13 25 1595,-4-8 1,-3 6-501,14 15 1,4 5 354,6-5 0,0 4 27,0 6 0,-2 6 0,6-2-58,5-6 0,3 3-6,1 4 0,-4 7 1,2 0-1,6-5-14,4 0 1,3-2 6,0 2 0,0 4 0,5-5-4,5-7 0,4-2-14,0 0 1,2 0-4,9 29-11,8-5 0,12-5 17,10-4 11,-1-18 1,8-2 4,10-3 1,5-3-705,-20-7 1,0 0 0,2-2 688,2-3 1,0-1 0,2-3 16,3-2 1,2-2 0,-3-1-923,10-1 1,-1-2 901,-8 0 0,3 0 0,-4-3-469,1-2 1,-1-4 486,-6-2 1,2-2 0,-4-1 77,4-3 1,-1-2-84,11-7 1,-6-4 487,-20 7 1,-5-1-478,-3-2 1,-2-1 5,-4-2 0,-4-3 28,-2-18 0,-6-5-26,-7 15 0,-3-2 0,-1 1-19,1-2 0,-2 1 0,-2 0-2,-3 0 1,-4 1-1,-2 2 6,-5 1 0,-2 2 0,-4 2 205,-3 2 0,-4 2 0,0 0-252,0 1 0,0 0 0,-1 4-62,-1 5 1,-2 3 0,-1 3-1130,-4 4 0,-1 4 1,0 1 1044,5 2 1,0 0 0,2 1 0,-16-1-1,5 0 1,-10 4 0</inkml:trace>
  <inkml:trace contextRef="#ctx0" brushRef="#br0" timeOffset="374097">17228 3423 9867,'0'-6'3747,"0"2"2924,0 4-6458,-5-59-565,4 44 403,-5-44-3976,6 60 4020,0 2 890,0 2-873,0 3 12,0 3-12,0 2 257,0 12-201,0 7-106,0 2-18,0 2-10,0-10 0,0 3-12,0 2 12,0 18-23,-1-11 3043,0 15-3042,-1-14 4,1 1 18,0 2-23,0 2 6,1-10 0,-1 1-12,0 19-436,0-16 0,1-1 448,-2 17 0,1 3-23,-1 2 34,-1 4-11,2-32 0,-2 1 19,0 17 1,-1 0-705,0-11 0,0 0 676,0 12 1,-1 0 5,0-14 0,1-2 0,0 2 0,0 1-6,-1-1 1,1 1-4,-1 1 1,1 1 11,0 0 0,-1 1-9,1 0 0,0 0-689,0 1 1,0 1 694,0-1 0,1 2 2,-2 17 1,1 1-3,1-13 0,1-1 6,-1 15 0,0-1-4,2-18 1,0 1 3,1-3 1,-1 4 0,0-3-10,1 7 0,0 3 2,-1 4 0,1 6 0,0-5-754,0-5 0,0 0 746,0-7 1,1 2 0,-1-2-6,1 3 0,0-2-633,0 2 0,1 0 633,0 0 0,-1 0-6,1 1 1,0 0 45,0 0 1,0 1-44,-1 1 1,0-1-27,1 1 1,0 0 28,0-1 0,-1 1 3,1-1 0,0 1-3,0-1 0,0 1 2,0-2 1,0 3 0,0-3 1,0 3 0,0-3-4,1 10 0,-1 0-105,0-9 1,-1 3 0,1-3 107,0 6 0,-1-4 11,1 1 0,-1 2 123,0-4 0,-1 2 1,1-1-122,0 9 1,-1-1-15,1-8 0,-1 1 0,0 1-2,-1 0 0,0 0 0,0-3-402,0 11 1,0-1 406,0-9 1,-1 3-1,1-4-5,-2 4 0,1-1-150,0-3 1,0 4-1,0-4 147,-1 9 1,0 2 106,1-13 0,-1 6 0,1-1 1,-1-5-103,0 12 1,0-1-3,1-8 0,0 2 0,-1-3 5,1 3 1,0-1-3,0-1 0,0 3 2,1-4 1,-1 3 0,0-2-4,0 9 1,0-1 2,0-8 1,0 3 0,1-4-3,-1 4 0,0-2-6,0 1 0,0-1 0,1 0 1,-1 1 2,0-4 0,0 3 0,1 1 7,-2 2 0,1 1 1,0 0 0,0 0 0,0-1 1,-1 1-9,1-4 0,-1 1 0,1-4 0,-1 3 0,0 0-4,-1-3 0,1 3 0,-1-2 4,-1 8 0,1 1 2,0-9 0,0 2 0,0-3 6,-1 5 1,1-3 378,-1 0 0,1 1-382,0-2 1,0 0-1,-1 0 1,1-1 2,0 0 1,0-1 58,0 1 0,0 0-65,1-1 1,-1 0 5,0 1 1,0 0-4,0-1 1,1 0-1,-1 0 1,0 1 16,0-2 1,0-1-4,0 1 1,0-1 5,0 0 1,0 0-4,1-1 0,-1 1-8,1-1 0,0 0-3,0 0 1,0 0-4,0 0 1,0 0-1,-1 0 0,1-1-5,0 1 0,0-1 2,0-2 1,-1 2 8,0 18 0,-1-1-187,2-16 1,-1 2 177,0-3 1,0 6 0,-1 1-1,1-6-2,0 4 0,-1 0 259,1 1 0,-1 3 1,0-5-258,1-8 1,0-2-452,-1 17 1,0-1 447,0-14 1,1 1 2,0 3 1,-1 3 0,1-4-116,-1-4 1,1-1 120,-1 12 1,0-1 545,1-15 0,0 0-538,0 15 1,-1 0-12,1-12 1,1 1 7,-2 11 1,1 0-3,1-16 0,0-1 3,0 0 0,0 0 17,-2 30-1,0-2 12,0 0-23,1-1 6,-1-1-6,2-16 1,1 0-4,0-11 1,0 0 14,-1 11-1,1-2 18,-1 15-393,2-16 0,0 0 376,-1 21 16,2-11 1,-1-1 5,0 6-42,1-19 0,0-1 381,-1 10-350,1 1-17,-1-2 17,0 0-23,-1 0 1,1 1 16,-1-1-11,0 0-11,-1 0-12,1 0 1,-1 0 311,0-1-300,1 0-1,0-1 861,-1 1-871,2 0 5,-1-2 6,0-1 5,2-2-39,-1 0-879,0-2 924,0 1-918,0 0 929,1 1 44,-1 0-50,0 0 18,-1 2 16,0-2-45,-1 2 1370,1-1-1398,-1-1-16,0-1 55,-1 16-33,1 3 533,0-19 1,1-1-534,0 19-5,0-5-29,2-19 23,-1-1 11,1-2 5,0-3 971,0 8-1004,0-9-6,0 6 3200,-1-1-3189,0-7 7,-2 5-12,-1-8 28,0-2 198,-5 7-214,2-7-7,-3 5 1,3-7-6,0-2 473,0 5-608,3-6-122,0 2-158,3-6-413,1-4-842,1 0-2217,2-3 3915,3-1 0,-3 0 0,-2 1 0</inkml:trace>
  <inkml:trace contextRef="#ctx0" brushRef="#br0" timeOffset="469227">17896 4067 16112,'0'-7'2173,"0"1"-1282,0 6 3024,0 0-3769,-29-50-45,17 37-12,-22-36 7,24 48 72,-8 6-68,-3 4-60,-1 2-18,2 3 0,7-4-22,1 1 12,3 1-7,0 1 1,3-1 5,1 0-5,2 5 16,3 2 0,8 5-16,8 2 5,10 0 0,6-1-3403,-3-5 3392,-1-2-69,1 0 80,1 0-5,-2-1 0,-6-3-1,-12-6 29,-5-1 16,-3 0 12,-3-2 22,-6 1-23,-5 1 3387,-20 2-3370,-13-1-44,-4 1-1542,-4-5 1541,14-2-5,0-1 6,3-1-1,3-3-21,5-2-52,5-4-520,4-7-145,10 0-527,2-6-5541,19-2-1678,-3 6 8451,10-2 0,-11 13 0,-3 3 0</inkml:trace>
  <inkml:trace contextRef="#ctx0" brushRef="#br0" timeOffset="469484">18159 3843 21741,'0'-6'2280,"0"1"-555,0 5-1349,8-62 178,0 33-375,0-9 0,0 2-83,3 19-46,1 7-39,-6 7-11,3 5 11,-2 5 1,0 7-7,1 5 1,0 7-6,0 5 0,-1 6-6,0 4-287,-4-8 1,-1 3 292,-1 4 0,1 2-1439,-2 15 0,1 1 1254,-1-11 0,0 0-504,0 14 0,1 1-2928,4-3 1,2-1 3616,-3-7 0,1-3 0,1-6 0,0-6 0,0-14 0</inkml:trace>
  <inkml:trace contextRef="#ctx0" brushRef="#br0" timeOffset="470503">18339 4316 15956,'-4'-7'4911,"1"2"-3835,3 5 1360,0 0-2128,-58-62-2318,40 44 2083,-14-17 0,2 5 11,24 27 424,3 1-542,1 1-22,1 0 62,13 5-12,-1 0 17,12 4-5,-2-2 1720,4-1-1720,3 0-12,1-1 6,2 0-11,1-3 33,0-1-3425,0 0 3403,-1-1-11,-1-1-28,-3-2 39,-2-2 28,1-3-6,-8 1-11,-1-2 23,-10 3-6,-5 0 6,0 1 16,-2-1 3392,-1 3-3397,-2-2 29,-1 3-13,-3 0 23,-1 0 23,-1 1 5,0 0 128,-6 1-144,3 1-29,-4 0-11,7 2-28,0 0-17,2 2-11,-1 4 11,4-1 17,1 5-22,3-4-6,2 4 5,4-4 7,2 0-1,3-1 0,2 0 0,3-2-33,1-1 22,11-2 5,-5-1 23,6-3-11,-9-2 22,-2-2 1,-1-4 10,-1 0 6,-3-3-11,-1-1 72,-1-7-72,-5 4 11,-1-4 0,-4 7 6,-2 2-17,-2 0-6,-1 1 6,-4 2-29,-1 2 24,-1 2-1,-1 2-11,0 1-11,-2 1 11,0 1 0,-2 3 44,-7 6-55,5 1-11,-5 6-6,7-1 0,1 2 5,1 2 1,2 3-6,3 0 0,3 1-6,3 0-5,2 1-11,5 0-29,3-1-5,7-1-56,4-1-56,4-1-319,20 4 174,-6-8-7,14 1 1,-11-10-342,21-3-273,-14-5 710,13-4-945,-22-4 1136,-4-3 33,-5-3 89,1-11 124,-12-5-67,-2-2 33,-10 2 28,-5 9 11,-1 0 29,0 2 5,-2 3-5,0 0-12,-2 3-11,0 2-22,1 3 543,-1 1-622,1 4 1061,0 1-1151,1 1-21,0 2-1,1 1-17,-1 3 17,0 4-11,-1 14-5,0 0 10,-2 12 1,2-5 0,0 3-3382,-1 2 3371,1 2-927,-1 1 921,0 0-628,2 1 639,0-2-345,2-1 350,1-3-10,2-4 5,1-4 0,1-4 11,-1-5 6,0-4 39,-1-5 2451,-1-3-2440,-2-2 1160,0-5-1205,0-2 1038,0-6-1043,0-3 0,-1-4 0,-1-4-1,0-5-4,0-4-2739,0-6 2749,1-3-11,0-4-320,0-3 315,1 0-1,1 0-900,2 1 900,1 3 12,4 3-6,1 3-5,3 4-17,2 3 22,1 5-16,2 4-1,1 4-5,2 5 2753,-2 4-2753,2 5-6,0 1 6,0 6-6,1 3 12,-1 6 5,1 4-12,-2 6 413,6 13-424,-4 10 29,-2-1-6,-10 13-6,-11-23 12,-5 7 1412,-7-14-1429,-18 6-84,-9-4-39,-2-3-72,-1-9-163,14-11-214,3-3-274,4-2-706,6-4-3747,4-4-3892,6-3 9202,4-1 0,2 6 0,1 1 0</inkml:trace>
  <inkml:trace contextRef="#ctx0" brushRef="#br0" timeOffset="470746">19768 4143 26586,'15'-31'-288,"-1"0"0,15-18-1001,19 46-257,-10 2-2671,12 0 4217,-12 1 0,-19 0 0,-1 0 0</inkml:trace>
  <inkml:trace contextRef="#ctx0" brushRef="#br0" timeOffset="471230">20263 3925 18856,'-15'-43'155,"1"1"0,0 3 0,8 7 88,14 19-187,4 1 1518,9-2-1557,-3 4-6,7 0 977,6 5-988,-7 3 1900,10 0-1906,4 13 12,-8-1-17,11 11 11,-2 12 0,-1 5 983,-16-12 0,-1 0-988,7 15-7,-10-4 12,-13-14 0,-2 0 0,-7-3-11,-4 0 11,-17 4 11,2-6 1,-10 1-3282,6-9 3270,1-2 248,-13-3-153,2-5-17,2-3 6,6-5 6,14-2 44,-1-7-78,6 4 56,0-9-67,7 12-6,2-4 3398,7 5-3426,6 2-22,2 1-6,6 4 17,-4 3-5,4 2-1,11 7-11,5 9 40,14 11-29,-11-3 6,-2 1-11,-13-7-28,-3 1-3370,-3-1 3398,-6-1-6,-5 7-6,-9-8-27,-7 5-191,-23-6-431,-15 0-213,12-9 0,-2 0-2815,-25 2 1663,30-7 1,0-1 2036,-20-1 0,25-1 0,0-1 0</inkml:trace>
  <inkml:trace contextRef="#ctx0" brushRef="#br0" timeOffset="471644">17178 4938 24419,'46'-14'110,"1"-1"1,-1 0-1,1 1 1,5-1-1,2 1 1,2 1-1,1 1-1162,-6 4 0,2 2 0,1 0 0,1 1 0,1 0 1057,-4 0 1,3 0-1,0 0 1,0 1 0,-1-1-1,-1 1-210,4 0 0,-1-1 1,-1 1-1,0 0 1,0 1 208,1-1 1,1 1-1,0-1 1,-2 1-1,-2 1-103,-1-1 0,-2 1 0,-1 1 0,0-1 104,1 0 1,0 1 0,0-1-1,0 1-247,-1 0 0,1 0 0,0 0 0,-1 0 246,-1 0 0,-1 0 0,1 1 1,2-1 40,0 1 0,1 0 0,2-1 0,1 1 0,-2 0-52,11 0 0,0 0 0,-1-1 0,1 1 3,-2 0 0,0 0 0,-1 0 0,-2 0 4,-8 0 0,0 0 0,-3 0 0,-3 0 235,12 0 0,-5 0-260,-4 0 0,-2 0-45,-7 0 0,-2 0-289,22 0-1881,-13 0-7085,-22 0 9225,-7 1 0,-14-1 1,-2 0-1</inkml:trace>
  <inkml:trace contextRef="#ctx0" brushRef="#br0" timeOffset="474769">22566 3848 10808,'-3'0'5668,"1"0"1255,2 0-6659,-25-39-52,19 22-55,-18-31 78,32 26-139,1 5-18,6-5-11,0 8-28,2 1-22,4 0 0,2 0-3403,4 3 3391,2 0 6,4 2 1,0 2-7,3 3 6,-1 2 12,17 7-18,-2 7-986,0 2 975,-10 6-5,-16-4 2905,-3 1-2927,-4-1 5,-4 3 0,-6-1-23,-6 10 46,-9-6-18,-17 15 40,0-16 1184,-11 6-1190,6-11 0,-1-2 6,-2-2 22,1-3 12,-1-2 27,3-2-5,1-4 33,3-1 17,4-2 12,3-3-12,4-2 0,3-3 1,2-1-12,5-1 11,1 0-33,3 0 33,3-4-67,8 0-45,2 1 0,6 2-3316,-2 7 3316,3 0 22,18 3-39,-7 1 17,14 5 23,5 9-17,-9 0-17,12 9 0,-15-3-6,15 14-175,-13-7 153,7 10-51,-14-1-161,-14 14 144,-8-10 3233,-17 5-3418,-27-16 74,2-9-104,0-6 0,-2-2-193,-10-4-2187,-17 0 1890,17-9-292,0-2-452,0-5-1418,0-4 2963,-4-5 0,23 8 0,1 0 0</inkml:trace>
  <inkml:trace contextRef="#ctx0" brushRef="#br0" timeOffset="475169">22918 3142 14846,'0'-4'4661,"-1"1"-2942,1 3-1042,-70-22-110,34 17-2458,-11-7 1,-1 3 2282,3 13-68,-4 3 621,-2 8-733,-3 4-553,0 7 394,26-10 1,1 1-15,0 1 0,0 3 14,-10 15 1,0 4-1060,10-8 1,1 2 1024,-8 12 1,2 2-1,12-12 1,3 3-1,-4 19 1,1 3-20,7-14 0,2 0-440,2-5 1,2 2 0,1-2 416,2 3 1,4-1-80,6-3 1,3 2 0,1-2 50,3 5 1,4-2 366,8 12 1,8-2-360,-1-24 0,5-3 0,0-3 31,9 4 1,2-3 255,-4-4 0,3-1 0,-1-4-244,10-2 0,-2-4 3,2 0 0,3-3 13,-5-3 1,2-2 0,-1 0-3,7-2 0,0-3 6,-11 1 1,3-1 0,-4-2-2,1-5 1,-4-1 5,-1-3 0,-1-1 6,-3-2 0,-1-1-9,-4-2 1,-1-2 10,-2 0 1,-2-2-6,-2-2 0,-3-1-3,-1-1 0,-3-2 0,-1-1 1,-2-1 2,-2-2 0,-3 0-9,-1-2 1,-2 0 5,-2-2 0,-2 1-8,-3-1 0,-1-1 27,-4-15 1,-4-2 812,-6 0 0,-4 1-823,0 0 0,-3 1-348,-5 7 0,-3 5 333,3 15 1,0 3-6,-3 2 0,-1 1-9,-1 2 1,-2 2-1,0 2 1,-2 2-12,0 2 1,-1 1-9,0 3 0,-2 1-45,-12 1 0,0 1-11,12 3 0,0 3-384,-17 3 1,2 4-980,0 8 1217,15 6 1,3 1 0,11-7-1,-3 12 1</inkml:trace>
  <inkml:trace contextRef="#ctx0" brushRef="#br0" timeOffset="476218">25121 3823 18386,'0'-7'2313,"0"2"-1300,0 5 1362,0 0-2325,62-28 42,-41 21-42,16-8 1,-3 4 107,-24 12-97,-1 1 18,-6 0 92,-2-1-64,-1 0 117,-6 1-67,-8 0-50,-13 0-57,0-2-28,-4-3 29,10-2-1,0-3 17,1-1 17,2-4 62,0-11-34,7-8-73,2-1-5,9-2-6,4 12-17,5 0 0,2 5-5,3 2-6,1 4-17,1 4 17,10 2 0,-4 3 17,10 4-3415,-6 5 3398,4 4 0,1 6-530,0 4 513,1 3-69,-1 5 63,-4 1-10,-4 2 5,-4 15 17,-15 5 2286,-9 1-2286,-18-3-26,0-22 1,-6-2-1167,-7 4 1,-1-1 1185,-2 0 0,0-1 14,-3-1 1,2-3-1007,10-7 0,1-2 1020,-29 12-1378,5-5 1389,5-6-486,-5-7 531,19-6 1090,0-5-1106,21-5 1629,5-4-1652,5-1 2469,14-14-2486,10 4-5,8-5 2047,5 11-2059,-4 8 1,4 1-357,4 2 356,2 1 0,2 2 1,3 1-18,0 2-16,1 0-728,-11 1 0,0 1 576,20 1 65,-18 0 0,-1 0-227,15 1-84,0-1-140,-2 0-201,-1-1-168,-3-1-231,-4-1-1767,7-5-523,-8-7-296,2-13 2111,-17-2 451,-8-6 451,-8 4 419,-2-3 342,-1-5 275,-1-3 268,0-5 270,-2-4 492,-2 11 0,-1-2-551,-2 8 0,1 0-1015,-2-9 0,-2-1 1785,-7-18-135,-6 6-840,2 18 0,-4 3 268,-14-13-481,10 19 1,-3 3 204,-17-1-81,-7 6-90,-3 7-46,-5 5-100,14 7 0,-1 2 355,11 2 0,-1 0-523,-11 3 0,-1 4 11,-1 7 1,1 3 613,11-2 0,0 1-672,-12 8 0,2 2-626,13-4 1,3 1 619,1 2 0,-1 3-6,-8 14 1,1 4-537,14-14 0,2 1 0,0 0 522,-10 18 1,3-1-12,6-1 0,5-3 238,8-14 1,3-2-233,2 0 0,2 1 5,1 12 1,5 2-21,6-1 1,6 1 75,-1-10 1,3 1 0,3-2-59,7-1 1,4-3-1,1-3-116,10 7 1,3-6 123,4-3 0,0-5 5,-10-10 1,-1-3 5,1-2 0,0-1 3,1-2 0,1-2 6,-2-1 0,0-2-4,0-2 1,0-3 11,-2-1 0,0-2-9,-1-3 1,-1-2 14,0-2 0,-1-2 2,-2-2 0,0-2 0,-2 0 1,0-4 50,9-14 0,-3-3-338,-8 9 1,-1-2 272,6-11 1,-2-2-6,-11 12 0,-2 1-202,-1-3 1,0 0 195,-2 0 1,-1 0-4,-1 0 1,-1-1 7,-2 2 1,-1 0 2,-2 1 1,-1 0 283,-2 1 0,-1 1-253,-3-30-5,-10 5 17,-7 5-1,-10 4-14,1 21 1,-3 1-31,-18-11-31,14 17 0,0 2-53,-15-2-79,0 7-134,2 3-1836,-17 8-3418,17 6 5534,-16 10 0,41-4 0,1 1 0</inkml:trace>
  <inkml:trace contextRef="#ctx0" brushRef="#br0" timeOffset="477482">26962 3715 23528,'8'-39'242,"1"0"1,-2-1 0,-1 18-4,-6 24-205,0 24-23,0-4-11,-2 20-1145,0-11 1145,-1 3 0,-2 3-95,1 2 56,-2 2-56,1 1-73,0 2-112,1 0-157,1-1-1272,2 13 315,0-15-314,3 9-611,4-23-1411,1-5 3730,5-3 0,-6-10 0,0-2 0</inkml:trace>
  <inkml:trace contextRef="#ctx0" brushRef="#br0" timeOffset="477900">27268 3701 12617,'4'-56'1568,"1"0"1,-2 4-1,-2 7-420,-6 3-4401,-7 5 3847,-3 4-124,-5 6 1051,-3 5-1224,-3 6 592,-2 4-665,-4 6 11,-1 3-5,-4 6 179,-20 15-845,12 3 514,14-3 0,1 2 1010,-15 18-1038,23-17 0,0 3 17,-9 15 1,0 3-831,9-9 0,0 0 777,-6 13 0,3 0 8,10-11 1,2-2-18,0 2 1,2-1-1,3 1 1,1 0-1,2-1 1,1 0-9,1-1 1,2-1-15,7 31-17,6-3-5,10-5-1123,1-18 0,3-2 1145,-4-10 0,2 0-3,8 6 1,3-2 6,-8-11 1,2-2-64,15 3 0,2-2 23,-10-6 0,1 0 84,12 1 0,0-2-59,-11-6 0,-2-2 11,1 0 0,0-2 25,-1-3 1,0-2 8,-1 0 0,-1-2 2,-1-3 1,-2-2 8,-1-1 0,-2-2 33,24-19 12,-8-8 2,-20 7 1,-1-2-26,-8 6 1,0 0 2,2-12 1,-2-1 7,-6 10 1,-2 0-4,-1-2 1,0 0-215,-1 0 1,-1-1 219,-1-1 1,-1 1 13,0 0 0,-1 1-2,-1 1 0,-1-1 13,-1 3 1,-1 0 930,-1 1 1,-1 1-858,-12-27-6,-5 7-23,-7 6-33,-5 7-56,-6 5-6,-2 7-25,9 13 0,0 3-9,-18-3-16,17 7 0,2 2-17,-13 7 436,4 6-452,1 8 443,3 9-500,2 6-101,3 8-206,1 7 1230,4 6-2626,3 4-3405,5 4 5209,11-26 0,1-1 0,0 3 0,2-2 0</inkml:trace>
  <inkml:trace contextRef="#ctx0" brushRef="#br0" timeOffset="479457">28967 3944 20259,'12'-51'1289,"0"1"0,-1 4 0,-3 10-977,-6 25 110,-2 2-368,0 4-257,0 6 202,0 5 0,-2 7 13,0 3 16,-4 17-11,0-4-12,-3 13 1,1-8-17,-1 2 11,1 0-17,0 1 17,1-1-11,2-2 11,1-2 5,2 8-340,2-13 323,2 3 24,1-15 16,1-5 39,1-2 73,-1-4 22,1-2 158,6-6-197,1-2 23,16-14-90,-5 2 22,22-21-16,-3 5-48,-16 12 0,1 0 25,24-15-16,-7 8-29,-8 11 342,-10 9-348,-11 6 1,-6 6-6,-5 2-5,1 6 11,0 11 0,0 10 5,-1 0 6,-1 4-277,-1-10 277,-1 2 0,1 1-11,1 0-17,2-2-22,1 0-40,3-2-201,7 4 83,-2-9-27,6 0-17,-3-12-45,2-4-28,2-4 232,2-5-349,2-4-577,15-15 525,-10 2 74,9-11-680,-14 4 842,-3-5 95,-7 6 1,-1-2 73,6-20-690,-7 16 0,-1 0 807,3-19 39,-2-1-173,-3-1 268,-5 17 1,-3 1-342,-2-20 380,-7 12 1,-3 1 22,-11-4-123,4 17 0,-2 3 113,-17-9 15,-6 5-14,7 14 1,-3 3-9,-22-5-463,19 10 1,0 3 390,-19 3-29,-1 7-11,1 5-50,1 7-14,18 2 0,0 5 257,-1 5 0,1 5-275,7-4 0,0 3 0,2-1-13,-6 11 0,4 0 3,2 1 0,3 2-1,3 7 1,3-1-711,5-10 0,0 1 705,-3 13 0,2 2-5,4 2 0,4-1-6,4-14 0,1 0-12,0 13 1,2-1-6,7-19 1,2-1-1,1-2 0,4-1 6,3-2 0,2 0-9,3-3 0,4-1-140,16 8 1,4-4 150,-9-8 1,3-2 24,12 5 1,4-3 19,6-10 1,0-5-137,-13-2 0,0-3 128,15-2 0,-1-4 5,-19-3 1,-2-2 8,-1-4 0,0-1 11,-2-2 1,-2-1-7,-2-2 1,-1-3 36,8-12 0,-3-4-42,-9 7 0,-2-1 0,5-12 0,-2-2-6,-10 9 1,-4 0-9,1-1 0,0-3 22,1-18 0,-1-1-2,-3 15 0,-2 0-618,1-13 0,-2 1 648,-5 20 1,-1 2 7,-2 3 1,-1 0-485,-6-26 552,-7 9-23,-7 5-218,-5 7 163,-4 5 697,-2 5-764,-15 1-57,13 11 922,-8 2-1017,17 10 2221,4 6-2378,3 5 872,2 7-4159,0 22 2938,7 0 0,1-4 0,6-13 1</inkml:trace>
  <inkml:trace contextRef="#ctx0" brushRef="#br0" timeOffset="480082">31531 3936 20957,'-2'-7'1064,"0"2"-509,2 5 369,0 0-4845,-16-60 4173,9 39-859,-2-14 1,-1 3 752,3 20 22,-3-2-140,0 5-17,-3-2-22,1 4 11,-2 2 5,-3 1-10,-2 1-1,-2 1 2263,-2 2-2290,-14 3 16,8 1 2751,-9 5-2740,12-1 0,1 2-5,1 0 0,3 0 0,1 1-12,4 0-21,-3 4 27,8-5-6,-3 4 7,8-4 10,1 1 648,-1 2-637,1 0 6,-3 10-11,1-4 6,-2 7-6,2-7 11,0 0 28,-5 8-11,3-8 6,-3 6 11,3-9 11,-1 3-34,2-5 6,0 0 17,3-7 50,2-2 68,1-2 77,2-1 1301,-1-2-1412,3-4-34,-1 0 17,3-5-56,0 1-17,1-3-5,0 0-6,3-1-23,0 2 1,2 0-12,7-1 1,-2 5-6,16-3-17,-11 7 22,10 0-5,-7 5 5,-1 2 1,2 5-1,-1 2 0,1 2-5,-2 3 22,1 3-16,-2 1-18,-1 2 7,-2-1 4,-2 2-3436,-2 8 3409,-6-9-17,-2 6-305,-9-12 322,-5-1-6,-7-2-28,-5-2 0,-5-3-16,-3-2-46,-3-3-27,1-2-85,-2-2-94,1-1-119,0-2 3065,2-2-3484,1-3-600,4-2-2548,3-2 4027,2-4 0,10 7 0,1 0 0</inkml:trace>
  <inkml:trace contextRef="#ctx0" brushRef="#br0" timeOffset="480681">31701 3612 21243,'-18'-46'677,"-1"1"1,2 3 0,-1 7-319,-5 10-68,-5 4-50,-1 4-40,-3 4-50,-2 4-27,-3 5-52,-3 4-988,-6 6 995,-5 7-2291,-6 8 2251,27-7 0,-1 1-5,-3 3 0,0 1-9,-2 3 0,1 1-8,-3 2 0,0 2-1,-1 2 1,1 2-6,-1 1 1,0 2 2,0 1 0,1 1 0,1 2 0,1 0-12,0 2 1,2 0-3,3 1 0,1 0-6,3-1 1,2 2 3,6-5 0,2 3 0,2 0-330,-1 19 1,4 0 331,0 0 0,6-1 5,8-7 1,5-4-1037,4-15 0,4-3 1034,3 0 0,3-2 5,4-1 1,2 0-47,5-2 1,2-1 45,3-1 0,4-1 14,3-4 1,4-1 0,-1-1 234,10 1 0,1-2-246,-7-2 0,3-2 0,0-2-382,3-3 0,0-4 1,-2-1 383,-11 0 0,-3-2 0,3 0 7,10-2 1,3-1 0,-5-2 426,3-5 0,-5-3-405,-1-2 0,-1-2 0,-3-1 0,-1-4-3,-7-1 0,0-4 1,-2 0-15,4-6 0,-2-2-12,-7 5 0,0-2 1,-3-2 6,-3-3 1,-4-1-1,-2-1-5,-2-2 0,-2-1 0,-2-2 1,-1-10 1,-1-2 0,-4 2-13,-4 12 0,-3 1 0,-2 1-175,-8-16 0,-6 5 154,-2 17 0,-2 3-31,-2 2 1,-5 0-449,-17-10 0,-5 3-1065,9 9 1,-2 2-3238,-11-5 1,0 3 5066,17 12 0,4 4 0,-4-2 0,15 7 1</inkml:trace>
  <inkml:trace contextRef="#ctx0" brushRef="#br0" timeOffset="488170">22930 4807 12408,'-1'-40'-386,"1"1"1,-1 3-1,1 8-1150,0 20 1531,-46 15 1,-11 7-18,31-10 12,-77 21 21,103-25-8388,0 0 10042,0-2-1097,51-2 0,15 2 552,-37-2 494,87-1-724,-116 5 5605,0 0-6400,2-15 17,1 14-17,1-9 6,2 18-11,-2 1-1,2 2 7,-2 1 10,0 2 17,-1 1-3075,-1 1 3109,-1 2-6,0 1 17,-1 0 5,-1 2 130,-4 8-197,0-7-11,-2 5-11,2-9-11,2-1 17,0-1 128,1 6-123,2-6 6,-1 4 3381,1-7-3381,1-1 33,1 0 6,2 1 11,0 0-16,0 0-12,0-1-22,1 0-12,0 0-16,1-1-6,0-2-5,0 0 16,0-1 17,1 0 35,0-2 21,-1-1 6,2-2 0,0 0-12,3-2-5,2 0 62,13-4-124,-2-1 23,26-5-45,4-3-1727,-17 5 1,0-1 1686,-5 2 1,0 1 6,29-6-42,-18 5 58,17-1-22,-15 2 17,12 0-12,-19 3-287,-3-2 293,-1 2-17,-2-2 6,0 1-6,-1-1 0,1 1 1,1 0-7,1 0 12,0 0-17,2 0 0,1 0 11,2 0-11,0 0-726,2 0 731,-1 1-5,0 0 0,-3 1 0,0 1 6,-4 0-6,0 0 5,-4 0 7,-1 0-18,-2 0 2892,8 0-2880,-9 0 16,6 0-11,-11 0-5,-1 0-6,0 0-6,0-1 71,10 0-59,-5-1 22,7 0 352,3-2-363,-8 1-28,8 0 22,-11-1 0,-1 2 0,1-2 1,-2 0 1159,10-2-1160,-8 1 6,7-2-6,-10 2 6,-1 0 5,-1 1 1,-1-2-1,-2 1 1,0-1-12,-2 0 6,1 1-6,-2-1 0,1 1 0,-1 0-28,1 0 17,0 0-5,-1 0 5,2 1 5,-1 0-5,0 0 12,-1 0-1,1 0 17,-2 2-23,0-2 7,7-1-1,-4 2 6,6-4 11,-6 3 89,5-5-33,-6 3 11,4-4 12,-7 3-23,0-1 123,1-5-89,-3 3 10,1-4 125,-2-5-130,-4 5 12,2-8-6,-4 7 11,1-2-359,-2 0 337,1 0-3295,-1 0 3245,0 1-56,0 1 16,0 2 5,0-2-38,0 5-79,0-1-654,0 6-1050,0 2 2630,-1 1 1,0 2-1,0 0 1</inkml:trace>
  <inkml:trace contextRef="#ctx0" brushRef="#br0" timeOffset="489467">18799 5673 16210,'11'-43'827,"0"0"0,0 3 0,-3 8-256,-8 14-95,-3 2 804,-6-3-950,-1 6-49,-5 0 128,-7 7-252,2 3-12,-9 3-10,5 4 168,-1 4-101,-15 11-135,9-1-11,-10 8-23,15-4 70,1 2-81,-5 15-22,7 3-28,2 9-265,11-13 282,12-7 0,4-14 5,6-1 1,3-4-1,2-2 1,16-2 16,6-4 6,16-9-12,-11-2-389,-2-9 396,-13 1 10,-2-2 571,11-13-492,-3-4-39,-1-1 5,-10 0 107,-7 3-74,-8 9 12,-1-4 28,-6 13 12,-1 2 528,-2 3-601,-2 5-40,0 0 28,-6 7-45,-4 7-5,0 2 11,-5 14 0,7-8-22,-1 10-6,6-8-11,4 11-12,0-7-16,5 8-146,8-1-364,11 2 34,4-1-90,5-2-302,-4-10-740,3 0-8184,15 3 8427,-15-8 0,1-2 1,-23-10-1</inkml:trace>
  <inkml:trace contextRef="#ctx0" brushRef="#br0" timeOffset="489776">19456 5751 12970,'-1'-11'4598,"1"2"-3225,0 9 2643,0 0-3820,-62-1-50,45 3-88,-18-2 1,6 3 59,26 4-17,1-1 11,1 0 11,1 0-28,2-1 107,4 3-124,2-3 0,3 2 74,5-3-85,-3-2 17,5 0-11,-4-2-1,-1 0 85,5-4 34,-2-3-85,-1-3 23,-7 0 17,-6 3 22,-1 0-6,-1 0-16,-2 0 95,-5-4-79,-5 2-111,0-1-18,-2 2-16,-2 5-67,7 1-74,-6 2-161,9 4-399,1 3-1153,1 3 1837,1 5 0,2-7 0,1 0 0</inkml:trace>
  <inkml:trace contextRef="#ctx0" brushRef="#br1" timeOffset="496852">21859 5619 10450,'-4'2'4883,"0"-1"-586,4-1-3933,-1-4 588,1 4-471,-1 2-61,0 3-32,0 3 43,-2-4 0,-1 1-235,1-2-17,-2-1 208,1-1-191,0 0-23,-1-1 135,0-1-78,-1-5-141,0 0 68,0-9-90,3 4 29,0-9-57,1-1-39,6-6-11,2 5-1,5 3-4,3 6 4,3 2-10,15-1 5,10 3 0,0 3 1,0 3-29,-3 8 17,-3 8 11,6 11-5,-14 1-18,-7 4-60,-12 9-46,-9 9 59,-7-15 0,-4 2-424,-7 4 0,-6 0 427,-7 4 0,-6 0-510,-5 2 0,-3-1 592,13-15 0,-1 0 0,-1-2 30,-14 10 0,-1-5 31,6-7 0,2-4-2730,-16 2 2755,17-17-247,19-19 224,9 0 479,3-12-506,10 3 0,4-1 737,15-12-765,0 9-1,13-6-44,7 8 39,7 7 2827,1 3-2810,-2 7-51,5 6-22,7 5-28,-21 0 0,1 1-50,21 4-79,-4 3-409,-2 0 46,-13-1 150,10 3-3052,-4-2-236,-12-2 3271,13 2 1,-31-7 0,0 0-1</inkml:trace>
  <inkml:trace contextRef="#ctx0" brushRef="#br1" timeOffset="497252">22441 5505 12246,'-38'-37'954,"0"-1"0,-1 1 1,-4-1-1,-1 1 0,5 9-359,-17 4-1225,18 10 1,-1 3 1054,-20 3-81,13 6 1,-1 3-197,10 2 1,0 2-15,-12 1 1,-2 3 119,-1 9 1,2 2-165,12-4 0,1 2-18,-11 5 1,0 4 11,5 5 0,4 4-22,0 7 0,2 2-40,0-1 1,2 4-296,12-5 1,3 3 0,3-4 275,4-3 0,3 1-3,3 2 0,1 4 0,6-2 12,8 5 0,8-1-54,6 9 0,10-2 28,-4-22 1,6-3 0,0-2-469,12 4 0,2-5 465,5-5 1,4-4-7,-12-9 1,1-2-1,2-1-15,5-1 1,1-1 0,3-1-163,-4-1 1,3-1 0,0-1 0,-2 0 195,6-1 0,-2-2 1,-1-1-301,-1-1 1,-1-1 0,-4-1 319,3-4 1,-3-1 8,-3-1 1,-2-1-102,-3-2 1,-2-1 128,-4 0 0,-2-2 6,-5 0 0,-1-3 5,-4 1 1,-3-3 309,1-11 0,-4-3-313,-7 9 1,-2-2 55,1-23 1,-6-1-71,-5 21 1,-4 0 295,-1-11 1,-3 0-325,-2 13 1,-2 2-3,-2-1 0,-1 1 0,-1 0 0,-2 2-1,-2 2 1,0 0 0,-2 3 0,-1 1 28,-26-17-6,-4 7 869,13 15 1,-3 1-976,-2 4 0,-1 1 135,0 1 0,0 1-191,3 3 0,2 3-370,-13 1-594,3 2-8744,-8 5 9395,22-1 1,5 2 0,24-4 0</inkml:trace>
  <inkml:trace contextRef="#ctx0" brushRef="#br1" timeOffset="498297">24073 5730 18972,'-6'-46'136,"0"1"1,1 2-1,4 9 1841,11 16-1932,2 1-807,0 1 779,3 2 515,3 0-538,2 4-1722,2 0 1717,3 4-945,2 0 934,2 4 781,0 0-821,14 8 23,-11 1 5,9 6-16,-15 2-17,-2 2 117,-1 1-224,1 11 73,-9-6-5,0 7-1,-10-8-5,-3 0 34,-3-1 28,-4-1 44,-3-1 17,-3-2 17,-3-3 11,0-1 2903,-9 0-2880,6-5 1680,-7 0-1653,7-6 12,2-1 0,0-1 17,1-2-18,2-2-10,1-3 5,2-3-28,1 0 62,1-9-90,4 5 1,0-6-18,3 8-11,3 0-11,2 3-5,4 1 5,2 2-17,2 1 11,3 3-11,1 0 6,3 2 11,3 3-3403,3 2 3403,2 4-1155,2 3 1144,2 1-639,2 3 633,0 2-5,2 1-12,-1 2-28,-1 1-225,-1 2 214,-3 2 2364,-4 0-2398,-4 0-21,-7-1-24,-6-1-38,-7-3-23,-9-2-5,-8-2-6,-9-3-34,-8-1-45,-5-2-139,-3-2-202,-2-2 932,0-1-1605,1-3 299,-1-1-2903,2-1 3921,-4-2 0,21 1 0,1-2 0</inkml:trace>
  <inkml:trace contextRef="#ctx0" brushRef="#br1" timeOffset="498732">24457 5250 14869,'-5'-3'1848,"2"1"-481,3 2-690,-62-19-1223,29 14 826,-9-5 0,-2 2 190,2 11-89,-5 3-79,-1 7-55,-3 4-51,0 6-23,-1 5-16,0 5-87,27-14 0,0 1-17,0 0 1,1 2-848,1 1 0,1 0 825,1 2 0,2 0-15,1 1 1,1 1 11,-11 29-5,5 2-12,9 0-17,4 0-5,7-1-17,4 0-22,7-1-12,4-17 1,3-1-989,-2-9 0,2 0 1013,7 8 1,3-2-12,-2-10 1,1-4-390,3 1 1,2-2 380,3-1 0,2-2 11,4 0 0,0-2 6,4-1 0,1-2 11,4-1 0,0-1 0,3-1 0,1-2-258,2 0 0,2-3 267,-1-1 1,3-2-1,-2 0-249,-11-2 1,-2 0 0,2-1 280,13-1 0,2-1 0,-4-1 15,5-4 0,-4-3 393,0 0 1,-2-3-375,-3 0 1,-1-3 11,-4 0 0,-3-1 11,-4-1 0,-3-3-315,4-11 1,-4-4 331,-12 10 0,-4-3 30,5-23 1,-6-3-397,-12 22 1,-4 0 314,-1-13 0,-4 1-5,-2 12 0,-3 1 5,-2-1 1,-2 0-1,-2 1 1,-2 0-1,-1 1 0,-2-1 99,-12-9 0,-3 2-113,6 10 1,0 2-9,-11-7 0,-2 2-9,10 14 1,-3 2-40,-19-2 1,-2 2-34,11 6 0,-1 3-71,-17-2 1,0 2 134,15 6 0,1 3-824,-2 1 1,-1 1 826,-6 1 0,2 2 0,-4 0 0,3 2 0</inkml:trace>
  <inkml:trace contextRef="#ctx0" brushRef="#br0" timeOffset="505534">26617 5722 22761,'1'-52'922,"-1"0"1,1 8-1,-1 8-642,0 14-73,0 12-84,0 5-72,0 2-51,0 12 5,-1 3 18,-3 26-23,0-4 0,1 0 0,-1 2-2417,-2 11 2403,3-15 0,-1 1-37,1 1 1,0 2-345,0 2 0,1 1-123,0 12 0,0 0 53,1-10 0,0-2-218,1-1 0,0-2-5882,1 27 5951,1-16 0,-1-9 0,2-22 0</inkml:trace>
  <inkml:trace contextRef="#ctx0" brushRef="#br0" timeOffset="505944">26852 5338 11584,'-48'-37'569,"1"-1"0,3 4 1,4 9 1967,8 20-2245,-1 5 1512,-20 16-1586,11 2-129,13-2 1,1 2-393,-16 15 449,1 8-76,20-19 0,1 2-9,0 0 1,0 4-4,-4 8 0,-1 6 0,2-2-47,1 0 0,0 0-15,1 2 0,-2 4 1,5-4-3,4-4 1,5-2-1,0 1 0,2 1-2,1-3 0,3 3 938,4 11 1,4 0-931,1-13 0,3-2-499,4 10 1,5-3 498,21 7 0,-15-26 0,4-2-285,18 4 0,7-3 266,-11-8 0,1-2 1,1-1 1,2 1 1,-1-1 0,2-2 6,-1-2 1,2-2 0,-1-1-5,2-2 1,0-2 0,0-1-119,0-3 1,0-2-1,2-2 164,7-3 0,1-1 0,-3-2-122,7-5 1,-6-4 128,-9 0 0,-6-4 48,-11-5 0,-5-2-42,-8 8 0,-2-2-3,3-9 0,-5-4 90,-7-4 1,-4-1-91,-2 11 0,-2-1 11,-1-12 0,-4-1 50,-6 0 1,-5 2 337,-4-1 0,-4 1-378,4 10 1,-3 0 0,-1 2-195,-6-4 0,-2 5 136,-1 5 1,-1 4 2,-2 5 1,-2 5 298,-3 3 1,-2 2-409,-11 0 0,-1 4-225,11 5 1,3 4 176,2 2 1,2 4-345,-13 10-899,3 6-955,4 5 2347,0 9 0,22-17 0,4 0 0</inkml:trace>
  <inkml:trace contextRef="#ctx0" brushRef="#br0" timeOffset="507743">28467 5706 9901,'-2'-2'5600,"-1"0"1554,3 2-6695,40-61-2647,-26 38 2367,9-12 1,-1 0 139,-13 19-11,-2 2-39,-1 1 764,-2 1-809,0 3 387,-2 2-359,-1 1-191,-1 4-139,0 0 67,-4 9 11,-2 3 11,-4 10-5,-1 2-1,-3 5 6,-2 6 719,0 2-735,0 2-46,-4 15 51,6-13-5,0 10 5,9-18 28,3-3-28,1-1 0,3-3 0,1-1 22,3-4-11,2-3 1,-1-3 16,1-4 0,0-2 39,0-2 39,1-3 135,7-4-129,-2-3-22,7-6-2761,-3-3 2704,3-4-171,0-2 172,2 0-6,-1-2 39,1 2-39,5-7-28,-7 8-11,2-2 11,-11 12 3299,-2 2-3327,-5 4 253,-1 0-258,-3 6 10,0 1 1,0 4 22,0 4 0,0 4-22,0 4 27,-1 4-5,-2 31-39,1-17-235,0 23 201,-1-25-33,2 0-12,0 0-16,3-2-3298,1-2 3309,3-4-123,9 5-226,4-6 164,2-3-33,1-12 78,-5-9-280,3-5-219,3-4-140,3-5-112,3-5-151,3-3-73,1-5-352,0-3-43,-10 3 0,0-2 53,10-15 897,-11 12 0,-1-1-241,4-15 454,0-3-687,-2-1 1303,-3-2 212,-2-1 364,-8 15 1,-2 0 375,3-20 207,-7 11 0,-1 1-1980,-7-6 1677,-6-11-151,-7 23 1565,-4 4-1816,-5 1-108,-5 3-94,-3 3-90,-3 2-56,-4 3 140,0 5-219,9 10 1,-1 1-6,-19 0 360,16 4 0,0 3-344,-17 8 2311,-4 7-2327,-2 8-98,28-10 0,0 2-20,-1 2 1,0 2-18,0 1 1,0 1-9,0 3 1,0 1-1,1 2 0,1 3 3,-11 16 0,1 6-372,15-13 0,1 1 0,1 1 347,0-1 1,0 0 0,2 1-7,-3 20 0,4-3-5,10-17 0,3-2-6,1 0 0,2-1-3,2-2 0,3 0-50,8 9 0,4 0 30,-2-13 1,4-1-34,18 16 0,5-4-1260,-12-20 1,2-3 1279,10 5 0,3-2-40,5-6 0,1-4-359,-12-4 1,3-1 420,3-2 0,6-2 0,-5-1 19,-2-4 1,-2-3 28,14-1 0,-1-3 5,-16-2 0,-1-2 50,12-10 1,0-3-600,-12 6 0,-1-2 577,9-7 1,-3-3 8,-15 7 0,-3 0 193,0-2 0,-2 0-205,-1-2 1,-3-2-4,0 0 1,-2-1-15,-1-1 1,-1-1-6,-2-1 0,-1 0 14,-1 0 0,-1 0 718,-1-1 1,-2 1-694,0 0 0,-2 1 23,-1 0 0,-1 0 106,-6-28 22,-6 3-50,-3 22 0,-3 2-56,-13-15-87,9 19 0,-2 3-13,-15-3-1,-4 3-11,-2 5-11,-3 4-17,17 9 0,-1 1 755,-28 0-977,27 6 1,1 3-137,-11 7-157,12 10-387,14 4-1182,3 6 2112,0 10 0,7-18 0,1 2 0</inkml:trace>
  <inkml:trace contextRef="#ctx0" brushRef="#br0" timeOffset="508426">30908 5679 15308,'41'-39'276,"0"0"1,-3 3-1,-10 8 713,-20 20-782,-3 3 1626,-2 0-1738,-3 2 1018,-4 0-1063,-6 2 2631,-11 0-2675,-1 2-1,-7 1-1170,5 2 1176,-1 1-2263,0 1 2258,0-1-914,4 1 913,1-1 18,-4 1-12,1-1 1805,-4 2-1816,3 0 2715,0 2-2709,6-1 0,0 3 10,6-2 1,0 2-11,0 0-1,0-1-1348,2 2 1338,0-1 44,-4 14-6,6-8-21,-5 9-7,8-10-10,0 0-7,-1-1 29,0 6 22,0-1-22,1 0 6,1-4 3458,0-4-3408,0-2-17,0-1 129,2-4-17,1-3 717,1-1-762,3-6 28,3-6-73,8-10-78,0 0 6,3-1 33,7 0-28,14 0-50,-6 4 45,5 4-6,-19 11 5,7 1-16,-6 2 11,5 4-11,1 9 5,-6 2 6,5 8-11,-8-1 39,-1 2-56,1 14 6,-6-8-12,-1 10-22,-10-2-33,-14 5-713,-2-2 758,-12-2-57,-14-7-95,-10-5 50,-4-2-83,1-10-934,1-11-568,3-9-2895,-4-11 4626,20-8 0,18 6 0,11 5 0</inkml:trace>
  <inkml:trace contextRef="#ctx0" brushRef="#br0" timeOffset="508809">30959 5203 13581,'2'-5'6413,"1"2"-4032,-3 3-1889,-67-5-273,30 15-1353,-9-6 1,-1 4 1318,-2 21-48,13-4 0,-1 1-106,8-4 0,0 1 0,-9 8 0,1 1-6,11-7 0,1 2-146,-11 15 0,1 4 165,1 4 1,3 3-30,7-10 0,0 3 0,4 0-346,4-1 0,3 0 0,3 0 350,3 18 1,8-1 22,9-4 0,7-4-1073,0-13 1,5-3 1055,5-5 0,2-5 0,-2-9 1,1-3 257,1 0 0,4-2-281,18 2 1,4-2 8,7-4 1,2-3-302,-22-2 1,1 1 0,-1-3 317,23-3 0,-4-4-9,-16 0 1,-2-2 5,-1-3 1,0-1 2,-1-2 0,-1-1 0,-4-1 0,1-2 22,8-9 0,0-6 39,-3-4 1,-3-4-51,0 1 0,-4-2-3,-5-1 1,-6-2 5,-5-3 1,-5-2-528,-4-2 0,-2 0 510,-1 0 1,-3 0 448,-5 5 0,-6 2-441,-10 4 1,-5 3-31,4 8 0,-3 1 134,-7-6 1,-7 1-194,-5 8 0,-5 2 0,2 2 208,-1 0 1,-2 2-385,-3-1 1,-3 0 0,3 4-1374,1 4 1,1 3 1604,-10-1 0,3 1 0,-4 0 0,-1 2 0</inkml:trace>
  <inkml:trace contextRef="#ctx0" brushRef="#br0" timeOffset="510595">24922 6710 16611,'-2'-6'2985,"1"2"1625,1 4-4493,-6-60-1763,5 44 1708,-5-45-119,6 61 108,1-1 382,0 6-416,-1 0 5,2 6-10,0 2 870,-1 2-837,0 13-29,-1-4-2847,0 10 2848,0-8-12,0 0 18,0 0-1,0 8-5,2-9 5,1 5 6,2-13 62,5 3-34,-1-7 34,3 2 16,0-9 17,0-1 1,4-3-29,2-1-28,4-1-16,3-3-23,3-1-6,2-1 1,1-1-18,2 1 3058,1 0-3052,1 1-11,0 1 11,16-1-11,-11 3-203,14-1 203,0 2 12,-12 1-12,13 1 5,-16 1-5,1 2 0,1 0 6,1 1-12,1 0-534,0 2 540,1 0-11,-1 0 11,18 6 0,-17-5 0,12 3 0,-19-4 0,-3-1 0,0 0 0,-1-3 11,-2 0 12,0-2-7,-3 0 7,-1-2 348,13-6-337,-10 1-1,9-6 1,-12 1-12,1-2 6,0-1 6,0-2 5,0-2-11,0-1 6,1-2 5,-2-1 101,10-11-45,-11 7 17,5-8 0,-15 8 22,-5 1-5,-2-2-6,-4 1 1,-3 0-24,-1 2-21,-1 0-6,-1 2 237,-5-5-260,1 7-16,-4-2-1,2 10-38,0 2 468,-4 0-675,1 5-236,-2-1-3619,-4 7 4067,1 3 0,2-2 0,5 3 0</inkml:trace>
  <inkml:trace contextRef="#ctx0" brushRef="#br0" timeOffset="518962">18716 6826 17011,'-2'-42'954,"0"-1"0,0 4 1,0 7-317,2 16-89,0 2-100,0 4 88,1 1-430,0 4 571,-1 2-599,1 13 187,-1 2-149,0 11-16,-1 1-6,-1 5 90,-3 23-39,-4 9-341,4-19 1,-1 0 208,1-8 0,0-2-1150,-3 30 1159,4-22-1,1-3 6,1-4-11,2-3 22,-1-4 0,1-3-2748,-1-3 2765,1-2 392,0-1-291,0-8 1070,0-1-639,0-7-179,0 0-297,0-7 3364,0-1-3392,0-7-17,0-1 56,0-10-95,0 3 23,0-8-12,0 6-22,1 0 0,2-2 5,7-11-11,0 9 0,4-6-5,-1 14 5,7-2-5,-4 10-6,6-1-6,-6 11 12,0 1-6,1 2-3398,1 3 3393,0 5-376,1 4 376,-2 5 5,0 1-6,-2 3-5,0 2 11,-1 1-11,-2 1 0,0 0-1,-2 0 1,-3-1 0,-2 10 0,-3-8-6,-5 7 6,-4-12 3203,-13 6-3180,-9-4-2836,-3-1 2830,-3-7-1,8-9-1200,-1-2 1195,0-3-347,1-1 335,3-3-16,2-1-50,-2-11-28,9 1-79,0-9-106,9 3-129,3-2-191,2-3-246,3 0-515,3 0-1009,4 0-2879,5 4 5260,5-1 0,-8 10 0,1 2 0</inkml:trace>
  <inkml:trace contextRef="#ctx0" brushRef="#br0" timeOffset="519466">19549 7157 16501,'-28'18'115,"1"0"0,-16 11 1626,46-26-1652,3-1 1490,1 0-1511,2-1 926,1 0-943,3-1-7,0 0 2,3-3 3056,0 0-2990,8-7-28,-7 2 6,5-4 11,-11 2 1043,-3-1-1049,-2 0 17,-2-1-28,-2 2 11,-2-1-5,0 3-12,-2 1 51,-5 0-90,-1 3-39,-3 2 28,0 1-16,-1 2 27,-7 4-34,5 1 12,-4 3-11,7-2 22,2 0-23,1-1-5,2 1 6,1-1-6,0 0 0,2-1 6,0 0-6,2-1-17,0-1 17,1 0 5,0-1 1,1 0 5,1-1 6,0-1 11,2 0 0,0 0 39,1 0-22,0-2 0,0-2 11,0-1 33,2-5-38,-3 2-1,1-3 40,-3-1-40,-2 3-16,1-2-12,-1 5 1,0 1-7,-1 0-4,0 1-63,-1 2-55,1 1-555,-3 1-252,2 3-1395,-2 2-7331,1 1 8791,0 2 0,1-5 0,1 0 0</inkml:trace>
  <inkml:trace contextRef="#ctx0" brushRef="#br0" timeOffset="520654">21615 7189 24066,'16'-30'145,"-3"7"-133,-13 23 4,0 0 1,0 3 6,0 0 21,0 4 1,0 0 17,-3 1 100,-9 4-78,0-3-5,-7 4 10,4-6 12,-2-1 11,0-1 34,0-3 22,2-1 174,-2-3-174,6-2-39,-1-5-12,6-1-22,2-4-22,1-2-6,2-2 1,0-1-29,2-1 0,3 1-11,1 0 22,8-2-33,-3 6-11,6-1-29,-6 10 23,2 2-5,0 3 5,1 2-11,1 3 16,1 4 1,1 4-23,1 3 6,1 3-6,-2 1 6,0 4 5,-2 0 12,-3 4-17,-3 0-6,-4 4 6,-2 3-1,-6 2-21,-5 4 5,-8 0-1313,-3-9 0,-3 1 1335,4-8 1,-2 1-4,-8 9 1,-2-1-3,5-8 0,1-2 8,-1 0 0,-1 1 11,-1-2 1,1-1 2,0-2 0,1-1 17,-23 10 12,5-9-1,8-9-6,6-7 23,7-9-5,7-5-12,5-7 56,6-19-33,9 4-12,6-12-1048,7 12 1009,6 1-44,3 2 33,4 4 11,2 4-11,0 4 28,16 2-34,-11 7 12,12 1 5,-15 7 2249,0 5-2255,1 1-10,1 6-29,1 2-367,0 3 311,-1 1-50,-1 1-78,-1 2-129,-1 0-124,0 0-179,-1 0-1853,18 7-242,-11-8-2951,13 4-2515,-19-11 8211,-6-4 0,-13-4 0,-6-2 0</inkml:trace>
  <inkml:trace contextRef="#ctx0" brushRef="#br0" timeOffset="521062">21918 6667 10149,'-53'-14'626,"-1"-1"0,1 1 1,10 3-1,1 0 1,2 3 528,-12 2 1,2 4-795,-3 7 1,2 2-203,10-1 1,1 1 340,-12 5 1,0 3-406,16-1 1,2 1-29,0 2 0,1 2-28,1 2 1,1 1-7,1 2 1,0 2 13,-8 17 1,0 2-29,10-9 1,1 1-3,-8 13 0,3 2-3,12-15 0,2 2 19,-2 18 1,1 2 76,7-14 1,2 0-83,-1 16 0,3-1-8,6-17 0,2-3-15,4 2 1,1-1-12,2-1 1,4 0-15,13 12 0,7-2 9,-6-13 0,3-2-12,11 8 1,8-3-27,-8-18 1,4-4 0,-1-1-656,10 2 0,2-2 678,-7-3 0,4-2 0,1-1-306,3-3 1,2-3-1,-2-1 319,-11 0 0,-1-2 0,1 0 12,11 1 1,3-2 0,-2-2 3,-2-3 1,-2-3 0,-2-1 7,7-2 1,-2-2 4,-9 0 1,0-1 0,-4-2 14,-1-3 0,-5-2 11,-3-1 0,-2-3 5,-3-1 1,-2-1 5,-4-2 0,-1-2 0,-3-1 1,-2-1-1,-2-2 0,-2-1-6,-1-1 1,-1-1-17,-1 0 0,-2-3 8,2-19 0,-3-1-19,-1 14 0,-1 0 5,0-12 0,-2-1 42,-7 5 0,-5 3 264,3 13 0,-3 1-297,-6-9 0,-5 2-12,2 16 0,-3 3 0,-3 0 1,-2 3-6,-3 1 0,-1 3-15,-3 0 1,-3 2-42,-20-2 0,-4 3-14,14 5 0,-2 2-117,-6 1 0,-6 1 0,5 2-82,4 3 0,2 3-77,6-1 1,-1 1-1,3 1-741,-1 3 1,2 2 1069,-5 2 0,4 1 0,-3 1 0,3 1 0</inkml:trace>
  <inkml:trace contextRef="#ctx0" brushRef="#br0" timeOffset="524073">28396 7693 18154,'12'-54'911,"1"-1"0,-2 4 0,-1 8-162,-4 9-110,-2 2-40,0 4-67,-2 4-101,0 5-88,0 6-135,-2 4-82,0 5-64,0 2-18,0 2-27,0 4-6,-2 3 28,-2 6-5,-2 5 5,0 4 17,-4 5-22,2 1-12,-2 3 1,0 0-12,2 2 6,0 13-17,4-10 16,2 20-3402,6-27 3386,2 6 56,8-11 28,-2-8 45,4-2 174,1-10-169,-2-5-16,4-5 72,3-14 6,14-19-145,-7 4 2948,6-8-2965,-16 19 5,-1 3 6,-1 2-6,-2 3 0,-3 3 6,-3 2-45,-3 6-11,-2 1-6,-4 13 23,-1 11-1,-3 5-5,-1 8 6,-2-5-17,1 2-45,-2 18-84,3 8 78,3-20 1,2 1-157,4 22-40,5-6-34,5-19-21,2-5-51,4-4-73,2-5-761,15-5 509,-7-8-12,10-8-486,3-17 403,3-18 333,-18 9 1,0-5 411,-2-6 0,-3-5-509,-2-6 1,-4-2 578,-3 7 0,-4 1-727,-1-2 1,-3 2 739,-3 10 1,-1 1 22,0 1 1,-1-2-73,-4-13 1,-2-2 284,-5 2 0,-5-1 25,-6-10 1,-6 3-1044,3 12 1,-2 5 955,-3 5 1,-5 4 231,-7 6 0,-6 3 0,4 2-621,5 4 0,0 1 217,-7-2 1,-5 0 0,6 5 70,-16 10-16,-1 7-17,-1 6-382,32-3 0,-1 2 351,-12 11 0,-1 4-28,12-6 1,0 3-19,-10 9 1,3 2 6,12-6 0,2 2-3,1 0 0,1 4-6,3 0 1,0 4 0,2-1-9,-2 6 0,1 2 260,2 7 0,-1 5 1,5-4-272,4-4 0,3-2-3,1-6 0,2 2 0,3-4-14,5 2 1,4-3 2,4-2 0,2-1 0,4-2 0,5-1 5,18 9 1,5-2-268,-9-11 0,3-2 286,-5-5 0,3 0 1,-2-4-3,7 0 1,2-4 216,-3-3 1,3-2 0,-2-2-209,6 1 0,2-3-138,2-3 0,5-2 1,-6-2 151,-6-5 0,-4-3-1,12-2 1,-1-5 56,-10-9 0,-5-4-31,-10 6 0,-2-2 5,6-9 1,-3-2-12,-13 8 1,-3 0-18,-1-3 1,-2 0 11,0-1 0,-2-2-1,-2 0 1,-1-2 113,-1-18 0,-2-1-108,-1 13 1,-2 0-9,-1-13 0,-2 2 11,-3 16 0,-1 3 339,-1 2 0,-2 0-347,-2 2 0,-2 1 41,-15-22 595,-6 6-633,-2 8-23,-2 6 11,-2 6-22,0 7 1052,1 6-1302,8 8 1,0 3-187,-6 3 417,-14 8-916,33 5-763,6 7-2139,3 2 3837,3 10 0,4-16 0,2 1 0</inkml:trace>
  <inkml:trace contextRef="#ctx0" brushRef="#br0" timeOffset="524789">31425 7393 23618,'-3'-42'336,"0"1"0,1-1 0,2 11-235,1 24 92,2-2-103,-3 7 47,0 2-132,-4-1 11,-1 3-11,-14 6 6,1 0 12,-10 6 10,-12 4-21,6-3-1064,-13 4 1052,14-5 56,0-2-50,1 0 11,3-2 5,-7 1 96,6-5 61,0 0 29,11-4-108,10-2-16,5-1-22,3 0 39,0 1 980,-1 1-1087,1 2 6,-1 4 17,0 2-17,1 2 11,-1 2 11,-2 8-22,3-3 6,-2 6-6,1-6 6,0-1-1,0 0 6,0 0-11,-1-2 6,1-1 0,0-1-6,0-1 11,1-2-17,-1-2 12,0-2 95,2-2 5,-1-1 252,1-2-218,2-12-95,1 3-6,2-12 6,1 6-17,2-3 0,1-1-5,2-1-1,10-7-39,6 1 0,0 1-11,2 8 6,-7 9 22,0 4 11,1 1 0,-1 2 1,-1 3-1,-1 1-11,4 12-17,1 8 17,-2 2-11,1 15-608,-14-14 580,0 9-23,-7-12-5,-8 1-22,-3-2-141,-24 10 96,0-8-1589,-17 7 1510,4-10-17,-4-1-39,-3-3-39,-2-5-51,2-3-44,0-6-79,4-3-72,4-7-947,-11-13 425,17-2-452,-5-11-1496,22 4-1642,6-3 4666,4-8 0,6 18 0,2 0 0</inkml:trace>
  <inkml:trace contextRef="#ctx0" brushRef="#br0" timeOffset="525131">31130 6957 23809,'-60'14'169,"0"1"1,1 1 0,4 4-1738,14 6 1,2 2 1609,-3 1 0,1 3-17,-1 1 0,2 1-8,-1 3 0,2 1-12,0 3 1,2 1-1,2 1 1,0 2-12,2 1 1,2 1-1,2 0 1,3 2-775,6-6 0,1 2 1,3-1 765,0 4 0,3 0 0,-1 11 0,6-2 257,11-21 1,5-4-261,2-1 0,3-2 25,6-1 1,3-2 10,5-2 1,2-2 2,4-1 1,3-2 8,3-2 0,4-1-564,2-4 1,5 0-1,-1-2 572,8 0 1,2-2-11,-7-1 1,3-1 0,-3-2 131,7-3 0,-3-3-97,-1-2 1,0-2 448,0-2 1,-2-3-430,-3-3 1,-1-2-24,-2-2 1,-1-2-6,-3-3 0,-2-2-20,-1-2 1,-3-3-12,-1-2 0,-2-1 6,-2-3 0,-2-2-9,-1-1 0,-2-2 0,-2-1 1,-1-2-15,-3 0 1,-1-1-4,-3 0 1,-1 0-337,-3 1 0,-2 1 339,-3 2 1,-2 1 2,-2 2 0,-2 1 0,-4 3 0,-3 1 1,-11-28 1357,-15 8-1380,-10 7 0,16 26 0,-3 1-26,-3 2 1,-1 2-40,-4 2 1,-1 2-77,-3 1 1,-4 2-654,-2 3 1,-5 2-1,4 0-4058,-7 0 0,1 2 4863,7 0 0,-2 1 0,7 1 0,-6 0 0,19 1 0</inkml:trace>
  <inkml:trace contextRef="#ctx0" brushRef="#br1" timeOffset="530381">23866 7510 18128,'5'-61'1787,"1"1"0,-1 5 0,-2 11-1205,-3 25-122,0 4-113,0 5-90,0 1-94,0 5-56,-1 1-90,0 2 27,1 17-21,0-3-1,2 18 1,-1-6-18,2 4 23,1 19-22,-2-9-12,0 14-111,-2 5-1644,0 5 1347,-2 0-174,0-6-224,0-22-359,0-3-3534,2 3 4705,-1-10 0,1-5 0,0-12 0</inkml:trace>
  <inkml:trace contextRef="#ctx0" brushRef="#br1" timeOffset="530790">24017 7067 11970,'-31'-30'558,"0"0"1,0 0 0,-11-11 0,5 9-156,6 23 2021,2 5-2166,-1 3-696,-16 15 612,10 2-43,4 5 1,1 4 317,-7 12-382,6 1 0,2 3 556,12-14 0,1 1-595,-10 25 0,1 2-14,12-19 0,1 0-9,-4 13 1,3 1-3,5-11 0,3-2-6,0 1 0,3 3-22,1 15 0,5 3-23,7-2 1,6 0 17,-1-12 0,2 0 0,7-3 18,15-1 1,8-3 0,-1-5-3,6 2 0,2-7-471,-6-9 0,3-2 0,-3-5 473,-2-4 1,0-5 11,-1-2 0,2-1 0,-1-1 11,7-2 1,1-1-12,-9-1 0,2-1 0,-4-1 16,3-5 1,-4-1-272,-1-2 1,-2-1 268,-3-1 0,-1-2-164,-3-1 0,-2-2 175,-2 0 0,-3-2 559,-2-2 0,-3 0-551,-2-2 1,-2-1 721,-2 0 0,-3-3-696,-1-15 0,-3-1-139,-2 11 1,-2 1 95,-3-14 1,-4 2 11,-3 14 0,-2 2 135,-4-1 1,-2 2-131,-3 0 1,-1 2-1,-3 0 1,-3 2 5,-1 1 1,-2 3-4,-2 0 1,-1 3-4,-2 0 1,0 3-3,-2 1 0,0 2-792,0 1 0,-1 2 775,2 1 0,-1 1-82,1 2 1,1 0 90,-29-2 568,25 6 1,2 1-716,-13 2-106,-2 5-134,27 5 596,7 5-1414,6 4 773,6 4 409,5 7 0,0-14 0,2 1 0</inkml:trace>
  <inkml:trace contextRef="#ctx0" brushRef="#br1" timeOffset="531455">26038 7587 24665,'5'-43'145,"0"0"1,1 3 0,4 8-113,10 14-16,4 4-6,8 4-11,-5 5-1644,11 0 1644,-8 4 381,2 3-381,-2 2-274,0 5 274,-1 3 11,0 3-22,-2 1 11,-2 2-28,-2 3 6,-3 2-6,-3 1-11,-4 0-6,-5 1-11,-4 0 17,-3 0 16,-7 0 18,-12 7 27,0-10 0,-11 5 23,7-13-6,-2-3 6,0-2 6,1-3 21,1-2 24,2-2 151,-4-4 21,4-8-156,1 0 1215,8-6-1255,7 3-10,3-1-17,0 0-6,2-1-17,2 1-5,2 2 6,2 0 294,2 3-300,1 1 11,12 0-17,-6 4-5,10 0-6,-7 5-6,2 2-5,4 4-3392,2 3 3391,2 3 1,1 3-930,14 12 913,-12-5-22,9 9-23,-18-10-45,-4 1-22,-5-1-17,-8 0-16,-3-1 10,-9-2 6,-6-1 11,-10-1-190,-23 2 2527,6-6-2443,-15 2-73,12-9-739,-17-2 190,14-2-1123,8-3 0,1-2 1997,-7-4 0,6 0 0,20 2 0</inkml:trace>
  <inkml:trace contextRef="#ctx0" brushRef="#br1" timeOffset="531833">26554 7045 18212,'-6'-3'2728,"1"0"-2084,5 3-123,-63-25-5755,31 17 5405,-9-6 0,-2 2 137,2 10-17,-2 6-39,-4 3 865,-2 7-949,-3 5 171,0 6-249,-1 5-29,15-3 1,0 4-471,10-7 0,1 2 423,-9 10 0,2 1-6,12-8 1,3 1 5,1 2 0,1 0-3,1 2 1,2 0-7,1 1 1,2 2-1,2-1 1,2 1-12,1 1 0,3-1 6,0 1 0,2-1 8,4 0 1,2-1-71,2 0 0,3-1 53,4-1 1,3-1 14,4-2 0,2-1 8,3-2 0,4 0 64,22 6 0,5-3-354,-12-8 1,2-2 310,-4-4 1,2 0-1,-1-4 26,8-1 1,-1-4 16,2-2 1,1-2 14,-1-1 0,2-3 73,-5-5 0,2-3 0,-3 0-484,6-2 0,-1-3 396,-10 0 1,2-2 0,-5-1 2,-2-3 0,-5-3 651,-2 0 0,-3-3-654,-3 0 1,-3-2-9,-3 0 0,-3-4 39,0-15 0,-3-3-78,-6 11 0,-2-1-132,0-13 1,-4-1 106,-5 15 0,-4 2 2,-1-1 0,-3 1-8,-3 1 0,-2 2 0,-2 0 0,-3 2-3,-2 2 1,-2 1-1,-2 2 0,-1 2-14,-3 2 1,-1 1-35,-1 2 1,-1 1-68,-1 2 1,-2 2-110,1 2 0,-1 2-258,0 1 1,0 3-1386,0 0 0,0 2 1870,-5 1 0,2 2 0,-3-1 0,3 2 0</inkml:trace>
  <inkml:trace contextRef="#ctx0" brushRef="#br1" timeOffset="543739">17652 8879 16448,'0'-4'2779,"0"1"1685,0 3-4324,-51-48-4336,34 36 4218,-12-14 1,1 6 38,15 26 877,-2 4-803,-10 10-2370,5-2 2257,-6 7 20,2 4-14,7-6-28,-1 6 2292,11 1-2236,8 3-2298,4 0 2265,8-1 94,1-12-100,2 2-1545,2-2 1528,2 1 6,1-2 10,1 0 24,12 7-29,-8-6 1401,8 4-1401,-11-7 2099,-2-3-2099,-4 1-6,-3-3 3322,-3 4-3310,-6-4 16,-5 2-5,-8-6 6,-5 0 0,-9 0-1,-4 0-10,-5-1-7,-4 1-4,-2-3 286,0 0-303,-1-2-18,2-1-10,2-1-449,-9-12-1187,19-8-252,-2-7-2196,21-5 4117,10 1 0,-3 14 0,2 0 0</inkml:trace>
  <inkml:trace contextRef="#ctx0" brushRef="#br1" timeOffset="543974">17924 8744 24794,'-16'29'173,"0"1"1,-10 18-135,21-8 12,3-8-12,0 1-6,1 3-16,1 0-95,-1 22-76,1-27 0,0 2-1620,0 7 1,0 1 760,3 20-724,0-9-1216,3-23 2953,1-1 0,-3-15 0,0-1 0</inkml:trace>
  <inkml:trace contextRef="#ctx0" brushRef="#br1" timeOffset="544940">17866 9216 23063,'-8'-43'73,"5"10"-50,16 36-12,3 2 0,3-1-5,3 1-23,15-1 6,-7-2-4252,11 0 4240,-14-2-5,0-2 871,-3-1-865,6-5 27,-10 1-5,4-3 17,-12 1 17,-3 0-12,-2-1 17,-2 2 57,-2-3 3441,-1 2-3470,-4 2 12,-2 3 16,-2 3 17,-1 0 39,-2 1 12,-2 3 5,0 0-6,-1 4-33,2 1-28,1 1-40,1-1 34,1 7-67,3-7 0,3 4 62,7-5-28,1-2 10,6 0-21,-1-4-6,3 0 50,8-3-39,-4-3 0,5-2-16,-8-2-1,-2-2 34,2-9-29,-6 3 7,0-5 5,-8 5-23,-2 1 23,-4 0 0,-2 1 68,-12-3-46,1 6-5,-6-1 5,5 9 6,-1 1-22,0 3-1,1 3 46,-7 7-34,0 9-57,0 3 1,5 4 6,8-5-1,2 3-16,2 0-383,3 1 377,2 1 6,2 0-12,4 0-44,9 10-12,3-9 1,9 7-29,0-12-44,4-3-45,4-2-6,4-3-1044,2-4 1027,-1-3 34,0-4 0,-2-3 61,-2-3 57,7-11 67,-12 0 11,3-9 61,-10-8-10,-7 6 16,1-10 349,-7 10-326,-1 1 27,-2 1 1073,0 3-1061,-1 2-23,0 2 6,0 2 6,-2 4-1,0 2-22,-2 4 34,2 1-106,-2 8-18,1 4 12,-1 8 28,1 17-34,-3-5-495,-1 16 473,-3-9-17,-3 3 6,-1 1-1388,-2 4 1382,-1 1 23,-2 3-23,0 1 5,1-1-5,0-1-154,3-4 154,0 7 11,5-18-5,1 3 0,4-22 16,0-4-5,1-6 379,0-5-379,2-5-17,1-6 0,3-7 0,0-5 0,2-4 215,0-6-209,0-4 5,2-6 6,-1-5-17,2-6 17,2-3 5,0-3-11,3 1 6,1 0 6,1 5-29,0 3-48,-6 22 1,1-1 19,12-24 45,-2 5-911,-1 13 900,-6 20 23,1 3-29,2 5-647,1 3 659,1 3 834,0 2-834,-1 2 254,2 4-260,-3 2-28,1 6 28,-3 3 943,-1 4-949,-3 4-10,-4 2 4,-3 2 1,-4 1 824,-5 2-818,-4 0 232,-7-1-238,-5-2 11,-5-1 0,-4-1-849,-4-3 838,-3-1 16,-2-3 6,0-2-11,1-4-28,1-2-44,4-4-80,3-3-156,6-3-207,6-4-314,6-3-566,6-6-1489,8-3 2884,6-4 0,-3 9 0,1-1 0</inkml:trace>
  <inkml:trace contextRef="#ctx0" brushRef="#br1" timeOffset="545172">19121 9158 21825,'-3'0'2868,"0"0"-1025,3 0-2140,26-30-207,-7 19-364,23-24-740,-13 28-2262,3-1 3870,4 0 0,-17 4 0,0-1 0</inkml:trace>
  <inkml:trace contextRef="#ctx0" brushRef="#br1" timeOffset="545554">19695 8851 18386,'2'-4'4481,"-1"0"-78,-1 4-4347,-17-27 50,-2 38 17,-8 6 0,0 5-470,1 24 352,6-6 1,4-3 97,13-9-81,1-2-16,6-1-6,3-3-6,5-2 12,5-4-6,4-2 56,17-6-40,-7-3 24,13-5-24,-11-5-214,0-6 243,-1-4 277,-2-3-260,-2-4-281,-2 0 286,-3-3 0,-2 1 107,2-12-62,-8 11-11,2-7-78,-9 15-23,-3 2 227,-2 3-227,-1 4 0,-2 2 0,0 4 287,0 1-287,-2 8 0,-1 1 0,-2 11 0,-3 1 0,1 4 0,-2 3 0,1 3 0,-2 1-328,-6 21 328,4-9 0,-3 17-124,4-12-944,0 3 340,0 4-442,-2 3-1200,1 3 2208,4-25 0,0-2 0,-1 3 0,1-2 1</inkml:trace>
  <inkml:trace contextRef="#ctx0" brushRef="#br1" timeOffset="545849">17336 9963 20364,'-48'8'588,"-1"0"0,1 1 0,-4 0 0,2 0-81,4 0 0,7 0-3251,14-2 3103,8 2 33,28-5-62,12-2-106,13-1 1,6-1-1341,-4-2 0,2 0 1214,19 0 0,8-1 27,-9-2 0,5 0 0,2-1-272,-7 1 0,1 0 0,3 0 0,-1 1 170,-11 0 1,0 0 0,1 0-1,0 0 1,1 0-205,1 0 0,2 0 0,0 0 1,-1 0-1,-2 1 195,0 0 0,-1 0 0,-1 0 0,1 1-150,2-1 0,0 0 0,1 0 0,-1 1 137,1-1 1,1 1-1,0 0 1,-1 0 77,1-1 1,0 1 0,0 0 0,0 1-79,0-1 1,0 0-1,0 1 1,0 0-1,-1-1 0,-1 1 1,1 0-1,-1 0 1,0 0 1,-1 1 0,-1-1 0,1 0 22,-3 1 1,1 0 0,-1-1 0,-1 1-28,14 0 0,-1-1 1,-1 1-3,-4 1 0,-1-1 0,2 1-38,-8 0 0,3 0 0,-1 0 0,-4 1-52,0-1 1,-4 1 0,1 1-51,7-1 0,1 1 0,-6 1-878,-10-1 0,-3 2 1022,22 3 0,-29-3 0,-7-1 0</inkml:trace>
  <inkml:trace contextRef="#ctx0" brushRef="#br1" timeOffset="548547">21598 8542 6743,'0'-53'1605,"0"0"1,1-12 0,2 7-856,0 15-27,3-19-51,-3 36-50,-1 5 2330,0 0-2582,-1 8 779,0 0-993,1 9 447,0 2-564,0 0 1667,4 8-1605,0 1 5,5 7-3328,-2 1 3306,1 3 56,4 17-44,0 8-63,1 3-22,-3 2-5,3 1 5,-2-10 0,3-4 1,4 1-175,16 8 183,-8-14 0,3-2-1,0-9 1,1-5-9,6-2 1,0-3-1114,-5-2 0,0-3 1113,3-1 1,0-1 5,21-2 1572,6-1-1581,-30-1 1,1 1-7,0-1 1,2-1 11,16-1 0,1-1-3,-13 2 1,1 0-10,11-1 1,0-1 3,-15 2 0,-3 1-4,1-1 1,0 1-6,-1 0 1,1 0-1,-2 1 0,2-1-6,12 1 1,1 1-407,-11-1 0,-1 1 418,10-1 0,1 1-3,-2 2 0,-1-1-821,-11 0 1,0 1 820,8 0 0,2 2-6,-4 0 1,-1 0 22,20 3-20,-21-2 0,-1-1 219,12 1-208,-16-3 1,0-1 14,16 1 27,-11-3 0,-2 0 40,3-3 22,6-4 39,-20 0 0,-2-3 6,-3-1 17,-1-1 764,6-10-775,-5 4 2169,6-8-2052,1-6-45,1-6-151,-9 13 0,0-2 918,0-1 1,-1-1-953,11-18-1276,-12 18 0,0 1 1287,1-3 34,5-17-61,-14 20-68,-5 3-50,-9 10-470,-17 10-1240,-13 12 1794,-6 3 0,12 2 0,12-2 0</inkml:trace>
  <inkml:trace contextRef="#ctx0" brushRef="#br1" timeOffset="550520">21640 10223 20873,'21'-49'1249,"-1"1"0,0 0 0,-3 9-879,-8 22-68,-1-1-88,-4 12-80,-3 1-61,0 3-40,-1 2 1,0 4-12,1 4 6,-1 5-11,1 5-11,-1 4 22,-2 5-6,-2 4-5,-1 4-6,-8 22-45,6-23 1,-1 0-380,-1 0 1,1 1 339,-1-2 0,1 2-2180,-1 10 0,2 0 1178,-1 11-1068,3-6 1,3-3-5467,7-11 7609,6 5 0,-5-29 0,1-2 0</inkml:trace>
  <inkml:trace contextRef="#ctx0" brushRef="#br1" timeOffset="550927">21994 9977 14927,'-23'-46'804,"1"0"1,1 4 0,0 10 1437,-5 21-1558,-20 5-396,7 14 0,-2 3-229,8-4 0,-1 3-458,-11 8 0,3 3 461,-8 11-34,25-13 0,-1 2-6,0 1 1,0 2-15,0 1 1,0 2 16,0 1 0,0 2 6,-9 15 0,1 3-23,8-11 0,1 1-908,-5 12 1,2-1 902,10-14 0,4 0-34,1 12 0,3 0-13,6-12 0,2-2-1,5 11 0,5-4-493,23 10 473,5-18 1,7-3 19,13-3 1,4-2-58,-19-8 1,0 0 0,1-2 71,4-3 0,2-2 0,-3-2-26,8-1 0,-1-3-6,1 0 1,1-2 268,-1 0 1,0-3-242,-2 0 0,1-2 34,-7-3 0,2-2 0,-4 0 11,7-3 1,-3-1 7,12-6 1,-4-2-3,-23 5 0,-3-2 27,21-20-10,-12-3 0,-10-4 277,-9-3-289,-7-5 17,-7-4-246,-3-3 263,-6-3-31,1 31 0,-1-1 0,-3 1 1,-1 0-4,-1 0 0,-2 1 6,-1 0 0,-1 1 0,-1 2 0,-2-1 70,-17-18 0,-2 1-70,11 18 0,0 2-11,-13-15 0,-1 4 11,-8 8-14,11 14 0,-1 1-3,-22-3-17,20 9 1,-1 1-57,-15 4-66,1 5-119,3 5-439,18 4 0,1 2-1694,-11 12-7194,-4 9 9574,25-10 0,11-11 0,5-5 0</inkml:trace>
  <inkml:trace contextRef="#ctx0" brushRef="#br1" timeOffset="551704">24024 10203 15720,'0'-4'4078,"1"1"475,-1 3-4480,8-25 11,-6 22-5,7-19-1,-9 29 0,0 1 6,-1 1-5,-2 1-1,-1 2 6,-4 0-5,-4 0-7,-3 2-4,-5-1-3404,-4 1 3375,-2-1 68,-16 2-34,11-5 22,-9-1 28,18-7 73,1-7-106,9-2-29,1-6 18,9 0-18,1-5-5,4-4 0,7-16-33,2 7-1,8-10-11,-4 14 6,21-8 0,-14 15 3380,14-4-3402,-19 19 10,2 2 7,-1 4-7,1 4-5,0 3 0,0 7-11,1 2-6,-2 5 17,-3 3 0,-2 3 0,-6 3 0,-3 2 0,-6 2-331,-8 3 311,-4-8 1,-3 2-3290,-16 18 3289,8-16 1,-2 0 5,3-8 0,-1-1-466,-2 1 0,-1 0 466,-2 0 0,0 0 8,-2 1 1,1-1-4,-1-1 1,0-1 5,0-1 1,2-2 2,1-1 0,1-2 11,-21 9-5,10-9 16,7-9 6,9-9 0,6-8-6,7-4-10,5-7 10,5-3-5,7-3 0,6-1 5,8 0 6,18-8-6,-6 10-5,13-4 0,1 10-17,3 8 0,0 2-1019,12 13 997,-25 1 22,12 8-22,-15-2-1,1 3-33,-1 0-45,-1 2-78,-1 0-84,0 0 441,1 2-1001,-1 0-476,0 1-813,0-2-2173,-2-2 4285,2 1 0,-17-10 0,0 0 0</inkml:trace>
  <inkml:trace contextRef="#ctx0" brushRef="#br1" timeOffset="552068">24522 10058 13445,'-12'-47'1078,"0"0"0,0 0 0,-5-17 1,-1 8-183,-12 4-213,-5 11-193,2 21 1,-4 3-703,7 6 0,-3 3 374,-8 2 0,-6 2 1,3 3-68,-3 3 0,0 4-210,4-2 0,-2 2 1,2 2 203,-9 5 1,2 2-221,-2 1 0,1 2 198,-1 3 0,1 1-25,1 2 0,1 2-17,2 2 1,2 2-15,1 2 0,3 2-8,3 0 0,1 5-2,11-3 0,0 6 1,2 2-1,2-1-315,-1 6 0,4 1 0,1 1 315,0-6 0,0 2 1,2 0-1,4-3 1,3 2 0,4-2 0,3-3-11,5 2 1,3-2 8,3-2 0,4 0 3,4-1 0,3-2 2,4-2 1,3-1-4,4-1 1,3-2 11,3-2 0,3-1-8,3-3 0,2-2-1,1-1 1,5-3 5,-2-4 0,5-1 0,-2-3-681,9 1 0,1-2 666,-7-2 0,3-1 1,-3-1 5,7-4 1,-3-2-186,2-2 0,1-2 188,-1-2 1,-1-2-1,0-3 1,-2-3-3,-1-1 0,-2-3 5,-3-2 1,-1-2 5,-4-2 0,-3-1 2,-4-1 1,-2-4 14,3-14 0,-4-7 86,-17 14 0,-2-1 1,-2-2-103,0 1 0,-2-1 0,-2 0 179,0-22 1,-7 2-181,-5 15 0,-2 1-3,-2 0 1,-2-1 10,-2 1 0,-3 0-5,0 2 0,-5 1 11,-12-13 0,-7 1-40,8 21 1,-3 2 0,-3 0-69,-11-4 0,-5 0 0,0 5-27,6 7 1,0 4-1,-1 2-123,-4 3 1,-1 2 0,2 4-581,-8 2 1,-1 3 875,12 1 0,-2 1 0,5 0 0,5 1 0,3 1 1,0-1-1,-1 0 0</inkml:trace>
  <inkml:trace contextRef="#ctx0" brushRef="#br0" timeOffset="557475">26182 10333 13110,'-1'-3'3086,"0"1"2157,1 2-5014,7-60-33,0 37-1072,-1-12 0,2 1 1028,4 17-23,2-1-28,1-1-34,3-2-22,3 1 454,14-7-488,10 3 6,0 1-358,0 10 330,-15 8-6,-2 3-16,-3 3 10,-3 4 1432,2 11-1409,-6 10-3262,-3 3 3268,-7 2-394,-8-6 382,-5-1-5,-2 1-34,-17 10 45,4-8 0,-11 6 6,7-10 11,-14 5 44,-15 4-16,10-7-907,-6-3 952,28-17 2772,-6-3-2728,9-5 6,0-3 880,9-11-959,6 3-16,3-7-17,6 7 6,4 0-1,5 2-10,2 2 1559,12 1-1582,-4 6 11,9 0-11,-8 4 11,1 3-3397,1 4 3386,0 3 11,10 10-22,-10-3 5,5 8 1,-12-6-12,-3 1 6,-2 1-6,-2 1-11,-3 0-17,-3 0-11,-4 1-28,-3 0-28,-9-1-50,-8 1-51,-10 0-39,-9-1-51,-7-1-503,-5-2 358,-3-2-112,-2-4-348,16-7 1,0-2-2890,-17 0 2296,20-4 0,1-1-6290,-3-3 7791,8-3 0,14 2 0,6 1 0</inkml:trace>
  <inkml:trace contextRef="#ctx0" brushRef="#br0" timeOffset="557859">26480 9623 15048,'-1'-3'2688,"1"0"-833,0 3-1094,-65-3-783,30 8 304,-9-4 1,-2 3 386,1 14-293,-3 4-1359,3 7 1,-1 4 1029,18-12 1,0 2-23,-16 15 1,3 3-1198,20-15 1,4 1 1182,-1 2 0,2 1-3,1 1 1,1 1-88,2 0 1,1 2 106,-1 15 0,3 2-17,3-12 0,2 1-367,1 3 0,2 4 0,2-4 356,3-4 0,3-2-11,12 22 0,5-2 420,-4-26 1,3-4-424,9 9 0,3-4-3,-4-11 1,0-4-12,2 0 0,2-3 14,3 0 0,0-2-9,2-2 1,0-2 16,2-2 1,1-1 7,0-2 1,0-1 5,1-2 1,0-3 637,-2 0 1,2-3-611,14-9 1,1-4-12,-16 4 1,-2-2-783,12-7 1,-2-3 812,-8-5 0,-3-4-17,-4-6 0,-3-5 112,-8 8 0,-1-3 1,-3-2-139,-5-3 0,-3-2 0,-5 0-2,-3-2 0,-5-1 1,-3 1 4,-5 1 1,-3 1 0,-3 2 5,-5-9 1,-5 5 2,-5 7 0,-3 6 3,5 15 0,0 3 0,-2 2 0,-1 2-3,-2 2 1,-1 3 2,1 1 0,-2 3 14,-14 0 0,-1 3-42,14 2 0,0 1-6,-8 2 0,0 2-47,10 5 0,3 3 126,-19 25-661,7 4-735,20 11 1323,18-1 0,3-22 0,1 0 0</inkml:trace>
  <inkml:trace contextRef="#ctx0" brushRef="#br0" timeOffset="558453">28434 10326 9813,'33'-51'1044,"1"-1"0,-4 4 0,-5 4 2561,-8-8-2518,-1 0-645,-3 2-50,-4 13-51,-6 18 1424,-1 6-1333,-2 2 650,-4 6-1004,-4 12 3259,-3 5-3303,-2 12 11,-6 17-62,4-6 22,-6 17 3,10-21 1,0 1-708,-1 4 0,0 1 699,0 1 0,0-2-3,1 0 0,1-3-2790,-1 13 2798,2-5-5,5-4 12,1-6 4,6 2 7,2-15 10,5 0 74,10-15-18,11-17-49,18-14-1101,-3-7 1072,-21 14 1,-1 0 1994,12-13-1966,-1-1-12,-3 0-4,-8 8 0,0 1 105,6-8-51,3-3-38,-22 26-12,-9 9-28,-2 4 5,-8 11 6,0 3 3209,-8 12-3209,-6 15 1,6-6-7,0 5 1,1 1-323,2 4 314,4-11 1,1 0-43,4 22 11,3-15-39,5 13-260,11-8-479,11-8-1020,14-3-1898,7-22 106,-6-18 3344,1-14 0,-26 7 0,0-2 0</inkml:trace>
  <inkml:trace contextRef="#ctx0" brushRef="#br0" timeOffset="558850">29214 9959 13310,'-6'-44'1308,"-1"1"0,1 0 0,-2-8 0,-3 4-852,-3 13 1,-3 3 268,-7 5 0,-2 3-661,-17-11 162,13 14 1,-1 2 93,-19 0-74,-4 5 20,-2 11 0,-4 4-193,21 1 0,-1 2-1147,-12 5 1,-6 2-1,6 3 1116,9 1 0,2 3-6,-14 6 1,-2 4-399,19-4 0,0 3 1,2 0 389,-7 5 0,1 3-474,6-4 1,-1 3 0,3-1 456,-1 7 1,2 0-138,2 1 0,2 4 124,5-5 0,1 4 1,2 0-7,5 1 1,1 0-1,2 1 182,-1-1 1,1 0-1,3 0-191,3 16 1,6-3-10,5-20 1,3-1-6,3-2 1,2 0 444,4-2 0,3-2-442,3 0 0,3-3-6,4-1 1,3-2-7,4-2 1,3-3-14,4 0 0,3-2-20,3-3 0,3-1-142,3-2 0,2-2 134,2-1 0,3-2-11,-4-4 1,5 0-1,-2-2 42,-15-1 1,-1-1 0,4-3 40,5-1 1,6-2-1,0-2 1,-7 0-250,-9-2 0,-5 0 1,1-2 273,9-3 1,2-3 0,-4-2 24,-9-3 0,-4-3 0,-2 1 475,3-5 1,-3-3-471,-5-6 1,0-4 0,-5 2-11,-7 0 1,-4-1-336,2-15 1,-4 0 329,-6 12 0,-2 2 11,-2-2 0,-1-1 90,-1 1 0,-3-1-85,-1 2 1,-2 0 8,-2 1 0,-2 2 14,-1 3 0,-3 0 702,-11-9 1,-3 3-717,6 13 0,-2 1-592,-10-7 0,-1 4 566,8 14 1,0 2-12,-1 1 1,0 1 698,-1 2 1,0 1-731,1 1 1,0 2-1039,-31-5 921,4 4 186,3 6-771,21 5 0,1 3-1572,-13 6 2286,-11 12 0,38-11 0,3 1 0</inkml:trace>
  <inkml:trace contextRef="#ctx0" brushRef="#br0" timeOffset="559643">31034 10067 22922,'-34'-47'118,"2"8"-85,14 39-5,-3 0 17,0 0-17,-2 0-6,-1 1 6,-1 1-4860,-1 0 4843,2 1-285,0 0 285,4 1 1047,3 2-1047,2 0 0,3 2 0,1 2 173,2 1-173,0 3 0,0 2 6,1 2-6,-2 2-5,2 1 2618,-4 9-2596,5-6-5,-2 6 10,4-10 6,2-1-27,1-1 16,1-2 0,0-1 0,1-2 2418,0-3-2395,0-1 10,0-3 6,0-2 29,0-1 10,0-1 410,0-1-354,3-2-39,-1-2-39,3-2-5,1-2-12,0-2 56,6-7-100,-1 3 21,4-6-16,-4 7 56,11-6-3459,-7 7 3381,7-2 22,-11 10-28,2 1-6,0 1 12,2 0-17,1 3 11,2 1 0,1 4 0,1 2 0,0 3-6,2 3-5,0 2-17,10 15 22,-9-6 1,5 11-12,-14-11 45,-5 1-34,-4-3 6,-10-1 6,-6-1-23,-10-2 17,-6-2-6,-6-1-5,-4-2-11,-3-3-12,-1-3-5,0-3-317,0-2 250,3-2-34,3-4-62,4-3-106,5-4-191,5-4-347,5-4-475,7-4-931,4-4-2829,7-6-3656,3 1 9548,2 0 1,-2 15 0,-2 5-1</inkml:trace>
  <inkml:trace contextRef="#ctx0" brushRef="#br0" timeOffset="559992">31046 9643 15687,'-1'-4'3506,"1"1"-1815,0 3-1064,-65-18-787,32 14 365,-10-5 0,-1 2 125,2 13-55,-3 5 4,-2 5-55,-1 5-532,-3 4 464,0 6-100,25-13 0,-1 1 0,1 2 0,0 2-419,-1 1 1,1 2 381,0 3 1,1 0-9,0 2 0,0 4 2,4 0 0,-1 3 1,1-1 2,-3 8 1,2 0-416,3-4 1,0 1-1,3-2 402,1 5 0,3-2 2,2 0 1,2-1-6,3 0 0,2-2-6,3-3 1,6 1-18,12 11 1,6-1-1,-2-13 1,3-3 8,14 11 0,3-4 0,-4-14 0,1-4-501,4 1 1,2-3 497,2 0 0,2-2 3,2-2 0,2-1 3,0-1 0,1-3 8,1-1 0,0-1 9,0-3-1,-1-2 1,1-1 0,-1-3 5,-3-3 0,0-2 0,-2-2 0,-1-2 6,-3-3 0,-1-3 16,-4-1 1,-1-4 44,9-13 1,-4-4-40,-12 9 0,-2-5 6,1-16 0,1-9 0,-6 4-916,-8 7 1,-3-2 879,1-2 1,-1-5-1,-4 5 5,-4 3 0,-4 1-351,-1 0 1,-1-2 0,-2 2 342,-1-6 0,-3-2 13,-4 0 0,-3-5 1,-1 6 5,-5 9 0,-2 4 6,-6-11 0,-7 4-43,-11 11 1,-3 6-358,8 9 0,-3 2 255,4 5 0,-3 0 0,1 4-513,-11 3 0,-2 4 694,9 2 0,-2 2 0,4 0 0,5 0 0,3 1 0,-3 0 0,1 1 1</inkml:trace>
  <inkml:trace contextRef="#ctx0" brushRef="#br0" timeOffset="562134">19738 10792 18369,'0'-58'1068,"0"-1"1,1 1 0,0 8 0,-1 2 0,-2 9-722,-9 3 168,-7 15-352,2 10-40,-9 3 73,-11 17-3470,5 3 3352,-14 11-19,19-5 0,-1 3-596,-10 13 0,0 3 548,7-8 0,0 1-957,-4 9 0,5 0 946,4 5 0,12-13 0,2 1-430,-1 29 435,7-3 1579,12-13-1573,21-15 1,-1-13 16,13-1 1019,-6-12-974,18-10 2617,-12-3-2629,-8-3 1,-2-3 17,4-8-6,7-10 67,-6-9 494,-11 9-533,5-11 28,-15 14-1,-2 0 130,-4 2-118,0 3-28,-3 1 0,-1 5-3087,-1 3 3070,0 4 214,-2 4-258,1 3 391,-2 2-442,1 3 12,-1 8 4,0 0 1,1 10 6,-1 1 3374,0 5-3397,0 2 11,0 17-719,0-8 691,0 11-33,2-13-51,1 0-50,5 0-113,3 0-189,4 0-258,4 0-421,4-1-1115,4-4-1304,4-3 3551,6-2 0,-16-12 0,-1-1 0</inkml:trace>
  <inkml:trace contextRef="#ctx0" brushRef="#br0" timeOffset="562435">20349 10909 18196,'0'-3'4123,"0"0"-438,0 3-3635,-36 3-10,26 4-1,-26 5 0,36 4-11,0-1 0,3-1 11,2 0-5,3-2 16,1-2 68,7 1 61,0-6-61,1 0 145,2-12-134,-8 0 123,6-15-129,-8 7-6,0-8-16,-4 6 6,-2 1-1,-1 1 79,-1-3-112,-3 6-23,-1-3-5,-1 8 0,-4 1-40,3 3-50,-3 1-106,1 4-263,1 3-734,0 4-3905,0 4 5053,0 2 0,2-6 0,1 0 0</inkml:trace>
  <inkml:trace contextRef="#ctx0" brushRef="#br0" timeOffset="584250">21749 11586 8815,'-58'0'823,"1"-1"0,-1 1 1,4-1-1,1 1 0,6 0-521,8 0 1,4 1-353,-5 0 0,3 1 515,-3 2-85,-6 0-66,19 0-73,5-2-107,4 1 754,6 0-793,6-1 431,6 0-375,7 0 245,6 1-289,6-1 972,4 1-983,6-1-24,4 0 24,6 0-18,4 0-5,7 0-1018,5 0 1023,6 0-36,-29-2 1,2 0 4,1 1 1,1-1 2,3 0 1,1 0-4,1 0 1,1 0-559,3 0 0,1 0 555,3-1 1,1 1-783,2-1 0,1 0 788,3-1 1,4-1 27,0 0 1,4 0-1,-1 0-549,-12 0 0,-3 1 0,6-1 513,-2 0 1,6 0-1,2 0 1,-2 0 0,-4 0-437,7 0 1,-4 0-1,2 1 418,-1-1 0,4-1 0,-1 1 0,-3 1-149,0-1 1,-3 1 0,4 0 156,-11 0 1,4 0-1,1-1 1,-1 1-1,-2 0-149,0 0 1,-2 0 0,1 0 0,1 0 132,0 0 1,3 0 0,1 0 0,-1 0 0,-4 0 9,14-1 0,-4 0 0,1 1 2,0-1 0,1 1 0,0-1 0,1 1 0,0-1 0,-1 1 2,0-1 0,0 1 0,4-1-65,-13 1 0,5 0 1,0 0-1,1 0 0,-4 0 57,1 0 1,-2 0-1,0 0 1,3 0-9,-1 1 1,4-1-1,1 0 1,-1 1 0,-4-1-6,-1 1 1,-3-1 0,-1 1 0,1 0-78,1 0 1,1 0 0,0 0 0,0 0 69,0 0 1,0 0 0,0 0 0,1 0 4,-1 1 0,1-1 0,0 0 0,0 0 4,0 0 0,0 0 0,0 1 1,0-1-4,0 0 0,0 0 1,0 0-1,0 1 1,-1-1 1,0 0 0,0 1 0,4-1 8,1 0 0,5 0 0,0 1 0,-1-1 0,-2 0-2,-1 0 1,-2 1 0,-1-1 0,4 0 3,-3 0 0,4 1 0,1-1 1,-2 0-1,-4 0 18,-5 1 0,-3-1 1,0 0-1,3 1 14,2-1 1,2 0 0,2 0 0,-1 0 0,-3 0-10,0 0 1,-3 0-1,1-1 1,1 1-10,-1 0 1,3 0 0,0-1 0,-1 1 0,-3-1 113,9 0 1,-3 0 0,2 0-58,1-1 0,3 0 0,1 1 0,-3-1-32,2 0 1,-2 0 0,2 0-20,-4 1 1,3-1 0,0 1-1,-5-1 14,0 1 0,-3-1 1,0 1 142,-1 0 0,1 0 0,2 0-153,1 0 1,3 0 0,0 0 0,-2 0-28,3 0 0,-3 0 0,2 0-2,-3 0 0,3 0 1,-1 0-1,-3 0-92,-1 0 0,-3 1 1,-1-1 83,2 1 1,0-1-1,-1 0 2,0 1 1,-1-1-1,1 1 2,-1 0 0,0-1 1,-1 0-163,0 1 1,-1 0 0,-1 0 155,0-1 1,-1 1 0,0 0-3,-1 0 1,-1 0 0,0 0-2,19-1 1,-2 1 135,-2 0 0,-2 0-138,-4 0 0,-1 0-3,-5 1 1,-1-1-10,-5 1 1,-1-1 0,-6 1 0,-2 0 1123,20-2-1235,-14 1-163,-14 1 1294,-13 0-1776,-7 0 1,-6 0-1</inkml:trace>
  <inkml:trace contextRef="#ctx0" brushRef="#br0" timeOffset="600470">23521 1060 15279,'1'-54'572,"-1"0"1,2 10 0,1-1-1,0 4-57,1 2 0,1 1-1227,2-9 0,1 0 1454,3-9-110,0 4-89,0 6 277,1-5-592,-3 18 24,-1-1 678,-4 20-773,-3 6 315,0 4-371,-1 2-57,0 8 24,0 3 10,-2 9 6,0 6-6,-2 8-22,0 7-1140,-1 9 1140,-2 9-31,3-25 0,1 2-193,-2 3 1,0 1 209,1 3 0,-1 1 0,0 1 0,-1 3-3,1-2 0,-1 4 1,1-2-24,-1 7 1,0 1-6,0-8 0,0 2 1,1-3 4,-1 2 1,1-1-799,-1-4 1,0 2 0,1-3 806,-2 7 0,1-1 8,-3 13 1,1-1-300,2-20 1,0-3 276,0 0 0,0-2 6,-4 28 0,1-7 5,1-9 6,2-7 28,0-8 259,1-6-265,0-7 997,1-5-890,1-4 2817,1-5-2788,0-3 1055,0-4-1179,0-3-6,-1-6-17,2-7-11,0-5-6,1-8 1,4-7-18,2-6-1070,5-7 1104,1-6-36,-4 27 0,0-1-1388,0 0 0,0 0 1393,2-2 0,-1 1-5,0-1 0,0 1-928,0-1 1,1 1 927,-2-2 0,0 1-618,0 0 1,0-1 619,-1 0 1,0 0-172,0-1 0,-1 0 171,1-1 1,-2 1 178,1-1 1,0 0-188,-2 1 0,0 0 11,0 0 1,-1 0-1,0 2 1,-1 1-4,0 1 1,-1 0 1209,2-28-1176,-2 5 1231,0 4-1225,0 5 1366,1 5-1400,-1-7 0,0 16 3111,0-3-3127,0 20 218,0 5-258,-1 5 552,0 3-557,0 11 56,0 3 10,-1 15-44,-5 30 0,-2-1-436,2-15 0,-1 2 481,0-5 0,0 1-748,-2 3 0,0 1 748,0 3 0,-1 1 11,0 2 0,-1 1-23,0 0 1,0 1 2,1-2 1,0 0 2,1-2 0,0-1-11,1-3 0,1 1 17,-1 13 0,1-1-9,2-16 1,0 1-12,0 9 0,1-2 14,0 12-11,1-8 12,1-7 4,1-9-1092,1-7 1093,0-8-188,0-6 267,0-6 650,0-4-528,0-3 1206,-1-14-1396,-1-2-6,0-16-5,0-2-11,0-9 236,2 5 1,1-1-243,0 5 0,2 0-3,0-13 1,0 0 2,2 9 0,1 1 0,0-2 0,1-1 5,4-16 1,0 0-3,-2 12 0,-1 0-441,4-11 1,0 1 439,-4 17 1,-1 2-6,0 2 1,0-1 4,2-8 1,-2 1-2695,4-14 2687,0-10-1604,-6 31 1604,-1 6 382,-1 1-377,-2 11-11,0 3 589,-1 8-684,0 2 2477,-2 11-2382,0 8-23,-1 6-16,0 8-28,-1-3-96,-1 6 1104,-2 5-1664,-1 5-734,0 4-2458,0 2 3926,1 8 0,4-40 0,2-5 0</inkml:trace>
  <inkml:trace contextRef="#ctx0" brushRef="#br0" timeOffset="601571">24611 1341 27570,'0'-7'1280,"0"1"-1340,3-55-103,-3 40 158,2-14 1,0 2 209,-2 17-311,1 5-125,-1 2-736,1 4 660,-1 5 109,0 6-10,0 1-9,0 9 56,1 2 152,-1 5-27,0 4 27,0 3 10,-4 17-9,-1 5-11,-3-1 15,2-16 0,1-2 4,-3 7-3370,-1 5 3410,3-22-1761,2-13 1805,1-2 45,1-3 22,0-3 196,0-1-235,1-6-39,-2-2 2497,1-6-2497,-1-15 2593,2 2-2616,0-28-39,3 16-306,2-17 295,2 24 0,1-2 0,2-3 0,1 0-3,0-1 1,0 1-1263,0 1 0,1 1 1265,5-12-417,1 2 423,1 2-1,0 5-5,0 4 12,0 4-1,7-4-11,-7 12-11,6-3 207,-10 13-207,0 3 2442,6 2-2459,0 3 586,0 3-564,10 19-11,-12 8 17,2 23 0,-12-8 17,-10 7-17,-6-10-570,-7 1 576,0-12 0,-2 0-9,-3-1 0,-1-1 8,0 0 1,-1-3-831,-18 15 853,13-21-6,1-3-38,3-4 55,3-4 17,4-2 5,3-2-10,3-5-1,2-1 546,0-9-574,4 1-10,0-4 848,3 1-882,5 1 56,-1 2-51,5 3-6,4 6 23,-2 2-5,6 2-1,-2 2-5,1 4 17,11 8-6,-7-3-6,9 6 0,-8-4 6,1-1 0,1 0 17,2-1-34,15 3 6,8-4 11,16-2-1247,-12-7 1236,-6-7 11,-16-3 11,-3-3 1,-3-3-1,-3-1-22,3-13 33,-5-8-28,1-14 6,-6-6-254,-6 13 259,-1 4 1211,-5 18-1193,1 3 21,-2 2 24,0 0-29,0 6 17,-2-1 257,2 8-313,-2 1-28,0 2 0,1 0 12,0 4 16,-2 9 0,0 2-12,-4 22 18,3-11-17,-1 11 5,3-11-11,1 1-5,1-3-34,3 1-50,1-1-90,3-2-684,6 7-1254,6-3-5416,7 0 7550,0-11 0,-10-8 0,-6-6 0</inkml:trace>
  <inkml:trace contextRef="#ctx0" brushRef="#br0" timeOffset="601738">25508 773 18319,'-4'-5'3170,"1"1"-3489,3 4-1327,-23-21-2354,24 26 4000,-14-10 0,21 20 0,0-1 0</inkml:trace>
  <inkml:trace contextRef="#ctx0" brushRef="#br0" timeOffset="602846">25970 951 20834,'0'-6'2957,"0"1"-94,0 5-2830,-65-50-1535,37 42 1510,-12-16 1,1 5-3344,14 33 3341,-1 2 11,0 2 599,3 2-616,1 2 6,2 1-12,3 1 12,3-2-12,3-1-111,3-3 111,4-2 497,1-4-474,2-2 3141,1-2-3152,1-2 580,4-3-446,6-2 125,2-4-204,5-2-5,-2-5 0,2-1 0,1-2 51,8-7-46,-6 6-5,3-5 23,-10 8-29,-1 3 12,-1-1-51,-4 4 0,-1 1-11,-4 3 0,-1 1 6,1 3-1,0 3 6,1 5 1,1 5-7,0 6 6,0 4-5,-2 4 5,-1 4-5,-1 1 5,-3 3 0,-8 22-506,-1-10 495,2-16 0,-2 0-1021,-7 18 1015,-3 1-16,-3 0-12,0 1 1,-2-4-12,1-4 11,0-7 12,4-5 16,3-10-454,2-7 465,5-9-10,2-5-7,1-18 420,4-1-419,1-16-17,12-16-17,1 7-1078,0 11 0,2 0 1072,10-17-21,6-4-115,5-3 159,-15 27 0,2-1-11,1 1 0,0-1-744,2 1 0,1 0 757,0 0 1,1 0 5,0 1 1,0 1 10,-1-1 1,1 1-1,-1 0 1,0 1-142,-1 0 1,0 1 121,21-23 12,-3 2 1090,-2 2-1091,-2 0 17,-3 0-5,-3-1 21,-4 1 274,-3 1-284,-3 2 27,-3 2-16,-3 5-28,-4 4 73,-2 3-40,-3 4 23,-1 3-12,-2 3 1731,-1 2-1731,-1 4 449,-1 2-438,1 2 1671,-1 2-1704,0 1 282,0 1-293,-1 7 117,0 2-123,-1 7 28,-1 5-27,-1 4-1,-1 6 17,-1 4-33,-1 4-499,0 5 532,-2 3-11,1 4 0,-2-1 11,0 2-1271,-1-2 1260,1-2 16,1-2-4,0-5-1,1 7-11,3-16 11,0 5-5,4-18-1,0-4 444,1-3-449,2-4 1350,-1-3-1317,2-3 7,1-1 4,2-4-21,1-2-6,2-5 5,3-4-5,6-12 5,-3 4 1,5-7-1,-6 7-5,0 1 0,0 1-17,-1 2 5,1 3 6,-2 2-11,0 3-11,-2 3 6,0 2-1,-1 2-11,0 3 12,-1 0-1,1 1 6,-1 3 0,0 2 0,6 8-6,-4-2-5,4 5 17,-4-4-6,0 0 11,0 1-5,0-1 5,1-1-6,1-2 1,2-3 28,1-2-23,1-2 6,3-2-6,1-4-6,0-4 1,1-5 11,-1-4 5,0-3-16,-2-2 11,1-3-237,-3-3 237,0-2-11,-1-3 11,0-4-12,-1-1-1815,0 0 1860,-2 0 23,3-10-818,-6 15 756,0-6-230,-5 17 258,-3 3 6,0 3 5,0 4 1,-1 2-29,0 4 1598,0 2-1609,-1 1 941,0 2-963,-1 1 601,-1 4-601,-1 4 22,0 5-11,-2 5 0,0 4-11,-1 3-6,0 4 11,0 2-22,1 2-3364,1 2 3381,1 2 11,2-1-96,2 2 85,4 0-23,3 1-83,16 17-7,-2-15-453,11 12 191,-4-21-197,1-3-1971,16 4-795,-10-12 3349,13 2 0,-30-17 0,-1-2 0</inkml:trace>
  <inkml:trace contextRef="#ctx0" brushRef="#br0" timeOffset="603030">26984 863 18986,'-4'-2'3193,"1"0"-461,3 2-2788,23-38-123,-4 28-118,22-29-341,-8 39-661,3 1-1496,3 2 2795,5 2 0,-20-2 0,-1 1 0</inkml:trace>
  <inkml:trace contextRef="#ctx0" brushRef="#br0" timeOffset="603322">27903 793 25623,'-46'8'61,"-1"-1"1,4 1 0,6 2 11,10 13-5672,-2 1 5655,0 0-770,2 0 770,2 0 1120,-1 10-1137,12-10-5,0 6 5,12-13 6,5-2 5,4 0 12,6-3 2430,23 3-2464,-4-5-28,19 1 1145,-19-8 0,0 0-1313,20 1-1009,-17-2 0,-1 0 504,16-1-570,-1 0-1491,-1-1 2734,4 0 0,-25 0 0,-2 0 0</inkml:trace>
  <inkml:trace contextRef="#ctx0" brushRef="#br0" timeOffset="604748">28537 1194 16507,'11'-58'874,"1"0"1,-1 6 0,-2 7-350,-3 8-81,0 7-88,0 2 2114,0 0-2264,-2 10 810,0-1-954,-2 13-29,0 2-5,-2 3 6,0 16-12,0-1-5,-1 16 8,-3 3 1,-1 2-2558,-4 12 2540,2-7 1,-2 2 8,-1-6 0,-1 0 118,0 2 1,0 1-142,1 1 0,0-2-2,2-3 0,2-1-82,2 25-134,10-7 34,2-5-74,9-14-722,6-14 230,-3-9-252,8-2-325,-5-10-359,3-3-3035,15-13-2543,4-8 6326,-17 8 0,-2-2 568,13-13 376,-10-1 2900,-16 10-2900,-3 2-2022,-3 0 4844,-2 3 2779,-2-3-1792,-4 4-1009,-4 0-1921,0 8-184,-4 4-152,4 3 3247,-1 1-3505,1 2-77,1-1-40,0 1-51,2 1 62,-3 1-123,2 1-11,0 2-6,2 1-11,0 0 12,1 1 16,1 0 78,5 4-89,1-2 112,17 4-73,-8-8-23,10 0 1,-8-4-17,0-3 22,0-3-6,0-3-5,-1-2 23,-2-1-23,-1-2 11,-3-1 57,2-8-7,-5-4-33,0 1 0,-5 2 12,-2 10 21,-1 2 6,-1 1 1,-1 2 44,-5 1-129,0 2-17,-3 2 23,-1 3-28,-1 2 5,-4 2 1,-3 5-23,-1 1 16,-1 4 18,1 2 0,1 2 27,-4 10-61,8-4 11,-1 7-33,8 1 11,4-9-17,2 9 33,6-12-49,3 0-18,6-1-33,3-3-224,16 3-3309,-5-7 3304,13 0-114,-9-8-86,4-2-327,20-5 476,-12-2 22,14-6 73,-17-1 51,-1-4 133,-2-3-174,-2-3 315,7-16 140,-4-4 2502,-2-2-2502,-9 5 129,-13 12-45,-3 2-2983,-3 0 3050,-3 4 11,-3 1 244,-1 1-255,-3 2-27,-2 3-35,-2 1-50,-2 2 448,0 2-527,0 3-22,0 2-50,0 1 3353,1 2-3409,0 0-1,0 4-4,0 2-7,-6 14-22,-1 10-3363,-2 4 3396,0 7-4,4-4-1256,1 3 1244,1 6-843,0 3 871,1 3-265,0 5 242,-1 3 783,2 2-796,3-30 0,1 1-4,-1 0 1,1 0-6,0 0 1,0 1-21,0-1 1,-1 0 878,-4 30-982,-3-4-12,2-21 1,-3-1 70,-2-5 0,-1-2 75,0 0 1,-1-2 27,-15 5 17,11-24 57,-3-11 1000,9-7-1051,-2-11 5,11-4-5,3-6-80,3-5 97,5-4-1,3-5 1965,6-1-1987,4-1-3,-3 13 1,1 1-874,11-16 848,-9 19 1,2 1-1,8-6-6,1 3 7,0 2-18,1 3 23,2 0-2736,-1 3 2708,1 0 11,2 1-602,19-9 596,-10 7-825,-14 8 1,0 1 813,14-7 17,1-2 104,-1 1-104,0-2 6,-3-1-6,-4-1 5,-3 0 1,-6-1 5,1-6-11,-11 11 28,-2-3 1730,-11 14-1724,-2 4 1014,-3 0-1042,-1 5 3058,0 0-3058,-1 3 1021,1 0-1021,0 1-12,1 0 12,-1 0-12,0 2 23,-1 2-11,0 2-12,0 3 17,-2 3-5,1 2-1,-1 4 7,0 3-18,0 2 23,0 4 5,-1 2 6,-2 18-28,2-10 0,-1 12 0,3-15-11,2-1 11,0 0-22,1-1-3387,2 10 3386,1-11-146,6 15-33,0-22-162,4 4-241,-2-12-342,0-3-470,1-3-1322,0-3-6480,-1-4 9219,-1-2 0,-4-1 0,-3 0 0</inkml:trace>
  <inkml:trace contextRef="#ctx0" brushRef="#br0" timeOffset="604921">29811 1333 22459,'54'-21'-580,"1"1"0,-9 6 0,3 2 0,-8 4-2657,12 7 3237,-6 1 0,-4-1 0,-16 1 0,-1 0 0</inkml:trace>
  <inkml:trace contextRef="#ctx0" brushRef="#br0" timeOffset="605922">24614 1945 17738,'59'2'112,"1"0"0,-3 0 0,-4-1-70,-18 0 0,-2 1-8,4-1-1,0 0 9,3 1 0,0-1-6,3 0 1,0 1-4,3-1 1,0 1-17,1 0 0,3 0-2,-1 0 0,5 1 0,-3-1-4,11 1 0,1 1-83,-7-2 1,2 1 0,-2 0 76,-12-1 1,-3 0 0,1 0-6,-1 0 0,1 0 0,8 1-1,-5-1 0,10 0 1,6 1-1,3 0 0,1 0 1,-1 0-1,-5 0 0,-7-1-256,8 1 0,-7 0 1,0 0-1,7 0 257,-7-1 0,7 1 0,4 0 0,2 1 0,0-1 0,-4 0 0,-6 0 0,-8-1-141,10 1 1,-10 0 0,0-1 138,2 0 0,0 1 0,3-1-145,1 1 0,3 0 1,0-1-1,-2 1 145,3-1 0,-3 0 0,3 0-53,-4 0 0,1 1 1,2-1-1,-2 0 60,0-1 1,0 0 0,0 0-1,-4 0-11,4-1 1,-2 1 0,2 0-5,-4-1 0,3 1 0,-1-1 0,-3 0 2,-2 0 1,-3-1 0,0 1-1,0-1 1,0 0 0,-1 0 10,0 0 1,-1-1 0,3 0-1,14-2 1,3 1 0,-3-1-8,-12 0 0,-4 1 1,3 0 1,12-2 0,1 1 0,-3-1 333,1 0 0,-1-1-322,-7 0 0,2 0 1,0-1-1,-1 0 0,0-1 1,0 0-3,-1 0 0,-1 0 1,-1-1 368,17-4 0,-6 0-365,-20 2 0,-3-1 6,0 0 0,-1-1 2,-2 0 1,0-2-130,9-8 0,0-1 140,-11 6 1,-1-2 30,19-13 1,-3-1 298,-19 13 0,-2 1-327,7-7 1,0 1 33,8-12-5,-3 1 22,-2 0 527,-5 2-510,-4 0 0,-4 0-28,-5 0 861,-5-1-850,-4-17-50,-9 10-17,-7-13-17,-10 13-17,-3 11 0,-3 0 14,4 6 0,-2 0-11,-10-9 0,-1 0 306,4 10 0,0 1-304,-2-1 1,-1 1 16,-1 0 1,-3 1-20,-18-9 0,-2 1 8,13 7 1,0 1-10,5 4 0,-3-1 0,3 2 1,-4-1 0,0 2-555,0-1 1,-1 2 562,0 0 1,-1 0-1,0 1 0,0-1 12,-2 1 0,1 1-9,-1-1 0,0 0 6,-2 1 0,0-1-3,-1 1 0,-3-2-6,1 2 0,-4-1 1,2 1-3,9 2 1,2 1-1,-2-1-418,-13-2 0,-3-1 0,-1 0 428,10 3 1,0 0 0,-1 1 0,3 0 2,-6-1 1,3 0 0,-4 1 1,5-1 0,-3 1 0,-2-1 0,-3-1-4,0 2 0,-5-2 1,0 1-1,1 0 1,4 1 9,8 2 0,3 0 0,0 0 0,-4-1-18,-7 0 1,-6-2-1,-1 0 1,2 1 0,8 1-4,20 4 3</inkml:trace>
  <inkml:trace contextRef="#ctx0" brushRef="#br0" timeOffset="605922">24694 0 17195,'-7'4'2,"-28"21"-5,2 1 0,1 1 9,1 1 0,1 3 7,2 0 0,-1 3 0,1-1-2,-4 6 0,1 2-29,3-6 0,-1 3 0,2-1 18,-2 6 0,1-1-6,-1 3 0,1 0 342,0 2 1,1 1-329,1 0 1,1 1-12,1 0 0,1 1 6,1-2 0,2 1-1,2-2 1,0 1-11,5-7 1,0 2 0,2 0-19,-1 17 1,3 0 277,5-14 0,3 0 0,2-2-252,4 4 0,6-5 484,6-7 1,5-6-463,28 5-11,-19-20 1,3-2-4,5-2 0,4-2 535,4-1 0,6-3-536,4-1 1,7-2-1,2 0-334,-8-2 0,1 0 0,4-1 0,2 0 275,-10 0 1,4 0 0,2-1 0,0 1-1,-1-1 1,-2 0-366,5 0 0,-2 0 0,0 0 0,-1 0 0,1-1-54,2 1 1,1-1-1,-1 0 1,0 0-1,-2 1 397,-7 0 1,0 0 0,-1 0 0,-3 0 0,-4 0 0,2 0 0,-4 0 0,-1 1 0,1-1 0,0 1 0,0-1 0</inkml:trace>
  <inkml:trace contextRef="#ctx0" brushRef="#br0" timeOffset="637793">655 4763 29279,'-44'-34'-841,"-1"0"1,6 3 0,8 8-681,24 19 1191,3 6 1950,5 4-820,2 5-454,7 18-157,5 12-331,-5-11 0,1 1 545,1 2 0,0 0-84,1-2 1,0-1-114,7 13-1153,-1-14 262,1-13 139,3-9 447,11-16 350,6-21 175,-4-8-283,2-12 834,-7 6-1012,2-4 606,-10 14 0,2-2 115,-1-1 1,1-2-182,5-9 0,0-2-242,-2 4 1,-1 1-264,-6 10 1,-2 2-1,-1 4 0,-2 2-2788,6-5 2772,-3 3-78,3-1-9,-7 13-120,0 0-242,-8 14-659,-1 5-3381,-2 15 4372,-2 18 1,-1-12-1,-1 5 1</inkml:trace>
  <inkml:trace contextRef="#ctx0" brushRef="#br0" timeOffset="638509">355 14879 24019,'-41'-20'-1125,"0"0"1,3 0 0,10 7 43,23 13 2195,3 3 2198,1 1-1024,9 15-2100,6 9-165,4 4 209,5 4 805,-5-10-115,1 0-945,1-2-1807,0-2-144,2-4 1079,-2-3 7,1-4-203,-1-2 277,9-4 638,-7-2 482,7-6-68,0-9 457,-8-3 465,8-9 23,-9 3 684,1-3-494,1-5-294,1 0-117,13-20-212,-8 12-572,9-13-712,-15 24 1,-1 1-1293,11-13 1799,-7 11 1,-1 2-1,-6 6 1,-1 1-1</inkml:trace>
  <inkml:trace contextRef="#ctx0" brushRef="#br0" timeOffset="639332">17281 5416 24408,'9'43'-585,"0"-7"337,-1-24 40,1-1 223,3 0 232,0-3-34,-1-2 149,-2-4-161,-3-2 306,2-4 60,0-2 70,1-6 1,10-15-109,10-15-82,4-4-1957,-14 18 1,0 1 1795,13-16-110,2-3-506,-8 15 1,1-1 328,0 1 1,1 0 15,-2 1 0,0 2-251,16-17 3,-22 23-18,-4 7-72,-4 6-74,-5 4-165,-3 5-303,-2 6 1213,-5 14-3264,0 3 2896,-6 13 0,5-20 0,-1 0 0</inkml:trace>
  <inkml:trace contextRef="#ctx0" brushRef="#br0" timeOffset="640028">17176 10289 19512,'0'-4'1635,"0"0"819,0 4-2560,-18-32 55,13 26 46,-13-23 38,19 36 23,3 8-39,0-2-6,4 12-5,-3-9-1,2 4 7,-1-6-7,-1-1-5,0 0 11,1-1 6,0-2-6,0-1 1,-1-2 10,0-1 17,-1-3 129,2 0-33,-1-2 189,5-4-200,-2-3-18,5-6-39,0-3 0,3-2 23,12-14-56,-4 7-18,9-11 7,2-1-23,-7 9-6,8-8-22,-12 13-89,0 2-488,0 2-571,-1 3-3742,-1 3 4092,1 1 0,-15 7 1,-3 1-1</inkml:trace>
  <inkml:trace contextRef="#ctx0" brushRef="#br2" timeOffset="662395">1953 6399 10267,'1'-5'2877,"1"1"1385,-2 4-3892,4-12 201,-3 9-207,3-9-102,-5 12-111,0 0 197,-2 1 103,-3 1 29,-1 2 81,-4 2-210,-1 0 122,-12 6-108,5-1 40,-10 3-12,7-4-233,-2 0-47,-1 1-72,-1-2 49,-12 3-13,-1-2 159,-9 2-121,12-4-4,5-3-44,12-2 37,2 0-2,2-1 13,2 0 76,0-1-282,5 0 24,0 0-82,5 0 268,1 0 128,1 0 292,1 3-710,-1 3 85,1 5-10,-1 6-10,-1 6 62,1-1-240,-3 1 17,0 5-305,-2 7 775,1-1 65,0 3 102,1 1-125,2 8-18,0 15-60,2-10-115,0-1 4,0-15-46,0 2-83,0 15-303,0 9 353,0 1-1647,1-1 1689,0-16 15,0 3 149,-1 1-352,1 1 372,-1 2 1,1 1-79,0-14 1,1 2 59,-1 21-409,0-21 1,1 0 424,0 14-152,0 1-54,0-2 10,1 0 29,-1-15 0,-1 2 13,0 2 1,0 1 28,1 14 1,-1 1-400,-1 1 0,1 1 326,-1 2 0,0-1-27,0-12 1,0-3-69,-1-1 0,0 0 39,-1 0 1,0-2-25,0-9 0,0 0 82,-1 10 0,0 2 26,0 2 0,0-2-655,0-9 0,0-1 702,0 12 0,-1 2 16,-1 1 1,1-2-363,1-11 0,-1 0 398,0 10 1,-1 2 20,1-3 1,1-3-123,0-10 0,0-1-5,0 10 1,0 1 78,1-1 1,-1 1-64,1 3 0,-1 1 3,0-7 0,1 2 0,-1-1 410,-1 8 1,0-2-428,1 0 1,-1-3-5,1-12 0,0-2 17,-1 0 1,1 0 7,-1 0 0,0 1 12,0-1 0,-1 0-425,0-1 0,0 1 444,1 0 0,-1 0-13,0 0 0,0 0-10,0 0 0,0 1 135,-2 14 1,0 1-35,1-11 1,1-1-281,-2 12 0,0 0 254,3-16 0,0 0-19,0-2 1,0 1 898,-3 30-788,2-2-38,-1 0 1403,2-1-1577,1-18 0,-1 2-2,1 1 0,0 2 21,-1 0 1,1 3 0,0-3-42,0 3 1,0-2-208,0 9 1,0-4 168,0 4 17,1-3-28,1-4 4,0-3-22,2-3-14,1-2-218,3-3-75,2-3 754,3-3-960,1-3 251,2-5-398,10 2-244,-3-11 988,12 0-383,-3-11 367,8-8 177,-1-5 1,3-3-4444,7-5 0,0-2 4315,-1 2 0,-3 0 0,-7 2 0,-6 2 0,-11 5 0</inkml:trace>
  <inkml:trace contextRef="#ctx0" brushRef="#br2" timeOffset="664125">2086 14257 17790,'-9'-16'-617,"1"6"423,4 20 799,-1-1-183,-4 4 325,-5 4-148,1-3-130,-6 6 134,5-6 195,-2 2 24,-1 0-366,-1 2 388,-10 8-331,-4 1-60,-9 7-119,7-11-446,4-4 341,9-8-55,3-1 18,0-1-320,2-2-10,-3 0-33,4-1-52,2-2 31,4 0 16,6-3 40,-1 0 380,2 2-121,0-1 86,2 2-325,-2 3 172,2-1-122,-1 4 115,1 3-79,-1 4 1,1 0-251,-2 4 31,2-4 382,-2 2-3534,0 3 3765,1 1-41,-3 12 168,1 8-179,-2 0 97,0 2-63,1-10-1517,0 2 1504,1 3 1604,0 1-1935,2 22-2611,1-14 2542,-1-18 1,2 3 16,-2-1 0,2 1-161,-1 2 0,1 1 100,-1 11 1,1-1-6,-1-9 0,1-2 22,-1-2 1,1 0 59,-1-1 1,0-1-61,-2 19 71,2-19 0,-2 1 226,-1 2 0,-1-2-118,-2 20-47,1-19 1,-1 0 245,0 13-52,-2-1-20,3-1 2429,0-2-2478,2-2-459,0 0-2058,3-2 2159,-1 1 37,2 18 810,1-14-903,0 13-1959,3-3 1825,-1-13 222,1 12-32,0 2 119,-3 5 46,0-22 0,-1 1 41,0-2 1,-1-1-7,1 0 0,0-2 78,0 18 34,2-6 87,1 3-19,0 5-122,0-17 1,-1 0-22,1 21 2003,1-1-2006,-3-17-972,1 1 791,0 1 77,2 20 2251,-1-13-2221,-1-16 0,1-1-77,2 13 19,2 16-60,-1-16-454,3 11 534,-3-19 0,0-2-15,0-2 8,0-2-32,0-2 27,-1-1 1698,3 10-1706,1 1-2521,1 0 2580,0-6-27,0-11 515,1-5-656,6-4-234,3-7-484,7-2-1656,8-9 2576,13-9 0,-22 5 0,2-3 0</inkml:trace>
  <inkml:trace contextRef="#ctx0" brushRef="#br2" timeOffset="665535">18109 5350 20827,'38'-49'578,"-7"10"-385,-30 40-578,-1 0 133,0 1 368,0 1 41,-1 1 162,-3 1-89,-2 1 327,-2 1-18,-4 2 310,-1 2 67,-4 1-131,-2 0 31,-3 0-166,-2 0-87,0-1-422,-1-1 24,-6 2-133,8-3-17,-2 0-62,11-3 2,3-2-42,-1 3 136,4-3 16,-1 6-126,4-4-41,2 3-167,0-2 1,2 1-304,-2 2 151,-1 13-187,0-5 11,-1 11 156,1-8 51,0 1 170,0 3 31,0 1 284,-2 1-26,2 2 45,0 1-12,-1 2 18,1 0 2,-1 2 133,-1 17-155,2-12-770,-1 14 779,2-17 18,1 2-19,-1-1 228,-1 15 1,-2 14 0,1-9-304,1-20 0,1 0-16,-2 21 0,-2 9 1,3-14 36,0-11 6,0 0-4,0 1 35,0 2-1,0-1-21,0 3 12,0-2-3,-1 2 6,0 1-7,0 1 4,1 0-40,-1 0 6,0-1-3283,1-1 3105,0-2-33,0-1-2122,2-2 2117,0 0-657,2-2 660,-1-3 246,3 15-97,1-14-14,3 10 92,3-18-22,2 0 1297,2-3-1308,3-1-50,0-2 16,3-2 669,3-4-691,2-2-1790,3-3 1746,4-3-113,5-2-180,4-4-17,-7-2 1,2-1-6234,23-2 6615,-13-1 0,-4 0 0,-6 0 0,-2-1 0</inkml:trace>
  <inkml:trace contextRef="#ctx0" brushRef="#br2" timeOffset="666649">18690 10695 11959,'22'-43'951,"0"0"1,-1 3 0,-4 8 2342,-8 20-2529,-1 1-96,-1 3 1985,0 0-1670,-3 5 458,-1 0-375,-2 3 2644,-4 5-3161,-5 5-114,-1 1-47,-5 3-184,0-2 15,-11 6 15,4-3-114,-8 3 553,8-5-163,-1-1-485,0 0-26,0-3 0,0-1 0,2-2 0,1-2 0,-3-2 0,7-1-226,-2-2-154,7-4-468,3 0-135,-1-2-21,4 1-265,1 2 94,1 0 111,2 4 4,-1-1 360,0 5 985,-2 6 280,-2 10 102,-1 2 227,-1 4-7,0-3-3431,0 2 3366,-1 4-1999,0 1 1245,-1 4-118,-3 19 111,2-11-10,-3 15-37,5-17-17,2 1-35,2-3-49,1-1-22,2-3-62,0-1-1,1-3-35,1-1 2421,4 6-2555,-1-11-3,6 3 2668,4-9-2884,1-7 320,8-1-2947,1-7 3491,7-2-554,30-7-422,-22 1 0,2 0 830,5-2 0,-1 0 1,16-3-1,-26 5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4:35:11.1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5746 2874 20627,'0'-48'732,"0"1"0,0 3 0,0 11-480,0 26-140,0 2-180,0 3-32,1 6 144,1 5-4,2 10 4,1 5 7,1 7 55,3 26-55,-3-9-225,-2-16 1,-1 3 223,-2 2 1,0 0-6,-1 21-17,-3-9 0,0 0-12,-2 5-2,-2-12 0,0 0 26,-2 12-7,-2-4 12,4-14 33,2-20-101,2-4 298,0-5 33,0-3 5,0-2-72,-1-3-95,-2-3 389,-1-3-378,-6-14-96,1 1-70,-3-11 48,5 4 6,0-4-1040,1-4 1034,0-3 0,0-3-164,1-4 141,1-2 7,1 0-4,3 15 1,2-2 8,1-6 0,1 0-774,0 7 1,1 0 750,1-1 1,2 3 5,4 2 164,2 3-169,0 3-6,2 4-28,1 2 879,11-2-857,-5 7 12,8-1-6,-6 7 129,1 4-140,13 0-6,6 9 12,1 0-1,0 9-11,0 9 1106,-11-3-1101,-9 0 1,-1 1 0,-3 6 0,1 12 0,-15-13 5,-4 0 12,-6 0 5,-3-1 17,-6 0 5,-11 8-21,4-11 21,-7 5 18,1-10-18,6-7 661,-5-1-654,10-8-1,0-1 6,2-5-12,1-1 46,-3-7-40,6 0-22,0-4-1,6 0-21,2 5 10,4-4-16,1 7 0,4 0 0,2 3 0,2 0-12,10 3 12,-3 3-6,22 7-736,-11 2 747,13 6-5,-6-1 5,3 2 1,3 3-7,2 0-1165,-2 3 1166,-4 0-535,-4 2 535,-9-1 16,-8 1-5,-8-1 12,-8 0 4,-9-2-253,-22 8 248,1-11-11,-18 6 170,11-12-192,-4-3-18,1-4-1852,-1-3 1786,-1-2-84,1-3-1173,0-4 662,2-4-492,1-7-1182,3-6 2375,-1-8 0,17 13 0,1 0 0</inkml:trace>
  <inkml:trace contextRef="#ctx0" brushRef="#br0" timeOffset="471">6949 2846 22627,'-37'-9'576,"-1"0"1,-17-8-504,63 6-11,8-2-18,6 0-4,6-2-18,5 1-1385,4 1 1386,2-1-12,3 2-11,0 0-11,2 2-40,0 0-361,-5 3 1,0 1-457,10 0 123,-12 1 0,-1 2-2230,-3 2-6856,-7 0 9655,-6 1 1,-9 0 0,-6 0 0</inkml:trace>
  <inkml:trace contextRef="#ctx0" brushRef="#br0" timeOffset="830">7276 2717 24757,'3'19'-339,"1"3"205,5 5-3,-1 3-375,0 3 419,-2 3-829,-2 1 772,-2 4-112,-1 2 51,-4 3 8,-3 3 44,-6 1 26,-4 1 81,-2-2 64,-2-2 62,-2-7 50,1-4 36,1-7 31,0-7 91,4-6 388,1-5-239,4-6-11,3-2-55,2-3 106,2-3-90,2-6 468,1-2-728,1-6-33,2 4-168,1-1-12,3 0-36,2 1 16,2 0 120,1 0-33,3 1-44,2-1-22,2 0 85,4 1 1,2-2 5,4 2-39,4-1 207,4 0-1125,4 0 974,3-1-150,3 0-306,2-1-474,2-1-1017,3-2-2772,2-2 4094,-23 7 1,-1 1 0,2-1 0,-1-1 0</inkml:trace>
  <inkml:trace contextRef="#ctx0" brushRef="#br0" timeOffset="1811">8978 2705 14385,'52'-28'666,"-9"11"1706,-38 40-2176,-2 3-27,-2 5-24,-2 3-27,-2 3-29,-2 2-33,-3-1-5,0 0 22,-7 12-6,0 0-17,0-3 6,1-7 17,5-18 22,0-4 40,0-2 61,2-5 1278,0-2-1154,2-4 683,0-1-544,-2-5 1914,2-5-2194,-3-9 168,1-10-319,0-1-6,0-4 0,3 4 1,0-1-1,1-4-5,0-3-2133,0-1 2133,1-2-2693,1-2 2687,0 1 0,3-1-144,1 2 138,4 2-10,3 3 10,2 2-10,3 3-1754,2 3 1759,3 3 32,0 3-43,4 4-6,-1 3 6,2 3 1777,0 4-1766,1 2 0,-1 4-11,1 3 5,0 5 6,1 4-11,-2 4 11,0 2-6,-2 4 6,0 1 6,8 16-12,-4 7 17,-3 0-39,-9-1 39,-11-18 6,-3-2-11,-5-3 11,-3-3 5,-4-3-11,-1-4 2701,-7-1-2645,5-5 11,-3-2 1995,6-5-1916,-2-10-23,5 1-46,0-11 14,5-25 28,6-3-1080,3-12 1101,8 9 39,1 15-202,3 3 159,3 0 59,1 3 43,3 2-63,1 2 2,14-5-2854,-8 10 2827,11-3-31,-11 12-313,3 2 240,2 4 684,1 2-764,2 3-25,0 6-55,0 4-34,-2 7-32,0 4-1937,-2 5 2019,-12-3 1,0 1-94,8 16 542,-11-12 0,-3 1-565,-1 16 221,-5 2-200,-7 3-57,-3 0-810,-6-13 0,-2 1-2852,-3 20-860,1-22 0,0-2 4766,-3 6 0,5-19 0,3-9 0</inkml:trace>
  <inkml:trace contextRef="#ctx0" brushRef="#br0" timeOffset="5684">5932 6132 16448,'-1'-44'797,"1"1"0,0 3 1,-2 7-233,-6 14-78,-1 2 802,-1 2-925,0 1-45,-1 2 246,-1 3-346,0 1 115,-1 2-15,-18 2-263,10 2-17,-14 5-5,13 4-6,-2 5-12,-2 4-318,-3 4 313,1 3 6,0 4-11,1 2-1,4 2-5,1 13-159,10-10 153,4 21 12,11-24-1,7 5 1,5-14-527,5-2 532,3-3 6,3 0-6,5-2 1,4-1-24,4-1 17,5-1-5,2-2-1026,3 1 1020,1-1 0,0 0-201,-16-1 1,0-1 190,14 5-545,8 4 544,-28-5 602,-9-1-579,-8 0 1116,-7 0-1105,-11 0 1003,-7-1-1004,-12 2-10,-8-2-683,-10 1 688,-5-1 12,-7 0-12,-4-1-3,29-4 1,-1-1-4,0 0 1,-1 0-3,1 1 0,-1-2 8,-30 3 8,22-3 1,1-2-3,-19-2-12,25-1 1,1-2-421,-5-7 376,9-3-67,7-3-118,8-1-292,7 0-688,4 0-2829,7 2 3954,6 0 1,-3 8-1,2 0 1</inkml:trace>
  <inkml:trace contextRef="#ctx0" brushRef="#br0" timeOffset="6394">7351 6220 13015,'4'-11'4727,"0"3"-4111,5-21 1,1-4-63,-3 2-159,3-10 0,0 1 431,-8 6-238,-1 2-44,-4 2-62,-2 1-565,-4 3 380,-3 3-67,-1 3-40,-4 5-39,-1 4-283,-4 4 221,-3 3 7,-4 4-18,-3 6-5,-5 5-17,-2 8-17,-3 6-5,0 7-1546,-1 5 1562,2 6-39,2 6-8,20-24 0,1 2-3,1 0 0,0 3-544,-6 24 1,2 2 543,9-21 0,2 0 0,-5 18 0,4-1-11,14-5 0,7-3 0,9-6-6,7-3-11,7-7-6,4-3 1,4-5 10,5-5 7,3-6-1,4-3 17,2-6-186,-1-5 191,1-4 7,-2-7-816,-3-5 804,-4-4 17,-4-2-1,-5-4 7,-5-2-23,-6-1 28,-7-2-6,-6-1 12,-5-2 950,-5-3-956,-3-3-1489,-6-3 1484,-5-2 2,-2 16 0,-2-1 47,-11-14-58,8 18 0,-3 2 31,-12-4-22,-4 5-1,-2 5 6,-1 6-22,-2 4 16,0 6-5,0 3-6,2 3-17,3 5 12,4 2 873,-12 18-884,19-6-1,-8 14-5,22-10 17,2 5-23,1 2-456,2 4 422,3 2-44,2 2-79,4 1-122,3 0-231,4-1-391,5-2-2713,15 12-5134,-8-15 8242,8 6 0,-19-27 0,-4-4 0</inkml:trace>
  <inkml:trace contextRef="#ctx0" brushRef="#br0" timeOffset="7295">7234 6598 19423,'-5'-7'2195,"2"2"-1377,3 5 2133,0 0-2894,9-38-23,6 39-6,13-25 5,6 52-33,4 3-4140,2 5 4123,2 6-5,2 3-23,-23-20 0,0 0-226,0 2 0,0 0-301,-2 2 1,0 0-2093,-1 1 1,-1 1 2663,0 5 0,-2-1 0,2 1 0,-3 0 0</inkml:trace>
  <inkml:trace contextRef="#ctx0" brushRef="#br0" timeOffset="23279">13520 2437 15880,'-48'1'367,"1"0"1,-1 1 0,0-1 0,-10 1 0,1-1 0,14 0 192,13-2 1044,4-3-1431,14 0 199,5-2-366,17 1-23,10-1-11,11 1-28,10-2-2528,10 1 2478,9-1 33,-25 3 0,1 0-348,2 1 0,2 0 337,2 0 0,1 0-20,1 1 1,0 0-19,1 1 1,1 0-29,-2 0 0,1 1-45,-1 0 0,0 2-75,-3-1 1,-1 2-225,-3 0 0,0 2-2255,3 5 1,-2 1 2741,14 9 0,-10-1 0,-28-8 0</inkml:trace>
  <inkml:trace contextRef="#ctx0" brushRef="#br0" timeOffset="23630">13684 2753 7119,'-57'18'1098,"1"1"0,-1-1 0,13-3 0,2-1 0,4-1-480,-2-1 0,6-2 80,3-1 2186,9-2-2607,10-4 1126,15-1-1427,10-4 257,13-3-5,9-3-775,8-3 510,9-2-20,7-3 20,-27 8 1,1-1-9,2 0 1,1-1 79,0 0 1,1-1-60,2 0 0,0-1 0,0 0 0,0 0 10,-1 0 1,1 0-1,-3 1 1,1-2 6,7-2 1,0-3 58,-7 1 1,-2-2 11,-2 2 0,-3-1 72,6-16-46,-27 10-65,-7 0 1827,-11-1-1939,-6 2 15,-9-1 61,-6 2-637,-4-2 966,-3 2 498,2 2 1,0 0-124,-6-4-348,9 6 0,2 1 346,8 3-75,4 1-152,6 2 1078,5 0-1537,3 3-169,2 0-43,3 4 1182,3-1-528,5 4 50,6 0-30,8 4-66,5 4 321,6 4-1817,5 6 1597,3 3-407,-9-1 0,0 1-1246,16 12 938,-17-9 1,-3 1-233,6 11-18,-10 3-414,-8 2-95,-9 2-2400,-11 2 2623,-8 2-71,-9 0-690,-7-1-293,-3-1-2774,-4-3 4785,-6 1 1,19-20 0,1-2 0</inkml:trace>
  <inkml:trace contextRef="#ctx0" brushRef="#br0" timeOffset="24145">16119 2439 20656,'-6'-44'868,"0"0"0,1 3 0,-2 6-273,-4 10-264,-3 2-9,0 2-26,0 3-30,-1 2-2,0 4 56,-1 3 14,-1 2 63,-1 3 159,-1 1 2,0 3 3,0 1 3,2 3-7,3 3 58,1 1 192,6 3-344,1 2-268,4 2-261,3 3-200,4 3-249,14 15-178,0-8-2129,13 12 1871,-4-11 362,4 1 210,3 1 231,3 1 158,0 0 67,-10-9 0,-1 0-345,12 13 402,6 8-103,-23-16-195,-9-1-518,-6-1 422,-8-1 204,-9-2 268,-7-3 217,-10-2 266,-7-3-2284,-6-3 2416,-4-3 67,-3-2 493,-1-3-896,-2-2-300,0-2-246,0-1-250,2-3-123,16-2 1,0-2-1083,-23-20-2150,27 6 0,3-3 3444,-3-22 0,17 13 0,10 15 0</inkml:trace>
  <inkml:trace contextRef="#ctx0" brushRef="#br0" timeOffset="24387">16490 2125 32767,'-45'-42'0,"11"15"0,38 54-1060,10 22 500,-4-19 0,1 2 57,4 12 0,0 1-2369,-1-6 1,-1-1 2483,-1 0 0,1 1-930,-2 3 0,-1-2 540,-2-9 0,0 0-340,1 9 1,0-2-2877,0 13-1181,-3-4 5141,-3 1 1,-2-23-1,-1-3 1</inkml:trace>
  <inkml:trace contextRef="#ctx0" brushRef="#br0" timeOffset="25379">16442 2746 28571,'0'-44'-376,"0"-1"1,-1 5 0,1 6 46,0 13-220,-1 3 187,1 2-13,3 2 254,2 2 264,4 2-805,12 0 1225,10 2-102,4 3-2081,7 1 2088,-8 4 25,3 0 53,3 0-350,22 0-225,-13 0-876,14 0 735,-22-1 101,-2-1 43,-3-1 89,-3-2-253,-5-1 351,-4 0 57,-4-1-935,-6-2 995,-4 2-95,-5-2-342,-3 1 156,-3-2-715,-3 2 146,-3 0-111,-12-3 247,3 5 107,-8-3 165,5 7 3839,-1 0-3054,-2 1 188,0 3-57,-12 5-185,10 2-308,-9 6-239,14-1-131,1 2-183,3 1-71,2 1-76,4 1 192,1 0-83,5-1-107,1 1 111,3-3 32,2 0-32,4-2 9,10 1 158,-1-5 103,8 0 155,3-7 107,-5-3 58,7-5 106,-10-2 186,5-12-68,-5 3-137,2-9-86,-9 6-91,-1-1-95,-2 0-66,-3 0-43,-1 1-78,-3 0 26,-1 3 5,-1 1-5,0 3 38,-1 2-45,-1 3-25,0 2-34,-1 3 97,1 0 131,-1 2 83,-1 5 58,2 1-108,-2 7 6,2 0-23,2 4 0,2 1-181,7 12-161,1-6-133,6 9-342,6 0 205,-4-9-41,7 8-12,-7-13-63,-1-1 13,1-2-87,-1-4-1649,5-4 1042,-5-4 137,4-3 490,-6-7 519,0-3 290,0-7 115,0-2 83,-1-4 45,-1-3 10,-2-4 84,-2-3-3356,-2-4 3397,-2-2 174,0-3-53,-2 0 232,1-3-56,-2 0-109,-1 0-132,0 3-63,-1 2-45,-2 3-75,0 4-70,-2 5-2185,-1 3 2073,1 5-34,1 4-76,0 5 2133,2 3-2187,-1 5 87,2 0 28,4 9-189,2 3 30,5 10 31,1 3 57,12 21-53,-10-16 1,1 2 293,0 0 0,-1 0-293,1 3 0,-2-2-229,6 17 21,-2 0 136,-3-1-404,-2-3 388,-3-1 53,-2-5 68,-2-2 2562,-3-6-2466,0-5 10,-2-4 21,-3-4 414,-8 0-123,2-10 131,-6 1 578,8-12-911,0-2-158,1-6-172,1-3-61,1-4 49,1-27-185,4 14-122,2-20-62,3 23 438,12-18 175,-1 13 206,5-5 7,0 21 108,-6 11 81,4 2-81,-2 4-240,3 3-127,2 3-115,3 4-100,4 2-3425,0 3 3200,3 1-2415,-2 3 2311,-1 0-1343,-4 2 1546,-4-1-76,-8-1 78,-5 0-52,-5-3 44,-10-1 219,-3-1 139,-11-2 141,-4-2 115,-6-2 10,-23-1 1106,-10-3-1315,31-4 0,0 0 129,-30-4-285,20-3-250,3-2-303,5 0 1441,6-3-5009,5-5 3975,11 2 0,4 3 0,7 6 0</inkml:trace>
  <inkml:trace contextRef="#ctx0" brushRef="#br0" timeOffset="26071">18298 2681 25101,'1'-48'-32,"0"0"0,0 4 0,2 5-3901,11-8 3846,-3 9 58,0-16 715,-6 22 1,-1-1-688,0-5 0,0-2 262,0 1 1,0-2-257,0-10 0,0 3 75,-2-8-18,0 21 0,-2 0 55,-3-17 206,-2 18-191,-6-7 2942,2 28-2909,-5 1 287,5 12 474,-1 6 72,3 7-461,1 7-119,1 24-151,2-5 227,1 19-430,5-21 1,2 0-334,5 24-187,-2-20 1,3 2-157,6 4 1,2-2-246,-4-9 1,2 0 567,6 10 0,4 1-98,4-2 0,3-2-180,3 0 1,2-1-439,-1-1 1,1-1 631,-4-6 0,1-4-1033,-4-7 0,0-5-1434,-2-4 1,0-3 178,28 9-2760,-2-23 5939,-30-8 1260,2-10 134,-16-1 250,-7-2 30,-4-3-185,-6 0-474,-3 1-395,-5 1 489,-1 3-1278,-2 2 7,-1 2 171,0 2 84,1 3-9,0 1 129,4 2 400,-3 1-600,7 3 3014,0 2-3186,6 3 596,5 1-393,2 2-205,17 3-60,-1 2-616,15 3 554,-3-3 35,3 0-36,19 2 67,-13-3-373,9-1-2951,-21-3 3181,-4-2 78,-5-4 111,-2-2 89,4-21-465,-12 6-377,3-16-136,-13 13-145,-4-11-26,-3 8-122,-5-4-124,-3 13 320,-35 1 618,18 11 455,-27 4 202,29 10-320,1 22 0,-4 13 0,6-4 120,-5 9 292,7-8 0,-3 7 0,12-9-341,24-3-628,8 0-909,11-1 484,8-3-326,10-2-1915,8-2 537,-24-16 0,0 0 2386,8 1 0,-3-1 0,4 0 0,-1 0 0</inkml:trace>
  <inkml:trace contextRef="#ctx0" brushRef="#br0" timeOffset="71177">15465 3210 16021,'60'15'511,"0"1"1,0-2 0,-1-4-1308,-11-9 1,-1-4 966,7 1 0,1 0-1530,6-2 0,1 0 1404,-17 1 0,0 0 0,1 0-304,4 0 0,0-1 0,0 1 273,4-1 1,0 1 0,1 0-474,3-1 1,0 0-1,1 1 459,2 0 0,1-1 0,1 1-162,-15 1 0,-1 0 1,2 0-1,3 0 110,5 0 1,4 1-1,2 0 1,-1-1-1,-3 1 4,2 0 1,-4 0-1,1 0 1,3 1 0,0-1 0,3 0 0,1 1 0,-1 0 0,-4-1-51,-4 1 1,-3 0 0,-1 0 0,4 1-69,2 0 0,4 0 0,1 0 1,-1 0-1,-4 0 44,0 1 0,-3-1 0,-1 0 1,3 0 24,-3 1 1,4 0 0,0 0-1,-2-1 1,-4 1-85,7 1 1,-4-1 0,-1 0 73,-3 0 0,-1 0 1,-1 0 173,-4 0 0,-1-1 0,-1 1-157,12 0 1,-1 0 2,-8-1 0,-3 0-112,-8 0 1,-3-1 828,15 1-1235,-20 0 62,-17 0 2092,-20 0-1622,-16 1 81,-11-2 1,-4 1 199,5-1 0,-2 0-192,-19 0 1,-2 0-9,8 0 1,0 0-4,-5 0 1,-2-1-1,16 1 1,0-1 0,-1 1 1,-3-1 1,0 0-1,0 1 8,-3-1 0,-1 1 0,0-1 2,-2 0 0,-1 1 0,0-1-1,-2 1 1,0 0 0,-1-1-296,-2 1 0,0 0 1,-1 0 292,0 0 1,-1 0 0,0 0-558,-2 0 1,0 0-1,0 0 545,-1 0 0,0 0 0,1 0-258,14 0 0,0 1 1,0-1-1,0 1 250,0-1 1,0 1-1,0-1 1,1 1 0,-1 0 1,0 0 0,0 0 0,0 0 2,-14 1 0,-1 0 1,1 0 6,0 0 1,1 0-1,0 0 0,1 1 1,0-1 0,1 1 11,1 0 0,0 0 0,1 0 12,2 0 1,0 0 0,1 1 20,2 0 1,0-1-1,1 1 26,3 0 1,0 0 0,1 0 22,2 0 0,0 1 0,1-1 69,-17 2 0,1 0 2,5 0 1,1 0-11,6 0 0,1 0-18,5 0 1,2 1 2,5-1 1,2 0 805,-21 6-709,15-2 1495,11-2-1255,13-2 2318,10-2-2072,16-2-95,12-1-101,20-5 1570,19-3-1915,-22 1 1,3-1-815,8-2 1,3 0 730,-13 3 1,1-1-1,2 0-18,2-1 0,2 0 0,4 0-13,-6 1 1,5-1 0,2 1 0,0-1 0,-3 1-600,3-1 0,-3 1 0,1 0 0,4 0 546,0-1 0,3 1 0,2-1 1,-1 1-1,-4 0-369,1 0 0,-3 2 1,0-1-1,0 0 367,1 1 0,1-1 1,0 0-1,0 1-193,0 0 0,1 0 1,-1 0-1,0 1 182,1-1 0,-1 0 0,0 1 0,0-1-63,-1 1 1,1 0 0,0 0 0,-1 0 56,0 1 0,-1-1 1,0 1-1,0-1-1,-1 1 0,0 0 0,0 0 0,0 0-2,-2 0 1,0 0 0,0 1 0,0-1-6,-1 1 0,-1-1 0,0 1 0,0 0-8,13-1 0,-1 1 0,0-1-6,-2 1 1,-2 0-1,0 0-24,-3 0 0,-1 1 1,-1-1-53,-3 1 0,-1 0 0,-1 0-209,15 0 1,1 0 305,-12 0 0,1 1 0,-6 0 0,-11 0 0,-2 0 0,8 0 0,0 0 0</inkml:trace>
  <inkml:trace contextRef="#ctx0" brushRef="#br0" timeOffset="73836">4348 2718 12966,'-49'-26'759,"-1"0"1,5 3 0,7 3 1997,13 7-2309,4 2-73,4 3-128,6 1 1102,3 3-1304,5 2 648,4 2-698,6 2 10,7 5 34,10 3-33,9 5-6,7 2 360,9 3-366,7 2 6,-26-10 0,2 1-3,1-1 1,1 2-10,1 0 1,1 0-14,0 1 0,1 0-17,0 0 0,0 1-37,-1-1 1,0 1-82,-2-1 1,0 0-205,-2 0 0,-1 0-1659,-1-1 1,-2 0-1646,20 13 3668,-1 1 0,-25-14 0,-2 0 0</inkml:trace>
  <inkml:trace contextRef="#ctx0" brushRef="#br0" timeOffset="74395">4140 2470 18568,'-28'41'588,"2"-1"-420,17-12 0,-3 1 779,-11 16-790,4-11 366,-8 11-389,5-14 1,0-3-343,-1-1 326,0-3 22,1-3 28,1-5 34,2-3 33,2-5 683,1-4-717,6-7 76,0-4-147,6-8-16,3-4-17,0-4-10,3-4 0,2-2 11,4 0-3,2 0-4,2 3 80,7-6-106,-4 9-12,4-4-6,-5 11 533,1 2-555,3 1-1,1 1-11,5 0-1,3 2 0,3 1-7,5 1-23,20-1-3409,-9 4 3313,16 0-117,-16 3-398,1 5-762,-1 3-2212,-2 4 3602,3 5 1,-24-7-1,-1 1 1</inkml:trace>
  <inkml:trace contextRef="#ctx0" brushRef="#br0" timeOffset="75446">1319 2659 17485,'-23'-43'662,"-1"1"1,2 3 0,5 9 341,13 19-730,0 3-128,2 2-73,1 2 689,1 3-751,2 1 396,3 3-391,4 3-2406,5 6 2423,3 4-10,4 4-119,2 3 113,2 3-116,1 4 144,12 16-34,-12-10-6,7 12 51,-12-2-504,-8-12 510,-3 7-12,-7-18 2902,-5-3-2868,-2-4 618,-3-3-490,-7-3 60,2-4-98,-12-6-118,8-6-11,-7-6 755,6-4-772,-1-2 6,-1-5-12,-2-2 2,0-5 9,-2-3-229,1-3 245,-1-3-943,2-2 959,1-1 2,3 2 44,1-13-30,7 15-6,2-8-350,5 20 375,2 3-21,3 4 23,3 2 5,3 3 274,4 2 67,14-2-76,-3 5-68,13-2-12,-5 7-72,3 1-306,5 2 215,2 2-135,3 3-90,1 3 60,-15 2 1,0 1-170,14 7-973,9 9 985,-26-3-65,-6 2-408,-8 18 372,-10-9 88,-8 12 154,-11-12 265,-5-2 82,-6-1 78,-4-3 123,-1-2 75,-2-4-175,-1-3-95,1-4 545,1-5-811,2-5-113,3-2 241,-5-12-477,10 0-64,-2-9-44,11 0 7,4-2 112,3 0 133,3 0 1173,2 0-971,3 2 211,2 1 126,9-4 921,0 8-516,8-3-104,-1 8 161,5 1-532,6 1-109,6 1-981,7 1 761,7 0-1215,7 3 893,5 0 161,-15 0 0,1 2 76,-12 0 1,-1 1 10,11 0 1,-2 2-57,7 7-69,-9 3-353,-13 3 236,-10 3-145,-11 3 191,-12 2 267,-9 1 167,-12 2 154,-8 1-819,-8 0 627,-6-1 8,-3-1 10,-2-2-347,-3-3-519,3-3-514,0-4-769,4-4-1734,5-5 3719,0-3 0,21-2 0,3-1 0</inkml:trace>
  <inkml:trace contextRef="#ctx0" brushRef="#br0" timeOffset="75836">2195 2394 25358,'-25'23'555,"0"1"1,-14 17-245,39-19-156,5 0-457,2-2 28,7 0-1,3-4 88,6 0 235,4-4-389,5-1-3137,4-5 3527,5-2-2001,4-2 2161,1-3-374,-13-3 1,0-1 538,14-4-23,8-9-28,-26 4 22,-7-3 17,-5 0-37,-6-1-102,-6-2-147,-2-1-67,-6-2-115,-3-1-89,-7-2-32,-28-21-263,13 16 922,4 7 0,-1 2-841,-1 1 114,-2 3 49,3 3 2657,-6 0-2409,11 4-1569,-2 1 1648,15 6-85,2 0-161,3 3 556,1 1-2330,12 0-62,-1 0-3623,12 0 5670,1 0 1,-9 0-1,-1 0 1</inkml:trace>
  <inkml:trace contextRef="#ctx0" brushRef="#br0" timeOffset="76335">2610 1923 23634,'-5'-6'941,"1"1"-840,4 5 4265,0 0-3122,-30-60-2310,23 45 868,-10-19 1,7 8 22,16 28 265,5 4 512,3 5-322,6 4-1181,2 6-46,4 4 452,1 4 474,3 3-151,3 3-333,1 1 58,1 0-1787,0-1 2151,-1 0 44,-3-1-479,-2-2 480,-4 0-108,-3-1-32,-4-2 81,-2-2 62,-4-2-2164,-3-4 2372,-3-2 202,-4-5 530,0-2-8,-2-4 1596,-3-3-549,-7-3 583,0-1-1121,-7-5-577,3-2-178,-2-5-651,-1-2-686,-1-4 58,-1-2-909,2-1-125,-9-22 226,13 16 548,-4-14 435,14 22 750,2 1 162,1 2 247,2 2 387,3 2 352,2 1 511,3 3-622,2 1-1334,4 0 0,2 2 0,4 1 0,3 2 0,3 0 0,3 2 0,4 2 0,4 2 0,2 2 0,1 1 0,1 1 0,-2 1 0,-4 0-82,-4 1-518,-7 1-32,-7 0-113,-7 1-275,-18 12 999,-7-8 690,-15 11 277,-2-12 24,-6-1-455,-4-2-515,-2 0 0,-1-4 0,-1-1 0,3-4 0,3-1 0,3-3-697,4-3-3218,5-3 3626,2-9 0,11 7 1,3-2-1</inkml:trace>
  <inkml:trace contextRef="#ctx0" brushRef="#br0" timeOffset="76827">3227 1631 32767,'-43'-23'-1111,"12"6"185,45 43-472,4-3 447,6 2 1285,4 2-420,-5-6 0,2 1-624,13 10 257,-13-10 0,-1 0-2276,8 10 2523,-3-1 351,-3 0-17,-5 0-254,-3-1-20,-1 8 99,-6-11 72,-2 3 145,-6-14 241,-2-4 413,-1-4 252,0-3 291,-3-4 1188,-1-4-2282,-8-12-466,-1-8-228,-6-15-90,3 5-178,1-2 64,6 11-59,1 0-1347,-1-5 2132,3 4 423,0 2-8,3 9 65,3 6 132,1 3 699,3 1 684,3 1-765,3 0-1331,4 1 0,3 0 0,4 1 0,37 3 0,-18 2 0,-5-1 0,-1 1 0,9 5 0,0 1 0,-2 2 0,-7 1 0,-6 0 0,-10 1 0,-6 1-770,-7 1-402,-11 1 1343,-5 1 598,-12 2 233,-30 7-1002,7-6 0,12-8 0,-1 0 0,-17 2 0,0-1 0,1-3 0,7-2 0,-5-3 0,20-4 0,0-6 0,22 2 0,3-4 0</inkml:trace>
  <inkml:trace contextRef="#ctx0" brushRef="#br0" timeOffset="77262">4137 1841 30164,'-4'3'2603,"0"-1"-2603,4-2 0,-41-22 0,29 9 0,-32-20 0,39 13 0,-3-15 0,0 5-870,-3-13 1740,1 9-1887,-1-4 538,-8-21 628,3 13-272,6 16 0,-1 0-127,-13-23-90,7 16 48,-6-7-96,9 23-164,-4-1 131,6 10 178,-2-2 57,6 9 255,3 1 337,1 3 87,1 2 930,1 4-310,1 2-352,2 6-761,3 2 0,2 5 0,10 18 0,-1-4 0,9 14-653,-7-20 0,2-1-1670,13 17 1791,-9-16 0,1-1-100,16 10 227,3-3 246,2-4 253,0-2 98,0-4 84,-3-3 62,-3-3-149,-4-4-166,-2-3-259,-3-4-1566,8-3 637,-10-6-654,7-3-1054,-14-6-409,-2-3 3555,0-4 1,-9 8-1,-2 0 1</inkml:trace>
  <inkml:trace contextRef="#ctx0" brushRef="#br0" timeOffset="77580">4517 1584 21990,'-7'-4'3825,"2"0"-3435,5 4 2592,0 0-1089,-64-16-1454,42 12-122,-16-4 1,2 1-294,25 7-171,0 0 666,8 0-302,2 0-217,9 1-278,-1 0 154,8 1 58,8 0 243,-5-2-168,7 0 30,-7-2 116,-2 0-67,3-7-88,1-10 0,-5 2 0,-3-16 0,-11 15 0,-3-7-548,-2 7-267,-5-1-170,-6-5 53,3 6-81,-4-2 395,5 9 258,-1 3 258,-3 2 25,2 3 108,-2 2-65,4 2 56,1 3 43,-5 9 0,5 1-88,-5 20-79,10-8-43,5 25-18,8-19 115,9 12-15,7-14-20,8 0-76,-1-10 0,3-1-1728,-5-4 0,1-2 1439,12 6 1,1-2-592,-8-5 0,0-2 644,7 3 0,-2-2 0,3 2 0,-1-2 0</inkml:trace>
  <inkml:trace contextRef="#ctx0" brushRef="#br0" timeOffset="78543">7452 2200 26140,'-6'0'2447,"1"0"225,5 0-2425,-20-60-3669,23 34 3302,-8-12 1,3 0-14,29 10 1301,9-5-798,-2 6 0,6-2 15,9-4 0,4-1-292,-18 12 1,0-1 0,3 0 119,15-8 0,3 0 0,-5 2-241,0 2 1,-2 0 352,-5 4 0,2-1 0,-4 2-195,5-2 0,-4 1-113,0 1 1,0 0-58,-3 1 0,-1 1-914,-3 1 1,-1 0 902,-4 2 1,-1 0 36,20-11 1,-12 4-275,-12 5-318,-11 3 832,-8 5-1095,-11 1-603,-18-1 133,-3 5 918,-16 0-496,4 3 16,-24 2 334,11-1 335,17 2 0,-1-1-432,-14 0 939,1-1-1994,1 0 1742,3 0 75,2 0 366,4 0-391,6 0 10,6 1-200,6-2 1921,6 0-2175,7-1 545,4-2-557,16-2 3368,15-4-3167,8 2 0,4 1-4,-10 2 1,0 1-1545,14 0 0,-1 1 1742,13 3 3,2 4-650,-16 3 1,1 1 646,-12 1 0,1 0-31,8 5 0,-2 1-29,9 11-435,-8 3 440,-11 3-12,-9 4 15,-10 3-10,-8 2-24,-11 3-61,-5 1-171,-8-1-434,-3 1-927,0-2-3439,-1-2 5119,-1 3 1,12-21 0,2-1-1</inkml:trace>
  <inkml:trace contextRef="#ctx0" brushRef="#br0" timeOffset="78946">9442 1020 32767,'-5'-50'0,"-1"0"0,2 3 0,8 8 0,29 11 0,6 0 0,-7 9 0,2-1 0,22-8 0,-18 10 0,0 0 0,18-4 0,-18 9 0,1 0 0,19-4-690,-22 7 0,-2 1-3483,7 2-4576,-9 3 8548,-9 3 0,-12 0 1,-6 1-1</inkml:trace>
  <inkml:trace contextRef="#ctx0" brushRef="#br0" timeOffset="79930">9806 731 15918,'-4'0'4496,"1"1"-1415,3-1-3232,-12 44-648,16-24 751,-7 35 28,21-34-5,0 2-263,2 0 257,0 4 31,-1 2-6,-1 4-1109,-2 2 1082,-2 2-7,-4 0-4,-3 0-12,-4-1 0,-4-4 11,-4-1 17,-4-5-2467,-13 4 2517,5-11 12,-7 0 22,9-12 11,2-4 241,2-2-207,2-5 745,3-2-723,2-5 12,2-1-18,2-3 3443,9-9-3515,0 6 11,19-15-45,-7 13-681,11-5 682,-4 7-1,2 1-11,4 0 0,1 0 0,1 0 11,0 2-11,-2-1 0,-3 4-6,-3 1 12,-5 1 5,-4 2-427,-6 1 433,-4-1-17,-5 1 5,-2-1-5,-2-1 11,-3-2 1,-2 0-1,-4-1 656,0 2-639,-1 0 469,0 2-435,1 0 5,2 2 23,1 1 44,1 1 34,2 0 23,2 0-18,0 1-16,1 0-67,0 1-40,0 2-39,5-1-11,0 2 6,6 2 5,1 3 0,2 4-5,0 2-6,2 3 0,0 3 17,-1 3-1,0 3 1,-4 2-17,0 2-301,-5 1 307,0 1 5,-4 0 6,-1-1-12,0 0 6,-2-3 1,-1-2 4,-2-3-10,0-4 22,-1-4 62,1-3 162,0-5-117,1-4-57,1-5 279,1-5-318,1-5-22,0-4 11,2-4-11,3-3 11,4-2-6,2-2-5,3-1 0,1-2-794,2 2 777,1-1 11,1 3-5,2 0 0,10-5-6,-6 10 5,7-4 6,-12 13-5,0 2-17,-3 3 11,-2 2-6,-1 2 1,-3 3 5,-2 0-6,-2 2 777,-1 0-776,-2 0 5,-2 2 5,-1 0-5,-1 6 11,-1-2-11,-2 4 23,-1-3-1,-1-1-11,-1 1 1,1-3 4,0 0-4,0 0 16,1-2-6,0 0-11,1-1 12,0 0-7,1-1 7,0 0-1,0 0 393,0 0-488,1 0-112,0-1 118,0 4-23,0-2-5,1 3-28,0-2-12,1-1-369,1 0 17,0 0-1541,3-1-44,-1 0-2151,2 0-4616,-2-1 8839,0-1 0,-2 2 0,0-1 0</inkml:trace>
  <inkml:trace contextRef="#ctx0" brushRef="#br0" timeOffset="80251">10648 918 13603,'0'6'4845,"0"-2"1641,0-4-6363,2-39-50,-2 29-40,2-29-10,-2 39-12,0 1-5,0 2 27,1 8-10,2 8-12,1 3 6,2 3-6,-2-3 6,0 1-3398,-1 2 3386,-1 1 1,-1 2 5,-1-2-2285,0 1 2252,0-1-40,0-2-307,5 9-63,1-11-352,8 4-476,1-13-2508,3-5-1162,3-3 4930,4-3 0,-11-1 0,-1-1 0</inkml:trace>
  <inkml:trace contextRef="#ctx0" brushRef="#br0" timeOffset="80594">10989 873 21123,'-21'-40'343,"-1"0"1,2 3 0,6 9-120,10 19 1054,3 3-1121,-1 2 362,2 1-407,-1 1 164,1 1-236,-2 5 622,1 0-657,0 6 12,0-1-6,1 2 0,0 0 6,1 2-34,3 1 45,8 6-5,1-5-6,7 4-1,0-8-4,2 0-7,5-1 23,3 1-3009,5-2 2981,2 1 23,20 5-338,-3 2 309,-2 1-2315,-10 7 2316,-28-8-68,-7 14-33,-24-1 27,-3-1 1878,-10-2-2185,-9-4 22,9-8 139,-9 3-2027,2-10-139,11-4 1184,-7-2 1207,12-6 0,10 2 0,1-3 0</inkml:trace>
  <inkml:trace contextRef="#ctx0" brushRef="#br0" timeOffset="80780">10997 826 23741,'22'7'493,"-7"31"-476,-18-4-40,-1 23-226,0-24 0,0 0-507,0 10-893,0-9 0,2-1-1561,2 1 3210,5 2 0,-4-18 0,4-1 0</inkml:trace>
  <inkml:trace contextRef="#ctx0" brushRef="#br0" timeOffset="81617">11470 935 15087,'0'-4'5249,"0"0"-6284,0 4 1041,-9-30 1420,8 23-1415,-6-23 871,12 31-860,3-1 34,11 1 0,5-4-5,3-1-1,0-4 12,-9-1-6,-2-1 67,2-9-55,-6 3 3374,0-6-3347,-10-3-67,0 4 11,-6-5 57,-5 1-1,-6 4-84,-1 0 0,0 9 6,-5 6-17,-2 7-6,-6 7-5,7 2 22,4 8-5,9-3-12,1 2 6,3 1 0,1 2-5,2 13 16,2-7-11,3 10 6,4-9 10,10 10-765,-2-7 754,8 8 1,-4-13-320,3-1 320,1-2-1,4-2 1,0-4-12,1-2 12,0-5-1,-1-4 23,5-2-5,-9-5-6,3-3 55,-8-12-32,-6 3-7,1-8 29,-8 4-17,-1 0 729,-2-4-740,-1 1-12,-1-12-5,0 9-11,1-17-1,1 19 7,1-6 360,3 5-360,-1 7-12,4-2 5,-1 9 1,2 0-6,2 2 0,3 1-11,2 2 11,1 1-6,3 2 0,1 3-3386,2 2 3370,1 5 22,2 5-6,13 14 29,2 8-12,0 2-659,-5-1 637,-13-12 11,-2-1-217,-1-2 217,-1-2 23,-2-3-18,-1-2-5,0-4 11,0-3 2967,0-4-2944,10-6-18,-5-5-254,7-7 260,-5-4 6,-1-4 6,-1-3-17,-1-3 5,-3-4 1,-2-3-12,-4-4 34,-3-5 132,-3-3-137,-3-4-1007,-2-2 961,-1-1-5,-4 17 0,-1 0 22,-4-17 0,1 20 0,-1 3 6,-6-5 11,-1 3 6,-1 7 10,-1 3 40,2 5 17,1 4 209,3 2-209,2 4 690,3 3-763,2 2 1469,2 2-1497,1 2 5,1 5 7,1 4 4,0 6-10,0 5 11,1 6-17,3 5 22,2 6-696,5 6 679,3 5-28,2-11 1,2 2-777,-4-10 0,2 1 790,7 11 1,2-1 2,-5-13 1,2 0-32,13 12 1,3-2-9,-8-8 0,0-2-39,11 8 0,-1-1-31,-11-11 1,-1-2-85,-1-1 0,0-1-679,21 19-234,-20-17 0,0-1-821,7 7-1259,2 0-5675,-23-18 8867,-6-5 0,-5-2 0,-1-3 0</inkml:trace>
  <inkml:trace contextRef="#ctx0" brushRef="#br0" timeOffset="81971">12699 871 15216,'-10'-4'6435,"2"0"-5482,8 4-163,-65-38-1459,44 23 884,-15-7 1,3-1 491,26 12-500,4 0 125,2 1-265,4 0-39,2 1-28,16-1 0,0 2-45,28-3 17,-12 5-529,16 0 506,-11 1 6,4 1 17,-13 0 0,1 1 12,17-3 10,-19 2 0,0-1 18,25-6-1,-17 1 28,8-3-28,-20 2 0,-5-1 12,-3-2 5,-4 0 28,-5-1-523,-5 1 534,-3 0 1073,-3 0-1067,-4 0 5,-2 2 46,-4 1 229,-4-1-152,4 3 580,-4 0-613,7 4-67,0 2-28,2 1-45,2 2 0,0 2-23,2 3-5,1 4-17,2 4 23,2 3 0,3 2 5,4 3-56,12 13 6,-1-8-17,9 10-23,-3-10-33,0 1-106,3-1-809,0 0 478,-2-1-375,-1-3-650,-3-1-1490,-2-3 3064,-1-1 0,-11-9 0,-1-1 0</inkml:trace>
  <inkml:trace contextRef="#ctx0" brushRef="#br0" timeOffset="82160">13322 363 20945,'-38'-31'78,"0"1"1,1 1-1,14 9-111,23 19 1193,3 0-1602,10 8-141,0 0-593,9 9-5679,10 7 6855,-3-1 0,-3-3 0,-12-8 0</inkml:trace>
  <inkml:trace contextRef="#ctx0" brushRef="#br0" timeOffset="82561">13860 464 19591,'0'-4'2896,"0"1"-91,0 3-2721,-62-13-27,39 16-484,-15-7 0,3 3 460,19 18-5,0 2-11,1 1 138,1 11-160,5-7-1,2 8-22,8-10 34,5-1-1,4 0 1,5-1-1,4-1 1,4-2-6,4-2 11,5-2-931,4-2 937,6-2-6,3-4-11,2-2 34,14-4-12,-18-4 23,6-3-11,-24-5 608,-6-2-581,-4-2-10,-5-2-1,-4-3 80,-3-1-80,-5-2 12,-4 0-1,-5-2-16,-5-1-6,-4-2-5,-5 1-749,-3 1 748,-3 3 7,0 3-1,-1 2 11,3 4 909,4 4-947,3 4-7,6 3-38,3 3 5,5 2 16,2 3-32,0 3-12,3 4-23,1 3-78,1 3-83,2 2-130,3 2-258,5 1-436,4 2-593,4-1-1134,3 2-626,4-2 2665,7 2 1,-21-15-1,-2-3 1</inkml:trace>
  <inkml:trace contextRef="#ctx0" brushRef="#br0" timeOffset="82894">14465 514 25567,'-23'-38'95,"5"11"-67,17 45-22,0 1 5,2 2 0,7 10 6,0-7-6,14 17 6,-7-17-11,6 6 16,-8-11-11,0-3 12,-2-3 5,-2-3 73,-1-4 128,-3-2-106,-2-4-50,0-5-34,-1-4-5,0-6 0,2-3-6,2-3 16,1-3 24,2-3 66,8-16-78,-3 9-640,7-10 606,-5 17 6,2 2-6,0 4-27,1 4 10,0 3 6,0 4-11,0 3 0,-1 4 0,2 1 6,-2 5-34,12 11-33,-8 3-37,10 10-232,-9 0-393,2 5-672,-1 3-1450,2 4 2845,1 7 0,-13-21 0,-1-1 0</inkml:trace>
  <inkml:trace contextRef="#ctx0" brushRef="#br0" timeOffset="83746">9887 3758 20634,'-11'-44'403,"0"0"0,1 3 1,3 9-203,6 19 1076,1 3-1199,1 3 378,0 2-439,3 3 210,3 2-227,2 4 22,9 14-11,-2 1 12,7 10 158,-5-2-170,1 2 6,9 18-3232,-6-10 3221,7 11-6,-9-14 0,-1-3 0,0-1-384,0-1 384,-3-4-6,1-2 316,2 1-299,-5-7 1,-2-3 3185,-7-7-3214,-4-6 17,-5 0-11,-9-5 11,-2 0 11,-9-4-11,2-1 610,-15-5-610,6 3 11,-21-8 12,9 4 5,-11-3 5,5 1-350,13 6 339,6 2 6,14 4 0,2 1-5,1 1-18,5 2-16,1 2 11,3 1-6,2 4 6,1 2 0,0 3 6,1 3 345,1 2-345,6 11 5,1-7 0,9 8 17,12-3-11,-3-7 0,14 2-1,-4-11 1,1-1-6,14 0-879,-10-3 1,0 0 889,7-4 12,-1-2-939,-1-3 933,-2-3 12,-2-4-196,-4-1 190,-5-2-2440,-4 0 2450,-5 0 29,-4-2 1092,-2-17-1131,-10 10-18,0-12 7,-10 16-23,-2 1 723,-2 1-740,-1 3 127,1 3-440,-3 0 3241,3 5-3829,-2 2-666,5 5-2382,-1 4 3966,1 6 0,0-5 0,2 1 0</inkml:trace>
  <inkml:trace contextRef="#ctx0" brushRef="#br0" timeOffset="84476">10451 4582 23069,'-21'-41'590,"-1"0"0,3 3 0,3 8-383,9 20-56,4 1-78,0 5-23,2 1-50,5 9 6,3 2-1,5 8-16,2 3 11,0 4 11,10 15-16,-6-7 5,5 10 5,-8-13-5,-1 1 0,3 12 12,-5-11-12,1 8 39,-7-16-27,-3-2 10,-2-4 6,-1-3 6,-1-4 50,-1-2 22,-1-4 12,-2-2-29,0-2-10,0-4-23,-1-3-6,0-4 6,0-3 0,-2-2-3403,2-3 3392,-2-2-1,2-4-1478,0-1 1474,0-4-439,0-2 460,2-2-10,-1-1-1,2-2-11,0 2-33,2 1 22,0 4-211,2-6 211,1 12-22,2-3-12,2 14 2163,3 2-2162,2 2 1869,4 2-1864,3 2 778,2 2-789,17 3 11,5 10-11,2 2-1690,-2 10 1701,-13-1 0,0 4-47,-1 2 47,-3 1-5,-2 1-1,-4 0 23,-4-1-23,-4-2 6,-5-2 0,-3 5 0,-5-9 6,-1 2 0,-4-11 10,0-4 7,0-1-1,1-4 2194,-5-5-2199,3-1 22,-6-15-28,6 3 6,0-11 0,4 3 0,2-19-12,1 10 286,1-11-280,3 17 0,2 2-5,1 4-6,3 3 0,0 2 0,2 4 0,1 1-6,2 4 6,2 0-5,1 4 5,3 1 0,1 2 0,3 2-23,16 8-21,9 8 32,0 3-1157,1 4 1102,-16-4-39,-1 1-62,-2 2-3098,-2 0 2885,-2 2-1279,-3-1 966,-2-1-219,-3-1-1764,4-1 616,-8-6-790,3-4-1776,-10-7 4780,-1-3 1,-3-1-1,-1 0 1</inkml:trace>
  <inkml:trace contextRef="#ctx0" brushRef="#br0" timeOffset="85852">11468 4405 22846,'-2'-51'152,"3"9"844,5 42-963,4 0 344,2-1-304,16 0-39,-5-1-12,12 0 182,-8-1-187,1-1 6,0-1-7,1-1 18,11-5 283,-11 1-282,6-4-7,-17 3 16,-2 0 1,-5-2 0,-2 0 5,-3-1-10,-3 0 4,-2 0-4,-4 0-12,-2 1 237,-5 1-237,-4 2 28,-11-1-39,3 5 0,-8-1 39,-3 6-23,10 3-10,-7 1 5,12 5-17,2 0 6,2 2-1,3 1-16,2 1 0,2 1 0,1 2 12,2 8-3399,2-4 3387,1 8 6,3-5-826,3 0 814,2 1-277,5 0 266,2 0 17,4-2-5,3 0 10,5-1 1,6-2-12,5-1 1,7-1-502,4-3 507,3-3-6,1-3 0,-4-3 6,-4-3 6,-6-3 0,-6-3 5,-7-4 0,-6-2 11,-4-3 2448,-6 2-2447,-2-3 1053,-4 1-1065,-2-2 12,-2-2-1,-3 0 466,-4-10-460,0 6 868,-2-7-852,3 9 236,2-7-246,2 6-23,1-3 6,3 9-6,2 1 0,2 1 11,4 1-22,5 1 6,2 2-6,4 2-6,2 2-10,3 1 16,1 3-6,0 2 34,8 10-28,-8 0 0,4 9-11,-13-2 11,-2 2 0,-3 1 0,-3 1 0,-3 0-28,-1 0 11,-2-1-11,-1-1-11,1-1-34,1-2-50,4 0-23,2-3-5,5-3-95,5-2-102,6-4-145,8-2-84,6-2 17,-5-4 0,1 0-261,22-2 619,-19 0 1,0-2-197,15-2 28,-21 1 1,0-1 100,13-4-388,4-6 691,-25 3 44,-6-1 292,-5-10 380,-11-4-251,-7 0 22,-9 2-23,-1 10-44,-2 0 258,1 2 168,-13-11-639,10 12-45,-8-6-2851,13 13 2790,1 2-96,1 3 33,1 0-27,0 3-11,1 0-12,-1 3-16,0 0 11,0 4-1,2 1-4,0 2 27,1 1 3353,1 7-3370,3-3 113,1 4-113,3-5 12,2 0-1,3-1-33,3 0 56,2-3 17,1 0 6,1-2 38,1-2 113,9 1-107,-4-3-11,6 0-34,-7-2-33,1 1-17,0 2-17,-1 2 6,1 3 0,-2 2 0,2 4-17,-2 2 22,9 13-16,-6-3-6,6 10 0,-8-6 5,2 3-1588,1 2 1600,0 3-12,1 0-5,-1 2 0,-4-1-149,-4 0 160,-6 1-6,-7 0 7,-10 2-18,-8 0 0,-10 1-667,-6-1 679,-5-4-1,0-5-5,0-7 11,2-8-1818,1-8 1819,5-6 1123,-7-15-1118,13-3 28,-5-30-34,20 9 6,2-18-188,12 9 177,4-4-6,9-4-6,6-1 6,5-2-5,4 0 13,-15 27 0,2 0-25,8-10 0,0 1 486,-6 10 0,-1 0-469,7-7 0,-1 2-11,10-5-719,-2 3 691,1 3-28,0 4-6,-1 2 0,2 3-2206,-3 3 2111,-1 2-50,-2 3 363,-3 2-397,-3 2 769,-2 4-836,-3 2-28,-4 1 32,-3 2 120,-5 1 732,-4 2-548,-3 1 22,-4 2 12,-4 1 3469,-8 1-3324,-3-2-67,0-1 281,-3-3-265,12-1-16,-3 0 45,7-1-107,3 1-11,0 0 11,2 1 17,2 1-17,2 1 0,5 1-5,2-1 11,4-1 16,11 0-27,-3-1-6,7-1 56,1-4-50,-8-1 10,5-4 46,-5-8-28,-8 2-18,2-6 46,-7-7 5,-9-16-78,-2 8 17,-7-8 33,-12 19-22,3 6 11,-9 0-28,6 9 112,-9 4-84,8 2-12,-6 2-10,13 5-6,2 1 17,0 13-23,5 1-5,-1 7 5,5-1 6,2 1-5,5 17-51,14 6-882,4 0 866,11-2-113,1-17-434,-5-10 0,2-2-2562,20 8 3153,-12-10 0,-1-2 0,-7-5 0,0-2 0</inkml:trace>
  <inkml:trace contextRef="#ctx0" brushRef="#br0" timeOffset="89685">21220 2406 21612,'-39'-49'665,"-1"0"0,4 4 0,3 11-453,11 27-44,-2 1-50,1 3 67,-9 2-101,7 6-17,-7 2-11,10 5 0,0 2-22,2 3-6,2 1-12,-3 13-16,9-8 6,-1 8 5,10-9-5,4-1 5,5 1 11,6 0 6,17 10-16,-1-7-1174,14 7 1162,-5-9-17,4-1 6,4 0-29,3 2-4,1 0 27,1 2-3028,-2-1 3029,-2-1-29,7 6-472,-20-10 506,1 4 11,-25-12 0,-9-1 722,-11-1-710,-9 0 49,-32 1-25,19-6 1,-1-1 865,-2 0 0,0-1-888,0-1 0,2-1 9,-12-1-111,2-1 104,5-2 12,4-2-28,-3-8-33,13 1-482,-1-5 353,16 2-271,7-20-4732,15 2 5165,7-11 0,-3 21 0,-4 11 0</inkml:trace>
  <inkml:trace contextRef="#ctx0" brushRef="#br0" timeOffset="90069">21893 2482 16448,'-2'-5'4834,"1"1"-3069,1 4-1133,-73-6-408,47 9-506,-16-4 1,2 3 388,25 10-57,2 2 162,2 1-184,3 3 0,3 1 0,2 1-6,4 1 12,12 10-17,0-7-6,12 6-11,14-1-612,-5-8 618,15 4-1005,-10-11 1010,1-3 1,0-2-603,-3-5 608,-3-1 17,-4-3 61,2-10 17,-8-8-56,-5-4 510,-9-5-505,-9 6 1266,-4-2-1287,-4 0 4,-6 1-4,-4-1 10,-4 2-5,-2 1 0,-2 3 11,-1 2 67,-23-2-100,19 9-1,-15-1-11,25 9 722,4 2-744,3 1-108,2 7-21,6 0-733,6 10-197,7-6-1114,9 4-3647,5-5 5831,9 0 0,-15-5 0,2-2 0</inkml:trace>
  <inkml:trace contextRef="#ctx0" brushRef="#br0" timeOffset="90419">22354 2380 22665,'55'-10'0,"1"1"0,-4 0 0,-7 8 0,-7 23 1328,-3 4-1328,-3 3-1307,-6 2 1301,-4 0-22,-9 1 622,-6 1-611,-7 0 12,-7-2 238,-5 0-233,-7-4 6,-2-1 0,-3-7 10,-1-3 7,1-7 10,-1-4 7,2-3-1,2-7 56,-4-9-33,8-3 16,0-8 0,10 4 1446,3-3-1395,5-14-95,4 8-783,5-9 766,3 12-12,3 2 480,2 2-496,2 2-28,1 4-34,2 2-61,2 4-96,2 4-129,0 2-162,2 3-213,1 2-408,0 1-4493,13 6-3204,-14-1 9050,5 4 0,-24-6 0,-4-2 1</inkml:trace>
  <inkml:trace contextRef="#ctx0" brushRef="#br0" timeOffset="90761">23143 2710 21578,'25'-47'212,"0"0"1,-2 4 0,-2 5-61,0 12-24,-1-4-10,1 0-2441,-1-3 2412,-2-1-16,-2-3 1355,-3-2-1372,-3-3-6,-3-1 709,-3-1-742,-2 0 226,-1 4-237,-3 1 11,-3 7 2874,-3 3-2869,-1 7-2764,-2 5 2758,1 5 274,1 4-296,2 4 6,0 2 641,2 3-636,0 3 0,-1 4 10,1 5-12,0 5 3,-1 4-1,3 6 7,0 5 2133,3 4-2151,0 7-10,4 4 0,2-10 0,2 2 6,-1-9 0,1 0 2,3 11 0,1-2-26,8 18-16,4-2-23,1-1-34,4-1-44,0-2-101,2-4-117,0-3-124,-1-7-202,-2-4-2335,7 0-6801,-8-11 8705,-3-4 1,-11-12 0,-10-7 0</inkml:trace>
  <inkml:trace contextRef="#ctx0" brushRef="#br0" timeOffset="90951">23157 2491 19070,'40'-27'42,"-1"0"0,1 0 0,14-11 0,-6 9 1597,-5 22-1600,-3-1-22,-3 2-34,-4 1-33,-3 2 1301,-2 1-1677,-4 1-554,-2 1 980,-2 0 0,-10 0 0,-1 0 0</inkml:trace>
  <inkml:trace contextRef="#ctx0" brushRef="#br0" timeOffset="125202">8594 6108 13609,'-46'-1'976,"0"-1"1,4 1 0,6 0 1509,6-3-1819,7 0 971,9-1-1296,6-1 501,6-2-753,9 0-23,6-2-17,10-2-11,8 0 1,8 0-467,6 1 433,8 1-1,7 1-432,-28 5 1,0 0 417,3 0 1,1 1-14,0 0 0,1 1 2,0 0 0,1 0-11,-2 0 1,2 1-46,12 0 1,-1 1-1085,-14-1 0,0 1 1084,8 1 1,-2 0-121,5 2-201,-9 3 122,-7 2 23,-10 1 1306,-10 2-1194,-6 1 68,-10 2 44,-6 2 5,-10 1 23,-6 2 17,-7 2 0,-4 0 5,-5 1 382,-1-1-359,-2 0 16,0-1 24,3-2-2,1-1 1517,3-2-1516,3-2-11,5-1-22,5-2-334,6-2 299,8-2 31,5-2-36,4-1 819,4-1-785,5-1 1513,3-1-1518,8 0-29,7-1-11,6-2-23,28-7 7,-10 0 252,-15 3 0,1 0-231,14-4-621,-1 0 633,-3 0 5,-5-1 29,-7 1 33,-7-1 39,-7-1 34,-7-2-406,-6-3 400,-2-3 1,-6-4-1,-2-1 159,-12-17-108,1 10 5,-6-11-5,5 15 252,1 0-90,-6-4-2814,7 9 2602,-3-1 263,9 13-253,0 2-156,5 5 35,-1 1-52,4 4 0,1 4 11,1 3 0,0 8-6,0 4 6,1 6-5,3 4 5,4 3-11,12 23-310,-1-12 321,-5-13 0,1 0-6,11 13 6,2-1-22,0-2-17,-1-2-34,-3-4-62,-5-2-66,-5-2-118,-7-2-1116,-14 12-250,-8-9-1775,-16 8 3460,-10-8 0,18-15 0,-1 0 0</inkml:trace>
  <inkml:trace contextRef="#ctx0" brushRef="#br0" timeOffset="142943">11571 6205 21468,'-2'-57'931,"0"-1"1,-1 5 0,1 10-501,-1 18 108,0 3-254,0 7 9,1 2-120,2 6-73,-1 3-23,0 2-6,-2 13-16,-1 2 165,-5 30-160,2-7-19,1 1 0,0 2-344,0 12 310,4-17 1,-1-1-1491,3 14 1498,4-3-4,2-3-941,7-3 946,4-3-397,5-4 397,5-3 242,3-6-231,3-2-964,2-7 981,1-4 16,0-5 12,-4-3 578,-3-6-578,-3-2 11,-4-8-6,-3-2 1,-2-4 5,-2-4 39,3-16-73,-7 8-5,2-12-6,-7 11-2044,-2 0 2027,0-1-11,-2 0-351,-1 2 351,0 2 1,-1 4-7,0 4 1468,0 5-1484,-1 5 173,-1 4-229,0 4 2882,-2 2-3039,1 6 624,-2 3-832,3 7 84,0 3-431,1 4-257,3 2-387,3 2-694,5 1 2117,15 17 0,-13-24 0,6 9 0</inkml:trace>
  <inkml:trace contextRef="#ctx0" brushRef="#br0" timeOffset="143312">12415 6123 19319,'-10'-40'373,"0"0"1,1 3 0,1 9 2067,6 21-2312,0 3 909,1 2-1021,1 2 535,1 4-535,1 4 0,4 5-6,1 6 0,2 4-6,1 4 1,1 5 0,-1 3-1,0 1 1126,-1 2-1131,0-2 16,-3 0-10,-1-3 11,-3-1-6,-1-4 6,0-1-12,-1-6 23,0-2 17,-1-5 22,-1-4 40,0-5 10,-1-2 706,0-2-706,0-4-21,-1-3 4,1-6-4,1-2-7,0-6-3408,2-1 3397,2-4-611,4-1 578,4-3-2066,4-1 2060,5 0-102,16-14 91,-6 12-11,11-6 1646,-14 17-1657,-2 5 16,-3 6-11,-4 5 536,-2 2-536,-3 5 3085,6 10-3096,-4 0 11,4 10-5,-5-2-12,1 2-5,1 3-11,2 0 270,2 0-864,13 12-341,-5-7-4176,8 9 5133,-7-8 0,-14-15 0,-1-1 0</inkml:trace>
  <inkml:trace contextRef="#ctx0" brushRef="#br0" timeOffset="143849">13755 6149 14278,'-10'-47'683,"0"0"0,1 3 1,-1 8 1576,-4 14-1940,-2 2-57,-1 2-39,-2 4 1531,-10-1-1627,6 5-32,-8 2 21,11 6 911,-6 3-1005,8 4 5,-4 4-17,11 3 0,2 4-5,4 3-6,1 3 0,3 3 0,5 3 5,3 2 1,19 19-12,-1-10 9,-6-14 0,2 1-20,6-1 0,0-2 1562,17 12-1551,-13-13 1,-1-1 44,11 6-39,-2-2-6,-6-2 6,-7-3-222,-7-2 222,-9-3 6,-6-3-1,-10-3-10,-7-1 5,-10-2-6,-8-3-5,-5-1-56,-24-3-23,12-2-991,-13-3 790,20-3-219,4-3-324,2-3 717,3-2-3361,4-2-5635,5 0 9341,5 3 0,9 7 1,4 4-1</inkml:trace>
  <inkml:trace contextRef="#ctx0" brushRef="#br0" timeOffset="144101">14252 5752 21651,'0'-6'3743,"0"0"-3155,0 6 235,0 0-566,-27-62-77,18 45-74,-6-19 0,1 8-72,12 29-17,2 5-34,1 7 34,2 8-6,4 6-665,3 9 654,3 8-17,2 6-11,3 8 8,-8-27 1,-1 2-29,1 1 1,0 3-1203,4 18 1,-1 1 1039,-3-12 0,-1 0-129,4 14 1,-2-1-133,-4-18 0,0-2-137,-1 0 1,0-2-348,-1-1 0,0-1-2439,4 25 3394,-3 0 0,-2-29 0,-2-4 0</inkml:trace>
  <inkml:trace contextRef="#ctx0" brushRef="#br0" timeOffset="144617">14208 6412 24715,'-25'-40'97,"0"0"0,-1 3 1,11 10-87,18 23-11,4 1 0,6 1-23,19 2-5,-2-1-789,17 1 761,-5 0-11,4 0-3,-8 0 0,1 0 3,23 0-880,-20 0 0,0 0 897,19-2 5,0-2-349,0-1 391,-21 1 0,-1-2 3,17-2 25,-15 0 0,-3-1 26,-3-3 38,2-4 292,-19-8 305,-15 5-568,-5-5 2079,-12 10-2041,-4 7 18,-1 2 5,-5 1 6,-1 3 469,-3 1-531,-1 4-27,0 3 4,-13 14-72,12-2-613,-7 9 585,18-5 5,2 0-291,6 11 297,5-9-11,7 8 0,5-12 0,7-2-16,5 0 10,5-4-5,18 3 16,-8-9 1,12-1 11,-18-7 590,-2-4-584,-4-3 308,-2-6-280,-3-2 5,-2-3 11,-1-2 6,-2-1 145,0-12-89,-4 8 11,-1-7 112,-4 2-123,-2 8-17,0-5 0,-2 11-28,-1 3 39,-3 1-84,2 6-17,-1 1-5,3 5-17,-2 3 0,1 3 0,-2 5 0,2 4 0,-1 1-17,2 4 1,1 1-141,8 11-22,1-7-129,8 9-1003,12 1-1355,9 0-508,4-1-2068,4-9 5242,-7-12 0,-18-7 0,-1-2 0</inkml:trace>
  <inkml:trace contextRef="#ctx0" brushRef="#br0" timeOffset="145082">15429 6205 16310,'2'-55'1290,"-1"-1"0,0 5 0,1 4-410,0-5-220,1 4-133,0 4-73,-1 6-73,1 3-51,0 7 1271,0 4-1400,0 6 553,2 2-682,-1 9 237,1 2-281,-2 7 814,0 5-847,2 6-751,0 7 767,1 6 1,0 5-124,0 7 129,-1 6-11,0 5-560,-1-11 1,0 2 565,1 22-4,0-8 0,0-1 4,1 7-10,-2-21 1,-1-1 8,2 9-5,-1-4-83,1-4 88,-1-5 6,-1-6 0,-1-4 716,-2-3-654,-1-9 157,-1-3-101,-3-7 1179,1-7-1258,-2-3-3268,-2-16 3257,3 3-6,-2-13-319,5 7 303,1-4 5,2 0 22,8-16-33,0 14-698,8-10 709,-1 18-11,0 2 2908,2 3-2914,1 2-5,3 4 33,13 0-33,-4 7-12,27 4-526,-19 8 521,16 7 5,-14 4 1,2 4 16,0 2-11,-1 2 0,-2 2 11,-6 0-28,-5 0 12,-7 0-23,-9 8 45,-14-10 953,-12 4-987,-13-12 11,-10-3-5,5-6 0,-3-2-966,-19 1 957,16-3 1,1-1-65,-16-4 22,4-3-207,-12-7-22,19 0-235,-4-6-320,25 2-571,8-2-353,6-1 1770,11-4 0,-4 11 0,5 0 0</inkml:trace>
  <inkml:trace contextRef="#ctx0" brushRef="#br0" timeOffset="145776">16503 6509 21943,'-4'2'4083,"1"-1"-2503,3-1-1496,-10-66-17,11 35-755,-5-11 0,1 0 727,11 5 0,-2-3-5,-1-7-12,-3 8 0,-1-3-11,0 9 1,0-1 2,0-13 0,-1-1-12,0 13 1,0 0 5,1 0 1,-2-1-6,2 2 0,-2-1-77,0-9 0,0-1 124,-2 6 1,0 1-26,-1 2 0,0 2 31,-4-14 16,2 28 1,1 4-1,1 5-16,2 3-39,0 4 1032,0 2-1032,2 1 564,-1 8-575,1 2-10,1 9 9,2 5 47,2 8-3457,5 8 3418,2 8-20,4 9-259,-7-25 1,1 2 251,0 2 0,0 2-20,2 2 0,0 1-808,0 2 0,1 0 766,-1 1 1,1 1-26,0 0 0,-1-1-28,1-2 1,0 0-32,-2-2 1,2-2-167,-1-3 1,0-1-135,13 24 1657,-1-9-1813,1-9 408,-2-9-1226,7-6 3106,-9-13-2008,3-7 196,-11-14 117,-4-6 62,-3-8 62,-3-3 62,-3-5 55,-2-3 84,-2-2 585,-2 1-388,0 0 806,0 3-761,1 3-45,0 4-68,-1 3-50,1 3-57,-1 4-55,1 2-73,-1 5-67,2 3-51,1 3-33,0 2-28,0 8 5,2 1-10,0 8 10,5-1-5,3 1-6,5 0 0,6 0 0,4 0-22,4-1 11,4-1-5,2-1-3393,2-3 3398,0-3 6,10-2-1,-13-5 12,5-4-11,-17-5 16,-4-4-22,-5-4 6,-3-3 5,-4-5-6,-1-3 35,-9-19-12,0 11 39,-15-22-11,5 29 11,-8-5 17,4 16 22,-1 4 12,-2 4 11,0 4-6,-2 3-28,1 2-16,0 4-22,2 2-57,3 5 0,3 5 0,3 3-2269,2 4 2269,3 6 998,3 3-998,3 4-211,3 3 211,5 2 0,3-1-40,8 1-189,6 0-191,6-1-698,1-10 1,2-1-1835,-5-7 0,2 0 2952,15 9 0,-2-3 0,-6-6 0,0-2 0</inkml:trace>
  <inkml:trace contextRef="#ctx0" brushRef="#br0" timeOffset="146675">18825 6127 16751,'-4'-7'2610,"1"2"-5414,3 5 3409,-67-51-151,37 35 261,-12-12 0,-1 3-424,11 21-50,-1 2-51,0 2-44,1 3-34,1 1-51,3 6 7,5 2-29,3 3-6,6 2 1,4 1-12,6 3 12,2 1 5,7 2 6,5 0-6,8 1 6,8-2-6,5 0-5,8 0-12,5-1-5,5 0 247,5 0-258,0-1-1960,1 0 1954,-6-2 6,-5-1 1026,-4 1-1021,-17-6 43,-6 0-26,-17-5 485,-8-2-485,-8 0-11,-9-1 5,-9-1 2289,-29 1-2305,9-3-1,16 0 1,0-1 5,-21 1-11,-1-1 11,1-1-16,1 0-1,6 0-16,5 0-18,7-2-50,8 0-95,8 0-151,8 0 1339,7 1-5971,4 1 5052,21 0 0,-12 0 0,14 0 0</inkml:trace>
  <inkml:trace contextRef="#ctx0" brushRef="#br0" timeOffset="147063">19400 6245 23690,'-44'-30'205,"0"0"1,3 1 0,6 10 535,9 22-685,2 2 23,-8 12-46,10 0-2356,-3 8 2334,12-3 202,4 0-207,5 2 267,7 12-262,15 4 11,3-1-392,13-4 370,-3-13 6,3-2-18,3-3 18,2-2 11,0-3 1878,0-4-1833,7-3-12,-15-7 96,6-10 10,-22-11-72,-3-3-2655,-8-5 2650,-7 7-985,-2-1 968,-5-2-1633,-3 0 1621,-1 1 79,-10-11-84,5 11 11,-6-7-11,7 15 1910,1 1-1916,0 4-28,1 2 1,1 4-18,2 3 1025,-3 4-1047,6 5-17,-1 4-33,7 2-57,1 4 3309,2 0-3482,3 2-3605,4 1 3140,6 0-1356,6 1 107,5-2 2022,26 9 0,-28-15 0,15 4 0</inkml:trace>
  <inkml:trace contextRef="#ctx0" brushRef="#br0" timeOffset="147375">19721 6265 17580,'0'-5'3987,"0"2"-6225,0 3 2642,-9-60 1526,9 36-1813,-1-12 1,3 5-62,8 20 0,15 6-39,-5 7-6,9 4 6,-3 4-17,19 14 6,-8-4-178,2 6 1,0 1 171,1 2-6,-11-7 0,-1 1 40,-8-1-40,-5-2-681,-13 9 692,-8-12 2479,-22 4-2467,3-17-312,-13-5 323,8-5 17,0-5 1484,-9-12-1445,13 2 0,-5-8-2075,19 5 2070,5-2-1698,4-2 1658,8-1 87,4 0-104,9 0-16,4 1 5,4 3-50,4 3-6,0 3-72,1 5-158,1 2-2980,20 4-6430,-16 3 9843,10 2 0,-30 2 0,-7 1 1</inkml:trace>
  <inkml:trace contextRef="#ctx0" brushRef="#br0" timeOffset="148134">20685 6311 19249,'0'-9'3406,"0"1"-3017,1-25 0,-1-8-3324,1-1 3175,-1-9 1,0-2 151,-4-2-437,-1-3 343,-3-2-1592,0-1 1513,2-2-51,0 1-282,3 0 259,1 5 311,3 4-344,3 7 56,3-4 688,-1 17-744,2-5-84,-5 25 2759,-1 4-2776,-2 8-17,-2 14 17,-1 2-5,-4 15 5,0 3-5,-2 7-267,1-4 0,1 3 258,2-8 0,0 1-189,-2 12 1,1 2 185,4-11 0,0 0 0,0 2 1,1 0-367,2 1 0,2 1 327,6 15 0,3 0-1103,-1-14 1,2-1 1099,6 12 1,2-3-21,-3-17 1,1-3-234,2 0 1,0-1 151,0-1 1,0-1-333,22 21-265,-3-3-391,-3-8-834,-4-5-1095,-7-8 3066,-3-4 0,-12-11 0,-3-1 0</inkml:trace>
  <inkml:trace contextRef="#ctx0" brushRef="#br0" timeOffset="148334">20401 6212 24054,'6'-44'259,"0"0"1,1 3-1,8 8-96,37 17-43,-8 5 0,2 1-936,-11 2 0,1 0 863,12-2 1,0 0 36,14-2 532,-5 0-577,-7 2 651,-7 0-685,2 1-66,-18 2-68,-3 1 125,-18 3-932,-8 1 40,-8 2 896,-10-1 0,7 1 0,-1 0 0</inkml:trace>
  <inkml:trace contextRef="#ctx0" brushRef="#br0" timeOffset="183831">5743 7473 19882,'11'-52'1335,"0"-1"0,-1 4 0,-3 14-1089,-7 27-84,0 5-66,1 1 21,-2 10-44,-1 3 0,-3 10 11,-4 5-6,-3 6-11,-5 7-11,-5 6-1741,-5 5 1691,11-22 0,-1 0 2,-2 2 0,-1 1-11,-2 2 1,-1 1-1,-2 2 0,-1 0-981,-2 2 0,-2 0 978,-1 1 1,-1 0-1,-1-1 1,0 0 5,-1-1 0,0 0 0,1-3 0,-1 0-1099,-11 8 1,0-1 1095,12-12 0,0-1 23,-16 11 0,1-3-531,1-5 534,-7-1 554,27-22-538,6-4 1312,6-9-1306,3-4-6,4-8 0,2-7 0,2-4-11,2-4-5,0-4 211,1 0-201,1 0 23,-1 1 6,0 2 33,0 4 6,-1 4 22,0 4 6,-1 4-1,-1 5 2994,-4 3-3089,2 4 821,-2 3-848,0 7 498,1 4-488,-5 18 1,3-3-11,-2 13 5,5-7-11,3 16-203,4-10 243,12 25-991,1-26 962,12 9-3000,-2-15 3011,4-2 1,4-3-39,4-1 33,3-2 5,3-4-1917,5-2 1912,3-3-76,-12-7 1,4-1-343,4-2 0,2-1-1224,14-2 1,1-3 1624,-7 0 0,-4-1 0,-16 1 0,-4 0 0,3-2 0</inkml:trace>
  <inkml:trace contextRef="#ctx0" brushRef="#br0" timeOffset="184413">3806 10110 20520,'-49'-29'539,"0"0"1,4 2 0,6 7-210,12 13-4701,0 4 4590,2 1-40,1 2 928,0 2-1006,0 4 858,2 3-886,0 3-22,2 3-12,1 3 6,-5 14-34,8-7 0,-5 24-11,13-19 22,1 8-1872,7-12 1872,4-1 1,4-2 267,7-1-290,5-1 316,6-1-311,5 1 1,4-2-621,3 1 610,3 1-1,1 1-5,0 1 5,-1 1 1,-3 0 5,-4-1 1417,-6-1-1406,-8 0 2261,-10-4-2261,-8 1 0,-11-3 23,-26 8-17,-1-7-343,-19 3 338,8-8-1,-2-1-11,0-2-6,15-5 1,-1 0 885,-16 0-880,12-3 0,1-1-17,0-5-145,-16-12-90,30 0-2949,-1-12 2518,15 4-2268,5-3 1164,3-2-1118,8 1-5917,1 3 8794,3 5 0,-5 9 0,-1 7 1</inkml:trace>
  <inkml:trace contextRef="#ctx0" brushRef="#br0" timeOffset="185371">4177 10389 17966,'-6'4'3775,"1"0"-2789,5-4 1159,0 0-1893,-60 34-805,45-25 640,-20 11 0,10-6 241,28-17-116,11-4-150,2-3-17,9-4 0,-1 0-1,3-1 7,2-2-18,2-2-21,0 0 572,-2-2-528,7-8-34,-12 5 6,2-7-11,-14 9 5,-6 1 40,-2-7-28,-5 9-12,-5-3 17,-4 11-22,-12 3-6,3 4 0,-8 2 12,7 4 27,0 2-22,0 4 0,2 2-5,1 1-29,1 3 17,1 1-11,3 3 6,1 1-6,0 15 17,5-7-973,1 11 956,3-10 12,5 2-12,2 0-587,5 0 615,4-1-28,4-2-6,3-3 6,4 0 0,4-4 17,4-3-6,5-4-1036,1-4 1025,2-3 12,2-4 4,-1-5 7,1-3 10,-1-7-10,-2-5-1,-3-3-5,-2-6 17,-3-2-18,-5-4 7,-3-3 5,-5-3-847,-8 9 0,-2-3 830,4-19-8,-5 16 0,-2 0 71,2-20-62,-3 0 290,0-2-279,-1 3-12,-2 2 6,-1 4 28,-5-9-23,-1 19 0,-6-5-5,-1 22 28,-4 2-17,3 9-11,0 1 2605,5 9-2616,2 2 485,1 4-497,0 5-5,0 6 11,1 6 0,0 6 11,2 6-16,0 5 422,2 6-428,3 5-2230,2 4 2236,3 4 5,4 3-14,-6-30 0,2 1-749,5 16 0,1 0 693,-2-11 0,1-1-37,4 12 1,2 0-191,5-4 0,1-4 109,-5-10 1,-1-2-46,8 7 1,0-3-317,9 1-112,-4-7-112,-3-7-944,-7-8 1005,-4-5 301,-5-6-272,0-13 582,-5-1 146,1-11 67,-4 5 84,-2-2 67,0-1 79,0-1 95,-2-1 84,0 0 67,0 1 28,-1 1-28,0 2-61,-1 2-68,-1 4 1518,-1 3-1681,-3 2 1522,1 3-1639,-1 2 1552,1 1-1619,0 1-56,2 2-28,0 0-17,3 1 12,4 3-12,2-2-11,7 3 5,4-2-5,4 0-5,6-2 5,1-1 5,4-3 1,0-2 0,1-4-12,-1-1 6,-1-2 0,-3-1 22,-4-1 18,-4-2-18,-4 0-11,-4-1-5,-4-1-6,-4 1-3392,-2 1 3409,-2 1-889,-4 2 877,-3 0-105,-4 4 106,-4 0-6,-1 5 0,-4 2 0,0 2 11,-2 2 0,0 3 6,0 4-6,1 4-5,0 3 22,-16 25-28,15-12 1898,-11 18-1926,21-19 17,3 1 11,5 1 492,1-1-526,6 1-112,12 12-123,3-11-151,13 8-247,1-14-775,7-2 14,7-4-628,5-2-1887,5-4-4890,-4-3 8833,-8-3 0,-21-3 0,-10-2 0</inkml:trace>
  <inkml:trace contextRef="#ctx0" brushRef="#br0" timeOffset="185856">6112 10284 13547,'0'-5'5389,"0"2"1237,0 3-6442,-64-42-728,38 37 617,-13-15 0,1 6 259,16 30-259,0 4-17,-1 3-3171,0 2 3166,-1 4-29,1 3-236,0 2 231,3 3-17,3 1 16,2 18-1976,7-13 1954,6 10 0,11-19-16,9-3 22,9-1 1836,9-3-1887,8-3-10,7-3-1947,6-4 1913,5-5 55,-30-7 1,1-2 757,0 0 0,1-2-755,0-3 1,-1 0 8,0-1 0,0-2 3,-1-3 0,-1-1-9,26-12 20,-21 1 0,-2-2 31,13-14-1,-19 11 1,-2-1 6,2-16 5,-5-4 11,-4-7-5,-3-4 5,-6 10 0,-1-2-17,-2 11 1,-1 0 5,2-14 0,-1 2 14,-2 14 0,-1 1-484,-1 1 1,1 1 541,2-29 7,-4 6 38,0 7 1,-2 6 16,-3 7 307,-2 7-161,-6-1 2473,-1 9-2652,-2 4-101,4 10-17,2 10 826,3 4-820,-2 7-17,0 7-6,-1 6-1690,0 7 1701,1 7 12,-1 9-306,2 5 292,4-23 0,0 0-9,-1 2 1,2 1-12,-1 2 0,2 1-14,-1 1 0,0 0-39,1 2 0,0-1-305,1 1 1,2 1 10,3 13 0,3 0-861,-1-15 0,2-1 928,3 9 0,2-3-527,8 6 1572,0-9-2535,-4-8-1444,-3-7 2786,-4-5 0,-6-12 0,-3-2 0</inkml:trace>
  <inkml:trace contextRef="#ctx0" brushRef="#br0" timeOffset="186207">6607 10561 22801,'-45'-27'685,"0"0"0,3 2 1,8 5-222,16 12-150,2 0-96,5 3 10,3-1-195,4 2 6,6 1-28,5 0 17,20 0-45,0 0 6,16-3-112,20-1-618,-10 0 696,-16 2 1,0-1-35,18-3 28,-16 1 1,1-1 22,19-6 17,-22 5 0,-1-1 0,10-6 11,-8-1 11,6-9 23,-16 5 27,0-4 23,-17 9 17,-6 3 17,-2 0 10,-6 3 52,-1 1 4,-3 2 264,-4-1-229,2 2 843,-4 0-939,6 4-50,0 1-23,3 3-16,0 3 0,0 4-18,0 4 1,-1 5-6,0 4-5,0 3 22,0 3-28,2 2-28,1 18 0,2-9-22,4 12-40,2-14-1401,5-1 1222,1-3-168,3-1-1199,10 4 80,-6-10-8275,9 4 9147,-15-18 1,-2-3 0,-8-6 0</inkml:trace>
  <inkml:trace contextRef="#ctx0" brushRef="#br0" timeOffset="186370">7275 10026 17445,'-5'-9'3753,"2"2"-2952,3 7-5369,0 0 4142,-28-41-1272,35 45-2413,-23-34 4271,44 58 1,-16-17-1,0 0 1</inkml:trace>
  <inkml:trace contextRef="#ctx0" brushRef="#br0" timeOffset="186745">7755 10182 20526,'1'-9'3338,"0"2"-2543,-1 7 623,0 0-998,-85-2-1485,47 9 1137,-14-5 1,0 4 305,17 12-271,-7 13-74,13-6-16,-3 11 0,15 4-23,9-9-386,5 11 397,10-14-5,7-1 861,18 6-883,15-4-1,3-2-1079,7-8 1079,-11-11 7,1-2 38,0-4-2921,15-6 2916,-18-3-6,6-8 80,-25-3-63,-6-2-28,-6-4 12,-5-3 21,-5-4-5,-4-2 23,-5-3-35,-4-1 12,-4-1 22,-1 5 1,-2 1-17,-5-6-4,0 6 1,-2 4 3,-1 10-23,-10 1-11,9 13-22,-11 7-29,4 11-44,1 2-90,11 9-179,14-4-1445,6 14-437,6-8-4257,7 10-2872,1-16 9375,1-2 0,-7-10 0,-2-4 0</inkml:trace>
  <inkml:trace contextRef="#ctx0" brushRef="#br0" timeOffset="187079">8230 10239 21159,'-3'-3'3114,"1"0"-980,2 3-2117,-16 26 0,14-9-6,-12 23 0,19-14-11,-1 0-11,3 1 11,4 7 0,0-10-705,3 5 711,-4-14 5,0-4 28,-1-3 1,-2-4 88,2-4-55,-2-5 84,7-14 648,-4-1-625,11-24-91,-5 13-714,7-12 692,-4 11-16,3 0-7,3 2-16,2 2 12,2 3-3162,1 3 3156,0 3-12,-1 4 0,-2 3-16,-2 5 0,-2 3-1,-3 4 1,-1 4-1,-1 3-16,-1 5-22,-2 3-29,-2 2-72,-2 2-146,-4 3 175,-2 2-1015,-1 1-2072,-3 2 3192,-1 4 0,0-15 0,0-1 0</inkml:trace>
  <inkml:trace contextRef="#ctx0" brushRef="#br0" timeOffset="187955">8557 7288 18338,'-58'-18'732,"1"-1"0,3 2 0,8 2-223,10 3-83,3 1-62,5 2-50,5 1 1209,6 2-1377,6 1 409,5 3-494,4 1 218,7 6-245,4 1-6,8 7 6,4 1 5,6 4-2598,6 4 2576,6 2 5,6 3-267,6 1 256,4 1 8,-27-15 1,3 1 11,16 5 1,8 3 0,-5-2-1120,-7-4 1,0 0 1088,6 3 1,6 1 0,-9-3 4,12 2-177,-7-2 182,-6-1-11,-6-3 17,-8-2-23,-6-3 2116,-7-2-2060,-5-2 315,-6-2-242,-3-2 3258,-3-2-3286,0-3 384,-6-10-457,-1-1 18,-7-10-1,-7-9-22,2 6-17,-7-12 22,6 9-653,-3-1 664,2-1 18,-2 1 10,1 0 12,1 2 5,0 1 1,2 2 55,-7-10-67,7 12 0,-4-6 56,5 7-67,6 9-5,-1-1-18,5 8-44,2 4-6,2 1 656,3 6-628,8 11-11,0 2 23,10 8-23,-1 1 30,6 3-36,3 3-5,5 4-2064,4 3 2075,3 2-6,-8-10 1,1 1-6,-8-8 0,0 1-15,8 7 1,-1-1-36,6 14-40,-4-1-33,-7-1-264,-8-1 196,-9 0-61,-7-1-56,-10-1-168,-8 1-242,-8-3-531,-7-2-1871,-2-3 3131,-7 1 0,20-17 0,-1 0 0</inkml:trace>
  <inkml:trace contextRef="#ctx0" brushRef="#br0" timeOffset="189088">10428 8377 19518,'17'-44'1015,"0"0"0,0 0 0,4-9 1,-4 5-395,-7-4-94,-9 23-91,-3 3-88,-5 4 117,-11-3-319,0 10-51,-9 1-11,3 10-39,-2 6-1,-3 6-10,-1 5 0,-15 20-18,10-2-802,12-8 0,2 1 814,-7 16-5,5 5-1,3 4-19,11-11 0,2 1-606,-1 23 589,8-11 0,6 1-28,8-10 0,3-3 33,1 2 1,3-3 0,5-3 0,4-3 22,10-3 0,3-4-26,-8-6 1,1-1 5,14 3 1,0-3 2,-11-9 0,-2-2-370,0-1 0,1-2 376,9-3 0,1-3 8,-6-7 0,-1-3-8,-2 1 0,-2-3-1,-9-5 1,-6-4-3,4-35 28,-14 10-20,-6 14 1,-3 0-1504,-6-19 1529,-4-3-12,-5-2-420,-3-2 442,0 17 1,-1 0-17,3 10 0,-1 0-9,-4-8 1,-4 1 14,-3 6 0,-2 4 5,-19-13-20,15 17 1,-2 4 19,-20 1-5,-4 5-18,15 11 1,-2 2-25,0 3 0,-1 4-757,-14 7 0,3 5 756,19-4 1,3 3 8,1 5 0,6 3 203,8 11-198,4 4 23,3 5-67,4 4-17,4 5-45,3 2 1435,5 3-1502,4-1-28,8-1-11,8-4-1173,7-4 1139,7-6 17,5-7 1939,4-7-1905,0-6 44,-1-7 40,-3-7-1,5-9-1810,-16-7 1928,-1-6 256,-19-5-150,-5-16-44,-5 6 22,-1-11 6,-2 10-404,-1-2 449,-1 1 275,2-8-275,0 11 11,0-3-12,1 17-10,0 4-40,0 4 254,0 4-332,2 11 2270,1 3-2270,2 10-23,3 3 6,2 2-311,3 5 311,4 1-22,2 2 11,4 1-6,2 0 0,-4-9 1,1-1-1,15 14 3,-13-13 0,3-1-12,4-1 1,0-2-19,17 10 24,-16-12 0,3-2-47,-2-5 0,0-3-2218,16 4 2128,13-3-793,-8-12 837,-15-6 202,8-5-229,-13-14 112,-9-26 45,-5 7 1374,-12-15-1341,-8 23 12,0 1 11,0 0 23,0 2 16,0 1 2602,0-9-2557,-1 12-1,-1-5 1396,-1 10-1277,-1 8-186,0 1-33,2 10 988,1 5-1016,0 16-23,-1-2 7,0 16 10,0-5 265,1 3-287,0 3 0,1 2 0,4 1 12,3 0-7,14 11-16,-2-12 0,11 6 5,8-8 12,7-8-872,-1-4 872,-2-10 16,-14-11-300,-2-4 301,-2-5 10,-3-4-5,-5-4 11,-3-2-5,-4-2 5,-4-1-5,-2-2 5,-2 0 17,-7-13-45,1 10 57,-4-9-51,1 15-6,0 2 298,0 3-281,2 3-56,-1 3-34,3 5-212,0 3 5,3 6 605,5 4-1165,2 4-639,6 3-1232,4 3-7131,0 0 9082,0-2 1,-8-6 0,-3-3 0</inkml:trace>
  <inkml:trace contextRef="#ctx0" brushRef="#br0" timeOffset="189421">12152 8457 25433,'-7'-42'328,"0"-1"1,0 5-1,3 8-120,4 22-7,-1 2-33,0 1-17,-1 0-44,-1 2-12,0 0-22,1 1 0,0 2 78,2-1-151,-2 2 5,1 2 7,-1 2-1,1 4-6,0 4 7,0 2-1,1 3 0,0 2 11,2 3-10,0 1-24,2 1 12,3 1-16,2 0-1,1 2-95,10 10-28,-4-10-2382,6 8 2091,-7-13-655,0-2 66,-2-1-576,-2-4-1378,-2-2 2974,-1-3 0,-4-6 0,-1-2 0</inkml:trace>
  <inkml:trace contextRef="#ctx0" brushRef="#br0" timeOffset="189595">12315 8159 25478,'-25'-22'-751,"0"0"0,-1 3-1046,48 44-3301,13 12 5098,0-5 0,-16-15 0,-1 1 0</inkml:trace>
  <inkml:trace contextRef="#ctx0" brushRef="#br0" timeOffset="189830">12864 8320 17629,'-54'-15'416,"1"1"1,3 1 0,5 3 1483,5 9-1710,-1 5-16,-1 1-51,3 5-22,0 3-45,6 3-34,4 4-5,5 2-11,1 14-12,11-7 1260,2 11-1265,10-10-6,5-1-34,7 1-38,7-1-62,6-2-68,8-1-33,6-1-420,8-4-443,6-2-1120,7-5 2235,-24-8 0,-2-1 0,3-1 0,0-1 0</inkml:trace>
  <inkml:trace contextRef="#ctx0" brushRef="#br0" timeOffset="190429">13164 8268 20409,'0'-54'1028,"0"0"1,0 5 0,1 5-290,0 1-3402,-1 7 3112,1 5 311,-1 4-469,0 4-39,0 3-67,-1 5 663,1 3-787,0 6 99,0 3-160,0 11 1886,0 4-1880,1 11-6,2 4 0,3 7 17,0 7-28,1 5 436,1 6-470,2 5-89,0 3 27,-4-28 1,0-1-718,-1 2 0,1 0 460,0-1 0,0 1-194,0-1 1,0 0-1319,7 28-2012,1-3-5258,-1-9 8750,-2-11 0,-5-17 0,-2-10 1</inkml:trace>
  <inkml:trace contextRef="#ctx0" brushRef="#br0" timeOffset="190673">13612 8178 21813,'-35'-25'313,"0"-1"1,1 1 0,-22-11-1,7 15-167,15 28-45,-12 8-23,16 5-10,1 7 5,2 4-4098,-4 23 4109,11-11 0,-2 15 1127,13-16-1015,7 16-90,7-15 1,6 10 10,7-20-22,4-5 1,6-2-18,6-4-11,6-4 415,9-4-426,9-5-233,-25-6 1,4-2 157,4 0 0,4-2 1,-2-1-50,13 0 1,1-1 243,-5 1 1,3-1-1,-3 0-526,12-2 0,-1 1-753,-20 1 1,0 1 0,2-1 1102,5 1 0,2-1 0,-6 1 0,-5 0 0,-4 0 0,0 1 0,1-1 0</inkml:trace>
  <inkml:trace contextRef="#ctx0" brushRef="#br0" timeOffset="240826">9964 5122 25706,'-1'16'-2303,"4"-2"408,8-11 3277,5-1-113,8-1-42,7 0-305,9-4-90,10 0-510,11-5 409,-24 3 1,1 1 210,5-2 0,3 0-520,4-1 1,5-1-198,2 0 1,7 0 0,2-1-133,-9 1 1,3 1 0,1-1 0,-1 0-79,2 0 0,1 0 0,0 0 1,0 1-16,-10 0 0,1 1 0,0 0 0,-1 0 0,-2 1-728,1-1 1,-2 1 0,-1 0 0,1 0 685,2 0 0,0 0 0,0 0 0,0 0-155,0 0 0,1 0 0,0-1 0,0 1 149,-1 0 1,-1 0 0,2 0-1,2 0-32,2-1 1,4 1 0,1-1-1,-1 0 1,-3 1 27,0-1 0,-3 1 1,-1 0-1,4-1 10,-3 1 0,4-1 0,0 1 0,-2-1 0,-3 1-25,10 0 0,-4 0 1,-1-1 54,0 1 0,-1 0 1,-1 0 3,-3 0 0,0 0 1,-1 1-49,-3-1 1,-1 1-1,0 0-1,-4 0 1,0 0 0,-1 0-26,16-1 0,-2 0 2234,-5 0 0,-2 1-2043,-6 0 0,-2 0 3,-7 0 0,-1 1 88,22-2-8,-17 2 171,-16 2-1921,-24 1 449,-19 4 1200,-24 3 1454,-19 4-1539,24-5 1,-3 0 421,-6 2 0,-1-1-438,-6 1 0,-2-1-3,-6 2 1,-1-1 59,18-2 0,-1 0 0,-1 0-75,-3 0 0,0 1 0,-1-1-18,-3 1 1,-1-1 0,0 1 20,-4 0 0,1 0 0,-2 0-590,-1 0 1,-2 0-1,1 1 599,13-2 0,0 0 0,0 0 0,0 0-226,-2 0 0,0 1 1,-1-1-1,1 1 238,-2 0 1,0 0 0,1 0-1,-1 0-76,-1 0 1,0 1 0,-1-1 0,1 1 84,-1 0 1,1 0-1,-1 0 1,0 0-46,1 0 0,-1 1 0,0-1 0,1 1 62,-1 0 0,1-1 0,0 1 1,0 0 1,1-1 0,0 1 0,0-1 0,1 1 1,2-1 1,1 0 0,-2 0 0,-1 1 1,1-1 1,-3 1-1,-1 1 1,2-1-1,2-1-5,2 0 1,3 0 0,0-1 0,-2 1 20,-8 2 1,-3 0 0,1 0 0,5-2-28,7 0 0,4-2 0,0 1-5,-9 1 0,-1-1 0,4 0-6,-3 0 0,1 0-17,-7 0 1,1-1 26,12-2 1,4-2 3025,-7-1-3041,-2-3 0,45-4-1519,17-4 1915,15-5-23,9 1 1,4-1-186,-5 2 0,3 0-188,19-6 0,4 1 0,-8 3 0,2 1 0,-15 3 0,2 2 0,0-1 0,3-1 0,1 1 0,4-1 0,5 1 0,5-2 0,1 1 0,-2 0 0,-11 2 0,-2 1 0,0-1 0,3 1 0,1-1 0,3 0 0,0 0 0,0 1 0,-3 0 0,-1 0 0,-2 1 0,0 0 0,-1 0 0,2 0 0,1 1 0,-1-1 0,0 0 0,0 1 0,-1-1 0,1 1 0,3-1-247,2 0 1,3 0 0,1-1-1,0 1 1,-4 0 144,1 1 1,-3-1-1,0 1 1,2-1 47,-1 1 0,3-1 0,0 0 0,-1 0 1,-5 1-29,12-1 0,-4 0 0,-1 1 167,0-1 0,0 0 0,-1 1-155,-3-1 1,1 1-1,-1 0-22,-2 0 0,-1 0 1,0 0 28,-2 1 1,-1 0-1,0-1 49,-3 1 1,0 0 0,-1 0-5,18-2 1,-3 1-2,-3 0 1,-2 0-16,-4 1 1,-2 0 315,-5 1 0,0 0-404,-5 2 0,-1-1-301,26 1-452,-12 2 105,-12 3-7351,-13 3 7654,-8 1 1,-11-2 0,-3-2-1</inkml:trace>
  <inkml:trace contextRef="#ctx0" brushRef="#br0" timeOffset="241910">10289 9336 11348,'-51'-15'-342,"-1"1"0,7 1 0,3 1 380,-3-3-386,17 5 61,15 1-65,16 3 1969,33-3-1195,-2 5 0,8 0-192,0 1 0,7 0 1,3 0-1,-4 1-405,4-1 1,-1 1 0,3 1 261,-1-1 1,4 1 0,0 0 0,-4 0-134,-3 1 0,-3 0 0,1 0 199,2 0 1,0 0 0,1 0-175,3-1 0,-1 2 0,1-2 210,2 1 0,-1-1 1,2 1-413,0-1 1,1 0-1,0 0 358,1 0 1,1-1-1,-1 0-49,1 0 0,1 0 1,-1-1 14,1 0 1,0 0 0,0 0 57,-1 0 0,1-1 0,-1 1-83,1-1 0,-1 0 0,0 0-12,-3 0 0,0 0 0,5-1 17,-4 1 0,6-1 1,2-1-1,-2 1 0,-5 1-53,-8 0 0,-4 0 0,-1 1 0,4-1-38,6-1 0,5 0 0,1 0 0,-4 1 0,-6 0 26,-3 0 1,-5 0-1,-2 1-60,21-2 0,-1 1 131,-4-1 1,-1 0-141,-4 1 0,-2 0 354,-5 1 1,0 0-374,4-1 0,-1 1-12,-14 1 0,-2 1 1716,22-2-1654,-45 3-251,-33 3 250,-22 1-9,-8 1 1,-7 0-154,9-1 0,-3 0 172,3 0 1,-3 0 0,-3 0-9,6 0 0,-4-1 1,1 0-1,1 0 9,-5 1 0,1-1 0,-4 0-317,2 1 1,-4 0 0,0-1 0,3 0 325,-4 1 1,2-1 0,1 0-270,13-1 0,0 1 0,-1 0 0,-4-1 269,-3 1 1,-5 1-1,-1-1 1,1 0 0,2 0 1,-1 1 0,3-1 0,0 0 0,-3 1 5,0-1 1,-3 1 0,-1 0-1,2-1 1,3 1-15,3 0 1,3-1-1,1 1 1,0 0 18,-1 0 1,1-1 0,0 1-1,0 0 24,2 0 0,-1 0 0,1 0 1,0 1-25,2-1 1,0 0 0,0 0-1,1 0 4,-14 2 1,2 0 0,0 0 0,2-1 1,2 1-1,0 0-1,4 0 0,1-1 1,0 1 43,4 0 0,0 0 0,2-1 30,-15 3 0,0 1 110,14-2 1,-1 0-1,4 0-112,-2 0 0,2 0-6,-12 2 0,5-1 72,13-2 1124,7-1-1083,26-4-8,57-10-144,-14 1 0,7 0 135,6-1 1,7-1 0,0 0-164,-8 1 1,-1 0 0,5 0 4,-7 2 0,6-1 0,1 1 0,-1-1 0,-4 2-6,12-2 0,-4 0 1,4 1-144,-13 1 0,3 0 1,1 0-1,-1 1 1,-2 0 140,0 0 0,-2 0 0,1 1 0,3-1-9,6 1 1,5-1-1,2 1 1,-1-1-1,-4 1-284,2 0 0,-2 0 0,-1 0 0,3 0 289,-11 1 0,3 0 0,2 0 0,-1 0 0,-2 0 0,-3 0-61,7 0 1,-3 1 0,-1 0 0,-1-1 64,1 1 1,-1 0 0,0 0 0,0 0 12,-3 1 1,1-1 0,-1 0 0,-1 1-47,15-1 1,-2 0 0,0 0-2,-4 1 0,-1-1 1,0 1-4,-4 0 0,-2 0 1,0-1-4,-3 2 0,-2-1 0,-1 0-25,16 0 0,-3 1 1,-6-1 0,-4 1-13,-7 0 0,-2 0 1,-3 2 1,-4 1 1099,-8 1-1073,-22 5-261,-46-1 322,11-2 1,-2-1 428,-9 1 1,-2-1-444,-8 2 0,-4 0 268,16-2 0,-2 0 0,-1 0-275,-4 1 1,-2 0-1,0 0 116,-4 1 1,-2-1-1,0 1-100,-3 0 1,-2-1 0,0 1-359,13-1 0,1-1 0,-2 1 0,-4 0 335,-4 0 1,-6 1 0,-1 0-1,0-1 1,3 1-183,-2 0 0,3 0 0,-1 0 0,-2 0 194,10-1 1,-2 0 0,-1 0 0,-1 0-1,3 0 1,2 0-131,-8 1 1,2-1 0,2 1 0,0-1 133,0 1 1,0 0 0,0 0 0,0 0 8,3-1 0,1 1 0,-1 0 1,-3 0 0,3 0 0,-3 0 0,-1 1 0,2 0 0,2-1-11,3 0 0,3 0 0,1 0 1,-3-1 3,-8 2 0,-3 1 0,2-1 1,6-1 59,8 0 1,4-2-1,1 1-47,-14 0 1,3 0 370,7-1 1,3-1-349,7-2 0,3 0 202,-16 0-14,18-6 1167,14-3-1384,14-5-4,41-16 318,6 4-116,-4 5 0,3 1-18,1 2 1,1 2-77,7-2 0,3 1 85,-13 4 1,0 0 0,1 1-128,4-1 1,1 1 0,0-1-334,5 0 1,1 1 0,0-1 420,3 1 0,1 0 1,1 0-451,-14 2 0,1 0 0,0 1 0,1 0 279,1 0 0,0 0 0,1 0 0,0 1 6,1-1 1,0 1-1,1-1 1,-1 1 4,0 1 0,0-1 0,1 0 0,4 1-91,1-1 0,4 0 0,2 0 0,-1 1 0,-4 0 50,0-1 1,-3 2-1,0-1 1,4 0 12,-2 1 0,5-1 0,2 0 0,0 0 0,-4 1 0,-5 0-18,-3 1 0,-5 0 0,-1 0 0,2 0-4,10 0 1,3 0 0,-1 0-1,-6 1-14,-6 0 1,-5 1 0,-1 0 94,17 0 0,-2 1-150,-8-1 0,-2 1 396,-9 1 1,-1 0-615,20 3 1249,-19 3-7249,-21 8-352,-15-2 6655,-12 3 1,1-10 0,3-2-1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4:40:56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1491 2582 22688,'31'-48'56,"8"8"-78,19 28-2045,-26 6 1,0 1 2046,1-1 0,2 1-78,14-2 0,0 1-11,-12 2 0,-1 0-40,11-1 0,-3 2-248,8 0 860,-9 2-1018,-12 5-72,-11 1 629,-10 6-692,-10 1 30,-11 4 100,-10 2 168,-10 1-456,-10 4 803,-8 0 129,10-5 0,-2-1-3,8-3 0,1 0-461,-12 5 0,1-1 537,12-5 0,2-1 257,-29 14-520,22-9 0,0-1 549,-14 7-524,-5 2 299,30-12 371,9-6-421,7 0 2494,5-5-2382,6 0 1947,5-1-1818,17-4-325,1-1-2555,17-5 2482,-3-3-11,6-2-721,4-2 710,3-1 17,1 0-1009,0-1 1008,1-1 12,-3 0-11,-2 0 5,-5-1 11,-6 0-30,0-7 92,-17 7 22,-3-7-5,-14 9 17,-9-2 11,-4 0 11,-7-2 39,-5 0 34,-4 0 50,-4-1 68,-1 2 16,-1 0 34,1 2-12,2 1-33,3 3-5,3 1-67,5 3 2452,3 1-2492,4 2-28,2 1 840,2 2-935,3 1 1606,2 2-1673,0 1 224,9 8-247,0 1-11,10 9 11,0 2-5,19 15-12,-7-4-2112,13 12 2101,-12-8 6,-2 2-23,-4 1-16,-5 3-120,-6 0 80,-7 0-33,-3 0-398,-7 0 168,-2-2-286,-6-1-587,-2-3-1922,-4-1 3148,-3 0 0,9-15 0,0-2 0</inkml:trace>
  <inkml:trace contextRef="#ctx0" brushRef="#br0" timeOffset="689">3602 2433 17804,'-5'-44'948,"1"1"1,1 3-1,-2 6-332,-2 10-78,-2 3-67,-2 2-68,0 1-73,-3 5-83,-1 2-51,-2 3-23,-2 3 85,-12 4-174,6 3-4252,-7 5 4219,8 4 384,3 4-401,1 2-34,2 3 28,3 0-22,3 3 16,4 11-16,4-7 22,6 9-17,7-12 6,6-2-1,5 1 1,4-2-17,4 0 1825,5-1-1820,1-1-33,2 0 28,13 9 0,-14-8-22,7 5 22,-13-3 17,-12-7 22,0 10-16,-14-12-6,-7 5 11,-6-6-6,-8 1 0,-6-1-5,-5 1-1828,-6 0 1822,-5-2-11,-2 0 347,-3-2-364,13-4 0,-1 0 0,-15-1 12,-11 0-18,23-5-44,5-4-56,6-3-84,5-7-2321,4-3 2103,7-4 926,3-3-1515,4 0-3024,6-1 4038,3-1 0,-1 13 0,1 1 0</inkml:trace>
  <inkml:trace contextRef="#ctx0" brushRef="#br0" timeOffset="1703">3935 2675 25690,'31'-49'96,"0"6"-85,-6 25 6,-2 0 11,-1-1 0,-3 0-6,-2-1 23,-5 0 5,-2-1 6,-3 0 39,-4-7-44,-1 8-6,-5-4 16,-1 11-5,-5 2-17,-1 2 12,-1 4-6,-2 2-6,-1 1-6,0 2-5,-1 3-11,-5 6 0,6 1-11,-4 6-1,8-1 6,1 2-11,1 1 0,-1 14-11,5 6 17,0 1-412,7-1 411,2-11 1,5-1-12,3 0 12,13 9-12,-3-9 12,11 6-28,9-7-3232,-7-9 3248,12 0-2170,-14-12 2187,-1-4 112,-1-6-117,-2-5 5,-1-6-5,-1-5 11,-2-2 5,-1-4 12,-2-2-6,-1-3 0,-4-3 1552,2-23-1546,-7 10-6,-5 4 0,-1-3-37,-3 5 1,-1 0 13,1-1 1,-1 0 8,0 4 0,-1 0 31,-1 4 0,0 3 11,-2-14 0,-2-8 90,-6 18-74,0 15-21,-2-1 3034,2 14-3069,2 5 156,-2 4-177,1 6 22,-4 17-17,3 0-12,-4 15 411,5-3-394,2 3-5,2 5 11,3 4-11,2 6-11,4 3-9,2-12 1,2 1 5,-2-10 0,2 0-6,2 10 1,2 2-32,4-1 1,1-2 2,-3-11 1,2 1-177,7 5 0,5 4 0,-3-5 33,-4-10 1,1-2-701,13 14 0,-1-5 269,1-9-2161,9-6 1432,-13-10-295,5-4-550,-18-12-840,-3-6-3418,-1-18 4164,-7 4 2785,-2-14-495,-5 10 168,-3-2 2424,-1 1-520,-2 2 342,-1 0 23,-1 3 1836,-3-5-2721,2 10-298,-3-2 1233,-5 4-1949,7 9-101,-5-2-90,8 8-89,2 2-78,1 2 749,1-1-845,1 1 8,6 5-81,1 0 0,7 4 23,12 0 16,7-1-27,1-1 5,0-2 5,-12-4 35,6-2-18,-8-2 6,2-2-6,-8-2 18,-2-3-1,-2-1 6,-2-1 78,-2-9-22,-2-2-73,-2-1 11,-4 2-6,-2 7 18,-3 4 16,1 0-22,-2 3 5,-1 1-5,-1 2 45,-7 3-74,3 1 12,-4 3-39,7 2-17,0 3 17,0 3-23,1 1 18,1 3-1,-1 2-17,3 4 1,1 0-7,2 15-10,3-8-6,4 10-6,6-10-794,4-1 739,5 1-68,3-2-61,4-2-107,3-1-50,2-2-34,2-2-101,0-3-347,2-3-504,-1-3-684,1-3-1332,-1-4-6454,-1-3 9286,-5-1 1,-12-1 0,-6 2-1</inkml:trace>
  <inkml:trace contextRef="#ctx0" brushRef="#br0" timeOffset="2174">5747 2430 18341,'0'-4'4190,"0"0"-661,0 4-3423,-61-33-1092,39 28 1008,-13-12 0,1 6 1,18 22-6,1 4 27,-5 15-32,7-3-7,-2 11 1,8-7-1,2 3-5,2 0 0,1 3-5,3 1-23,3 0 22,4 0-5,5-1-3626,6-2 3637,5-1 579,4-6-584,6-3-7,24-2 1,-11-12-477,-15-5 1,1-2 476,13-7-11,1-5 5,2-7 8,-15-2 1,0-2 25,18-14-12,-19 9 1,-2-2 5,9-17-5,-5-4-23,-2-7 22,-18 25 1,-1-1-3,1-2 0,-1-1 2,-1 0 1,1-3-577,5-16 1,0-2 595,-6 14 1,0-1 7,4-11 1,-3 0 436,-5 18 1,-2 2-353,2-30-260,-4 6 299,-3 6 17,-4 6 33,-3 7 6,-3 7 151,-6 1-241,4 12 810,-2 1-877,6 12 1950,2 2-2000,0 0 1744,2 5-1750,-1 5 11,1 6-11,0 10 6,-1 8 731,2 9-726,1 10-831,0 5 820,1 7 3,1-30 0,0 0-23,1 1 0,0 1-782,1 1 1,1 0 784,0-1 0,1 2-53,4 15 0,1 1 5,-1-14 1,0 1-20,4 10 0,2-1-20,-3-15 1,1-4-15,0 0 1,1-2-196,16 23-158,-1-7-274,-3-8-336,-5-7-493,-5-8-952,-3-6 1947,-6-7 0,-3-4 0,-3-3 0</inkml:trace>
  <inkml:trace contextRef="#ctx0" brushRef="#br0" timeOffset="2501">6268 2620 25696,'25'-30'-23,"1"0"1,6-16 19,5 35 1,3 7-2437,6-6 2417,2 1 11,0-2-12,-1 1 6,-3-2 17,-4 2-11,-5-1 22,-5 1 6,-3 0-17,-4-1 751,-3 2-723,-3-1 426,-4 0-381,-2 1 0,-5 0 33,-2 1 1312,-2 0-1233,-1 1 269,-5-1-258,0 3 0,-4 1-28,1 3-28,1 1-56,0 0-6,1 1-27,0 1 38,-1 7-94,1 0-12,-1 6 6,3-1-1,2 3-16,0 2-16,2 3-52,3 2-60,2 2-108,4 0-156,1 2-235,2 0-2516,-1 0 1424,2-1-2947,-2-1 4694,1 1 0,-7-13 0,0-1 0</inkml:trace>
  <inkml:trace contextRef="#ctx0" brushRef="#br0" timeOffset="2701">7108 2057 21033,'-37'-38'87,"1"0"1,3 2 0,8 12 2127,21 23-2271,2 2 941,2 5-1053,0 2 410,3 6-723,3 4 684,4 3-1804,5 3-3049,2 2 4650,8 4 0,-13-14 0,2 0 0</inkml:trace>
  <inkml:trace contextRef="#ctx0" brushRef="#br0" timeOffset="3084">7493 2320 24147,'-48'8'95,"1"-1"0,4 0 0,9 3 1030,19 7-1097,5 2-17,2 1 401,5 8-423,4-6 11,6 7-11,5-9 0,4-1-12,4 1 1,4-2-12,2-2 6,0-1-673,-1-4 689,-1-2 584,6-3-561,-10-2 17,5-5 11,-12-5 6,-1-4-12,-2-4 1,-1-4 5,-3-3-5,-2-4 61,-2-15-45,-5 8-532,-3-12 577,-3 14-5,-5 2 5,-1 0-5,-3 3-2298,-2 2 2308,-1 3-1052,1 3 1013,-1 4-180,3 3 147,0 4-17,3 2-5,2 2 331,3 4-360,2 2 2739,3 4-2789,1 5-22,3 3-67,2 5 1531,4 4-2287,12 14 44,2-8-554,9 10-1127,-3-13-2166,4-1 4799,8 1 0,-18-13 0,1-2 0</inkml:trace>
  <inkml:trace contextRef="#ctx0" brushRef="#br0" timeOffset="3409">7960 2325 21629,'0'-6'3215,"0"2"-224,0 4-2968,-16-42-12,12 53-11,-10-36-6,18 64-3380,3-9 3380,4 2 1,0 0-11,4-1 27,1-1-16,2-1-1,-1-4 1,0-3 5,1-1 5,-5-9 6,0-2-2291,-6-9 2286,0-5 2268,0-4-2268,2-5 60,9-16-49,-4 3-6,6-13 11,-3 7-5,0 0-325,2-1 320,1 2-1,0 4-11,0 4 5,-1 5 1,1 5-28,-1 5 16,2 5 0,-1 1-5,0 6-2170,0 3 2158,-2 7-597,0 2 569,-1 5 1188,4 14-1485,-6-4-161,3 12-499,-10-6-1787,0 3 2795,0 10 0,-4-24 0,1 0 0</inkml:trace>
  <inkml:trace contextRef="#ctx0" brushRef="#br0" timeOffset="4071">10530 2368 15205,'0'-8'3747,"0"1"-2475,0 7-186,0 0-178,-7-66-927,-1 43 310,1-15 0,-4 4 364,-7 23-263,-5 3-3280,-1 4 3145,-4 2-55,-2 1-45,-2 2 146,-14 5-191,11 2 76,-7 5-143,19 0-12,4 2-16,5 0 0,5 2-6,5 2 17,5 14 3237,4-7-3254,18 25-11,2-20-1299,13 10 1299,-1-12-6,5-2 1,4 0-1,4-3-5,-15-7 0,2-1 11,16 8-3,-19-10 0,-3 0-14,4 3-505,-9-2 522,-9-3 11,-8-2 12,-6-1-6,-10-1-12,-6-2 6,-10 0 17,-28-3-5,7-1 269,12-2 0,-2-2-278,-3-1 0,0-1-157,-21-5 149,20 3 0,0-1-6,2-1 0,2-1 0,-16-4 0,-11-3-51,19 2-27,14 5-68,0-2-207,17 6-252,6 1-392,3 1-138,6 0-1991,4 1 2574,10 0 1,-8 0-1,2 2 1</inkml:trace>
  <inkml:trace contextRef="#ctx0" brushRef="#br0" timeOffset="4460">10960 2483 18414,'2'-4'3652,"-1"0"633,-1 4-4240,-44-42-5677,26 39 5654,-33-29 900,35 61-905,7-5-17,2 10 5,9-9 910,4 1-910,18 10-10,-1-10 10,13 6-613,-3-12 608,3-3-11,3-1-12,-1-4 35,0-3-1,-4-4 2877,-5-3-2866,-5-3 12,-4-4 626,-6-4-604,-6-4 42,-3-3 14,-4-12 17,-13-5-62,0-1 629,-10 1-612,3 10-22,0 3 50,-8-8-78,6 9-23,-5-4 11,8 10 1,2 3 16,-5-1-50,8 6-17,-3-1-17,7 5-140,-1 3-11,2 2-610,-2 10 55,7-1-431,0 6-5310,11 3 6492,1-2 0,0-3 0,-2-8 0</inkml:trace>
  <inkml:trace contextRef="#ctx0" brushRef="#br0" timeOffset="4809">11304 2384 20369,'0'-5'3277,"-1"2"-314,1 3-2963,6-29-11,2 28 11,8-19-23,3 36 18,4 3-7,4 4-724,1 2 741,2 1-38,-2 2-1,-2 0 17,-2-1 184,-5-1-189,-2 4 16,-8-9-11,-3 1 29,-8-12-1,-5-4 11,-12-2 1,1-5 16,-6-3 0,8-5 0,1-3 12,3-1 541,2-3-525,4-2 174,6-25-185,4 15-17,7-20-17,3 23-5,4 0-11,4 2-12,2 3-16,2 2-40,3 4-251,16 1 38,-10 5-820,11 3 591,-13 5-353,-2 3-661,0 2-694,-1 4-1177,-1 2-6442,-4 0 9280,-5 0 0,-10-5 0,-4-3 0</inkml:trace>
  <inkml:trace contextRef="#ctx0" brushRef="#br0" timeOffset="5159">12016 2734 20246,'4'0'3137,"-1"0"-1172,-3 0-1606,64-70-3352,-37 39 3122,12-12 0,0-2 78,-15 13-45,0-5-61,0-4-28,-8 6 0,0-1 438,7-22-486,-6 4 1,-1 0-266,-7 21 1,-1 0 258,1-9 1,0-1 30,-4 3 1,-1 2 11,0-18-23,-2 21 0,-1 1 56,-3-7-5,-1 5 16,-3 6-10,-1 6 4,-1 5 1454,2 6-1492,0 4 390,0 4-430,1 3 1464,-1 2-1474,-6 14-7,1 1-3425,-6 15 3437,3 3-6,-2 7-139,2 6 134,1 5-6,5 3-1206,2 3 1206,3-2-5,5 2-23,5-2-23,7-1-5,6 0-16,6-4-18,4-1-67,5-3-95,3-3-28,2-2-45,1-6-72,1-3-197,-3-7-442,-2-5-258,-5-7-583,-2-5-5113,-3-5 6990,3-2 0,-15-1 0,0-1 0</inkml:trace>
  <inkml:trace contextRef="#ctx0" brushRef="#br0" timeOffset="5353">12237 2212 17328,'-4'-3'3164,"1"1"-49,3 2-3339,74-41-5874,-38 31 5709,12-11 0,1 1-1191,-7 20-1843,4 0 3423,7 0 0,-24 0 0,-2 0 0</inkml:trace>
  <inkml:trace contextRef="#ctx0" brushRef="#br0" timeOffset="5721">13294 1935 21326,'-40'-9'288,"-1"-1"0,4 1 0,6 4 1678,13 9-1871,5 2-22,-1 4 633,6 0-655,2 0 388,2 7-411,3-3 0,4 7-6,2-5-11,6 1 1112,9 7-1112,-2-6 6,9 5-3403,-7-9 3402,1-2 18,7 1 0,-8-7 10,5 0 12,-11-7 0,-2-3 56,1-10-61,-5 1-1,0-8-11,-6 6 12,-1-2-6,-2 1-1,-3 1 1,-2 0-17,-3 0 6,0 3-12,-2 2 1,-1 0-1,0 4-16,0 0 5,1 3 3342,-5 2-3376,5 3-279,-11 14 67,13-1-118,-5 12-3599,11-5 3033,2 3-2098,1 2-506,0 4 3075,1 6 0,-1-18 0,1 1 0</inkml:trace>
  <inkml:trace contextRef="#ctx0" brushRef="#br0" timeOffset="6031">13506 2514 17632,'-41'7'126,"0"1"1,4-3 0,10 2 1759,23 3-1819,8 3 1458,7 2-1508,2 1 938,8 0-933,-2-5-16,3 0-6,0-1 5,1-2-98,-2 0 104,-3-2 602,-1-3-489,-6-4-80,-4-3-4,-5-6-7,-5-1 12,-1-3 3386,-4-1-3380,-4-2 55,-7-6-44,5 5-12,-5-3 6,5 4-78,3 2-79,0 2-45,4 6-139,1 5-309,0 2-745,0 3-3237,-2 2-5255,1 3 9019,0-1 1,4-3 0,0-1 0</inkml:trace>
  <inkml:trace contextRef="#ctx0" brushRef="#br0" timeOffset="6652">1966 3449 4185,'-48'16'698,"0"0"1,0 0 0,-17 5-1,14-1 2008,30-2-2252,11-1 1590,6-1-1276,13-1 49,9 0-60,14-3-1464,15-1 1250,13-1-297,-23-6 1,2 0 717,3 0 0,7-1-687,1-1 1,11-1 0,5 0 0,-1-1 0,-6 1-823,5-1 0,-5-1 0,7 1 590,-12-1 1,6 1 0,3-1 0,0 1 0,-2-2 0,-7 1 17,-2-1 0,-4-1 0,-1 0 0,0 0-280,5-1 1,0 0 0,1 0-1,0-1 271,3 1 1,1-1 0,1 0 0,0 0-6,3-1 0,1 0 0,0-1 0,1 1-9,-10 0 0,1 1 1,0-1-1,0 1 0,1-1-147,2 0 0,1 0 0,1 0 1,0 0-1,0 0 148,3-1 1,0 1-1,0 0 1,1-1-1,1 1-5,-9 1 1,0 0-1,0 0 1,1-1-1,0 1 1,0 0-3,2 0 1,0 0-1,0-1 1,1 1-1,0 0 1,0 0-29,1 0 0,1 0 0,0 0 1,0 0-1,1 0 0,-1 0 23,-7 1 1,0-1 0,0 1-1,1 0 1,-1 0 0,1 0-1,-1 0-3,2 0 1,0 0-1,0 0 1,0 0 0,0 0-1,1 0 1,-1 0-2,1 1 1,-2-1-1,1 0 1,0 1 0,2-1-1,1 0 1,3 1 1,-7-1 0,3 1 1,2 0-1,1 0 1,2-1-1,-1 1 1,0 0-1,-1 0 1,-2 0-1,-1 0-11,2 0 0,-2 0 0,-1 0 0,-1 1 1,1-1-1,-1 0 0,3 1 0,1-1-7,-2 0 0,2 1 0,2-1 0,1 0 0,0 1 0,0-1 0,-1 1 0,-1-1 0,-2 1 0,-2 0 3,6-1 0,-3 1 0,-2 0 0,-1 0 0,0 0 0,3 1 0,3-1-1,-7 0 0,2 1 0,2-1 0,1 1 1,1-1-1,0 1 0,-1-1 0,-1 1 1,-1 0-1,-2-1-7,2 1 0,-2 0 0,-1 0 0,-1-1 1,-1 1-1,2 0 0,0 0 0,3 0-2,-3 0 0,2 0 1,1 0-1,1 0 0,0 0 1,1 0-1,-2 0 0,-1 0 1,-2 0-1,-2 1-2,6-1 1,-3 0 0,-2 1 0,0 0 0,-2-1 0,1 1-1,1 0-3,9-1 0,-1 1 1,1 0-1,-1-1 0,0 1 1,0 0-8,-2 0 1,-2 0 0,-1 0-1,2 0 1,3 0 0,4 0-118,-15 0 0,2 0 0,4 0 0,0 0 0,3 1 1,-1-1-1,1 0 0,-1 0 0,0 0 0,-3 1 1,-1-1-1103,7 0 0,-1 0 0,-1 0 0,-2 0 1,0 1-1,1-1 0,0 0 0,2 0 1000,-1 1 1,2-1 0,1 0 0,1 0 0,0 1 0,-3-1 0,-2 0 0,-4 1 0,-5-1 0,19 0 0,-6 1 0,-8-1 0,-10 0-1,14 1 1</inkml:trace>
  <inkml:trace contextRef="#ctx0" brushRef="#br0" timeOffset="45412">3911 4296 16526,'-48'-21'382,"-1"1"1,5 1 0,8 11-215,13 28-11,2 7-23,1 8-10,1 10-18,1 9-70,10-23 1,1 1-12,0 4 1,0 0-789,2 2 0,0 2 780,1 2 0,1 0-17,1 2 0,1 1-14,0 0 0,1 4-10,1-3 0,1 3 0,0 1-68,-1 4 1,-1 1 0,1 0-318,1 0 0,0 1 0,-1-2 326,-1 0 1,-1-1 0,-1-3-47,-1 4 1,-1-3-343,-3-1 1,0 0 377,-3-3 1,0-2 86,-1-3 0,-2-2 6,-1-4 0,-2-3 40,0-4 1,-1-2 144,-20 13 1355,-1-13-1339,-3-13 1,0-9 969,-2-10-991,2-8-12,13-6 0,2-4-16,-12-18-33,15 11 0,3-3 10,-3-21-12,8-5-10,4-3-54,8 31 0,2-1 328,1-30-325,6 1-22,6 4-12,6 4-5,5 3-184,4 6 184,4 3-6,5 3-14,-6 14 0,2 0-8,20-11-417,-15 13 1,0 2 418,-7 4 1,-1 3-6,1-2 0,1 1 321,2-1 0,0-1-324,0 1 0,1-1-3,0-1 1,0 0-1,0 0 1,-1-1 5,-1 1 0,0-1 0,-3 1 0,0-2 25,7-5 0,-2 0 6,11-10-671,-13 6 1,-4 1 704,-9 4-7,1-6 499,-19 19-499,-4 3 1418,-2 2-1361,-12 2 532,1 2-543,-9 3 22,4 5 17,-1 4-6,-2 3-22,2 4 33,-8 14-89,10-5 3082,-3 12-3093,13-10-12,4 0 1,4-2-1,5-2-16,3-2 11,7-2-1,4-2-4,3-4 10,4-3 6,2-4-6,1-3 51,12-4-11,-10-7-557,7-2 579,-14-6 16,-4-2 1,-2-3 11,-4-2 17,-3-3 270,-3 0-107,-4-15-152,-4 10-5,-4-9-7,-4 13-21,-4 4-6,0 1-6,-3 4 0,0 2-11,0 4 556,0 3-600,1 1-12,2 3-17,4 1-11,2 1-6,3 2-5,1 2-11,2 3-6,1 4-34,0 3-56,3 3-78,3 1-134,3 2-236,4 2-325,3 2-609,4 1-1374,3 1-3498,3 0 6372,6 0 0,-15-11 0,1-2 0</inkml:trace>
  <inkml:trace contextRef="#ctx0" brushRef="#br0" timeOffset="45713">4435 4766 19714,'-2'-41'601,"0"1"0,0 3 0,1 7 1187,1 18-1536,0 4 444,1 1-612,0 4 235,2 1-319,2 1 906,3 4-901,4 1 6,2 5 17,5 3-22,3 2-6,4 4 0,1 2 0,2 2-3398,-1 3 3393,-1 2-100,-4 3 66,0 19 11,-12-9 8,-7-4 1,-3 0-954,-10 4 973,-7 9 11,-4-24 17,-4-7 11,-1-8 17,-2-6 17,2-8 22,2-6 0,5-7 85,3-18-96,7 4-6,4-12 0,9 8 1,5 2-23,6-2 33,17-10 1765,-6 12-1843,13-6-16,-11 16-79,14 0-107,-11 7-1548,22 1-792,-22 11 2531,11 3 0,-26 1 0,-2 0 0</inkml:trace>
  <inkml:trace contextRef="#ctx0" brushRef="#br0" timeOffset="46932">6361 4990 9944,'11'-46'900,"-1"-1"1,1 1-1,4-18 1,-2 6-490,-5 25 0,-1 4 339,6-27-95,-4 10 1289,-2 5-1518,-3 8-73,-2 7-84,-1 6-95,-1 6 1065,0 6-1205,0 10 2153,0 5-2165,0 11 3365,2 6-3348,2 25-613,0-8 591,2 20 5,-2-13-14,-3-11 1,0 1-4,0 22-438,-2-21 0,0 2 438,-2-1 1,-1-1 0,-3 19-9,3-22 0,-1-2 9,-4 12 61,3-19 73,-1-1-6,3-20 659,1-4-670,-1-7 878,0-6-928,-2-9-34,2-7-11,-1-7-5,2-9-1,1-6-933,2-6 934,0-5-7,2-2 18,2-1-23,4 1 12,2 1-1,1 3-33,2 4 22,2 5 11,0 5-5,0 7 6,-1 7 5,-1 4-12,0 7-4,-1 3 4,8 1-16,-1 7 0,6 2-3077,-3 4 3072,3 5 606,15 12-606,8 18-7,-1 6-158,-22-15 0,-3 2 148,7 21 11,-2 2-12,-5 4-5,-3 0-67,-7 2-28,-4 0-362,-7-4 1,0 1 145,-2-20 0,1-1-140,-2 18 0,0-2-809,-1-6-404,-1-7-963,-2-6-5897,-8-5 4222,-1-12 4330,-8-5 0,0-12 0,-2-5 0,-16-14 0,10 3 1876,-11-8 914,13 8 3004,-1-2-3559,0 0-319,-1 1 1007,-8-11-1047,2 0-1180,4 0-1091,11 6 838,13 11 308,5 2-572,1 1-62,6 0-44,4 1-22,5 1-3072,6 1 3038,6 0-1592,5 1 1575,6 1-123,-3 3 1,1 1 116,22-2 0,-15 2 1,-1 1-17,21-2-353,3 2 347,0-1-11,0 0-34,-20 1 0,-1 0-16,21-4 44,-25 4 0,0-1-78,24-6 106,-20 3 1973,6-5-1906,-17 2 12,-13 1 0,-2-2 3072,-12-2-2887,-8-1 38,-7-7-111,-3 4 593,-3 0-531,3 6 16,0 1-16,0 2-29,1 1 965,-5 0-1038,6 2-39,-1 1-22,7 4-45,3 0-22,0 1-6,2 3 17,0 1-17,0 5 11,1 2-6,0 6-21,4 12 16,14 20 0,-1-7-924,12 10 930,-6-24-241,15 12 246,-6-11 6,10 8 0,-3-4-34,-6-3 11,-5 3-33,-19-8-50,-15-11-23,-10-5-68,-5-6-77,-3-2 438,-18-5-596,8-2 23,-12-5-3053,13-3 3181,2-3-2178,1-2 2336,3-3-80,3-2 181,5-1 44,4 0 34,6 1 151,4-6-84,4 8 22,3-3 2211,3 11-1847,9-4-375,-6 8 45,11-2 3154,-11 10-3299,3 1 61,0 10-40,-4 0 383,4 19-388,-6 7-72,-1 2-57,-5 4-1252,-3-10 602,-3 2-9119,-5 14 8407,3-17 0,0 0 1,7-22-1</inkml:trace>
  <inkml:trace contextRef="#ctx0" brushRef="#br0" timeOffset="48712">8206 4767 13995,'1'-10'5288,"0"3"-4056,-1 7-219,4-69-5804,-3 42 5143,1-14 1,0 2 241,-4 18 1313,-1 4-1481,-3 1 752,-2 4-937,0 1-78,-1 3-56,-1 2 3357,0 3-3424,-2 2-1,0 6-17,-3 2-5,-1 7 5,0 2-10,-1 4-7,2 1 6,0 3-16,2 3-268,0 2 279,3 1-28,4 1-1,3 1-27,5-1-3334,5 0 3238,6-1-50,6-1-62,4-3-431,20 6 275,-7-11-23,13 1-347,7-13 515,-14-7-434,13-6 647,-20-6 50,-1-5 35,-4-4 3059,-3-2-2998,-5-3-838,-2-1 916,-4 0 22,-3-1 28,-3 3 34,-2 1 28,-3 2 1328,-1-2-1283,-2 9-34,-1 0-50,-1 9 1072,-3 2-1206,-1 3-18,-5 2-10,1 4-18,0 3-27,-1 2-6,2 1-11,3 1-6,1 0 0,3 0 6,4 0 5,10 2-5,1-4-6,9 0-22,-3-6 28,3-3 39,12-4 17,-8-4-40,7-4 1,-13-3 5,0-2-11,-4-3 28,0-2 45,-2-10-17,-4-6-45,-3 1 0,-6 0-16,-5 12 16,-1-1 0,-3 3 12,-2 2-23,0 2 16,-1 4-4,-1 1-1,0 4 45,0 2-51,-2 3-5,1 2-11,-1 4-6,0 2 1,-1 5 4,1 3-16,0 3 0,-4 13-5,5-5 16,-2 10-33,7-9-810,4 1 821,1 1-6,6 0 0,2 0-22,7 1-17,4-2-23,5-1-139,17 6-45,7-6 22,11-2 140,-14-13 17,-9-9 17,-15-7 45,7-12 44,-8 0 17,12-21 0,-15 12-283,2-9 322,-6 9 725,-2 0-635,2-6-56,-3 8 0,-1-3 118,-2 7-157,-4 8 11,2-2 301,-4 8-340,1 2 72,0 3-122,-1-1-1,2 5 6,0 2 0,3 4 0,0 2 23,1 3-23,1 3 5,4 10-22,0 5 17,0 0-22,1 5 5,-2-12 17,0-2 17,-1-8-6,-3-10 0,1-3 6,0-3-11,6-10 11,-2 0-6,5-9 22,-5 4-10,1-1 16,4-8-33,-4 6 5,4-6-6,-5 10 7,1 1 4,7-3-16,-6 6-5,6 0-6,-7 7-1,2 2 1,-2 2-6,0 1 1,1 3 4,0 1-4,1 5-1,1 1-11,2 1-6,2 3-16,2-1-34,3 1-39,4 0-45,2-1-34,3 0-61,2-2-12,2 0-55,0-3-12,1-2 6,0-3 39,0-2-78,15-5-1348,-14-3 1695,8-5 39,-20-2-183,-4-3 223,-5-2 27,-4-4 17,-3-2 12,-2-1 27,-3-2-11,-1 1 34,-1 1 22,-2 1 12,-2 2 1631,-2 4-1648,-2 3-23,-5 4-28,-2 2-11,-4 5-16,-4 2 4,-5 7-4,-4 3-7,-4 7-1326,-4 4 1293,0 2-17,2 4-17,2 0-16,4 2 5,5 0-11,5 1-11,6 9 5,6-10-1140,8 5 1140,4-13-352,8-3 347,4-2 0,2-5-1,4-3-4,0-3 10,2-5 1299,1-3-1293,13-15 1021,-9 0-1015,7-12-6,-13 3 22,-4-5-10,-3-7-1276,-4-5 1292,-2-6 5,-4-5 7,0-2 21,-3-2-926,1 3 938,-2 3 11,0 5-6,-2 4 85,2-9 145,-4 2-213,2 12 205,-2 10-249,0 25 1551,0 3-1585,0 2 1141,0 8-1119,0 2-28,0 12-5,0 3-748,0 8 736,0 7 0,-1 5 12,1 5-1160,-1 5 1154,1 2 0,1 2-6,3 0-5,4-2-6,2-2 6,4-5 0,2-6-6,0-3-400,1-7 395,-1-3-12,-2-6 18,-1-5-1,-3-5 0,0-6 6,-1-4 5,1-5 626,1-5-625,1-3 1185,2-7-1174,2-1-12,-1-4 23,1-1 0,-2-3-1,0 0 1,-2-1 11,-1 0-17,-2 1 12,0 1-1,-1 1 535,1-4-506,-4 6 10,0-1-5,-4 10 23,0 3-6,-1 2-6,1 3 0,-1 1 6,0 2-68,2 9-10,-1 0 5,4 9 0,0-1-11,1 3-6,0 1-6,1 2-10,1 0-23,1 2-28,0-2-3465,1 1 3319,-1-1-1046,0 0 733,-2-3-431,0-2-566,-3-2-1815,-1-4 3355,-1-1 0,-1-6 0,-1 0 0</inkml:trace>
  <inkml:trace contextRef="#ctx0" brushRef="#br0" timeOffset="48904">10724 4146 25491,'-9'-22'-325,"4"11"56,13 33-146,1 4-279,-1 3-521,-1 2-6202,1 16 7417,-3-7 0,-1-6 0,-2-15 0</inkml:trace>
  <inkml:trace contextRef="#ctx0" brushRef="#br0" timeOffset="49655">10869 4448 22772,'15'-40'233,"1"0"1,-2 1-1,-2 12 1311,-8 24-1488,1 0 578,1 5-589,0 3 5,2 5-5,-1 4 234,-1 2-251,0 4 909,0 0-914,-2 3 16,1 11-39,-2-9 0,1 7 11,-3-13-11,0-2 11,0-1-5,-1-4 39,0 1-12,1-6 35,-1-1 60,1-5-77,1-7-6,2 0 27,5-16-27,-1 4-11,3-10 27,6-7-44,-2 6 0,6-9-6,-4 13 0,0 2-11,1 3 0,0 3-3369,0 3 3369,-1 4-577,1 3 577,-2 2-40,8 2 29,-4 3 11,7 3-11,-7 2-28,10 10-6,-6-1-2081,8 8 2076,-9-4-28,0 2-46,1 1 374,-1 0-636,11 9 117,-8-9-34,8 5-5,-10-10 34,1-3-51,1-2-56,1-2 22,1-3-653,1-2 839,1-2 83,1-3 12,-1-2 22,-1-3 1928,-2-2-1822,-3-3 12,-3-2 22,-2-2 22,-2-3 185,3-13-95,-7 4 34,2-10-1192,-8 9 1215,-2 2 5,-3-1 2156,-3 2-2195,-4 2-1,-3 2-27,-6 3 8,-3 4-42,-3 3-51,-3 4-27,-2 3-12,-1 4-11,1 4-23,0 3 1,0 6-17,3 2 5,-9 16-5,9-5-11,-3 11-2241,12-9 2241,3 2 2234,4-1-2246,4 12 87,5-12-81,5 5 0,5-15 22,3-4 3381,1-4-3391,2-3 16,1-5-6,0-2 17,-1-6-5,3-3 22,-1-6 61,15-13-21,-9 4 32,9-10 208,-8-1-156,-10 8-18,0-5-71,-10 11-91,-1 4 0,-2 2 0,0 1 0,-1 6 0,-1 2 0,-2 6 0,-1 5 0,1 6 0,-1 9 0,0 9 0,0 9-439,-3 10 439,-2 9-567,1-25 0,-2 2 567,-4 23 0,-1 7-612,3-17 0,-1 3 0,1 3 612,1-3 0,1 3 0,-1 1 0,1-2-740,-1 7 1,0-2 0,2 0 739,0 0 0,2 0 0,0-5-40,0 6 0,-1-5-408,0 0 0,-1 0 123,0-5 0,-3 1-708,-8 9 0,-2-3 262,3-18 1,-1-2-773,-7 6 0,-3-6 1360,-17-4 1,20-17 0,0-6 0</inkml:trace>
  <inkml:trace contextRef="#ctx0" brushRef="#br0" timeOffset="50462">12601 4285 20323,'-7'-1'2409,"2"1"-1551,5 0 458,0 0-3217,-3-65 1957,15 43-34,-5-16 0,3 3 279,28 22-290,5 1-11,6 2-588,3 2 565,4 2 1,-1 2-51,-17 3 0,1 0-44,17 2 33,-22 0 0,-1 1-123,4 4-297,-3 10 268,-16-3 24,-5 9 38,-21-6 62,-9 3 39,-10 1 45,-8 0 1128,-5 1-1067,9-7 1,-2 0-810,-16 7 823,17-8 1,2-1 64,-10 4-88,6-1 99,3-2-49,5-2 55,5-1-45,5-1-12,4-2 376,6 2-358,5-4 1117,8 2-1112,6-4-45,8 0-10,4-2 714,6 0-743,4-1 6,3-2-610,3-1 593,0-3 0,0 0 11,10-8-6,-15 2 12,4-5 22,-21 1-234,-5-2 211,-4-4-4,-6-4-12,-1-3 22,-4-4 17,-3-1 45,-3-2 0,-4 2-441,-2 1 492,-2 3 28,-2 4 441,-1 3-380,2 3 28,0 4 5,4 2 1,2 4-45,4 2-34,2 4 149,2 1-216,1 2 653,7 3-759,2 3 5,9 5 6,3 6 0,5 3-1,3 6 1,3 3-553,1 3 530,1 5 17,-1 2-22,-3 3-6,-2 2-11,-6 1-11,-5 0-17,-8 1-45,-7-2-112,-11-2-246,-9-2-403,-9-2-679,-8-3-2917,-6-2-5098,1-5 9556,5-6 0,17-10 0,8-5 0</inkml:trace>
  <inkml:trace contextRef="#ctx0" brushRef="#br0" timeOffset="78177">14918 4009 20719,'-30'-53'538,"1"1"0,2 3 0,3 14-398,8 28-90,2 4-33,0 6-6,2 6 423,0 9-423,-1 10 0,1 10-2008,2 1 1,0 3 1979,3-7 1,0 1-18,-2 16 1,0 1 113,3-11 1,1-1-151,0 3 0,0 0-344,0 2 0,1 0 220,0 1 1,-1-1-57,1 2 1,0-1-42,-1-1 0,0 1-26,0-1 1,-1 0-43,-1 0 1,0 0-101,-2-1 0,0 1-93,-1-2 0,-1 0 17,0-2 0,-1 0 42,-7 9 1,-2-1 921,1-12 1,-1-2 88,1-2 0,0-4 462,-13-4-218,13-29 2084,2-9-2337,1-11 29,4-9 12,2-8-58,5-6-66,3-6-171,4 12 0,5-4-130,7-2 0,5-4 0,-2 3-1065,1-6 0,2 2 951,1 6 0,3-1 1,0 8-1,17-7-767,1 4 756,4 5 0,0 2-11,1 4 11,0 2-17,1 0-20,-7 6 1,1 0 224,10-6-180,-14 8 1,-1 0 19,4-8 0,-13 7 16,2-6 1,-16 8 28,-4 2 33,-3 0 34,-3 3 28,-2 0 189,-1 3-161,-1 1 2662,-2-1-2685,-1 4 2349,-1 0-2421,2 4 484,-1 1-568,1 2 11,-1-1-28,1 5 0,-2 1 0,-1 8 0,0 3-6,-2 6 1,1 3-12,0 5-6,1 2-27,2 3-3443,1 1 3342,2 3-118,0 0-496,2 0 216,1-2-330,2-3-493,1-3-936,1-3-2773,-1-4 5081,1 0 0,-2-13 0,-1-1 0</inkml:trace>
  <inkml:trace contextRef="#ctx0" brushRef="#br0" timeOffset="78360">15324 3935 21971,'-19'36'-1117,"-1"1"1,1-3-1,3 0-8714,3 27 8995,4-21 1,0-1-1,7-28 1</inkml:trace>
  <inkml:trace contextRef="#ctx0" brushRef="#br0" timeOffset="79087">15387 4309 23937,'13'-46'464,"-1"0"1,-1 3 0,-1 13-425,-6 27-17,0 2-1,2 5-16,-1 3 5,3 7-22,1 17 11,-2-4-6,0 31 6,-5-18-1986,-4 16 1968,-2-15-4,-2 1-1073,-8 16 1090,3-18 5,-4 7 5,8-22 6,0-5 130,2-5 1631,2-8-1739,1-8-5,5-9-5,1-7 50,10-16-34,-1 5-2072,8-12 2067,-4 9 0,1-2-370,0 0 353,1 1-11,1 2-6,1 5-11,0 2-6,3 5-6,0 3-21,2 6-35,0 3-2183,1 3 2100,1 2-63,0 5 1876,0 2-2004,2 4-112,1 3-112,0 4-128,1 2-192,1 3-184,1 2-257,1 0-91,2 1 129,-10-7 1,1-2 322,16 8 621,-15-9 1,0-1-160,10 0 280,-3-4 268,-2-3 387,-5-4 387,-4-3 296,-5-5 1451,3-10-1422,-9 0-147,3-9-122,-6 5-62,-2-4-90,1 1-89,-2-3 2996,-2 1-3176,-1 0-33,-2 2-62,-1 2-62,-2 3 220,-4 3-313,-11 1 463,-2 7-621,-11 1-12,2 7 1,-20 11-12,10 0-806,-12 9 806,17-3-11,3 4-11,3 0-548,-1 14 542,10-10 1,0 7-24,12-7 18,4-9 11,6 2-6,12-10 784,0-5-756,10-6 6,-3-5-1,2-8 215,2-4-203,2-6-576,-1-5 598,0-5 0,-2-5 23,-2-5-9,-9 10 1,-1-5-1,-2-5 1,0-2-1575,1 0 0,-2 0 1546,-2-1 1,-1 1 61,0 0 0,-2 3-1048,-2 11 0,-1 1 1031,3-8 0,-2 3 140,1-3-75,-2 5-23,-2 7-17,-1 6 248,0 5-304,-1 6 2198,0 5-2260,-1 2 3331,0 14-3314,-2 2-3169,-1 15 3164,-2 3-1968,-2 9 1957,-1 8-17,-1 6 2,4-23 1,0 2-844,-1 1 1,1 2 756,-1 2 0,0 2-110,0 1 1,1 1-419,0 3 0,0 0-33,1 0 1,0 3-2605,2-6 0,1 2 0,0-2 2863,0 1 1,0-2-1,1 3 1,0-7 0,1-15-1</inkml:trace>
  <inkml:trace contextRef="#ctx0" brushRef="#br0" timeOffset="79513">18626 4610 26026,'-15'-46'317,"1"0"1,1 3-1,7 4-177,26 3-2863,2-4 2801,6-4-5,2-3 11,-7 10 0,1 0-42,-5 7 0,0-1-9,5-9 1,-2-1-12,-6 9 1,-3 2 2,-1-2 0,-1-1-3,0 0 1,-3-3 3,-1-8 0,-1-5 1,-1 2-16,0 2 0,-2 0-866,0-1 1,-1-4-1,-2 6 860,-3 10 1,-1 2-3,-5-4 0,-3 2 151,-6-10-142,-9 4-89,-7 31 65,7 14 15,0 9 0,0 5-14,-7 19 178,10-9 0,0 5-179,0 11 1,1 3 716,6-8 1,0 1-712,-5 16 1,2 1 5,7-13 0,3 1-17,0 3 0,1 5 1,1-3-18,0 10 0,0 3-379,3-11 1,-1 7 0,2 0 0,0-6 360,2-7 0,0-3 0,1 1-4,-1 12 0,0 3 0,2-1-396,3-5 0,1-1 0,2 0 181,1-1 1,1 1-1,1-2 90,0 0 0,0-1 0,2-2-141,6 15 0,1-7-140,-5-23 0,-1-3-782,11 20-45,-5-12-694,-6-15 108,-6-12-2359,-5-9 4905,-7-13 1,4 6-1,-3-4 1</inkml:trace>
  <inkml:trace contextRef="#ctx0" brushRef="#br0" timeOffset="80137">18367 4681 11106,'-15'-48'893,"0"1"1,0 0 0,1 3 0,1 2 0,2 4 36,-5-21-157,4 6-157,3 9-162,4 4 1578,1 4-1819,16-11-213,14 1 55,9 2-66,13 6-1,-3 14-4,8 1-7,5 2 14,-27 10 1,3 1-14,16-6 0,2 1-382,-12 3 0,1 0 406,11-4 1,4-2 17,-10-1 1,3-2 0,-3-1-10,-6 2 0,-2-2 0,0-1-7,9-3 0,1-1 0,-4 0 12,2-7 1,-5 2-3,-15 9 0,-3 1 599,18-18-540,-9 6 33,-8 5 62,-8 5 51,-3 0 5,-6 10 617,-2-1-695,-3 9 1797,-2 3-1926,1 1 867,-2 12-867,0 0-11,-2 13 22,-1 3-47,-2 7 53,0 7 5,-2 6-28,-2 6 12,-3 4 5,-2 3-6,2-14 0,0 0-14,2-10 1,0-1-556,-3 12 0,-1-1 569,-4 14-5,2-3 11,2-5-11,4-8 0,3-5 11,2-7-11,3-7 11,1-5 112,1-5-40,2-7 85,8-8 391,2-7-543,10-9-5,0-3 0,3-3 6,1-4-9,0 1-2,-1-2-6,0 2-1,-1 1-332,-2 3 355,-1 4 1,-2 4 10,-3 3-39,-4 6 6,-1 2 1127,-4 5-1128,0 3 392,-2 5-386,0 4-11,2 2 0,1 2-11,2 2 0,1 2 0,3-2-5,1 1 5,3-3 5,2 0-5,2-4 12,14 1-12,-8-7 11,11 0 0,-14-8 6,2-4 11,-3-4-6,-1-5 23,-2-3-6,-2-4 12,-2-2 5,-3-1 67,1-12 84,-6 1 62,-1-7-152,-7 11-5,-4 8-33,-2 11-23,-1 3-23,-1 4-10,0 0-18,-4 4-21,3 3-18,-4 4 12,4 5-34,0 4-51,2 5-531,1 16-169,4-6-3102,5 15 1260,5-10 2649,7 7 0,-7-20 0,2-1 0</inkml:trace>
  <inkml:trace contextRef="#ctx0" brushRef="#br0" timeOffset="80711">22016 4002 19772,'-19'-50'564,"-1"-1"0,2 5 0,0 6 1153,-6 13-1342,-2 4-55,0 4-85,1 5-89,0 4-3385,3 3 3301,1 5 928,-4 6-973,7 4-11,-4 9 5,9 2 6,1 6 0,2 2-12,2 4 6,3 2 531,2 1-548,4 2 1,4 0-1718,5 1 1717,5-1 1079,6 0-1067,3-2-6,6 0 0,4-2-1060,3-3 1065,3-1-495,0-2 490,-2-4 1533,5 3-1505,-17-10-6,-3 0-11,-25-11 1477,-24-3-1465,-4-4 5,-19-2-335,5-4 318,-2-2 0,-2-1-5,1-1 0,1-1 750,2 0-745,5 1 50,4 1-89,7 1 28,5 1-51,8 3-162,5 2-212,5 1-489,2 1 966,9 0-9479,0 1 9427,6 0 0,-6 1 0,-1 1 0</inkml:trace>
  <inkml:trace contextRef="#ctx0" brushRef="#br0" timeOffset="81295">22529 4075 26850,'-21'52'-12,"5"-5"1,22-14-488,1-2 493,-2-1 170,0-3-147,-2 6 88,-2-9-60,-3-1 112,-4-12-73,1-11 5,-4-4-44,2-6 258,-2-15-308,3 2 16,-1-11-3392,5 5 3387,1-3-623,8-19 623,0 13 16,7-13-5,-2 20-6,1 2-11,-1 3 0,2 5 23,0 1-18,1 6 1,12-1 11,-5 9-23,8-1 0,-6 8 1,0 4-40,2 4 39,-2 6-5,1 4 11,6 15 3087,-8-6-3093,5 21-11,-18-8 12,-3-2-1,-11-7 23,-2-13 910,-5-4-915,1-2-7,-1-5 23,-3-1 0,5-4 11,-2-3-16,6-5-1,1-4-5,2-5-6,0-3 17,2-3-22,2-4 11,6-15 5,1 8-11,6-12 17,4 3 0,-2 11-5,5-4-7,-5 14-4,17-1-24,0 9-4,7 0 16,-7 14 0,4 10-28,2 11-434,2 3 423,-6 4-798,-11-6 736,-2 1-55,-2 2-63,-1 0-72,-4 0-112,-1 1-880,3 7 325,-4-9-319,4 5-566,-4-14-1013,3-5 2171,5-1 1,-10-6 0,0-2 0</inkml:trace>
  <inkml:trace contextRef="#ctx0" brushRef="#br0" timeOffset="82138">23788 4156 13502,'3'-7'6094,"-2"1"-4677,-1 6 757,18-68-248,-15 23-1719,5 4 1,-2 1 106,-12 5 16,-7 19-257,2 6-40,-5 1-10,2 7-3393,-2 1 3376,-2 4 5,0 2-11,0 5-6,0 3 18,1 2-7,-6 14-5,7-5-11,-2 9 0,9-10 11,2 1 5,4 0-10,1-2 5,6 7 0,1-9 0,5 3 17,1-12 3391,1-3-3374,1-4 22,2-2 17,0-3 0,2-4 67,9-12-62,-8 1 12,7-9 122,-7-3-105,-6 5 16,2-6 11,-8 10 118,0-3-151,-2 8-28,-2-1-11,-1 9-40,-1 2-44,0 2 27,-2 8-10,0 1 5,-1 9-6,-2 1 12,2 4-6,0 3-3398,1 1 3398,2 1-22,3 2 22,4-1 0,16 11-17,15-1-484,4-1 490,9-7-1089,-11-14 1100,2-5 1794,18-4-1794,-15-9 0,12-6 0,-23-8 0,-4-6 0,-5-5 6,-3-6 8,-10 2 0,-2-1-1357,6-21 1348,-7 14 1,-2 0 5,1-22-14,-5 28 1,1 1 4,-1-3 1,1 1 2,-1-2 1,1 0-798,-1 0 1,2-1 796,-1 1 1,1 0 108,-1 0 1,1 1-107,-1 2 0,1 0 15,3-26-1,-2 7 6,-2 10 478,-1-2-472,-2 19 1111,-1-1-1145,-1 20 2900,-1 3-2895,-4 15 1350,1 4-1344,-6 13-5,1 5-2103,-3 8 2108,0 9-11,-3 5-1333,9-24 1,0 0 1335,-1 2 0,1 0-6,0 0 0,1 1-114,1 0 0,0 1 111,1-2 0,1 1-546,1 0 0,0-1 546,1 0 1,2 0-18,5 29-16,4-1 467,7-5-434,5-4 1987,5-5-1976,-4-19 1,2-1-17,14 9 11,3-11 0,3-5-11,2-6 11,-12-8 0,1-4-23,18-21-181,-13-3 187,10-14-17,-15 2 28,-11 3 1,-1-3 5,-4 6 0,-1 0 105,6-12 1,0-1-109,-8 8 0,-1 1 3,1-3 0,-1 0-6,-1-1 1,-1-1 5,0 1 0,-2-2 5,2-15 1,-2-1-745,-4 14 0,-2-1 744,1-10 1,-2 0 5,-7-12-1516,-3 6 1510,-4 8-949,-5 8 950,0 7 570,-1 8-581,2 7-6,0 5 1515,2 5-1515,-4 7-6,3 5 2284,-5 8-2262,4 7-10,-2 7 33,-4 22 2381,5-4-2409,6-13 0,0 2-9,4 8 1,1 0 2,1-8 1,0 0-1,1 12 1,2 0-1251,4 19 1256,5-1-31,1-18 1,2 0-24,-3-11 1,1-1-9,4 10 1,1-2-118,7 12-112,0-3-101,-1-6-258,0-3-247,-1-4-441,0-6-936,1-6 2274,14-2 0,-21-12 0,9-1 0</inkml:trace>
  <inkml:trace contextRef="#ctx0" brushRef="#br0" timeOffset="82736">25350 4021 26547,'26'-30'45,"1"5"-39,-2 25 16,3 1-1687,2-1 1654,0 1 11,-1-1-22,-1-1 519,-1-3-492,-2-2-5,-1-3-28,6-11 12,-9 1 4,5-9 12,-12 3 6,-1-2 0,-4-2-6,-2 1 16,-4 0-4,-2 3-1,-6 1 6,-2 5 33,-6 2 237,-3 5-281,-2 2 0,-2 4-46,-2 3 46,0 2 5,0 3 0,0 4-5,2 3 5,1 3 12,-5 11 5,7-4 253,-4 8-253,10-5-28,0 1 12,2 1-18,3 2 35,0 0-24,4 2 1,1 0-6,5 1-11,4-1 5,5-2-11,5-1-352,3-3 374,5-1-5,2-3 6,1-4 16,3-3-16,1-4 0,0-4 10,0-2-16,-1-4 17,-1-3 0,-1-5-6,-3-3 12,-2-4-12,-3-3 6,-3-5 11,-3-3 0,1-22-17,-5 10-22,-1-14 33,-4 17 0,-2 0 12,-1 3 28,-1 1 5,-2 4 39,0 3 17,-1 4 12,0 3-6,0 3-40,0 2-16,0 3-11,0 2 591,0 3-631,0 4-27,0 0 5,2 3 381,0 3-381,4 3-11,2 5 16,2 5 1,3 5-1,3 4 23,4 3-33,16 21-360,-5-9 359,-10-12 1,0-1-6,12 13 5,-12-12 0,-1 0-10,9 14 4,2 7-21,-19-20-18,-5-4-10,-5-3-23,-5-3-39,-4-3-68,-6-1-117,-7-3-213,-2 0-83,-3-4-1272,-1 0-4000,0-2 5876,-2 0 0,13-3 0,2-1 0</inkml:trace>
  <inkml:trace contextRef="#ctx0" brushRef="#br0" timeOffset="83103">26388 4077 24827,'45'-20'286,"-1"1"0,-2 1 0,-9-2-112,-17-5-34,1-5-28,-2-4-17,-1-3 163,-2-4-213,-5 8 0,-1-2-17,2-21-681,-4 17 1,0 0 675,-1-20-12,0-3-5,0-1 5,1 1 6,1 3 11,-1 5 33,-1 21 1,0 2 16,0-12 1,-1-4 342,-1 24-343,-2 6 77,-1 5-110,0 4-17,-1 4-28,-1 2 1075,0 2-1069,-2 4 5,-3 3-6,-3 7 23,-9 19-34,3 0 17,-5 17-2075,10-3 2075,3 8-5,4 8-1359,8-11 0,2 2 1353,1-12 0,2 1-9,3 15 1,4-1-418,1-15 1,1-3 405,2 3 1,2-1-12,1 0 0,1-1-17,1 1 1,1 0-43,0-1 1,0 0-35,0 0 1,-1-1-90,1-1 1,-1-1-172,-1-1 1,0-1-312,0-2 0,-1 0-1170,-1-3 0,0-1 1865,3 1 0,-3-2 0,2 1 0,-1-4 0</inkml:trace>
  <inkml:trace contextRef="#ctx0" brushRef="#br0" timeOffset="83306">26537 3627 19198,'22'-45'41,"-1"0"0,1 4 1,2 10-126,23 20-107,11 4-988,-25 5 1,1 0 822,5 1 1,0 1-360,4 0 1,1 2-1000,3-1 1,2 2 1713,10 1 0,-3 0 0,5 0 0,0 2 0</inkml:trace>
  <inkml:trace contextRef="#ctx0" brushRef="#br0" timeOffset="84656">29020 4314 17099,'24'-51'730,"0"0"0,-2 3 0,-3 4-153,-3-14-84,-3 1-62,-5 3-78,-5 21 0,-3-2 89,-9-24-274,-2 5-45,-9 16-16,0 22-35,-1 3 1243,-2 7-1293,-1 2 487,-11 8-509,7 4 22,-7 8 271,2 15-248,8-3-42,4-1 0,2 3-545,-3 8 547,-3 15-5,12-16-2945,5 2 2945,3-2-11,4 0 11,6-2-99,10 11 65,2-14 17,9 4 11,2-15 63,-6-10 10,5-3 6,-8-11 0,0-4 11,0-5 0,1-5-1332,-2-4 1337,-1-4-5,-2-1 6,-2-4 25,-2-1-26,-2-1 1,0 0 5,-2 0-1488,-1 1 1516,-1 3 1618,1-4-1529,-2 7-116,-1 3-52,-1 9 2236,-2 8-2263,0 3-44,0 1-1,0 7 3414,1 1-3386,1 7-22,8 25 5,-2-12-11,7 20-51,2-8 29,-2-8-28,5 7-12,-5-13-5,0-3-23,0-2 1,-1-3 10,0-3 12,-1-3 17,-1-4 5,0-3 17,0-3 22,1-4 17,1-1 17,1-6 12,-1-2-1,1-4 17,3-11 0,-4 5 0,3-11 5,-6 10 7,0-1 10,-1 2 0,0 1 46,2-2-74,-3 8 6,2-1-17,-7 10-5,0 3-17,-1 1-6,-1 2 0,5 4 17,0 2-11,6 7 5,-1 1 1,3 4 5,0 1 0,1 1-12,6 11-10,-5-8 22,3 6-6,-7-11-5,-1-2 11,-2-2-11,-1-3 17,-2-3 16,-2-4 0,-2-2 1,1-2 5,3-7-11,0-1 5,8-15-5,-5 5-17,5-7 5,-5 6 7,2-1-24,-2 1 24,2 1-12,-2 2-6,3-1-11,-3 6-11,0 1-11,-2 7 5,-1 1-66,6 5 55,-2 2-22,6 5-23,-3 4-50,1 2-246,10 14-248,6 7 256,-9-13 0,3 0-812,4 1 1,1-1 869,21 13 40,2-8-486,-17-15 1,0-3 687,10 1-1189,-10-4 0,-2-1 1300,-1-7 23,-2-4-164,-4-3 186,-3-5 40,-3-3 990,-3-3-951,-2-4 201,4-16-145,-6 5 252,8-26-213,-13 22 405,3-10-394,-7 16-33,-2 3-17,-1 2 3081,-3 4-3149,-3 3-27,-2 3 325,-10 2-432,1 7 0,-17 1-17,8 11-630,-9 3 625,7 7 6,-1 4-160,0 3 160,1 3 27,3 3-410,3 1 383,4 2-12,5-1-67,6 13 28,7-11 6,6 9-18,8-15 29,6-2-175,19 2 192,10-11 22,2-2-2025,-3-17 2036,-17-6-202,10-23 236,-13 2 50,5-16-553,-17 3 531,-3-5 16,-3-7-16,-3-5 22,-5 13 1,-1-1-920,-1 11 1,-1-1 887,1-10 0,-2-2 82,-1 5 0,-1 2 451,0 12 1,1 1-520,-2-8 1,0 3-218,-2-3 268,1 6 211,-1 9-251,1 5 2323,2 7-2379,0 5 1207,1 4-1229,1 2 1048,1 14-1053,2 2-6,2 15 218,5 3-218,0 5 0,4 7-3208,2 5 3197,1 2-23,1 5-2161,0 1 2077,-1 3-567,-6-16 1,-1 2 449,-2-10 0,-2 0-152,2 12 1,-1 0-264,-4-13 0,-1-1-627,0 1 0,-1 0 1079,-1 5 1,-1-2 0,0 2 0,-1 0 0</inkml:trace>
  <inkml:trace contextRef="#ctx0" brushRef="#br0" timeOffset="85561">5682 6609 21136,'-1'-57'769,"-1"1"1,1 5-1,0 7-130,-3 7-141,0 9-123,0 9-140,-2 7-100,1 7-67,0 5-40,1 7-6,0 8 6,0 10 0,2 10-11,0 9-6,2 7-1134,2 7 1109,2-13 0,2 5-1366,2 5 0,1 3 1346,1 0 0,1 0-17,1 1 1,0-3-34,-3-13 0,0-2-664,0 1 0,0 0 569,1 0 0,0 0-239,0-1 0,0-1 143,1-2 1,0 0-115,0-3 0,1-1-7,-1-3 1,1-2-641,10 21-470,-2-12-829,-3-10-589,-4-11-79,-4-9-1551,-4-8 4664,-4-10 0,-1 4 0,0-3 0</inkml:trace>
  <inkml:trace contextRef="#ctx0" brushRef="#br0" timeOffset="85829">5760 7230 10590,'-17'-40'1389,"0"-1"0,0 1 0,-2-10 0,-1-1 0,3 4-1772,1 3 1,1 1 875,-3-14 0,1 1-65,6 17 0,1 2-911,2 0 0,0 1 819,0 1 1,2 1-57,0 2 0,2-1 148,0-7 1,0 0-116,1-17-201,3 23 0,2 1 664,5-5-681,7 3-5,17-5-51,15 10-28,3 5-6,-12 16 1,1 5-1248,10 6 1239,-16 0 0,0 2-8,12 10 397,-1 6-403,-4 5-5,-2 4 0,-6 4-1,-6 3-38,-8 21 49,-18-25 1,-5 0-102,0 1 0,-4-1 118,-8 1 1,-3-4 5,-22 11-205,18-20 0,0-1 205,-2-1 1,-1 0-4,-2-1 1,1-1-1,0-1 0,0 0 9,-29 11 11,6-5-11,5-5 5,9-5 879,2-7-1131,19-7 104,7-6-709,22-5-750,11-4-1961,10-2 4052,13-5 0,-21 12 0,1 0 0</inkml:trace>
  <inkml:trace contextRef="#ctx0" brushRef="#br0" timeOffset="86164">6471 6311 18369,'-1'-6'2913,"1"2"660,0 4-3522,-60-9-18,44 14 7,-44-4-1,59 16 39,5 12-39,1-7 6,5 9-6,2-12 1,3 0-7,2-1 1,2-3-1,1-2 13,1-3 15,0-2-5,-1-4 0,-1-2 0,-1-3 90,7-7-79,-8 0-11,6-9-11,-9 1 5,-2-2 1,0-1-1,-3 0 6,-2-1-11,-2-1-6,-2 1 0,-2 0 1,-1-5-29,-2 7 0,-3-8-39,2 14-50,-2 0-79,3 6-101,1 4-145,1 1-163,5 2-274,3 3-409,7 2-729,4 5-1511,3 3 2641,6 4 0,-13-8 0,0 0 0</inkml:trace>
  <inkml:trace contextRef="#ctx0" brushRef="#br0" timeOffset="86470">7110 6562 23534,'2'-46'379,"1"-1"0,-1 4 1,0 5-151,0 7-55,0-2-12,1-3-61,-1-3-11,0-4-1456,-1-3 1444,0-1-14,0 11 1,-1-1-4,-1-18-33,0 20 0,0 0 51,-2-9-23,-2 7 11,-1 5 869,1 6-880,-1 6-6,1 6 469,0 5-480,-1 4 315,0 6-359,-1 4 1286,1 6-1292,-2 7 22,-1 5-5,1 5-17,1 7-3370,3 5 3375,2 7-11,5-9 1,2 3-910,-2-9 0,2 1 906,4 11 1,1 0-479,0-12 1,1-2 469,1 1 0,1-1-107,1-1 0,2-1 23,16 26 195,3-3-352,4-3-165,-9-17 0,1-1 441,-6-8 1,0-1-644,8 6 1,0-2-1567,12 4-3113,-3-6 5315,-1-3 0,-19-10 0,-4-2 0</inkml:trace>
  <inkml:trace contextRef="#ctx0" brushRef="#br0" timeOffset="86630">6984 6336 17606,'-38'-37'203,"1"0"0,2 3 1,14 5-154,31 12-33,10-2 287,9 1-450,11-1-783,8 4 268,7 1-655,7 3 75,-31 7 0,1-1-7900,26-2 9045,-10 2 0,-23 3 0,-11 1 0</inkml:trace>
  <inkml:trace contextRef="#ctx0" brushRef="#br0" timeOffset="87398">9233 6493 22083,'7'-44'750,"-1"-1"1,1 5 0,-3 5-259,-8 7-116,-2 5-90,-4 3-73,-1 5-51,-2 3-5722,-3 5 5622,0 3 1359,-3 2-1404,-3 6 886,0 2-875,-13 14-23,9-1-2263,-6 10 2258,12-3 0,4 2 2245,2 2-2251,1 16 0,6-11 12,2 9-12,9-16 1,3-3 5,6-5 0,5-2 11,4-5 11,15-5-2197,5-7 2231,-1-6 5,-5-7-1027,-5-15 1045,-9 4 1736,4-11-1608,-11-4-100,-5 9-12,-2-10 1,-7 12-23,0 1 0,-2 1-1,0 1-10,-2 4 11,0 3-23,0 4 2585,0 3-2613,1 4 2417,0 3-2445,2 3 6,-3 5 6,2 3-1,-2 6-10,0 2 16,1 3-5,0 1-6,1 4 5,1 11 6,3-6-22,3 7 6,3-12-12,4-2-3392,4-2 3409,4-3-11,4-3 11,5-4-25,3-3 13,4-3 12,1-5-5,2-5 10,1-6-271,0-6 272,0-4 0,-1-4 8,-15 6 0,0-3 16,-2-11 1,-2-2-20,-3 6 1,-2-1-576,-3-7 0,-5 1 575,-7-12-6,-4-3 7,-2-3 4,-3-1 1675,-3-1-1663,0 3 6,-1 3 11,0 5 14,0 7 36,-6-2-56,4 16 6,-4 0-17,6 17-6,0 4 278,0 2-295,0 4 1576,-5 12-1620,-5 36 22,7-4-697,6-9 1,4 0 702,9 19 5,1-25 0,1 1-5,4 2 0,2 0-14,1 2 0,3 0-23,1 0 0,2 0-30,2 0 0,1-1-46,2-1 1,0-1-65,1 0 1,0-2-57,1 0 1,0-2-110,-1 0 0,2-1-2423,8 8 1,1-1 576,-11-9 1,1-1 2198,8 8 0,-3-3 0,-9-9 0,-3-2 0</inkml:trace>
  <inkml:trace contextRef="#ctx0" brushRef="#br0" timeOffset="87586">9532 6210 19329,'-5'-3'2941,"1"0"-1513,4 3-1310,36-65-29,-9 44-53,2-15 1,2 2-3,13 24-17,1 2-2158,-12 4 1,-1 0 1994,16 0-201,11 0 1190,-23 4-2097,-4 0-1689,-1 2-6332,-6-1 9275,-3 2 0,-12-1 0,-4-1 0</inkml:trace>
  <inkml:trace contextRef="#ctx0" brushRef="#br0" timeOffset="88018">12241 6708 24265,'23'-36'147,"1"0"0,-1-1 0,10-14 0,-5 5-7,-4 1-4479,0-3 4412,-1-4-12,-1-2 53,-4-4-95,-10 27 1,-1 0 2,-1 0 1,-2-2 2,0-12 0,-2-1 184,-2 14 1,-2-1-171,-4-15 1,-2 3 180,-7 5-198,-8-1 2218,4 28-2218,-1 6 0,-1 8-10,-2 7-1,-1 6 17,-13 24-28,18-12 0,2 2 436,-2 1 1,3 1-437,2 3 0,3 1-5,1 20-1,4 5-5,4 2 2,4-16 1,3 1-3,-2-11 0,2 0-29,7 25 1,1-1-6,-4-24 1,1-1-10,3 9 1,0 2-96,2-2 1,1-1-135,1 1 1,0 0 20,0-1 0,0 0-60,-2-7 0,0-2-2613,9 14-1070,-9-18 4005,0 1 0,-11-23 0,-2-3 0</inkml:trace>
  <inkml:trace contextRef="#ctx0" brushRef="#br0" timeOffset="88652">12043 6595 18408,'-1'-5'2835,"-1"1"-6490,2 4 3772,44-64-21,-15 39 257,14-17 0,4 2-314,6 18-17,-4 4 1,1-1-15,-19 7 1,-1 1-1,10-5 1,0 0-21,13-9-4,-3-5-7,-5-2 1,-5-7 16,-4-3 12,-7-4 5,-7-1 6,-5 1 11,-7 3 22,-6 5 219,-12-16-123,0 23 910,-9-10-821,7 27 28,1 2 12,3 5-68,1 2 2931,2 2-3071,2 2 1064,1 0-1109,2 10 168,1 2-162,4 12 17,2 5-17,2 6-814,1 8 831,2 6-1106,-1 5 1100,0 3-6,-2 2-5,-4-1 0,-3-1-11,-2-4 0,-3-3 5,-2-4-16,-2-3 16,-2-5-16,-1-4 5,0-4 6,1-6 0,2-5 22,2-7 39,1-4 12,2-4-17,3-4-6,4-4 686,6-5-730,5-5 10,4-4 6,17-11 704,-8 5-721,10-6-1181,-13 8 1182,-3 3-2865,-2 2 2859,-4 4-11,-4 3-1,-2 5 1,-5 2 260,-2 2-266,-2 2 833,-1 2-833,2 2 6,0 4 0,3 1 3380,0 2-3369,9 4-23,-3-3 6,7 2 6,-3-7-12,2-1 6,2-2 6,3-2-6,2-2-781,2-4 792,1-2-11,1-3 11,-1-4-11,-1-1 23,-2-4 5,-4-1 5,-3-2 1,-5-2 16,-5 0 158,-2-22-108,-5 19 29,-2-16 11,-4 25-5,-1 2-24,-1 4-27,1 2-28,0 3-16,0 4 769,0 0-804,1 2 6,0 2-16,1 2 5,-1 3-11,1 4-6,0 4-28,1 3-56,1 4-100,2 2-180,2 1-291,4 2-527,2 1-946,3 2-3720,3 0-3966,-1-2 9082,1-4 1,-7-12 0,-4-5 0</inkml:trace>
  <inkml:trace contextRef="#ctx0" brushRef="#br0" timeOffset="89869">15772 6189 14200,'-16'-58'1002,"0"0"1,1 5-1,0 6-172,-6 0 1072,1 8-1381,0 8-96,1 8-128,3 6 932,3 7-1128,1 4 510,4 6-600,-1 7 1439,2 7-1439,-1 9 0,0 9-5,0 10 10,1 9-16,1 8-770,3-26 1,2 1 769,-1 1 0,1 0-9,0 2 1,1 0-1341,0 1 1,0 0 1339,2 1 1,-1 0-15,2 2 1,0-1-178,2 2 0,0 1 141,1 0 0,1 1-642,0 1 0,1 0 572,0 0 1,2 0-43,-1-1 0,1 0-17,0-2 1,1-1 13,-1-2 1,-1-1 41,0-4 1,-1 0 646,3 22-548,-6-12 50,-9-13 2260,-7-12-2244,-11-10 1,-7-9-1,-5-9 232,-4-9-226,-3-8 896,0-6-873,-3-7-6,3-5-34,21 19 1,0-2-1268,1-1 0,1-2 1278,1-1 1,1 0 27,0-1 1,2 0-196,1 0 1,2 0 301,-8-26-45,6 4-39,6 6 122,5 5-178,7 7-23,6 2 1204,7 4-1259,8 3 1062,0 9 0,3 3-1275,21-8 92,-13 8 0,1 2-59,-6 5 1,1 0-26,2 1 0,1-1-1198,2 1 0,0 0 1134,0 0 0,1 0-48,0 0 0,-1 0-602,0-1 0,-1 1 523,-2-1 1,0 0-196,-1-1 1,-2-1-26,28-10 139,-7-4 158,-6-2 173,-8-4 257,-8-1 376,-7-1 241,-9 1 179,-6 2 525,-4 5 376,-6-6-924,-2 8-66,-2-3-45,-2 10 2476,2 0-2633,-1 1-90,2 1-62,1 1 1986,0-5-2266,3 8 888,2-4-966,0 11-33,6 0-6,0 2-12,4 2-5,2 3 6,3 4-6,2 6 0,1 5 0,0 4-28,7 18 17,-8-6-251,2 15 245,-12-12-469,-4 1 469,-3-1 0,-4-1 23,-4-5-12,-2-4 1,-4-5 10,-2-5-5,0-4 17,0-4 238,-1-4-215,0-4 475,1-2-465,0-4 12,2-5 5,3-3-11,3-4 0,2-1 22,5-11-16,11-4-45,2 0-6,10 3-6,-2 7-10,3 1-1251,5 0 1256,3 2-23,22-6 7,-9 8 10,13-4-3,-27 11 1,-1 1 8,17-4 0,-16 4 0,-1 1 6,12-3-12,-2 0-169,10-3 180,-16 2 1,5-1 5,-20 4 12,-5 1-1,-5 1-11,-4-2 1237,-3 1-1232,-2 0 1,-1 1 6,-2 0 200,0 0-195,-2 1-6,-2 0-11,0 2 6,-2 0-11,1 2 5,-1 0-5,0 3 10,-2 1-16,1 4 6,-2 4 5,-4 12-11,4-3-5,-4 9-1,7-6 6,3 0 0,1 2-6,7 10 6,8 2 0,3-2 0,7-5 0,7-9 6,-4-8-6,8 1 6,-8-9 5,0-3 6,-2-1 5,-1-4 12,-2-2-1,-2-4 1,-3-3 16,-2-2-16,-3-4 16,-3-1-16,-4-3 33,0-13-28,-5 8 40,-4-22-46,-2 21 12,-10-18-11,6 21-1,-5-3 1,5 13-6,-1 3-6,1 2-5,-1 4-11,-2 0-18,3 4-10,-2 0-12,6 6-10,1 2-46,-1 5-56,2 3-78,1 2-151,1 4-230,3 1-1882,4 16-112,3-8-7232,4 8 9629,0-17 0,-4-9 0,-2-5 0</inkml:trace>
  <inkml:trace contextRef="#ctx0" brushRef="#br0" timeOffset="90737">17596 5974 21024,'-3'-6'3798,"1"1"-2050,2 5-1429,-24-62-258,18 46-39,-7-21 1,3 11-12,10 29-22,2 11 11,0 3 11,1 9 17,-2 0-28,-1 3 6,-1 1 5,-2 2 6,-5 14-17,2-12 0,-3 10 0,4-17 6,1-4-6,2-3 5,0-6-5,1-3 39,1-4 45,0-2 28,0-3 118,0-1-157,4-8-17,0 1 11,5-8-22,0 0-6,0-4-5,2-1 5,0-4-6,0 0 1,0-2-6,0 2-6,0 0 6,-1 4 0,0 2-11,-1 4-28,1 3 11,-1 3 0,0 3 34,7 1-29,-3 4 6,5 3-11,-3 2 28,1 3-44,2 2-12,10 9-40,-7-3 68,6 7-3392,-10-6 3392,0 0 0,-2 0 0,0-2-28,10 7 34,-10-10 5,11 2 28,-15-13-33,3-1 5,-4-3 3392,0-2-3363,-1-3-35,1-2 12,-2 0-17,0 0-34,-2 0 40,-1 1 5,-1 0 6,-3 3-6,1-1 0,-2 3-11,0 0 0,-1 0 0,0 0-11,-2 1 0,-1 1 11,0 1 17,-1 0-28,2 0-6,-1 0 11,2 0 96,0 0-101,1-1-23,1-1 28,0 0 6,1-1-5,0 2 10,1-2-5,1 1 0,0-2 6,1 0 16,0-1-10,0-2-12,1 0-6,0-3 12,2-10 27,-1-9-3402,1-3 3374,-1-6-2273,-2 7 2279,-1-5-148,1-2 154,-2-1-6,2-2-807,0-1 801,0 1 1751,1-16-1750,-1 17 10,0-9 1,-3 24 2676,-1 5-2671,0 4 12,-2 3-12,0 4 202,0 3-213,-2 3 1799,2 1-1810,-3 4 151,-5 8-145,0 2-18,-6 11 18,-4 17-51,5-5 45,-4 18-17,9-10-1036,2 3 1065,4 3-29,1 2-9,4-13 1,2 1-36,4 20 19,-1-20 0,2-1-65,9 13-3055,4-3 2999,4-2-151,-4-17 1,3-2-1005,14 11 1024,-12-15 0,1-3-1029,10 0 214,0-5-259,-4-7-8463,8-6 8960,-16-3 0,-1-1 1,-18 0-1</inkml:trace>
  <inkml:trace contextRef="#ctx0" brushRef="#br0" timeOffset="90952">18069 5791 26791,'48'-38'280,"-2"7"-213,-6 25 56,17 0-1305,-14 1 1205,10-1-34,-8 2-23,-14 0-67,5 0 342,-19 2-717,-7 0-355,-5 1-2272,-10 0-6634,-2 1 9737,-5 0 0,4 0 0,4 0 0</inkml:trace>
  <inkml:trace contextRef="#ctx0" brushRef="#br0" timeOffset="92983">3288 8372 13378,'-20'-59'1137,"1"0"0,1 7 0,0 9 1810,-5 12-2404,1 12 742,0 11-1050,1 3-95,1 10-16,0 6-24,1 9-16,2 10 189,0 9-243,6 0 1,1 3-842,2-6 0,1 1 822,-3 16 0,2 2-11,2-10 0,1 0-658,-1 4 0,0-1 655,1 3 1,-1 0-759,0 2 1,-1 0 732,1 0 0,0 0-9,-1 1 1,1 0-604,0 0 1,0 0 569,1 0 0,1 0-23,0 0 1,0 0 362,2-2 0,1 0-438,0-1 0,0-2-23,1-1 1,0-2-9,0-2 1,0-1 10,0-4 1,-1 0-71,-3 7 0,-3 0 477,-4-11 0,-3-1-185,3-1 0,-6-7 818,-13-12 0,-2-10-757,-2-14 29,-19-19 5,30-8-22,4-8-23,5-8-34,5-6-25,6 28 0,2-2-5,6-18 0,4-2-12,-2 12 0,1 1 0,7-16 1,3 2 116,-3 15 0,2 3-122,2 0 0,1 0-9,1 2 0,1 2-14,1 1 1,2 1-188,-1 1 1,3 1 147,9-8 1,5-2-6,-6 8 1,2 0-1,-1 0 30,9-7 1,0 1 8,7-4 0,-3 4-4,-1 0 12,-1 0 17,-4 2 17,-4 1 0,-4 1 17,-5 2 5,-5 1-1672,-5 3 1728,-7 3 1059,-4 2-992,-4 3 620,-3 1-474,-6 7 598,-1 3-777,-5 11 2911,-3 6-2805,-11 20-151,5-1-1393,-7 14 1331,10-5 1,4 1-149,2 1 115,6 14 11,5-15 0,6 8 6,5-20 10,4-4-10,15 3 11,-4-10 0,10 1-131,-9-12 153,0-3 6,-2-4 16,-2-4 12,-2-4 2719,-2-5-2703,-3-2 18,-2-4 21,-4-2 7,-5-1 16,-3-3-11,-4-2-3171,-4-3 3149,-4-3 123,-12-17-789,3 12 666,-6-9 5,5 18-17,1 5-1901,0 3 1901,0 4-33,2 4-11,1 5-34,-2 4 1948,3 7-2049,1 6-34,4 7 596,5 6-1475,2 19-111,5-6-1094,2 16 2191,6-8 0,-4-19 0,-1-1 0</inkml:trace>
  <inkml:trace contextRef="#ctx0" brushRef="#br0" timeOffset="93325">4003 8567 25134,'29'-46'28,"1"14"-40,-5 50 12,0 3-22,-2 2 0,-3 2-417,-1 3 406,-3 1-18,-3 2 23,-2 0 6,-4 10 22,-3-13 11,-7 4-5,-3-18 332,-7-4-332,-4-4 168,-2-2-186,-2-3 24,-1 1 21,-7-7-5,9 0-11,-1-5 166,13 1-166,4-3-6,3-4 384,13-13-378,2 3-3392,12-10 3386,0 8-17,18-12-1137,-7 10 1104,13-7-386,-14 15 263,1 3-186,-4 4-386,-1 5-4586,6 5 5320,-10 3 0,-8 1 0,-14 0 0</inkml:trace>
  <inkml:trace contextRef="#ctx0" brushRef="#br0" timeOffset="94034">5834 9070 17361,'8'-52'1029,"1"0"1,0-1 0,-1 5-1,0 1 1,-2 7-319,2-15 50,-1 6 163,-1-1-1640,-1 18 952,-2 2 209,-2 20-356,-1 5 49,0 3-122,0 11-4,0 3 4,1 14 1,-1 6-11,1 7-264,-1 9 241,1 6-1458,-1 6 1419,0 3 19,-1-31 1,0 1-34,0 0 0,0 1-28,0 0 0,-1 1-57,0-1 1,0 1-73,1 0 1,0 1-110,0-1 0,1 0-154,-1 0 0,1 0-146,0-2 0,0 1-1159,1 8 0,0 0-703,0 13-891,3 7-616,-3-36 1390,0-9 2615,-1-10 0,0-7 0,-1-8 0,-2-8 963,0-9 2651,-2-7-1055,0-7-198,0-6-467,1-7-298,2-4-1485,1 25 1,0-1 417,0-1 0,1-1-90,0-3 1,-1 0-68,1-1 1,0-1-31,0 1 0,1-3 268,1-16 1,0 0-1318,-1 13 0,1 1 908,1-12 1,0 2-40,0 18 1,0 2-565,3-29 609,1 8-50,2 7-39,2 7 637,1 9-694,3 5-44,4 5 17,4 6-17,3 3-6,7 5 6,5 3-17,4 3 16,4 8-135,3 6 113,0 11-5,0 9-17,-6 10 22,-22-17 1,-2 1-4,0 2 1,-3 2-1,0 2 1,-2 1-3,0 1 0,-2-1 0,-2 1 0,-1 2-17,-1 13 0,-3 1 16,-1-13 1,-2-1-6,-1 11 1,-5-1-4,-7-3 0,-4-4 20,2-11 0,-2 0 0,-6 7 0,-3-2-5,-18 4-12,-5-5-29,-4-8-10,-2-6-16,-2-7-7,1-5-27,1-4-12,3-6-39,4-4-100,5-6-225,4-5-904,-4-20-3073,19 3-4531,-1-10 8990,19 14 0,2 15 0,2 6 0</inkml:trace>
  <inkml:trace contextRef="#ctx0" brushRef="#br0" timeOffset="95932">6947 9088 15642,'-2'-5'4570,"1"2"-44,1 3-4173,-32-61-563,23 45 409,-9-19 1,2 7 70,14 25-203,0 1 78,1 2-117,1 4-23,0 1 12,0 6 253,0 0-258,1 2 10,0 0-16,0 1 16,1 5-5,0-5 16,2 8-21,1-12 4,1 2 18,0-7 0,0-2 10,3-1-10,1-3 28,10-8-46,-2-1-10,8-8 16,-5 0 34,9-11 40,4-17-68,-8 8 11,-5-10 0,-17 23-11,-2 1 6,-1-1-1,-3 2 1,-1 2 67,-6-5-3443,2 10 3387,-4-2-6,2 12-17,0 3-10,-1 2 10,-2 4-2274,-1 4 2275,-2 7-1253,-2 3 1247,-1 5 1645,0 2-1657,-1 2 46,-5 16-386,6-9 340,-2 10 2287,9-13-2309,4-2-513,4-2 530,1 0 0,6-3-304,2-1 310,5-2 416,5-2-439,16 0 12,-4-6 16,14 0-230,-8-8 213,2-2 12,21-7 22,2-8-34,-22 2 1,0-3 5,-4-2 0,-3-3 33,14-13-21,-11-2 4,-18 8 3110,-3-2-3087,-6 0-11,-2-3-2807,-3 1 2813,0-2-12,-2 0 23,0 1 90,-3-11 5,1 1-68,-1 4 134,1 10-128,2 13 6,0 4-17,0 2 3286,1 3-3281,0 1-49,0 3-23,3 9 222,3 0-234,12 20-3363,-1-7 3386,10 13-11,12 6-365,-6-8 351,-2-5 0,2 1-1067,-5-5 1,-1 0 1074,0-1 1,-1 0-28,16 19-64,-24-14 64,-8 1-96,-27 21 62,-3-17 599,-8-2 1,-5-3-712,-11-4 39,13-9 0,1-1-224,-15 1-163,1-4-313,3-4-292,4-4 1132,-5-5 0,22 2 0,-2-2 0</inkml:trace>
  <inkml:trace contextRef="#ctx0" brushRef="#br0" timeOffset="96933">8096 8663 25856,'-32'-24'63,"1"-1"1,-2 8-1,2 11-51,-11 41-7,4 6-411,17-10 411,4-1-5,6 0-11,5-2 6,4-1-29,9-2 6,4-2 415,10-1-443,6-2-22,8-3-2980,5-1 2913,5-4-51,-10-4 0,2-2-79,18 3 107,-19-5 0,-1 0-563,13-2 378,-7-2 50,-4-1-155,-8-3 374,-5-4 2870,-7-2-2764,-5-2 262,-4-1-234,-4-2 1141,-4-10-1039,-4 6 44,-4-6 11,-1 8 467,-2 2-466,1 1 5,0 3 11,0 2-23,2 1 12,2 2-28,1 3-28,1-1-12,2 3-44,0-1 39,1 2-134,3 5 5,2 0 6,4 5-12,2-2 23,1 0-22,4 0 0,2 0 5,3 0-22,2-2 27,2 0-10,1-3 5,10-1-11,-9-3-5,7-3 16,-13-3-11,-1-4 0,-1-1 11,-1-1-5,-3-3 16,-2-2 6,-2-1-11,-3-3 0,-1-2 5,-3 0 6,-1-1-6,-2 0 6,0 1-16,-3 2 21,1 1-5,-4 5 11,1 2-5,-1 3-23,0 4 17,-2 2-5,-1 3 5,-2 2 0,-2 3 5,-3 3-10,-1 4 21,0 3-4,-7 10-35,8-4 6,-3 9 6,9-7-17,4 3-5,1 0-12,3 2-17,1 11 17,4-9-230,3 9 208,3-14-62,9 9 34,-1-7-3355,22 14 3360,-10-18 18,14 1-24,-11-11 12,0-5 45,0-3-281,-3-4 303,-2-4-11,-2-3 0,-3-5 126,-4-2-126,-1-3 17,-5-1 0,-2-1 3283,1-9-3272,-4 7 5,1-7-5,-3 10 34,-1 2-12,0 2 6,-1 3 12,0 2-18,-1 2 413,0 3-441,-2 2-11,2 1-16,-2 2-1,2 2-22,4 14 39,-1-4-16,4 12 10,-4-9 12,1 1-11,-1 0-12,1 0 6,-1-1 17,0 0-17,-1-2 5,0-1 7,-1-2-18,0-2-5,-1-1 0,-1-4 22,1-1-6,-1-5 7,2-2-24,0-4 12,3-2 0,0-2 17,4-1 17,1-2-17,2-2-12,3 1 6,2-1 12,3 0-18,1 1 29,12-5-28,-8 6-1,6-1 6,-10 9-22,-3 3-17,-1 2 28,0 2 0,-2 2 0,-2 4 11,0 3-16,-3 4-23,-2 3-11,-2 1-6,-3 3-50,0 0-79,-3 2-184,1 0-225,-1 1-162,-1 1-588,1-1-330,-1 1-2695,0 0 3510,2 2 0,-2-11 0,2-2 0</inkml:trace>
  <inkml:trace contextRef="#ctx0" brushRef="#br0" timeOffset="97799">10016 8722 13335,'8'-44'621,"0"-1"1,-1 3 0,-4 8-185,-7 14-56,-4 2 2498,0 1-2409,-9-1 1045,3 9-1342,-7-1-27,3 9-1,-2 5-27,-2 3-12,-2 6-10,-1 6-23,0 4 45,-12 20-522,10-7 426,-5 14-22,10 1-5,10-13-305,1 8 310,9-17 0,7-3-17,4-2-6,23 17 35,-8-17-12,14 11-6,-16-23 23,-2-2 1144,-2-4-1122,1-2 3381,-7-3-3375,1 0-11,-8-3-6,-2 0-6,-1-1 0,-1-1 6,-1 1-5,0-1-6,-1 0-6,-1 0 0,-1 1 0,0 0-11,-1 0 23,1 1-12,0 0 6,1 0-17,0 1-28,2 0-6,0-1 40,0 1-18,0-2-4,0 2-46,0-1 17,1 1-168,0 0 34,1-1-118,0 1-913,2-1-95,0 1 1305,5-1 0,-5 1 0,1 0 0</inkml:trace>
  <inkml:trace contextRef="#ctx0" brushRef="#br0" timeOffset="98774">10000 8677 18596,'16'-41'554,"0"1"1,-1 2 0,-4 8-124,-9 17-39,0 0 870,-2 2-998,0 2-24,-1 2 267,-2 1-350,-1 2-39,-2 1-17,-2 2 159,-2 1-92,-10 8-84,1 1 12,-9 8 515,2 2-471,-16 16-73,8-4-634,4-2 0,0 1 617,-5 8-19,7-6 0,2 0-20,0 4-6,-2 7 6,20 3-5,8-20 5,10 12-11,7-22 28,5-3-11,3-3-2977,4-3 2993,0-3-22,3-2-509,2-4 521,0-3 5,1-5-17,1-5 666,19-14-666,-28 10 0,0-1-200,0 1 1,-1-3 204,2-8 1,-5-2 2121,1-9-2121,1-17 0,-14 14 0,-3-4 5,-3-1 6,-2-2 0,-2 13 0,0-1-11,-1-20-1,0 21 1,0 0 34,-2-11 5,-1 4 0,-1 5 17,1 5 5,-1 7 17,1 6 729,0 6-734,1 5-35,0 4-27,1 3 157,0 2-180,1 2 629,0 8-634,0 2 0,0 11 0,1 2 6,0 6-6,1 6 5,-2 6 18,0 5-21,0-9 1,0 0 371,0 23-380,0-21 1,0 1 10,-1 16-10,0-1-3013,-1-1 2984,2-4-5,0-3-207,4-7 213,3-4-1,5-7-94,11 0 94,-3-11 1,9-1-46,7-13 133,-7-6-82,9-5 16,-11-6 12,-1-3 2939,10-14-2900,-3-7-16,-2-2 61,-3-14-194,-15 22 160,0-7 23,-6 16 107,-2 0-96,-2 8 329,0 2-346,-3 9 17,0 2-5,-7 7 460,2 1-517,-6 7-27,-1 6-1,4-1 0,0 6-5,4-5 6,2 0-23,2 3-12,3-1-4,3 2-522,5-2 398,3 0-101,3-2-201,3-1-556,2 0 186,1-2-5500,12 4 6340,-3-6 0,-6-2 0,-11-8 0</inkml:trace>
  <inkml:trace contextRef="#ctx0" brushRef="#br0" timeOffset="98959">10850 8229 24262,'4'-23'-1731,"1"12"129,11 43 1602,9 24 0,-13-31 0,4 12 0</inkml:trace>
  <inkml:trace contextRef="#ctx0" brushRef="#br0" timeOffset="99740">11113 8567 19647,'2'-8'3769,"0"2"-2862,-2 6-139,0 0-185,18-68-1229,-12 44 822,4-14 1,-1 2 75,-8 24-176,-1 4 14,0 4-62,0 3-28,0 6 6,1 5 10,1 21-16,-1-2-2435,0 15 2435,0-7 11,0 1-151,-1 2 134,1 0 12,-1 1 11,0-3-6,0-1-6,-1-4-5,1-4-11,-2-4 22,0-6 1,0-6 32,1-4 7,1-5 3183,0-3-3183,2-5 565,2-5-583,3-6 1,4-5 5,2-5-5,2-5-1264,3-4 1280,1-3 12,3-3-1,0-1-5,2 0 11,0 4-27,1 2-7,-1 4-27,0 4-12,-1 4 12,-1 5-12,14 2 1,-12 8-35,11 5 12,-17 10 0,2 5-84,5 14 34,-6-2-12,3 11-44,-9-6 5,-1 1-33,-1 2 1151,2 1-1991,12 16 172,-3-11-929,13 9 73,-5-18-515,3-3 173,5-3 107,2-4-272,-8-10 0,1-1-1252,18 2 2160,-17-5 0,-1-2 1285,9-5 0,-5-3 1719,-7-7 1686,-5-4-453,-7-4 1573,-3-17-2951,-7 6-314,-1-12-285,-6 9-185,0-1 386,-1-17-700,-1 12-1964,0-9 1847,-3 16-68,-1 4-56,0 3-622,-2 5 550,-1 5 203,-1 3-299,-1 6 38,-2 4-77,-1 4 1822,-2 6-1833,-2 4-12,-2 7-5,0 4 12,-3 5 83,2 5-101,0 3-28,0 3 29,-3 18 16,6-14 34,0 11-34,11-22-2789,2-4 2778,4-4 0,4-4-74,3-3 102,4-4 34,3-2-17,0-5 16,1-2 57,7-7-51,-6-3 17,5-6-11,-8-2 560,1-9-527,-5 6 17,0-6-16,-6 9 33,-1 2 3321,0 2-3433,-1 6 111,-1 3-133,0 9 16,1 5-16,1 8-6,2 7 0,2 7-6,2 7-543,-2-4 0,0 4 551,0 10 1,-1 2-1516,1 3 0,0 0 1510,-2 5 0,-1-2-5,0-13 0,0-1-587,0 2 1,0 1 574,1 0 1,1 0-23,-1 0 0,1 0-26,0-1 1,0 0-17,0-1 0,-2 0-39,1-2 0,-3-1-9,-2-1 1,-3-1-23,-1-2 0,-5-2-559,-14 10 0,-8-4 15,-10-7 1,-5-4-29,-1 0 1,-2-6 238,-5-9 0,0-7-233,13-7 0,2-3-66,-1-4 1,0-1-3480,5 0 0,2-2 4265,-23-9 0,27 6 0,14 4 0</inkml:trace>
  <inkml:trace contextRef="#ctx0" brushRef="#br0" timeOffset="100282">13107 8610 13933,'7'-8'4733,"-1"2"-9099,-6 6 5514,48-65-196,-30 35-566,10-11 1,-1 0-560,-15 10 744,-2 3 820,-4 2-983,-2 5-77,-2 3-67,-4 6-113,-3 3-50,-4 4 2311,-14 5-2356,2 6 33,-22 11-89,17 0 6,-8 9 2901,14-5-2902,4 2 397,4 0-402,5 1 5,3 0 6,4-2 1,4-2-1,5-3-6,6-2 7,5-2-7,3-3 29,17-3-17,-7-4 27,10-3-4,-12-4 4,-3-4 1,-2-4 0,-2-2 17,-5-2 10,-3-3 52,-3-12-68,-7 7-28,0-8-3381,-9 8 3381,-2 2 0,-7-7-28,-3 3-23,0 4-38,2 7-57,6 12-50,1 1-78,1 6-85,1 4-156,0 7-213,0 7-286,1 5-2744,0 21 2687,2-7 1043,0 21 0,1-37 0,0-1 0</inkml:trace>
  <inkml:trace contextRef="#ctx0" brushRef="#br0" timeOffset="100627">13399 8943 26525,'6'-32'53,"0"0"0,1-18-53,-8 53 0,-3 2 6,1 3 27,-2 9-21,3-3-12,-1 7 0,5 0 11,1-5 28,15 13-39,-5-15 11,9 5-22,-9-12 22,0-3 23,-1-2 5,0-2 11,-1-3 6,-2-1 6,-3-4-6,0-2 95,-3-9-61,-1 1 207,-12-23-202,2 19-6,-9-12-16,5 20 0,1 3-17,0 1-22,0 2-18,2 2-4,-3 3-24,5 1-32,-4 5-220,6 7-66,1 2-392,2 5-987,4-2-8122,2-1 9811,0-2 1,0-5 0,-2-3 0</inkml:trace>
  <inkml:trace contextRef="#ctx0" brushRef="#br0" timeOffset="101448">15793 8648 12933,'-11'-62'1449,"-1"0"0,1 4 0,-1 4-822,2 17 0,-1 4 337,-14-25-670,-2 14 193,-3 11-95,-1 10 1236,-12 9-1219,-7 37-319,9 2-432,19 2 0,5 4 409,1 25-48,9-24 1,0 1-6,1 4 0,1 1-3,0 3 0,1 1-638,1 4 1,0 0 626,0 2 0,1 2-3,0 2 1,1 0 2,0 2 0,0 0-14,1 0 0,0 2-26,0-5 1,1 4 0,-1-1-475,1 3 0,-1 0 1,0-1 462,1 1 1,-1-1 0,0-1-23,-1-3 0,0 0 0,-1-5-527,-2 3 0,-2-1 318,-3-6 0,-2 2 0,0-2-57,-4 4 1,-1 0-82,-7 11 0,-3-2-6,6-22 0,-3-4-176,-9 4 1,-2-3 517,-15 5 115,18-17 0,1-7 1169,-5-12-1094,5-13 40,4-13 67,4-12 1630,8-12-1513,4-8-21,8 25 1,1-1-164,2-2 0,2-1-37,2-2 0,1 0-36,2-1 0,2 0-20,1-1 0,2 0-28,1 1 1,2-1-7,2 1 1,1-1-12,1 1 1,1 1-1,2-1 1,0 1-9,2 2 0,1-1 0,0 4 0,3 0 0,-1 1-521,5-4 1,0 1 511,12-10 1,0 3 2,-12 15 1,-1 2-855,0 1 0,0 1 852,0 1 0,-1 1-70,0 1 0,-1-1 80,-1 2 1,-1 1 3,-1 0 0,-2-1 33,23-15 0,-6 0 59,-17 10 0,-1 0 76,7-12 83,4-9 501,-18 17-366,-5 4 1804,-3 3-1770,-3 6 2688,-3 2-2766,-2 5-51,0 1 1166,-1 4-1279,0 1 720,0 2-853,-1 0 101,-1 3-130,-1 2-5,-1 3 11,-3 12 0,1-2-28,0 10 6,2-5-12,2 2-5,0 3 5,2 0-33,0 0-11,2 0-57,1-1-61,2-1-112,3-1-151,-1-1-236,1-2-346,-1-1-667,1-3-2236,-1-2 3916,2-3 0,-4-6 0,0-1 0</inkml:trace>
  <inkml:trace contextRef="#ctx0" brushRef="#br0" timeOffset="101616">16249 8258 20963,'-2'-6'3254,"0"1"-3366,2 5-521,-2-16-554,5 23-1255,0-7 2442,6 32 0,-5-14 0,0-1 0</inkml:trace>
  <inkml:trace contextRef="#ctx0" brushRef="#br0" timeOffset="101983">16470 8527 20996,'0'-6'3131,"1"2"-823,-1 4-2257,15 20-18,-11-2-5,11 20-5,-15-9-23,0 2 5,-3-3 6,-1 0 1,-3-2-1,0-5 6,0-3 16,0-5 34,1-4 1,1-4 10,2-3 0,1-3-10,2-5-1,1-4 0,3-7-17,4-3 1,4-6-1,6-3-5,2-2-11,4-3-815,2 1 797,2-1-3130,1 3 3125,1 2-2092,0 3 2086,-1 3 1,1 5-6,-2 3 356,-1 5-362,-1 4-28,-2 4-33,-2 4-22,-2 4-46,-1 5-38,-2 5 2189,-1 2-2845,4 15 313,-4-6-184,4 11-240,-3-11-281,4 1 2573,5 1-3475,3-1-1501,5 0-622,2-2-1601,-2-4 5847,-4-5 0,-14-8 0,-6-4 0</inkml:trace>
  <inkml:trace contextRef="#ctx0" brushRef="#br0" timeOffset="102383">17558 8768 21003,'12'-46'801,"0"1"0,-1 3 0,-3 5 115,-7 3-474,0 2-49,-2 0-90,-3 3 133,-7-6-144,-1 12-169,-8 0-27,2 13-24,-6 6-4,-3 5-3273,-6 5 3249,-2 7-21,-3 4-241,2 4 235,0 4-6,5 1 17,-3 15-28,14-9 0,1 10 11,14-14 6,4-2-11,11 6-1,2-11-10,12 3 5,1-14 5,4-4 2965,4-4-2959,4-6-6,2-4 1,17-17-28,-13 2 27,-17 5 1,0-1 5,5-12 11,-3-5 18,-4-5-7,-5-5-10,-2-5-1145,-5-7 1155,-1-3-8,-7 28 1,1 0 2,-1 0 0,0-1 11,0 1 0,0-1 6,0 1 0,0 1 56,4-30 27,0 6 15,-3 22 0,-1 1-857,3-11 826,-1-4-94,-3 26 38,-2 7 5,0 5-27,-1 5 191,0 2-203,0 3-22,0 6-6,1 4 12,2 10-6,-1 9-1498,2 7 1492,0 9 1,1 7-293,-1 7 270,-2-28 0,-1 2-1021,1 20 0,-1 3 931,-1-13 1,1 0-62,-1 17 0,0-1-336,-1-17 1,-1 1-587,-1 16 0,0 1 261,1-16 0,0-1-888,-1 11 1,1 0 1727,2-16 0,1-4 0,-1 4 0,1-5 0</inkml:trace>
  <inkml:trace contextRef="#ctx0" brushRef="#br0" timeOffset="103474">19582 8676 17871,'2'5'3237,"-1"-1"695,-1-4-3472,60-17-90,-41-2-756,15 2 0,-3-4 604,-21-17-78,-1-4-28,0-5-22,-1-4-6,1-6-40,-1-5-352,-4 29 1,0-1 315,0-1 1,0-1 13,2-18 1,0 0-1179,-2 12 1,1 1 1175,0-13 0,-1 1-9,-1 19 0,-2 1-41,1-5 1,-2 0 119,0-11 10,-2 0-1682,-2 30 1604,-1 8 458,0 6-480,-2 6 0,-1 6 6,-3 7-1,-3 9 23,-2 7 1249,0 9-1282,-1 8-12,2 9 0,9-25 0,0 1 14,1 2 1,1 1-4,1 2 0,1 1 0,0 0 1,1 2-15,2 19 1,0 0-435,1-13 0,0 0 434,1 14 1,1-1 300,0-18 0,0-1-306,0 0 0,1-1-17,0 0 0,0 0-6,0-1 0,1-1-36,0 0 0,0 0-1022,0-2 1,1 0 872,0-2 1,1-1-434,8 29-548,-4-27 1,1-1-736,6 9-824,4 0-526,-10-31 758,-3-10-197,-4-10 1090,-3-8 988,-5-8 783,-5-6 465,-6-5 290,-6-6 433,-3-2 274,-2-4 213,-2-1 11,-1-2-117,1 0-208,0-1 810,0 1-1342,2 2 522,0 3-824,4 2-101,3 3-129,3 3-100,3 1-74,4 2 1860,4 3-1960,2 1-40,5 2-33,2 2 1583,7 0-1611,13-9-39,-1 10-262,13-8 256,-4 12-11,5 0 11,5 1 0,3 0-3154,3 0 3165,1 0 6,-1 0-601,-3-2 623,-4-1 11,-5-2-199,-3-4 267,-5-2 229,5-19-1824,-11 14 1740,0-12 6,-13 22 1890,-4 5-1924,-3 4 872,-1 6-827,-2 3 53,-1 5-316,0 2 3380,0 11-3380,0 3-495,-1 13 478,-1 3-11,0 7 11,1 5 0,-1 5 14,2-10 0,-1 0-3,1 19-11,0-19 0,0 0 12,0 11-7,0-1 1,0-3 16,0-2-11,0-4 1,0-5-7,1 3-10,0-12 16,-1 0 17,1-13 5,0-4 12,3-3 511,7-11-544,1-1 4,8-9 7,0 0-6,13-11 5,-6 7-242,7-7 237,-12 14 0,-2 2-17,-4 4 0,-1 1-6,-4 5-5,2 3 6,-4 4 16,6 8 220,-5-4-226,6 5 1,-3-6 11,1 1-6,9 0-11,-4-4 5,7 0 1,-7-5 5,1-1 56,26-24 17,-17 1-17,-5 4 1,-3-1 44,-4-5 117,-7-5-100,-7 16-22,-1-3 5,-2 9-40,0 3-10,0 2-12,-1 2-50,0 4-11,-1 2-6,0 5-5,0 4-40,1 4-313,0 15-62,3-3-403,1 12-717,4-8-3065,4 3 4622,5 6 0,-8-19 0,1-1 0</inkml:trace>
  <inkml:trace contextRef="#ctx0" brushRef="#br0" timeOffset="104733">22965 8534 18084,'2'2'2431,"0"0"3758,-2-2-5993,46-51-162,-22 19-891,8-6 1,0-3 873,0-6-9,-15 20 0,0 0 3,2-1 1,1-1-1,0-2 0,1 0 6,0-2 0,0 0-3,1-2 0,-1 0 0,0-2 0,-1-1-3,0 0 0,0-3-364,-4 4 0,1-4 0,-1 2 364,1-6 1,-1-1-12,4-12 0,-1 2 5,-8 18 1,-2 3-3,0 1 0,-2 2-3,5-26-276,-5 8 288,-3 10-7,-3 9 1,-1 9-34,-2 8 11,0 5 0,-3 6 6,-2 4-11,-3 6-1614,-4 6 1636,-6 8 6,-4 9 789,-6 7-790,-1 9-332,-3 5 324,16-22 0,1 1 8,-1 1 1,0 3-17,-7 18 0,1 4-6,8-15 0,2 0 1,0 1-650,0-1 0,0 0 0,1 0 638,-1 18 0,3-4-20,6-18 0,2-2 835,0-1 1,2 0-990,5 27-95,4-22 1,3-1-96,10 17-211,4-16 1,2-3-1987,11-1 1967,-12-15 1,2-4-3895,29-3-88,-11-10 4604,-12-5 0,-3-3 0,-6 0 0,0-3 0</inkml:trace>
  <inkml:trace contextRef="#ctx0" brushRef="#br0" timeOffset="106857">23966 8059 10237,'6'-12'7606,"-1"2"-6735,7-19 0,0-4 479,-5 5-830,6-9 1,-2 0 286,-12 13-196,-4 6-135,-4 2-129,-4 4-67,-3 4-73,-2 4-33,-3 2 78,-13 11-168,6 2-17,-9 9-3397,11 2 3369,0 2-81,-5 17 98,3 8-25,14-17 0,1 2-14,-1 18-330,9-4 313,10-18 0,3-4 28,18 4-17,-2-11-11,11 1 28,-6-14 5,1-3 12,0-5 73,12-13-73,-11 0-1,7-12 81,-16 3 21,3-14-68,-9 8 328,2-10-255,-12 2-72,-2 9-12,-3-5 34,-1 14-6,0 4 3374,0 4-3391,-1 3 28,0 5-78,0 1-17,0 2 23,0 0-23,0 4-11,-1 2 11,0 4-11,-2 4 12,0 1-1,-1 4-6,0 0 1,-2 3-6,-2 12-45,-3 13 34,1-7 11,1 3 6,6-23-1,2-1 1,2-1-1,0-1 29,3-3-23,0-1-11,5-2 23,1-3-7,3-1 40,12-2-22,-3-3-23,11-3 6,-5-5 0,4-4-17,1-3-6,2-4-3369,-1-2 3392,1-1 5,-4-3-493,0-1 487,-2-2-85,-2-1 131,8-17-40,-10 9-2079,6-13 2085,-12 11-28,1-1 1986,5-16-1998,-4 3 24,-2 3 487,-7 13-488,-8 20 6,-2 4 108,0 4-103,-1 3 3337,0 3-3319,-1 0 160,-1 2-206,-1 0 12,-3 0 27,0 1-55,-4 3 22,0 3 0,2-2-11,2 1 11,-1-2 0,3-1 0,-2 1 11,2-3 34,-1 1-40,-1-1 1,1 0-6,0-1 6,0 2-6,0-1 0,0 0 0,0 1-34,1-1 28,0 1 1,2-1 16,-1 0 107,2-1-62,0 0-6,-1-4-33,1 1-12,-1-3-10,1 2 5,0 0 5,0 1 7,0 1-18,0 0 12,-1 1-23,1 0 17,-1 1-23,-1 0 23,-1 0 12,0 1-18,0 2 6,-1 1 6,-1 4-12,1 1 0,0 0-22,2 0 28,3 1-11,2-3 6,3 3-1,2-3 6,3 0 11,12 2-16,-1-2-1,9 1 6,-4-4 0,0-1 0,0-2-11,0 1 22,-1-2 0,-3-2 0,1-1 1,-3-2-12,6-9 5,-7 2 6,2-6-11,-8 4 17,-3 0 17,1-5-17,-5 6-1,1-3-4,-6 9-1,1 1 11,-2 3-11,1 2-22,-1 14 0,0-1 11,0 14-17,0-5 12,0 3-23,0 15 22,0-7-11,0 11-3403,-1-11 3364,1-2-2183,-1 1 2121,1 0-211,0-1 133,3 0-369,8 11 201,2-10-40,10 6-10,-1-15-1,7-5 28,3-4 12,4-5-274,19-4 184,0-9 331,1-2 576,-12-7-459,-20 0 57,-3-2 2360,-4-2-2288,-3-2-2206,-2-1 2279,-2-3-570,0-2 626,-3-1 1419,-1-1-1374,-1-3-1953,-2-1 1941,-1 0-10,-1-2 1437,0 2-1466,-2 2 702,-2 3-652,-5 2-206,0 10-35,-5 3 121,1 10-148,-2 5 11,-14 11-17,4 3 2050,-9 10-2066,8-1 55,-7 15-55,10-9 10,-3 9-5,14-16-5,4-2-1,3-3 6,3-1 6,3-4-1,2-1 18,4-3 72,9-2-28,-2-5 1063,6-2-1052,-3-6 792,2-4-792,0-2 23,1-4 106,7-10-89,-8 5-12,4-7-5,-10 7-11,-3 1-1,-2 1-16,-1 2 0,-3 3-17,-2 2-34,0 4-5,-3 2-23,1 4 6,-1 7 6,0 5-23,-2 8 6,0 7 5,-3 6-5,-1 6-3381,0 4 3381,-1 5 16,1-10 1,1 3-730,0 6 1,0 2 709,-1 0 0,1 0-3,1 1 0,0-1 0,0-13 1,1-1-15,-1 0 0,1 1-333,-2-1 1,0 1 321,-1-2 0,0 0-804,-1-1 0,-1-1 695,-11 28 22,-3-6 1399,-3-9-1394,-2-11 1300,1-10-1226,-11-14 27,12-14 6,-6-12 17,16-11 0,3-8 787,6-7-785,5 7 1,3-2 2446,5-26-2438,6 6 0,3-1-22,-2 21 0,0 1-1054,8-13 0,1 2 1059,-4 14 0,1 2-16,13-13 0,1 2-1154,-7 10 0,0 2 1134,8-8 0,3 2-62,-1 7 1,0 3-162,-10 7 0,2 0 55,18-6 0,0 2-36,7 2 117,-19 9 0,-2 1-95,12 1 33,-3 0 6,-3 4 29,-3 0 4,-6 1 340,-1 2-250,-12 1 29,-4 1 33,-11 1 1671,-3 0-1610,-2 1 3140,-3 1-3089,-5 2 870,-2 1-831,0 0-5,-2 0-1,1 0 113,-3 1-151,7-3-6,-1 1-1,5-2-60,4-1-1,0 0 84,2 0-45,3 0 1,0 0 5,5-1-23,3 0 46,11 0-57,-3-3-11,8-2 23,-7-2-23,-2-1 23,-1-2-6,-2-2 67,0-10-106,-6 3 22,0-8-11,-6 6-17,-2 1 45,0 0-17,-1 1 1,0 2-7,0 4 1,-1 3-17,-2 2-6,-1 4-17,-2 1 6,-1 5 17,-10 8-28,0 3 16,-9 10 1,2-1-6,-2 2-6,1 0 12,2 1-319,2 1 296,2 0 45,1 10-39,7 0 0,1 0 5,9-5 12,7-12-6,3-1-6,6-1 17,6-3-16,5-1-462,5-3 456,5-2 16,1-4-5,3-2 6,12-7-1,-13-1 18,21-16 44,-29 4-45,7-8-5,-16 4 6,-1-3-29,-2-2 34,-2-3-11,-2-1 298,-1-1-287,4-18 0,-6 12 45,5-23-1674,-10 30 1640,1-5-5,-6 18 16,0 4 389,-1 5-411,-1 2-12,0 3 29,0 1 1666,0 3-1716,0 4 10,1 2 1,2 8-6,0 1 17,4 5-23,2 4 6,3 4-713,2 3 696,3 3 45,0 1-33,2 1-1,-1 0-33,6 18 22,-10-13 11,-5-7 1,-1-1-40,-4 4 34,-5 7-12,-7-18 1,-8-4-199,-8-3 187,-9-3-16,-7-3-1058,-6-3 968,-5-3-112,0-4-162,1-1-264,5-2-286,6-3-1220,10 0 2184,7-6 0,11 5 0,5-1 0</inkml:trace>
  <inkml:trace contextRef="#ctx0" brushRef="#br0" timeOffset="107240">27108 8187 26385,'1'-47'54,"0"-1"0,0 4 0,3 6-20,13 6-17,1-3 28,0-4-17,0-3 0,-2-5 5,0-4-1985,-2-3 1986,-2-2-9,-3 14 0,-1-1-14,-3 10 1,0 0-1,2-9 0,0 1 39,-2-12-10,-1 7 32,-3 8-4,0 7 776,-2 9-777,0 5-39,-1 7 441,-1 2-441,0 4 139,1 2-167,0 2 1267,-1 2-1262,-1 4-5,-3 5 28,-2 5-33,-10 24-6,5-4-12,-7 20-394,8-7 408,5-6 1,0 2-1056,2-9 0,2 1 1050,-2 14 0,1 1-9,3-11 1,1-2-12,0 2 1,1-1-9,2 2 0,1-1-28,0-2 0,3 1-9,2-2 1,2 0-23,1-1 1,2-2-40,2-2 0,1 0-76,0-3 0,1-1-1063,17 23 192,-1-10-940,-5-9-3782,-5-11 5714,-4-9 1,-9-7-1,-3-5 1</inkml:trace>
  <inkml:trace contextRef="#ctx0" brushRef="#br0" timeOffset="107415">27085 7721 21125,'-3'-4'2739,"2"0"-140,1 4-2588,32-62-1322,-9 43 1291,3-16 1,2 3-82,14 24-112,8 0-1042,10 2 868,-25 3 1,1 0-337,4 0 1,1 1-1023,5 0 1,0-1-2956,-2 2 1,0-1 4226,-3 0 1,-4 1 0,5-1 0,-18 1 0</inkml:trace>
  <inkml:trace contextRef="#ctx0" brushRef="#br0" timeOffset="108325">29396 7834 19989,'33'-30'547,"0"-1"1,0 1 0,13-12 0,-9 3-50,-16 1-72,-4 0-51,-3 1-45,-4 1 362,-4 4-468,-3 5-56,-3 6-66,-5 4-24,-4 6-33,-6 4-17,-3 4 56,-20 6-39,7 4-302,-15 7 279,12 3-11,3 5 1,-1 3-15,6-1 0,2 1 0,-7 4 0,3 1-2,-5 17-6,17-15-23,3 9 28,9 1 23,5-2-17,9-8 0,5-16 95,24-3-39,-11-8-11,17-6-11,-20-9 61,12-16-33,-11 3-1,8-12 12,-12 7 175,-3-2-169,5-19-40,-8 10 6,5-12 44,-3 2-565,-3 15 498,3-7 1,-5 21 16,-1 4-17,-1 5-16,-2 4 314,-1 4-320,-2 1 5,-1 3 18,0 4-12,0 2-5,0 6 748,0 4-765,-1 5 0,-1 3-23,-2 4 28,1 3-5,-2 0 0,0 1 17,1-1-51,1-2-34,3-2 1,3-1-135,7 7 101,0-10-11,6 4 5,-4-15 29,1-5 33,1-4 17,0-6-6,10-12 39,-9-1 17,7-11 6,-11 4 17,-1-4-12,-1-2-388,-2-1 422,-2-2-5,2-12 27,-3 12-10,1-8-3231,-4 17 3236,-1 3-12,-1 4-5,0 3 249,-1 5-282,-1 2 26,0 3-60,-1 0 3403,2 2-3397,0 3 16,3 2 0,3 5-11,2 2-6,3 2 6,11 12-5,3 5-3387,0-1 3375,-1 0 17,-12-12 0,-1-1-11,-2-2 5,-3-3-5,-1-3 5,-3-3 6,-1-2-5,-1-2 16,0-2 0,0-3 3398,2-2-3409,1-4-6,1-1 1,1-1-6,1 0 11,1 0 5,1 0-10,8-3 5,-4 4-6,7-3-22,4 3 11,-6 4 0,7-1 1,-9 5-12,0 1-12,-1 0-21,-1 3-29,-1 0-50,0 3-453,7 7 66,-4-2-438,7 7 108,-7-4-297,2 3-459,1 0-678,3 1-1143,1 1 3434,6 5 0,-15-11 0,1-1 0</inkml:trace>
  <inkml:trace contextRef="#ctx0" brushRef="#br0" timeOffset="108752">31030 7788 13110,'4'-10'5528,"-1"2"-3338,-3 8-755,0 0-903,17-59-344,-7 35 19,1-12 0,2-1 146,6 4-84,-4 7-34,4-8 1,-8 13 207,-1-4-275,-5 9-51,-1-2-44,-6 9-39,-4 3-12,-4 2-11,-6 2-11,-21 5 6,-13 11-15,15-2 1,0 1-219,-21 14 216,7 3 11,23-7-11,6 0 413,4 0-396,6 8-1,5-9 7,3 4-12,7-11 11,9 2-3247,2-7 3258,9 0 304,-1-8-321,4-5 29,3-4-17,3-6 27,-1-5 29,1-3-2268,-4-5 2279,-2-4-12,-5-5-21,-4-5-435,-4-5 417,-4-3-1361,-3-5 1401,-1-1-12,-3-4 1345,-1-1-1344,0 0 954,-1 0-926,-1 1 28,0 5 194,-1 6-178,0 7-5,0 9-28,0 8 2638,0 7-2716,0 8 81,0 3-93,0 6 1672,0 3-1683,0 6 588,0 8-594,0 25 0,0-2-1337,0 20 1315,1-8-22,1 3 16,2 6 11,0-29 1,1 0-20,0 3 0,1 0-25,2 2 0,1 0-1161,1 3 0,1 0 1018,1 2 0,1 1-134,1 1 0,1 1-262,0 1 1,-1 0-798,0 0 0,0 1 1403,0 6 0,-1-3 0,1 3 0,-3-2 0</inkml:trace>
  <inkml:trace contextRef="#ctx0" brushRef="#br0" timeOffset="115958">4722 11500 16101,'2'-43'1572,"0"0"1,0 0 0,1-10-1,-2 6-1084,-12-5-74,-1 20-78,-1 3-496,-1 4 367,0 3-39,-2 5-33,-1 3-34,-2 6-34,-2 4-22,0 3-12,-3 7-5,-1 5 0,-2 7-5,-1 7-12,0 5-1173,0 5 1173,1 4 0,3 4-11,2 1 0,4-1 0,4-1 0,5-2 0,4-5 11,4-3 288,6-5-288,3-2 0,7-4 0,4-4 1,2-5 16,4-4 5,1-4 18,1-6 21,3-5 1,1-7 0,1-6-171,2-5 177,-1-5-6,0-4 17,-2-3 16,-3-3-570,-5-2 576,-4-2-6,-7-2 45,-3-16-72,-5 16-6,-2-10 5,-5 26 0,-1 5 58,-3 6-75,0 5-21,-1 4 10,1 5-33,-5 5 318,4 7-341,-4 6 12,4 7 0,-1 6-6,1 4 0,2 3 1389,2 3-1378,2 2-482,2 0 460,4 1 22,4-3-22,6-1 17,4-5-971,4-3 959,4-4 12,4-3-6,2-5 28,4-3-17,1-6 0,3-3 6,0-4-11,0-6 10,-1-6 1,-1-7 11,-1-5-22,-1-6 16,-1-5 1,-2-6 5,-4-3-6,-3-4 12,-5-1-15,-10 11 1,-2-1 8,1-22-9,-5 7 1,-2-2-452,-2 23 1,0 1 442,-2-11 1,0 0 10,-1-13-11,-2 3 6,1 8 17,-2 6 393,1 9-354,-1 8 44,-2 6-78,2 9-27,-2 3 4,3 10 909,-1 3-919,-1 9-1,0 5 1,-2 7 0,1 7 1030,0 5-1039,4-5 0,0 1-1704,0 24 1701,2-19 1,1 0-4,2-9 1,1-2-3,1 2 0,1 0-15,1 2 1,1-1 11,2 0 0,0 0-8,1 1 0,1-1-9,0 0 0,2 0-115,9 11 1,2 0-1343,-6-12 1,2-1 1316,6 9 1,1-2-318,13 7-569,-2-7-80,0-6-784,-5-8-1888,-3-6 3809,0-6 0,-16-8 0,-1-1 0</inkml:trace>
  <inkml:trace contextRef="#ctx0" brushRef="#br0" timeOffset="116128">5184 11266 24172,'-12'-41'93,"1"0"1,1 2-1,9 8-70,31 12-40,7 1-28,7 1-4510,4 1 4325,5 1-179,3 1-375,3 2-902,-1 1-3411,0 2 5097,-25 5 0,-2 0 0,2 0 0,-1 1 0</inkml:trace>
  <inkml:trace contextRef="#ctx0" brushRef="#br0" timeOffset="116615">8003 11185 18453,'5'-7'3478,"-1"1"-2659,-4 6-136,27-64-1574,-19 35 1101,7-10 0,-3-1 577,-13 11-507,-4 1-33,-3 2-56,-6 2-46,-4 3-2958,-3 3 2914,-4 3-2116,-3 4 2093,-2 4-1153,-2 3 1131,-1 4-418,-1 6 401,-1 2-11,1 6-6,1 4-5,1 2-6,2 2-11,-2 17 998,7 6-998,6 1-5,10-2 5,12-14 0,6-1-6,8-3 12,7 0-6,5-3 0,6-2-6,4-1 0,5-1 12,3-1-12,-10-6 1,0 0-365,19 5 358,-20-7 1,-2 0 0,7 3 873,-11-1-868,-10 1 2062,-18 5-2073,-30 5 12,-9 1-158,6-11 0,-2-1 152,-26 7 5,28-10 1,-3 0-12,-15 3 0,0 0-406,11-3 0,0-1 414,-10 3 1,1-2-31,-13 1 726,8-3-782,6-4-56,8-1-589,1-9-1808,15-8-2230,5-4 4778,20-9 0,0 15 0,4 0 0</inkml:trace>
  <inkml:trace contextRef="#ctx0" brushRef="#br0" timeOffset="117807">8568 10649 22021,'-1'-9'2101,"0"2"-1474,1 7 1104,0 0-1714,-57 44-659,43-15 645,-17 4 0,4 3-14,27 9-3,1-8 0,0 1-20,1 22 9,-1-19 0,2 1-90,1 3 0,2-1 11,-1-10 1,1 1-287,5 19 1,2-1-780,4 3 749,-6-23 0,2-1-1893,9 10 751,-8-17-2337,1 0 2017,-13-18 404,-7-6 626,-7-6 533,-6-4 571,-4-3 443,-3 0 302,0-3 178,1 0 36,0-1-46,2 0-57,2-1 1032,-4-9-1137,8 6 347,-3-7-638,11 7-1507,3 0 1148,3-1-1026,5 1 847,4 1-66,7-1-7,5 1-29,5-1-10,20-7-915,-6 6 864,16-4 6,-13 8 11,-11 7 0,3 1-9,8-2 1,1 0-15,-8 2 1,1 0 5,8-3 0,-3 1 1555,-8 0-1505,10-8 1,-24 8 27,0-3 46,-11 6 1014,-4 1-847,-2-1-159,-4 2-48,-3 0 0,-3 4 34,-5 1 1194,-1 0-1217,-4 4 0,-2 0-16,-2 4 5,-2 3-16,0 1-12,0 4-17,1 1-568,1 4 563,1 1 0,-6 13-28,10-7-6,-2 8-6,12-10-10,4-3 16,2 0-5,4-1 5,2-1 28,11 4-22,0-7-17,6 1 11,-3-9-5,1-5 5,0-1 17,1-5-23,1-3 18,0-3-3210,0-4 3209,-2-2 442,5-13-430,-9 5 11,2-9-23,-8 8 23,-3 0 11,-1-1 0,-1 3 45,-3 0-40,1 3 7,-2 2 21,0 3 3365,0 4-3314,-1 0-107,0 5-16,0 1-6,0 2 1,-1 2-12,1 3 0,-2 2 5,-1 5 6,1 1 1,-1 3 10,2 2-22,-1 2 0,3 0 11,-1 1-11,7 18-11,1-14-6,6 11 17,-1-17 6,3-2-23,9 3 11,-5-7 1,6 1-1,-8-10 1,-1-2 5,-2-5 5,0-1 34,5-12-33,-6 3 0,4-8 10,-7 5 18,2-10-23,-5 6-11,3-8 0,-1 0 6,-1 6-6,3-5 11,2 6 0,-3 5-11,6-2 11,5 3 23,16 3-34,-5 3 6,10 3-6,-18 9 0,0 4 11,-1 5 0,-2 4-17,-2 3-16,-2 3 16,-5 2 12,-2 24 0,-6-16-23,-2 15 22,-3-23-5,-1-2-5,0-2 16,2-1-5,-1-2 16,3-2-22,3-3 11,4-2-11,4-4 0,3-2 0,5-3 0,18-12 6,8-8 11,1-6-1219,-3-4 1213,-18 5 1,-3-4-534,-3-2 538,-3-6 12,-4-4-998,-3-5 992,-3-4 23,-3-2 0,-3-4-6,-1 15 0,-1 0-1198,-2-21 1161,1 23 1,-1 0 25,-2-10-1518,-2 5 1540,0 5 0,-1-6 8,3 16 550,-1-3-608,4 18 987,-1 1-987,1 7 3118,0 3-3118,1 9 800,0 5-800,0 8 0,1 7 0,1 6 0,7 29 0,-2-11-1118,0-13 0,0-1 1118,3 20 0,3 3 0,0 0-2642,1 1 2642,-3-18 0,-1 0 0,-2-11 0,0 0-422,2 10 0,-1-2 220,4 11-106,-3-1-118,1-4-1086,2 9-204,-4-18-860,1 2 2427,-6-20 0,-2-10 1,-1-2-1</inkml:trace>
  <inkml:trace contextRef="#ctx0" brushRef="#br0" timeOffset="117984">9698 10917 24984,'-3'-40'54,"-1"0"0,2 4 1,7 6-44,46 16-65,-20 7 1,0 1-31,1 1 0,0 0-1291,1 1 1,-2 1 550,14 1-901,0 0 1327,-10 0 1,-1 1-1,-3 0 1,14 0 0</inkml:trace>
  <inkml:trace contextRef="#ctx0" brushRef="#br0" timeOffset="118847">10797 11229 22431,'4'4'2968,"0"-1"-3881,-4-3-1815,-35-13 2728,24 17 0,-24-15 0,32 18 0</inkml:trace>
  <inkml:trace contextRef="#ctx0" brushRef="#br0" timeOffset="128494">2042 13740 19267,'-48'-34'113,"1"-1"1,3 4 0,6 11-35,8 24-7,0 6 538,-1 3-560,0 3 716,1 3-733,1 3-5,1 3 6,-8 14-17,4 4-12,0 7-5,14-14-5,11-9 581,8-13-564,4-2 1034,3-2-1007,6-3 778,14-1-766,-3-3 210,12-1-216,-8-5 39,13-4-934,-12 0 912,5-4 33,-16 3 23,-6 1 5,-4 0-17,-4 0 12,-3 1-28,0 2 905,-5 0-917,-2 2-38,-3 0-7,-2 1-10,-3 2-7,-3 2-4,-3 3 4,-3 4-10,-1 3 11,-1 1 16,-10 12-10,7-4-784,-5 8 738,12-6 34,-3 13-11,8-10 23,0 10-76,10-15 53,3 1-3138,8-3 3138,3-1-804,23 4 737,-2-8-41,16 2-38,-3-11-66,3-1-85,5-3-140,3-5-745,2-3 409,0-6-241,3-6-269,-3-3-1089,-7-3 0,-1-1 1610,-18 9 1,-1-1 97,16-9 0,-3-1-199,-4-2 471,5-12 650,-14 11 246,-1-8 2338,-16 15-1834,-5 4 2396,-4-3-2178,-1 9 488,-3 0-801,-2 9 912,-2 3-1136,-3 1 457,-2 1-619,-2 3-101,-1 2-85,-2 2-77,1 2-46,-2 1-67,2 1-44,1 1-35,1 0 35,-6 17-96,7-11-5,-4 12-34,9-15-23,1 1-55,0-1-73,-1 0-107,-1-1-173,-2 0-230,-3-1-404,-3-1-559,-3 1-3031,-13 2 2656,6-6 767,-7 0 940,13-8 768,3-4 410,4-5 363,4-5 1809,4-15-1462,2 4-145,5-9-174,2 8-191,3 2-172,2 0-170,1 2-83,2 3-415,1 3 207,1 2-55,1 3 398,22 3-606,-12 7-44,17 5-46,-15 5 7,17 14-57,-8-5-1977,15 11 1921,-13-5-100,3 3-348,3 3-902,3 2-1405,-22-16 0,1 1 2765,6 2 0,-2-1 0,3 2 0,0-1 0</inkml:trace>
  <inkml:trace contextRef="#ctx0" brushRef="#br0" timeOffset="133155">3760 13852 18324,'-5'-6'3747,"2"2"-3315,3 4-241,0 0-533,-6-40-426,8 35-833,-2-28-2331,9 48-4767,-1 0 8699,-2 0 0,-3-7 0,-1-3 0</inkml:trace>
  <inkml:trace contextRef="#ctx0" brushRef="#br0" timeOffset="133311">3624 14444 22020,'-7'-43'74,"0"0"1,1 3 0,4 9-109,6 19 548,11 0-2066,-1 6-4010,7 1 4715,-1 4 0,-9 1 0,1 0 0</inkml:trace>
  <inkml:trace contextRef="#ctx0" brushRef="#br0" timeOffset="134548">7034 13800 19894,'2'-49'888,"0"0"1,0 4 0,-2 5-290,-4-1 538,-22-13-880,6 25-1913,-18-10 1830,14 28-62,-3 5 623,0 3-656,-2 5 357,-11 11-358,-2 13-39,1 5-901,5 7 868,15-6-1,0 3 6,4 2-737,2 0 726,3 1 6,5-2-198,3 0 192,3-3 17,14 8-23,11-6 28,18-2 10,-2-17-4,2-8 1380,4-19-1318,2-10-46,0-6 7,-7-9 22,-17 8 248,-4-4-243,-3 0-903,-3-1 926,-2 1 0,-4 0 876,-2 2-860,-2 3-10,-2 3 292,-1 5-276,-1 5-16,-2 4-51,-1 4 1034,-2 4-1057,-1 1-16,-1 4 22,-1 2-5,-6 12-12,-2 9-16,-2 13-6,3-3 11,4 0 0,7 14-33,5-18-718,5 18 745,4-24 1,3-2 5,4-3-11,2-3 0,4-2 0,4-2 22,17 1-27,-8-6-620,11 0 630,-15-7 1,-3-3-1,-2-3 1,-3-2-6,-3-5 11,-2-2 6,-2-2 11,-2-2-17,-2-3 12,-4-1-1,-2-4 0,-3-1-5,-2-2 0,-2 0 0,0-1-6,-1 0 34,-1-12 662,1 11-702,0-7 1,1 13-6,2 1 11,5-7 17,1 8-17,7-4 1,-2 10 10,2 1-67,4 1 51,1 2-6,3 1-6,2 1 17,1 3-11,1 0-11,1 3 6,0 2 21,10 4-16,-10 3-5,5 4 663,-15 2-663,-4 3 5,-3 2 5,-4 3-5,-4 1 6,-3 4-6,-3 0 11,-3 3 0,-4-1 1,-2 2-12,0-1-12,1 1 12,2-2-5,2 0-1,4-1 1,1-1-7,2-2 12,3 0-5,3-2 5,5-2-6,2-2 23,11 0-17,-5-6 11,10 1-5,-9-9-12,2-1 17,1-2-11,1-3 6,0-4 0,2-4-18,-1-2 12,0-5 0,-2-1 12,7-16-12,-9 8 5,9-25 1,-15 22-6,2-9 0,-8 13 17,-2 2-6,-3 0 11,-3 2-11,0 1 1,-2 1 4,-1 0-10,-1 2 5,-1 0-5,1 2-6,1 2 28,0 0-23,3-2 1,3 4-23,3-1 17,3 6 0,3 1 0,1 2 0,11 1 0,-6 2 6,7 2-1,-7 1-5,0 2-5,-1 3 5,1 1 5,-1 2-5,1-1 6,0 2-12,1 0 18,2 1-358,3 1 335,2 1 11,1 0-23,3 1 18,-2 1 5,-1 1-35,5 12 35,-11-5 0,2 10 0,-15-8-308,-4 1 302,-2 2-16,-4-1-34,-3 2-56,-3-1-151,-1 0-225,1 0-301,4 0-489,0-1-732,6-1-2527,3-4-5294,4-4 9201,1-6 1,-5-6 0,-2-3-1</inkml:trace>
  <inkml:trace contextRef="#ctx0" brushRef="#br0" timeOffset="134760">9111 13416 20442,'-4'0'3540,"0"0"-1826,4 0-1820,64-43-5942,-27 30 5552,8-11 1,3 2-1521,6 19-1678,5 1 3694,-22 2 0,-1 0 0,2 0 0,0 0 0</inkml:trace>
  <inkml:trace contextRef="#ctx0" brushRef="#br0" timeOffset="134929">9272 13712 23299,'-11'2'2095,"3"-1"-1821,8-1-555,0 0-564,80-28-3229,-31 18 1136,9-6 0,4 1 2938,-19 11 0,-5 2 0,6-1 0,-1 0 0</inkml:trace>
  <inkml:trace contextRef="#ctx0" brushRef="#br0" timeOffset="135506">11488 13198 18632,'-47'-36'97,"0"-1"1,4 3-1,6 10 2442,13 24-2466,-9 2-34,5 0-6,-9 4 1157,8 1-1167,-3 1-1,-2 3-11,-5 0 1,-2 2-1,10-4 0,-1 0-1817,-14 5 1840,-14 2-6,26-7 1429,6-2-1429,6-2-11,6 0 11,6-2-6,4 1 6,3-1 3164,2 2-3153,0 2 6,0 2 295,1 2-94,0 26-3531,-2-10 3380,-1 21-11,-1-16-418,0 2 379,1 2-11,1 1-2146,2 2 2135,5-1-18,3 0-223,18 14 218,0-13 0,-8-14 0,5 0-31,17 3 1,4-3-26,-15-8 0,1-2-62,18 8 1,3-3-511,-5-9 1,-2-3-101,-9-3 0,1-1-1418,11 1 1,1-2 2145,-9-2 0,-4-1 0,5 0 0,-2-1 0</inkml:trace>
  <inkml:trace contextRef="#ctx0" brushRef="#br0" timeOffset="136180">12655 13137 19748,'0'-6'3814,"0"2"-1170,0 4-2555,-64 3-22,38 13-301,-13-6 1,0 5 281,20 13 0,5 4-1176,-11 17 1136,10-16 0,0 0 4,-1 16-12,4-1 11,5 0-6,4-2-333,7-2 328,6-2-2736,8-3 2736,7-3 0,-1-13 0,3-2 36,18 10-33,-4-9 0,2-4 2,8-2-11,-19-8 1,0-2 16,20-11 0,-18-3 6,3-9 6,-18-3 27,-3-12-5,-8 7-12,-1-9-5,-10 10 0,-5 1 12,-6 1 799,-20-10-811,6 9 5,-13-5-205,-3 10 212,12 7-29,-10 3 2839,16 9-2833,1 6-6,2 5-11,0 6 0,-5 17-5,7-5 10,-3 12-78,13-10-621,3 16-163,9-11-1328,7 11-1024,11-17 3209,12 0 0,-14-15 0,3-2 0</inkml:trace>
  <inkml:trace contextRef="#ctx0" brushRef="#br0" timeOffset="136370">13313 13606 27040,'24'28'-22,"-4"-2"-146,-12-4-325,1-1-678,1 0-1887,3 0-6772,-1-3 8415,-1-4 0,-5-7 0,-2-3 0</inkml:trace>
  <inkml:trace contextRef="#ctx0" brushRef="#br0" timeOffset="136806">14413 13137 24824,'-19'-39'196,"0"0"0,3 4 0,-3 9 34,-14 22-157,5 7-12,-13 4 23,10 6-39,-3 4-6,0 4-5,0 3-28,-1 3 16,2 3 0,2 0-1568,3 3 1541,4-1 16,7 0-5,5 0-6,7-2 903,4-2-914,8-3 0,5-5 11,8-2 11,6-6-5,2-3-1,4-5-5,2-2 504,-1-6-504,0-4 11,0-5-457,-2-6 424,-1-2 56,11-17 807,-3-5-746,-2-1 23,-10 4 33,-15 15 23,-2 3-12,-3 3 1,-2 4-56,-2 4-107,-1 4 879,-1 2-879,0 2 503,0 2-503,-3 4 0,-4 17 0,-3 9 0,-1 7 0,2 2 0,6-7 0,-1 23-412,2-10 412,0 19 0,2-15-317,1-11 1,0 1-468,1 22-1931,2-8 0,0 0-2623,2 8 5338,0-17 0,0-4 0,-1-10 0,0-3 0</inkml:trace>
  <inkml:trace contextRef="#ctx0" brushRef="#br0" timeOffset="136994">14913 13642 26464,'-50'-29'56,"8"12"-56,25 41 11,2 2 302,1 16-599,4-8-414,1 13-790,4-12-2950,1 1 4440,1 3 0,1-18 0,1-2 0</inkml:trace>
  <inkml:trace contextRef="#ctx0" brushRef="#br0" timeOffset="137479">13415 13676 11183,'-4'-8'7052,"0"2"-5427,4 6 3594,0 0-5062,3-32-6,-3 25-10,3-25 5,-2 34-12,0 0-5,1 2-17,0 0 0,1 3-23,-1 0-5,0 2-5,-1 1-34,-1 0 22,0 0-11,0 2 45,-4 5-34,0-3 6,-4 5 5,1-5 6,-1 1-22,-2 1-18,0 1-4,-4 1 21,-6 7-44,-1 1-34,0-1-84,3-3-240,8-9-376,1 1-796,3-2-2687,2 0 4200,2 1 0,1-6 0,0-2 0</inkml:trace>
  <inkml:trace contextRef="#ctx0" brushRef="#br0" timeOffset="138260">15732 13518 14515,'14'-48'1019,"0"0"1,-2 5-1,0 2 2085,-1-12-2634,-4 16 1097,-2-2-1198,-4 20-33,-1 5 551,-2 4-730,-1 4 1937,-3 3-2016,-1 2 316,-3 6-333,-2 2-10,-2 6 27,-9 14-55,5-3-1,-6 11-5,8-5 11,-3 17-28,6 7 5,2 0-1090,9-5 1090,8-14 12,6-3-3055,7-1 3044,6-3-9,9-4 0,3-1-969,15 5 964,-9-7 0,1-2-15,11-2 17,-17-9 1,2-2-155,-3-3 1,-1-1 156,0-1 1,-3-2 13,15-9 6,-28-5-17,-7-3 587,-7-3-576,-5-1 0,-8-3 17,-4 0-28,-9-3 986,-3-1-986,-6 0-6,-4-3 12,-2 1 148,-2-1-143,0-2-740,1 1 740,2-2-11,2 0 0,4 1 17,4 1 2873,3 1-2868,6 4-16,4 0 34,5 2-35,5-10 1,6 10 360,4-7-366,4 11 0,2 2-23,9-1 35,-4 7-12,5 2 0,-7 9 1126,-1 4-1126,2 4-11,-1 4 11,0 6 5,0 6-3397,-1 3 3398,-2 6 5,1 3-385,-2 5 368,0 3-5,0 4-17,-5-10 0,0 0-2275,1 21 2101,-3-19 1,-2-1-622,-2 17-746,-2-2-2217,-3 1 4215,-1 3 0,0-26 0,0-2 0</inkml:trace>
  <inkml:trace contextRef="#ctx0" brushRef="#br0" timeOffset="138464">16710 13429 23248,'0'-9'2386,"0"1"-1764,0 8 95,0 0-700,-8 72-1266,7-40 1223,-4 13 1,2 1-227,3-14-487,0 3-936,0 0-3657,0 4-4436,0-4 9073,1-4 1,0-15 0,0-6 0</inkml:trace>
  <inkml:trace contextRef="#ctx0" brushRef="#br0" timeOffset="139411">17574 13261 21277,'-4'-40'168,"1"8"1737,3 33-1837,0 0 738,0 2-722,-1-2 397,1 2-413,-1-2 1415,-1 1-1393,-1-1 22,-1-1-17,0 0 34,-1-2-79,0-2-16,0-2-6,2-2 0,2-2-12,0-3 12,1-1-5,2-5 5,1-1-11,2-4-294,3-2 282,1-2 12,2-1 6,1 0-18,1 2 12,0 5-17,1 3 34,0 5-34,-1 5 0,1 3 0,0 4-28,0 3 16,2 4 7,2 4 5,1 7-17,2 5 17,0 5 11,-2 4-793,-2 3 765,-4 1 17,-5 3-6,-5 3 1,-10 1 10,-7 2-22,-12 3-11,-9 1 11,14-22 1,-2 0-357,-2-1 0,0 0 361,-3 0 1,0 1 0,0-3 0,-2 0-671,-10 6 0,-1-2 687,12-9 1,0-1 5,-7 3 1,2-4 21,-4-7-59,7-3 59,7-11 7,7-2-7,7-8 6,5-3-5,6-3 0,5 0-6,5-1 11,6 2-1910,18-5 1888,-6 10-1,13 0-277,-10 11 266,2 2 1,0 2-17,2 4 5,1 1-11,1 3-50,3 2-90,2 1-207,2 0-630,-11-2 0,0-1-1610,18 4 2676,-14-2 0,-4-2 0,-7-1 0,-2-1 0</inkml:trace>
  <inkml:trace contextRef="#ctx0" brushRef="#br0" timeOffset="139580">18231 13463 27566,'2'14'12,"0"3"-108,3 6-172,0 2-360,-1 0-542,-1 1-1362,1 0-7299,-1-2 8521,-1-3 0,0-11 0,-2-4 1</inkml:trace>
  <inkml:trace contextRef="#ctx0" brushRef="#br0" timeOffset="139845">18876 12950 17795,'3'-45'485,"1"0"1,-1 4-1,0 8 2321,2 18-2627,-3 4 1337,0 6-1449,-1 2 882,0 2-910,-1 10-5,0 1-6,0 12 11,0 4-11,-2 5-374,-3 27 357,-1-9-6,2-14 1,-1 0-1003,-5 17 980,0 4-33,-2 2-107,-1 3-17,7-29 1,-1 0-183,1 1 1,1 0-312,0 1 1,1 0-477,1-1 0,0 0-2226,1-1 0,1 1 3369,2 2 0,1-2 0,-2 2 0,3-2 0</inkml:trace>
  <inkml:trace contextRef="#ctx0" brushRef="#br0" timeOffset="140043">19412 13485 22671,'0'-3'1972,"0"1"-73,0 2-1894,-17 71-677,12-40 537,-4 13 1,1 0-571,7-15-948,5 0-8178,2 10 7377,1-14 1,-3-8 0,-5-18 0</inkml:trace>
  <inkml:trace contextRef="#ctx0" brushRef="#br0" timeOffset="140753">20023 13160 16280,'-3'-5'4308,"1"1"-2600,2 4-1086,-12-64-668,10 34 256,-3-10 0,2 0 315,9 10-178,4 2-50,2 2-68,2 2-49,1 3 78,10-1-124,5 5-83,1 3-6,0 8 39,4 4-68,-7 7 412,9 2-411,-11 6-17,-2 3 0,1 5 6,-3 2-3398,-1 4 3386,-3 3 6,-4 0-349,-4 15 321,-7-11 28,-8 10-119,-7-14 119,-9-1 22,-4 0-33,-6 0 22,-2-3 23,-16 5-6,12-10 5,-8 0 107,14-12-22,11-5 3168,2-5-3163,11-5 0,4-4 500,2-3-349,14-17-207,-3 11 1,12-11 60,4 12-83,-5 7 165,8-1-188,-8 8 17,3 2-27,1 3 10,2 5-3403,3 4 3381,2 6 5,-4-1 1,0 2-875,18 10 872,-15-8 0,1 1-3,13 11 0,-3 1-6,-4 1-16,-6 1 27,-8 0 1,-7 0-454,-14 9 448,-12-13-112,-17 5 98,-3-21 0,-4-3-53,-22 6 621,15-8 0,-1-2-739,-20-2-112,-1-3-1715,2-3 1256,1-2-482,6-5 960,16-1 0,3 0 1,1 1-1,-9-6 1</inkml:trace>
  <inkml:trace contextRef="#ctx0" brushRef="#br0" timeOffset="141553">21232 12694 15239,'44'-40'201,"0"1"1,-5 2 0,-3 9 2332,-4 19-2350,-1 2-4,-1-1-18,0 2-28,0 1 6,-1 0-44,1 1-35,-1 2-1146,-2 2 1130,-1 0 1109,7 6-1126,-8-1-11,3 6 11,-13-1 17,-2 2 16,-2 2 23,-5 1 0,-1 2 18,-3 2 2036,-2 2-1919,-7 12-118,1-5-29,-6 10 52,-2 4-85,4-8 22,-7 27-38,9-23-6,-1 13 5,5-12-16,2 0 5,1 3-97,3 2 97,3 4 12,3 3-18,6 2 0,-1-14 1,2 1 1169,-3-9 1,1-1-1182,4 10 0,2-1-38,7 13-57,0-2-78,-5-4-40,-8-5-173,-10-4-101,-40-10 0,-8-3 1,20-2-1,-16-6 1,-1 0-1</inkml:trace>
  <inkml:trace contextRef="#ctx0" brushRef="#br0" timeOffset="145127">4455 15300 21948,'-7'-55'969,"1"0"0,1 4 0,0 12-610,2 25-56,1 5-135,1 4-34,0 4-39,1 21-44,0-4-12,0 19-5,-2-6 27,-1 21-27,-1-9-23,-2 16 11,0 4-881,2-29 1,-1 1 861,2-2 0,-1 1 0,-1 4 0,-1-2 13,-2 9-698,1-3 687,2-15 63,3-16 21,1-5 1701,1-2-1734,0-10 5,0-11-27,1-6-17,0-10-1,0 2-1171,0-6 1178,-1-6-1,1-5 6,1-5-11,1-3 22,1 0-5,3 2-12,2 3 6,2 7-22,3 6 16,0 7-51,11 0 46,-5 13-12,9 0 18,6 12-12,-6 4-481,13 1 470,-9 7 0,2 1 6,3 7-1,-1 4-11,-9 0 1,-1 2 0,15 12 4,-16-8 1,-1 2-17,7 14-33,-4 3-40,-4 2-44,-3 2-91,-4 1-211,-3 1-236,-2 2-1424,-3 2 629,-2-2-813,-3 0-3126,-2-6 5406,-2 1 0,0-22 0,0-3 0</inkml:trace>
  <inkml:trace contextRef="#ctx0" brushRef="#br0" timeOffset="145314">4690 15491 16773,'-2'-4'4425,"1"0"-1888,1 4-2402,5-59-1194,4 39 1090,-3-15 0,4 3-3,10 20-17,5 0-11,4 1-28,4 1-56,5 0-173,3 0-1177,5 1 174,2 0-1378,3 1-6229,-5 1 8867,-5 1 0,-21 3 0,-7 2 0</inkml:trace>
  <inkml:trace contextRef="#ctx0" brushRef="#br0" timeOffset="145554">5549 15110 16514,'-44'-3'528,"1"0"1,2 1-1,9 0 2191,16 2-2512,4 2 1044,5 0-1145,4 2 619,2 2-618,1 1 2168,2 1-2202,2 2-23,4 1-11,6 2 23,2 1-23,5 3-262,5 1 262,2 2-1542,3 2 1514,2 1-5,-2 2-167,-1 0 166,-3-1-10,-6 0-18,-4-1-38,-7-1-18,-5-2-89,-7 0-527,-11 8-10,-2-8-348,-9 6-645,3-11-2004,0-5 3049,-2-1 0,11-5 1,1-1-1</inkml:trace>
  <inkml:trace contextRef="#ctx0" brushRef="#br0" timeOffset="145735">5410 15187 17770,'0'-4'4616,"0"0"-1373,0 4-3232,-3-5 6,-1 15-12,-3 1-66,-5 33-124,2-8-314,-1 12-851,6-14-908,2 1-4161,2-1-2805,1-3 9224,2-4 0,-1-13 0,0-5 0</inkml:trace>
  <inkml:trace contextRef="#ctx0" brushRef="#br0" timeOffset="145978">6135 15081 21427,'0'-3'3423,"0"1"-1306,0 2-2078,-68 10-3873,41 1 3845,-14-1 0,2 2 6,19 10 1030,1 0-1030,4 1-23,3-1 616,6 0-649,6 7-11,8-6-73,8 3-135,8-9-145,7-3-219,5-2-1275,6-2 497,5-2-1026,4-3-4545,5-3 6971,-22-1 0,-1-1 0,2 0 0,0 0 0</inkml:trace>
  <inkml:trace contextRef="#ctx0" brushRef="#br0" timeOffset="146536">6682 15020 20966,'-38'-7'282,"-1"0"1,-22-6 1646,62 10-1901,4-2 884,6 1-879,6-1-21,5 1-7,7 1-1184,7 1 0,2 1 1140,12 0-6,-9 1 1,-1 2 798,2 2-1034,-4 3-151,-5 2-119,-5 3-32,-6 0-157,-7 1-6,-7 1 90,-7 1 172,-9 1 215,-7 0 184,-9-1 112,-7 1-427,-4-1 578,-2 1 84,-2-2 102,0 2 78,0-2 66,2 0 29,1 0-34,4-2-73,2-1-95,6-2-112,4-3 2887,7-1-3038,4-1 87,5-2-121,2 0 11,4-2-5,3 1 6,7-1-12,6-1-17,7-1-11,6-2-16,5-3 16,2-1-17,2-2 768,-1-1-773,-1-1 145,-3-1-128,-4-1 10,-4 0 7,-4-2-6,-4-1 16,-4-12-16,-7 3 5,-2-12 6,-8 7 6,-2-1-552,-4-5 585,-2 2 34,-2-2 50,0 3 11,0 3 40,2 3 11,1 5-6,1 3-2453,3 5 2431,0 2-22,3 4-40,0 2 388,1 4-472,0 1-27,1 2-7,0 8 6,5 1-11,3 12 0,4 0 12,14 20-7,-4-7 1565,9 15-1654,-15-22 0,-1 3-359,0 2 1,0 2-1503,-1 1 1,-1 0 1221,-2 0 1,-2-1-2757,-3 21 3479,-3 6 0,-3-28 0,0-2 0</inkml:trace>
  <inkml:trace contextRef="#ctx0" brushRef="#br0" timeOffset="146817">4334 16122 18956,'-55'8'955,"0"-1"1,7-1 0,9-1-362,18-3 567,11-4-988,14-2 250,9-4-255,14-4 28,12-2-3122,16-3 3010,-22 8 1,3-1 0,7-1 1,5-2 0,0 2-1020,11-3 0,3 0 958,-5 0 0,4 1 1,-3 0-510,-9 3 0,-1 0 0,0 1 509,4-2 0,0 2 0,2-1-329,1 0 1,2 0 0,0 0 328,3 0 0,0 0 0,1 0-7,-14 2 0,0 1 0,1 0 0,0 0-8,0-1 1,1 1 0,0 0 0,-1 0 2,1 0 1,0 1 0,1-1-1,-2 0 29,0 1 1,-1 0 0,0 0 0,3-1-34,-1 1 0,3 0 0,0-1 0,0 1 0,-4 0-42,14-1 0,-3 0 1,2 0-100,-8 1 0,2-1 0,0 1 0,-3 0 133,10-1 0,-3 1 0,-7 1 0,-11 0 0,-4 1 0,12-1 0,0 0 0</inkml:trace>
  <inkml:trace contextRef="#ctx0" brushRef="#br0" timeOffset="149582">9648 14743 17910,'-5'-3'3646,"0"0"-755,5 3-2751,-50-32-774,36 24 662,-38-24 16,48 33 231,-3 3-241,-4 1-12,-3 5-5,-5 2 5,-5 2 1,-4 2-2906,-4 1 2906,-3 1-333,-22 6 321,25-11 1,0-1-4,-1 0 0,1-1-374,-25 7 428,23-10 5,7-2 17,6-4 22,6-1 2678,5-4-2666,3 0 456,3-3-451,2 0 969,2 0-997,0 2-22,0 0 22,2 2-67,-1 0-5,2 2 10,-1 3 23,1 2 0,0 4 6,0 3 5,0 5 17,-1 3 17,-1 5 5,0 4-261,-1 4 216,0 4-992,-2 4 987,0 4-11,0-9 0,-1 0 0,-2 20-37,2-18 1,0-1 13,1 12-11,1-1-11,2-5 0,4-2-2989,4-5 2972,6-4-5,16 1-180,12-10-78,4-5-401,-12-16 0,0-4-1593,11-8 706,-15 2 0,0-3 1568,20-13 0,-24 10 0,-1 0 0</inkml:trace>
  <inkml:trace contextRef="#ctx0" brushRef="#br0" timeOffset="158761">10435 15113 16558,'-4'-63'1508,"0"0"1,1 17 0,0 5-1033,-6-11-50,4 35 858,0 5-970,2 2 240,0 5-324,1 2-25,1 2-165,0 5 533,1 5-512,0 6 1,0 5-6,-1 7-626,1 5 604,-1 5-12,0 4-22,-1 5 0,1 2 11,-2 2 8,-1-1 1,0 1-8,-2 12-7,1-14 1,-1-2 22,0-4-11,-1-6-1,1-6 1,0-7-11,1-5 78,1-6 22,1-6 6,2-2 11,0-6-50,1-3-28,0-5-11,0-7-6,2-6 0,1-3 11,4-6 50,5-20-72,-2 7-829,-1 4 0,-1-2 834,2-10 3,-4 17 1,0 0-395,2-14 381,0 0 4,-1 3 12,0 4 6,-2 4 16,-1 6 6,-2 6 17,-1 5 17,-1 6-17,0 4-6,-1 4-17,0 3-22,-1 3 2233,1 2-2261,0 3 498,-1 4-486,1 6-24,0 5 24,1 20-18,0-6-798,0 15 799,0-10-29,0 20-22,1-12-1447,2 14 1324,1-19-179,1 1-303,2-2-723,2-1-2150,1-1 3534,3 3 0,-6-19 0,0-1 0</inkml:trace>
  <inkml:trace contextRef="#ctx0" brushRef="#br0" timeOffset="158971">11025 15497 25472,'1'47'-1194,"-1"0"1,-1-2 0,-3-5 1193,-14-2 0,8-16 0,-1-1 0</inkml:trace>
  <inkml:trace contextRef="#ctx0" brushRef="#br0" timeOffset="162534">12018 15154 17132,'0'-4'1792,"0"0"1575,0 4-3093,2-43-190,-1 32 95,1-32-56,-2 43 124,0 0-169,-3 2-22,-1 0-17,-4 2-5,-1 1-6,-5 0 6,0 2 5,-4-1 22,-1 0 91,-9 1 21,2-3-78,-1-1 17,8-3-5,9-2-6,0-2 44,2-9-55,2-5-51,1-10-17,7 3-16,3 0 0,5 8-6,11-6 0,-2 7 0,9-3 0,-4 9 0,2 2 0,3 2-3392,2 1 3392,1 3-12,0 1-1285,0 2 1280,-2 2 6,-2 2 0,-4 4-6,-3 1-28,-4 11 34,-7-5-6,-3 9-39,-16 5-5,-3-4 10,-11 9 2731,-1-6-2764,2-7 0,-1 1 1316,-16 13-1294,4-4 1,-3 2-1138,5-7 0,0 0 1193,1-1 0,-2 1 42,-21 6 1,1-3-317,6-7 294,7-6 0,3-3 37,14-11-12,4-3 6,2-3-40,3-1 51,3-3 12,2-5-35,4 3 394,3-2-427,6 2 2379,2 3-2385,6 1 415,13 3-409,10 3-33,19 7-12,-4 0-1565,5 5 1549,-12-4-29,2 2-72,2 0-446,-4 0 0,3 2-557,-8-2 0,1-1 590,19 7 1,-2-2 0,-6-1 0,-9-4-1</inkml:trace>
  <inkml:trace contextRef="#ctx0" brushRef="#br0" timeOffset="162714">12727 15266 20361,'-13'49'-394,"1"0"0,-3 6 0,3-4-3244,5-19 0,1-1 3638,-1 4 0,0-1 0,-1 10 0,5-21 0</inkml:trace>
  <inkml:trace contextRef="#ctx0" brushRef="#br0" timeOffset="165296">13840 15019 12847,'-2'-4'3159,"0"1"1131,2 3-3657,2-62-3009,2 38 2566,-3-12 1,3 1 1176,7 14-1222,-2 8-44,4-4-23,-3 8-22,2 2 451,1 1-468,1 1-17,1 1 1,2 2-12,-1 1-6,3 0-10,0 3-6,0 3-6,2 4 0,-2 3 1490,7 11-1529,-9-3-12,1 9-10,-11-7 5,-3 2-5,-4 1 11,-5 1 27,-6 1 18,-16 13 11,2-10 5,1-5 1,-2-1-769,-7 2 813,-11 7 6,14-14 17,2-2 22,2-4 22,4-3 23,3-3 5,3-4 157,1-4-16,7-9-34,2-7-118,7-1-6,4-1-10,3 7-12,3 0 28,10 0-78,-3 2 0,10 0-2630,-4 5 2607,3 1-10,3 1-1,2 1 0,3 1-5,1 1-12,1 1 0,1 2 1,-1 3-23,-1 2-6,-3 1-16,-3 3 11,-7 2 3403,-4 2-3437,-8 10 17,-9-5 5,-9 9-10,-9-7-23,-7 0-509,-21 12 475,6-9-10,-16 6-85,25-17 0,1-2-241,-16 7-1293,-13 3 504,21-11-1440,4-4 1950,1-2 0,16-3 1,2-2-1</inkml:trace>
  <inkml:trace contextRef="#ctx0" brushRef="#br0" timeOffset="165489">14643 15181 15070,'0'6'4610,"0"-2"-2700,0-4-1321,3 60-164,-2-33-266,1 10 1,0 1 64,-2-11-89,0 1-68,-4 2-1132,-1 1 942,-6 1-404,-5 2-4604,-3 2 5131,-7 3 0,11-17 0,1-2 0</inkml:trace>
  <inkml:trace contextRef="#ctx0" brushRef="#br0" timeOffset="169940">15918 14944 18094,'-22'-38'315,"-1"0"1,2 2 0,1 12 1585,-3 27-1554,-17 10-201,7 2-629,-12 10 601,11 0-34,0 5-28,0 5-17,2 4-25,11-9 0,1 3 3,-9 17-15,12-16 1,1 1 446,-1 13-455,10-15 1,1 1-6,-1 17 160,5 11-165,10-23-1,6-3 6,9-3 11,3-5-6,6-4 12,3-6-1,3-4 12,2-6 0,1-4 39,14-6 145,2-19-94,-10 3 467,-9-14-450,-26 10-18,-5 0 12,-3 0-6,-3 1 118,-4 0-112,-3 3-17,-5-1-6,-3 3 853,-3 0-825,-13-2-50,-8 5-34,-2 2-16,-2 7-197,10 8 191,-1 3-6,-15 14-11,12-3-325,-9 10 292,19-7-18,4 1-206,3 10-63,9-7-330,2 9-627,10-12-1978,5 0-6038,2-4 8538,3-2 0,-6-9 0,-2-3 0</inkml:trace>
  <inkml:trace contextRef="#ctx0" brushRef="#br0" timeOffset="170122">16432 15305 24287,'-3'49'-227,"0"-1"1,-1-2 0,-3-5-826,-9 2 90,-2-5 0,0-1 1,3-4-1,-11 16 1</inkml:trace>
  <inkml:trace contextRef="#ctx0" brushRef="#br0" timeOffset="172149">17393 15189 15564,'10'-50'1911,"1"1"1,-1 3 0,-4 11-1291,-6 21-94,-3 3-101,-2 4-112,-3 1 83,-8 4-246,1 3 118,-16 9-67,-1 11-118,-1 3-17,-1 7-17,12-5-3374,-6 22 3335,6-9 11,-2 16-124,9-15 108,3 19-17,7-2-345,5 1 384,9-11-39,5-18 0,6-3-24,18 3 35,-5-8 3160,16-1-3154,-8-10-404,2-5 409,-12-3 1,2-1 21,28-7-10,-2-1 5,-15-8 504,-15-8-499,-12 3-4,-1-8 33,-12-3-17,-11-5-34,-3 0-918,-10 1 907,-1 11-32,-3-1 44,-15-10-7,6 8-821,-12-8 816,10 11 11,1-1 40,-18-10-7,14 8-21,-8-7 27,22 12 1,5 1 33,3-10-56,9 8 11,1-8 1428,14 1-1451,1 9-16,9-6 12,2 13 4,2 2 2,3 2-7,2 3 28,2 4-33,1 1 977,14 9-1006,3 8 23,-1 3-730,-5 10 718,-14-3 35,-2 5-46,-3 4 1,-4 5-23,-5 4-45,-4 4-44,-5 2-129,-3 3-605,-4-15 0,-3 2 868,-2 6 0,0-1 0,-4 16 0,-2-7 0</inkml:trace>
  <inkml:trace contextRef="#ctx0" brushRef="#br0" timeOffset="172373">18318 15284 20444,'-11'44'-275,"-1"-1"1,3-2 0,0-5-94,3-5-1363,-1 2-3408,-1 3 5139,-2 5 0,5-19 0,-1-1 0</inkml:trace>
  <inkml:trace contextRef="#ctx0" brushRef="#br0" timeOffset="173026">19375 15059 16797,'9'-53'898,"-1"1"0,0 3 1,-2 8-250,-8 10-94,-2 3-84,-4 1 794,-3 3-946,-3 4-340,-2 2 223,-2 4 252,-4 4-180,-14 7-151,5 7-648,-11 7 648,9 5-27,-1 5-12,-2 2-6,1 3-616,-1 1 594,3 3 358,1 2-391,2 1-6,4 2-1021,1 0 1021,5 1-29,3-3-11,7-2 958,4-2-957,3-4 5,9-1 635,3-5-623,8-2 10,4-3 23,5-5 46,18-2 4,5-7-16,1-5-299,-7-5 338,-16-4 34,-5-2-503,9-22 519,-13 13 6,5-16-11,-14 20 5,-2 1-48,-1 3 37,0 2-17,-2 4-17,0 2 1361,-2 4-1411,0 1 958,-2 3-981,1 1 39,0 5-44,1 2 0,0 8 6,0 1-12,-1 6-50,0 3 34,-1 4-358,0 3 335,0 4-2117,-1 2 2123,0 4-17,-3 2-56,-1 5-90,-2 3-658,0 5-202,0-16 1,1 2-597,1-11 1,0 0-3287,-2 8 1,1-3 4753,-1 4 1,3-20-1,2-10 1</inkml:trace>
  <inkml:trace contextRef="#ctx0" brushRef="#br0" timeOffset="173926">20237 14837 23758,'16'-34'115,"0"1"1,-2 2 0,3 5-21,10 12-16,1 0-12,2 2 6,0 0-6,-1 2 11,-2 1 73,6 2-100,-11 3 5,4 1-23,-14 2 7,-2 1-7,-3 1 6,-1 2 6,-1 3 6,-2 2 66,2 7 40,-2 5-67,-1 1 95,0 12-90,-2-11 0,0 9-5,-1-6-3409,-1 3 3380,-1 3-2290,-1 4 2268,0 5-450,1-8 0,2 2 422,-1 22-143,1-17 0,0-1 132,4 22 6,2 2-12,-1-30 1,1 0 5,1-1 0,1 1-6,4 13 0,2 0 0,-4-12 1,1 0-12,3 9 1,-1 0-32,-2-7 0,-4 0-61,-4-1 0,-4 0-96,-7 7 0,-5-3 54,-2-9 0,-3-3-45,-7-2 0,-4-4-751,-9-2 1,-4-3-3970,-3-2 1,-1-2 4351,2 1 1,3-3 0,-19 1 0,44-8 0</inkml:trace>
  <inkml:trace contextRef="#ctx0" brushRef="#br0" timeOffset="176241">10396 16867 8685,'-57'-3'600,"0"1"1,0-1 0,-8 0 0,4 0-333,2 1 1,5 0-14,20 1 0,4-1 199,-26 1-85,4 0 1289,7 0-1333,4 1-50,9 0 1005,5 0-1090,10 0 567,8 0-584,6 0 1526,12 0-1464,8 0 247,38 0-277,-16 1 0,7-1 1,-2 1-1102,13-1 1,1 0 953,-3 1 0,3 0 0,-3-1 17,3 0 1,-1 0 2,5 0 1,2 0-762,-18 0 1,-1 0 0,2 0 732,2 0 1,1-1 0,0 0-5,2 1 1,1-1 0,1-1 5,2 1 0,0-2 1,1 1-615,3-1 1,0 0 0,1 0 601,-14 1 1,1-1 0,0 0-1,1 0-298,1 0 0,1-1 0,0 0 0,0 0 308,3 0 0,-1 0 1,1 0-1,0 0-70,1-1 1,0 1 0,1-1-1,4-1 83,-6 2 1,5-2-1,1 1 1,1-1-1,-1 0 1,-3 1-63,0 0 1,-2 0 0,0 0 0,0-1 0,3 1 23,3-1 0,3 0 1,1 0-1,0 0 0,-1 0 1,-4 1 0,-1-1 1,-3 1 0,-2 0 0,1 0 0,0 1-7,3-2 0,-1 1 0,1 0 1,1 0-1,-1 0-3,1 0 1,1 1 0,0-1 0,0 0 0,0 1-3,0-1 1,0 1 0,1-1 0,1 1 0,4-1-2,-13 1 0,3 0 0,2 1 0,2-1 0,-1 0 0,0 0 0,-1 1 0,-3-1-7,6 0 1,-2 1-1,-1-1 1,0 1-1,1-1 1,2 0-4,-5 1 1,2-1 0,2 1 0,0-1 0,0 1 0,-1-1 0,-1 1 0,-4 0 0,3 0 1,-2 0-1,-2 0 1,-1 0 0,0 1-1,1-1-1,0 0 1,0 1 0,0-1 0,0 1 0,0-1-1,0 0 4,10 0 0,0 0 0,0 0 0,0 0 0,0 0-2,-1 0 1,0 0 0,0 0-1,0 0 1,-1 0 0,0 0 1,0 0 0,0 0 0,-1 0 0,0 0 1,0 0 0,-1 1 0,0-1 0,0 0 0,0 1 1,-2-1 0,0 1 0,0-1 0,0 1 1,0-1-5,-3 1 1,0 0 0,-1 0-1,2 0 1,2 0 3,1 0 0,3 0 1,2 1-1,-1-1 0,-1 0 1,-4 1-15,-2 0 1,-3-1 0,-1 1-1,0 1 1,3-1 5,-2 0 1,3-1 0,1 1 0,-1 1 0,-2-1 0,-3 0 76,1 1 0,-4 0 0,-1-1 0,3 1-114,10 0 0,2 0 0,0 0 0,-4 0 56,0 0 1,-4 0 0,1 0-139,-6 1 1,3-1 0,-3 0 0,-4 1-461,10 0 1,-6 0-1805,-5 0 0,-2 0 2381,-3 1 0,-3-1 0,2 1 0,-8-1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4:44:01.8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6698 2381 19124,'0'-3'2407,"0"1"3557,0 2-5055,-8-41-1412,5 31 228,-6-31 132,8 41 1090,-1 0-485,-2 0 408,-2 1 269,-12 4-106,-27 13-200,3-3-833,12-3 0,-3 1 0,-3-2 0,2-1 0,-23 6 0,18-5 0,1-1 0,-15 1 0,19-5 0,0 0 0,-13 0 0,-8-1 0,17-5 0,13-3 0,-2-1-26,12-3-862,6 2-206,1-3-168,5 4-448,1 2 591,1 1-415,0 0 3832,0 5-3029,1 3 1235,-1 7-373,-1 6 247,-2 4 367,-6 26-341,3-18 1,0 1-693,-1 1 1,1 0 542,-1 2 0,1-1 168,-4 18 117,1 1-20,1-1-48,3-2-148,3-3-385,5-17 1,4 1-161,4-1 0,3 0-216,1 0 0,2-2-746,3-3 1,3-4 94,16 7 136,6-5-8,-9-11 1,4-2 928,10-2 1,0-2-1,-15 0 1,-2-1-1,0-4 1,0 0 0</inkml:trace>
  <inkml:trace contextRef="#ctx0" brushRef="#br0" timeOffset="1168">21139 2179 32767,'19'-21'0,"1"4"0,-3 17 0,4 0-930,4 0 1157,2 2-109,5-1 467,1 1-585,2-1 0,0 0 0,0 0 0,11-1 0,-13 1 0,9-1 0,-18 0 0,-4 0 0,-3 0 0,-6 0 0,-4 0 0,-4 0 0,-2 0 0,-6 0 0,2 0 0,-5 1 0,2 1 0,-6 8 0,2-1 0,-2 6 0,4-1 0,0 12 0,2-4 0,1 21 0,3-15-522,4 12-928,4-8 13,5 1-425,4 3 898,3 0 348,4 1 152,0 2 191,6 17-19,-11-13 87,0 13 34,-13-21 346,-17 12 432,-2-14 159,-16 6 248,-2-17 478,-5-2 209,-9-3 173,-5-2-1577,-7-1-132,28-8 0,-2 0-5081,-13 0 1,2 0 3795,-16 2 1,2-2-1,42-5 1</inkml:trace>
  <inkml:trace contextRef="#ctx0" brushRef="#br0" timeOffset="3757">6291 3318 19944,'-43'-2'548,"1"-1"1,3 1 0,11-1-230,23 1-72,2 1-73,1 0 11,1 0-157,6-1-6,0 1-11,5 1-16,1-1 10,3 1 1,2-2 5,1 1 11,2 0-16,1 0 0,0 1 10,8-1-16,-7 0-5,3 0 5,-9 0-17,-2 0 23,-3 1 5,-2 0 62,-1 0 11,-3 0 11,-1 0 78,-3 0-150,-9 0-18,0 0 7,-9-1-7,2 1 12,-2 0 17,-3 0-23,-2 1 6,0 1-6,2 0 11,0 1-5,3 0 5,2 0 6,2 0-5,3-1-1,3 0 23,1-1-51,3 0 6,1-1-22,3 1 28,6-1-6,2 0 0,8 0-62,3 0-95,5 0-179,6-1-325,6-1-7388,25-2 8049,-6 1 0,-8 1 0,-20 1 0</inkml:trace>
  <inkml:trace contextRef="#ctx0" brushRef="#br0" timeOffset="5054">8061 2433 18560,'-6'-42'1124,"0"0"1,1 3-1,-1 9-630,-2 17-356,-3 3 103,-2 3 146,-11 2-100,2 7 303,-10 4 96,5 7-1537,-4 7 1718,-4 6 79,-2 8-1121,-2 5 848,-1 6-434,20-20 0,1 1-216,0 2 0,1 0-1319,2 3 0,0 0 1146,2 1 1,1 1-25,2 0 1,0 0-96,3 0 0,0-1 90,2 0 1,1 0 24,0 26-216,6-4-1,8-5-53,8-5-45,10-5-7,8-5 183,7-6 384,5-4-69,-7-14 0,0-3 1504,23 3-1377,-21-8 1,-1-2 323,13-7-244,-5-6 567,-6-5 69,2-13-143,-16 6 154,0-10 1058,-17 0-1487,-8 7-237,-8-8 190,-6 12-894,-19-5 43,2 10 188,-30-4 269,19 16-329,-16 2 540,15 9 1040,-1 3-326,1 7 523,1 4-696,0 5-45,3 4-713,3 1 0,4 3 0,4 1 0,7 1 0,5 0 0,6 1-691,7-2-1033,8-1-424,8-2-2634,26 8 27,-6-12-5076,14 3 9183,-18-14 0,-15-8 1,-8-2-1</inkml:trace>
  <inkml:trace contextRef="#ctx0" brushRef="#br0" timeOffset="5237">8700 2928 28648,'-27'23'189,"0"-1"1,-18 20-556,37-12-1247,0 1-1081,2 2-7137,2-2 9245,1-5 0,2-12 1,0-6-1</inkml:trace>
  <inkml:trace contextRef="#ctx0" brushRef="#br0" timeOffset="5850">9789 2904 13097,'5'-8'5432,"0"2"-3927,-5 6-361,36-75-4142,-23 38 3365,8-12 1,-2-1 288,-12 8 370,-2-1-543,-3 1-142,-1 3-88,-1 2-42,-3 3-69,-2 4 579,-5 3-731,-3 5-32,-3 3 28,-2 5 42,-3 4 66,-3 4 260,0 3 90,-4 6 135,0 3 135,-1 7 138,0 5 24,0 5 1161,4 3-1461,1 5-338,3 2-158,4 4-162,3 1-142,2 2-152,6 1-134,2 0 33,3-2 27,5-1-12,4-4 7,5-6 242,5-5-231,2-7 191,4-6 246,2-4 160,1-6 149,1-5 203,0-6 188,-2-6 195,-1-5-85,-3-4-217,-1-3-96,-3-2-275,-2-1-133,-1 1-69,4-13-507,-5 12 235,3-7 817,-5 16-614,-1 4 84,0 3 71,-2 4 35,-2 3 398,-1 3-505,-2 4 90,-2 0 31,0 7-318,-1 1-337,1 8 45,0 17-55,-1-1 13,0 13 175,-5-5-840,-1 4 738,-5 5 664,-2 4-96,-2 5-167,-2 2-715,8-27 0,0 1 539,0-1 0,0 0-145,0 0 0,1-1-712,-4 30-486,4-6-1920,4-4-5370,3-9 8472,2-10 1,-1-15 0,1-8 0</inkml:trace>
  <inkml:trace contextRef="#ctx0" brushRef="#br0" timeOffset="6050">10490 2940 22215,'0'-4'2683,"0"1"-401,0 3-1966,-43 12-5610,30 2 5492,-33 13 1134,40 1-1683,0 3-226,2 2-120,2 3-884,0 2-1823,2 2-5515,0-3 8834,0-3 1,0-17-1,0-6 1</inkml:trace>
  <inkml:trace contextRef="#ctx0" brushRef="#br0" timeOffset="6446">11377 2597 23379,'25'-50'282,"-1"-1"1,-1 5 0,-5 6 1072,-9 10-1250,1 2 59,0 1-124,-2 5 56,-1 4 448,-2 5-544,-1 4 391,-2 4-260,-2 2 825,0 3-430,-2 12-233,-2 2 85,-2 14-42,-4 0 46,0 7-222,-2 4-1543,0 5 1351,0 3-335,0 4 243,-1 3-167,2 4-87,1 1-218,3 0-175,3 1-237,5-6-314,6-5-3412,13 9-5097,-4-22 9346,6 4 0,-14-28 1,-3-6-1</inkml:trace>
  <inkml:trace contextRef="#ctx0" brushRef="#br0" timeOffset="6814">12064 2527 25490,'-4'-43'87,"-1"1"1,2 2 0,-3 12 279,-5 22-680,0 4 569,1 2-291,-1 4 278,0 4-192,0 6-578,-1 5 582,1 5 239,0 4-551,0 4 655,2 2-87,3 2-128,3 0-53,2 2 16,4-1-81,4-1-241,4-3-110,5-2-239,2-7-334,3-3 612,1-5 145,1-4 117,-1-4 187,-1-4 126,-2-4 233,0-6 241,-2-3 6,7-16-303,-7 2-142,4-13-133,-9 4-176,-1-3-118,-3-5 158,-1-1-510,-3-3-106,0-2 178,-2 1 72,-1 1 120,-2-12 598,-14 0-713,3 11 45,-12 10-22,6 27 344,-2 4 135,-3 5 468,-3 6 156,-2 4-3006,-2 7 3137,0 5-224,3 5 198,4 3-3742,5 23 2221,9-6 1,4-6 0,5-18 0</inkml:trace>
  <inkml:trace contextRef="#ctx0" brushRef="#br0" timeOffset="7021">12932 2728 19811,'-9'34'204,"0"0"1,1 8-1,3-2 1058,7 8-2481,-2-16 1,-1 1 1209,-5 26 1,3-28 0,-2 1 0</inkml:trace>
  <inkml:trace contextRef="#ctx0" brushRef="#br0" timeOffset="7431">13911 2767 19175,'27'-56'668,"1"0"0,-3 4 0,-3 6-164,-6 2-84,-1 3 208,1-5-415,-4 16-28,0-2-73,-6 20 1312,-2 4-1390,-2 4 503,-1 3-532,-3 9 272,-3 3-271,-3 12 5,-2 4-11,-2 6-17,0 7-53,2-8 0,1 2-880,-4 22 731,5-18 1,0 0-493,2 20-398,2 1-1368,2 3-3219,5 1 5155,1-26 1,-1-2 0,2 3 0,1-2 0</inkml:trace>
  <inkml:trace contextRef="#ctx0" brushRef="#br0" timeOffset="7666">14636 3064 26222,'3'-3'-891,"-1"-4"-201,-19 63-1647,3-21 2150,-1 6 1,7-20 0,0 0-1</inkml:trace>
  <inkml:trace contextRef="#ctx0" brushRef="#br0" timeOffset="8279">15622 2714 18924,'-3'0'2173,"1"0"729,2 0-2611,-20-69-748,14 39 631,-5-18 0,2-2-74,12 17-27,3-12-11,4 13-23,3-1 23,4 2-6,2 1 224,2 2-224,3 4 1,12-5-722,-6 10 677,8-2-1,-9 11-50,2 3 67,17 4-17,-10 4-22,13 6-225,-17 5 214,0 5 22,-3 5-12,-3 3-16,-4 4 6,-4 1-51,-4 19 39,-8-11-5,-8 15 0,-10-15 5,-8-1 12,-6-1-6,-5-2 28,-19 6 11,11-11 11,-12 2 6,18-14 11,2-5-233,-7-4 256,12-5 751,-4-6-735,14-4 40,4-5-45,3-3 11,4-2 62,5-11-74,4 6-21,6-8-6,2 10-40,3 1 18,3 3 619,12-2-614,10 4-17,1 3-450,2 5 450,-9 8-6,2 2-5,3 5 6,1 4-12,2 2-5,-1 3 6,-3 2-7,-5 4-32,-6 1-3133,-9 2 3116,-7 3-7,-7 3-1486,-9 0 1419,-6 3-61,-8-2-56,-7 0 5,-5-2-181,-6-2 210,-4-2-112,-4 0-182,-1-4-300,0-3-460,2-4-1086,2-5 2358,0-3 0,18-5 0,4-2 0</inkml:trace>
  <inkml:trace contextRef="#ctx0" brushRef="#br0" timeOffset="8481">16892 2696 16790,'0'3'3406,"0"0"-1446,0-3-1870,-29 66-5711,17-39 5615,-6 12 0,-1 1-122,7-15 56,-9 13-2925,4-7 2700,-8 14 1,15-27 0,0 0 0</inkml:trace>
  <inkml:trace contextRef="#ctx0" brushRef="#br0" timeOffset="9904">18037 2255 20807,'-29'-41'482,"1"9"-261,7 38 647,-2 1-4470,-1 1 3995,-3 0-113,1 1 1416,-2-1-1118,-9 1-126,9-2 920,-6-1-1075,7-4-151,11-2-53,-3 0-41,12 0-59,3-2 362,0 0-513,2-1 3177,1 2-3397,1 0 223,0 7 11,0 0-3380,1 7 3365,1 0 72,0 4 91,2 10 125,-3-3-49,1 7-191,-2-9 19,-2 1 31,0-1 51,-2 1-41,-3 9 50,-1 1 3140,-2-1-3085,0-4 16,1-10 13,-1-2-14,1 0 17,-1-4 69,1-1 16,1-3 62,2-2 213,1-3 318,3-3-356,0-4-484,3-4 162,6-16-121,2 3 11,9-11 3,1 6 4,4-2-176,4 2-3399,2 2 3845,1 3-559,25-2 479,-22 12-26,16-1-59,-27 14-62,8 9-85,-7 1-42,7 10-54,-10 0-50,-1 2-60,-4 2 2453,-5 2-2494,-4 1 91,-5 3 68,-7-1 48,-6 1 20,-7 1-2764,-17 11 2696,6-13-46,-13 9-344,13-17 25,-2-4-344,3-1-634,1-6-1718,1-1-5392,5-5 8739,4-2 1,9-3 0,4 0 0</inkml:trace>
  <inkml:trace contextRef="#ctx0" brushRef="#br0" timeOffset="10131">17919 2231 18887,'6'-4'2779,"-1"1"-1107,-5 3-1144,0 0-17,64-36-384,-35 23 104,11-9 0,1 2 179,-12 9-2754,2 1 2426,1 1-67,0 0 594,0 2-236,-3 0-113,-1 0-26,-5 1 7,-2 1-27,-4 1 528,-5 1-432,-2 1-683,-3 1-184,-4 1 2921,-1 1-2462,-5 7 0,2-4 1,-2 4-1</inkml:trace>
  <inkml:trace contextRef="#ctx0" brushRef="#br0" timeOffset="10400">18804 2852 26932,'-6'0'1336,"1"-1"-978,5 1 29,21-64-4194,-12 42 3816,2-14 0,2 3 1094,-6 24-1038,-2 4 572,1 6-630,-1 7-297,-1 6-48,1 9 146,-2 5-19,-1 6-103,-4 5-595,-5 4-44,-8 5-540,-6 3-2161,-8 4-5649,1-3 9333,1-7 1,12-20 0,7-11 0</inkml:trace>
  <inkml:trace contextRef="#ctx0" brushRef="#br0" timeOffset="10990">19815 2285 16711,'18'-46'1041,"0"-1"1,-2 5 0,-3 6-280,-8 12 670,-2 5-950,-2 4 621,-1 5-851,0 2 274,-1 5-431,-2 2 805,0 6-878,-3 4 382,-1 7-222,-2 7 5,-2 5-543,-3 5 540,-1 3-9,-1 4-11,0 3-10,1 1 11,0 1-175,3-1-1,1 0 2,4-2-19,2 9-16,5-16-326,4 2 298,3-19-27,3-6 57,1-4 135,11-4-34,-3-7 46,11-4 15,-4-6 62,3-3-485,1-2 575,1-1-24,1 0-42,-1 0-592,10-6 487,-11 9-49,5-2 252,-17 11-257,-3 4-18,-4 1-11,-3 4 953,-3 4-1089,-1 5-25,-3 5 21,0 6-15,-2 6-10,-3 6-1590,-2 7 1602,-5 5 11,-2 5-63,3-9 0,0 2-115,1-10 1,1 2-360,-2 13 1,0 0-1309,4-11 1,0 0 1968,-1 9 0,1-3 0,-1 4 0,0 0 1</inkml:trace>
  <inkml:trace contextRef="#ctx0" brushRef="#br0" timeOffset="22420">6344 3954 20296,'-43'-1'262,"1"-1"0,3 1 1,10 0-172,24 1 29,3 0 412,1 0-417,0 1 292,0 0-685,0 2 233,1 1-321,0 1 21,0-1 35,0 0 95,1-1-215,3 1 263,8 3 537,1-3 3,11 1 322,1-3-3277,7-1 3392,8-1 12,7-1-1115,9-3 825,-24 2 1,2-1-704,3-1 0,2 0 409,2 0 1,4-1-436,3 0 1,4 0 0,-1 0 389,-10 0 1,0 1-1,4 0 22,10-2 1,6 0 0,3 0 0,-2 0-8,-4 0 0,0 1 0,0-1 0,0 1-29,1-1 1,1 0 0,-1 1 0,1-1-119,1 0 0,0 0 0,0 0 0,-4 1 157,4-1 0,-3 0 0,1 1-78,2-1 1,0 0 0,1-1-63,-15 3 0,1-1 0,0 0 1,0 1 2,0-1 1,-1 1 0,2-1 0,3 0-43,4 0 0,4-1 0,2 0 0,-1 1 1,-2-1-14,0 1 0,-2-1 1,0 1-1,3 0-6,0-1 0,4 0 1,1 1-1,-2-1 1,-3 1-33,-1-1 0,-3 1 0,-1 0 0,0 1-1,1-1 0,-2 0 0,3 0 0,9-1 48,-18 2 1,6-1 0,4 0 0,4 0-1,1-1 1,1 1 0,-1 0 0,-2-1 0,-3 1-1,-5 1 12,8-1 0,-5 0 1,-3 1-1,0-1 0,4 0 1,4 0-20,-6 1 1,5-1 0,3-1 0,2 1 0,1 0 0,0-1 0,-1 1 0,-4 0 0,-3 0 0,-5 1 0,10-1 0,-6 1 0,-4 1 0,0-1 1,2 0-6,3 0 0,0 1 0,0-1 1,0 0-1,0 1 0,1-1 1,0 0 0,1 1 0,-1-1 0,1 1 23,0-1 0,0 1 1,1 0-1,0 0 1,-1 0-2,2 0 0,-1-1 1,1 1-1,0 0 1,0 0-80,1 1 1,-1-1 0,1 0-1,0 0 1,0 1-16,-10-1 1,0 1-1,0 0 1,0 0 0,0 0-1,1-1 3,-1 1 0,1 0 1,0 0-1,0 0 0,0 0 1,1 0 21,-1 0 1,0 0 0,1 0 0,-1 0 0,1 0 0,0 0-3,-1 0 1,1 0-1,1 0 1,-1 0-1,0 0 1,0 1-1,0-1 1,0 0-1,0 0 1,0 1-1,1-1 1,-1 0-19,0 1 1,0-1-1,0 1 1,1-1-1,-1 1 1,0-1 0,0 1 0,0-1 0,0 1 0,0-1 1,0 1-1,0 0 4,0-1 0,0 1 1,0 0-1,-1 0 1,1-1-1,0 1 20,-1 0 0,1 0 0,-1 0 0,1 0 0,-1 0 0,1 0-18,-1 0 0,0-1 0,0 1 0,-1 0 1,1 0-1,0 0-1,0 0 0,-1 0 1,1 0-1,-1 0 0,0 1 1,1-1-8,8 0 0,-2-1 0,1 1 0,3 0 0,6 0 21,-19 0 0,5 0 1,2 0-1,3 0 1,0 0-1,1 0 1,0 0-1,-3 0 1,-2 0-1,-3 0-8,12 0 1,-4 0 0,-3 0 0,0 0 0,2 0 0,5 0-4,-7 0 0,4 0 1,2 0-1,2 0 0,1 0 1,-2 0-1,-2 0 0,-3 0 1,-6 0-27,9 0 0,-7 0 0,-2 0 0,1 0 0,4 0 23,-5 0 1,3 0-1,2 0 1,1 0-1,-1 0 1,-2 0-1,-2 0-18,8 0 1,-3 0 0,-1 0 0,0 0 0,4 0 17,-10 0 0,2 0 0,0 0 1,2 0-1,-1 0 0,0 0 0,0 0-7,6 0 1,1 0 0,-1 0 0,0 0 0,-2 0 0,-2 1-12,-1-2 1,-3 1-1,-1 0 1,1 0-1,3 0 10,-2 1 0,3-1 0,1 0 0,0 0 0,-1 0 0,0 0-1,-5 0 0,1 0 0,0 0 0,-2 1 0,-1-1 0,-2 0-26,11 0 0,-4 0 1,0 0-1,2 1-4,-2-1 1,2 0 0,1 1 0,-2-1-1,-5 0-16,9 1 0,-5-1 0,0 0 6,-3 1 1,-1 0-1,-1-1 5,-4 1 0,0-1 1,-2 0-3,17 0 1,-1 0 53,-15 0-1,0-1 1,-3 0-49,1-1 1,-2 1 331,5-2 1,-5 0-344,-8-3 1796,-14 0-1666,-12-1 1834,-8 0-3969,-9 1 2167,-8 0 0,6 3 0,-1 1 0</inkml:trace>
  <inkml:trace contextRef="#ctx0" brushRef="#br0" timeOffset="64616">7863 4322 27592,'-11'-40'-119,"0"0"0,-4 1 0,-2 13-317,4 26 1148,-7 4-45,11 7-111,3 5-468,1 4-92,3 6-227,1 4 446,2 6 77,0 3-437,1-6 1,1 0-3261,0 21 3172,-1-18 0,1 0-69,-2 15 62,0 1 151,-2-15 0,-2 0 47,-4 18-467,0-19 1,-1-2 651,-9 7 121,-5-4-1869,-3-8 2070,-5-5-243,-2-8 1712,-3-5-1760,0-6-46,-14-15-203,0-13-225,4-7-741,8-8 484,19 8 153,3-2 42,5 2 106,3-1 82,3 4 1142,3-7-897,3 11 77,-1-2 3007,4 13-2806,-3 5-68,0 2 14,0 3 1352,0 4-1672,-1 4-39,2 5-36,-1 7-70,0 3-89,0 4-25,-2 3-72,2 0-26,-2 1 298,3-1-1473,1 0 1457,2-2 67,4-3-13,1-2 68,14 4-5,-3-9-362,11 2 367,-7-12 6,5-3 12,2-4-12,4-4-6,2-5 12,2-5-18,0-1 18,1-4-1,-4 0-5,-2-2 0,-5 1 6,-4 1-6,-6-1 0,-4 3 1383,-6 1-1411,-3 3-22,-4 3-62,-2 2 322,-1 4-630,-1 2-1647,-5 5-7792,-2 11 9227,-1-2 1,1 2 0,6-8 0</inkml:trace>
  <inkml:trace contextRef="#ctx0" brushRef="#br0" timeOffset="65108">7440 5700 19412,'0'-7'1988,"0"1"-1037,0 6 135,0 0-4736,-26-62 3997,13 42-210,-3-16 1,0 5 939,4 23-931,1 2 27,2 2-145,1 2-28,2 1 0,-3 6 3392,1 1-3398,-9 16 6,4-2-5,-4 11 5,4-3-420,-1 2 431,1 2 1,0 2 16,1 1 5,1 0-33,4-1 0,3-3-11,2-1-11,5-4 16,3 0 6,5-4 0,3 0-6,2-3 6,1-1 6,0-3-6,-1-2 6,-2-1-1,-4-3 1,-2 1 11,-5-3 5,-2 0 12,-12 3 408,-2-2-408,-12 1-29,-3-1-546,-4-2 541,-4 0-22,-2 0-127,-1 0 143,2-3 6,1 0-3186,4-2 3186,1 0-210,-6-5 182,11 1-204,-10-5-350,25 4-469,-2-1-1531,16 2-6492,1 1 9074,3-1 0,-3 3 0,-1-2 0</inkml:trace>
  <inkml:trace contextRef="#ctx0" brushRef="#br0" timeOffset="65725">7753 5839 20453,'0'-6'2694,"0"2"589,0 4-3267,-28-33-4,19 35-24,-22-21 24,25 47-12,0 1 14,-1 16 0,0 3-3,0-4-482,0 2 0,1-4 471,2-19 5,1-4-5,0-4 11,2-3 40,0-4 27,1-3 191,0-3-219,1-13 943,0 1-948,3-12 5,3 1 1,0-2 10,1-4-16,0-2-3403,0-3 3397,1-2 0,1-2-133,0 0 122,1 1-5,1 2 5,1 3 0,0 3-2243,1 3 2215,1 3-1515,0 2 1509,2 2 1471,1 4-1465,2 2-28,1 3 17,12 3 11,6 5-6,0 5-11,10 14-1413,-22 0 1424,6 9 6,-15-2 1291,-3 2-1291,-4 2 2160,-6 1-2160,-2 1-5,-6 0-1,-10 13 6,-1-14 38,-7 7-33,-2-13 6,8-11 3241,-2-1-3213,8-10 481,3-4-498,2-3 23,1-11-23,2 0 18,4-19-12,7 1 16,8-9-16,0 8-33,2 4 5,-4 11-6,2 2-3391,1 0 3408,1 3-2280,1 1 2275,2 2-462,10 1 450,-6 4-230,19 3 220,-18 6-29,9 5 1704,-2 10-1783,-8 0-27,5 7-95,-11-3-146,-2 1-202,-1 2-219,-3 1-290,0 1-95,-2-1-528,1-1-1685,0-2-5091,0-4 8502,-2-5 0,-5-7 0,-2-3 0</inkml:trace>
  <inkml:trace contextRef="#ctx0" brushRef="#br0" timeOffset="66563">8971 5904 11469,'5'-9'6615,"-2"3"-5974,11-23 1,1-4-1888,-3 6 1691,5-11 1,-1 1 774,-10 13-475,-2 3 340,-3 1-570,-1 4-129,-4 2 68,-8 1 850,-2 6-1152,-18 2-102,8 9 263,-10 4-279,6 6-6,0 3-828,0 3 823,1 3-1,2 1-348,4 1 349,2 0-3020,4-1 3009,5 0-7,2-2 1,5-2-6,3-2 17,3-2 16,3-4 538,5-2-504,2-4 272,3-1-244,0-4 3409,4-2-3398,0-3-5,1-4 6,-1-4-7,0-2 24,-2-3-18,0-3 12,-2 0 5,-2-2-11,-2 1 5,-1 0-16,-2 1 6,-2 1-23,-3 2 5,0 2-10,-2 4-18,0 3-10,-2 3-29,0 2-16,0 2-6,0 6 5,-2 2-10,-1 10 33,-3 15-34,2-4-485,0 12 491,3-10-5,0 0 21,2 0-16,3-1 0,3-3-11,4-2 11,3-3 0,3-3 0,4-4 0,2-3-5,4-4 10,1-3 29,17-9-17,-10-4-504,12-9 504,-15-4 5,0-5-5,-2-5 17,-1-4-222,-3-5 205,-2-5-1102,-3-5 1101,-3-6-10,-9 27 0,-2-2 2,1-1 0,-1 0 0,-1-2 1,1-1 8,1-17 0,0-1-12,-3 13 1,0 1 2,2-12 1,-1 1 8,-1-12-1,0 8 1,-4 8-6,0 8-129,-1 8 135,0 6 17,0 7 423,0 5-429,-1 5 605,0 3-644,0 3 1253,1 1-1237,-2 8 199,1 4-198,-2 12 0,-1 6-1118,0 9 1118,-2 9-6,-1 10 0,2-25 0,1 2-1236,-1 2 0,0 1 1230,-1 3 1,0 0-1,0 2 1,0-1 2,1 2 0,-1 0 0,2-1 0,1 0 0,0-2 1,1 0-4,4-1 1,1-1-552,1-2 1,2-1 548,3-1 0,2-1 8,2-2 0,1-2 22,19 25-22,3-8-6,2-6-5,0-10-802,-3-6 807,-3-9 12,-4-7-17,-3-7 431,-2-8-420,0-5-11,2-10-6,13-23 6,-7 4 320,-10 11 0,0-1-309,7-21 6,-12 23 0,-2 0-4,0-3 1,0 0-3,-1 0 0,1-4 5,2-9 1,0-6 0,-2 4-1,0 0 1,-1 1 1,0-2 1,1-4 0,-3 6-6,-4 8 1,-2 2 8,-1 2 1,-2 0-1,2-27 657,-7 9-635,-2 8-10,-5 9-6,-2 8-6,0 6-6,1 7-10,1 4 1080,3 4-1064,1 4 244,-1 7-249,2 4 1742,-1 9-1754,-2 22 1,0 8-12,1-4 0,1 1-1017,-3 17 0,0 1 1017,3-12 1,1-3-10,2-10 1,-1-2-20,1 1 1,0 0-29,0 1 0,0-1-268,1-1 1,1 0 189,0-1 0,0 0-380,1-1 1,1-1-30,4 30-140,3-5-56,6-5-73,3-10-1473,13-1-3321,-5-18 5690,14-4 1,-24-16 0,1-3-1</inkml:trace>
  <inkml:trace contextRef="#ctx0" brushRef="#br0" timeOffset="67149">10502 5785 22790,'-19'-27'11,"0"-1"0,-8-15 1709,37 47-1715,2 2 6,5 0 1,2 1-1,2-1 11,2-1-2990,0-1 3030,7-2-29,-9-1 611,3-4-599,-11-1 631,-1-4-648,-1-2 17,-2-3-34,-1-1 12,-1-2-7,-2 0 13,-1-1-2,-1 1 3137,-1 2-3142,-1 1 1,-1 3 16,0 2 607,0 2-602,-1 4 124,-5 0-151,-3 5-6,-8 3 23,-1 5-6,-5 6 0,-2 3-11,-2 5 16,0 0-27,3 2 0,4 0-1,5 0-16,7 0 11,3 0 11,7 0 0,6-1 1,7-1-1,5-1-681,5-4 676,4 0 11,17-1-6,-11-8 6,24-1-1091,-25-10 1085,9-7 6,-14-4 0,-2-5 0,2-5-23,-4-3 6,0-6 6,-4-2-6,-2-4 11,-5-1 11,-3-1-27,-4 3 44,-3 1 6,-3 2 16,-3 4 12,-1 2 22,-3 5 12,-2 2 10,1 3 638,0 3-643,0 3-17,2 2-72,1 2-23,1 2 0,1 1 1163,1 3-1163,0-1 0,1 5 0,2 2 0,8 15 0,1 1 0,9 12 0,0-2 0,-2-7 0,2 1-578,13 16 578,-10-15 0,1 1 0,-1 1 0,-1-1 0,10 15 0,-13-14 0,-2-1 0,-3 10 0,-7-1-68,-9-4-196,-19 9 40,-2-12-84,-16 4-3329,5-16 2954,-1-4-325,-1-6-667,3-5-1983,2-5 3658,1-6 0,14 3 0,2-2 0</inkml:trace>
  <inkml:trace contextRef="#ctx0" brushRef="#br0" timeOffset="67518">11521 5904 18908,'7'0'3987,"-2"0"-1024,-5 0-2531,62-26-80,-43 12-209,16-3 0,-4-1 70,-25-1-34,0-1-39,0-3-4263,-2-2 4235,0-4 219,-2-5 1,0-2-242,-1-13-51,-1 8 0,-1 0 34,-2-11-17,-2-2 0,0-3 0,0-2 17,-3 3 22,3 21 0,0 0-43,-5-12-52,-3-8 0,4 28 0,1 5 0,2 4 0,2 6 0,1 2 0,0 6 3172,2 12-3172,1 6 0,0 16 0,0 8 0,0 8 0,0 10 24,2-10 0,2 3-24,0-10 0,0 0-1211,3 15 0,3-1 1211,-1-13 0,1-1 0,2 0 0,2 3 0,9 16 0,3 0-1193,-6-13 0,1-1 1193,8 13 0,1-2 0,-9-19 0,0-2-649,0 0 1,0-2 558,-1-2 0,0-1 76,-1-2 0,-1-2-355,16 20-169,-3-9-172,-2-7-926,-3-8-8195,6-6 9228,-12-8 0,-1-3 1,-15-4-1</inkml:trace>
  <inkml:trace contextRef="#ctx0" brushRef="#br0" timeOffset="67692">11615 5566 19631,'-6'-6'2464,"2"2"-592,4 4-1547,0 0-94,-1-65-3721,12 41 3524,-5-14 0,5 3-6,22 19-220,7 4 113,4 1-557,-7 6 1,1 2-4087,21-1 4722,-14 3 0,-3 1 0,-9 0 0,-1 1 0</inkml:trace>
  <inkml:trace contextRef="#ctx0" brushRef="#br0" timeOffset="77946">7232 3762 10287,'-7'0'2073,"1"0"-1754,6 0 2252,0 0-2253,78-32-1398,-34 21 1170,11-8 1,2 1-1353,6 10 1321,-29 3 0,0 1-6,0 0 0,1 0-1255,0 0 0,0 0 1219,0 0 0,-1 0 147,-1 0 0,0 1-75,29-4 531,-5 0-6,-5 2-671,-7 0 683,-4 0 577,-7 2-579,-6 0 1967,-5 0-2174,-5 0 108,-5 1-284,-5 0 2299,-5-2-2509,-6 1-547,-13-3 282,-4 2 99,-12-1 19,1 3 84,-7 0-54,-6 1 27,7 1 0,-3 0 321,-21 2 159,18 0 1,0 0 175,-19 3-979,1 3 938,0 0-27,5 0 19,4 1-11,6 0-279,5-3-211,7 1 149,7-2-78,7-1-17,6-1-17,8-1 887,4 0-682,7-2 749,7 1-1053,8-1-4,6-1-586,9-2 574,7-3 52,7-4-108,7-1-3064,6-2 3300,-28 7 1,1-1-38,0 0 0,1 1-490,1-1 0,0 1 434,1 0 0,-1 1-26,-1-1 0,1 1 158,11-1 0,-1 1 160,-13 0 1,-1 1-16,7 0 0,-2 0 318,2 0-285,-10 3 114,-10 0 59,-10 1 393,-8 1-1351,-12 1 501,-10 4 39,-14 3-59,-12 1 121,-11 1-82,23-5 0,-2 0 147,-3 1 0,-2 0-133,-3 1 1,0-1-253,-4 1 0,-1 0 94,-1 0 1,-2 1-35,0-1 1,-1 0 33,-1 1 0,0-1 11,0-1 1,1 1 10,1-1 0,0 1 89,3-2 1,0 0-5,5 0 0,1-1 2,4 0 0,1-1 65,-24 2-261,13 0 368,14-3 2184,11-1-2229,11-2 503,6 0-829,9 0 1064,7-3-931,9-1 0,9-4-810,12-1 1050,10-2-141,0 2 0,3 0-1078,-10 1 0,2 0 1060,-3 1 1,3 0 0,-2-1-815,8 0 1,-1 0 655,2-1 1,1 1-533,-1-1 0,0 2 532,0-1 1,-1 0 19,-3 2 1,0 0 497,-4 1 0,0 0-489,7 0 0,-2 2-99,14-2 71,-28 4 1,-4-1-85,-10 2-29,-9 3 1283,-17 1-998,-10 3-11,-16 3 219,-12 2-35,-13 1-142,24-5 0,-2-1 6,-3 2 1,-1-1 230,-3 1 1,-1 0-530,-2 0 1,-1 0 399,-1 0 0,0 0-674,-1 0 1,0 0 592,1-1 0,1 1 50,0-1 0,1 0 20,3-1 0,0 0 178,5-1 1,0 0-271,-3 0 0,2-1-5,-9 1 199,2-1-326,36-5 0,12-4 0,11-2 0,13-4 0,12-3 0,11-2 0,-19 6 0,0 1 0,5-1 0,0 1 0,4-1 0,0 1 0,3-1 0,0 0 0,2 0 0,0 0 0,0 0 0,3 0 0,4-1 0,5 0 0,-4 1 0,-3 1 0,0-1 0,-2 1 0,3 0 0,-6 1 0,12 0 0,-3 1 0,-22 4 0,-5 0 0,-23 2 0,-10 0 0,-10 3 0,-12 0 0,-15 4 0,-13 1 0,22-3 0,-1 0 0,-5 1 0,-1 1 0,-3 0 0,-2-1 0,-3 2 0,0 0 0,-1-1 0,1 0 0,-2 0 0,1 0 0,3 0 0,1-1 0,2 0 0,1-1 0,5-1 0,2 1 0,-26 1 0,17-2 0,14-2 0,16 0 0,9-2 0,26-2 0,4-2 0,25-2 0,4-2 0,-22 4 0,2-1 0,4 0 0,1 1 0,10-2 0,-2 0 0,4 0 0,1 1 0</inkml:trace>
  <inkml:trace contextRef="#ctx0" brushRef="#br0" timeOffset="79864">9423 3565 17094,'-53'3'1631,"-1"-1"0,6 0 0,9-1-547,22-1-280,5 0-402,4 0-130,4 0-157,2 0 178,1 0 140,7 0-74,4 0-231,3 0 51,3 0 40,6-1-154,-5 0 30,8-1 12,-5 0 197,16-3-147,-6 1 1,15-2-18,-7 1 40,-4 0 1,1 0-1251,23-2 1143,-17 2 0,0 0-10,-8 1 1,0 0-18,2 0 0,0 0-794,2 0 1,1 0 768,1 1 1,0-1 0,1 1 0,1-1-18,1 1 0,0 0-7,-1 1 0,3 0 21,19-1 1,0-1 130,-14 2 0,-1 0-568,-6 0 0,2 0 0,-3 0 751,2 0 0,-1 0 26,18-1 0,-1 0-195,-14 1 0,-1 0 4,12-1 1,0 1-161,-18 0 1,-3 0 10,1 0 1,0 1-168,0-1 0,-1 0 9,1-1 0,-1 1-248,1 0 1,0-1 1,0 0 0,0 0 184,1 0 0,0-1-1,0 0 1,1 1-361,0-1 0,0 0 518,1 0 1,0 1-69,-1 0 0,1-1 65,0 0 0,1 1 65,17-2 0,1 1-8,-14 0 1,1 0-8,13 0 0,1 0 5,1 0 1,-1 1-86,-14 0 1,0 1-1,14-1 0,1-1 19,-1 1 0,-2 0-238,-13 1 1,1 0 227,12-2 0,1 1 0,1 0 1,-2 0-3,-13 1 0,0-1 5,14 0 0,-1 0 209,-17 1 0,-2 0-138,1 0 1,-1 1 0,0-1 0,0 0-4,-1 0 1,1 1-66,-1-1 0,-1 1 100,1-1 1,-1 1-99,0-1 1,0 1-1,0-1 1,0 1-2,-1-1 1,1 0 10,0 1 0,1-1-9,-2 0 0,2 0 13,15 0 0,1 0 46,-14 0 0,2 0 20,2-1 1,4 1-1,-5 0-8,-3 0 1,-2 0 6,11-1 0,0 0-128,15 0-11,0 0 9,-2 1-601,0-2 942,0 2-10,0-2-53,1 0 415,0 0 139,-1 0 573,0 0-576,-1 0-179,-1 1-172,-2-1 28,0 1-387,-3-1-103,1 0 5,-2 0-8,0 0 697,0 0-715,0 1 12,0 0-25,1 1 12,0 0 103,0-1 14,0 2-37,-1-1 391,0 0-7,-1 0-111,-1 1 26,0-1-17,-1 1 21,0-1-5,-1 0 13,1 1-364,0-1-12,1 0 115,0 0 0,1 2-15,-1-2-105,0 2-17,-1 0 14,-1 0 1879,-1 0-1889,-1 0 21,-2 0-525,0 0 542,-3 0 82,-1 0 15,0 0-15,-2 0-2,0 2-3,-1-1-21,0 1-12,-1-1-80,1 1-21,0-1 1296,18 2-1259,3-1 0,0-1 390,-5 0 43,-17-1 434,-1 0 69,0 0-12,0 0 442,-2 0-528,-3 0-599,23 0-136,-21 0 0,16 0 0,-15 0 0,-7 0 0,7 0 0,-10 0 0,-1 0-974,1 0 898,1 0 749,2 1-881,0 0 22,3 0-47,2 1 33,0-1-10,0 1 11,1-1 56,0 1 9,1 0 110,0 0-1384,2 1 1330,-2 0-29,1-1-45,0 1 33,-1 0 37,2-1 0,-1 0 17,0 0 51,-1 0 18,1 0 48,-1 0-17,0-2 468,0 2-21,16-2 17,4 0 1706,3 0-1964,-2 0-241,-15 0 0,1 0 0,-1 0 0,1 0 0,-1 0 0,0 0 0,-1 0 0,-2 0 0,-2 0 0,-3 0 0,-3 0 0,-2 0 0,-1 0 0,-1 0 0,-1-1 0,1 0 0,-1-3 0,1 0 0,-1 0 0,1-1 0,-2 0 0,-1 0 0,-2 0 0,0 0 0,-1-1 0,9-1 0,-6 1 0,7-1 0,-7 3 0,-1 0 0,1 2 0,-1 0 0,0 2 0,0-1 0,0 1 0,-1 0 0,0 0 0,-1 0 0,8-1 0,-7 1 0,5-2 0,-8 0 0,-1 0 0,1-1 0,0 2 0,0-2 0,1 2 0,0-1 0,0 0 0,-1 1 0,1 0 0,-2 1 0,1 0 0,-1 0 0,-1 2 0,-1 0 0,-2 2 0,-1 0 0,-2-1 0,-3 1 0,0-2 0,-2 1 0,-1-1 0,0 0 0,-1-2 0,0 2 0,1-2 0,-1 1 0,1-1 0,4 1 0,-1-1 0,4 0 0,-2 0 0,1-1 0,2 1 0,0-1 0,5 1 0,-9 0 0,2 0 0</inkml:trace>
  <inkml:trace contextRef="#ctx0" brushRef="#br0" timeOffset="89787">6583 1576 22735,'-8'5'5229,"1"-2"-1361,7-3-2933,0 0-935,-8 13 0,4-6 0,-6 10 0,4-10 0,0 0 0,-2-1 0,2 1 0,-1-2 0,2 0 0,0-2 0,2 0 0,1-1 0,1-1 0,3-6 0,1 1 0,3-3 0,1 1 0,1 1 0,2 0 0,1 0 0,2 0 0,18-4 0,-9 3 0,16-5 0,-12 5 0,3-2 0,3 0 0,5 0 0,3-1 0,5 0 0,5 0 0,2-1 0,-18 5 0,0-1 0,21-4 0,-1 2 0,6-1 0,-2 2 0,-2 0 0,-3 1 0,-3 0 0,-2 1 0,-3 0 0,-4 0 0,11-2 0,-16 0 0,20-3 0,-28 2 0,8-1 0,-14 1 0,-1-1 0,8-3 0,-7 2-242,15-5-237,-17 6 1200,12-2-721,-14 6 0,3-1-129,-6 4-439,-2 0-58,1 2-83,-1 0-19,0 2 308,0 2 1890,5 8-2176,-5-2-210,5 7 827,-6-2-707,5 14-50,-3-5-3349,6 11 3506,-6-7-1333,0 2 1694,1 3-167,-1 1 412,0 1-1635,-1 2 1693,0 1-532,5 18-418,-4-12-3396,5 13 4269,-4-14 0,-7-21 1,1 0-1</inkml:trace>
  <inkml:trace contextRef="#ctx0" brushRef="#br0" timeOffset="90405">6603 1652 31261,'-4'-1'896,"1"-1"-286,3 2-610,-22-17 0,20 18 0,-17-12 0,27 23-237,-2 1-1984,0 1 791,0 3-96,-1 2-1028,-2 2 2533,-1 21 1,-1-24 0,0 11 0</inkml:trace>
  <inkml:trace contextRef="#ctx0" brushRef="#br0" timeOffset="91065">7007 761 25949,'-40'-30'-833,"0"-1"0,3 1 0,9 12 2300,21 20-1419,-2 8 868,1 0-996,-1 6 482,4-2-540,1 1 1239,3 1-1105,0 0-79,2 1-339,3 1-5,3 0 15,5-2 65,14 7 28,-2-8 29,10 5 37,-8-9-1104,0 1 1307,-2-2-764,-2-1 814,-5 0-28,-3-1 34,-5 1-1,-4-1 18,-4 0 1045,-6 0-1052,-5 2 885,-7 0-895,-6 1 5,-4 0 0,-5 0-5,-1 1-17,-1-2 33,1 0-22,3-1 0,4-2 0,4-2-39,4-2-6,5 0-33,3-2-90,4 0-179,3-1-4089,2 0-135,10-4-3987,-1 1 7710,8-3 0,-10 3 0,-2 0 0</inkml:trace>
  <inkml:trace contextRef="#ctx0" brushRef="#br0" timeOffset="91413">7384 801 24553,'-36'-8'31,"1"0"0,-22-2-26,51 24 6,2 2-5,1 2 0,1-1-6,1 2 5,3-3-16,1 2 5,2-2 6,4 1-5,1-2 22,2-2-23,2-1 23,0-2 5,1-3 29,-1-3 44,-3-2 28,-1-1 23,-2-4 10,-2-1-9,-2-4-13,-2-2-5,0-3 100,-2-10-117,0 4-11,-3-7-6,-1 9-11,-2-1-16,-1 2-12,1 0-17,-1 1-6,1 1 7,0 3-18,1 2-11,1 2 0,0 2-55,1 3-40,0 0-68,1 2-83,1 0-151,0 2-242,1 2-442,-1 2-1064,2 4-3472,2 1 4758,3 2 0,-1-6 0,0 0 0</inkml:trace>
  <inkml:trace contextRef="#ctx0" brushRef="#br0" timeOffset="91753">7559 755 18487,'-3'-3'3652,"0"0"-667,3 3-2985,33-30 6,-13 27-6,28-20-5661,-22 38 5661,-3 1 1404,-2 2-1416,-3 1 1,-4 2 848,-5 3-842,-3 1-1,-5 11 6,-4-9 0,-5 6 0,-3-14 6,-2-3 11,0-4 3464,-6-2-3419,6-5 16,-3-2-4,7-7 4,3-2 0,1-5-16,2-2-6,1-3-11,2-1 0,0-1-12,3 0-22,1-1 1,3 1-12,2 0-23,2 1-10,1 0-40,3 1-62,2 2-84,2 1-117,4 2-173,0 0-253,3 0-442,1 1-3986,1 0 2602,1 1-4741,1 1 674,-2 0 6655,-4 2 0,-11 3 0,-6 1 0</inkml:trace>
  <inkml:trace contextRef="#ctx0" brushRef="#br0" timeOffset="91947">8190 478 18470,'-3'-3'4095,"1"1"33,2 2-4128,-18-41 11,16 36 0,-12-28 6,32 72-34,-6-10-1884,9 22 1795,-10-18-45,-1 2-73,-1 3-90,-2 2-112,-2 2-369,-1 1-510,-3 1-5299,0 15 5817,-1-13 1,0-6-1,0-22 1</inkml:trace>
  <inkml:trace contextRef="#ctx0" brushRef="#br0" timeOffset="92473">8144 822 15454,'-6'-40'-41,"0"1"0,0 1 0,8 10 598,17 19-758,7 1 645,5 0-819,5 1-361,23 0-372,-13 1 1486,17 0-2724,-20 2-948,-1 1-341,-3 0 163,-2 1 2465,-4 0 1007,-6 0-536,-6-1 536,-8 0 225,-6 0 4407,-9-2-1742,-5 2-369,-5-1-371,-1 1-508,-2 0-382,0 1-258,1-1-195,0 1 2286,1 1-2113,-5 1-616,4 1 3099,-7 3-3306,9 0-68,-1 4-49,6-2-35,1 1-5,3 0 0,2 1 6,1 1 11,3 0 5,8 4-5,1-4 11,7 3-16,-3-6 21,1-2 6,0-2-16,1-1 61,7-3-73,-6-3 79,10-9-23,-14 1 11,2-4 6,-9 3 0,-1-1-28,-4 0 23,0-1-7,-2 1 24,-3 0 4,-2 2 214,-13-4-236,3 8-16,-9-2-6,8 9 45,-8 3-112,6 2-1,-6 3-3385,9 1 3402,1 4-5,1 0 12,3 3-57,1 8 34,4-5-34,1 7-90,13 3 29,0-6-62,10 7-84,0-9-95,2-2-1659,33 13 774,-17-14 1841,-6-3 1,1-1-2575,8-6-1581,4-3 527,2-3 3019,9-4 0,-27 2 0,-1-2 0</inkml:trace>
  <inkml:trace contextRef="#ctx0" brushRef="#br0" timeOffset="92813">9240 655 21886,'-1'-45'597,"1"1"1,0 3-1,-4 9-193,-9 21 298,-4 4-175,-14 2-325,5 3 76,-12 3-133,10 5-3302,0 5 3230,1 2-362,2 2 317,3 1-6,4 2-10,4 0-12,3 1-23,3-1-55,4 7 67,5-6-6,4 3-6,6-9 7,4-3-7,5-2 1,3-4 3170,2-2-3170,1-4 22,1-2 684,-1-6-616,7-12-7,-1-10-50,-4-3 6,-6-4 28,-11 7 11,-2-5 0,-3-4 6,-1-2-18,-1-1-2381,-1 1 2460,-2 3 39,0 5 62,0 6-28,-1 7 124,-1 2-242,0 9-16,0 2-34,0 7-12,0 4-10,0 2 22,1 14 2161,0 2-2172,0 12-6,1 0-11,2 5-11,1 7-219,4 8 0,2 4-39,-3-19 1,0 1-686,1 4 0,1 2 0,-1-2-424,2-1 0,-1-2-3538,0-1 1,0-1 4892,-1-2 1,0-3 0,0 2 0,-3-13 0</inkml:trace>
  <inkml:trace contextRef="#ctx0" brushRef="#br0" timeOffset="95262">9456 2105 27254,'0'5'-1629,"-1"-1"1203,1 0 207,0-2 208,0 1 1628,0-2-1791,-3-6-858,2 1-473,-3-6 630,3 2 523,1-3 339,0 0 86,0-3 0,1-1 192,3-12 1039,1 4-261,6-23 101,-3 17-389,4-12-62,-2 15 25,0 1 88,2 3 29,1 3 28,0 4 178,1 2-522,1 4-519,1 2 0,1 3 0,1 1 0,2 2 0,1 1 0,2 2 0,1 1 0,1 3 0,0 2 0,1 0-378,1 1-555,1 0 301,3 0 14,17 3 304,-9-3 171,15 1 259,-12-6 267,3 0 70,3-2 105,3-2-239,2-1 1,2-2 28,-20 2 0,1-1-262,22-2 1,-1 0-87,6-1 0,0-2 0,-7 1 0,1 0 0,-22 2 0,2 0 0,13-3 0,7-1 0,-7 1 0,-15 2 0,-1 0 0,17-4 0,3 0 0,-10 1 0,-2-1 0,-7 2 0,0 0 0,12-2 0,0-1 0,-10 3 0,-2-1 0,2 1 0,1 0 0,0-1 0,1 1 0,2 0 0,-1 0 0,2-1 0,0 0 0,1 1 0,1 0 0,1-1 0,0 1 0,2 0 0,0 0 0,1 0 0,0 1 0,0 0 0,1 0 0,0-1 0,0 1 0,-1 1 0,1 0 0,0 0 0,-1 0 0,0 0 0,0 1 0,0 0 0,-1 0 0,-1 1 0,1-1 0,-1 1 0,0 0 0,0 1 0,-1 0 0,-1 0 0,3 0 0,-6 1 0,3-1 0,-1 1 0,5-1 0,0 0 0,16-1 0,-1 1 0,-20 0 0,-1 0 0,2-1 0,0 0 0,-1 1 0,1 0 0,0-1 0,2 1 0,-3-1 0,4 1 0,-2-1 0,7 1 0,1 0-87,-8-1 1,3 1 0,-2-1 5,3 1 1,-1-1-1,2 1 0,-1 0-14,1-1 1,0 1-10,0 0 0,0 1-173,0-1 1,0 0 161,-1 1 0,1 0-150,-1-1 1,0 1 166,-1 0 0,1 0 0,-2 0 0,0 0-175,-1 1 0,0-1-167,-2 1 0,3-1 151,-6 1 1,4-1 0,-3 1-11,7-1 0,0 0 20,-7 1 1,2-1-1,-3 1-60,3-1 1,-1 0 1,1 1 1,0-1 177,0 0 1,0 1 8,0-2 1,1 1 165,0 0 0,0 0-222,1-1 0,1 0-5,0 0 1,1 1 0,1-1 0,0 0 1,2 0 1,0 0-3,1-1 0,0 1-2,1 0 0,0 0-3,1 0 0,0 0 150,-2 0 0,3 0 66,-4 1 0,4 0 1,-3 0-3,8-1 0,-1 0-49,-7 1 0,2 1 1,-3-1-242,4-1 1,-4 1 208,2 0 0,-1 0 0,-1 0 1,0-1 2,-1 1 0,-1 0-177,-1-1 0,0 1 190,-1 0 0,0 0-144,0-1 0,-1 1 54,1-1 0,-1 1-130,1-1 0,-1 1-26,2-1 0,-1 0-1,1 0 1,-1 0 153,0 0 1,3-1-51,-5 0 0,4 0 0,-3 0-108,9 0 1,0 0 206,-8-1 1,2 1 0,-3-1-28,6 1 0,-3-1 120,2 0 1,0 0 22,0 0 1,-1 0-12,1 0 1,0 0-1,-1 0 1,-1 0-4,0 0 1,-1 0 5,-1 0 0,0 0 6,-2 0 0,0 0 0,-2 0 0,1 1 345,14-1 1,0 0-344,-14 2 1,-1 0-126,11-2 1,0 1 119,-19 2 0,-2 0 6,0 0 0,0-1-55,-1 1 1,-1 1 48,31-2-5,0 2-1,-1 0 6,1 0-5,1 0 169,-31 0 1,1 0-165,1 0 0,0 0 3,2 0 0,-1 0-1,1 0 1,1 0 2,16 0 1,1 1-3,-14-1 0,2 0-3,2 1 0,3 0 0,-4 0 3,-4-1 0,-2 0 2,10 2 1,-1-1-6,11 0 5,-4 3 646,-6-2-651,-5 2 0,-5 0-5,4 5-12,-14-2 2230,9 13-2207,-24-8-12,2 8 1330,-11-6-1347,0 1 1805,0 0-1871,0 3-135,1 2-381,2 1-1966,3 3 1822,4 4 0,-5-12 1,-1-1-1</inkml:trace>
  <inkml:trace contextRef="#ctx0" brushRef="#br0" timeOffset="95972">14824 790 32767,'4'-46'-934,"0"-1"0,-1 5 0,0 7-263,-1 14 891,-1 4 89,-1 5 0,0 4 10,0 3 17,0 3-1300,0 1 1373,0 8 24,0 0 8,1 9-44,1 1 88,0 4-59,0 4 14,0 2 73,-1 4 4,0 1 16,-1 2 2681,1-1-2631,1 0-160,0-2 139,3 0-132,1-3-239,3-2-207,1-2-123,2-4 122,2-1 173,1-5 318,0-3 213,1-3 480,0-4 1761,1-2-1191,8-9 528,-6-1-676,8-10-2829,-7 1 2503,0-4-247,1-1-1186,0-2 530,0-1-267,-1-3-504,2-3 245,-1-1 46,0-2 120,0 1 72,1 0 34,-2 1 40,-1 3 292,-2 3 31,-4 3-412,-1 2-626,-7 5 15,-2 4-163,-7 8 2694,-1 3-3000,-2 3-1004,-7 6-1231,5 2-4427,-3 3 8216,7-4 1,2-5-1,2-1 1</inkml:trace>
  <inkml:trace contextRef="#ctx0" brushRef="#br0" timeOffset="96596">15335 648 23146,'25'-27'140,"-1"-1"0,17-11-67,-33 63-12,0 2-5,0 6-3880,-2 2 3863,0 1-1774,-2 0 1763,-1 0 248,-1 0-254,-1-3-543,-1-1 543,0-2 805,0-2-811,0-5 2332,0 3-2303,0-10 112,0 0 1599,0-10-1341,0-10 955,0-3-1270,0-8 717,1-2-733,1-3-11,1-3 0,2-2-6,0-2 6,2 0-11,1 0-12,1 1 0,1 2 29,6-4-23,1 6-34,1 4-11,-2 8 1,-5 9-12,9 2 11,3 8-11,2 1 0,-1 7 11,-8-1-17,-1 2 12,5 10-6,-6-6-11,9 15 0,-10-16-3404,5 5 3410,-5-11-12,0-2 17,7-1 0,-4-6 5,5 0-5,-6-7-11,1-3 17,2-3 3391,8-11-3374,-6 1-18,7-8 7,-11 3-844,1-3 849,-2-1-1,-3-2 1,-1-1 22,-3-1-16,-2 0-1,-3 0 12,-1 0-12,-1 3 17,-4 0 1,0 4-1,-3 2 0,-2 3-5,1 3 10,0 4-21,1 4-6,2 3 837,0 3-854,3 1 22,0 1-5,4 6-6,2 1-16,4 6 16,14 10 0,4 1-11,5 4-1699,0-1 0,0 1 1694,3 0 5,-1 2-140,-1 1 135,-4 0-7,-3 1 1,-5 0-6,-5 0-44,-4 11 5,-5-12-39,-7 8-51,-7-17-39,-5 0-100,-4-3-119,-4-2-195,0-2-309,-2-5-520,0-1-991,1-4-3407,2-3 5826,1-1 0,9-1 0,1 0 0</inkml:trace>
  <inkml:trace contextRef="#ctx0" brushRef="#br0" timeOffset="96963">16798 557 16137,'-50'0'209,"0"1"0,11-4 0,5 5 1967,5 29-2148,19-9-39,1 1 16,4 2-5,3 1 6,3 0-887,4 0 892,5-2-11,4-1 988,15 6-977,-4-8 6,10 3-1,-7-11 24,1-4 2096,-1-4-2096,-2-2 4,-3-4 7,-3-3 10,-3-4 369,0-13-396,-8 3 16,0-10 3353,-10-7-3308,-9-7-56,-1 0 250,-8 0-239,3 16-5,0 1 5,-1 4 12,1 3-1,0 4-38,1 1-6,3 6-17,2 1-40,2 4 24,3 1-136,0 7-262,3 7-23,2 3-275,6 4-665,4-4-1732,4 0 2261,5 4 0,-9-10 0,1-1 0</inkml:trace>
  <inkml:trace contextRef="#ctx0" brushRef="#br0" timeOffset="97272">17067 571 19244,'-2'-3'3573,"1"0"-828,1 3-2745,38-17-6,-17 22-11,33-8 23,-16 39-23,-10-7-11,5 11-39,-13 0 39,-10-10 10,-1 6 13,-10-16 5,-5-4 12,-14-3-7,1-6 12,-9-2 0,8-7 5,-1-3 12,3-4 16,0-3-5,4-3 5,1-3-3374,4 0 3380,1-4-1586,4 0 1563,1-1-16,4-1 0,4 0-23,4 1-5,5 2-1762,5 2 1684,5 3-40,3 2 1294,4 4-1613,2 3 1054,2 3-4241,16 3 3635,-7 4 0,-8-1 0,-16 2 0</inkml:trace>
  <inkml:trace contextRef="#ctx0" brushRef="#br0" timeOffset="97520">17789 512 12993,'0'-10'3568,"0"2"-2577,0-30 1,-1-8-213,-1 9-485,1-14 0,-2 0 485,-6 10 1661,2 13-1874,-6-7-353,6 19-68,0 1 820,4 10-954,1 2 496,1 4-485,1 12 1677,0 2-1682,0 13-6,2 2 1,1 7-1153,3 6 1141,1 6 11,0 5-33,0 5-43,-2-14 1,-1 2-786,-1-11 0,1 1 760,0 11 1,0 0-34,0-13 0,-1-2-85,1 1 1,1 0-68,-1-1 1,2-1-135,-1 0 0,2-1-3318,5 25 1760,1-8-3381,-1-7 5237,-1-5 1,-5-18 0,-1-4 0</inkml:trace>
  <inkml:trace contextRef="#ctx0" brushRef="#br0" timeOffset="98370">17641 614 19608,'-3'-4'2621,"0"1"-1546,3 3-1192,64-38-1366,-32 31 1323,10-12 1,2 3-2059,-7 24 1635,1-1-89,0 0 414,0 1-3192,10 0 767,-12-3-218,7 0-802,-12-4 3513,-9 0 1024,0-3 2353,-11-3-628,-5-1 1541,-1-6-482,-4 5-2173,0-3-320,-2 4-233,-2 0-170,-2 2-140,-2-1-83,-1 2-62,-2 0-73,0 2-84,-1 0-73,0 1-72,1 1-79,1 2-11,2 2-29,3 1-4,2 1-1,0 1 17,2 1-6,9 4 1,-1-3-35,8 1 29,1-3-6,2-2 6,2-2-11,1-1 5,1-2 6,-1-1 5,0-3 23,-3-2 39,5-7-28,-9 0-6,2-5 6,-11 2-16,-1-1-24,-3 0 12,-2 1 6,-1 1-12,-2 1-5,-3 2 6,-3 3-1,-3 2 0,-2 2-16,-3 2-12,-3 2 12,-2 4-6,-1 1 39,-9 10-39,10-3 0,-4 7-5,13-3-29,5 1-11,2 2-16,5 0-18,3 2-16,5 0-11,6 1-464,6 2 323,6-1-106,3 0-73,6-3-834,20 8-1584,-10-9 2303,-14-7 0,1-1-539,16 2-337,2-5 543,3-2-458,3-3 867,-1-3 252,0-4 344,-19-2 1,0-3 327,-5-4 1,-1-1 218,26-16 44,-21-6 40,-22 7-6,-4-1 269,-5-1-286,-3 1 1406,-3 1-1568,-4 3 363,-4 3-537,-5 4 515,-4 5-643,-7 4-39,-7 5-52,-4 2-1105,-6 4 1033,-2 4-45,0 5-22,-12 12-56,22-2-17,-5 8-6,28-6 209,6 0-187,5 1 7,6-1 10,4 0-16,7-2 22,14 3-27,-3-8-353,11 0 353,-8-8 27,2-4-6,1-3 1,-1-4 11,0-3-23,-1-5 40,-2-4-6,-3-3 28,-3-4 11,-4-5 6,-2-3 11,-5-6 0,-3-4 5,-2-5 26,-3 12 0,-1-3 70,-1 0-1,0 0-80,0 1 0,-2 1-607,-2-23 671,-3 26-23,1 8 977,-2 3-1038,3 7-12,0 4-72,1 6 376,1 4-364,1 5 1059,1 7-1071,0 7-17,3 7-11,2 7-137,6 14 0,1 5-1336,-4-16 1,-1 1 1280,2 4 0,1 3 0,-1-2-363,-1 3 1,-1-1-662,0 4 1,-1 1 1243,1 11 0,-2-3 0,1 5 0,-1 0 0</inkml:trace>
  <inkml:trace contextRef="#ctx0" brushRef="#br0" timeOffset="111526">6183 7581 10954,'0'-4'3663,"0"1"1888,0 3-5339,-55-40 326,24 31-454,-3-11 0,0 2 67,4 22-28,8 2-5693,-5 2 5609,-4 2 1403,-3 0-1391,-27 9-225,11-4 188,14-5 0,1 1 14,-19 3-1919,2 0 1953,3-2 10,3-2 1953,7-4-1879,5-2 28,8-2 22,6-2 1247,6-5-1275,6 1 3358,3-5-3442,4 4 11,1 1-78,0 0 28,1 2-23,0 1-5,0 0 33,2 1-33,0 2 11,0 2 39,3 12 40,-2 10 22,0 16-40,-2-1 6,-4 4 118,-7 12-77,-1-11-301,3-16 1,-1 2 284,-1 1 0,0 0-1009,-3 19 925,3-18 1,1 1 38,2 1 1,2-2-25,-2 21-21,3-21 1,1 2-7,3-2 1,1-2-17,4 18 3,3-11 0,4-2 0,9 2-5,12 6-79,18-11-33,-9-12-656,-12-10 0,1-1 516,20-1-303,-11-5 0,5-3-2840,5-5 0,3-2 3389,6-1 0,-2 0 0,-17-1 0,-5 1 0,7-4 0</inkml:trace>
  <inkml:trace contextRef="#ctx0" brushRef="#br0" timeOffset="116139">14213 3014 18717,'0'0'0</inkml:trace>
  <inkml:trace contextRef="#ctx0" brushRef="#br0" timeOffset="131772">6730 7946 15664,'-3'-57'1932,"0"0"1,1 10-1,0 6-1355,2 4-145,1 15-107,2 1-68,3 4-66,0 3-46,1 3-27,1 3 33,2 4-89,-2 2-1,1 5 12,-2 5 28,-1 6-23,0 6 1,-2 6 38,-2 22-66,-2-5-308,-3 18 296,-2-26 0,-1-1-3297,-5 18 3269,4-17 0,-1-2 17,-2 9-324,2-3 318,0-5 6,3-4 34,1 3-34,1-11 0,1 0 383,1-12-215,1-6 3465,-1-1-3526,1-11 422,1-1-484,0-10 28,3-16-62,0 5-3353,4-32 3337,-5 20 16,3-17 6,-3 12-1680,1-2 1685,-1-3-918,1 2 891,1 1-1427,-1 7 1420,1 4 7,0 7 1426,-2 5-1399,0 8-16,-2 5 1371,0 5-1410,-1 5 1169,0 1-1164,0 9 3398,-1 3-3404,-1 8-11,-1 6 0,-4 22 40,-2 16-1719,5-30 0,-1 0 1693,0 2 0,1-1-2,-1 14-301,1-1 306,1-2 5,1-4-5,1-3 0,1-5 0,1-3-22,3 1 22,0-11 3260,1-1-3215,-1-12 477,-2-4-450,0-2 1,1-7-28,1-3-11,2-9-6,3-4-6,0-5 23,6-22-390,-4 7 368,3-18-1353,-6 13 1347,1-3 6,-1 0-1,0 2-11,0 5-350,1-6 362,-3 18-1,1 0 6,-4 18-39,-2 11 314,0 5-303,-1 11 1334,-2 7-1334,1 5-6,-3 5 6,0 4-198,1 3 187,0 3 17,0 1-12,0 0-5,1 14-6,1-16 6,0 20-3167,1-30 3184,0 5-341,-1-16 346,-2-3 39,-3 0-10,2-7 4,-3-1 40,-1-8 360,1-4-421,-2-6 3200,3-5-3209,1-15 0,2-4-14,-1-7-1428,2 1 1,1 0 1427,5-5 28,1-3-360,2 1 343,3-14-6,-4 21 12,1-6-17,-5 26 6,0 5-40,-2 5 34,-1 6-28,-1 4 6,-2 8 3218,-3 6-3229,-2 8 504,-3 8-991,-10 30-1180,10-21 0,0 3 1134,-1 5 1,0-1 0,5-12-1,1-4 1,0 6 0</inkml:trace>
  <inkml:trace contextRef="#ctx0" brushRef="#br0" timeOffset="134204">14464 7496 13765,'0'-9'4067,"0"3"-1871,0 6-1345,0 0-196,-14-61-1368,6 43 887,0-15 0,-3 4-2736,1 26 2763,-3 3-21,-2 5-219,-2 4 212,-3 8 12,-3 5-6,-3 7-735,-1 6 685,-3 6-45,1 4-23,0 6-16,2 4-34,1 1 11,9-1 1,2 1-15,7-21 1,0 0-6,-4 19 0,5 0 5,10-18 0,4-3 9,6 16-6,-1-19 1,3-2 21,15 3 12,6-5 11,5-7 11,4-5-11,2-4 23,0-6-1,-3-5 420,9-11-336,-18-2-5,2-9 23,-21 2-12,-6-2 2752,-5 0-2769,-4-1-39,-7 1 283,-5 0-311,-8 2-17,-5 2-17,-6 2-10,-6 4-24,-4 2-88,8 5 0,-1 2 84,-16 0-4,16 2 0,1 1 29,-8 4-42,3 3-1,5 4 6,4 4-28,6 1-117,4 2-12,5 2-246,4 2-522,5 1-1057,2 1 1982,5 3 0,-2-12 0,3-1 0</inkml:trace>
  <inkml:trace contextRef="#ctx0" brushRef="#br0" timeOffset="135279">9123 7720 11049,'1'-7'5175,"-1"1"-3769,0 6 616,4-71-1856,-3 41 343,-1-17 1,0 0-95,-4 20 280,-8-13-421,2 19-56,-4-3-33,0 12-22,-1 3-23,-3 3-23,-2 2-27,-2 5 63,-20 14-91,6 2-6,-15 14-3034,11-1 3012,1 6-18,12-7 1,1 1-2246,-10 17 2234,13-16 1,3 1 0,-2 10 127,6-2-122,8 11-11,7-16 36,8 5-8,7-20 11,4-5 29,3-5 10,2-5-5,2-3 16,2-6 7,1-3 32,1-8-162,0-4 174,-1-4 1513,-2-5-1502,-2-2 1,-3-3-6,-3 0-1,-2-2-21,-4 0 4,-2 0-4,-2 2-12,-1 3-17,-2 5 6,-1 4-6,-2 4-62,0 6 63,0 3-68,-2 4-28,0 2 2984,0 12-2967,1 0-34,-1 14 12,1 0-2244,-1 6 2243,0 5-5,1 3 109,-1 5-104,0 5-612,0 4 601,0 3-33,0 3-107,0 1-140,0 0-235,0 0-275,1-1-647,1-20 1,2-1-1493,2 18 2946,1-19 0,0-2 0,-1-11 0,1-1 0</inkml:trace>
  <inkml:trace contextRef="#ctx0" brushRef="#br0" timeOffset="135469">9735 8036 20585,'9'-43'524,"0"1"1,0 3 0,-4 9-262,-5 22 1123,0 4-1302,0 1 390,0 3-463,0 5 243,0 1-254,0 9 728,-1 4-750,-1 5-56,-1 3-68,0 4-162,0 3-431,2 2-773,0 4-2292,1 0 3804,3 7 0,-3-22 0,3-2 0</inkml:trace>
  <inkml:trace contextRef="#ctx0" brushRef="#br0" timeOffset="135703">10867 7558 15905,'-2'-40'563,"1"0"1,-1 3 0,0 9 2134,1 19-2564,-1 5 1295,0 4-1395,0 6-6,0 6-6,0 8-5,-2 6 0,0 6-6,-2 6-11,0 4 591,-1 4-647,0 3-73,1 3-146,1 4 40,1 4-941,1 3 125,3-31 1,-1 0-1763,1 0 1,0 0 2812,1 4 0,0-2 0,-1 2 0,3-2 0</inkml:trace>
  <inkml:trace contextRef="#ctx0" brushRef="#br0" timeOffset="136086">11652 7615 22935,'14'-43'780,"0"0"0,-1 2 0,-5 9-544,-10 23-107,-1 2-39,-4 7-40,-3 7-5,-2 5 5,-4 8 17,-15 24-39,6-5-703,7-10 0,0 0 681,-6 15-1,2 3-5,5 1-5,5-1-602,5 0 607,4-4-16,6-4-1,5-4-2720,6-5 2732,4-4 5,4-5 17,15 0 142,-8-11-137,10-1 434,-13-11-384,11-12-32,-10-2 10,7-12 2622,-5-15-2622,-9 6 6,3-18 6,-14 21 0,-3 0 5,4-20 25,-5 8 1,-1 1 19,-3-6-507,-3 19 0,-1 0 518,-7-4 6,-5 3-17,-5 6-17,-2 5 951,-5 4-962,-16 1-62,8 8-513,-10 2 497,15 9 5,2 3 383,-5 16-557,4 14-122,5 5-281,10 9-520,11-7-1289,6 6 2375,6 9 0,-2-26 0,2 0 0</inkml:trace>
  <inkml:trace contextRef="#ctx0" brushRef="#br0" timeOffset="136296">12585 7983 23730,'-1'-6'1602,"1"1"115,0 5-1795,-20 0-699,15 34-601,-18-6 1378,16 17 0,5 1 0,-3-13 0,-4 19 0</inkml:trace>
  <inkml:trace contextRef="#ctx0" brushRef="#br0" timeOffset="137147">15902 7466 22050,'-5'-51'644,"0"0"0,1 4 0,2 8-431,6 17-68,4 2-27,3-1-56,3 3-18,4-1 339,4 3-355,3 0-17,3 2-4031,4 2 4031,2 1-22,1 4-319,3 3 335,1 3-607,0 5 580,-1 3-428,-3 7 450,-2 2-6,-4 4 6,-5 2-11,-6 3-6,-5 3 2087,-5 2-2070,-5 3-22,-6 0 715,-6 0-715,-7 0 5,-6-1-1696,-5-1 1724,-3-3 11,-2-2 531,-1-4-486,-24 4 1,22-13-1120,-16 2 1159,31-13 38,3-3 490,2-2-529,4-3-5,1-4 2673,5-2-2713,2-2 7,2-2-24,2 0 7,3 0-23,4 0-11,5 2 5,2 2 2041,3 1-2063,1 3 22,4 1-16,1 3 5,4 2-5,2 1-12,4 4 17,20 9 6,-22-2 0,0 2-493,1 0 0,-2 0 470,0 2 1,-2 1-40,18 19 17,-17-7-11,1 10-17,-22-9-605,-5 1 572,-8 0-206,-7-1 172,-11 0-39,-7-3-1173,-7 0 897,-6-2-234,-3-3-2302,-1-2 1176,-1-5-3237,3-4 4640,-5-4 0,25-3 0,1-2 1</inkml:trace>
  <inkml:trace contextRef="#ctx0" brushRef="#br0" timeOffset="137347">17176 7793 20934,'-25'44'76,"0"0"1,2-4 0,4-5-116,6-7-68,2 1-497,1 3-1575,3 3 2179,2 7 0,3-19 0,2-1 0</inkml:trace>
  <inkml:trace contextRef="#ctx0" brushRef="#br0" timeOffset="138008">18532 7227 20159,'27'-42'390,"0"0"0,-2 4 0,-5 8 1389,-15 18-1251,-2 1-327,-1 3 496,-1 1-596,-3 4 300,-6 2-373,-2 0 962,-25 8-967,12-1 16,-18 5-11,14-4 11,-14 2-22,7-2 28,-23 3-1028,22-5 994,-9 0 11,15-3 1,2 0-452,3-2 440,5 1-73,4 0 62,4 0-5,4 1 5,2 2 17,-3 11 5,4-3-16,-3 9-1,5-5 1,1 1-1,0 2 12,1 0 0,0 1-6,1-1-11,0 1 984,2 5-945,-2 0 45,0 7-39,-3-9 501,-3-3-495,-2-7-7,-1-2 146,-3 1-150,4-3 21,-2-1 23,5-5 0,1-2 23,0 0 66,2-1-139,1-4 33,0-4-45,1-3 12,2-2-12,3 1-5,4 0 22,12-5-33,-2 4-6,12-1 6,-3 6-12,4 1 12,5 2-1,3 3-3397,3 1 3370,2 3 16,0 4-217,0 4 201,-3 5 5,-4 2-11,-6 3 0,-7 2 17,-8 1 5,-7 2 17,-7-1 1,-8 3-7,-7 0 1,-10 2-107,-28 12 28,7-11-56,1-7 1,0-1-781,-10 0 758,19-9 0,1-1-314,-8 0-291,4-5-510,5-3-8565,1-6 9066,12 0 1,3-1 0,12 1-1</inkml:trace>
  <inkml:trace contextRef="#ctx0" brushRef="#br0" timeOffset="138221">19240 7391 25546,'-18'46'-312,"0"-1"0,1-2 0,6-7-1240,11-12-4313,1-1 5865,4 4 0,-3-13 0,3-1 0</inkml:trace>
  <inkml:trace contextRef="#ctx0" brushRef="#br0" timeOffset="138623">19810 6957 23865,'17'-41'306,"1"0"0,-2 4 1,-5 9-218,-10 23-44,-1 3 1132,-1 10-1132,-8 16-34,0 5-17,-7 14 17,2-4 116,0 5-113,4-12 0,0 2-2490,-3 16 2478,5-18 1,1 1 8,1 27-120,2-16 104,4 10 16,9-12-6,-1-14 12,10 2 0,-2-18 17,11-5-1,-5-10 74,20-18-63,-16-3 158,9-13-146,-11 5 2776,-2-1-2764,-1-2-198,-3 1 219,-1 0-601,-1 4 624,-2 3-22,-3 4 101,0 0-191,-4 8 0,-1 2 0,-4 10 0,-2 3 990,0 5-990,0 3 0,1 7 678,0 17-678,0 12 0,0 4-1142,0 4 1079,0-11-166,-1 2-261,0-10 0,0 0-339,0 17 215,-1-18 1,2 1-6185,2 23 6798,3-14 0,-1-7 0,-1-19 0</inkml:trace>
  <inkml:trace contextRef="#ctx0" brushRef="#br0" timeOffset="138989">21054 6937 14759,'0'-9'2790,"0"3"375,0 6-2128,0 0-528,21-71-234,-7 43 81,-1-13 0,2 4-272,1 22 675,-2 8-669,7-2-51,-4 4-17,5 0 2076,-5 3-2070,7 2 5,-5 0-10,6 1 16,-4 4-17,-6 1-16,3 2 22,-6 4 507,-4-1-507,1 6 43,-5 6 2,-4 12 33,-5 16-55,-1-4-1626,-3 5 1614,5-13-11,2 2-898,2 2 903,6 2 1,5 4-253,8 2 264,7 3-1269,-11-25 0,2-1 1235,1 2 0,0-1 0,1 1 0,-1-1 20,1 0 0,-2 1-28,-1-2 0,-2 1 31,10 26-40,-10-2-39,-9-3-44,-15-3-102,-11-5-262,-16-4-2203,-3-16 1,-5-2 2655,1-5 0,2-1 0,-13 7 0,32-15 0</inkml:trace>
  <inkml:trace contextRef="#ctx0" brushRef="#br0" timeOffset="156946">7881 8169 25918,'27'3'-446,"-6"3"-38,-32 43-56,-1-9-419,-1-11 0,-1 0 883,-2 0 0,1-2 1,-2 3-1,-1 0 1</inkml:trace>
  <inkml:trace contextRef="#ctx0" brushRef="#br0" timeOffset="161837">8925 8777 22877,'59'-17'5,"1"1"0,-1-1 0,-10 3 0,-2 0 0,-3 4-87,1 5 1,-4 2-158,16 1 176,-21 0 0,-1 1-61,13 0-44,3 1-2,-29 0 341,-10 3-370,-18 3 426,-22 4 85,-8-1-1041,-12-1 953,8-1-127,-3-1-336,-1 0 82,11-1 0,1 1-163,-19 2-1,18-3 0,1 0-404,-12 2 65,1 0 56,3 0 160,2-1 341,4 1 301,3-1-157,3 1 112,5-2 138,5 0-226,4-2-43,5 0 17,5 0 844,6-1-881,6 0 557,7-1-559,6-1-23,8 0-9,8-2-952,7 0 911,6-3-65,5 0 72,5-1 29,-17 2 1,1 0 6,-11 2 0,0-1 4,8 0 1,0 0-48,8 0-13,-8 2-3096,-9 0 3165,-11 1 17,-9 0 34,-9 2 33,-11 1-33,-8 1-6,-11 3-6,-9-1 6,-6 3-465,-7-2 479,10 0 0,-2 0-62,9-2 1,0 0 47,-11 2 0,0 0 22,-18 3 12,0-1 10,3 0 35,2-1 22,4-1 16,6 0 34,8-3-11,9 0 2827,8-2-2855,8-2-34,6 1-44,3-1 650,5 0-695,4 0-12,16-4-10,2 1-12,16-5-28,0 2-996,7-2 990,5-1-5,6 0-1350,-13 2 0,1 0 1392,-11 2 0,0 0 11,11-2 0,-1 0-152,11 0 161,-5 1-17,-10 1-12,-8 2 6,-11 2 34,-11 0 1314,-13 2-1320,-11 1-11,-11 2 11,-8 2 2434,-7 1-2434,-6 0 11,-6 1 1,-3 0 10,-3 2 1,-2-1-1779,1 1 1801,0-1 19,19-3 1,2 0-1214,-17 3 1182,22-4 1,2-1-167,-2 0 234,8-2 39,7 0 6,6-2 501,7 1-579,2-1 1765,3-1-1838,5-1 1658,3 0-1664,6-3 6,5 0 0,7-1-599,7-2 615,7 0-10,8-1 4,6 0-10,6 0 2,-28 3 1,0 1-4,1 0 1,0-1-1,0 1 1,0 0-596,0 0 1,-2 1 578,27-4 27,-7 3-575,-12 0 615,-10 2 23,-13 2 10,-9 0 810,-10 1-832,-7 2-6,-9 0 7,-6 2-1,-6 0 22,-4 2 7,-4 1-680,-2 0 691,-3 1 27,1-2 350,-1 2-361,4-1-22,2 0-11,5-1-34,6 0-12,7-2-16,7 0-5,5-2-12,5-1 6,6 1 5,5-2-22,8 0-11,7 0-28,9 0-73,9-3 411,7-1-921,8-3-1092,5 0 1714,-24 2 0,-2 1 0,3-1 0,-2 0 0</inkml:trace>
  <inkml:trace contextRef="#ctx0" brushRef="#br0" timeOffset="169911">16233 8388 10248,'-5'0'2185,"1"0"4418,4 0-6435,-8-31-33,17 20-51,-2-24-34,21 30-16,3 1 5,20-1-22,-10 2-6,14 1-22,0 1 5,-15 1-27,6 2-7,-23 1 1,-6 2-6,-6 0 23,-6 1 16,-7 0-10,-19 5 4,-4-2-868,-16 4 885,1-4-16,-5 1 28,10-4 0,-1 0 11,-20 3-9,20-3 1,0-1 30,-12 2 6,4-2 17,4 0 0,5-1-226,6-1 203,6-1-50,5 0-17,9-1 28,3 0 6,8-1 889,4 0-873,5 0 208,6-1-230,4-2-33,5 0 5,24-3 17,-7 1-2130,18-1 2130,-13 1 0,2 0-523,2 1 517,0 0 1,-1 1 2,-18 1 0,0 1-14,12-1-5,9 1-28,-28 1-1,-7 0 18,-8 1 21,-6 0 35,-8 1 1993,-6 2-2027,-8 0 11,-7 1 0,-6 1 11,-6 0 0,-3 0-281,-5 0 287,-2 0 5,13-2 0,0 1 12,-18 1 16,-11 2 1,24-3-1,7-3 23,7 0-23,6-1-16,8-1-23,5 0-5,18-4 5,-1 0-95,26-6-39,-10 3-112,11-1-1306,12 0-1117,-6 3 2658,-10 1 0,-2 1 0,-4 1 0,-1 0 0</inkml:trace>
  <inkml:trace contextRef="#ctx0" brushRef="#br0" timeOffset="171990">5594 10066 9957,'1'-5'3870,"0"1"991,-1 4-4389,4-61-716,-6 44 524,2-46 134,-14 60-291,1 1 119,-7 3-29,-8 5-107,2 2-11,-12 4 62,-10 6-1289,6-3 1182,-15 5 17,13-5-1415,-2 1 1426,-1-2 18,-1 0 184,-12-1-62,18-6 23,-5-1-2386,25-6 2313,7-3-212,4-2 123,5-3 646,3 0-663,1-2 1255,2 1-1278,2 0 3293,2-1-3332,1 3 373,2 0-362,2 4 28,1 12-39,-2 0 11,-1 13 6,-5-1 0,-2 6-11,-3 6-411,-3 5 399,-3 4-3224,-3 3 3258,-1 3-11,0 1-384,6-15 0,0 0 373,-2 19-3,5-21 0,1 1-15,4 25 24,6-15-166,3-10 1,2-2 153,9 3-16,11 8-40,-3-18-90,5-1-106,4-3-609,5-4-25,6-4-2517,-9-7 1,2-2-5246,17 1 8648,-20-4 0,-3 0 0,-11-1 0,-10 0 0</inkml:trace>
  <inkml:trace contextRef="#ctx0" brushRef="#br0" timeOffset="172392">6519 10291 15356,'1'-49'1268,"0"1"0,0 5 0,0 4-210,-1 2-157,-2 6-167,-1 5-145,-3 5-102,-1 3 157,-1 2-470,3 8-57,0 1-61,4 10-28,1 5-5,0 8 5,0 6 5,0 6-27,0 6-546,1 6 512,0 5-45,2 4-101,-1 5-156,-1 4-1988,0-14 1,-1 1 1119,0-11 0,0 1 1198,0 16 0,0-5 0,0-9 0,0-4 0</inkml:trace>
  <inkml:trace contextRef="#ctx0" brushRef="#br0" timeOffset="172599">7096 10487 16776,'-24'25'-415,"4"2"-154,14 26-2349,2-9-6747,0 9 9665,4-19 0,-1-16 0,1-8 0</inkml:trace>
  <inkml:trace contextRef="#ctx0" brushRef="#br0" timeOffset="173500">8327 10200 8853,'-7'0'3580,"1"0"-2292,6 0 5338,0 0-6246,-7-61-4231,7 35 3960,-2-12 0,1 1 48,6 11-39,2 0 1096,7-10-1169,0 11-6,6-7 159,-2 15-187,1 1 6,0 3 5,0 2-161,0 3 150,0 4-16,-1 1-1,0 3 12,-1 4-12,-1 2 2130,-2 5-2169,6 11 34,-6-2-6,5 7-5,-8-3-1,-1 1 1,-3 2-23,-2 2 11,-2 0 1,-2 0-6,-5 0 106,-2-2-62,-6 1 6,-3-3 6,-4 0-2669,-2-3 2692,-2-1 21,-2-3 152,0-2-50,-10-1-46,9-8 52,-5 0 50,12-7 44,4-3 22,2-3 7,3-2-40,3-3-51,3-1-33,2 0-84,3-1 0,3 0-11,4 0-28,5 1 5,3 2-16,2 1-12,3 1-5,0 2 11,3 1-17,0 2-11,2 2 0,2 1 11,-2 3-11,1 2 12,0 4-1,-2 2-28,-2 2 23,-2 1-6,-3 1-150,-2 1 139,-2 1 11,-5 0 0,-4 1 11,-2 0 6,-6 0-2230,-3 0 2213,-5 0-711,-4 0 711,-4 0 1845,-12 6-1878,-6-3-169,-9 2-22,10-8-76,4-5-1946,5-4-1289,9-3 3535,-4-1 0,15-2 0,1 0 0</inkml:trace>
  <inkml:trace contextRef="#ctx0" brushRef="#br0" timeOffset="173716">9391 10284 14721,'8'4'2526,"-2"-1"135,-6-3-489,0 0-2200,-34 63 85,20-33-178,-7 12 1,0 0-728,4-7-833,-4 3 1681,-5 5 0,12-20 0,0-2 0</inkml:trace>
  <inkml:trace contextRef="#ctx0" brushRef="#br0" timeOffset="174444">10628 10089 13663,'11'-48'1477,"-1"1"0,-2 8 0,-1 6-894,-1 8-169,-4 15 1456,-1 4-1713,-1 3 534,0 3-641,0 4 382,0 13-381,0 2-1,-2 13-27,0-2-1,-2 4 511,-1 3-550,0 1-72,0 4-180,1-10 0,0 2-1279,-3 18 985,3-16 0,-1-1-2473,-1 15-1289,0 0 4325,0 5 0,2-26 0,2-2 0</inkml:trace>
  <inkml:trace contextRef="#ctx0" brushRef="#br0" timeOffset="174833">11145 10055 16841,'15'-41'1124,"-1"0"0,0 4 0,-5 8-161,-10 21-159,-8 6-630,0 7 96,-7 8-136,1 7-16,-2 4-23,-1 6-5,0 3-34,1 3 5,-3 21-1301,8-13 1245,0 15 12,10-19-516,3-2 510,4-2-420,16 10 420,0-15 0,13 5-2562,-3-18 2579,5-6 5,4-3-189,1-9 0,1-4 207,11-4-127,-12 0 0,-1-3 149,-6-10 0,-4-3 278,-6-4-256,-5-1 12,-6-3 2042,-4-2-2031,-4-1 5,-3-1 95,-9-16-122,-1 13-18,-8-9 6,-3 19-6,-2 3 1745,-4 2-1761,-2 4 61,-18-2 458,12 9-530,-11 0-17,9 10-23,12 4-5,-4 3-23,13 6-39,2 4-45,2 5-106,1 5-180,2 4-402,3 5-886,2 3-3204,4 6 4879,3 6 0,-2-21 0,1-2 0</inkml:trace>
  <inkml:trace contextRef="#ctx0" brushRef="#br0" timeOffset="175045">12505 10330 20873,'0'-5'2487,"0"1"-521,0 4-2061,-37 17-129,21 2-1375,-30 17 753,32-2-1193,0 3-7185,3-3 9295,2-3 0,5-16 0,1-6 1</inkml:trace>
  <inkml:trace contextRef="#ctx0" brushRef="#br0" timeOffset="175643">13742 10118 19641,'11'-44'851,"0"-1"1,0 5 0,-5 8-376,-11 18 166,-2 5-390,-4 3 42,-3 3-126,-2 3-33,-3 5-12,-2 4-28,-2 6-22,-2 4-23,-1 5-27,1 3-1436,-1 4 1419,3 3-6,0 3 6,4 2-12,1 3 134,5 1-139,2 2-6,6-1-1019,2-1 1013,6-2 7,5-3-12,6-3 16,6-4-141,18 5 125,9-7 25,-17-15 1,1-2 490,19 1-477,-7-12 6,-17-7 39,3-12-11,-11-1 5,2-8 29,-12 5-23,-4 0 5,-1-2 23,-3 2 0,-3-1 0,-3 0 6,-2 2-17,-4 1 11,0 2-11,-2 4 1056,0 2-1067,-2 3-6,0 3-28,0 4-6,-1 0-10,0 6-12,0 2 11,0 6-11,1 2-17,2 3-28,2 3-61,3 2-136,3 2-278,3 1-556,2 1-1461,6-1-6693,1-2 9230,2-4 0,-3-9 0,-2-4 0</inkml:trace>
  <inkml:trace contextRef="#ctx0" brushRef="#br0" timeOffset="175834">14387 10383 21747,'0'-4'2280,"0"1"-348,0 3-1977,1 24-44,-5-4-107,1 22-258,-7-8-504,0 1-1216,-1 2-7657,1-2 8875,1-5 0,4-14 0,2-7 0</inkml:trace>
  <inkml:trace contextRef="#ctx0" brushRef="#br0" timeOffset="176474">15799 10243 9595,'33'-45'1307,"1"1"0,-1-5 0,-7 5 1790,-15 7-2660,0-11-56,-8 16-34,-2 3 1342,-5 4-1443,-2 4-44,-7 4-45,-4 5-6,-3 2 79,-20 5-113,7 4 844,-15 6-877,10 4-23,0 5 2125,-1 4-2158,1 4-17,2 3 11,4 2-11,5 3-22,4 1 28,4 0-6,6 1 0,4-2 886,5 0-903,7-2-5,6-2-6,6-2 17,6-3 0,21 0 6,-6-7-1,17-4 1,2-10-210,0-13 248,-23 3 1,0-3-1336,11-14 1358,-9-4 17,-15 7 302,-2-2 34,4-21-241,-8 18-11,2-14 0,-10 26-45,-3 3 206,-1 4-239,0 2 1410,-1 4-1455,0 2-22,0 1-7,-7 15 7,2-1-1,-11 26-44,4 6 11,0 3-29,4 3-27,5-11-348,2 3 152,1 3-269,2-8 0,0 0-426,1 23 255,0-20 0,1 0-3219,0 17-2038,1-1 5260,-2 6 1,-1-30 0,0-2 0</inkml:trace>
  <inkml:trace contextRef="#ctx0" brushRef="#br0" timeOffset="176657">16638 10289 24308,'-30'27'-187,"0"0"0,2-2 1,5 1-677,8 11-1260,1 2 2123,-1 5 0,7-21 0,1-1 0</inkml:trace>
  <inkml:trace contextRef="#ctx0" brushRef="#br0" timeOffset="177298">18597 9570 14684,'0'-6'2470,"0"2"3742,0 4-5882,-60-24-1893,36 20 1669,-12-8 1,0 4 72,15 16 357,-2 0-385,0 0 317,0 0-350,-1 0-18,0-1 35,-13 1-6,-13 1-85,9-3 538,-4 1-565,24-6 22,1 0 149,3 0-138,-5 0-39,6 1 6,-3 1 11,6 1 6,0 1 44,-5 5-11,-1 3-39,1 0 390,2 1-373,6 2 0,3 3-6,2 9-3397,3-4 3397,2 1-195,2 4 190,-2-6 5,2 17 17,-3-16-17,-3 6 23,0-11-2201,-4-2 2195,1-3 2268,-3 1-2246,3-7 218,-1 1-162,5-6 23,0-2 61,3-1-139,-1-5-35,3-1 3393,2-5-3386,4-3-40,2-1 0,2-2 11,3-1-16,1 2 33,9-7-28,-5 8 12,6-2-12,0 8 0,-6 3-16,5 1 44,3 5-34,-6 3-378,10 3 373,-6 5 0,2 3 0,3 2 6,0 4-17,2 1-17,-4 2-6,6 11 6,-15-6 6,0 8-12,-16-9-16,-10 1-12,-5 1-16,-11-1-23,-7-3-1116,-6-2 1082,-7-4-55,-2-3-706,-2-3 414,14-6 1,0-1-270,-15 0-549,14-3 1,2-2-2566,3-6-5107,1 0 8972,18-3 0,6 4 0,1 2 0</inkml:trace>
  <inkml:trace contextRef="#ctx0" brushRef="#br0" timeOffset="177493">18977 9886 20414,'-27'47'76,"1"-1"1,2-3 0,2-6 1449,-3-10-4254,-7 14-5270,8-10 7487,0 4 1,19-27-1,2-3 1</inkml:trace>
  <inkml:trace contextRef="#ctx0" brushRef="#br0" timeOffset="177940">19586 9356 19596,'3'-7'2470,"-2"2"-1110,-1 5 590,0 0-5717,-6 10 3823,-4 10-1288,-7 12 1277,-1 10-1366,-1 1 1349,1 2-77,1-1 94,2-1-22,3-3 1107,3-3-1113,5-4-11,1-2 11,4-5 5,3-2 2045,11 1-2028,10-9-27,4-2 10,3-10 6,-6-9 6,2-2 5,-1-8 6,2-2-12,-2-4-5,1-2-670,8-17 659,-9 7 8,6-10-8,-12 14 0,-3 3 22,-2 3 2719,-3 5-2680,-3 4 1301,-4 4-1278,-2 5 737,-2 2-838,-1 6 23,-6 10-6,0 1 5,-5 10-16,3-3-6,-2 3 11,1 2 6,0 2-23,0 3-22,0 0-542,1 2 419,0 1-292,-2 17 1,4-12-292,1 10-381,3-16-761,1-4-2611,2-3 4487,1-3 0,-1-11 0,0-3 0</inkml:trace>
  <inkml:trace contextRef="#ctx0" brushRef="#br0" timeOffset="178291">20514 9349 22077,'23'-39'194,"0"-1"0,-2 3 0,-1 9-82,-6 19 1085,2 2-1057,10 1-89,-6 1 407,9 1-407,2 3-29,-7 1 1,8 0-12,-12 1 219,1 2-213,-3 3 669,5 9-658,-9-1 0,2 7 5,-11-1 1,-2 2-12,-2 5 6,-1 2 12,-2 19-18,1-9 0,0 14-1043,1-14 1055,2 2-6,3 0 5,5 2-10,3 0 16,3 2-11,3 1-6,1 2-11,3 2 0,0 0 12,0 2-29,-1-1 12,-3-1-12,-6-3-22,-6-5-33,-12-2-85,-10-5-688,-16-3 290,-12-4-1904,-2-11 1,-3-1-2469,13-5 1,-1 0 4420,-14 1 0,4-1 1,12-4-1,13-3 1</inkml:trace>
  <inkml:trace contextRef="#ctx0" brushRef="#br0" timeOffset="190744">10854 10879 17798,'-59'-2'1245,"1"1"0,0 0 1,23-1-1129,38-2-38,7 0-18,10-1-16,8-1-11,9 0-1103,9 0 1069,7-1-1108,8 0 1094,-28 4 0,0 0 0,2 0 0,1 0 0,-1 0 0,1 0-3,-1 1 1,1 0-12,-2 0 0,0 0 5,-1 1 1,-1-1-23,28 0 12,-8 0-12,-7 1-178,-10 1 150,-10 0 12,-11 0 33,-7 1 716,-12 2-699,-8 1-6,-12 3-1893,-9 0 1899,-9 2 22,-7-1-533,-8 1 538,-5-1-1007,14-2 0,-2 0 1013,12-1 1,-1 0 5,-13 1 0,1 1-65,16-3 0,0 0 115,-11 2 0,0-1-30,13-1 0,0-1-1,-6 2 1,2-1 64,-5-1 1945,11 0-1990,8-2 618,10 0-657,7-1 3270,9 0-3276,7 0 357,9-1-356,7-1-12,8-1-720,7-2 698,7 0-6,9 0-6,7 0-711,-29 3 1,1-1 716,1 1 1,0 0-4,1-1 0,1 1 8,-1 0 1,-1 1-3,0-1 0,0 0 5,-2 1 1,-1 0-3,28-2-17,-8 1 11,-10 1-16,-10 0-1,-13 1 23,-10 0 0,-15 0 11,-11 1 11,-15 1-5,-12 1-946,-11 2 951,23-3 1,-1 1 2,-4 0 0,0-1 11,-2 1 0,-1 0 9,-1 0 0,-1 1 8,0-1 0,1 1 5,-1 0 1,1 0 13,1 0 1,1 0 16,2 0 1,1-1 16,3 1 0,0-1 135,-23 3 16,10-2-16,10 0 1214,12-1-1186,10-2 11,9 0 61,29-2-179,0-2-22,25-2-28,-6-2-1389,7-1 1361,8-1-42,-27 4 0,1 0-9,2 0 1,2 0-4,0-1 1,0 0 2,0 1 1,3 0 6,3-1 1,3 0 0,-4 0-25,-3 1 1,0 0-6,18-3 0,-5 2-5,-15 2-40,-13 2 1449,-11 2-1779,-13 5 375,-36 17 0,23-13 0,-22 11 0</inkml:trace>
  <inkml:trace contextRef="#ctx0" brushRef="#br0" timeOffset="197432">19598 10313 12897,'-10'0'3563,"2"0"-2964,-24-6 0,-5-3 1681,3-2-1888,-6 1 0,1 0 509,16-3-492,17 5-313,6 3-34,10 2-12,5 2-5,7 1-17,5 0-3398,3 0 3393,5 2-18,4 0 7,2 1-2281,3 1 2275,1 0-570,0 0 558,1 0-200,17 1 189,-19-2 0,10 1-5,-27-2 1872,-6 0-1878,-9-1 2848,-6 1-2814,-11-2-2027,-8 1 1999,-9 0-3,-7-1 20,-7 0 10,-6 0-8,7 0 1,0 0 7,-21 1 1,19-1 0,-1 1 10,-13 1 7,-1 1-6,4 1-1,4 1 24,3 0-12,6-1-15,5 0 15,8-1-11,5 0 45,6 0 39,9 0 3174,6-1-3219,11-1 572,22-1-594,-3-1-17,18 1 5,-7-2-221,3 0 218,-12 1 1,1-1-3320,19-1 3311,-20 1 0,-1 0 6,9-2-109,-4 1 125,4-1-5,-15 1 12,1 0 4,-19 2-16,-5 1 0,-5-1-22,-7 1 0,-3-2-1,-9 1-5,-4 0 0,-6 0-2067,-3 1 2073,-5-1 126,-1 0-126,-1 0-1508,0-1 1486,2 1-35,2 0-1277,-6 1 566,14 0-931,-3 0 1693,15 1 0,7-1 0,2 1 0</inkml:trace>
  <inkml:trace contextRef="#ctx0" brushRef="#br0" timeOffset="199063">5257 12064 19132,'-20'-18'364,"1"5"-280,-7 19-12,0 3 12,-6 3-5,-6 0 5,-3 2-907,-3 0 918,10-4 0,1 0 39,-16 4 45,10-6 1,2 0 16,1-2-17,-5-1 195,22-5-217,4 0-22,4-2 111,4-2-72,2 1-124,2 0 673,3 1-712,0 2 6,4 5 5,0 1-5,4 5 6,-4 0 5,1 4 0,-1 2 6,-2 5 5,0 1 17,-3 5 123,-8 21-53,1-18 0,-1 0-181,0 0 1,-2 1 118,0 1 1,-2-1-298,-2 2 0,0 0 336,1 1 1,0 1-554,0-1 1,0-1 480,3-3 0,3-2 2,0 7 1,4-2 5,10 6-28,4-10-21,10 4-34,18-7-46,-3-10-128,17 1-180,-7-11-1481,6-3 344,4-2-2402,7-2 3539,-25-2 0,-1 0 1,3 1-1,0-3 1</inkml:trace>
  <inkml:trace contextRef="#ctx0" brushRef="#br0" timeOffset="199511">6225 12509 14633,'10'-46'1884,"-1"-1"0,0 6 0,-1 3-921,-2 5-196,-2 6-178,-2 5-107,-2 6-101,0 4-118,0 4-106,0 4-73,0 1-12,3 17-44,0 0 0,4 15-22,4 17-6,-2-5-1385,1 17 1340,-4-11-84,-1 4-106,-3 3-218,-1 3-984,0-13 0,-2 0-1199,1-9 1,0 0-1790,0 8 1,0-1 4424,0 7 0,0-23 0,0-12 0</inkml:trace>
  <inkml:trace contextRef="#ctx0" brushRef="#br0" timeOffset="199703">6891 12647 15877,'3'-6'4061,"-1"0"-2964,-2 6 1878,0 0-2958,-17 22-34,5 0-401,-16 22 306,10-3-577,0 2 107,0 2-830,3 2-2318,2-1 2949,2 6 0,7-35 0,2-4 0</inkml:trace>
  <inkml:trace contextRef="#ctx0" brushRef="#br0" timeOffset="200422">7829 12580 14443,'0'-3'4184,"0"0"84,0 3-4021,-16-67-794,12 40 628,-5-13 0,3 0 43,8 15-24,2 0-16,2-2 216,2 0-239,1 0 130,1 2-73,7-9-62,-3 10-17,5-5-5,-3 14-6,-1 2-12,2 4 383,0 2-394,3 3-558,1 2 558,2 2 1,0 5-1,3 2-357,12 15 347,-8-3 5,10 9-12,-14-5 7,-1 0 5,-3 2-6,-3 0 1,-4 2-1,-2 2-16,-5 1 5,-3 2 0,-2 1 0,-6 0-3080,-3-1 3085,-3-1-869,-6-4 870,0-3 17,-3-4 5,0-4 348,0-4-336,1-5 5,2-3 0,2-4 203,3-5-209,2-2 1,2-5 10,3-3-10,1-1-18,3-3 2938,4 0-2943,8-6 5,2 8 1,6-4-17,-3 9 11,1 2 0,1 2 0,1 2 5,0 0 1,2 3-6,-1 1-6,3 2 1,0 0 5,0 3 1385,1 2-1402,10 10 6,-11-1-6,5 8-28,-15-2 0,-6 3-61,-7 17 56,-7-7-6,-8 11-1721,-5-12 1659,-4-2-72,-4-1-113,-3-4-190,-4-2-409,-3-4-3441,0-3 1307,-2-2 2561,-2-2 1,19-7 0,2-1 0</inkml:trace>
  <inkml:trace contextRef="#ctx0" brushRef="#br0" timeOffset="200631">9147 12453 15535,'3'9'3030,"-1"-3"-1831,-2-6 638,0 0-1602,-44 69-1005,24-42 750,-7 15 1,-1-1 31,8-17-2068,-6 13-6224,8-10 8280,-3 10 0,15-23 0,1-3 0</inkml:trace>
  <inkml:trace contextRef="#ctx0" brushRef="#br0" timeOffset="201039">9851 12056 25197,'5'11'230,"-6"6"-179,-16 26-603,-2 1 577,5-12 0,0 1-3907,-6 16 3885,7-17 0,1-2 3,2 10 742,4-3-742,5-2-1,6-3-2141,5-4 2148,5-2-698,4-6 692,1-3 5,4-6-5,0-5 10,3-3 79,1-6-106,3-4 34,0-6 1029,2-4-1041,-1-6 17,0-3-11,-3-5 5,-3-2-5,-2-2 878,5-14-828,-5 4-16,0 3 2725,-8 13-2715,-9 18 1,-2 3 5,-3 4 1385,0 3-1452,-2 8 23,0 2-12,-2 8 28,-3 11-33,-1-4-923,-4 11 923,3-6-233,-5 17 87,2-8-185,-2 16-1692,1 8-2308,4-13 4325,2-13 0,2-1 0,0-8 0,2-1 0</inkml:trace>
  <inkml:trace contextRef="#ctx0" brushRef="#br0" timeOffset="201236">10752 12568 20565,'0'-4'2969,"1"1"-734,-1 3-2274,1 53-57,-5-22-47,1 7 0,0 2-979,-8 4-1045,0 5-7664,1-3 9090,3-5 0,4-20 1,1-8-1</inkml:trace>
  <inkml:trace contextRef="#ctx0" brushRef="#br0" timeOffset="202537">12214 12087 15888,'8'-45'1006,"0"0"1,0 1-1,-3 7-631,-6 21 1405,-3 0-1567,-3 11-28,-3 4-34,-4 8 606,-5 4-556,-4 10-10,-5 5-666,-4 9 615,-3 5-926,-3 8 828,18-23 0,1 1-11,0 1 0,0 0-15,1 0 1,0 1 11,-14 26-16,4-1 27,6 0-28,5-3-17,7-1-899,8 14 894,8-19-634,9 8 645,7-23-17,5-5 507,3-5-479,4-6-5,2-4 22,2-5-1118,16-14 1118,-12-2 12,9-12 371,-18-1-355,-3-3-1477,-3-3 1499,-4-1-5,-4-1-558,-6 1 575,-3 1-17,-6 2 28,-3 4 1781,-6 2-1787,-3 5 293,-6 3-315,-6 5-6,-2 5-11,-5 3 17,0 3 2833,-1 4-2878,1 4 0,1 3 1595,2 4-1617,3 1-2543,4 3 2532,4 1 10,4 1-50,5 1-27,1 0-80,8 2-178,3-1-247,8 0-409,6-1-700,5-3-2323,6-1 4009,10-2 0,-19-8 0,0-1 0</inkml:trace>
  <inkml:trace contextRef="#ctx0" brushRef="#br0" timeOffset="202720">13086 12410 24491,'0'40'-369,"0"-2"-107,-4-15-555,1 0-1204,2 1 2235,-1 3 0,2-14 0,-1 0 0</inkml:trace>
  <inkml:trace contextRef="#ctx0" brushRef="#br0" timeOffset="203154">14363 12236 21439,'12'-46'698,"1"1"0,-1 3 1,-3 7-195,-5 10-101,-1 4-101,-4 6-78,-4 3-61,-3 4-46,-6 4-33,-4 2-16,-7 4-1,-5 3-3397,-6 5 3403,-4 6-23,-4 4-424,-2 4 402,-1 3-16,0 3-887,2 0 892,2 2-17,6 0 5,5-2-16,8-1 0,7-2 5,9-2-5,4-3 2751,9-2-2756,5-4 16,8-4-6,5-3 12,4-5-6,4-3-2385,1-4 2390,1-3 1,1-6 774,1-3-769,0-3 0,1-3 0,0-2 12,0-1 10,-1-2 12,-1 0 22,-4-1 140,5-5-50,-12 9 28,0-1 11,-14 12-28,-5 5-45,-2 3-11,-1 2-73,-6 9 12,-1 2 50,-12 17-68,3-5-22,-6 11-5,7-9 3308,0 3-3298,2 1 238,2 1-254,0 3-112,-4 18-62,4-10-1295,-4 15 904,5-14-326,1 1-308,2-1-4917,2 14 5361,4-11 1,0-7 0,2-18 0</inkml:trace>
  <inkml:trace contextRef="#ctx0" brushRef="#br0" timeOffset="203344">14841 12460 20504,'1'-3'3321,"1"1"-778,-2 2-2504,16 24-11,-12-5-50,12 23-23,-20-11-3521,-2 3 3158,-4 1-1376,-3 2-669,-2 3 2388,-2 5 0,7-21 0,1-1 0</inkml:trace>
  <inkml:trace contextRef="#ctx0" brushRef="#br0" timeOffset="204132">16221 12229 13292,'13'-41'661,"1"0"0,-1 3 0,-5 8 1647,-9 18-2023,-2 3 1390,-3 1-1490,-1 2 868,-1 2-953,-1 1 3144,-1 2-3183,0 0-5,-2 1 34,-7 4-51,3-1-5,-7 3 685,4 0-691,-3 0-5,-3-1 5,-2 1-6,-4-2-3364,-2-1 3382,0-1-85,1-2 197,-7-1-23,12-2 11,-1 0 11,15 0-28,5 1-39,4 0-33,2 2 72,1 0 3284,1 2-3335,2 2 210,1 8-220,2-2 10,1 6-10,0-3 11,-2 1-12,2 0-10,-2 1-1,0 0-5,0 2 17,-1 8-23,-1 4-6,-2 0 1,-3-2-3381,-3-7 3380,0-1-391,-4-1 397,1 0-135,-2-2 130,1-1-6,-1-2 0,2-2 90,-2-2-29,5-4 3146,0-1-3151,6-4 555,-1-3-594,1-2 202,0-3-197,2-3-28,2-1 12,3-1-12,3-1-3397,3 1 3386,1-1 1,3 0-313,2 1 318,0 0 5,2 3-22,0 0 0,1 2 6,-1 2-12,1 1 6,2 2-5,1 2-12,3 1 11,2 4 3238,0 2-3232,3 7 11,10 11-462,-12-2 451,5 9 5,-19-7 1,-5 2-12,-5 1 1,-4-1-3091,-4 2 3068,-6-1-223,-6 0 44,-21 11 33,4-10-67,-15 7-67,10-13-1728,0-3 1386,2-4-308,2-4 1652,3-4-694,-7-6 0,19 0 0,-3-3 0</inkml:trace>
  <inkml:trace contextRef="#ctx0" brushRef="#br0" timeOffset="204338">16891 12431 23499,'15'48'-801,"0"0"0,0-8 0,-6-5-5456,-13-10-3186,1-11 8397,0-1 1,2-7 0,0-3-1</inkml:trace>
  <inkml:trace contextRef="#ctx0" brushRef="#br0" timeOffset="204587">18097 12044 26425,'-27'39'9,"-1"-1"0,2-2 1,4-3-21,4 6-2411,-2 2 2282,0 1-179,1 2-319,0 0-522,3 2-1030,3-1-3176,3-1 4731,1 1 0,5-21 1,0-2-1</inkml:trace>
  <inkml:trace contextRef="#ctx0" brushRef="#br0" timeOffset="204963">18574 12171 18347,'2'-7'3865,"0"2"-2196,-2 5 616,0 0-2167,-67-37-4285,41 37 4203,-15-14 0,2 6 20,17 33 830,0 3-853,4 1-372,2 1 356,4 1-6,4 0 0,4 0 11,3-1-16,4 0 5,4-1-16,5-2 10,5-2 1,1-3-17,4-2 16,11-1 6,-7-9 6,9 0 0,-11-9-6,0-5 0,-1-3 6,-2-6 6,-2-3-12,-2-4 11,-1-2-11,-4-3-5,-1-2 44,-3-2-38,-3-1 4,-2 0 1,-1 0-11,-2 3 3222,0 1-3205,-3 3 5,-2 2-23,-4 3 6,-5 3 6,0 1 6,-3 3 23,-1 1-35,0 3 515,0 1-537,0 4-11,2 1-62,-1 2-112,1 3-208,0 2-391,1 3-785,2 1-2878,3 1 4458,3 1 0,3-5 0,3-1 0</inkml:trace>
  <inkml:trace contextRef="#ctx0" brushRef="#br0" timeOffset="205319">19242 12014 22615,'-1'-6'2117,"1"1"-705,0 5-1188,13-62-78,-4 40-96,1-14 0,2 3-1756,4 22 1779,2 3-34,1 2 11,1 3 364,0 2-374,1 0 10,-2 1-22,-1 2 6,-2 1-12,3 6 0,-6-1-10,3 6-1,-8-2 39,-1 2-11,0 11 1339,-3-4-1378,0 8 5,-3-4 12,-1 2 0,-1 2-17,1 17-6,0-7 1,3 12 33,4-13-502,3 2 474,2 2 0,0 1 11,1 2-17,0 0-11,-4-1-39,-2 17 23,-9-17-937,-9 9 942,-11-22-17,-10-4-16,-9-3-68,-8-3-179,-7-3-11,25-9 0,0 0-977,-2-2 0,-1 0-1664,0 0 0,0-1 2960,-6 1 0,2-2 0,-3 2 0,1-2 0</inkml:trace>
  <inkml:trace contextRef="#ctx0" brushRef="#br0" timeOffset="207311">12137 13071 13805,'-10'0'3013,"2"0"-4339,-32 0 0,-5 0 1891,14 0-352,-18 0 0,4 0 1498,30 0-1493,6 0 877,5 0-1073,16 0 1,1 0-23,14 0 5,0 0-16,6-2-17,4 0 0,4-1-17,3-1 2784,3 0-2784,1 0-3179,0 0 3202,-3 1 22,-4 0-12,-7 1-27,-7 0 22,-8 1-16,-8 0 33,-6 1 424,-15 1-424,-4 1 3403,-13 1-3358,-21 4-12,7-1-379,-19 1 385,14 0-651,0-2 696,0 2 11,0-2 17,2 2 28,1-1 39,3 0 40,3 0 33,4-2-11,5 1-39,6-2-45,5 1-51,6-2-33,5-1 382,4 0-393,9-1 693,2 0-676,11-1-46,3-1-10,6-1-1,6-2-16,5-1 10,4-1-4,4 0-249,2-1 234,-13 2 0,0 0-3003,19-3 3003,-20 3 1,-2 0-4,10 0 6,-8 1 6,-7 0-6,-8 2-23,-9 1 12,-6 2-22,-10 0-18,-8 0 18,-9 1-79,-10 3-45,-9 2-67,-6 1-337,9 0 1,-1 1-3563,-21 3 855,19-2 0,1-1 3268,-20 6 0,27-6 0,3-1 0</inkml:trace>
  <inkml:trace contextRef="#ctx0" brushRef="#br0" timeOffset="211963">5167 14278 16532,'0'-3'3188,"0"1"469,0 2-3534,-52-31-50,35 23-54,-13-9 1,2 3 19,17 13-22,-2 1 22,-3 1 23,-17 4-40,3 0 1,-15 4-875,7 0 874,-4 0 18,-4 0 4,-2 1 12,-2-2 23,-1-1 27,3-1 1,3-1-1,5-1-5,5-1 0,7 0 11,5-1 0,7-1 28,2 1-101,8-2-17,1 0 1,4 1-7,1 0-4,0 1 890,1 2-841,3 7-27,0 1 5,1 7 12,-3 0-7,-2 3 19,-1 4-2,-3 3 1,-3 4-17,-4 1 16,-2 5-1005,-3 1 1017,0 4-11,-2 1-12,0-1-5,2 1-3065,0-1 3031,3-2 40,0 17-2091,6-15 2096,1 11-200,5-19 144,12 8-51,0-12 1,13 4-56,1-18-1157,5-4 708,5-5 888,4-5-333,-2-8 0,-1-1 0,-4 2 0,18-7 0</inkml:trace>
  <inkml:trace contextRef="#ctx0" brushRef="#br0" timeOffset="213486">5841 14677 19643,'19'-44'676,"0"0"1,-1 0 0,5-10 0,1-2-1,-4 7-1500,-7 16 0,-1 3 998,6-16 0,-3 3 118,-6 8 864,-3 7-938,-3 4 616,-2 7-705,0 5 366,-1 5-456,-1 4 1715,0 3-1743,-2 5-5,-2 6 206,-3 7-223,-2 9 16,-1 6-1074,-3 9 1063,-1 5-11,-3 7-50,0 5-3,9-29 0,0 2-336,-3 13 0,1 3-874,1 2 0,1-1-485,0 1 1,1-1 1764,3 1 0,2-6 0,1-9 0,2-3 0</inkml:trace>
  <inkml:trace contextRef="#ctx0" brushRef="#br0" timeOffset="213679">6381 14764 24777,'-8'61'-526,"0"-6"-768,3-32-4106,0 2-4021,1-3 9421,1-3 0,1-9 0,1-5 0</inkml:trace>
  <inkml:trace contextRef="#ctx0" brushRef="#br0" timeOffset="214270">7437 14607 22233,'0'-49'326,"0"-1"1,0 4 0,1 7-109,4 10-33,2 1-11,2 4-51,2 2 454,0 3-482,2 2 23,8 0-85,-4 6-27,5-1 16,-5 8-16,0 3-1,3 1 174,2 3-179,0 5 0,2 4 0,8 14 0,-9-2 0,5 11-11,-14-4-6,-4 1-130,-5 2 119,-4 0 251,-6 0-229,-5-2-16,-14 12-489,4-12 505,-7 7 23,7-17 5,1-3 29,-7 0-12,7-8 17,-2 0 18,7-9 205,3-1-206,1-3 5,0-3 6,2-3 6,1-2-2860,2-3 2854,1-2 6,2 0 5,1-1-5,1 1 50,6-4-95,0 6-1,5-2-10,-1 8 3380,1 2-3386,3 1-28,2 2 12,3 1-1,3 3-11,4 2 11,1 3-801,3 4 795,2 2 1,2 3-6,-1 1-443,12 13 427,-14-6-7,6 20 1,-25-17-1,-6 9-21,-25-1 27,-3-8 0,-15 8-39,1-11 0,-3-1-39,-2-2-1099,-2-2 920,0-3-236,2-4-2156,-8-3-3697,16-4 5810,-5-5 1,27-1 0,2-2 0</inkml:trace>
  <inkml:trace contextRef="#ctx0" brushRef="#br0" timeOffset="214495">8587 14647 22946,'-3'7'1165,"0"-1"-633,3-6 980,0 0-1512,-2 68-396,-1-41 127,-1 18 1,-2-1-730,-4-19-1292,-4 5 2290,3-7 0,4-11 0,1-2 0</inkml:trace>
  <inkml:trace contextRef="#ctx0" brushRef="#br0" timeOffset="214898">9132 14166 27253,'-13'39'179,"0"-1"-140,0-1-11,2 1-5,-1 1-1501,2 2 1483,2-2 468,3 0-467,2-4-17,2-2 11,4-3 231,3-4-231,4-3 17,3-5-23,2-5 1,1-4-1,0-5 1,1-5 10,8-11 1,-4-2-29,9-10 7,-6 2 33,2-3-6,1-3 12,1-1-12,0-1 0,0 0-3123,-2 4 3151,-3 2-1007,-3 5 1029,-4 3 1,-5 6 33,-4 2 404,-2 5-449,-4 1 2849,0 5-2893,-3 3 1690,-1 6-1612,-8 16-28,0-3-323,-4 12 300,-4 5-33,5-7-11,-5 10-62,7-12-134,0 2-291,1 1-532,1 2-8801,-1 10 8368,6-17 1,0-1 0,5-23-1</inkml:trace>
  <inkml:trace contextRef="#ctx0" brushRef="#br0" timeOffset="215087">10050 14592 21171,'-19'41'-41,"-1"0"0,1 0 1,-6 9-1,4-4 1539,4 6-3661,5-16-7668,3-2 9301,2-7 1,4-12-1,1-7 1</inkml:trace>
  <inkml:trace contextRef="#ctx0" brushRef="#br0" timeOffset="216352">11303 14146 24189,'-4'-30'728,"-2"5"-594,-1 25-27,-5-2-1,-4 2-27,-5-2 0,-6 2-12,-4-2-1094,-4 1 1077,-4 0-11,-2-1 29,-17 1-24,17 0 7,-9 1 38,18 0-49,13 0-1,2 1 0,14 1 23,1 1-1,2 1 1,2 1 5,1 2 1078,3 1-1061,2 3 5,0 1 1,0 2-6,1 2 67,0 11-17,-3 5-78,-1 0-308,-5 0 297,-3-9 5,-4 1 23,-13 20-28,6-17-361,-9 15 338,11-24-5,0-1-28,1-3 28,0-1 298,-1 0-299,4-4 24,-1-1 4,5-6 12,1-2 0,0 0 394,-1-5-411,0-1 0,0-5-5,2-2 27,1-7-16,2 2-6,7-15-22,2 13-11,8-5 22,11 2-17,-4 8-11,11-3 0,6 7 0,-8 5 6,11 1-507,-13 5 512,1 3-16,0 3-1,0 4 12,12 13 5,-13-4 11,8 9-22,-16-5 6,-4 0-3232,-4 0 3203,-4-1 23,-7 1-164,-2 1 158,-8 0 1,-3 0-1,-8 1 6,-5 0-6,-4 0 6,-3-1-16,-20 6-387,10-9 364,-12 1 278,18-12-530,-6-3-39,13-4 2859,0-1-3577,16-5-739,5-3-4542,4-4 6482,7-6 0,-4 8 0,3-1 1</inkml:trace>
  <inkml:trace contextRef="#ctx0" brushRef="#br0" timeOffset="216561">12039 14541 25660,'-28'45'95,"0"1"0,2-4 0,4-7-78,4-11-34,-1 0-352,-12 10-326,8-8-1148,-10 8 550,9-9 1,11-12 0,2 0 0</inkml:trace>
  <inkml:trace contextRef="#ctx0" brushRef="#br0" timeOffset="217151">13381 14377 16456,'30'-46'530,"1"-1"1,-2 4-1,-8 6 1654,-14 10-1815,-1 1 928,-2 1-994,-3 3-29,0 3 586,-2 2-664,-2 4 1691,-4 3-1753,-3 4 319,-4 2-358,-3 2-17,-3 2 1,-3 4-12,-5 4 0,-1 3-16,-4 4-1557,0 4 1551,-1 2-6,0 3-1026,0 1 1004,3 1-17,3 1 6,5-2-12,5 0 12,7-1-12,5-2-5,6-2 28,8-3 1463,7-1-1486,9-5 12,6-4 0,6-3 5,4-3-11,3-4 5,-1-3 1198,1-5-1192,-3-3 45,10-13-838,-15 5 832,5-9 17,-18 8 28,-5 0 40,-2-1 16,-3 2 6,-2 2-103,-3 2 92,-2 3-29,-2 3-5,-1 2-11,-1 5-28,0 1 5,-1 2-44,0 1 808,-2 9-820,1-1-11,-3 11 1,0 1-7,-1 4 1,-2 4 11,1 4-40,-2 3-828,0 3 846,-2 3-6,0 3 27,-2 3-122,2-9 0,-2 1-3319,-5 20 3075,6-18 0,-1-2-887,0 16-1495,4-5-4874,3-3 7406,9-1 0,-3-22 0,4-3 0</inkml:trace>
  <inkml:trace contextRef="#ctx0" brushRef="#br0" timeOffset="217344">14252 14408 21842,'3'-4'3265,"-2"1"-912,-1 3-2342,-18 52-39,6-25-395,-1 7 0,-1 1 194,-1-3-177,0 1-1230,2 1-4693,2-2 6329,1 5 0,5-19 0,1 0 0</inkml:trace>
  <inkml:trace contextRef="#ctx0" brushRef="#br0" timeOffset="217945">15744 14144 24676,'7'-42'349,"0"1"1,0 3-1,-7 10-119,-15 24-40,-3 2-22,-5 3-4263,-3 3 4196,-3 5 922,-16 13-967,10-1-585,-10 11 562,16-5-16,-1 4-6,4 3 12,0 3 972,4 2-1001,3 2 0,8-10 1,3 0 51,-1 17-57,9-3 0,7 2-12,6-18 1,3-2 272,1 7 0,4-3-272,25 6 11,-11-20 11,14-4 2267,-16-7-2250,16-15 0,-22-13 5,-3-4 1,-9-4 5,-11 8 5,-1-1 6,-3 1 6,-2 1 262,-5-7-262,-2 8 50,-8-5-50,5 16 45,-11 1-23,-2 12-39,-2 4 17,-13 15-34,14-5-5,-7 8-12,11-6-50,-2 9-45,10-6-106,1 7-241,10-9-448,8-1-919,3-2-3730,9-2 4697,9-1 0,-13-6 0,3-3 0</inkml:trace>
  <inkml:trace contextRef="#ctx0" brushRef="#br0" timeOffset="218129">16249 14427 23235,'-18'52'-30,"1"1"0,0-4 0,1-6-2912,-6-7 2314,0 2-1192,0 0 1849,0 5 1,10-20 0,2-1 0</inkml:trace>
  <inkml:trace contextRef="#ctx0" brushRef="#br0" timeOffset="218536">17566 14110 20316,'27'-45'873,"1"-1"1,-4 5 0,-4 7-330,-10 12-102,-4 6 980,-4 5-1136,-1 1 309,-2 5-467,-1 2 162,-2 2-240,-2 1 621,-2 4-632,-1 4-11,-3 5-11,-2 5-6,-2 5-5,-1 4-1,1 4-616,1 4 544,1 3-107,4 2-207,0 2-1619,4 20 1360,5-25 0,0-1 1,0 14-1,2-5 1</inkml:trace>
  <inkml:trace contextRef="#ctx0" brushRef="#br0" timeOffset="218903">18258 14028 24749,'3'-44'551,"0"1"0,-3 4 0,-6 11-389,-17 23-28,-8 9-33,4 6-17,-1 4-559,-2 4 548,1 3-829,-1 5 778,2 2-10,3 2 292,4 2-293,4 2-16,5-1-23,5 15-264,6-14 270,7 8 16,6-16 1,7-4-12,4-3 6,3-3-1,3-4 1,0-4-2786,0-4 2808,1-4 0,-4-5 505,0-4-499,6-13-11,-5-9 22,-1-3-1830,-8-3 1818,-10 6 12,-3-1 146,-2-1-152,-2 1 29,-6-7-34,-2 13 11,-8-2-6,-3 16 0,-4 3-10,-4 3-12,-2 4 0,-12 1-23,12 4-27,-6 1 2409,17 4-2650,5 2-269,5 1-617,5 2-1404,7 2 2581,4 1 0,-1-7 0,0 0 0</inkml:trace>
  <inkml:trace contextRef="#ctx0" brushRef="#br0" timeOffset="219254">18950 13760 25886,'-10'-39'110,"0"0"0,-1 3 0,9 9-54,16 24-4783,3 1 4761,5 1 1399,15 1-1399,-6 1-1,10 0-10,-13 3 21,9 1-27,-12 0 651,5 3-651,-15-3-6,-2 2 6,-3 1 181,-3 1-181,-2 3 27,-2 8 18,-2-2-28,-4 9-6,-1-5-12,-4 1 3233,-2 3-3227,0 2-5,-2 2 5,0 2-16,0 3-319,-1 2 319,0 6-688,0 4 676,1 5 3,3-11 1,-1 2-636,3-9 1,-1-1 629,-2 12 0,-1 0-9,-6 15-17,-3-1-27,-3-5-79,-4-5-174,-4-4-252,-6-5-503,-2-6-1446,-4-6-7316,3-6 9663,6-7 0,15-8 0,9-3 1</inkml:trace>
  <inkml:trace contextRef="#ctx0" brushRef="#br0" timeOffset="220877">13423 15198 16986,'-41'3'1755,"0"0"0,3 0 0,8-1-1150,16-2-95,3 0-73,3 0 100,3-1-419,3 0-57,3-2-21,4 0-24,5-3 1,6 2-28,6-2 22,6 0 0,6 0-845,6 0 834,3 1-12,5 0-10,0 1 5,0 0-5,-1 1-45,10 1 27,-18 1 7,3 0-6,-25 1 11,-9 1 22,-5 1 12,-9 2 5,-6 2-11,-11 0-23,-27 6 35,5-1-1008,12-4 1,-1 1 1018,-20 3 7,14-1 1,-2 0-747,10-3 0,0 1 747,-10 2 0,2 0-737,-14 3 818,4-1-9,5-2 65,8-3-5,8-1 2045,9-3-2130,11-1 1758,12-2-1764,10-2-4,10-3-12,8-2 520,6-3-531,5 1-11,4-2-3055,4 2 3066,1-1-28,0 1-831,1-1 842,-1 1-6,-1 0-524,1 0 519,-5 1-6,-2 2-39,-8 2 402,-7 2-570,-12 2 2218,-9 2-4038,-15 3 2328,-14 7 0,7-6 0,-3 2 0</inkml:trace>
  <inkml:trace contextRef="#ctx0" brushRef="#br0" timeOffset="223527">4874 16094 23853,'-29'-30'218,"3"6"-167,13 24-1,-2 0-5,-2 2 5,-2 2-16,-4 1-6,-2 2-4212,-17 0 4234,8-1 0,-12 1-359,12-3 365,3-1-733,2-1 739,4-1 0,5 0-1,4 0 2440,5-1-2434,4 0 1573,2 0-1601,3 0 1316,1 0-1344,1 4-11,1 1 0,0 5 11,2 2-11,1 2 23,0 5-7,0 1 7,-1 6-1,-2 2 12,1 5 5,-4 2-361,-2 3 373,-3 4 10,-2 0-2,0-10 0,1-1-639,-6 18 594,4-18 0,1 1-1076,-3 10 1074,1-1 10,2-1-16,3-3-1,4-1-177,1-3 139,4-3 33,1-3-11,7-3 309,3-3-376,5-4 1028,4-3-1987,25-3-408,-3-7-1046,-13-4 0,1-2 2491,29-8 0,-29 3 0,0-1 0</inkml:trace>
  <inkml:trace contextRef="#ctx0" brushRef="#br0" timeOffset="224011">6442 16025 19854,'0'-7'3887,"0"1"-3288,0 6 247,0 0-571,-4-62-79,3 45-67,-4-46-34,5 61-45,-1 4-5,1 4-17,0 4 17,-1 7-6,-1 5-5,-2 4-6,-1 6-6,-2 5-2164,-2 4 2153,-2 4-5,-1 3-56,-2 2-62,2 3-744,-2 2 200,2 1-694,1 2-2139,2-1 3489,2 6 0,4-30 0,1-1 0</inkml:trace>
  <inkml:trace contextRef="#ctx0" brushRef="#br0" timeOffset="224215">6949 16449 20705,'2'-5'3344,"-1"0"-1607,-1 5-1743,10 19-39,-7-3-112,7 18-1473,-14 5-1523,-1-8 3153,-4 13 0,4-27 0,1-1 0</inkml:trace>
  <inkml:trace contextRef="#ctx0" brushRef="#br0" timeOffset="224744">7723 16223 25091,'-12'-43'218,"0"0"1,1 4-1,6 5-50,14 10-44,4 0-18,5 2-1154,1 2 1104,3 2 0,1 1-16,0 3-12,1 1-40,1 3-3538,-1 1 3572,2 4-57,-1 2 57,0 2-22,-2 5 6,6 9 0,-9 3-57,9 20 29,-16-9 329,1 13-319,-8-10 1,-3 3 11,-2 0 2634,-5 2-2623,-3-2 1492,-5 1-1503,-6-2 6,-1-1-12,-4-3-255,-2-2 272,-1-3 6,-1-2-12,1-4 6,1-3 12,4-4 282,2-4-266,3-3 0,4-2 12,3-4 280,3-2-253,2-5 1,1-2-1,2-3 12,1-2 78,6-8-34,8-3-89,2 2-23,5 3-5,-4 10-3387,2 1 3376,1 3 0,1 1-446,1 2 435,2 3 10,2 2-5,0 1 6,15 9 0,-8 1-1,10 8-5,-12-1 11,-1 2-16,-4 3 5,-3 3 0,-7 1 3180,-8 4-3236,-13 15 11,-7-10-5,-12 10-124,-23-2-824,6-12 880,12-12 1,-1-1-225,-15 4-184,-1-4-326,0-3-598,3-5 1450,-14-5 0,30-3 0,-6-2 0</inkml:trace>
  <inkml:trace contextRef="#ctx0" brushRef="#br0" timeOffset="224954">9009 16366 21592,'-39'47'46,"0"-1"1,4-4 0,4-6-2752,11-15 2526,0 1-472,0 0 250,0 1 401,-2 2 0,15-17 0,2-2 0</inkml:trace>
  <inkml:trace contextRef="#ctx0" brushRef="#br0" timeOffset="225557">9606 16246 14396,'17'-52'668,"0"0"0,-2 5 0,-2 7 2288,-5 13-2574,-1 6-69,-4 6 1351,-1 5-1490,-1 5 879,-1 3-992,-1 8 1,-2 2-1,-2 10 3418,-3 3-3417,-3 4-1,-1 5-665,-1 4 632,-1 3-5,-1 2-3180,1 2 3179,0 2-22,2-1-408,-3 17 414,8-18 5,-1 9-282,11-16 282,2-13-1620,5 0 1620,3-14 2016,1-4-2016,14-12 11,-4-1 1,11-12 94,-8 1-84,0-5 1,1-3 22,-5-1 0,1-2-11,6-7-15,-8 7 1,0 2-3,0 1 272,6-5-272,-9 11 3187,3-2-3182,-12 14-16,-2 4-6,-4 4 549,-2 2-543,-1 5 92,-1 2-103,0 7 5,0 5-11,-4 17 6,-1-4-6,-3 13-261,0-8 256,0 2-1238,-1 1 1092,0 1-168,-1 1-336,1-1-645,2 2-1400,1 0-7131,2-3 9094,2-8 1,2-15 0,0-7 0</inkml:trace>
  <inkml:trace contextRef="#ctx0" brushRef="#br0" timeOffset="225745">10517 16560 26374,'-9'3'-313,"3"0"-214,3 26-812,5-8-2777,3 0 4116,5 1 0,-4-11 0,0 0 0</inkml:trace>
  <inkml:trace contextRef="#ctx0" brushRef="#br0" timeOffset="226336">11745 16023 26838,'-38'-12'24,"-1"1"1,6 0-1,3 4 15,-10 17-22,7-4 0,-2-1-450,-1 0 455,-2-2-386,1-1 409,2-2-11,2 0 5,6 0 56,0 0-39,12-1 176,0 0-210,11 1-11,2 0 62,1 0 171,1 4-188,0 0 106,1 18-123,0-6 440,0 12-373,-1 2-66,0-4-1,-2 10-11,0-10 0,-2 1-6,1-1-16,-1 1 11,2-2-23,-1 0 28,1-2-22,-1-1 12,1-2-7,-1-3-5,-1-3 23,-1-3-7,0-2 1,0-2 17,0-2 11,1-3 11,1 0 0,0-2-40,1-2 12,-1-2-16,1-3 16,0-3 5,2-3-10,0-3 5,2-2-23,1-1 29,4-1-17,1 2 22,6-3-28,-1 6 24,10-5-35,-7 12 0,7-1 0,-5 7 0,3 1 0,2 1 0,4 4 0,2 3 0,2 5-752,3 3 752,1 3 0,0 4 0,14 12 0,-17-7-2386,7 8 2386,-23-10-73,-6 11 73,-11-9-1957,-7 7 1945,-9-10-83,-6-2-484,-3-1 389,-3-3-538,-12-1-12,10-6-497,-8-3 42,15-7 1195,0-5 0,12 3 0,1-2 0</inkml:trace>
  <inkml:trace contextRef="#ctx0" brushRef="#br0" timeOffset="226577">12517 16442 23517,'-4'3'2157,"0"-1"-1267,4-2-588,-65 41-5772,34-23 5532,-10 7 0,-2 0 10,9-6 935,0 2-985,1 1-16,2 2-45,1 2-85,3 0-256,2 2-679,3 0-2380,2-1-6392,4-4 9583,4-3 0,6-10 0,2-5 0</inkml:trace>
  <inkml:trace contextRef="#ctx0" brushRef="#br0" timeOffset="227270">13762 16018 21052,'0'-4'2896,"0"1"-650,0 3-2128,-70-18-571,40 22 539,-21-4 1,0 5-1513,16 20 1488,-12 13-6,14-6-28,2 2-12,2 1-16,5 1 6,2 0 5,7 1-5,3-3-12,7 1 117,7 8-122,7-13-1,8 5-4,7-17-7,4-5-5,5-2 23,3-4-1,3-3 0,0-3 12,0-4-101,10-9 129,-6-9-17,-4-3 224,-13-3-219,-14 4 0,-4-1 1,-2 0 5,-4 1-6,-1 2-11,-2 2 1293,-3 4-1271,-6 2-10,-3 7 394,-5 1-400,0 7-6,-2 3-6,-4 5 1,-2 4 0,0 2 5,-2 5 132,-1 2-221,-10 14-320,4 4-3621,2-1 2669,14-4-1950,13-12-6531,6-4 9728,3-3 0,-2-8 0,2-4 0</inkml:trace>
  <inkml:trace contextRef="#ctx0" brushRef="#br0" timeOffset="227453">14287 16400 21595,'1'-4'3389,"1"1"-1344,-2 3-2079,-30 59-4936,14-31 4737,-4 9 1,-1 3-3633,-10 7 3490,5-7 0,3-5 1,12-17-1</inkml:trace>
  <inkml:trace contextRef="#ctx0" brushRef="#br0" timeOffset="228203">15529 16108 13941,'10'-49'821,"-1"1"1,0 4 0,-2 6 1724,-5 9-1734,0-10-487,-5 12-57,-2-4-49,-4 15 1137,-2 4-1183,-2 6-38,-3 2-35,-4 3-1954,-2 7 1943,-5 2-834,-2 8 840,-4 4-173,-2 5 122,-3 4-1440,0 3 1418,0 3 0,1 2 675,4 0-669,4-2 1742,5-2-1776,8-4 356,6-3-356,5-4 6,7-4 2806,13 0-2790,13-7 12,5-3 1793,6-10-1714,8-13 27,6-13 39,-13 1 1,-1-2-1149,-11 8 0,-3 0 1050,4-5 1,-3 0 70,-4-3-17,-2 3-6,-5 0-6,-3 4-33,-2 3 34,-4 5 61,-2 0-95,-3 9 2029,-3 0-2096,-1 10 22,-5 4-17,-2 7 1,-9 16-35,3-2 12,-5 13 0,7-7-2712,1 1 2695,1 4-230,2 0 1,1 1-291,-1 13 103,2-10 0,1-1-2153,3 4-158,2 1 2523,4 3 1,-2-24 0,2-3 0</inkml:trace>
  <inkml:trace contextRef="#ctx0" brushRef="#br0" timeOffset="228396">15986 16380 22616,'-35'30'-164,"0"0"0,5-6 0,6 0-620,14 8-998,8-10-2419,2-2-5534,3-2 9735,1-4 0,-2-6 0,0-3 0</inkml:trace>
  <inkml:trace contextRef="#ctx0" brushRef="#br0" timeOffset="228614">16812 15932 27645,'-38'43'-23,"18"-13"1,3 1-12,5 14-1989,-4 14 1805,6-17-269,0 0-387,3 1-773,2-1-8184,3 12 8025,1-20 1,1-2 0,0-24 0</inkml:trace>
  <inkml:trace contextRef="#ctx0" brushRef="#br0" timeOffset="228978">17283 16000 19036,'3'-8'4638,"-1"1"-3765,-2 7 1766,0 0-2555,-37-11-28,18 21-12,-29-5-16,28 26 12,2 1-729,3 3 694,4-2-5,3 0 6,3-1 177,3-3-178,9 9-33,9-4 40,3-2-18,6-10 17,-5-12-22,0-5 11,1-2 17,-1-4-12,0-5 7,0-4 527,0-4-511,5-15-11,-7 4 5,2-13-293,-11 6 299,-4-3-552,-2-3 552,-2 0 5,-3 0 51,-8-9-50,-1 13-434,-7-3 411,2 18 6,-3 5-6,0 4 272,-1 5-272,0 2 505,2 3-527,0 3-12,2 3-5,1 3 397,4 3-929,-1 11-184,7-5-663,1 9-1668,9-7 2227,4 4 0,-2-11 0,0 0 0</inkml:trace>
  <inkml:trace contextRef="#ctx0" brushRef="#br0" timeOffset="229348">18052 15817 26508,'2'-43'203,"1"0"1,-1 4-1,3 9-91,5 20-33,2 4-46,3 1 12,1 1-6,2 3 1,2 0-1,0 1-22,2 0 5,0 1 0,1 0 18,1 3-18,0 0-11,1 1 0,1 1 12,-1 1-1,1 1 1,-2 1-1,-1 1-28,-3 3 29,-2 1 5,-1 2 5,-3 2-5,-2 2 6,-2 4-6,-4 2-17,0 4 28,-4 4-486,-1 2 447,-4 5 11,-1 3-936,-6 2 937,-2 4 4,-4 2-16,-2 3-5,-2 1 5,-1 2-6,-1-1 1,0-1-68,0-3-22,1-3-138,6-16 1,0-1-177,-10 14 115,9-17 0,-2-2-479,-14 4-258,-7-5-811,-9-3-4163,-9-7-3826,0-5 9213,4-4 0,25-5 0,11-2 1</inkml:trace>
  <inkml:trace contextRef="#ctx0" brushRef="#br0" timeOffset="231370">5224 17633 18648,'-43'3'-82,"0"-1"0,0 1 1,-4 0-1,0 0 1,4-1 89,2 1 0,4 0 357,2-1 0,3 0-325,3 0 27,26-2 151,30 0-89,6-2-563,30-1 750,-8-1 1,4-1-1456,-8 1 1,2-1 1293,-3 1 0,3 0 0,3-1 38,-4 1 0,4 0 1,0 0-1,-2 0-721,6-1 1,-2 1-1,8-1 603,-12 1 1,7 0 0,3-1-1,1 1 1,-2-1 0,-5 1-371,6 0 0,-5 0 0,-1 0 0,5 0 333,-9 0 0,3 0 0,2 1 1,0-1-1,-1 0 0,-3 1-160,-1-1 1,-2 1 0,-1 0-1,1 0 1,5-1 167,-1 1 0,3 0 1,3-1-1,1 1 1,0-1-1,-1 1 1,-3 0-29,-1-1 1,-2 1 0,-1 0-1,1 0 1,0-1 0,4 1-2,-5 0 1,2 0-1,2 0 1,1-1-1,0 1 1,-1 0-1,-2 0 1,-2 0-2,5 0 1,-2-1 0,-1 1 0,-1 0 0,0 0 0,1 0-3,2 0 1,0 0 0,1-1 0,-1 1 0,1 0 0,0 0-4,1-1 0,1 1 1,0 0-1,0 0 0,0-1 1,0 1-8,-8 0 1,-1 0 0,0 0 0,1 0 0,1 0-1,1 0 1,3-1 4,-6 1 1,2 0-1,1 0 1,2 0-1,0 0 1,2 0 0,0 0-1,0 0 1,0 0-1,-1 0-3,-2 0 1,0 0 0,0 0-1,0 0 1,0 0 0,1 0-1,1 0 1,0 0 0,0 0-1,2-1 1,1 1-3,-6 0 0,2 1 1,2-1-1,0 0 1,1 0-1,0 0 1,0 0-1,1-1 1,-1 1-1,0 1 0,0-1 1,-2 0-1,-1 0 1,-1 0 1,6 0 0,-1 0 0,-1 0 0,0 0 0,-2 1 0,1-1 0,-2 0 1,1 0-1,0 1 0,-1-1 0,1 0 1,4 1 1,0-1 0,0 0 0,0 0 0,0 0 0,-1 1 0,-1-1 0,-1 0-1,-2 1 1,-1-1 5,7 1 0,-2-1 0,-2 1 0,-1-1 0,0 1 0,0 0 0,0-1 4,1 1 1,-1 0-1,1-1 1,0 1 0,-1 0-1,0-1 1,1 1 6,-1 0 0,0 0 0,1 0 0,-1 0 0,0 0 0,0 0 0,0 0 2,-1 0 0,0 0 1,0 0-1,-1 0 1,1 0-1,0 0 1,-1 0 5,0 1 1,0-1 0,0 0 0,0 0 0,0 0-1,-1 1 1,1-1-4,-2 0 1,1 1 0,-1-1-1,0 0 1,0 1 0,0-1-1,0 1 3,7-1 1,1 0 0,-1 0 0,0 0 0,0 1-1,0-1-4,-2 0 0,0 0 0,1 1 0,-1-1 0,-1 1 0,1-1-8,-2 1 1,-2-1 0,0 1-1,1 0 1,2-1 0,1 1 3,-5 0 1,2-1-1,1 1 1,1 0-1,1 0 1,0-1-1,-1 1 1,0 0-3,-1 0 0,0 0 1,1 1-1,-1-1 1,0 0-1,0 0 0,0 1 1,0-1-16,-2 0 1,1 0 0,0 0-1,0 1 1,-1-1 0,0 0 0,-1 1-1,-1-1-1,12 0 1,0 1 0,-1-1-1,-1 1 1,-3-1 0,-4 1-2,6 0 1,-5-1-1,-2 1 1,0 0-8,-1 0 1,-1 0 0,-1 0-1,0-1 9,-3 1 0,0 0 0,-1 0 0,-1 0-7,13 0 0,-1 0 0,-1 0 7,-4 0 1,-1 0 0,0 0 148,-4 0 1,-1 0 0,-1 0-159,-3 0 0,-1 0 1,0 0 9,16 1 1,-2-1-12,-6 0 0,-1 1 11,-4-1 1,-3 1-7,-4-1 1,-1 0 5,-6 0 1,0 0 1230,21 0-1227,-1-3-24,-20-1 1,-3-5 28,-20 0 1853,-4-2-1842,-2-4 2776,-2-10-2781,0 4 5,0-9 11,1 8 0,1-1-22,1-1-6,2-2 0,1-1 1881,2-1-1886,0-1-12,11-17 34,4-9-3414,1-2 3386,-12 26 0,-1 1-17,7-18-269,-1-4 280,1-3-725,-1 0 731,-2-3 16,-1 0 7,-4 0-18,-3 1-2,-7 18 0,-2 0-1936,-6-19 1927,0 22 1,-3 1 10,-14-11 1717,-9 4-1738,-6 0-734,-8 2 742,20 19 0,-1 1 5,-2 0 0,-2 0 0,0 0 0,-4 0 8,-11-3 1,-7-2 0,3 3-6,-1 0 0,0 1-334,-3 0 0,-4-2 0,4 4 328,3 5 1,1 2 2,-2 0 1,-3 0-17,0 3 0,-5 0 1,2 1 18,11 1 0,1 1 0,-1 1 0,0-1 0,-2 1 0,0 0 0,2 0-397,-3 2 0,3 0 0,0 0 393,-2 0 0,-1 1 0,-3-1-137,-4 1 1,-3 0 0,-2 1 0,3-1 136,-5 0 0,3 1 1,-4 0-19,16 0 1,-3 0 0,-1-1-1,1 1 1,3 1 15,-15-1 1,2 0-1,1 0 6,13 0 0,0 1 0,0-1 0,0 0-6,-1 1 1,0-1-1,-1 1 1,1-1 10,-2 1 1,1-1-1,0 0 1,-1 0-8,0 1 1,0-1 0,0 1-1,0-1-1,-1 0 0,0 0 1,0 0-1,0 0-2,-1 0 1,1 1 0,-1-1 0,1 0 28,0 1 0,0-1 0,-1 0 0,-3 0-31,-3 0 0,-4 0 0,-1 1 1,1-1-1,2 0 7,0 1 0,2-1 0,0 0 0,-2 1-5,-1-1 1,-2 1-1,-2-1 1,2 0 0,4 1 6,2-1 1,3 1 0,0 0 0,1 0-10,-3 0 0,1 0 0,-1 0 0,0-1 1,0 1 0,-1 0 1,1 0-1,-1 0 3,0 0 0,0 0 1,-1 0-1,0 0-4,0 0 0,0 0 0,0 0 0,0 0-33,-1 1 1,0-1 0,1 1 0,-1-1 32,0 1 0,0-1 0,0 0 0,0 1 5,-1 0 1,1 0 0,0 0 0,-1 0-6,1 0 0,0 0 0,-1 0 0,1 0 4,-1 0 0,0 0 0,0 0 1,0 1 0,0-1 1,0 1-1,0 0 1,0 0-1,1-1 1,0 1 0,-1 0-1,-5 0 0,10 0 0,-4 0 0,-2 0 1,-1 1-1,2-1 0,3 0 1,1 0 0,2 0 0,1 0 0,-1 0 0,-3 0-3,0 0 0,-4 1 0,-1-1 1,0 1-1,3-1 0,2 0 1,-7 1 0,4-1 1,0 0-1,-4 1-2,8-1 0,-4 1 1,-2-1-1,0 0 1,1 1-1,3-1 1,1 0 1,3 1 0,1-1-1,-1 0 1,-3 0 3,-1 1 0,-3-1 0,-1 0 0,0 1 0,2-1 0,3 0-1,5 0 0,1 0 0,3 0 0,-1 0 0,0 0 1,-1-1 0,0 1 0,0 0 0,1 0 0,-1 0 6,1 0 1,0-1 0,1 1 0,-3 0-1,-1 0-5,-5 0 0,-2 1 0,-3-1 0,0 1 0,2-1 0,2 1-1,2-1 0,2 0 0,1 0 0,-1 1 0,-2-1-2,-1 0 0,-2 1 0,-2 0 0,0-1 0,2 1 1,4-1 6,-8 1 1,5 0-1,0 0 1,-5 0-14,9 0 1,-3 0-1,-3 0 1,1 0 0,1 0-1,3 0 7,1 0 0,3 0 0,0 0 0,0 0 0,-3 0-3,0 1 0,-4-1 0,0 1 1,0 0-1,2-1 0,3 1 19,-6-1 1,4 1 0,1 0 0,-5-1-28,9 1 1,-4 0 0,-1 0 0,0 0 0,2 0 0,2-1 6,-11 2 1,3-1 0,0-1 0,-3 2 0,2-1 1,-3 1 0,-2-1-1,3 1 1,4-1 0,3 0 0,4-1 0,2 1 1,-2-1-4,1 1 0,-1 0 1,1 0-1,0-1 2,1 1 0,0-1 0,0 0 0,0 0 1,0 0 0,1 0 0,0 1 0,1-1-23,-1-1 1,1 1 0,0 0 0,0-1 25,-15 2 0,0-1 0,1 0 38,0 0 1,1 0 0,-1 0-39,2 0 0,0 0 0,0-1-2,1 1 0,0-1 1,1 0-1,1 0 0,0 1 0,1-1 2,1-1 0,1 0 0,0 1 93,2-1 1,1 0 0,-3 1-90,3-1 0,-3 0 0,0 0 1,3-1 24,-2 1 1,3 0 0,-1 0-36,4-1 1,-1 1-1,-1 0 1,2-1-16,-9 1 0,1-1 1,4 0 23,-8 1 0,1-1-5,11 0 0,-2 0 0,4 0-1,2 0 0,3 0 0,3 0 1,-1 1 232,-8-1 0,2 1-230,-17 1 579,20 0 1,2 1-580,4 0 6,-1 2 1357,21-1-1369,5 1 2391,5 0-2396,2 1 1526,4 0-1509,2 3-6,4 3-6,2 5-16,3 4 28,2 7-472,0 7 466,1 8 0,-5-2 0,0 4 3,-3-8 0,-1 1-928,3 17 0,-2 1 930,-3-9 1,-1 0-3,1 3 0,-1 0 2,-1 2 1,0 0 2,1 2 1,0-1-997,-1 0 1,1-1 987,0 1 0,2-2-9,0 0 1,2-1-1,1-1 1,1 0-23,2-1 1,2-1-130,1-2 0,2 0-539,0-3 0,4 2 699,1-5 0,4 2 0,-3-5 0,8 18 0,-6-20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4:56:22.37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16828 531 26812,'0'-4'-2639,"0"0"6052,0 4-1669,-60-35-2335,36 30 622,-11-13 0,-2 7 3935,6 31-3966,4 0 0,-10 12 0,9-4 0,0 5 0,0 4 0,1 4 0,3 3-333,3 1-1078,4 1-1821,4 0 2234,4 1 0,5-1-228,2-1 263,7-1 199,5-4 289,8-3-484,22 4 1629,-6-14-1299,18 4 3185,-14-17-2779,2-3 130,-1-4-434,0-4 866,-2-3-485,-4-4 834,-3-3 44,-6-4 56,-4-3-76,-5-1-477,-4-1-142,-4-1-142,-4 0-148,-2 0-141,-3 0-161,-2-1-151,-7-7-152,-1 6 418,-4-4 45,2 10 119,-1 3-5,-1 3 34,-1 2 75,-1 3 1203,-12 6-1096,7 2 14,-8 7-16,9 2-55,0 4 61,1 1-12,1 2-11,2 1 920,2-1-982,3 1-50,4-1 185,4 10-571,7-9-275,5 8-443,7-12-744,4-2-1636,4-1 3201,6-1 1,-13-7 0,0-1 0</inkml:trace>
  <inkml:trace contextRef="#ctx0" brushRef="#br0" timeOffset="467">17020 258 8358,'-50'-24'830,"1"-1"1,-6 0 0,3 4 2201,-1 5-2503,9 6 0,-1 4-143,-8 4-246,17 3 0,2 2 84,-17 7-72,1 8 738,0 4-800,1 6-6,-1 6-48,25-15 1,0 2 100,-1 1 0,0 2-101,1 2 0,0 1-14,0 2 1,-1 2 8,-7 17 0,1 2-20,7-10 0,2 0 3,-7 15 0,4 0-9,9-15 1,2-1 570,2 1 0,1 1-565,2-2 0,1 1-3,1-2 1,3 1-1,1-2 1,1-1-9,1 0 0,2-2-3,2-1 0,2 0-8,8 28 0,3-22 0,9-1-349,4-8 0,5-1 0,0-2 323,8 9 1,2-2 6,-4-11 0,4-1 0,-2-5-26,1-4 0,-1-3 5,4-1 1,2-2 5,-1 0 0,2-1 17,-3-3 0,4 0 0,-1-2 19,1-1 0,0-2 0,0 0-486,0 0 1,0-1-1,-2-1 503,16-4 1,-2-5 38,-8-4 1,-4-4-490,-13 6 1,-1-3 486,7-6 0,-2-1-481,3-17 526,-7-3-113,-7-5 95,-8-5 23,-5-5-48,-11 28 1,0 0 5,-2-1 0,-1-1 457,0 1 1,-1-2-391,-6-14 0,-2 1-61,1 12 0,-1 1 2,-5-11 1,-3 2 50,-14-10-5,-5 4-23,-7 4 602,-2 5-653,10 17 1,-2 1-40,-17-10 416,8 10 0,0 3-556,-7 1 17,18 8 1,1 2-348,-11 0-538,2 4-1315,2 1 2329,-3 3 0,21 1 0,1 0 0</inkml:trace>
  <inkml:trace contextRef="#ctx0" brushRef="#br0" timeOffset="2518">18921 648 19790,'5'-30'-1435,"-2"6"3295,-8 24-1160,-4 0-227,-2 2 1002,-4 0-1377,-3 3 98,-16 4-254,4-2 1310,-12 3-671,-6 0-955,10-3 2983,-13 1-3089,18-3-24,1-2-51,4-1 6,2 0 9,5-2-2,2 0 364,3-1-180,3-2 474,0-1-180,5 0 414,0 0-426,5 1-34,1 0 58,1 1-95,1 1 158,3 5 0,-1 2 0,3 6 6,1 8 0,-1-1 22,1 18-22,-3-11 11,0 9 0,-2-8-11,-1 0 16,-2 1 1,-1-1 5,-3 0 0,-1 0 17,-1-1-5,-2-1 5,0-2 0,0-2 0,0-2 5,0-3 197,-5 3-129,7-8 33,-3 0 68,8-9 437,2-1-544,0-6-28,1 0 51,0-12-90,1 3-11,1-8-3409,2 4 3386,2-3-5,7-9-6,-1 8-17,5-6 12,-1 11 0,0 3-6,1 2 0,2 2 0,2 3 11,0 2-11,13 3 5,-6 5-2290,23 10 2274,-20 1 0,10 9 2251,-14-2-2285,-2 1-11,-2 2-11,-5 2-6,-5 0-2296,-7 2 2229,-3-1 2141,-8 0-2237,-4-2-33,-8 0-61,-6-1-96,-3-2-963,-19 5 196,9-9-2663,-12 3 485,14-11 2979,-2-1 0,17-5 1,1 0-1</inkml:trace>
  <inkml:trace contextRef="#ctx0" brushRef="#br0" timeOffset="2966">18542 308 11685,'-47'-19'420,"-1"0"0,-1 4 0,5 8 1165,13 19-1451,-11 11 1107,8 1-1146,-1 6 0,-1 6-5,0 7-12,0 6-33,19-22 0,1 2 156,0 0 0,1 2-176,1 2 0,1 0 9,1 1 0,1 1-6,1 0 0,1 3 33,0 15 1,1 1-34,3-13 0,1 2 0,1 2 0,0 4 0,2-5 354,2-4 1,2-2-372,1 11 0,3-2 12,11 13 5,8-5 11,8-5 23,8-7-20,-17-23 0,2-2-6,3-1 1,1-3-6,3 0 0,1-2-9,2-1 1,2-2-21,2-2 1,0 0 11,2-3 0,1 0 14,0-1 0,1-2 8,1-1 1,1-2 24,-1-1 1,0-2 8,-1-2 0,2-2 32,-6-2 1,1-2 0,-1-1-785,3-3 1,0-1 759,11-7 1,-2-2-12,-22 5 0,-3-1-153,-1-1 0,-2-1 131,-2-1 0,-2-2-9,-2-2 1,-2 0-9,0-2 0,-3-2 2,-1-1 1,-1 0 0,-2-2 0,-1-1-6,-1-1 0,-1-1-6,-2 2 1,-2-2 47,-2-15 1,-3 0-92,-2 14 0,-1 0 71,-4-10 1,-3 1-6,-1 17 0,-1 3-11,-4 0 0,-1 1-6,0 3 0,-3 0 17,-14-8 0,-2 3-31,8 8 1,0 2-12,-12-5 0,0 3-17,10 9 0,1 3-17,-1 0 1,0 2-21,-1 2 1,1 0-37,-1 1 1,1 2-51,1 1 0,-2 1-995,-10 2 0,-1 2-327,11 1 0,1 2-2994,-8 0 0,3 2 4806,-5 6 0,21-6 1,9-2-1</inkml:trace>
  <inkml:trace contextRef="#ctx0" brushRef="#br0" timeOffset="4583">21101 510 32285,'-54'-22'-2878,"6"5"2159,30 22 1155,-5 2-98,-1 0-102,-3 0 92,-16 3-3590,10-2 2951,-12 0 447,15-2-610,2-2 170,3 0-231,4-3 232,4 0-2,4-1 199,2-1-352,5-2 230,0 0 2735,5-1-3175,0 1 736,1 0-717,0 1 413,0 0-685,0 1 97,0 5 31,1-1 125,0 4-209,1-3-1204,0 2-6227,1-2 8287,0 1 0,-2-3 1,0 0-1</inkml:trace>
  <inkml:trace contextRef="#ctx0" brushRef="#br0" timeOffset="8549">21587 867 24029,'0'-8'275,"0"0"-252,0 8 1930,-4-71-5456,3 38 3714,-1-11 0,0 0 190,2 13 1652,5-7-2435,-2 11 733,5-4 66,-2 14-243,-1 4 270,1 1-98,-2 6-84,-1 1 2207,-1 4-2086,-2 5-591,0 12-316,0 2 131,-1 13 54,-9 19-136,0-4 63,2-15 1,0 2 169,-3 6 1,1-1-1820,-5 21 2104,5-20 0,1 0 150,-1 11-44,3-4-51,3-5-288,1-6-114,4 2-69,2-14 46,2 0 63,1-13 21,2-4 406,4-4-2812,0-6 2765,5-4 76,-1-6 72,2-3-74,2-4 13,-1-4 0,-1-3 68,5-7-690,-5 6 0,-1 1 340,-2-3-80,-2 3 2407,0 1-2444,-2 2 6,-3 3 19,0 3 17,-2 5 198,-2 3-32,-1 4-1,-1 3 1248,-2 2-1259,2 1 112,-2 5-112,2 2 1510,0 6-1499,0 4 6,1 4-5,-1 3-18,1 17 12,0-8-611,0 12 577,-1-11-23,-1 0-16,1-1-11,0-1-141,2 8 57,-1-11-40,1 6-482,1-8 124,-1-9-173,3 1-158,-1-10-285,2-4-2224,9-4 638,0-4-968,11-5 3730,2-6 0,-14 6 0,1 0 0</inkml:trace>
  <inkml:trace contextRef="#ctx0" brushRef="#br0" timeOffset="8932">22261 643 10231,'-19'-60'1843,"1"-1"0,1 5 0,-1 8-1104,-5 10-807,-1 3 707,-3 4-1055,-1 5 904,-5 5-85,-4 6-9,-5 5-33,5 9 1,-2 3-192,7 1 1,0 2-470,-12 3 0,-4 4 579,1 8 0,-3 6 0,4 0-1190,0 0 0,0 2 971,-3 2 1,-3 3 0,7 0 16,6-1 1,6 1-23,-1 1 0,2 2-17,2 1 0,1 0-327,3 1 0,1 0 324,3 1 1,1 0-15,2-1 0,2 1 3,3-1 1,1 1-10,2-3 1,2 1-14,3-2 0,1-1 8,1-1 0,3-1 70,6 28-73,16-11 0,7-1-16,-8-19 0,3 0-262,16 14 1,4-4 246,-11-20 1,2-5-12,21 5 1,3-3 33,-12-4 0,1-2-4,-5-2 1,2-1-1,-3-1 4,6-3 0,-2-1 229,0-1 0,1-2-212,16-6 0,0-3-9,-17 2 1,0-2 2,11-5 0,0-4 20,-6-6 0,-4-3-6,-10 6 0,-2-1 6,10-9 0,-3-1-340,-14 7 1,-2 0 342,-1-2 0,-1-1-4,-2-2 1,-1-1-6,0-1 1,-3-1 4,-1-1 1,-1-1 0,-2 0 0,-1-1 5,-3 1 1,-1 0 2,-2 1 0,-1 1-14,-2 1 0,-1 2 54,-8-27-699,-7 6 693,-12 6-34,-11 5 454,-7 6-487,-8 5-29,-6 3 23,-2 6-56,-2 3 50,3 6-185,2 4-150,5 3-281,4 3-946,7 2-3607,4 4 4965,3 5 1,16-3 0,3 1 0</inkml:trace>
  <inkml:trace contextRef="#ctx0" brushRef="#br0" timeOffset="11599">23711 855 24239,'0'7'6641,"0"-2"-8202,0-5 3021,0 0-555,-1-60-3374,3 36 2201,-1-12 1,1 0-220,8 18-380,0-2 1217,3 2-2898,2 1 1985,0 3 145,11-2 1305,-5 5-431,7-1 77,-8 7-301,0 1 661,-1 3-962,0 0-116,4 6-414,0 8-579,5 11 174,-8 2-23,-4 4 2975,-9-6-2951,-3 1 89,-2-1 150,-4 1 79,-11 12 419,0-10 234,-10 8 90,3-13 104,-13 5-73,7-7-442,-9 3 419,12-11 124,1-2-12,1-3 4,2-4 17,3-1-71,2-4 295,2-2-312,3-3-43,2-3-26,2 0-18,3 0 434,1 0-409,3-4-4,2 3-11,10-3-18,-2 7-4,6 1-24,-2 4 7,2 1 5,3 2-11,5 2-12,3 2-27,21 12-473,-10-2 498,-3 0 0,0 2-717,8 5 703,-16-6 0,-1-1-68,7 10-27,-6-1-6,-6 0-6,-9-2-71,-6-2 105,-9 0 11,-10-2 1,-9-1-24,-12 1-630,-6-2 620,-7-2-40,-4-2-44,-2-2-149,15-5 0,0 0-283,-17 0-487,11-2 0,1-1-1120,-2-2-2017,-9-3 3691,17-2 1,24 2-1,3 1 1</inkml:trace>
  <inkml:trace contextRef="#ctx0" brushRef="#br0" timeOffset="12031">24129 312 8687,'-56'-16'756,"1"0"0,2 1 0,4 4 0,-6 13-84,-5 3-384,29-1 1,-1 2-46,-2 1 1,1 2-373,-2 1 0,0 1 308,-1 2 0,1 1-3,-2 2 1,0 2 2,-1 2 0,1 1-16,-2 3 0,1 1-7,2 1 1,-1 4 24,4 0 0,0 3 0,2-1-836,-3 6 0,2 1 735,6-5 0,-1 3 0,4-2 21,2 3 0,5 0-28,1 0 0,3 1-17,2-2 0,3 2 152,3 15 1,4 0-204,3-14 1,2 0-12,4 12 1,6-2-229,2-16 0,3-2 236,5 0 1,3-2-6,2 0 1,7-2-52,2-6 1,7 0 0,2-1 0,-4-2 25,-3-2 0,-3-2 0,4 0-136,5 1 1,6 1 0,-1-1 0,-4-4 177,9-3 0,-3-4 22,3-1 1,-1-1 19,-2-3 0,2-3 17,-5-3 0,2-3 0,-2-1 16,7-2 1,-1-3-27,-9 1 1,2-2 0,-4-1 42,0-3 1,-3-2-9,-3-1 0,-1-2 53,-3-1 0,-2-1-50,-4 0 0,-2-1-14,-3-2 0,-2-1-68,-3-1 1,-2-1 53,-3-1 0,-2-2-23,-2-1 1,-2-1-18,-2-1 1,-1-1-9,-2-1 0,-2 0 400,0 0 1,-2-1-384,-3 2 0,-1 0 11,-3 1 1,-1 2 446,-4 0 0,-2 3-447,-2 1 1,-3 1-12,-2 2 0,-3 2-12,-2 2 1,-2 2-6,-3 1 1,-1 3-10,-2 0 1,-2 3-34,-20-3 1,-1 2-24,14 5 1,-2 3-64,-3 1 1,-5 1-1,5 3-51,6 1 0,2 3-81,-11 1 0,2 2-567,-9 7-749,7 5-8280,-2 12 9004,22-7 1,3 1 0,22-14 0</inkml:trace>
  <inkml:trace contextRef="#ctx0" brushRef="#br0" timeOffset="13417">25922 736 28398,'7'-8'2008,"-2"1"-1243,-5 7 831,0 0-1596,-3-9 0,2 7 0,-2-7-1120,3 9 284,0 0-9,-4 0-436,-4 0 409,-1 0 34,-4 0 1462,3 0 9,-1-2-41,1-2-884,0-1-257,2-1 251,2-1-1,-1-7-180,3 2-33,1-6 0,3 3 71,0 0 77,3-2 249,1 0 44,3 1 92,3 1-39,9-4 5,-2 7-11,8-1-18,-5 8-9,2 2 12,0 2-16,2 5 27,1 2 16,1 7-49,14 17-12,-10-4-5,7 12-1,-15-6 40,-5 0-28,-11 17 61,-11-10 6,-12 13-1372,-11-15 1383,-8 1-6,-6-1 7,-6 1 4,-3-2 7,-1-1 10,18-16 1,-1 0-439,5-5 1,0-2 527,-26 10 12,20-15 10,21-6-10,5-4-29,4-2-22,3-4 23,7-8-79,2 2 1229,6-5-1245,13 1 1097,8 4-1115,3 1 17,4 7-16,-6 5 5,4 2-2250,4 2 2233,4 2-15,-10 2 1,2 2-47,21 4-156,-20-4 0,1 1 43,-1 1 1,-1 0-50,19 3 94,-21-3 0,-1-1-240,9 0-202,-2 0-319,-3-3-393,-2-2-3851,12-3 5151,-10-5 0,-7 1 0,-15-1 0</inkml:trace>
  <inkml:trace contextRef="#ctx0" brushRef="#br0" timeOffset="13808">26617 376 11939,'-44'-22'1106,"-1"1"1,1-1 0,1 2-1,1 1 1,2 3-757,-2 3 0,1 4-2382,-3 0 0,-1 2 2261,-1 1 1,-1 1-23,-2 2 1,1 0-733,-2 2 0,0 0 684,0 1 1,1 2-26,0 1 1,1 1 248,3 1 0,0 2-260,-12 8 1,2 3-99,15-4 0,2 2-429,-9 7 1,3 2 408,17-3 1,3 1-17,2 3 0,2 1 2,0 2 1,3 2 2,1 2 1,2 1 7,3 3 1,1 1 482,2 1 1,2 0-456,2 3 1,2-1 743,2 0 0,3 2-771,10 16 0,5-1-764,-2-15 0,4-1 752,9 13 1,5-4 5,-3-17 0,3-4-215,3-1 1,4-1 197,2-1 1,3-3-541,4-2 1,1-2 553,3-2 1,1-2 13,3-2 1,0-2-370,2-3 0,0-2 375,-1-1 0,2-3 146,-7-2 1,4-2 0,-3-1-125,7-2 0,-2-2-1,-9 1 1,2-2 0,-4-1 25,-1-4 1,-4-2 5,-2 0 1,0-4 362,6-8 1,-2-4-311,-14 8 1,-3-3 647,5-8 0,-6-2-533,-3-19 694,-12-8-803,-10 14 0,-5-5-239,-8-2 1,-4-1 165,1 0 1,-5 1 2,-6 4 0,-5 5-360,3 16 1,-2 3 359,-4 1 0,-2 2-22,-3 1 0,-1 3-107,-3 1 1,-2 2 105,0 2 1,-2 1-15,-1 3 1,0 0-9,0 2 1,-1 2-346,2 1 0,0 1 323,2 2 0,0 1-12,4 1 1,0 0-31,3 3 0,2 0 1334,-25 6-1583,9 5 1021,13 5-1453,8 3-644,10 5-1054,8 4 2432,5 10 0,4-19 0,1 1 0</inkml:trace>
  <inkml:trace contextRef="#ctx0" brushRef="#br0" timeOffset="14248">27919 768 32767,'4'-46'-97,"-1"0"0,1 1 0,1-18 0,0 10-998,-3 13 676,0 8 239,-1 4 61,-1 7 482,0 4-453,0 5-942,0 4 863,0 4-82,0 2 9,2 14-96,2 1-17,2 15 22,2 4-54,1 6-989,1 8 1068,1 5-19,-3 3 1,-1 5-236,-2-8 1,0 3-150,0-4 0,0 4 0,-2-4-1155,0 0 1,-2-3-937,1-3 0,-1-3 2799,-1 14 0,0-26 1,0-4-1</inkml:trace>
  <inkml:trace contextRef="#ctx0" brushRef="#br0" timeOffset="14809">28301 310 30383,'2'-52'-1151,"-1"0"1,-1 5-1,-3 5 2937,-8 1-4590,-10 8 2099,-9 5 758,5 12 256</inkml:trace>
  <inkml:trace contextRef="#ctx0" brushRef="#br0" timeOffset="14809">27851-1 27935,'-19'8'488,"-12"8"114,-2 2 1,2 2-329,-1 3 1,0 1-82,0 2 0,1 2-163,0 2 1,1 2 46,1 1 0,1 1-283,1 3 1,0 0-130,2 3 0,2 0-883,0 2 0,3 2 653,0 1 0,2 0 44,2 2 0,2 0 29,1 1 1,3 0 18,2 0 0,2-1 18,2-1 0,2-1 155,4-1 1,4-1-15,1-3 0,4 0 111,5-3 1,3-1 38,4-2 0,3-1 69,5-2 0,2-2-618,6-2 0,2-1 745,4-2 1,3-2 46,5-1 0,1-2 174,2-2 0,5-1-91,-1-5 0,5-2 0,-3-1 49,-13-2 0,-1-1 0,2-1-268,-3 0 1,3-1-1,0-1 1,-4-1 254,0-3 1,-4-2-1,1 0 62,19-4 1,-1-3-307,-4-4 1,-1-2 108,-5-2 1,-1-3-25,-5-2 0,-3-3-44,-4-1 0,-2-2-59,-5-1 0,-2-3-56,-4-2 1,-3-1-68,-3-3 1,-2-1-52,-2-3 0,-3-2 95,-2 0 0,-3-4 7,-3 3 1,-1-5 0,-2 3-80,-3-7 0,-3 0 88,0 7 1,-1-1-1,-3 4-33,-8-2 0,-3 4 12,-4 1 0,-3 2 14,-5 2 1,-4 3 16,-5 2 1,-2 3 352,-6 1 0,-3 3-261,-3 2 0,-3 2-13,19 9 1,0 1 0,-7 2-1602,-3 4 1,-10 1-1,-5 1 1,0 1 0,3 0-1,9 1 1046,-3-2 0,7 1 0,-5 1 0,-4 0 0,-8 1 1,-2 0-1,10 1 0,18 1 0,10 3 0</inkml:trace>
  <inkml:trace contextRef="#ctx0" brushRef="#br1" timeOffset="24036">20298 513 16295,'1'-5'2601,"0"1"3684,-1 4-6371,-14-52-1719,5 37 1310,-11-39 604,7 52 39,-2 1-418,-1 2 18,-3 2 334,-3 4-164,0 1 361,-3 3 98,1 1-25,0 2-336,0 2-57,2 2 375,0 0-236,3 1-31,1 1-16,2 0-275,0 1-41,3-1 2,1 0 25,1 1 39,2 0 32,1 2 15,0 0 3,0 1 261,0 0 0,-1 2-6,0 0-582,0 1 560,-1 1 17,0 0-23,1 2-11,1 1-5,1 1-29,2 0 12,2 1 0,2 0 0,3-2-12,2-1-10,4-2 5,5 0-11,2-2 22,4 1-6,3-1-5,2 0-11,4 1 11,2-1-5,1 0 38,20 7-27,-10-9-1559,14 3 1564,-14-11-5,1-3 340,0-3-341,-2-3-10,-1-3-854,-1-1 876,-3-2 17,-3-3 157,-1-2-169,-3-3 0,0-3-10,-2-2 4,1-2 7,-2 0 1503,0-1-1498,-1 0-6,0-2 1,-1 0-29,1-2 6,-1-1 864,1 0-858,-2-2 89,13-20-78,-14 14 373,8-15-372,-17 20-1,-1 0-17,-2 0 5,-1 0 6,-2 0 29,-1-11-1,-2 8-3345,-1-6 3329,-1 10-6,-1 1 124,0 1-136,-1 1 6,-1-1 6,-1 0-22,0 1 27,-4-12-33,2 8-6,-3-8 34,0-1-17,1 8 3425,-1-8-3374,-2 5-3432,2 8 3381,-4-3-11,3 9 0,-2 2-1,-1 0-38,0 1 28,-3 2 5,1 0-11,-2 1 11,1 1-11,-1-1 6,0 1 3391,1-1-3369,-1 0 6,0-1 11,-10-6-57,6 3 18,-8-5-6,8 4 0,-1 1 22,1 0-22,-9-2 6,5 3-23,-6-1 28,9 4 12,-1 1 5,3 2 5,-2 1-5,2 1-11,-12 1-22,7 1-7,-8 1 1,8 0 6,0 2 10,-2 1 1,1 1 27,-11 4-21,9 0-7,-6 2-5,11-1 6,1 1-23,-1 2 11,-8 9 1,7-4 22,-7 7-6,9-6-17,1 1-206,2 0 179,2 2-7,1-1 7,2 0-6,1 2 33,3-1 6,1 2 17,-1 11-17,4-8-3316,-1 8 3310,5-11-143,0-1 149,1 1 150,0-1-150,0 2 0,0-1 17,0 2-23,0-2 12,0 1 5,0-2-22,0 0 17,0-2-12,0-1 3328,0-1-3322,0-1 211,0-2-200,0-1-6,1-2-10,1 1 5,2 3 0,0-4-11,3 1 22,3-4-11,-1-4 5,5 1 1,-3-4-17,4-1-6,11 1-61,-5-2-96,9 1-263,-9-1-616,0 1-2174,-1 0 3227,1 0 0,-10-1 0,0 0 0</inkml:trace>
  <inkml:trace contextRef="#ctx0" brushRef="#br2" timeOffset="29596">20301 509 32767,'-34'-27'-1455,"0"0"0,2 1 0,5 9 430,7 19 3131,-2 1 1178,-1 2-3284,-2 2 0,-1 2 0,-1-1 0,0 2 0,-13 7 0,10-4 0,-8 6 0,13-5 0,2 1 0,1 0 0,3 1 0,1 0 0,3 1 0,1 2 0,-6 12 0,5-4-1929,-5 9 934,7-6 7,-1 1 60,1 3-140,-1 1 386,2 0 360,1 2 35,2 0-690,3 1 784,3 0-417,1 0 499,4-2 193,4-1-79,4-2-74,5-1-90,3-1-170,4-2 20,3-1-29,4-2 0,3-1 64,4-1 97,2 0 89,5-3 109,1-1 82,4-2 7,1-2-1610,2-1 1597,0-4 9,1 0-14,-1-4-16,-2-2 650,-1-3-644,-4-1 3,-3-3 16,-3-2-177,-3-5 6,-3-4-21,-1-3 87,-2-2-77,-1-3-7,-2-3 21,-1-2-26,-1-2 175,1-2-29,-1-3-7,-1-1-4,-1-3 4,-1 0-4,-4-2-7,-1-1-16,-3 0 17,-3-2 10,-1-14-27,-4 13-6,-2-10 6,-9 5 11,-1 11-11,-7-9 17,-3 17 10,-2 0-15,-4 4 5,-2 0-29,-2 3-10,-1 1-1,-1 3 17,0 0-1007,1 4 1013,1 0-731,-1 2 708,2 1 443,1 0-437,1 1 17,-11-2 5,8 3 1,-8 0-1,10 4-22,-1 3 0,-16 1 11,9 4 12,-12 1-12,11 4 0,0 4-534,-2 0 512,1 3 1541,0 2-1530,0 0 17,2 2-23,1 0-61,-10 11 1207,3 3-1134,3 1-6,7-3-6,12-10 94,2 0-88,2 2 6,0-1-6,2 3 5,0 0-5,0 2 6,1 2-23,0 3 23,0 1-1594,1 2 1593,0 0-95,2 2 85,0-1 10,0-1-5,1-2 17,1-2-17,0-2-69,0 9 69,3-13 0,0 6-16,8-9-40,2-7-63,8 0-133,2-7-313,6-3-1054,4-3 1619,10 0 0,-18-2 0,1 0 0</inkml:trace>
  <inkml:trace contextRef="#ctx0" brushRef="#br2" timeOffset="31308">20296 778 8948,'3'-8'4672,"-1"2"-3227,-2 6 4296,0 0-5422,1-24-61,-2 18-57,0-18-44,-2 23 61,-2 1-145,-1 0 6,-3 0-11,0 1-18,-2 1 0,-2 1-5,-2 2-11,-1 0 11,-1 1 5,-2-1 0,0 0 1,1 1-1,0-2 12,2 1 33,-2 0-56,6-1 0,0 0-5,7-2-6,1 0 0,0-1-28,2 1 22,1-1-10,0 1 4,1 0 24,-1 1 4,0 1 7,1 0-1,-1 0 17,0 2-16,0 0 16,-1 1 0,0 1-5,-1 1 5,0 0 0,0 1-11,-1 1-17,2 0 6,-2 1 6,2 0-7,0 1 12,-1 1-5,2 0-18,-1 0 1,2 0 5,0-2-5,0 0 55,0 4-33,0-6-11,0 3-6,0-6 6,0-2-28,0 0 17,0-2-6,0-1 11,1-2 50,0 1-21,0 0 32,2-1-21,-1 0-6,1-2-17,2 0-12,0-3 1,3-1-17,1-1 11,1 1-5,2-2-6,0 0 0,1 0-22,2 1-6,0-1 11,1 0-6,0 1 1,1 1 5,-1 1 0,2 2 1,-1 2-1,1 0-6,-1 3-5,2 1 0,3 9-5,-5-1 5,0 7-11,-9-2 11,-2 2 11,-4 1-11,0 2 5,-4 1 1,-2-1-28,-4-1 5,-4 0-11,-3-1 0,-3-1-6,-2-1-11,-2-2-16,0-1-23,0-2-34,-1-2-50,1-1-67,1-3-112,0-1-202,3-2-364,0-1-667,2-3-1730,2-3-5405,3-1 8715,3-1 0,4 2 0,2 2 0</inkml:trace>
  <inkml:trace contextRef="#ctx0" brushRef="#br2" timeOffset="31598">20204 759 15188,'2'-3'3944,"-1"0"984,-1 3-4788,39-40-11,-27 28 0,30-31-6,-35 39 179,3-4-229,-3 2-11,1-1-68,-4 4 17,0 1-50,-3 0-767,1 1-191,-2 5-1457,-1 1-6692,0 4 9146,-2-2 0,2-3 0,0-2 0</inkml:trace>
  <inkml:trace contextRef="#ctx0" brushRef="#br2" timeOffset="40431">14507 2571 12819,'0'-5'4850,"0"1"-2301,0 4-1670,-27-65-358,7 44-387,-1-14 1,-3 3-46,-2 27 1,0 3 34,-5 6-63,1 6-44,-6 8-22,12 0 5,8 2-23,8 4 12,5-4-6,2 6-33,12 3 22,2-7-5,10 7 3,-1-8-24,18 10-1197,-7-7 1231,11 8-9,-11-11-4,0 0-401,-3-2 429,-2-2 9,-6-3 13,-5-1 12,-6-3 17,-6-1-5,-3-2 71,-8 0 276,-5-1 145,-23 2-155,1-3-397,-17 0 358,8-3-14,-4 0 18,0-1-78,-3-1-301,3 1-116,2-1 64,5-1 380,5-2-729,-2-2-1393,10-3-1433,4 2 3283,11 1 0,9 4 1,1 0-1</inkml:trace>
  <inkml:trace contextRef="#ctx0" brushRef="#br2" timeOffset="40716">14744 2453 22713,'-9'-42'-168,"1"1"1,0 3-1,2 8-224,1 17 41,2 3-517,0 3 679,1 4 1379,1 4-429,1 6 121,1 8-787,2 6 10,2 7 1779,1 5-1744,4 28 22,-2-10 831,-2-15 1,0 1-1800,3 18 393,-1 3 158,1 2-1643,0-10 1,1 0 1329,4 11 170,-3-16 0,0-4-817,2-7-467,-1-4-1151,-2-6-6998,0-1 8783,-5-9 0,-1-2 0,-4-10 0</inkml:trace>
  <inkml:trace contextRef="#ctx0" brushRef="#br2" timeOffset="41713">14777 2831 32767,'-12'-48'-3606,"10"10"2703,33 38-214,19 0 1731,-9 0-251,13 1-92,-1 1-73,-15-2-357,9 1 1098,-19-2 527,-4-1-1357,3-7 222,-8 3 469,0-5-267,-9 1-372,-1-3-161,-4 2 0,-1-2 0,-4 6 0,-2 0-216,-5 1-725,-1 3 346,-11 1 271,6 3 429,-6 2 202,6 3 368,0 2 182,2 5-725,3-2-132,3 5 0,4-5 0,2 1 0,3 1-781,2 0-606,5-1 279,2 0 389,3-2 290,1-2 358,2-2 325,-1-3 337,1-1 333,6-3 228,-8-3-64,5-4-602,-10-3-486,0-3 0,-4-2 0,-1-3 0,-3-1 0,-1 0 0,-2-2 0,-4 1-666,0 0-250,-9-7-56,3 9 119,-7-5 249,-2 7 381,1 7 254,-5 1 193,4 6 430,-1 2 120,0 4 340,1 1 158,-1 5-1107,4 2-165,0 3 0,3 3 0,1 2 0,3 3 0,1 14 0,4-5 0,2 12 0,5-11-694,3 0-441,7-1 2,3-2 58,5-2 233,4-2-322,25 5 551,-8-11-1012,-12-8 1,0-1 1254,16-1-5,1-5-702,1-2 995,-3-3 64,-1-4 252,-3-3-192,-4-3 494,-6-3 179,-6-1 7,-7-2-94,-5-2-107,-7-1-118,-4-2-102,-2 1-125,-1-1-184,-2 0-267,-2 0 2715,-2-8-2978,0 9 144,-1-3 1332,2 11-1115,1 4 395,0 1-477,0 3 189,1 2 199,2 3 718,-1 4-311,2 5-255,2 4-126,2 6 86,7 19-130,-1-6-1015,7 14 592,-4-10-640,7 23 333,-4-12 464,-6-16 0,0 1 101,-1 1 0,-2-2 4,5 17 113,1 11 21,-6-24 65,-3-5-27,-1 3 49,-2-13 1,-3 1 74,-1-14 161,-3-3 326,-1-3 710,-2-6-1245,0-2-149,-1-6-117,0-5-85,-1-3-111,1-5-164,0-6-330,-1-3 153,2-5 488,2 8 0,1-1-3255,-3-19 3394,3 16 0,0 1 110,-1-14-247,0 0 232,1 2 4,0 0-1006,2 3 960,2 2-1831,0 3 1844,2 3 5,3 3 1900,3 2-1812,5 4 104,4 2-1609,3 5 1765,3 2 50,2 4 90,3 3 1796,1 3-1912,1 4-126,15 4-178,-10 4-162,10 4-138,-13 5-194,0 3-218,-2 4-87,-2 3 2843,-4 2-2789,-6 2 1545,-6 0-1494,-11 12 11,-9-11 443,-11 9 197,-5-15 185,-7 1 68,-4-4 84,-3-1 53,-2-3-72,-2-3-278,1-4-266,0-2-357,4-3-2674,-5-4 3097,14-4 1,5 2 0,17-1 0</inkml:trace>
  <inkml:trace contextRef="#ctx0" brushRef="#br2" timeOffset="42481">16555 2567 19904,'1'-8'3436,"0"1"-2523,-1 7 392,0 0-359,10-68-72,-8 37-1795,3-9 1,0 2 1160,-5 18 256,-2 9-374,2 4-81,-2 1-386,1 3-2,0 1 173,1 1 1737,0 8-1613,1 0-38,2 9 80,1 1-28,2 3 93,1 3-11,3 16 13,-2-7-107,1 11 22,-2 1 50,-4-10 21,2 10-85,-5-2-394,0 0-138,-2-1-611,-2-8-1632,-1-13 2884,-2-1 1,3-9-1,0-1 1</inkml:trace>
  <inkml:trace contextRef="#ctx0" brushRef="#br2" timeOffset="43098">14445 3632 14471,'-48'-14'1327,"1"0"1,3 3-1,10-1-44,23 4-818,4 2-90,1 0-95,4 2-67,1 2-51,0 0-50,1 0 34,0 1-51,8 1-5,6 1 46,16 3-29,-1-1-879,6 2 879,-3-2 11,4-1-265,-5 0 1,5-1 266,23-2 1,4 0-76,-10 0 1,1-1-679,-8 0 0,4 0 0,-5-1 651,0-1 1,0-1 3,1 0 0,4 0 0,0-1-9,7-2 0,2 0 1,0 1-645,1-1 0,0 1 0,0-1 637,2 0 1,0 0 0,-3 0-2,-13 2 1,-2 1 0,0 0-3,1-1 1,0 1-1,3-1-343,0 1 1,4-2-1,0 1 1,-3 1 311,3-1 1,-3 0 0,3 0-267,-3 1 0,2-1 1,-1 0-1,-3 1 264,-2 0 0,-2 0 0,-1 1-200,20-3 1,0 0 175,-3-1 1,-1 1 163,-3 0 0,1 0-295,-9 1 0,2-1 0,-3 0-202,6 0 1,-1 0-589,12-2 1,-1 0 974,-18 2 0,-4 1 0,3-1 0,-3 1 0</inkml:trace>
  <inkml:trace contextRef="#ctx0" brushRef="#br2" timeOffset="43613">17489 2482 17612,'-33'-20'112,"-1"-1"0,4 2 1,4 8 1863,11 20-1892,1 1-23,2 0 731,2-1-703,2 6 367,4-5-395,1 3 1338,3-5-1309,2-2 5,2 0 17,2-1 30,3-1 3,1-1 211,2-1 54,1-1 0,1-1 27,1 0-111,-1-3 33,0 0 86,5-8-90,-6 2-247,1-4-85,-8 1-70,-2 2-82,-2-1 70,-2 0-47,-1 0-82,-1 0-32,-3 1-5,-1 1 43,-2 1 93,1 3 72,0 0 12,-4 1 83,4 2 34,-2 1 33,0 6 80,3 1-99,-3 5-359,0 9-107,3-3-220,-1 8-554,4-4-955,2 1-2928,0 2 4946,1 4 0,0-13 0,0 0 0</inkml:trace>
  <inkml:trace contextRef="#ctx0" brushRef="#br2" timeOffset="43921">17563 2806 27968,'-46'1'137,"9"2"297,33 8-898,2 0 262,1 0-93,1 0 163,2 0-117,2-1-52,2-1-60,2-2 89,1-1 655,5-1 509,4-3 144,0 0 28,0-5 471,-1-3 59,-6-2-1594,3-3 0,-8 1 0,-2 0 0,-2 1 0,-2-1 0,-4-2 0,-1 3-710,-4-1-282,-1 5 354,-2 1 312,-1 1 130,0 2-3192,-7 5 3658,4 1 1,2-1 0,7 1 0</inkml:trace>
  <inkml:trace contextRef="#ctx0" brushRef="#br2" timeOffset="56944">19306 2366 21888,'-40'-22'261,"6"10"-171,22 35 5,0 3-30,0 3-26,1 2-20,2 2-8,2 1-14,4-1-1742,1 0 1750,4-3-8,3 0 536,4-3-555,4-1-3,3-3 296,2-2-261,13 1 20,-6-9 15,11-1 18,-10-10-15,0-4 7,1-4 12,-2-5-6,-1-5 11,-2-5 1,-3-2 15,-3-3 168,0-17-122,-7 9 6,-1-12 6,-7 13-6,-3 1 22,-3 2 6,-5 2 874,-2 2-942,-4 4-2,-3 3 142,-13-4 36,4 10-217,-8-4 273,9 11 82,3 2-9,2 2 46,2 2-13,2 2-96,4 1-39,1 3-6,4 3-149,1 3-217,3 0-237,3 3-215,0 1-230,6 2-479,2 0-3575,18 8 4690,1-5 0,-3-4 0,-7-8 1</inkml:trace>
  <inkml:trace contextRef="#ctx0" brushRef="#br2" timeOffset="57233">20227 2223 22817,'0'-4'1583,"0"1"669,0 3-1481,-45 10-91,25 5-899,-37 9 692,33 4-357,-2 0 119,-2 0 305,1-2-28,1 0-443,1-2-140,2-1-4,4-2-140,3-1 214,5-3 152,3 5-393,5-7 30,6 4-306,5-10 25,5 0 185,18-1 151,-4-3 87,13-1-699,-6-4 613,2 0 24,3 0-240,19-6 52,-12 1-1044,-5-2 0,1-1 1342,13-4 0,-8 1 0,-21 5 0</inkml:trace>
  <inkml:trace contextRef="#ctx0" brushRef="#br2" timeOffset="57578">20981 2139 21430,'-3'-3'1767,"1"0"2374,2 3-2228,14-61-1743,-2 42 35,-1-15 0,4 4 106,7 24 604,3 0 26,1 4-172,3 0-769,0 2 0,1 4-1419,-1 2 1960,0 4-1467,0 3 497,-1 2-82,9 12-20,-11-3-135,6 10-44,-16-6-151,-1 3-371,-4 4 180,-2 1 140,-1 5 191,-4-1 210,1 3 157,-2-1 39,3 20 1422,-2-30 1,1 1-1227,0 0 1,0-1-374,7 27-488,-2-21 400,-3-2-8530,-1-6 8641,-3-8 0,-1-10 1,-2-6-1</inkml:trace>
  <inkml:trace contextRef="#ctx0" brushRef="#br2" timeOffset="57775">21153 2524 27017,'33'-27'-275,"0"-1"0,1 0 1,12-11-1,-2 9-1058,8 20 1038,-14 3 0,1 1-3228,21-2 2600,-21 4 1,-2-1-7836,9 2 8454,-9-1 1,-18 3-1,-9 0 1</inkml:trace>
  <inkml:trace contextRef="#ctx0" brushRef="#br2" timeOffset="78359">18294 3615 12707,'0'-4'4968,"0"1"-235,0 3-4470,-20-59-61,11 42-124,-3-16 1,-2 4 38,1 26-16,-1 0 67,-11 3-45,-4 3-78,-1 1-17,2 5-5,10 1-1,0 0-5,2 3-6,1 0 0,2 0 0,3 0 1,3 0-7,1 1 1,3-1-6,1 1 0,2 0 11,4 0 6,7 6 0,4-6-3393,7 6 3388,0-7-12,3 0 0,4 1 5,2 0-16,17 7-308,-12-5 302,10 5-5,-10-1 16,-13-6 0,2 4-5,-16-4 3276,-24 4-3260,1-4-5,-20-1-5,6-7-244,-4-2 221,-2-1-5,0-1-29,-1-1-2874,3-1 2846,1 0-240,-7-3-331,4-1-3663,-4-1-527,18 1 4851,9 1 0,10 2 0,1 1 0</inkml:trace>
  <inkml:trace contextRef="#ctx0" brushRef="#br2" timeOffset="79884">18718 3572 19535,'0'-4'3164,"0"0"-666,0 4-2470,-18-15-17,16 20-5,-11-6-3393,20 24 3410,1 3-1566,1 3 1565,-1 1-5,2 0-23,-2 0 18,-1-2-1,-3 0 0,-3-1-223,0-2 235,-3-2-6,-1-1 2523,-3-3-2490,-2-2 2231,0-3-2118,-1 0-12,2-6-5,0-1 426,3-6-432,1-3 84,1-9-123,1 0-6,0-9-34,1 3-5,1-4-5,1-1-23,3-4-316,1 0 310,2-3-5,1 1 0,2 0 22,0 0-28,2 3-5,-1 2 0,0 2-1,-1 3 12,1 3-17,0 3 0,7 0 6,-4 5-1,7 1-10,-5 5 304,1 0-299,1 4 5,2 3 23,12 11-28,-6 0 0,8 8-5,-6 6-3387,-9-5 3386,1 7 12,-12-10-268,-5-1 268,-2-1-10,-8 7 10,-1-9 0,-6 4 5,0-11 0,0-3 3253,0-3-3231,3-3 383,2-2-383,2-1 107,1-13-112,2 3 12,1-11-24,5 5 7,2-2-1,3-2-5,1 0 11,3-1 11,8-9-28,-4 7 12,6-5-214,-7 9 202,0 4-6,0 1-5,0 2 12,0 2-7,1 3 6,-1 2-5,2 3-6,-1 1-6,12 5-10,-5 1 190,8 6-280,5 10 10,-11-1-636,10 7 558,-15-5-91,-1 1-49,-4 0-95,-1 0-89,-3 1-40,1-1-56,-2-1-39,1-2-67,1-1-78,0-2-57,2-4-201,0-2-95,1-3 16,2-3 95,1-2-206,10-4 968,-6-4 191,7-3 218,-11-3 673,6-9-214,-7 2 96,3-8 33,-6 6 17,-2-3 12,1-1 567,-1-1-18,3-14-763,-4 9-55,1-9-46,-8 14-33,-1 3-50,-2 2-40,-2 3-23,-2 3-83,-3 3-39,-3 2-50,-2 3-40,-1 2-34,0 2-21,-2 1-18,0 4 6,-7 6-17,5 2-5,-5 7-1,7 0 1,0 2 0,0 2-6,-4 23 0,9-16 0,-2 15 0,11-25 0,3-2 0,2-2 0,3-3-6,3-2 12,0-3 5,0-3 6,-1-2 11,0-1 11,0-4 0,-1-1-5,2-4 50,3-10-23,-3 2 1,2-7-1,-4 5 12,-2 0-6,-1-1 12,-1 0 5,-1 0 101,0-4-96,-3 7-5,1 0-17,-2 9-16,0 4-18,0 1-16,0 1-17,-1 9 0,1 0-5,-1 8 5,1 0 0,-1 3 11,6 18-11,0-11 0,5 11 0,2-18-6,3-3 12,2 0-6,3-3-6,2-2 1,2-3-1,1-2 12,0-4-3398,1-1 3397,0-4 1,-2-3-6,1-4 5,-1-4 7,-1-3-7,-1-3 6,-1-2-5,-2-4 0,-2-4 10,3-20 1,-7 7-810,2-16 804,-6 14-6,-2-3-10,0-1 16,-1 1-5,-2 2 22,-1 2 0,-1 3 5,-1 4-230,-3-7 237,-1 15 4,-3-3 2828,0 17-2816,0 5-23,0 3-5,0 3 1133,2 3-1161,-1 1 460,0 5-460,0 3 58,-2 6-46,-1 5-893,1 5 881,-2 4-6,1 6-11,0 5-11,1 4 23,2 5-7,1 3 12,2 3 12,1 0-12,3 0 5,3-2-10,5-3 5,6-3-6,2-4-5,5-5 5,3-5 1,1-5-7,2-5 1,1-4-81,-1-5 75,0-5 12,-2-5-1,1-4 1,-1-5-1,1-5 0,-1-6-5,1-3 11,1-4 28,0-4-462,1-6 440,-2-5-1,-1-6-22,-3-5-765,-2-4 788,-2-3 11,-3-1-12,-3 0 7,-2 1 4,-5 3 1,-3 2-6,-5 5 68,-10-12-40,0 19 23,-9-5-18,3 23 1,-1 4-11,0 6 640,1 3-651,1 4 69,1 2-75,1 3-17,2 4 0,2 3 5,0 7 1,1 5-12,1 6 6,0 6-773,2 7 762,1 7-12,2 5 12,2 4-6,4 4 1,3 3 21,-2-29 1,3 0-29,0-1 1,2 1-17,0 0 0,2 0-26,2 0 1,0-1-23,2 0 0,0-1-45,1-1 1,1-1-267,19 25-184,0-6-415,-1-5-577,-1-5-2151,-1-5 3886,1-2 0,-17-15 0,-2-2 0</inkml:trace>
  <inkml:trace contextRef="#ctx0" brushRef="#br2" timeOffset="83267">21406 3455 20503,'45'-29'-25,"-1"-1"1,-2 3 0,-4 6-116,0 15-118,3 0-195,0 3-411,1 1-508,-3 1-1092,-1 1-5844,-5 3 1737,-4 1 6782,-8 1 1,-10-1-1,-5-2 1</inkml:trace>
  <inkml:trace contextRef="#ctx0" brushRef="#br2" timeOffset="83438">21497 3668 24984,'32'-15'11,"2"0"-268,24-6-4970,-12 6 4725,-15 4 1,0 1-1639,12-2-7091,-5 2 9231,-7 2 0,-15 4 0,-7 1 0</inkml:trace>
  <inkml:trace contextRef="#ctx0" brushRef="#br2" timeOffset="84511">22603 3350 24580,'-26'-25'59,"-1"-1"1,-19-10 342,17 63-385,8-2 5,-6 10 6,6 9-28,6-10 126,1 13-126,8-1 11,5-12 45,5 8-40,14-6-10,0-11 11,11 3-3203,-4-12 3220,2-4 5,2-3 17,-1-3 23,0-3 21,-1-3 164,8-10-108,-10-1 12,5-9 17,-12 1-22,-1-4 145,2-16-84,-5-6-73,-1-13-95,-7 12 28,-14-4 3341,1 24-3385,-18-15-3427,5 20 3387,-8-4-2285,5 11 2218,-3 1-146,1 3-212,-2 2-3227,-12 2 3652,6 2 0,11 2 0,14 1 0</inkml:trace>
  <inkml:trace contextRef="#ctx0" brushRef="#br2" timeOffset="88125">9438 4204 20958,'-5'-16'-47,"6"3"48,13 13 79,3 0-18,2 0-10,2 0-16,1 0 2,2-1-9,2 1 36,-1-2-22,0 0-5,-2-1 0,-3 0 13,-3 1 63,-4-1 22,-5 2-15,-3 0 19,-3 0-126,-7 1-19,-2-1 2,-8 1-9,-2 1 19,-4 1-10,-4 3 46,-16 3 20,-12 2-501,0 1 493,0-1-18,16-3 36,4-1 30,3 0 44,5-2-49,7-1-45,6-2-46,5 1-49,4-2 142,1 1-44,11-1-5,0 0-18,10 0-5,1-1-5,4 0-7,3-2-4,5 1 463,2 0-503,19-3 17,-10 2-430,14-3 413,-19 2-839,0-1 749,-5 0-67,-3 0-585,-2 0 75,-11 1-9136,-9-1 9321,-11 4 1,-2-2 0,2 3 0</inkml:trace>
  <inkml:trace contextRef="#ctx0" brushRef="#br2" timeOffset="88942">7321 4176 8780,'-53'3'1257,"-1"0"0,0 0 1,5-1-1,1 1 1,7-1 200,-15-2-363,8 0-238,7-1-158,6 0-4903,7-2 4740,6-2 1364,5 1-1496,5 0 622,4 0-1001,3 0 82,3 1-355,3 1 230,3 0 245,4 1-66,6 1-3,5 0 32,7 0 28,5 0 49,8 1 110,7 0-269,-7 0 1,3 0 1028,-9 0 1,4-1-1058,16 1 0,9-1 0,-6 0-1538,-6 0 0,-1 0 1487,2-1 0,5 1 0,-4-1 16,-4-1 0,-3 1-886,2-1 1,1 0 879,0 0 1,1-1-410,0 1 0,-1 0 395,0 0 0,0-1-267,0 1 1,-1 0 260,-1-1 0,0 1-5,-1 0 1,-1 0-8,-1 0 0,-1 0 2,-2 0 1,1 0-4,2 1 0,3 0 0,-4 0 572,-4-1 1,0 1-565,23 0 0,-4-1 141,-19 1-63,-8 1 55,-21 0-145,-42 0 2,4 0 9,-11 0 1,-4 2 1,-17 0-11,17 0 0,-1 0 3,7 0 0,0 0 401,-2 1 1,-1 0-397,-4 0 1,1 0 3,-2 0 1,-2 1-5,2 0 0,-4 0 1,3 1 2,-7-1 0,-1 1-66,-4 1 1,-4 0 0,6-1 52,8 0 1,2-1 3,-13 2 0,3-1 7,22-2 0,2 1 19,-28 2-313,22-1 1,1-1 337,-17 1-5,13-1 0,1 0-2,-2-1-17,-9 1 400,24-3-372,6 1-17,6-1 784,6-1-840,6 1 1455,2-1-1465,7 0 3402,6-1-3376,10-1 19,10-1-3232,13-3 3238,13-2 0,-22 4 0,1-2-20,4 1 1,2 0 17,4-1 1,2 0-867,2 0 0,1 0 853,2 0 0,1 0-12,1 0 1,0 0-877,0 1 1,0 0 864,0 0 0,0 0-18,-2 1 0,-1 0-286,-1 0 0,-1 1 143,-2 0 0,0 1-344,-4 0 1,2 1 507,18 0 1,-4 1 0,-4 0-1,-19 0 1,1 0 0</inkml:trace>
  <inkml:trace contextRef="#ctx0" brushRef="#br2" timeOffset="96358">17433 4944 11280,'3'-9'4173,"-1"2"-3124,-2 7 2409,0 0-7153,-11-66 4008,3 43-165,0-14 0,-2 1 1002,-5 23-670,-12-3-29,4 6 73,-12-1-22,8 8 128,-3 1 139,-1 3 48,-2 3 6,-2 3 3021,0 6-3218,0 2-49,1 4-58,-11 14-244,16-6-118,-7 10-3410,19-10 3107,4 1-112,4-1-190,4 0-144,3 0-81,5-2-16,2 0-6,5-1-29,13 8 164,-2-9 331,8 5-1,-4-11 287,15-1 154,-7-6 335,22-2 74,-23-10 3674,7-4-3276,-5-15-62,-9 2-601,5-9 296,-12 5-423,-2-3 63,-2-1-161,-1-1-201,-3 1-96,-2 0-185,-1 2 15,-3 2 41,-1 2 55,-2 3 23,0 2 42,-1 5-8,1 2 50,-1 3-50,0 3 480,0 1-492,0 7 239,0 2-185,-1 24 8,1 2 48,0 9-58,0-6-1,3-10-100,0 3-19,3-1-108,0 2-149,1-1-1070,6 12-2356,2 4 3895,7 13 0,-10-27 1,-1-4-1</inkml:trace>
  <inkml:trace contextRef="#ctx0" brushRef="#br2" timeOffset="96785">17910 5080 19465,'-3'-1'2229,"0"0"-4467,3 1 2507,-40 11 1523,29-3-1438,-29 15 791,40-10-1102,5 11-417,-1-14 226,5 5 102,-3-10-25,0-2 3330,1-2-3220,0 0-46,1-2 648,5-5 74,-3 0 18,4-6-94,-5 1-44,0-7-335,-3 4-58,-2-10-275,-5 10-207,-3-2-184,-8 2 19,-1 6 202,-6-2 87,5 7 168,-2 1 108,3 2 98,0 0 142,3 1 109,2 1 0,2 2-124,2 1-116,0 6-318,2-2-90,1 4-135,6 0-154,0-3-61,6 3 20,-1-4 61,4-2 175,8 1-3187,-6-3 3449,6 0 148,-9-4 135,-6-1-44,-1 0-230,-5 0-264,-2 0-453,-3 0 2548,-3 0-6602,-6 0 4788,-5 0 1,8 0 0,0 0 0</inkml:trace>
  <inkml:trace contextRef="#ctx0" brushRef="#br2" timeOffset="98854">19054 5143 20979,'-2'-39'1112,"-1"0"0,0-24-792,1 59-281,2 2-17,0 10-5,3 2-11,2 11 10,3 2-16,1 4-33,7 21-29,-4-8-923,3 17 784,-9-13-119,-2 3-1542,-7 1 1369,-5 1-107,-7 0-161,-5-3-331,-5-2-3027,-3-3 2019,-2-4-852,-1-4 2736,-5-3 0,17-15 0,1-2 0</inkml:trace>
  <inkml:trace contextRef="#ctx0" brushRef="#br2" timeOffset="99268">19278 4650 19664,'-39'-6'34,"0"1"1,3-2 0,8 8 46,21 13-159,-1 13-32,4-5 507,0 8-482,5-8-4,3 0 282,9 9-378,1-11 6,6 6 104,-4-12 307,1-3-114,-1-3 511,1-3-119,5-3 45,-5-3-71,4-3-16,-9-5 169,1-9-347,-6 2-81,1-7-76,-7 5-112,0 1-46,-3-2-64,-2 3-58,-2-1-21,-2 1 65,-2 2 36,0 2 25,-1 1 61,-5 0 14,3 4 29,-4 2 41,7 4 60,-1 2-3,2 3-40,0 2-169,2 5-223,2 2-331,2 2-734,1 1-2524,2 2 3821,3 4 1,-2-10 0,1 0 0</inkml:trace>
  <inkml:trace contextRef="#ctx0" brushRef="#br2" timeOffset="99526">19653 4887 17067,'-4'0'3260,"1"0"-986,3 0-2498,55-34-881,-29 26 865,9-9 0,1 1-263,-8 17-705,0 1-3943,1 2 902,-2 4-2341,-3-1 6581,-5 0 1,-10-4-1,-3 0 1</inkml:trace>
  <inkml:trace contextRef="#ctx0" brushRef="#br2" timeOffset="99738">19638 5108 23831,'58'-11'266,"-5"0"-139,-4-3-52,-10 2-9,13-3-39,-16 5-9,-1 2-28,-4 0-15,-4 3-159,-5 0 68,-4 2-192,-7 1-3890,-4 1 3278,-4 2 1,-3-1 0,0 1 0</inkml:trace>
  <inkml:trace contextRef="#ctx0" brushRef="#br2" timeOffset="101168">19776 4890 8595,'-3'-1'4672,"1"0"2268,2 1-6576,-32-18-62,24 13-56,-24-13-50,32 18 191,-1-1-326,6 0-16,0-1-6,6 0 23,7 0-34,-1-1-6,6 0 34,6 0-22,4-2-12,2 0-10,-1 0-1,-10 1 0,-3 0 1,-2 1-1,-3 1-5,-2-1 5,-4 2 23,-3 0-1,-4 0-27,-4 1-6,-4 0-6,-6 1 6,-5 1-11,-5 2 17,-19 4-6,6-2 11,-13 3 0,-14 0 6,23-3-395,-18 1 400,31-5 12,5 0 5,2-1 11,4 0 6,4 0-11,3-1 0,3 0-11,2 0 22,2 0 366,4-2-394,2 2 23,5-2-29,3 0 40,28-3-45,-11 2-901,21-2 901,-20 2-6,3-1 12,-1 1-354,15-2 365,-14 1 5,7 0 6,-20 1 5,-3-1 12,-5 1 11,-4 1 95,-2 0 734,-4 1-952,-3 1-160,-10 0-810,0 1 1020,-21 7 0,19-5 0,-9 4 0</inkml:trace>
  <inkml:trace contextRef="#ctx0" brushRef="#br2" timeOffset="104605">20581 4945 15186,'0'-6'3768,"0"1"-2985,-2-25 0,-1-6-210,1 8-292,-1-11 1,0 0 257,2 16-5,1 4-34,0 0-399,0 4 325,0 2 300,0-1-400,0 5 29,-1 1-291,0 5-197,0 3 412,0 4-177,-1 4-75,1 4-20,-1 5 3,1 3-13,0 15 5,2-6 116,2 12-429,2-11 113,4-1 31,2 0 3,1-2-46,0-1 27,0-2 17,-2-2 23,0-3 23,-3-3 40,-2-2 92,-1-2 73,-3-2 128,-1-3 93,0-3 47,0-2 297,0-1-379,-3-6-84,0-1-121,-4-5-46,2-2-87,0-2 5,-1-1-43,1-3 8,0-1 12,1-2 112,0-16 105,2 8-3,0-11 28,2 12-450,0 1 453,0 1-12,0 2-23,-1 4-20,0 4-65,-1 2-36,-1 5-77,1 3-38,-1 3-23,1 2 134,-2 5 873,0 3-624,-2 6-4,1 3-50,-1 3 54,1 4-24,-2 17-37,3-8-108,-1 10-450,4-11 163,1-1 8,0-2 55,1-1-20,1-3-3370,3-1 3391,-1-4-11,1-3-27,-2-1 39,0-6 17,-1 0 96,-1-5-2,-1-1 226,0-2 3292,0-5-3385,-1-2-27,-1-6-28,-2 0 18,0-2-69,-1-4 66,-2-12-121,2 4-1333,-1-9 1354,3 7 75,2 1 2,0-2-176,0 3 238,1 3 28,0 3-37,0 5-9,0 3-6,0 4-54,0 3 10,0 2 1231,0 2-1281,-2 2 365,1 3-213,-1 2-21,0 4-45,-1 3 2,2 3-41,-1 2 66,1 3-61,1 1-116,0 3-54,0 0 10,3 2 19,1-1-196,17 25-116,-7-17-559,10 20-75,-12-23-1434,-3 2-7069,-2-5 9274,-4-3 0,-2-11 0,-1-6 1</inkml:trace>
  <inkml:trace contextRef="#ctx0" brushRef="#br2" timeOffset="105542">21396 4901 18280,'-2'-6'2983,"1"1"-1401,1 5-527,-13-59-2735,9 39 1719,-4-13 1,1 2 545,5 22-670,0 3-101,0 2-37,2 1-246,0 2-89,4 7 770,0 1-1495,4 9-1399,-2-1 2676,1 5 1,-3-10 0,0 2 0</inkml:trace>
  <inkml:trace contextRef="#ctx0" brushRef="#br2" timeOffset="105727">21481 5022 25357,'1'54'-406,"1"0"1,0-5-1,-1-2-204,0 15-964,-5-12 1331,1-17 1,-3 2-1004,-8 1 1,-3-1-6140,-10 21 3247,7-22 1,0-2 3864,-7 6 1,13-19 0,5-8-1</inkml:trace>
  <inkml:trace contextRef="#ctx0" brushRef="#br2" timeOffset="106119">22065 4827 26893,'13'-39'-5,"-1"0"1,0 3 0,-5 10-141,-7 24 252,0 0-270,0 8 185,-1 1-42,-1 9-11,-4 15-137,0-3 143,-1 14-502,1-8 565,1 3-17,0 1-55,1 3-123,1-1-90,1 2-212,1-2-197,0-1-304,2-3-620,1-1-1627,0-2 3179,3 1 0,-3-16 0,1-3 1</inkml:trace>
  <inkml:trace contextRef="#ctx0" brushRef="#br2" timeOffset="106838">22290 4398 13785,'-4'6'253,"1"-1"186,1-3 494,0-2-17,0 0-208,-1-1-188,0-1 0,1-2-173,0-1 39,-1-1-58,1 0-246,0 1 386,-2-2-514,2 2 131,-1 0 64,0 2 224,2 0-80,-1 1 51,1-1-96,0 1 8,1 0 233,-1 1-365,-2 7 495,0 0-162,-4 8 332,0 1-19,-1 2 78,-2 1 10,-1 1-75,0-1 16,2 0-538,0-2 47,3-2-310,2-1-32,2 3-218,2-6-35,1 2-163,2-6-131,1-2 489,0-2 382,1-2 346,1 0 230,1-4 346,1-1-158,2-3 109,0-3-411,1 1-752,-1-3 0,-1 0 0,0-1 0,-2-1 0,0 1 0,-2 1-345,-1 1-154,-1 1-101,-1 3 80,-2 1-46,1 2 60,-1 2-31,0 1-149,0 2 249,-2 3 569,2-1-80,-2 2 133,2-3-811,0-1 188,0 2 24,0 0-23,0 2-39,0 1-483,-1 1 167,0 1-150,-1 0 313,-1 1 3,-1 0 11,0 0 160,0-1 97,1 0 115,0 0-8,1-2-221,0-1-637,2 1-2177,0-2 3193,0 0 1,0-1-1,0-1 1</inkml:trace>
  <inkml:trace contextRef="#ctx0" brushRef="#br2" timeOffset="107718">22177 4610 26261,'3'-42'-71,"0"-1"1,-1 4-1,0 7-83,0 16 331,1-2-159,-1 7 235,-1 0-149,0 7 135,-1 2-349,0 1 287,0 5-15,0 2-20,0 7 16,0 3-186,0 5 59,-2 3-133,0 2 205,-2 2 36,-2 2 59,-1 0-3,0 1 21,-1 2-161,0 2-280,2 0 77,-1 0-34,2-1-68,2-2-54,2-1-30,0-2 16,5 15-576,-2-18 662,4 8-212,-4-23 401,0-3 323,-1-4-171,0-1 497,0-2-500,0-7 723,2-8-699,-1-4-17,1-6 18,1 3 21,0-2 415,2-3-357,9-35-121,-3 20-1750,0-1 0,0 1 1713,1 0 18,3-10-12,-7 19-3,-2 3-11,-1 4-30,-2 4-35,-2 4-33,-2 3-35,0 6 3354,0 3-3379,0 4 18,0 1 279,-2 4-92,-2 3 12,-2 5 21,0 6-3,-3 3 16,0 5-23,-1 2-9,0 4-1472,0 3 1287,1 3 13,-3 22-3011,3-14 3016,0 15-2,4-22-155,1-3 141,2-3-19,1-4 18,-1-4-3,1-3 35,0-3 35,-3-2 76,2-6 789,-1-3-697,2-6 3434,-1-5-3623,0-4 183,0-6-218,1-3 36,0-5-51,1-2 24,0-5-73,1-1-94,5-23-1697,0 10 2064,5-19-3,-2 15-34,2-3-57,0 2-26,0 1 9,-1 4-23,-2 3-18,-2 7-21,-2 5-17,-2 1-52,-1 10 43,-1 3-49,-2 12 97,-6 26 26,1-4 14,-5 20-1337,4-10 1334,1 3-2263,-1 2 2278,0 3-828,-1 1 752,1 4-508,0 0 516,0 1 6,0-1 46,0-1 1359,-3 12-1399,4-15 1026,-2 8-1022,3-20 1,1-3 905,-1-2-890,3-9 3250,0-1-3241,2-9 413,1-3-633,0 0-764,4-14-431,0 4-3178,5-11 3744,0 4 1,-7 11 0,1 1-1</inkml:trace>
  <inkml:trace contextRef="#ctx0" brushRef="#br2" timeOffset="108151">22918 4537 18421,'-2'-58'-984,"-3"16"1524,-7 58-352,-2 3 1091,-2 3-1179,-4 2-678,0 3 656,-3 0 287,-1 3-158,-2-1 177,-12 12-336,10-11 255,-6 6-319,7-7 2096,6-4-2115,2 2 2096,10-11-2015,6-3 1606,7-8-1795,2 0 87,6-4 168,11 0-72,-2-1 3,24-2-11,-15 0 3,13-3-656,-10 2 662,2-1-113,0 0-264,1 1-253,1-1-500,-2 2-1156,0 0-3203,-1 0 5445,2 0 1,-17 2 0,-1-1-1</inkml:trace>
  <inkml:trace contextRef="#ctx0" brushRef="#br2" timeOffset="108937">23496 4450 10633,'0'-4'4998,"0"1"3704,0 3-9545,21-56 1342,-10 38-275,2-13 0,2 2 780,-2 21-57,6-2-96,-2 2 409,6 1-176,-5 4-274,0 2-172,2 3-149,1 3-321,1 6-537,1 5-165,0 5 63,0 5-354,1 5 71,-2 3-1761,0 4 1858,-4 3 27,-1 1 117,-3 1 75,-3 2-475,-4 0 684,-1 0-26,-5 16 99,-2-17 12,-4 11 69,-2-21 2,-1-3 4,-1-1-112,0-2-207,-1-4-276,1-1-2593,-4 1-420,2-8 3706,-4-1 0,10-10 0,-1-2 0</inkml:trace>
  <inkml:trace contextRef="#ctx0" brushRef="#br2" timeOffset="109137">23576 4829 16739,'-2'-2'4548,"0"0"-258,2 2-4071,48-56-1812,-23 39 1634,7-14 0,1 3-2,-2 22-6,3 2-513,17-1-126,-10 3-1122,11 0 914,-14 2 0,-18 0 1,-1 0-1</inkml:trace>
  <inkml:trace contextRef="#ctx0" brushRef="#br2" timeOffset="128301">20722 6011 16820,'-13'-42'885,"0"0"0,2 4 0,-1 8-314,0 21-5180,0 5 4933,-1 1-94,-2 3 1361,0 4-1450,-2 4-1351,-3 6 1339,-1 4 15,-3 5-44,-1 4-21,0 5 1844,0 3-1878,2 4-6,2 3 1,3 2-24,3 0 12,4-2-22,4-1-6,3-2 2,4-3-8,4-1-10,3-2 1803,6-2-1810,3-2-10,4-3 0,4-2 11,2-4 22,4-4 17,-1-4 16,1-4 29,0-5 167,9-7-72,-10-5 17,7-8-6,-15-1 11,-2-3-22,-3-2-2396,-3-2 2379,-4 0-376,-4-1 354,-3 1-1193,-3 0 1165,-4 2-537,-3 1 503,-3 3 1823,-2 3-1840,-1 3-17,-1 4-5,-2 4-11,0 2-6,-1 3 373,-1 3-373,0 3-16,0 5-12,0 2 11,1 4-90,-5 13 1,7-4-90,-2 10 2799,9-8-3102,4 1-257,2-1-499,5 0-794,5-2 1547,18 8 0,-14-18 1,10 3-1</inkml:trace>
  <inkml:trace contextRef="#ctx0" brushRef="#br2" timeOffset="130542">21562 5961 14586,'-43'-22'524,"0"1"1,5 1 0,3 4 2644,0 11-2956,8 2 1052,-12 1-1091,12 2-6,0 1-1278,1 2 1261,1 1 512,4 1-574,3 0-169,4 1 125,4-1 220,4 3-237,3-2 22,4 3 2471,3-3-2465,4 1 2481,5 0-2487,4 0 6,4 1 28,18 4-56,-6-2-3091,14 3 3074,-12-3 12,17 8-1659,-2 5 1653,-1 0-849,-9 2 843,-17-5-6,-5 0-5,-2 1 12,-5 0 2166,-4 7-2167,-3-8-11,-7 6 2089,-3-10-2078,-5-1 1649,-3 0-1643,-2-1-11,-2-1-6,-2 1 5,-13 3-78,-6 2-16,0-1-113,0-1-1080,3-1-712,11-4 1994,-6 2 0,21-9 0,1 0 0</inkml:trace>
  <inkml:trace contextRef="#ctx0" brushRef="#br2" timeOffset="133333">22690 5920 20134,'-4'-30'789,"-1"6"-559,-5 23 0,-2 0-23,-2-1-6,-1 1-10,-2-2-34,1 1-22,-2 0-46,1 0-5,-1 0-28,0-1-5,-1 2-12,-1-1-5,0 1 5,0 0-6,0 1 1,2 0 5,1 0 0,1 0 6,1 0 17,1 0-17,2 0 16,1 0-10,1 0-12,2 0-6,1 0 18,-2 5-34,4-1-1,-2 5 12,4-1-5,1 2 16,-1 2 6,0 2 16,1 3 1,-1 0 5,0 3-5,-1-1-6,0 1 0,0 0 33,-1 6-38,0-6-6,0 5-1,1-9-16,1-2 6,0-1-6,0-1 6,1 0-12,0-3 51,0 2-34,1-5 11,1 1 6,0-5 930,0-1-885,3-6-28,0 1-17,4-7-17,0 1-16,2 0-1,0 0-11,3 0 6,1 1-6,2 1 6,2 1-11,2 2 5,2 1-17,3 1-3380,4 2 3397,3 0-2117,5 3 2123,2 1-654,4 4 637,1 2-309,0 4 309,0 1 0,-3 2-5,-3 1-7,-5 1 1659,-6-2-1675,-7 1 11,-8-1-5,-6 1 11,-9 0-17,-7-1-17,-10 1-5,-7 0-12,-5-2-12,-6 0 709,-2 0-724,-3-2-7,-2-1-44,0-1 129,-1-1-230,1-3-89,1-2-135,4-2-224,4-2-443,5-2-1080,4-4 2212,4-3 0,12 2 0,2 0 0</inkml:trace>
  <inkml:trace contextRef="#ctx0" brushRef="#br2" timeOffset="133563">22748 5824 23441,'44'-27'282,"1"1"0,-4 1 0,-5 5-92,-8 6-27,3 1 3,-1 0-48,2 2-17,-2-1-34,-1 2 0,-2 2-45,-3 0-39,-4 3-106,-2 2-336,-4 1-9372,3 5 9514,-8 0 1,-1 0 0,-6-1 0</inkml:trace>
  <inkml:trace contextRef="#ctx0" brushRef="#br2" timeOffset="138285">9041 7319 8587,'-51'1'868,"0"0"0,0 0 0,-8 0 1,6 0-469,17 0 0,5 0 840,-1-1-517,7 0 11,6 0-79,7 0-162,5-1-36,4 0-329,4-1-44,6-1 34,4-2 103,9 1-64,7-2-3134,7-1 3123,10 0-12,10-1-508,-23 4 1,2-1 451,23-2 1,3 0-48,-12 1 0,1 0-14,-4 1 0,2 0 0,-2 0-1,8-1 1,-2 1-512,2 0 1,3 0 509,-4 1 0,4 0 0,-3 0-830,8 0 0,-1-1 818,-8 2 1,3 0 0,-5 0-1,2 0 0,-3 1 569,-2-1 1,1 1-568,11-1 1,0 1-1,-17 0 1,-1 0-6,8 0 0,-3 1-5,3-1-29,-12 1 17,-11 1 645,-11 0-612,-8 0 1084,-12 1-1078,-7 2-10,-11 1-18,-10 2 17,-7 0-11,-10 0 477,-7 1-472,26-4 1,-1 1-464,-2 0 0,-1-1 460,-2 1 1,-2 0-9,-1 1 1,0-1-1,-3 1 1,0-1-4,-2 1 1,0 0-6,-2 0 0,-1 1 0,1-1 0,0 0 0,-1 1 0,0-1 0,2 0 0,-2 1 10,5-1 0,-3 0 1,3 0-943,-7 0 1,1 1 945,8-1 0,-3-1 0,4 1 3,-1 0 0,3-1 775,1 0 0,1-1-773,2 1 1,2-1 33,-27 3 6,10-2 17,9 0-1608,10-2 1652,9 0 455,8-1-488,7-1 2034,10 0-2062,7-2 55,28-5-60,0-1-923,-8 1 0,2 1 905,29-4-14,-26 5 1,2-1 754,2 1 0,2-1-772,2 1 1,1-1-359,0 1 1,2 0 345,-2-1 1,2 1 0,-1 0-22,7-1 0,0 1-332,-7 0 0,2 0 1,-4 1 188,5 0 0,-3 0-222,0 0 1,0 1-792,-2 0 0,0 0 1198,4 1 0,-3 0 0,3 0 0,-3 0 0</inkml:trace>
  <inkml:trace contextRef="#ctx0" brushRef="#br2" timeOffset="140201">23804 6378 22284,'18'-43'472,"0"0"0,-2 4 1,-3 10-294,-9 22 196,-1 4-331,0 2 83,2 3-99,0 3 52,3 6-63,-1 5 11,0 5-22,-2 5-23,-3 4-33,-6 4-96,-5 3-121,-8 2-853,-5 3-2763,-6 1 3883,-6 6 0,15-23 0,1-1 0</inkml:trace>
  <inkml:trace contextRef="#ctx0" brushRef="#br2" timeOffset="140768">24849 5922 17066,'-20'-40'254,"1"-1"0,1 4 0,2 9 2250,2 20-2398,2 3 1009,-1 1-1054,1 2 554,1 1-593,0 1 1,2 2-18,1 2 2028,1 2-2027,1 4 11,1 8-17,3-1 0,1 7 5,4-4-38,11 10 33,1-6 5,10 8-10,-4-9-461,3 0 466,1-1-11,2 0 39,-1 1-45,12 7 11,-5 3 6,-2-3 6,-12 0 11,-19-16-12,-7 1 1,-11-9-3233,-6 1 3222,-7-3-989,-4-1 988,-3-1-1653,-3-2 1636,1 0-480,2-2 447,1-1-56,5-3-68,2-2-11,5-2-486,5-1-1585,4-10 2262,8 2 0,3 2 0,5 8 0</inkml:trace>
  <inkml:trace contextRef="#ctx0" brushRef="#br2" timeOffset="141396">25377 5902 19568,'0'-6'3462,"0"0"-2712,0 6 689,0 0-1416,-8-1-6,10 9-1,0 12-4,8 4-1,3 8 6,-4 2-1,-5-8 1,0 7 17,-5-9 17,-3-2-6,-3 0-1,-3-3 35,-9 2-23,6-7 33,-5-2 29,8-8 106,0-3-134,4-5 44,1-11-67,4-2 90,1-21-62,2 9-11,1-11-3319,3-8 3313,-1 11-10,3-11-7,-2 17 34,5-8-50,-2 12-11,3-4-1,1 11-27,-2 8-6,6-2-11,4 9 5,-3 2 6,7 2-5,-4 3 27,3 2-28,2 4 3387,2 3-3392,0 3-6,-1 2 12,-2 2-7,-4 1-21,0 12 22,-8-8-1,-2 9 7,-9-12 5,-1 0 0,-4-3 5,-1-1 29,-8 1-28,1-6 44,-9 1 12,7-8-29,-1-4-5,8-5-5,3-2-7,1-3 1,2-9-6,-1 4 1,4-8-7,5-3-5,9-1 17,1-1-11,3 5-18,-4 9 12,3 1-16,11 0-3371,-3 4 3382,9 1-27,6 6 15,-10 2-683,11 3 678,-14 4-17,-2 4-2047,-1 2 2002,-3 2-45,0 3 2002,-4 2-2573,4 11-723,-4 5-1086,0 8-1921,-5-3 509,-5-12-3904,-1-6 7825,-4-13 0,-2-4 0,-1-4 0</inkml:trace>
  <inkml:trace contextRef="#ctx0" brushRef="#br2" timeOffset="142251">26471 5973 19675,'18'-49'1090,"0"1"0,-1 4 1,-6 8-604,-10 21-101,-2 3 169,-6-2-236,-6 4-224,-3 2 0,-2 4 40,-6 5-85,5 3-16,-7 3-6,8 4-28,1 2 11,0 2 0,3 2 28,-4 11-27,4 3-12,3 0 5,5-3 1,7-10 55,10 8-27,-2-12 11,7 4 56,-1-14-28,-4-2-11,5-5-1,-3-4-16,0-2 5,0-3 12,0-2 0,1-2 78,2-9-90,-3 5 62,4-12 39,-8 12-61,0 2-29,-4 7-27,-4 7-28,1 2-23,-2 1 22,1 4 7,-1 3-18,0 4 6,0 4 0,0 2-6,0 4 51,2 10-45,0-7 0,3 9 0,1-12-11,0 0 11,4-2 11,0-1 0,5-1-5,2-2 5,3-2 0,3-1 6,2-5 34,12-3-7,-7-7-10,7-4 5,-12-6 28,9-12-27,-10 3 27,8-11-45,-14 7-227,0-4 244,4-22-11,-11 20 0,-2-1-252,1 0 0,-1-1 235,-1-1 0,-1 1-3158,0-17 3163,-1 2-8,-4 17 1,-2 0 8,-3-26 39,-4-3-22,-3 24-12,0 16 1,4 16 132,0 3-149,1 1 313,0 5-302,-7 10-6,-4 15-11,-1 6 3067,-1 8-3055,6-3-966,0 3 949,2 6-23,1 3 17,3 3-2951,2 1 2956,2 1 6,4-2-5,4-1-1,6-4 6,4-1-875,7-3 886,4-3-11,5-3 84,4-3-106,2-7 22,0-5 11,-1-8-11,-3-6 0,-2-5 0,-2-6 2544,-2-5-2538,1-6-571,0-7 571,0-6 11,11-23 11,-10 4 194,-11 14 0,-1-2-222,7-21 0,-8 11 0,-1-2-390,-4 9 1,0 0 392,3-11 0,0-2 8,-3 3 0,-2 2-3,-2 10 1,-1 1 2,0-7 0,-1 1-335,-2-8 335,-3 5 40,-8-9-29,0 16-5,-6-6 22,3 21 488,-1 4-471,-2 4-45,3 5-11,-1 4 17,-4 16-17,3 1 11,-6 15-1638,5-1 1610,-2 5 11,2 5-74,0 4 85,0 5 110,3 5-110,1 5-598,3 5 584,4-16 1,1 1 519,2-11 1,1 0-540,1 11 0,3-1-45,0-16 0,4 1-1505,8 11 1,5 5-1,-3-6-3306,-3-8 0,0-1 4884,15 26 0,-4-8 0,-15-34 0,-7-8 0</inkml:trace>
  <inkml:trace contextRef="#ctx0" brushRef="#br2" timeOffset="142609">28058 5711 17893,'-3'0'3663,"1"0"112,2 0-3758,2-62-6,8 41-36,4-16 0,4 3-1251,17 24 1141,15 0-49,-7 7-102,1 2-196,2 2-346,2 3-545,-2 3-917,-1 3-1810,-4 2-4481,-7 0 8581,-9-1 0,-13-5 0,-6-2 0</inkml:trace>
  <inkml:trace contextRef="#ctx0" brushRef="#br2" timeOffset="142792">28196 5893 26357,'16'-17'112,"4"1"-90,13 7-5,1 1 0,2 1-45,19-1-1008,-13 3 851,13 0-302,-19 3-701,-1 1 1188,13-2 0,-27 1 0,8 0 0</inkml:trace>
  <inkml:trace contextRef="#ctx0" brushRef="#br2" timeOffset="143777">29071 5764 20005,'10'-52'1092,"0"0"0,0 5 1,-3 5-410,-2 6-5778,-3 5 5571,0 3-61,-1 5 1341,0 5-1263,-1-2 518,0 10-922,-1-1-44,0 9-45,0 2 3387,0 3-3376,1 3-6,-1 6 1,1 4 0,-1 3-18,1 4 12,0 4 0,0 2 6,0 3-6,1 2-6,1 1-5,0 2 6,0-2 21,-1 12-10,0-13 5,-1 7 45,-3-7-28,0-13 11,-3 4 6,1-15 6,-1-2 33,3-4 168,-4-7-196,3-2 0,-2-8 44,3-12-60,1 3-24,1-11 29,1 6-11,1-3 11,1-2 5,1-5-3397,2-2 3380,1-5-10,0-2-1117,1-1 1105,-1 1-762,-1 0 779,0 5-6,-1 1 29,-1-4-1,-1 14 2451,-1-1-2456,-1 18-6,0 5 1405,0 3-1450,0 3 1349,0 1-1349,0 17 6,-1 0 6,0 15-12,0 0 1,1 3-18,0 27-378,0-24 1,0 2 313,2 13 0,-1 1-749,-1-9 0,1-1 603,1 1 1,-1-2-658,0 16-3057,0-1-1093,0-2 5040,-1 4 0,0-29 0,0-2 0</inkml:trace>
  <inkml:trace contextRef="#ctx0" brushRef="#br2" timeOffset="162735">17438 7512 18028,'-6'-53'1398,"-1"1"1,1 4-1,1 7-765,4 13-118,0 2 297,-2 1-4738,1 8 4178,1 2 753,-1 9-927,2 3-22,0 2-33,0 7 5,0 3 39,3 23-17,1 13-11,1 6 1677,0 6-1688,-2-12 5,-1 1-868,0 2 846,-2 0-150,-2-14 0,0-1 151,-1 17-778,-4 13 772,0-24 11,-1-3 34,-5 5-18,3-14 841,-3 1-768,5-16 853,2-5-791,1-4 323,2-1-351,0-4 955,-1-2-1017,1-4 636,-1-4-680,0-4 10,2-2-16,-2-4 12,2-2-12,1-2 0,0-1-6,2 1 0,1 0-10,3 2-1,2 1-17,7-4 17,-2 9-16,6-4 10,-3 13-10,2 2-1,2 4 6,1 2 6,14 7-34,7 8 11,0 3-879,0 6 896,-13-3 0,-1 1 0,-1 2-6,-3 1 6,-4 1-11,-5 0 0,-5 1-78,-4-1 78,-9-1-11,-29 16 11,5-16-1087,-24 11 1053,16-21 6,0-2-62,-1-3 0,1-3-45,2-3-66,2-1-102,4-3-349,5-2-323,5-4 180,5-5-2342,7-4 3148,4-6 0,2 10 0,1 0 0</inkml:trace>
  <inkml:trace contextRef="#ctx0" brushRef="#br2" timeOffset="163235">18156 7769 17697,'-7'8'3730,"2"-3"-2822,5-5 1523,0 0-2347,-34 28 5,28-19 12,-22 20 22,36-26-11,2-1 7,0 0 4,0-2 0,0 0-5,0-1-1,0-1-10,-2-3-12,1 0 6,-1-2-17,-1 0-17,1-1-28,-1-2 6,1 1-6,0-1 6,0 1-17,0 0-6,-2 2-5,0 1-6,-2 1 12,-2 2-12,-1 2 0,-1 0 0,-5 6 0,0-1-5,-6 5 5,1 0 0,-1 0 12,-5 5-1,2-2-11,1 1 6,4-3-11,6-5-1,0 0 12,3-3-11,-1 0 67,1-1-12,3-1 1,1 0 16,2-2 6,-1 0 28,-1-2 0,0-1 17,-1-1-23,-1 0-22,0-1-11,-1-1 39,0-5-78,0 2-6,-1-1-17,0 4-5,0 1-6,0 2-12,0 1-27,0 2-829,0 1-459,0 7-3098,0 1 4425,0 9 0,0-9 0,0 2 0</inkml:trace>
  <inkml:trace contextRef="#ctx0" brushRef="#br2" timeOffset="170018">20178 7346 22094,'-20'-13'185,"4"5"-101,16 15 12,-3 2 10,0 0 0,-2 1 6,-2 1-11,-3-1-17,-3 2-11,-2-1 61,-13 4 51,-5-1 6,-10-3-91,9-5 7,6-6 22,12-4-1,2-2 7,4-6-1,3-2-5,3-5-11,3-2-29,3-3 1,4-1-1,4-1-5,5 0-16,2 2-12,1 2-23,0 4-5,0 3 0,0 3 0,7 3-28,-6 5 6,5 0-6,-7 6-6,1 4 6,0 4-11,1 4 11,1 4 0,0 3 6,-2 3-1,0 4-5,-4 3 17,-4 1-1118,-4 4 1090,-8 2 11,-7 1-594,-9 4 589,-10 0-12,-8 4-904,15-23 1,-1 0 917,-3 1 1,-1 0-4,-2 0 0,-1 0 12,-1 0 0,0-1-6,0-1 0,-1-1-572,2-2 0,0-1 583,-25 10 11,23-17 1,0-2 11,-11 0 5,-4-6 22,24-10 664,7-6-669,6-5 17,4-4-56,6-4 22,5-2 418,5-1-440,6 1 33,5 2 1356,2 3-1395,4 3-1559,0 4 1571,1 5-23,-1 2 5,1 5-5,0 1-11,0 5 22,2 1-5,1 5-12,0 3-22,0 2-308,0 3 269,-1 1-39,-1 3-97,-1 1-138,-1 2 2601,-2-1-3330,-1-1-655,-2-2-1708,-1-2 3433,1 0 0,-11-9 0,0-1 0</inkml:trace>
  <inkml:trace contextRef="#ctx0" brushRef="#br2" timeOffset="170361">20945 7311 17484,'1'-3'3451,"0"1"-555,-1 2-2835,-17 7 6,6 4 34,-25 19-67,14-5-1779,-10 8 1807,4-9 5,0 0 422,-3 0-371,-11 7-34,10-7 33,-6 3-5,16-10-11,4-3-34,3-2 28,4 3-50,5-5 6,3 4-1,5-6 6,2 0 0,4 0-6,3 0-10,4-1 1395,3-1-1407,3 0 0,4 1 0,4-2-22,2 1-6,4-1-28,1 0-12,1-1-55,0 0-79,0-2-3159,-1 0 2902,0-1-331,0 0-709,1-1-1089,1 0-3019,3-2 4990,6-2 1,-21 1 0,-2 0 0</inkml:trace>
  <inkml:trace contextRef="#ctx0" brushRef="#br2" timeOffset="170658">21612 7364 25315,'-2'-40'196,"0"0"0,-2 2 0,5 11-101,8 23-16,-1 1 16,6 2-61,-2 2-1,5 3-16,-2 3 5,2 3-3397,3 4 3386,2 1-220,15 14 209,-8-4-11,10 10 22,-13-5-11,-2 0 12,-5 1-7,-3 1-10,-4-2-29,-6 2-2197,-2-1 2169,-7 0-100,-2-1-595,-13 11 2092,3-11-2712,-8 8-1004,7-16-3287,-1-2-3226,3-3 8473,2-4 1,6-6-1,2-3 1</inkml:trace>
  <inkml:trace contextRef="#ctx0" brushRef="#br2" timeOffset="170903">21580 7666 16465,'-3'-4'4806,"0"1"-1037,3 3-3595,33-63-1079,-8 43 961,1-15 1,3 2 38,9 24 6,1 1-6,0 1-11,0 1 0,-2 1-22,-1 0-6,-4 0 50,6-1-72,-13 3-1,2-2-10,-14 3 326,-5 0-332,-2 1 153,-2 0-187,-2 1-1451,-1 0-1040,0 3 1792,-1 1 1,0 0 0,0-1-1</inkml:trace>
  <inkml:trace contextRef="#ctx0" brushRef="#br2" timeOffset="171742">22811 7850 23892,'-24'43'-2056,"-1"-2"-3416,-1-13 4613,-4 6 1,14-16 0,0 0 0</inkml:trace>
  <inkml:trace contextRef="#ctx0" brushRef="#br2" timeOffset="178637">23903 7387 10494,'3'-4'6307,"-1"1"-817,-2 3-5261,12-31-167,-12 23-1,6-23 1,-18 33 11,-3 2-6,-4 0 0,-1 2 6,-3 0-17,-1 1 62,-13 1-57,7-2 102,-22 2-68,22-5 11,-8-1 6,15-1 107,-4-3-113,9-1 6,-1-1-6,9-1-10,3 0-1,1 0-11,2 0-6,0 1-5,2 0 28,0 2-56,1 0-73,1 2 44,-1 6-16,0 0 12,0 8-1,-1 1-17,-2 2 6,0 3 6,0 2 16,-5 12-16,3-6-1,-3 7 18,0-1 10,2-9-27,-1 6 5,2-13-5,2-2 16,-1-2 1,2-3-7,-1-1 24,2-2-7,0-3 51,2-2 645,-1-2-511,4-6-145,0-1-23,3-6-5,2 2-17,0-2 6,3 2-23,0-2 0,9-2-5,-3 3-1,6-1-16,-5 6 22,1 1-22,1 1 11,0 3 0,2 0 17,1 1-23,0 3 12,2 1-6,0 5 11,11 7-16,-9-2-203,7 5 203,-15-4-7,1 8-4,-9-4 4,-1 6 1,-9-6 6,-6-1-7,-4 0 1,-7 1-28,-4-1 0,-3 1-174,-14 2 11,7-6-128,-8 0-175,13-7-223,3-3-291,2-2-628,3-1-1742,3-3 3389,3-3 0,5 2 0,1-2 0</inkml:trace>
  <inkml:trace contextRef="#ctx0" brushRef="#br2" timeOffset="178910">23800 7387 14398,'5'-2'4577,"-2"1"-1884,-3 1-2149,65-25-2438,-37 15 2101,12-5 0,1 1 152,-12 4 675,0 2-474,11-5-320,-11 3-144,7-2 133,-14 3-10,-2 0-28,-2 0-6,-3 0-23,-2 2 1158,-3 0-1203,-2 1-16,-1 0-22,-1 2 581,-1 0-604,-2 1-45,0 1-28,-1-1-33,0 2-135,0 1-324,1 0-668,-1 0-1568,0 3-6861,-1 0 9606,-1 2 0,0-2 0,0-2 0</inkml:trace>
  <inkml:trace contextRef="#ctx0" brushRef="#br2" timeOffset="184009">24667 7440 23276,'24'-48'409,"-5"10"-314,-17 35 0,-1 1-22,0 0 112,0 1-224,-3 5-34,2-3-33,-3 4 44,3-4-128,-1 0 38,-1 0-615,-1 0-152,0 0-699,-1 0-8213,-1 0 9297,1 0 1,1-1 0,2 0-1</inkml:trace>
  <inkml:trace contextRef="#ctx0" brushRef="#br2" timeOffset="184929">24637 7453 8125,'0'-3'4139,"-1"1"869,1 2-4812,2-14 0,-2 11 11,3-11 6,-3 14 2744,0 0-2671,1-3-6,-1 2-17,1-4-5,-1 3-28,0-2-12,0 1 169,0-3-191,0 2-23,0 0-16,0 0-11,0 1-23,0 0 84,0-2-117,0 2 94,0-2-94,0 2 0,0-1-1,0 1 79,0 0-112,0 1 95,0-1-72,0 1 16,0 0-22,0 1-6,0 0-11,0-1-11,-1 0 5,0 0 1,0 1 0,0 0 5,-1 0-6,1 0 0,0 0 57,0-1-40,0 0 6,-1 0-12,0 0 7,2 1-1,-1-1-6,0 0 85,0 0-101,0-1 11,0 0 0,0 0-17,-1 0 107,-1-1-118,0 1-12,-3 0 1,0 1-6,0 1 6,-2 0 0,3 1 11,-4 0-17,4 0 0,-2 0-5,4 0 5,0 0 6,1 0 313,1 0-330,0 2-5,2-1 5,0 2 11,3 1 6,0-2-12,0 2-5,-1-2 0,-1 0-5,0-1 5,1 0 17,-2 1-12,1-2-2346,-1 1 190,1-1-4128,1 2-3130,1 0 8561,-1 1 0,-1-1 0,-1 0 0</inkml:trace>
  <inkml:trace contextRef="#ctx0" brushRef="#br2" timeOffset="189960">24621 7385 22526,'-20'-27'646,"0"1"1,-17-21-389,28 41-34,0 0 179,3 1-235,3 2-17,0 0-39,3 2 175,0 0-282,4 1 1,1-1 5,5 1-11,2 0-3381,1 2 3370,13 4-902,-6 1 913,9 4-1953,-9 0 1959,2 3-6,0 1 0,0 3 0,-1 1 0,-2 2 6,-1 2-12,-1 1 1981,3 13-1969,-8-10-6,3 9 5,-9-13 919,-3 1-901,-4 6 3408,-10 2-3409,-1-2 23,-9-4-11,-7-2-17,4-7-6,-8 4 17,-2-3-28,0 0-11,2-1-29,5-3-55,14-6-90,1 0-263,5-2-622,3-2-1512,4-1-6862,4-1 9444,1-1 0,-1 0 0,-1-1 0</inkml:trace>
  <inkml:trace contextRef="#ctx0" brushRef="#br2" timeOffset="190622">25713 7340 24861,'-4'-34'61,"0"0"1,-4-19-39,1 51-1,-3 2 12,-2 0 5,-10 1-17,3 1-16,-9 1 11,7 2-1,-2-1-10,0 1-12,0-2 34,-7 2-5,7-3 10,-5 1-5,12-2 17,1-1 17,-2 0-22,5 0-24,0 0 1,6 0-17,3 1 0,0 1 6,0 1-23,-2 2 39,-1 7-27,-1 0-6,-2 5-3376,3-1 3387,-2 1 11,1 1 17,0 0-16,1 1-7,0-1 46,-1 9-29,2-8 6,-1 5-6,4-9 1,0-1 22,2 4-34,-1-5 3409,1 1-3392,0-6-11,0-2 5,0-2 12,0 0 218,0-2 330,0-1-358,5-9-146,0 2-27,6-7-12,-2 3-5,2-1-18,2 1 7,1 1-6,2 2-12,2 1 12,0 2-17,10 2 0,-5 2-6,7 3 6,-7 1 6,0 5-17,4 2 11,1 2-3398,3 2 3387,1 1 11,0 0 0,0 2-11,11 8-2269,-15-6 2269,5 7 0,-18-10-454,-6-1 454,-4 2 2043,-5-2-2049,-7 0 6,-6 0-11,-8 0-18,-5 1-317,-7-2 267,-4 0-330,-20 1 11,14-6 2033,-12-1-2537,21-7 406,6-2-1828,4-5-3250,5-3-3337,6-3 8922,4 0 0,5 5 0,2 2 0</inkml:trace>
  <inkml:trace contextRef="#ctx0" brushRef="#br2" timeOffset="190885">25741 7270 16544,'4'-2'4503,"-1"0"-1658,-3 2-2436,61-32-56,-34 20-62,16-9 0,-1 1-83,-14 9 145,14-6-208,-19 8-10,5-3-6,-11 4-17,-2 1 67,1 0-90,-2 1-55,-2 1-12,-4 2-16,-4 2 0,-1 1-34,-1 0-45,1 0-73,-1 0-246,2 3-549,1 1-1103,0 2 2044,1 3 0,-3-5 0,0 1 0</inkml:trace>
  <inkml:trace contextRef="#ctx0" brushRef="#br0" timeOffset="195626">24093 7295 8556,'2'-2'4957,"0"0"2705,-2 2-7337,19-22-73,-14 17-61,14-17-46,-20 22-15,-2 0-1,0 0 5,-3 0 6,1 1 11,-2 1-39,-2 1-5,-1 1-7,-2 0 102,-12 4-118,4-3-6,-10 4 62,-8 0-72,7-2-425,-13 3 424,12-5-11,-1 1 11,1-1-5,1-1 5,0-1-11,1-1 23,1-1 5,2-1-3235,3 0 3252,2 0-99,2-2 82,3 0-11,2-1 5,2 0 258,1 0-274,2 0 3332,1 0-3354,2 1 154,-1-1-144,3 3-33,0-2-6,3 2 17,1 0-16,0 2-1,1-1 17,-1 4-11,1-1-1,0 4-4,0-1-1,0 3 28,0 8-17,-2-2 12,0 8 11,-2-5-5,-1 1 49,-3 12-44,2-8 0,-3 8 11,3-9 0,-1-1-11,0 0 11,1 0 44,-3 5-16,2-2-16,-1 4-29,4-11 11,3-5 1,1-8 38,0-2 23,0-1 28,0-1 17,2 0 0,2-3-23,2-1-27,3-2-23,1-4 0,2 0-34,1-3 12,1 1-12,1-1-16,1 0-1,1 0-16,0 0-6,1 2-22,0 0 22,1 2 0,0 2 1,9 0-12,-7 4 0,8 1 5,-10 2 12,1 3-17,0 2 6,-1 3-6,-1 3-6,-1 1 6,-1 2-11,-2 2-1,-2 11 1,-5 6-6,-9 0 1,-3 2-213,6 2 1,-2 0 228,-9-5 0,-5-3 0,-12 1 11,4-9 17,-22 12-283,3-10 277,-1-3-5,0-4-3143,13-10 3137,0-1 6,0-3-28,-22-3 22,20-2 1,-15-3 49,19-3-44,9 1 323,-3-1-329,12 3-11,1 0 203,2 1-181,2 0-16,1 1 5,0 1 3357,3 0-3379,0 0 78,1 1-73,0 0 1,7-1 5,-1 2-6,8-1 12,-1 1 16,2 0-22,2 0 6,1 0-6,10 0 0,-6 0 5,8-1-5,-8 1-11,0-2 11,1 0-5,1-2-7,1 0 7,2-1 5,0-1 0,0-1 11,13-5 0,7-10 23,-3-2-23,-7-3 0,-13-6-5,-13 10 5,2-8 0,-6 7-5,-1-8 11,-4 8-17,0-5 5,-4 10 1,0 1-6,-4 1 33,-8-13-33,5 12 12,-7-8 16,8 16-12,-3 1-16,2 2-33,-2 1 22,2 4 5,0 1 6,-5 1 0,3 3-11,-5 1-3398,5 2 3398,-2 2 5,-6 6 6,3-2 17,-6 6-23,8-4 6,-2-1 0,2 1 6,1-2 0,-3 6-23,1-2 3414,1-1-3397,-1-1 0,9-9 0,-3 1 6,4-6 11,1 0-12,-1-2 1,1-1 11,-5-7 0,-2-5 22,-3-6-28,3 3-5,1-2-6,3 3-6,1-1 12,1-1 10,-1-2-10,1-6-12,2 6 6,1-5-11,2 11 17,0 1-12,2 1 6,1 2 17,4-3-17,8 0-17,-2 3 28,12 0-33,-3 4 16,10-2 1,-4 1 16,1 1-17,-6 0 1,3 1 33,13-5-26,-9 2 1,1 0 14,20-5-787,-11 2 1,-2 2 769,0 0-39,10-3 44,-18 6 1,-5 0-6,2-1 0,-9 1 0,-3 1 17,-10 2-17,-4 3-23,-1 0 18,-4 5-34,-2 3-29,-1 3 1529,-2 1-1634,3-1-158,0 1-240,-1 1-1726,-1 7-6928,-1 3 9225,1 1 0,3-8 0,3-7 0</inkml:trace>
  <inkml:trace contextRef="#ctx0" brushRef="#br0" timeOffset="196385">23868 7109 10185,'13'-52'1531,"0"1"0,-2 4 0,-2 5 1349,-5-1-2129,-2 6 237,-3 6-439,-3 4-84,-2 5 417,-5 4-586,-1 4 80,-12 3-242,2 6 712,-10 3-756,3 7-18,-5 6-4,-3 5-24,-3 5-282,8 0 1,-2 4 259,-6 6 1,-1 1-776,-1 2 1,0 1 769,-3 4 0,3 0-662,9-8 1,2 0 649,-2 1 1,0 3 9,4-2 0,-1 3 0,0 1-362,1 2 0,1 0 1,-1 2 351,-4 11 1,0 1 0,3-1-318,6-10 1,3-1 0,2 0 325,-5 18 0,4-3-3,8-17 1,3-2-163,1 1 1,2 0 166,1-3 1,2 1 55,1-3 0,1 0-44,9 29-667,5-4 684,12-5-1,1-20 1,3-2 385,-6-8 1,3-1-398,24 10 1,3-3-20,-18-15 0,1-2 20,12 3 0,0-3-23,-12-5 1,-1-3-4,1-1 1,-1-2 129,0 0 0,-1-2-130,-1-1 1,0-3 7,-1-2 1,-1-1-6,-1-2 1,0-3 785,9-9 1,-1-4-765,-9 6 1,0-1-481,6-10 1,-1-1 513,-10 7 1,-3-1-12,0-2 0,-1-1 14,0-2 0,-1 0-9,0-3 1,0 0-6,0-2 0,-1 0 0,1-1 0,-1-2-14,0 0 0,-1 0 5,1 1 1,0-1 58,4-15 1,0 0-51,-6 15 0,-1 0 15,-1-2 0,0-3 0,-2 5-29,-4 5 0,-1 1 36,0-19 1,-3 1 1096,-7-3-1147,0 20 0,-3 2 11,-10-8-17,-3 3 1,-4 3-18,-4 4-10,-2 2-7,-2 5-21,-1 5-18,-1 3-66,-2 6-1287,-2 2 1101,-1 5-335,-3 1-651,0 5-3763,0 3-4604,5 3 10021,6 1 0,14-6 0,7-1 0</inkml:trace>
  <inkml:trace contextRef="#ctx0" brushRef="#br2" timeOffset="213729">17631 9424 11351,'2'-12'6279,"0"4"-4945,-2 8 1858,0 0-2699,0-62-56,-2 42-247,2-15 1,-2 3 133,-3 22-72,0 2-56,-2 2 146,-10 1-292,2 6 6,-9 3-16,3 6 10,-3 4 6,-4 6-11,-5 3-12,-3 4-1547,-2 3 1536,-1 2-11,2 2-568,11-2 0,3 1 557,-3 8 0,9-10 0,4-1-11,9-2-11,17 7 16,2-9 0,17 4-519,23-5 203,-21-13 0,4-2-161,11 2 0,1-1-178,-9-5 0,0 0-412,-2-3 1,-2 0-3795,12-3 4867,4-5 0,-26 4 0,-2-3 0</inkml:trace>
  <inkml:trace contextRef="#ctx0" brushRef="#br2" timeOffset="214093">18190 9508 16516,'0'-8'4329,"0"1"-3534,0 7 1659,0 0-2208,-26 32-78,12-10-106,-17 19 16,22-20 118,3-2-129,4-7 40,0 3 218,6-9-118,0-3-11,5-1 157,5-4-185,-2-3 6,5-2 11,-5-2-6,0 1 6,-3-2-12,-1 1 135,-1-6-173,-3 5-12,-2-5 39,-4 2-89,-1 4 50,-6-4-72,1 8-12,-3-1-6,3 3-27,1 1 11,1 1-17,1 0-11,0 1 11,0 4-34,1 0-33,-1 5-124,2 1-268,1 3-442,1 0-892,0 2-4037,1 0-3989,1-1 9819,0-2 0,0-6 0,0-3 0</inkml:trace>
  <inkml:trace contextRef="#ctx0" brushRef="#br2" timeOffset="218588">19525 9163 8483,'-4'0'7702,"0"0"-2432,4 0-4883,6-62-3660,-1 40 3407,0-14 1,1 2 94,3 18 986,1 2-1081,1 1 51,8-4-129,-3 6-22,5-3-18,-4 6-4,1 0-1,1 3 590,9 2-601,-6 5-11,7 3 5,-10 4 1,0 4-12,-1 2-11,-2 4-6,-3 1-22,-3 3-615,-5 3 610,-3 1 1731,-14 16-1704,-2-9 28,-5-4 1,-3-1-1141,-7 5 1157,-12 9 6,11-17-2731,1-3 2764,2-3-107,3-4 152,3-2-72,-1-6 139,8-4 706,2-4-739,8-4 2893,3-4-2899,0-4 918,4-2-929,1-2-11,4 0-11,2 1-29,2 1 1,1 1-17,1 1 570,1 2-559,9 1-39,-4 3-12,7 2 1,-4 2 5,2 3 12,3 2-12,3 2-6,2 3-10,2 2 5,0 1-917,-1 3 906,-3 2-17,-4 2-6,-6 2 0,-7 1-5,-7 1-6,-4 1-5,-9 0 0,-5 1-12,-9-2-44,-21 10 38,5-9-32,-14 6-35,14-13-1941,-11 0 1768,15-7-224,-6-1-314,21-7-672,4-1-2139,7-5 3657,3-4 0,2 3 0,1-1 0</inkml:trace>
  <inkml:trace contextRef="#ctx0" brushRef="#br2" timeOffset="218902">20551 8908 16432,'6'-5'4385,"-2"1"-3411,-4 4 1603,0 0-2403,-22 29-23,5-12-1469,-20 25 1430,8-19-6,-2 2-16,-3 1-6,-1 0 11,-1 0-17,2-2 1,2 0 330,6-3-370,5-2-5,6-2-17,7-2 11,4-1-6,5-2 51,11 3-34,3-4 0,13 1-255,0-6 227,7 0-17,3-1 12,6-1-18,-9-1 1,1 0-2299,20 0 2214,-18 0 1,0 0-857,0 1 0,-1 0-3031,19 3 3983,-18-1 0,-3 0 0,-9-2 0,-2 1 0</inkml:trace>
  <inkml:trace contextRef="#ctx0" brushRef="#br2" timeOffset="222543">21270 8945 21072,'1'-36'291,"-1"-1"0,4-24-156,7 45-12,0 2 1242,2 1-1214,9-6-89,-4 6-12,8-4-22,-7 8-5,2 1-7,1 3 12,0 2-11,1 2-6,1 3 6,-1 3 462,1 3-446,0 4-10,12 12-645,-10-2 638,6 10-4,-8 9-35,-8-5-27,-1 12 16,-9-10-11,-4 1-39,-1 1-78,-2 0-146,0-1-202,0-1-240,-1-2 35,1-3-954,0-2-1115,0-5-2459,-1-2-1472,-1-5 6715,1-5 0,0-7 0,2-4 0</inkml:trace>
  <inkml:trace contextRef="#ctx0" brushRef="#br2" timeOffset="222716">21485 9195 15300,'-2'-3'5349,"1"1"-1893,1 2-3344,43-63-1404,-19 41 1314,6-14 1,2 2 441,4 22-453,2 1-56,2 0-916,2 3 110,0 0-1423,0 0 2274,5 2 0,-23 2 0,-2 1 0</inkml:trace>
  <inkml:trace contextRef="#ctx0" brushRef="#br2" timeOffset="223095">22572 9463 22974,'1'-5'1215,"0"1"986,-1 4-2184,13-8-34,-10 20-229,4 16-482,-16 13-1031,-7 16 911,-6-7 0,9-24 0,0 0 0</inkml:trace>
  <inkml:trace contextRef="#ctx0" brushRef="#br2" timeOffset="225924">23594 9098 16836,'7'-43'1068,"-1"0"0,0 3 0,0 6-340,1 10-84,1 3-29,-2 2 310,5-3-556,-5 9-55,2-1-84,-5 8-62,-1 2-47,-2 2-4,0 2 28,-3 9-55,-1-1-18,-5 12-4,-1-3-18,-4 5 6,-1 4 0,-3 3-17,0 2 37,-9 17-48,9-11 0,-3 9 11,13-15-6,2-2-10,4-2 33,12 11-11,-2-16 78,20 10-39,-10-26 56,21-2-67,-14-10-11,11-4-1,-8-5 40,15-14-39,-8 5-510,-5 2 1,0-3 626,18-16-89,-3 2 16,-8 3 1,-17 16 16,-4 3-11,-4 4-61,-4 3 27,-3 3-28,-1 3-10,-3 2-29,0 2 34,-1 6 1028,0 2-1050,0 17 44,-2 9-67,1 4 11,-2 3-3425,1-8 3380,0 3-2307,0 2 2134,1 2-554,1 3-56,-1 0-478,1 2-1845,0-12 0,0 1 3140,-1 24 0,0-8 0,1-23 0</inkml:trace>
  <inkml:trace contextRef="#ctx0" brushRef="#br0" timeOffset="232711">24107 8997 11094,'6'-6'5853,"-1"0"-4492,-5 6 2728,0 0-3955,-5-13-10,0 9-29,-6-8 90,-8 15-101,2 0 0,-8 2-12,2-1 29,-17 2-73,7-1 11,-14 1 51,-4-2-2614,13-2 2569,-11 0-2486,20-3 2548,2-2-918,5-2 945,4-3 96,0-6-124,6 3 1416,1-4-1410,6 5 0,2 1 2760,-1 1-2776,2 1 1951,0 0-1974,2 2-45,-1 2-28,0 3 11,-1 3 0,0 3 40,-4 12-18,-3 7-10,-1 2-23,-1 3 33,-1 6-691,2-7 692,-3 9-12,0 1 22,3-11-16,-4 9 0,6-14 0,0-2 17,3-2-17,0-3 28,2 3-28,1-7 17,1 1 659,1-7-642,1-2 83,1-1-61,2-2 34,2 0-28,3-2-18,3-1-16,2-3 0,3-2-22,2-2 11,2-1-12,1 1-5,2-1 12,0 0 4,1 1-16,-1 1-39,8-1 22,0 4 1,0 1-1,-4 4-11,2 6 33,5 6-38,-1 2 16,0 4-11,-11-2 11,6 11 0,-8-3-343,2 8 338,-10-6 16,-5 15-16,-3-11 10,-4 11-4,-7-14 16,-5-3-6,-4-1 0,-5-2-16,-3-2-6,-4-1 28,-3-3-22,-2 0 27,-2-2-811,1-2 822,0-2-4,1-3-29,2-2 11,2-2-27,3-1 21,2-1 12,3-1 23,-3-2-34,6-1-12,-2-2 307,7 1-307,-4-2 851,5 1-856,-4-1 33,7 2-21,0 0-12,0-1 0,2 2 0,-1-1 0,2 3 5,0-1-22,3 3 12,2 0-1,-1 3 12,1 2-6,0 0-6,2 2-5,1-3 11,7 2 0,-1-3 0,4 1-11,-2-3 11,3 0 22,20 0-11,-9-3-11,16-2-563,-15-2 552,1-2-6,2-1-11,0-1 0,0-3-46,0 0 74,-1-3-6,0 0 1,7-12-6,-9 6 25,-4-3 0,-2 0-9,-2-2 12,5-12-11,-17 18 10,-4 2-4,0 0-1,-2 1 6,-3 1 11,-4-4-28,-2 6 581,-4-2-587,3 8 96,0 1-96,-1 2-5,1 1 0,-7 2 5,4 2 12,-5 2 5,-4 5 6,-4 4 17,-10 7 10,-3 2-32,7-2-12,1-2-6,8-4-3397,-8 0 3403,8-1 0,-10-1 11,13-4 6,2-3 0,7-1-17,6-4 11,0 0 0,2-4 0,-1-1 3392,-1-15-3403,2 7 6,-1-11-6,2 11-11,0-1-6,0 0 6,0-1 5,1 0 29,0-1-46,0 0 18,1-8-7,0 7 40,0-7-39,0 9 22,0 1-11,1 1 0,1 0 23,2 2-23,-1 0 0,1 2 11,0 2-5,0 1-6,0 1 5,-1 1-22,1 2 6,0 0 11,-1 2-5,1-1 10,-1 2-10,1 0-1,0 2 0,1-1 12,2 1-12,2 0 18,3 0-18,3 0 0,4 0 18,4 0-12,4 0-257,4 0 257,3 0 0,2-1 0,3-1 11,1-1-614,1 0 597,-1-2 6,0 1-22,-3-1 22,-1 0-6,-3 0 6,-3 0 11,-2-1-11,-4 0 6,-3-1-110,-4 2 104,-4-1 12,-5 3-18,-1 0 250,-4 1-238,-1 0 577,-1 2-583,-6 2 0,-1 0 6,-5 2 130,-2 1-147,-1 2 11,-3-1 11,-11 6 11,6-3-5,-9 2-323,8-3 306,-1 0 0,-3 0-5,0 0 10,-4 0-22,-2-1 17,-2 1 0,0-2 0,-2 1-11,0-1 0,1-1 11,0-1 19,-3-2 1,1-2-14,4 0-1,-27-3-5,55-1 0,2-1 329,0-2-318,3 1-22,0-1 5,1 3-5,0 0 16,0 2-10,0-1-6,2 2-6,0 0 11,2 0 17,0 3-16,0 0 44,1 5-45,-1 0 12,1 3-12,-1 1 6,0 7-5,-2-1-6,0 17 16,-2-10 1,-2 8 16,-9 18-11,2-18-295,-7 20 295,6-25 1,0 0-24,0-2-10,2-2 16,2-2 1,1-3 10,1-2-10,2-1 5,1-2-17,1-1 17,0-4 318,0-2-307,1-4 6,0-1-6,3-1 11,3-3-5,2-2-3325,8-9 3325,-1 2 0,7-7-275,-5 4 270,2-1 10,1-1-11,3 0 0,0 0-50,2-1 28,2 1 0,0 2-12,1 0-27,0 4 56,1 1-6,-1 3 11,-1 3 0,-2 1-11,-1 3 11,-2 4 0,-3 3 1,-1 5-7,-2 5 6,-2 2-27,-3 4-1,-3 3 34,-3 16-6,-3-9-17,-5 12 12,-2-13-1,-5-1-1378,-2 0 1390,-1-2 2561,-11 8-2544,4-12 22,-10 6-17,5-15-5,-2-1-1,-3-3 7,-1-3-1,-2-2 164,-1-3-181,0-2 64,2-2-80,1-3 5,4-1-28,3-4-61,5-1 1988,4-1-2532,6-2-867,3-1-5087,3-1 5782,6-4 0,-3 8 1,3 0-1</inkml:trace>
  <inkml:trace contextRef="#ctx0" brushRef="#br2" timeOffset="236808">24858 9060 16980,'-5'-5'3910,"2"2"559,3 3-3919,-60-55-4628,42 41 4170,-15-17 1,2 5 1386,23 24-1367,1-1-12,-1 2 1,1 0-6,0 1 637,-1 1-676,2 1-33,-2 2-6,2 2 5,1 1-5,2 0 2455,6 3-2450,3-2 12,5 3 5,14 6-3414,-2-2 3380,13 6-1583,-7-3 1589,2 0-96,13 11 113,0 3-34,-2 1 1,-9-1 16,-16-10-6,-5 0-1694,-3 1 1706,-5-2 1146,-3 0-1141,-5-1 1370,-4 0-1381,-5 0-11,-4-1 45,-14 8 125,5-7-159,-9 6-22,9-10-191,-9 7-223,10-7-510,-5 3 1907,13-10-10803,5-1 9794,3-3 1,5-2 0,1-2 0</inkml:trace>
  <inkml:trace contextRef="#ctx0" brushRef="#br2" timeOffset="239219">25702 9111 16639,'10'-52'1910,"1"0"0,2-6 0,-2 5-1204,-1 2-1661,3-10 1436,-7 25-72,1 2-90,-2 5-39,0 4-3383,-1 5 3305,-1 5 984,0 3-1119,-1 7-22,-1 7-6,-1 7 550,0 8-521,-1 9-12,-3 5 3392,-2 7-3392,-4 4-12,-1 4-310,2-13 1,-1 2 298,1 0 1,0 0-558,0 0 1,1-1 556,-3 24-21,9-23-427,1-5 466,2-4-40,3-5 73,4 0 5,-1-9 40,4-2 535,-2-8-507,2-3 1034,2-4-1090,1-4-23,5-5 6,2-2-17,4-3 525,2-1-413,17-10-11,3-3-885,-17 14 0,0 0 784,15-8-11,-7 7-705,-11 10 688,-10 4-28,2 2 17,-11 6-6,-1 3-22,-2 3 1436,-2 4-1397,0 15 6,-2 10-28,0 4-6,-1 5 51,0-8-174,2 4-179,2 4-241,6 2-359,3 3-571,3 3 1462,-1-10 0,0-3 0,-2-2 0,8 16 0</inkml:trace>
  <inkml:trace contextRef="#ctx0" brushRef="#br2" timeOffset="242085">26744 9080 19798,'3'-57'1217,"0"-1"0,-1 7 1,2 5-227,6 3-605,-2 13-55,4-3-56,-5 16 134,0 4-297,-3 6-51,0 1-22,-3 10-16,0 2 10,0 7 57,1 14-68,-1-2 12,1 11 11,-1 5-17,1-8-6,1 9 23,4-5-28,0-11 5,2 4 17,2-8 1,-3-9 32,0 0 46,-3-9 28,0-3-6,0-2-28,2-5 33,7-13-83,-1-1-12,7-10-549,-2 3 539,3-4-7,2-5-10,4-4-7,-5 6 1,1 0-1617,-4 7-1,0 0 1609,7-10 1,0 1-3,-7 10 0,1 1-472,6-8 0,1 2 477,12-14-298,-15 19 1,-1 2 292,3 0 273,-4 4-295,-5 7 21,-5 3-44,-3 5 2591,-5 2-2653,0 3 1240,-4 3-1979,1 13 1110,-2 1-3149,-3 25-296,0-10 3175,-5 18 0,6-30 0,-1 1 0</inkml:trace>
  <inkml:trace contextRef="#ctx0" brushRef="#br2" timeOffset="242342">27802 9174 26967,'17'-29'-185,"-4"21"-257,-15 35-2969,-7 23 3411,-3-11 0,2-6 0,4-14 0</inkml:trace>
  <inkml:trace contextRef="#ctx0" brushRef="#br2" timeOffset="242842">28672 8790 23899,'-7'-41'299,"0"0"0,0 4 0,0 7-126,-5 15-44,-1 3 0,-2 2 485,-6 2-563,3 3-23,-5 2 152,7 6-141,-6 7-33,1 7 5,1 4-5,6 3-1,7-5 1,2 3-6,3 0 83,1 2-89,5-2 6,2 1 0,16 10 11,-1-7-876,11 8 860,-3-10 10,1 0 1,4-1-12,0 0-185,10 9 180,-15-10 17,4 6 5,-22-12 0,-5-3-11,-6-1-6,-7-2 6,-19 5 12,-1-5-12,-14 2-23,5-5-1296,-3-3 1268,-1 0 869,-1-2-986,2-1-667,-10-4 144,15-1-5230,-7-11 5921,25 1 0,3 1 0,10 5 0</inkml:trace>
  <inkml:trace contextRef="#ctx0" brushRef="#br2" timeOffset="243485">29035 8792 21136,'1'-3'3288,"-1"0"-1333,0 3-1899,14 10-17,-10 1 6,11 12-17,-13 0-5,-1 0-7,-1 3-4,0-2 21,-2 12-16,0-11 5,-2 7 12,-1-14-17,1-3 78,-1-2 6,2-6-6,-1-1 23,3-6-1,0-3-66,1-3 10,-1-4-22,1-4-11,0-2 0,1-4 12,1-3-1,2-2-6,1-5 18,2 0-224,0-4 213,2 2 10,1-1 12,0 3-29,1 2-269,-2 3 258,1 3 1,-1 4 27,6 0 172,-3 7-222,4 0 11,-4 9-16,1 0 10,1 2-16,1 4-6,1 2 305,1 6-305,1 3 17,0 5-11,1 2 0,-2 2 22,-2 3 0,-2-2-11,-2 2-6,-3 20 18,-4-18-7,-4 13 6,-3-25 1,-2-3 4,0-4-16,1-4 23,-2-2-12,2-4 17,0-3 0,0-3-17,2-5-16,0-2 10,0-4-5,2-3-3369,0-2 3397,3-1-12,1-3-10,4-1-2269,2 0 2274,1 1-16,2 2 27,2 2-16,0 3-6,1 3 0,0 3 2251,-1 3-2267,0 3 10,0 2 6,-2 3-11,12 8 11,-9 2 3386,8 8-3386,-11 2 0,-1 2-28,1 3-28,-2 1-39,0 2-79,-2-1-72,-1 1-90,-3-1-112,-1 1 17,-2-3-68,0 2-162,1-3-140,2-2-201,2-3-174,3-3-343,2-4-4866,11-5 862,-1-4 5523,12-6 0,-20 2 0,1-1 0</inkml:trace>
  <inkml:trace contextRef="#ctx0" brushRef="#br2" timeOffset="244293">30130 8770 20650,'9'-41'679,"1"-1"1,-1 4 0,-3 8-226,-8 20 470,0 2-672,-3 4 114,1 1-270,-2 3 97,-2 0-98,0 3 314,-3 2-314,1 3 0,-2 2-5,-1 2-18,0 2 1,-1 2-22,2 1-1,-1 1 56,-2 8-83,5-6-6,-1 5-17,7-9 0,1-1 11,2-2 0,0-1-11,2-3-11,0-3 56,1-1 16,1-3 23,1-1 6,1-1-17,1-4-23,3-2 12,1-5 5,0-2 6,2-2 11,-1-3 5,0 0 18,-1 0-12,0-1-17,-1 1-5,-1 1-6,-1 2 6,-1 3 5,-1 2-22,-2 4-33,-1 1-12,-1 3 6,-1 1-6,-3 8-11,-1 2-6,-3 8 12,-4 12 0,4-4 10,-3 9-4,7-9-1,2 0-17,3 0-5,3-1-3375,4-1 3402,4-2-680,4-2 675,2-3-2066,5-3 2027,0-2-293,2-4 327,0-2-12,1-4 1,-1-3 1642,0-4-1637,1-5 11,1-5 0,-1-5-5,1-2 10,0-6-1394,-2-2 1445,-2-5-45,-1-6 1840,-2-5-1857,-1-6-38,-2-3-684,-1-5 728,-9 30 0,-1 0 17,6-30 22,-2 1-22,-3 4 6,-4 5 0,-1 8 10,-2 6-4,-4 7 214,0 4-209,-4 6-17,0 5 2660,-1 4-2677,-1 2-22,2 6 243,-4 5-260,0 14 22,-1 3 1,-2 12 10,2-2 12,-1 6-5,2 6-23,0 4 11,1 7 11,4 2-11,2 4 0,2 1 22,6 0-55,4-3 27,7-2-5,5-5-11,3-5 33,4-6-11,1-4-43,1-6 20,1-5-27,-1-4 44,-1-6 6,-1-7-2728,0-4 2751,-1-8-195,1-6 172,-1-6-6,3-6 28,1-3-16,2-5 5,0-5-923,1-6 912,-1-7 3,-15 23 0,0-1-104,-1-1 0,0-2 101,0 0 0,-1-1 5,1 0 1,-2 0 2,0-1 1,0 1-6,-2 2 0,0-1 2,0-7 1,-2-1 16,3-13 29,-3-10-1,-10 28 17,-4 5 1903,-3 4-1930,-4 4-1,-1 3 17,-1 4 134,1 3-179,0 4 3123,-3 4-3140,3 5 520,-4 6-508,-3 16-12,3 1 0,-4 14-3096,4-2 3052,1 6 27,1 5-933,2 7 934,3 6 16,6-30 0,1 3-81,1 17 1,2 1-1028,2-11 1,2-1 867,1 13 0,3 0-158,2-17 1,1-1-323,0-1 0,1-1-311,1-2 1,0 0-5674,13 25 6710,0-2 0,-13-27 0,-2-3 0</inkml:trace>
  <inkml:trace contextRef="#ctx0" brushRef="#br2" timeOffset="244569">31661 8493 24886,'29'-42'-146,"0"0"0,8 1 0,1 12-1842,9 25-5676,11 3 1559,-9 8 5851,-10 8 0,-26-11 0,-4 0 0</inkml:trace>
  <inkml:trace contextRef="#ctx0" brushRef="#br2" timeOffset="244726">31664 8725 24761,'38'-23'-356,"1"-1"0,0 1 0,18-11 0,-11 10 0,-26 20 0,0 1 0</inkml:trace>
  <inkml:trace contextRef="#ctx0" brushRef="#br2" timeOffset="246288">32375 8304 23684,'20'-42'198,"1"0"0,2 0 0,-1 8-137,-2 19-21,8-2-7,-9 7-22,1 2 1,-1 3 163,0 2-181,8 1 47,1 9-36,0 1-16,-3 7 17,-10 0-34,-2 1 12,-2 3 91,-4 1-75,-4 11-22,-13 4 39,-1 0-17,-10-3 39,-7-6-17,-1-4 40,-9 0-17,12-9 39,5-6 207,11-5-100,4-1-6,2-1 134,3-2-190,1 0-23,1-3-56,0 0-22,2 1-5,1 0-12,1 2 11,2 1-33,6 1 11,-1 2-22,15 8 22,-8 0-373,9 10 390,-6-3-23,3 4 17,0 1-16,1 1-12,5 12 6,-9-10-427,0 9 444,-14-14-124,-5 0 146,-3-2 331,-7-1-353,-6-2-18,-9-2-66,-8-1-535,-7-3 238,-7-2-488,-6-2-1467,-4-2-7432,5-2 9762,6 0 0,21-1 0,9 0 0</inkml:trace>
  <inkml:trace contextRef="#ctx0" brushRef="#br2" timeOffset="248018">11247 7509 14303,'-52'1'857,"0"-1"0,6 1 0,6 0 868,11-4-1019,13 1-168,0-1-174,12 1-174,2 2-111,2-2-46,4 2 6,4-2-22,6 0 6,6-1-18,6 0-875,8-1 881,8 0-50,6-2-23,8 2-22,5 0 0,-15 1 0,1 1 50,-12 1 1,2-1-40,18 1 0,-2 0 0,0 0-27,3 1 38,-34 0-5,-12 1 100,-27 4-33,-6 1 6,-22 3-887,2-1 881,-6 1 33,-5 1-5,-5 1 76,2 0 0,-2 0-46,22-4 1,0 0-684,-20 3 0,2 0 793,5-3 17,8-1 156,8-3-106,10-2-39,10 0-73,7-2 685,10-1-780,8-2-11,10-4 1521,11-1-1582,11-2-96,12-1-545,-22 5 1,2 1 247,3-1 0,2 1-1358,4-1 0,3 1 1795,10-2 0,-3 1 0,6-1 0,0 1 0</inkml:trace>
  <inkml:trace contextRef="#ctx0" brushRef="#br2" timeOffset="252012">17519 11195 22806,'18'-37'392,"-1"1"0,0 3 0,-6 4 33,-10 6-262,-2 4-12,-1-5 163,-11-7-225,2 13 62,-18-12-89,10 20-28,-10 1 11,-9 8-17,6 6-1048,-14 4 1037,13 6-6,-1 6-5,1 4 11,1 5-6,1 3-140,10-7 1,1 2 136,2 1 0,0 0-1474,1 1 1,1-1 1465,-5 23-17,13-19-304,5-3 299,6-4 27,5-5 6,7-2 471,5-4-482,20-1-1765,-5-7 1788,15 0 5,-10-10 1573,0-4-1579,3-6 17,1-6 6,0-5-6,-1-5-865,-14 4 1,-1-2 881,12-17-31,-15 15 0,-1-3-263,-3-14 1,-4 0 299,4-14-34,-8 13 0,-2-2 25,-8 12 0,-3 2 14,1-17-17,-2 19 1,-1 2 78,-4-4 1737,-2 5-1726,0 7-23,-1 5-1406,1 6 1396,1 3 1828,4 6-1935,-1 0 1043,3 6-1043,1 3 63,0 6-85,1 18 22,1-1 0,3 16-23,1-5 12,0 3-1137,1 4 1126,-1 3-211,-1 1 216,-1-13 0,0 1-11,0 21-358,0-20 0,-1-1 280,1 15-90,1-1-533,2-6 1,1-1-196,3 12 885,-1-15 1,0-2-1783,4-3-1176,2-5-5395,-2-7 8392,0-5 0,-7-12 0,-2-3 0</inkml:trace>
  <inkml:trace contextRef="#ctx0" brushRef="#br2" timeOffset="252361">18324 11258 24365,'-54'3'235,"9"2"367,35 10-558,2-2 175,2 1-202,2-3 102,2 0-91,2-2 285,2-2-279,0-1 196,12-1-118,-5-3-6,9-1 6,-8-5 11,0-2 17,0-4-5,-1 0 161,0-9-150,-3 4-12,0-6-10,-5 5-12,0 1-23,-3 0 102,-3-2-130,1 4 1,-4 0-6,2 6-17,0 3-5,0 0-18,0 2-10,1 1-6,1 1-6,1 1-10,0 2-24,0 2-66,0 4-191,2 3-448,0 3-951,0 4-4852,1 3 6548,2 7 0,-2-14 0,2 0 0</inkml:trace>
  <inkml:trace contextRef="#ctx0" brushRef="#br2" timeOffset="259718">19584 10754 23013,'-9'-50'286,"0"16"-180,-3 55 0,-1 4-5654,-3 5 5649,-2 3-1089,-1 2 1061,-1 2 114,-6 17-142,8-14 0,-1 10-6,13-20 6,4-5-6,3-2 28,3-5 1938,9-2-1832,1-7 2680,6-3-2461,8-11-223,-5-4 2224,12-8-2141,9-15-146,-8 5-405,12-13 507,-2-3-124,-13 11-712,8-10 706,-18 16 1,-3 2 10,-4 2-27,-2 4 16,-4 3 6,-4 5-11,-2 2 358,-1 4-369,-3 3 688,1 6-744,-5 9 8,1 5-3,-4 6-11,0-2 11,1 2 0,-2 2-16,2 1-63,-3 16-27,5-9-73,0 11-504,9 0 28,2-12-853,7 9 164,4-16-616,2-3-1670,7-3 3619,6-3 0,-15-8 0,0-3 0</inkml:trace>
  <inkml:trace contextRef="#ctx0" brushRef="#br2" timeOffset="260024">20551 10799 14065,'14'-40'521,"1"-1"0,-1 4 0,-4 9 2368,-9 23-2642,1 3 1526,-2 1-1656,-3 9 1028,-6 7-1016,-3 6 31,-6 4 0,-3 1-76,-6 7 178,4-7 0,-1 1-200,-7 6-6,-3 2-466,1 0 460,-1 0-8,10-11 0,1 0 20,-9 9-29,-7 9-2,13-11-25,11-3 5,2-3 6,12-7 5,6-10 2732,6-2-2759,19-2-2785,0-2 2768,14-4-29,-4-2-179,3-2 113,4-2-628,1-1 521,2 0-169,1-2-318,0 0-1767,0 0-1510,0-1-5366,-6 0 9354,-8 2 0,-17 5 0,-9 1 0</inkml:trace>
  <inkml:trace contextRef="#ctx0" brushRef="#br2" timeOffset="260374">21117 10676 19361,'-4'-5'4643,"1"2"-2794,3 3-1642,-19-61-50,19 39-29,-5-18 1,4 3-45,17 20-28,9-5-11,-5 9-17,2 3-11,-1 2 0,1 4 5,-1 3 1,0 4-1,-1 3 17,0 5-28,0 4-5,-1 4-419,-1 4 436,-2 4-18,-1 4-5,-2 4 6,-2 3-34,-1 4-1067,-3 2 1095,-3 2-6,-1 1-11,-2 0 1,-1-1-21,0-13 1,0 0-37,0 15-84,0 12-112,0-22-162,0-3-1473,-1 5-68,-1-13-2878,-2 3-4981,-1-16 9269,1-5 1,1-4-1,1-4 1</inkml:trace>
  <inkml:trace contextRef="#ctx0" brushRef="#br2" timeOffset="260557">21179 10988 24459,'33'-45'59,"1"-1"1,-3 5 0,-1 9-138,6 20-163,2 2-878,0 1-376,2 1-4146,0 1-3679,-4 1 9320,-5 1 0,-15 2 0,-7 2 0</inkml:trace>
  <inkml:trace contextRef="#ctx0" brushRef="#br2" timeOffset="261334">21891 10896 15020,'0'-9'4649,"0"2"-3546,0 7 3193,0 0-4201,11-58 6,-8 44 11,7-42 1,-10 61 38,0 6-28,-1 5-22,-2 4 0,-3 5-34,-2 1-11,0 2 0,0 1-17,0 0-11,3-2 0,2 0-5,1-2-1,4-3 23,2-2-12,4-3-16,3-2 17,2-4 5,1-3 17,1-3 6,2-3-1,2-3-5,-1-5-17,3-4 6,0-4 6,1-5-952,1-2 962,1-4-5,0-4-11,0-2 11,-1-2-28,2-3-6,-3-2 12,0 0-17,-2 1-1,-2 1-4,-2 5-1,-3 5 6,0-2-6,-6 11-17,0 1-11,-5 11-33,-1 3-174,-1 3-101,0 3 672,0 5-1384,-1 5-615,0 3-1551,-1 6 3203,0 5 0,1-12 0,0 0 0</inkml:trace>
  <inkml:trace contextRef="#ctx0" brushRef="#br2" timeOffset="261541">22615 11255 21775,'1'-6'3148,"0"2"-1053,-1 4-2079,12-3 18,-12 13-51,8 3-582,-23 31-768,2-7-4346,-8 14-4118,6-17 8736,0-4 0,8-14 1,2-6-1</inkml:trace>
  <inkml:trace contextRef="#ctx0" brushRef="#br2" timeOffset="266220">23579 10677 15576,'17'-46'1307,"0"0"0,-1 3 0,-3 7-534,-3 10 1281,5-15-1679,-6 16-39,1-10-50,-6 23 464,-2 2-553,-1 4 229,-1 2-314,0 1 591,0 2-692,-1 6 84,-9 20-55,2-1-12,-9 17-464,2-10 458,-1 2-16,-2 2 5,0 1-6,1 0 7,-4 12-12,9-13-6,-1 9-587,11-17 599,0-2-1,5-2 6,2-2-42,4-2 64,4-3 1,2-3 22,3-2 678,2-4-667,16-3-39,-7-4-569,12-6 563,-10-3 6,-1-5 605,14-12-549,-1-8-50,-1 0 57,-9-1-35,-15 11 17,-3 2 28,-3 2 11,-3 3 644,-3 2-621,-2 4 38,-2 2-83,0 4-34,-2 2-40,1 1-4,-1 8-18,0 9 0,0 3 6,0 8 6,-1-3 0,0 3-18,-1 4 18,0 2 16,-1 1-27,0 3-12,-2 2-5,1 0-29,-2 3-442,-2 20-1530,1-14 1429,3-15 0,0 0-1410,-2 13-3754,2-1 5758,1 4 0,1-23 0,2-2 0</inkml:trace>
  <inkml:trace contextRef="#ctx0" brushRef="#br2" timeOffset="267820">24778 10670 19808,'-45'-33'567,"-1"1"1,4 2-1,7 6-163,14 13-29,4 2 786,3 3-948,3 2 442,5 1-593,2 2 255,3 0-301,0 2 693,2 2-669,2 2 172,2 4-179,5 2 57,26 19-68,-8-9 1,20 13-18,-14-13-282,0 2 289,2 0-1,-2 1 0,8 12-5,-15-9-6,4 8 11,-19-11 6,-5 0-1,-4 0-10,-4 0 28,-5-1-6,-3 1 5,-6 0 1,-4-2-3314,-2 1 3314,-3-2-861,-1 0 844,0-1-465,0-1 448,2-1 6,1 0-12,3-2-5,3 0 5,4-2-128,4 5-757,7 1 2013,6 0-6874,7-3 5752,9-6 0,-11-5 0,3-1 0</inkml:trace>
  <inkml:trace contextRef="#ctx0" brushRef="#br2" timeOffset="270709">25755 10786 12180,'-4'-8'3232,"1"1"-980,3 7-2774,-16-69 1429,12 41-535,-5-14 1,2 1 238,9 16-119,2 2-83,3-1-72,5 2-74,3 1-44,4 1-3384,6 1 3293,3 3-1050,5 0 1001,3 4-539,3 1 522,0 4 77,0 2-94,-1 3-17,-1 3-5,-1 3-7,-2 4 1,-2 5 0,-1 2-11,-5 3-6,-3 1 1759,-4 0-1770,-5 2 11,-4 1 801,-6-1-796,-1 1 1,-8 0-6,-2 0 0,-8-2 377,-5 1-366,-16 7 0,6-7 3392,-10 3-3380,13-11-1,2-2 23,3-2 22,2-3 17,4-3 17,3-1 151,0-2-129,6-2 11,0-2 1,6-2-1,0 0-27,3 0-40,2-1-22,2 1-1,4 1-16,1 0 6,3 2-17,1 1-12,4 2 23,12 2-16,-3 2 4,13 5-10,-9 2 5,4 3 0,0 1-230,1 3 202,1 1-489,-2 2 489,-1 1 1,-4 1 16,-5 1-6,-7-1 0,-6 1 6,-8-2-177,-7 0 182,-9-1 1,-11-1-6,-10-1 0,-9-2-777,-7-1 749,-6-2-56,-4-1-378,16-5 0,-1-1-336,10-1 0,0 0 403,-14 1 1,4-1 0,10-2 0,3 0-1</inkml:trace>
  <inkml:trace contextRef="#ctx0" brushRef="#br2" timeOffset="273474">26853 10567 8550,'-1'3'9830,"0"0"-10818,1-3 1520,14-69-90,-8 41-143,4-19 0,1 2-25,-5 23 892,2-4-947,-3 13-29,-1 4-44,-2 4-57,-1 2-33,-1 2-39,0 8 11,-1 3 11,-3 10 6,-3 5 0,-3 3 0,-6 20-28,3-11 2683,-2 11-2683,9-6 5,6-7 1,5-2 10,6-10 2021,13-13-1970,-3-5 11,9-4 11,-5-7-5,2-5-1008,2-6 996,2-3 62,18-19-463,-22 16 1,0-2 386,8-9 1,-1-2-51,-7 7 0,-2 1-3,-1-2 1,-3 1 28,8-12-29,-3 2 12,-2 2-18,-3 4-21,-3 3-1,1-3 1,-6 12-46,1-3 1053,-9 17-1170,0 1 401,-3 10-777,-2 4-156,2 8-213,-2 4-341,1 5-662,0 4-1787,-1 6 3703,-2 8 0,1-19 0,0-1 0</inkml:trace>
  <inkml:trace contextRef="#ctx0" brushRef="#br2" timeOffset="273725">27595 11033 16777,'14'-55'1092,"0"-1"0,-2 7 1,0 6-640,-2 14-117,-1 6-101,-1 4 1571,2 4-1755,-1 9 606,-2 16-640,-3 7-28,-5 14-29,-5-1-27,-6 4-73,-4 3-160,-4 3-137,-4 2-459,1 2-756,0 3-2655,1 1 4307,1 7 0,11-26 0,0 0 0</inkml:trace>
  <inkml:trace contextRef="#ctx0" brushRef="#br2" timeOffset="274258">28567 10475 23315,'15'-45'455,"0"0"1,-4 0 0,-6 8-255,-13 17-33,-9-1 56,-10 8-140,3 6-10,-11 2-1,7 6-12,-1 3-27,2 4-1,1 3 12,-5 12-28,6 7-11,0 14 10,11-7-10,8-1-12,11-2 1,0-9-1,15 17-5,-4-19 11,9 5-6,-4-9 29,10 6-18,-7-5-309,8 5 298,-14-8 12,-1-1-18,-3 0 18,-3-1 5,-4 0-5,-3-1 22,-2-1-17,-4 0-5,-11 4-6,-1-3-12,-11 0 7,0-5-12,-3-3 6,-4-1-6,-1-3-84,-16 0-224,1-5-39,2-2-207,9-3-331,19-2-476,4-2 1378,5-6 0,5 9 0,1-3 0</inkml:trace>
  <inkml:trace contextRef="#ctx0" brushRef="#br2" timeOffset="275717">28829 10406 24351,'24'48'280,"-5"-4"-229,-18-24 16,-1 12-28,-1-9-5,0 8 27,-2-12 40,-4 6-50,1-8 72,-4 5-11,4-14 34,1 0 5,3-7-5,2 0-40,0-4-44,0-2-6,0-5 0,1-2-6,2-4 1,1-1 5,1-2-12,1-3-10,2-2 5,-1-2 56,6-13 29,3-1-74,0 0-11,1 7 45,-1 9-22,2 5-40,0 2-11,-1 6 23,0 6-23,4 2 0,1 2-5,0 4-6,-6 2 0,1 4 17,4 7 11,-7-1-28,2 8 5,-10-4-16,-2 1 0,-2 0 17,-1-1-12,-4 1 6,-1-2 0,-3 0-11,-1-2 16,0-1 7,-1-4-1,2-2 22,1-4 18,2-2 5,2-1-6,0-2-11,1-2-5,0-3 5,1-3 0,0-4-16,2-2 10,3-12-27,2 5 22,4-9 28,5-3-28,-3 9-587,5-6 575,-5 12 1,-1 3 0,0 3 0,0 1 16,3 2-33,-2 3 12,2 1-24,3 4 24,-5 2-12,6 4-12,-7 3-21,1 4-6,-1 4 564,-1 2-754,3 14-34,-6-6-163,1 10-168,-5-11-179,-1 1-218,0 1-163,2-1-1557,6 7 1215,-1-10 29,7 3-393,-2-13-234,2-5 234,2-3 303,1-3 756,1-3 740,0-3 330,0-2 335,0-5 449,-3 0 465,0-2 258,-3-2 1551,6-10-2055,-6 4 637,11-19-1170,-10 13-100,4-10 403,0-3-202,0 0-465,-1 1-1340,-4 7 1267,-8 15-22,-2 2-50,-3 4-11,-1 1-23,-1 4-73,-3 1 34,-7 3-79,-11 6-22,-2 2-6,-5 7-5,6 1 6,0 2-23,-2 4 917,1 0-940,1 3-5,2 1 0,3 1 0,4 0 0,3-3-45,3 7 51,4-9-12,3 2 12,4-8 22,3-4-22,3-1-1,1-3 34,7-3 346,-3-4-363,6-3-10,-5-5-12,0-2 5,1-3 34,12-19-5,-11 11 11,10-15-6,-16 17 0,-1 2 34,-2 3 5,-3 2 34,-1 4 23,-2 2-68,-2 3-28,0 3-28,-1 0 6,-2 7 6,-1 0-18,-2 8-5,0-1-11,0 3 0,0 1 0,1 1 11,2 0 11,1-1-11,2 0-17,2-2 17,3-1-6,10 3 57,-2-5-3443,9 1 3381,6-8-12,-3-2-332,8-2 372,-8-5-17,-1-4 6,1-3-12,2-4 17,-1-2-11,1-2-11,-1-5 22,0-2 6,4-21-11,-9 7 5,5-14-6,-12 12 29,0-2 28,-1-2-29,-1-1-10,0 1 5,-2 0 5,-1 3-16,-3 3 5,-1 5-490,-2 5 485,-2 4 2487,0 6-2465,-2 6 444,0 4-511,0 4 23,0 3-1,-2 2 722,0 3-716,-3 3 574,-3 3-574,-4 6 11,-2 3 17,-2 5-983,-4 5 943,0 3 7,-1 5-18,0 2 7,1 2 27,2 1-3077,3 0 3077,1 0-86,4 1 47,5 16 11,5-13-823,8 11 834,5-20 1,5-3 539,3-4-545,3-3 5,1-6 17,2-4 12,-1-4 2874,2-4-2903,24-10 12,-18-4-102,20-10 112,-10-16-740,-10 2 719,10-14-12,-16 7 28,0-5 0,-1-3-777,-1-4 772,-1-3-17,-1-1 16,-2-1 12,-3 1 11,-8 20 0,-2-1 6,1-12-6,-1-10 39,-12 18-270,-2 14 236,-7-1-21,0 15-12,-3 4 187,0 3-182,-1 2 1,1 3-1,0 4 1876,1 4-1887,2 5 23,0 4-11,3 5-1,-3 24-10,5-5 167,-1 20-150,6-10-29,2 5 0,0 5-28,1-29 0,1 0-81,1 2 0,0 0-505,1 1 0,1 2-1383,3 16 1,0 2 2013,-2-8 0,0-1 0,0-5 0,-1-4 0,0 5 0</inkml:trace>
  <inkml:trace contextRef="#ctx0" brushRef="#br2" timeOffset="278560">31263 10154 18672,'-4'-3'3063,"1"0"-760,3 3-2219,90-63-3506,-50 45 3399,-5-4 1,7-5 0,-6 9-152,5 14-207,0 2-548,-1 1-1010,-3 1-2612,-2 2 4551,-2 3 0,-16-2 0,-2 0 0</inkml:trace>
  <inkml:trace contextRef="#ctx0" brushRef="#br2" timeOffset="278729">31483 10304 19288,'-3'8'4190,"0"-2"-3440,3-6 1261,0 0-2000,59-27-514,-34 18 483,11-7 1,1 1-28,-14 9-441,4 2-688,-1-1-1731,3 1-6924,-3 1 9025,-4 0 0,-11 2 0,-4 0 1</inkml:trace>
  <inkml:trace contextRef="#ctx0" brushRef="#br2" timeOffset="281776">32562 9964 20470,'19'-49'1299,"-1"1"1,-1 7-1,-5 6-940,-7 14-91,-3 12-88,-2 3-35,0 2-122,0 4-7,0 5 30,-1 6-1,-2 8-6,-4 5 11,-4 6-27,-3 5-7,-3 4-4,-2 3-247,-2 1 252,-1 1-639,0-1 661,2-2-16,2-2-1,3-4 12,2-4-17,6-3-31,2-5 70,3-5 28,1-3 39,4-5 263,1-3-84,14-3-179,0-6-16,11-4-12,-2-4 11,3-2 1,2-1-1,1-1 0,-2 0 652,-1 1-545,6-4 6,-8 3-163,-4 2-28,-11 5 17,-9 5-34,-2 2 1,-1 4-7,-1 2-5,0 4 0,0 5 6,0 2-23,-2 19 0,1-5-50,-2 14-467,2-6 137,-1 3-2415,2 3 1631,0 3-881,0 3-3841,-1 4 5903,-1 8 0,1-30 0,-1 0 0</inkml:trace>
  <inkml:trace contextRef="#ctx0" brushRef="#br2" timeOffset="286708">17179 12460 24262,'-15'-19'577,"-1"25"-449,12 16-10,-3 17-955,1-11 904,-1 3-17,0 1-10,1 0 10,1 0 228,2-2-262,3 0 7,3-4-1,4-3 178,5-3-161,3-4 1,4-3-18,2-3 28,1-4 18,2-3 10,-1-2 28,0-6-16,-1-2 0,-1-6-1,-1-3-5,-4-4 6,-1-3-6,-4-2-11,-3-2 33,-4-1-33,-3-1 483,-2 0-444,-9-11-50,-1 10-6,-7-6 0,3 15 44,-1 5-16,-7 1-50,4 7 5,-5 2-22,7 7 0,0 3-17,0 4 11,-1 5 0,0 2 0,1 3-5,0 3-237,1 3 231,1 1 0,2 2 11,1 2-33,2 1 11,2 0 11,3 2-11,2-2 5,4 2-5,5-3-40,5 1-55,5-1-866,6 2 479,4-1-285,5 2-561,5-2-2303,2 1-3393,5-3-2167,-3-4 9202,-6-6 0,-15-9 0,-8-4 0</inkml:trace>
  <inkml:trace contextRef="#ctx0" brushRef="#br2" timeOffset="286885">17847 13093 27460,'-4'-42'0,"0"-1"0,1 5 0,0 9 0,2 21 587,0 6-587,0 0 203,0 2-203,-1 0 104,0 3-2737,-3 8 1864,1 1 0,0-1 0,2-4 1</inkml:trace>
  <inkml:trace contextRef="#ctx0" brushRef="#br2" timeOffset="290809">19705 12289 23758,'35'-32'784,"-18"13"-683,-28 24-17,-12 6-28,0-3 28,-19 4-28,-12 1-572,-2-1 539,0-2 55,4-4-16,15-3-12,-5-2 101,15-1-77,12-1 16,0 0-12,11 0-16,1 0-12,2 1 538,1 4-571,1 2 5,1 6 0,-1 0 34,0 10 6,-1-4-34,0 9 39,-3 4-39,0-5 6,-3 8-3398,1-9 3403,0-1-22,0-1 22,0 0 0,-2-1 0,1-1 6,-3-1 17,0-2 61,-4 5-61,3-9 16,-3 3-2268,6-9 2291,2-3 2302,1-1-2291,2-2 95,0-2-112,2-9-61,0 2-12,3-9 3420,12-12-3419,6 2-18,7-7 23,12 5-22,-14 14-640,10-2 639,-10 9 7,-1 1 21,2 2-38,-1 2-3179,3 2 3173,1 1-2143,1 3 2149,2 2 115,-1 5-110,-1 2-6,8 12 1,-13-3-12,3 8 6,-19-6-12,-4 2-10,-7 1-18,-7-1-139,-16 11 33,0-10-834,-1-5 0,-1-2 571,-8 3-118,-13 3 958,14-12-1545,2-5 1301,0-4-4892,4-3-4380,4-4 9096,5-3 0,9 2 0,5 0 0</inkml:trace>
  <inkml:trace contextRef="#ctx0" brushRef="#br2" timeOffset="291041">19622 12322 16180,'12'-4'6738,"-3"0"-6136,20-9 0,3-2-182,-2 3-1122,17-8 1,1-1 948,-10 8-51,12-7-45,-16 8 349,-5 0-416,-3 1-23,-6 3-16,-3 1-6,-5 2 368,-4 1-407,-3 2-28,-2 2-78,-3 0 923,0 2-7723,-2 10-2925,0-4 9099,-2 6 0,2-10 0,2-2 0</inkml:trace>
  <inkml:trace contextRef="#ctx0" brushRef="#br2" timeOffset="292059">20581 12445 20937,'15'-45'762,"1"0"0,-3 3 0,-1 8-320,-4 18-89,0 4-39,-2 2 36,-1 3-193,-2 3-27,-1 2-6,-1 0-26,-1 9-8,0 1 67,-3 9-50,-2 2-29,-6 6-5,-5 3-23,-4 5 12,-5 3-369,-5 2 369,-4 2 0,-3 2 5,0-3 17,1 1 2,13-16 1,0 1-662,-9 11 637,-4 7-23,17-19-11,5-4 0,5-3-6,5-4 6,3-3 6,6-2-3063,3-1 3057,6-2 221,4-1-233,4-1 7,5-2-12,2 0-7,5-1-27,3-2-173,24-2-89,-12 0-15,-16 0 1,1 0-1657,2 1 1,-1-1 1955,26-4 0,-9 2 0,-24 2 0</inkml:trace>
  <inkml:trace contextRef="#ctx0" brushRef="#br2" timeOffset="293184">21433 12258 16140,'-41'-14'390,"0"-1"0,4 1 0,8 4 2466,22 9-2575,2 0 1283,2 0-1368,2 1 914,0 0-998,2-3 2933,1 1-2972,4-2-6,2 0-11,4 1 6,1-2 33,15-2-61,-6 1-6,11-1 11,-8 3-28,0 1 28,13 2-3419,-10 1 3408,8 3-12,-12 4-16,-1 3 0,-1 2-488,-2 3 488,-2 3-148,-1 3 148,-2 2 17,-2 3 3049,-1 1-3055,-1 4-11,-2 0-22,1 2 16,-2 0-16,0 1-1,-1 1 56,1 1-162,-1 0-100,1-1-180,1 0-190,-1-1-382,0 0-509,-1-3-879,-2-2-2972,-1-5 5341,-3 0 0,0-12 0,-1-1 0</inkml:trace>
  <inkml:trace contextRef="#ctx0" brushRef="#br2" timeOffset="293351">21559 12695 21084,'-28'-45'255,"0"0"1,1 4 0,10 6-155,22 17 743,5-1-822,6 1-78,19-6-56,-3 7-688,16-3 61,-8 9-869,5 0-2576,1 3 4184,10 0 0,-27 4 0,-1 1 0</inkml:trace>
  <inkml:trace contextRef="#ctx0" brushRef="#br2" timeOffset="293786">22103 12430 17125,'-9'-3'2918,"2"2"-610,7 1-980,0 0-1037,-2-67-1356,1 44 1168,1-14 1,0 1 904,2 22-908,1 5 822,0 2-877,-1 5 22,-2 3-39,1 4-17,0 3 11,1 5 1697,1 13-1707,1-4-1,0 11 11,4 2-11,-1-8-5,4 6-516,0-11 515,3-3 1,1-1 5,2-1 11,0-4-10,1-2-1,-1-4 6,-1-3 27,-1-2-4,-1-2-7,1-4 1,-1-3-6,0-6 0,2-2-6,0-4 1,2-3-12,1-4 11,1-3 17,1-4-11,2-3-1008,0-2 1003,1-2-1,0-2 6,1 1-1145,-1 0 1139,-1 3-5,-2 4-6,-1 3 12,-2 7 380,-2 4-398,-1 2-27,-4 7-6,0 3-39,-4 7-56,0 3-113,0 5 760,0 4-1140,1 6 1003,0 4-1888,0 6-1272,-1 4 2773,1 7 0,-5-17 0,0 0 0</inkml:trace>
  <inkml:trace contextRef="#ctx0" brushRef="#br2" timeOffset="294000">23169 12642 27723,'25'21'-23,"1"0"1,13 22-90,-43-5-5906,-3 4 5206,-6 3-1015,-2 2 2055,-6 9 1,11-26-1,-2-1 1</inkml:trace>
  <inkml:trace contextRef="#ctx0" brushRef="#br2" timeOffset="296834">24447 12287 14555,'-3'-2'3842,"0"-1"931,3 3-4342,-37-64-1429,27 40 1146,-10-14 1,4 0 518,20 18-303,11-8-128,12 2-147,2 1 51,16 3-38,-5 11-397,0 3 334,-4 4-17,-12 4-107,-1 4 74,-1 1 17,0 6 5,-1 2 643,-2 5-654,-1 3-6,-4 3-5,-1 14-17,-8 5 17,-5 0-161,-10-3 160,-5-12 7,-4-2-18,-2 1-415,-15 7 421,7-8 56,-20 10 17,12-17-17,2-3 79,4-8-57,18-11 1,1-2 11,9-5 748,1-1-777,3-2 598,2-1-591,2 1-7,5-1 12,8-3-39,-3 5-11,7-3 16,-5 9 6,2 1-17,2 2 23,12 3-45,-7 3-228,11 3 250,-8 5-5,2 3-1,2 3-658,1 2 664,0 3-11,0 3-11,-4 2-6,-3 3-11,-7 0-6,-7 2-285,-10 12 297,-10-12-12,-11 6 0,-6-16-22,-5-2-22,-4-4-6,-2-2-45,-3-3-39,-2-4-118,0-3-179,1-3-1417,-12-13-179,15-1 1310,-14-23 1,35 22 0,-2-8-1</inkml:trace>
  <inkml:trace contextRef="#ctx0" brushRef="#br2" timeOffset="297200">25484 12058 18464,'3'-3'4308,"-1"1"-1591,-2 2-2426,-63-26-3000,40 18 2821,-13-6 0,2 2 67,22 9 840,3 2-930,2 0 446,2 0-474,1 1-22,2 2-5,-1 0 1609,2 1-1615,0 1 0,0 1 0,1-1 12,0 2-1,3 1-22,1 0 5,4 2 0,2 0 18,12 7-18,-2-3 0,11 6-22,-3-5-11,4 2-693,5 2 687,5 2 23,2 2 5,4 1 0,-1 3-11,-3 1-5,-4 1 16,-8 0-6,-8 1-28,-8 12 17,-13-11 17,-20 17-289,-5-22 273,-15 6-1,6-12-22,0-1-34,1-1-38,1-1-197,5-1-319,1-2-550,4-2-1869,3-2 3202,1-1 0,8-4 0,1-1 0</inkml:trace>
  <inkml:trace contextRef="#ctx0" brushRef="#br2" timeOffset="303259">26438 12244 24519,'25'-18'381,"-4"4"-297,-16 17 0,0 0-5,0 1-12,-1-1-6,-2-1 7,0 1-1,-1-1 17,-1 0 6,-2 1 0,-2 0-23,-4-1-17,-1 0 12,-4-1 22,-7 0-34,4-2 68,-9-6-45,14 0-1,-1-6 40,7-9-56,3 3-11,4-12-22,4 6 5,4-2 0,4 0 0,3 2 5,3 3-5,1 3-17,3 3-11,1 4 40,0 2-40,3 4-338,1 3 343,2 3-16,1 4 11,4 3 0,0 8 0,3 5-3301,-3 5 3301,-1 6 6,-4 3-360,-5 2 348,-7 3 6,-8-1-6,-9 1 1,-13 1 22,-11 1-537,-14 2 517,12-20 0,-2-1-14,-3 1 1,-1 0-1,-4 0 0,-1 0-527,-1 0 0,-2-1 541,0 1 1,1 0 10,-1-2 0,1-1 0,1-1 1,1-1 2,2-2 1,1-2 21,-23 8 23,-3-9-17,26-10 1,4-8 418,24-7-424,12-5-12,8-1-10,11-2 10,8 1 6,6 1 6,5 2 614,5 2-609,1 4-5,3 2-17,0 5-3,-15 3 0,0 1-9,23 5-8,-22-1 1,-1 1-21,17 8-30,-2 2-120,0 2-659,-2 0-115,0 2-1036,-1 0 1983,3 5 0,-25-12 0,-3 0 0</inkml:trace>
  <inkml:trace contextRef="#ctx0" brushRef="#br2" timeOffset="304726">27490 12464 14006,'0'-5'6290,"0"1"-2459,0 4-3707,0-46 16,-1 39 0,-1-31-23,-2 52 68,-5 12-90,0-3-33,-4 8-23,3-8-17,1 1-3419,1-2 3408,2-2 6,1-2 50,2 3-5,2-8 27,3 1 41,1-9 21,3-3 6,2-2 3386,3-4-3403,2-2-11,4-6-1,3-4-27,2-2-22,2-3 21,2-2-271,0-2 238,0-1 12,6-13-40,-8 8-818,3-6 812,-10 12-22,-3 3 1,0 2-1,-2 3-11,-1 2-36,-1 4-20,-1 2-101,-1 3-145,-1 3-258,1 2-500,-1 4-652,1 2-2803,0 6 4515,2 4 0,-5-6 0,0 0 0</inkml:trace>
  <inkml:trace contextRef="#ctx0" brushRef="#br2" timeOffset="304945">28236 12576 26441,'-13'41'-756,"1"-3"-410,3-14 1166,-6 17 0,7-23 0,-2 10 0</inkml:trace>
  <inkml:trace contextRef="#ctx0" brushRef="#br2" timeOffset="305476">29041 12216 19011,'-11'-53'373,"0"0"1,3 9-1,-2 7 174,-13 4-435,7 19 1223,-6 0-1251,5 9-5,1 3-12,0 2 816,0 3-821,-7 8-40,7 1 1499,-9 15-1493,12-1 1550,2 1-1567,7 10-11,8-14 0,5 6-16,6-9-3273,4 0 3272,4 1-2268,3-1 2274,1 0-214,3 0 225,-1 0 6,-1 0 5,-2 1 6,-4-2-12,-5-1 6,-3 5-11,-8-7 17,-8 3 2148,-7-8-2153,-21 3-12,2-3 5,-16 0-5,8-4-5,-2-3 3217,0-1-3324,6-2 0,-1-1-308,-14-4-320,-8 0-100,31-6-639,15 1-1444,5-2 2923,4-2 0,0 6 0,2 0 0</inkml:trace>
  <inkml:trace contextRef="#ctx0" brushRef="#br2" timeOffset="306076">29347 12131 18672,'1'-3'4582,"1"1"-1546,-2 2-2980,-3 8-12,0 2 7,-4 8-12,1-1-3381,-7 18 3365,4-12-2130,-5 12 2124,6-18 5,1-2-10,-1-2 4,1-1-10,0-2 72,0-2-16,3-4 2418,1-4-2452,2-5 3209,4-12-3192,2 1-23,3-9 6,1 4 6,3-4-3409,2-2 3419,2-3-10,2-2 16,0 1 46,7-11 77,6-3-134,-6 8-5,0 6 0,-14 22 22,-1 2-40,0 3-4,1 1-52,3 5 3438,-1 3-3398,3 3 0,-4 5 6,-1 2-1,1 5-10,-2 3 5,0 3-17,-1 18 28,-4-10-5,-1 12 16,-8-4-16,-7-1-304,-1-4 298,-5-9-19,6-15 19,1-4-22,1-3 55,3-5-22,1-4 1,3-4-1,1-6 331,7-13-342,0 3 5,5-9 12,1 5 0,0 0 5,3-3 1,0 2-1,2 0 37,0 2-26,0 4-33,0 3 0,-2 3-22,-1 4-40,-1 4 29,3 2 27,-4 3 6,7 4 0,-8 3-11,5 5 11,-2 2-6,-1 1-22,0 4-22,0 1-230,1 11-17,-6-6-156,2 7-175,-7-8-240,0-1-275,1-1-2693,7 5 307,0-7-6302,13 5 9533,-9-13 0,-1-1 0,-9-7 0</inkml:trace>
  <inkml:trace contextRef="#ctx0" brushRef="#br2" timeOffset="306927">30221 12199 21039,'29'-43'625,"0"0"1,-3 3-1,-5 7-171,-9 12 362,-2 3-491,-3 2-45,-1 2 110,-4 3-189,0 3 62,-2 1-117,-3 3 208,-1 1-253,-5 3-28,-3 0 11,-2 3 50,-13 7-22,-6 9-3487,-3 2 3408,0 4-16,11-6-307,1 3 312,3 1-16,3-1-1,3 0-10,5-2 16,3 5-5,3-6 10,6 2-16,3-9 3243,13-1-3237,0-6-2936,8-1 2947,-5-5-1,1-2-2256,8-9 2262,-7-1-1505,5-6 1533,-9 2-34,-2-1 57,-1-2 101,2-10-74,-7 6 85,5-11-90,-11 17 1573,1-4-1612,-5 14 2224,0 2-2252,-2 4-17,0 2 3336,-2 3-3347,-1 2 142,-2 3-142,0 4 11,-2 2-6,2 3 12,-3 11-6,3 4-16,2 0 10,3-3-5,4-11 6,4-1-6,4-1-6,3-3-5,4-1 0,4-3 5,2-1 6,17-4-5,-10-3 5,12-5 0,-13-5-339,0-5 350,0-4 6,-1-4-12,1-3 18,-3-6-894,1-2 882,-3-5-5,1-5 2,-9 9 1,0-4 5,1-4 0,0-2-9,0 1 1,-1-2-4,2-11 1,-2 0 17,-5 14 0,-2 1-12,-1 0 0,0 2 15,1-23 5,-9 28 5,-2-2 18,-1 14-29,-3-2-5,-1 16 303,1 3-320,0 3 912,-1 3-889,-5 10-23,0 2 5,-5 12-25,1 5 1,0 2 13,-7 15-1149,5-7 1,-1 3 1143,3 1 0,2 0 5,3-9 0,0 1 3,-2 12 1,1 1 2,6 0 0,1-2-325,1-11 0,2 0 308,5 20 1,5 0 13,3-16 0,5-2-3,5 5 1,3-2 2,-3-12 0,1-4-2,19 11-6,-14-24-6,-3-5-6,0-8 1,1-6 5,1-7 0,3-7-230,3-5 238,-8 1 1,0-2 505,14-20-486,-13 14 0,0-2-8,-8 7 0,-1-3 8,9-17 0,-1-3-14,-5 11 1,-1 0-987,6-15 1,-1 1 991,-7 14 0,-2 2 5,0 0 0,-2 1-160,0 2 0,-2 0 157,-1 3 1,-1 1 0,5-24-288,-6 10 304,-4 7-5,-3 10 11,-4 5 1050,-5 4-1072,0 9 0,-3 2 2849,4 7-2844,-1 4 542,0 4-553,-2 4 0,0 6-6,-2 5 12,-7 20-17,4-4-205,-5 19 204,6-9-4,1 7 4,1 3 1,4 4-6,3 1-11,3 1-48,5-20 1,1 0-20,-1-11 0,2 0-889,2 9 1,1-2 580,7 12-213,-1-3-1429,1-5 213,-1-4-3282,0-6 5114,1-3 0,-7-15 0,-1-3 0</inkml:trace>
  <inkml:trace contextRef="#ctx0" brushRef="#br2" timeOffset="307143">31932 11817 16423,'47'-38'-307,"0"-1"1,-5 3 0,-4 11-717,-8 24-1766,0 2 2767,3 4 0,-16-3 0,0 2 0</inkml:trace>
  <inkml:trace contextRef="#ctx0" brushRef="#br2" timeOffset="307309">31938 12051 20283,'51'-29'-990,"0"-1"1,-4 2 0,-7 6-7201,-14 9 8190,-4 3 0,-11 4 0,-4 3 0</inkml:trace>
  <inkml:trace contextRef="#ctx0" brushRef="#br2" timeOffset="309227">33051 11764 23099,'17'-54'499,"-4"11"-399,-14 39 240,-2 2-290,-4 0-11,-1-1-16,-3 2 99,-2-2-94,-2 2 31,-2 0-48,-2 1-11,-1 0 6,-1 0-6,0 0 155,1 0-94,-10 0-33,13 0 17,-5 0-6,16-1 0,3 1-16,2 0 22,-1 2-23,2 0-5,-2 4 11,0 1 28,-1 9-23,-1 6-16,-1 2 6,1 2 21,1-7-21,0 1 16,0 0-5,-1 2 10,-1 0 1,1 0-3392,-1-1 3397,1-1 13,0 0-19,0-1-2284,0-2 2279,-2-1 17,1 3-17,0-6 2263,0 2-2262,2-9 66,1-2 202,1-2 3252,0-2-3448,2-4 34,4-7-79,0-1-22,4-7-17,0 3 5,2 0-10,2 0-1,1 1 0,2 1-10,2 3-29,0 1 34,0 3-6,10 1 0,-5 3-5,8 2-1,8 9 29,-6 0-40,11 9 6,3 8-11,-3 8 5,-20-11 1,-1 1-367,3 14 366,-13-4-16,-18-11-34,-5-2-51,-9-1-44,-6-2-454,-16 5 84,8-6-1420,2-4 0,-1-1-1515,2-3 3456,-15 1 0,34-8 0,1-1 0</inkml:trace>
  <inkml:trace contextRef="#ctx0" brushRef="#br2" timeOffset="309452">33135 11740 21769,'47'-27'556,"0"0"1,-4 3-1,-6 5-141,-14 9-12,-2 2 395,-3 1-506,-3 1 124,-2 1-186,-2 1 29,-3 1-119,-2 1 201,-1 0-279,-2 1-18,-1 0-475,-2 1-1468,1 9-1702,-2-2 3601,0 9 0,0-10 0,0 0 0</inkml:trace>
  <inkml:trace contextRef="#ctx0" brushRef="#br2" timeOffset="312850">17562 14112 24424,'1'-35'1210,"0"7"-991,-1 6-34,0 7-40,-1-1-10,-1 3-12,-1 0-11,-2 2-23,0 2-16,-2 1-11,-1 3-23,-2 1-4246,-1 3 4235,-4 1 521,-1 4-526,-4 4 5,-3 6-17,-3 3-2160,-2 5 2160,-2 4 6,-14 18-1446,12-7 1431,11-12 1,1 0 1096,-5 13-1088,3 1-1200,1-1 1189,2 1 1254,-1 16-1265,6-16 22,2 11-5,9-11-1,4-13-5,4 4 11,10-10 359,4-8-342,1-1-6,0-11 1,-5-7-1,1-6-11,0-5 17,3-5 17,9-20 426,-12 14 1,1 0-456,-1-1 1,0-2 19,4-13 1,-2-1-370,3-13 352,-8 19 1,-1 0 19,3-17 11,-4 16 1,-1-1 5,5-19 551,-4 21 1,-1 2-530,3-10 1,1 6-250,-3 8 339,1 2 1338,-5 13-1416,-1 1-68,-4 14-11,-1 2 835,0 13-818,1 15-5,0 28-12,-1 1 733,-1-21 1,-1-1-745,-3 20 0,-2 4-11,-2 1-2881,-1 4 2878,3-18 0,-2 3-39,2-1-1,1 1-783,-1 9 1,2-2 575,1-14 1,3-2-626,6 21-521,4-28-1191,4-5-7233,1-7 9413,-1-6 0,-6-7 0,-3-2 0</inkml:trace>
  <inkml:trace contextRef="#ctx0" brushRef="#br2" timeOffset="313254">18187 14157 21394,'-1'-4'4167,"0"0"-3031,1 4-1052,-17 20 20,9-8-87,-13 17 6,14-13 24,2-1-42,1-1 92,3-3-81,0-2 1,2-1 50,5-4 23,4-1-45,1-4 16,3-4-10,-4-3 16,0-3 11,1-1 34,-1-1 180,0-8 4,-4-1-161,0 0-23,-5 5-11,-1 7-44,-2 2-57,-3-1 0,-1 3 0,1 1 0,1 4 0,1 0 0,0 1 0,0 5 0,1-2 0,-1 6 0,3-2-136,-1 4-799,0 2-2213,1 3 3148,-1 4 0,0-9 0,0 1 0</inkml:trace>
  <inkml:trace contextRef="#ctx0" brushRef="#br2" timeOffset="324550">17253 14223 13852,'11'-43'1352,"0"1"1,0-1 0,3-14 0,1 7-715,5-8-61,-4 22 1727,-10 22-1939,-1 5-125,-3 4 620,-1 3-776,-1 2 376,0 3-354,0 3 1264,-1 6-1269,0 5-17,-3 5-17,-2 5-5,-2 5-17,-2 6-206,1-6 1,-1 2 188,-6 22-522,5-17 1,-1 2 498,-2 5 1,1 1-720,3-11 1,0 1 716,-2 12 0,-1 0 5,6-15 1,0-1-9,1-2 0,1 1 8,1 7 1,1 0-470,-1 15 489,3-16 0,2-2-16,2-5 4,0 2 298,1-20-225,-2-7 832,0-3-826,-1-5 1558,1-5-1597,0-7-11,0-7 17,4-22-29,2-19-411,-4 29 0,0-1 386,1-3 1,0-2-1,3-9 1,1 0-7,-3 9 1,2 0 11,2-13 0,0-2-6,2-1 1,-1 2-4,-3 13 1,0 1 2,2-11 1,0 2 8,1-9-1514,-2 6 1513,-2 4-4,-1 7-215,-1 6 220,-1 5 0,-1 9-23,0 6 17,-1 6-11,-1 4 12,1 4-1,2 13 1132,2 2-1126,1 14-17,-1 1 1136,-1 5-1136,1 5 0,-3 4 0,-2-9 0,0 1 0,0 21-9,-3-7 1,-1 0-2198,0 10 2206,-1-22 0,-1 0-12,-1 13-638,-1-3 611,0-3-6,0-5-45,0-2-89,1-6-123,-1-3-236,1-3-397,0-6-3626,1-1 4561,1-9 0,2-2 0,1-7 0</inkml:trace>
  <inkml:trace contextRef="#ctx0" brushRef="#br2" timeOffset="324790">17336 14100 16824,'-2'-10'4771,"0"3"-3897,-2-26 0,2-7 106,9-6-2035,-7-2 1,2 1 1345,15 2-50,0 14-174,2 3 57,2 2-40,0 3-33,2 3 540,1 2-574,15-1-40,-8 6-567,13-1 511,-12 8-61,1 4-1861,0 0 1693,-1 2-173,-2 4-33,-3 3-533,-5 4-673,-3 4 1720,-2 16 0,-9-17 0,-1 9 0</inkml:trace>
  <inkml:trace contextRef="#ctx0" brushRef="#br2" timeOffset="325358">17265 14355 22999,'34'-22'115,"-1"0"1,-2 2 0,-1 3-21,14 2-44,2 2-40,1 0 11,-7 4-22,-15 5 582,-2 1-605,-3 1-5,-4 1 184,-3 1-223,-5 0 98,-3 1-115,-3 1 321,-2 2-315,-4 2-113,-8 3 118,-2-2 1,-6 3-29,-8-1 56,6-1 23,-30 9 33,23-7-880,-15 3 908,19-5 11,0-2 23,0 0 17,3 0 5,0 0 0,4-2 11,2 0 6,3-1 1004,2 0-959,5-2-84,1 0-57,13-6 1,2 1-11,8-5 11,4 0-17,3 0 5,4-2-5,19-5-3381,-12 5 3387,14-4 5,-9 3-45,-13 4 45,2 0 6,-18 5 0,-5 2-1,-4-1-4,-4 2-1,-5 2 3364,-6 0-3370,-6 3 64,-5 3-69,-5 2-1131,-3 0 1131,-5 3-11,-1 0 5,-3 1-785,1 1 802,2-2 6,5 0 73,-2 0-40,15-5 45,2 0 52,13-7 1098,5 0-1021,3-2 867,5-2-800,16-6-174,-2 0-16,12-3-34,-6 2 23,17-3-79,-11 2-1269,13-1 1247,-16 3-56,-1 2-636,0 0 216,-1 2-723,-1 0-2341,-2 2 3551,2-1 0,-14 2 0,-2 1 0</inkml:trace>
  <inkml:trace contextRef="#ctx0" brushRef="#br2" timeOffset="327849">20027 13789 18552,'6'-49'1297,"0"1"1,0 0 0,-6 10-531,-13 19 132,-13 5-748,-5 17 129,-22 18-156,16 1-3967,-13 12 3932,14-4-24,12-4 0,1 2-1335,-11 17 1292,12-14 1,3 0-106,-5 16 105,4 1 6,4-1 0,5-1-11,6-14 0,3 0-6,3 14 0,6 13-5,8-22 5,7-4-11,5-3-6,4-5-5,6-3 22,2-5-417,3-4 412,0-7 27,12-9 1,-17-5 5,5-8 17,-24-3-17,-5-3 23,-5-2 11,-4-1 1618,-8-9-1640,-4 8 2721,-7-5-2710,-15 7-34,4 7-17,-12-1 0,7 11 484,0 3-473,0 3 669,1 3-668,1 3-34,2 3 22,1 4-17,-5 10-11,10-2 1,-2 6-18,14-4 425,4 9-760,3-6-584,6 8-274,5-11-1148,5-1 2375,8 1 0,-10-11 0,1-1 0</inkml:trace>
  <inkml:trace contextRef="#ctx0" brushRef="#br2" timeOffset="328158">20568 13789 26351,'3'24'202,"-6"3"-152,-13 3-5660,-6 3 5616,-3 1 16,-3 0-408,-2 1 408,0-1 144,0 1-132,0-4-297,3-1 291,3-3 2032,5-4-2054,5-4-6,5-4-743,4-2 748,6-4 1080,6-2-1091,6-3 423,8-2-456,7-2-185,26-3-665,-6-1 735,-14 1 0,0-1-227,21-5-359,-13 2 1,1 1-3,-9 0 0,-1 1-315,12-3 0,0 0 1057,-8 2 0,-4 0 0,4-1 0,-1 0 0</inkml:trace>
  <inkml:trace contextRef="#ctx0" brushRef="#br2" timeOffset="328496">21510 13787 20100,'-1'-3'3753,"1"0"-6523,0 3 2921,1-61-39,5 42 440,-3-15 0,3 3-468,6 23 848,3 1-859,2 2-23,2 2-5,1 2-6,0 1-17,0 5 3186,0 2-3191,-2 6 273,-1 3-273,-2 3 0,0 5 0,5 18-17,-6-6-1146,4 15 1151,-7-13 1,0 2-23,-2-1 0,6 19-1762,-5-14 1667,4 15-100,-6-21-126,-2 1-306,-2-4-404,-2-1-716,-2-4-8067,-6 4 8415,3-13 1,-3-3 0,4-14 0</inkml:trace>
  <inkml:trace contextRef="#ctx0" brushRef="#br2" timeOffset="328668">21542 14211 23918,'16'-44'85,"0"0"1,-1 3 0,2 9-63,10 19-23,4 1-17,4 1-50,2 2-85,5 0-189,3 2-738,-10 2 1,1 0-4086,21-1 248,-22 2 1,-1 0 4052,5 0 1,-18 2 0,-9 1-1</inkml:trace>
  <inkml:trace contextRef="#ctx0" brushRef="#br2" timeOffset="330608">22392 14057 12953,'-2'-8'4453,"0"2"-3126,2 6 2656,0 0-3792,-11-53 38,8 45-22,-8-37-27,12 60-18,0 4-5,1 1 100,1 12-145,-1-8-28,3 8 6,-2-10 0,2-2 5,0-2-6,0-3 18,0-2-1,0-2 6,1-3 34,-1-3 27,-1 0 24,0-4 268,2-1-280,0-3-40,3-4-44,1-4-23,2-4 1,4-3 5,1-2-17,3-4-472,2-2 455,1-3-5,1-1-11,2-2-2431,0 0 2425,0-1-490,9-9 490,-9 12-23,3-4-10,-13 19 318,-3 3-346,-4 4-18,-3 4-55,-2 2 2291,-3 2-2465,0 4 530,-1 4-978,0 6-549,-1 3-1149,-1 6 2426,-2 5 0,1-11 0,1-1 0</inkml:trace>
  <inkml:trace contextRef="#ctx0" brushRef="#br2" timeOffset="330808">23273 14231 21956,'10'46'-295,"0"-1"0,2-10 1,-5-7-1,-13-10 1</inkml:trace>
  <inkml:trace contextRef="#ctx0" brushRef="#br2" timeOffset="334208">24560 13874 17400,'0'-4'3753,"0"0"-952,0 4-2751,-1-36 6,1 30 23,0-26-1,1 39-16,2 1 106,0 6-73,-2-2 101,-1 9-146,-3-8 23,-2 3 0,-2-7-12,-3 0 7,0-2-1,-2-2 0,0-1 11,-1-2 18,1 0-12,0-4-5,2-2-12,0-3 11,2-5-11,2-4 40,1-14-57,3 4-11,1-11 1,3 9-1,2 0-45,4 0 45,9-7-27,-2 11 10,5-4-11,-3 16-11,-1 3 6,2 5-1,-1 1-5,1 2-305,0 5 288,2 2 0,0 6 6,0 4 6,-1 3-12,-1 4-11,-2 2-6,-3 3-5,-4 3-6,-5 1-11,-6 4 11,-6 1 1,-9 3-7,-8 0 12,-7 0-857,-8 3 857,-4-1 30,19-21 1,0 0-642,0 0 1,0-1 649,-26 18 0,4-4 6,4-8 22,6-6-94,7-9 128,5-5 5,8-6 212,5-5-229,5-5 736,4-5-747,2-3-11,6-1 5,2-1-10,7 2-1,2 1 1,4 2-18,1 3 6,2 3-11,2 2 12,0 3-18,3 2-16,16 4 5,-7 1 817,14 4-850,-11-1-3110,3 3 2921,-10-2 1,0-1-227,18 5-12,-17-4 1,0 0-683,11 2-813,0-3 1972,-10-4 0,-2-1 0,-2 1 0,12-2 0</inkml:trace>
  <inkml:trace contextRef="#ctx0" brushRef="#br2" timeOffset="334511">25465 13645 18924,'-6'-5'3775,"1"2"-2985,5 3-185,0 0-146,-62-36-1186,37 23 886,-12-7 1,1 1 369,17 14-310,4 1-68,2 2-56,5 0-33,2 2-23,4 0 0,1 3 0,1 1 854,2 4-848,1 1 0,5 3-6,3 2-11,6 1-6,3 3 6,6 1-3026,4 1 3021,3 1-635,2 1 623,0 0-11,-1 2 14,-4 6 0,-3 1-8,0 3 2,-5-4 1,-5-1 2,-15-6 6,-8-2-6,-4 0 0,-7 1-11,-3-2 0,-4 0 2758,1-1-2769,-1-1-51,-5 5-61,9-7-157,-3 3-308,12-8-639,2-2-1680,4-2 2907,2-1 0,1-3 0,2-1 0</inkml:trace>
  <inkml:trace contextRef="#ctx0" brushRef="#br2" timeOffset="336976">26274 13987 19619,'-1'-58'1230,"-1"0"0,1 5 1,0 5-554,3-4-133,0 5 212,2-8-1053,-1 17 549,1-3 151,-1 21-246,-2 5-34,0 5-50,1 5 68,-2 2-124,0 3-6,0 5 12,1 3 295,0 7-279,1 6-16,-1 7-508,0 6 513,-1 5-5,0 6-3225,-2 2 3213,-1 4-5,-1 2-1874,-1 1 1868,1-1-736,-1-3 747,2-5-385,0-3 374,1-6 1608,1-7-1597,0-5 2086,0-7-2047,1-6 1413,-1-4-1363,0-5 1380,1-2-1407,0-6 241,0-4-269,0-18-23,0 1-388,2-14 388,2 7-11,0-6 11,0 9 1,0-2 5,1-20-328,-2 18 0,-1-1 319,1 0 1,-1 1 25,2-15 17,0-8 67,-2 23-73,-1 14 5,0 4-16,-1 12-45,0 4-17,1 8 366,0 3-355,1 9-5,1 4 11,-1 4-66,2 4 72,-1 3-12,0 2 12,1 3-12,0 20-254,-1-15 215,3 12-78,-2-20-247,1-3-991,0-2-364,1-3-4773,0-3-3333,-1-5 9802,-1-5 0,-2-7 0,-1-4 0</inkml:trace>
  <inkml:trace contextRef="#ctx0" brushRef="#br2" timeOffset="338718">26819 13828 23892,'-9'-50'482,"2"13"-370,7 52-17,0 1 6,0 2-17,0-1 0,1 1 5,1-1 29,3 5-73,-1-7 16,2 2-16,-1-8-11,-1-1 22,2-2 17,-2 0-45,0-3 84,-1 0-33,-3-3 16,4 0 6,-1-2-17,3-2-23,3-4 23,1-5-17,3-3 1,1-5-1,4-4-6,1-5 12,2-1-430,3-5 393,-4 8 1,1-1-1085,14-16 1059,-11 15 1,0 1 5,10-10 16,2 5-16,-4 3-11,-2 7-6,-6 5-12,-5 5-38,-4 5-6,-6 4-73,-3 2 249,-4 4-1577,-4 13-155,-2 1-1911,-3 13 2952,-2 2 1,4-14 0,-1 2 0</inkml:trace>
  <inkml:trace contextRef="#ctx0" brushRef="#br2" timeOffset="338933">27603 13964 26295,'5'47'-706,"0"-1"0,0-3 1,-5-3-9126,-17 10 8338,4-15 1,2-2-1,7-24 1</inkml:trace>
  <inkml:trace contextRef="#ctx0" brushRef="#br2" timeOffset="339401">28958 13500 22620,'-47'-31'76,"1"0"1,3 2-1,5 10 1427,8 23-1441,-14 8-46,13-1 24,-14 12-35,25-8-5,0 6 564,13-5-570,4 7 12,5-3 286,4 4-286,15 3-12,0-7 948,13 7-937,15 0-10,-8-6-1434,15 8 1428,-15-9 0,-1 1 11,-2 0 17,5 6-12,-18-8 6,-1 4-5,-26-6 0,-7-3-6,-11 2 11,-6-5 0,-5-1-850,-5-1 844,-3 0-33,-3-1-112,-21-1-39,17-2-101,-10-1-191,23-4-268,5 0-398,7-2 348,4 0-4912,6-2-3407,4-1 9108,4 1 0,1 2 0,2 1 0</inkml:trace>
  <inkml:trace contextRef="#ctx0" brushRef="#br2" timeOffset="340019">29235 13508 19311,'2'-4'4189,"-1"1"-1758,-1 3-2369,28 2-6,-19 7-17,22 5 6,-28 8-17,-1 1-6,-1 1 6,-1 2-5,0 0 10,-1 1-22,0-1 1,-2 0-7,0-3 12,-1-1-6,1-2 0,-2 2-5,1-10 56,2 1 16,0-10 0,2-2-5,-1-6-39,0-1 16,1-15 17,0-7-27,2-2 10,0-4 23,4 6 0,2-2-1,0-2 1,3 0-22,0 0 5,2 3 39,7-8-50,-3 13-1,6-4-10,-7 14-6,0 3-17,0 3-5,1 1 5,1 4-11,0 1 11,1 1-5,1 2-1,14 7 7,-7 0-18,10 9-5,-13-2 5,0 2-16,0 12 27,-10-6-10,0 10-23,-11-10 22,-2 0 12,-5 0 5,-3-2 39,-3-3-50,-2-3 12,-1-3-12,1-3 0,1-3 22,2-2 6,2-3-6,2-1-5,2-4-6,0-3 1,2-4-12,0-1 0,1-3 11,2-1 0,1-1-5,3-2 10,2 1-16,2 0 6,0 0 0,1 1 27,0 1-27,2 1-1,0 2 7,0 2-18,1 2 17,0 2-16,0 2 5,0 1-6,1 1 0,-1 2-5,1 0 6,0 2-35,0 2 40,2 2-22,8 9 0,-6-2-29,5 7-44,-8-2-73,-3 0-118,-1 3-1097,2 10 123,-5-6-588,1 6-1541,-4-10 3389,0 0 0,-2-10 0,-1-1 0</inkml:trace>
  <inkml:trace contextRef="#ctx0" brushRef="#br2" timeOffset="340901">30362 13606 22774,'23'-42'592,"1"0"0,-3 4 0,-4 6-122,-10 16-5588,-4 3 5448,-1 3 1381,-4 2-1532,-1 3-39,-4 2-39,-3 1 836,-2 2-859,-4 4-2267,0 1 2240,-4 4 2239,1 1-2228,-9 11-310,8-4 271,-5 8-6,4 3-6,8-6-11,0 6 0,8-9 0,3 0 5,2-2 12,4 0-17,3-3 0,11 2 6,-2-6-1,8 1 1,-7-8 0,0-2-6,-1-3 5,-1-3 6,0-4 1,-1-4-834,-2-2 838,-1-1-4,-2-4 10,-2 1 6,-1-2 232,-2 1-226,0 0 5,-2 3 11,-1 2 17,-1 2 79,0 2 2882,0 5-2995,-1 2 1287,-2 5-1309,-1 2-5,-1 4 5,0 2 6,0 3-17,0 1 11,0 1-17,2 9 6,1-6 0,1 7 11,9-1 1,-1-6-12,9 4 0,0-8-6,3-1 12,3-1-29,1-2 6,1-3 6,1-2-6,6-5 12,1-8 5,-2-2 5,-4-8 7,-9 2-12,-2-5 5,-1-1 1,-3-5 27,2-19 12,-4 7-39,1-16 5,-3 11-20,-2 9 1,1 0-1605,2-20 1613,-2 19 0,-1 0 0,1-11-22,0 3 33,0 2 0,-2 3-5,1 4 50,-2 4-23,1 6 68,-2 1-67,0 10 5,-1 3-11,-1 9 1652,0 2-1663,-4 17-34,1-2 23,-4 17-6,-2 11 0,2-8 5,-2 17-16,3 8-3006,4-11 3017,0-17 0,2 3 0,2 0 0,1-1-1835,3 18 1832,-1-19 1,3 0-727,13 22 734,-2-15-214,-1-10 1,1-2 197,5-1 1786,7 1-1775,-12-16-634,-3-5 640,-3-3 808,-1-5-808,5-11 0,3-10-6,1-4 450,2-5-444,-6 5-479,1-3 479,0-4-12,2-3 12,0-4 5,1-4-280,1-3 272,-6 13 0,1-2-6,2-9 0,-2-1-604,-2 10 0,-1 0 609,-1-4 1,-3 5 3,-6 6-1322,-1 3 1321,-2 6 1426,0 4-1431,-1 5 17,0 4-11,-1 2 214,0 4-226,-2 1 1459,-4 9-1442,-6 11-11,-2 5 0,-4 8-16,4-3 10,0 3-5,-4 20 2766,2 8-2789,9-20 1,2 1-285,2-7 1,1-2 217,7 31-80,6-21-407,7-1 150,9-1-224,4-4-513,-2-12 1,2 0-1291,17 9-2452,-16-13 1,-2-2 4294,8 0 1,-19-8 0,-6-6 0</inkml:trace>
  <inkml:trace contextRef="#ctx0" brushRef="#br2" timeOffset="341107">31867 13206 18678,'-3'-4'4167,"0"0"-1988,3 4-2252,62-55-5655,-36 42 5554,12-17 0,0 6-514,-14 27-2283,10 6 2971,-8 1 0,-3-1 0,-13-4 0</inkml:trace>
  <inkml:trace contextRef="#ctx0" brushRef="#br2" timeOffset="341273">31975 13346 12640,'-6'2'6996,"1"0"-4151,5-2-3142,1 20-370,12-15-682,7 15-1940,15-20-1506,5-1-5036,-1-1 9799,-4-1 1,-17 1-1,-8 2 1</inkml:trace>
  <inkml:trace contextRef="#ctx0" brushRef="#br2" timeOffset="341641">33085 12959 16624,'-2'-40'364,"-1"0"1,1 2-1,-1 11 2369,-2 23-2537,-5 1 1275,0 4-1399,-7 5 861,0 4-889,-4 6 29,-3 4-6,-4 5 3393,-2 5-3376,-1 2-37,8-7 1,0 2-1525,-13 14 1488,13-13 1,1 1 4,-6 12-1124,5 1 1119,4 0-5,5 1-409,5-2 408,5-1-5,4-3-11,6-2 11,13 8 6,1-12-12,10 5 17,9-11-11,-10-9 28,11-1-22,-14-11-1,-1-2 1,-3-6 0,-2-3 16,2-14-11,-9 3 17,0-8 17,-10 6 5,-1 1 12,-3-1-23,-3 1 28,-4 1 12,-3 0-6,-4 2-17,0 0-6,-4 3 1241,0 0-1269,-2 3 40,-2 3-57,-1 2-5,-2 3-73,-2 1-190,-3 4-3383,-19 9-6185,14-2 9224,-9 5 1,30-10 0,6-1 0</inkml:trace>
  <inkml:trace contextRef="#ctx0" brushRef="#br2" timeOffset="424934">24741 6603 12038,'46'-4'338,"0"-1"1,-2 0 0,-4 1 1090,0 2-1316,6-1 27,5-1 1,6-1-20,-10 1 1,2 0-56,-10 0 0,1 0 38,15-1 1,0-1-52,-11 2 0,-1-1 99,3 0 0,1 0-54,2 0 1,1-1-5,2 1 0,3 0 9,-2 0 1,4-1-1,-2 1-52,-11 2 0,-1-1 0,2 0-9,11 0 0,2-1 1,1 0-9,1 1 0,-1 1 0,-2-1-264,-12 2 1,-2 0 0,1-1 203,12 1 0,2-1 0,-4 1-29,1 0 0,-3 1 286,-2 0 0,-1 1-321,-3 0 0,-1-1-13,-4 1 1,1 0 26,8 0 0,0 0 40,-15 1 0,-1 0-57,6 0 1,-1 1-152,13 5 597,-19-1-618,2 3 42,-26-3 923,-5-1-1584,-12-1 4209,-24 2-3028,-3-1-20,-22 2-1833,3-2 1730,23-3 0,-1 0 30,-3 0 1,0 0-25,-4 0 0,0 0 389,-2 0 0,-2 0-1244,-1 0 0,-2 0 612,-2 0 1,-1 0 13,-1 0 0,-2 0-868,-1 0 1,0 0 903,-1 1 0,-1 0 14,0 0 1,0 0 562,-1 0 0,0 0-553,0 0 0,0 0-301,0 0 0,0 0 305,0 0 0,1 0-2,0 0 0,0 1-1,1-1 0,0 0-31,2 0 1,-1 0 27,2 1 1,-1-1 2,2 0 0,0 1 7,0 0 1,1 0-5,1-1 0,1 1 2,0 0 1,1-1-1,3 1 1,-1 0 14,-13 1 1,0 0 804,4 0 1,1 0-807,2 0 1,2-1-1,10 0 1,5 0 31,-2-1 788,9 0-725,4-1 1207,12-2-1504,2 1 294,21-2-8,1-2 120,15-2-59,2-2 190,7-1-237,10-1 1,7-1-57,-24 5 1,2 0-20,2 0 0,1-1-12,3 1 0,2 0-57,0-1 1,3 1-1,-2 0-1120,9-2 1,0 1 1091,-7 1 1,2-1 0,1 1 13,1-1 1,0-1-1,-1 2-933,9-2 0,0 0 948,-7 1 0,2 0 0,-3 0-614,6-1 1,-2 1 615,2-1 0,-1 1 8,1-1 0,0 1 4,-1-1 0,1 0-231,-2 1 0,1 0 210,-1 0 1,0 0-28,-2 0 0,0 1-50,-2 0 1,3 0-552,-7 1 1,2 0 0,-3 1-383,3-2 1,-1 1 1186,11 0 0,-7 0 0,-16 1 1,-15 2-1</inkml:trace>
  <inkml:trace contextRef="#ctx0" brushRef="#br2" timeOffset="425541">28847 6490 13890,'-5'0'572,"0"-1"-79,5 1-396,48-5-217,-23 3 225,16-2 0,2 1-14,-4 0-25,15-1-3309,-15 1 3308,1 1 74,0 0-105,-2 0-32,-2 0-21,-3 1 11,4 0-34,-14 1 46,-1 0-38,-15 0 280,-5 0-222,-25 2-44,2 2 49,-24 2 1,-12 4-130,23-4 1,-1 1 190,-10 1 1,-1 0 90,3-1 0,1 0 19,4-1 1,4 0-6,-14 1 3246,8 1-3375,27-6-2,-1 1 28,13-3 173,1 0-719,5 1 611,10-5-3291,4 0 3167,11-3-1859,-1-1 1807,7-2-507,4 0 629,4 0 80,-11 3 1,3 0-304,0 1 0,1 0 107,12-2 1,-2 1 0,4 0-1,-9 2 1</inkml:trace>
  <inkml:trace contextRef="#ctx0" brushRef="#br2" timeOffset="498602">23536 2057 22172,'52'-5'785,"-3"0"-531,-17 3-189,6-2 38,3-1-59,5 0 68,2 0-62,3-2 214,1 2-201,1-1-27,-2 1-2,-1 1-26,-4 0-43,-5 2-93,4 0-67,-18 2 47,1 0 93,-20 0 331,-5 0-265,-12 0 14,-6 2 66,-14 0 10,-7 2 62,-8 0 35,-8 2 62,-6 1-106,27-3 0,-1 0 15,-1 1 1,-1 0-42,-2 0 0,1 0-19,-1 1 1,-1 0 13,1 0 1,-1 0 7,1 1 1,0-1-4,0 1 1,1-1 1,1 1 0,0-1-23,2 0 0,0 0 107,-25 6-73,23-4 0,1-1 42,-10 2-33,-4 2-111,29-7-12,6-1 210,7-1 37,9-2-766,5 0 385,10-3 127,8-1 30,9-3 94,9-3-29,-4 2 0,1-1-149,-7 2 0,0 0 21,13-3 1,1 1 381,-12 2 1,-1 1-234,0 0 0,1-1-59,16-2 1,1 0-33,-14 2 0,1 1-54,10-3 1,1 1 10,-3 0 1,-3 1-32,-12 2 1,-1 0-6,9-1 0,-2 0 6,6-1 13,-8 1-72,-8 2-70,-7 1-243,-5 2-481,-7 0-810,-4 1-1724,-4 1 2883,-3 3 1,-1-3 0,-1 2 0</inkml:trace>
  <inkml:trace contextRef="#ctx0" brushRef="#br2" timeOffset="504533">25636 1991 23300,'59'-19'903,"1"0"1,-5 2-1,-5 3-188,-1 4-739,3 2-95,1 1 1,0 2-39,0 1-3,-1 1 296,-3 2-669,-3 0 25,-6 1 149,-5 0 40,-6 1-102,-6 1-14,-6 2-72,-6 0-171,-6 0-579,-4 1-695,-8 0 1925,-5 1 569,-8-1 125,-7 0-73,-5 0 221,-28 1 90,9-1-101,16-2 0,-2 0 1515,-18 0-2001,-3 1-563,-2 1 150,17-2 0,-2-1 115,1 1 0,0 0-42,0-1 1,1 0 54,7-1 1,2 0 57,-5 0 67,5-1 53,6 0 62,7 0 38,6 0-89,4-1-347,6-1-363,3 0-1154,4-1 1025,15-4 1191,21-3-43,7-1-54,16-1-74,-6 1-116,-23 6 1,1-1 134,2 1 0,1-1 511,2 1 1,0 0-495,2 0 1,0 0-596,0 1 1,0 0-16,1 0 0,-1 0 18,-2 1 1,0 0 19,-2 0 1,0 0 35,-3 1 1,-1-1-39,27-2 29,-9 1 43,-10 1 83,-9 1 71,-11 1 29,-9 0 1,-8 1-169,-11 0-20,-26 3 102,-4 1 65,-22 5 57,6 1 96,-5 2-98,28-5 0,0 0 11,0 0 1,0 0 56,0 1 1,0 0 186,-27 6-273,5 0-287,6-1-1184,9-1 1376,3 1 0,18-6 0,3-1 0</inkml:trace>
  <inkml:trace contextRef="#ctx0" brushRef="#br2" timeOffset="514126">29112 14461 10584,'-5'0'1182,"2"0"3310,3 0-3960,13-28-95,-3 16-68,12-23 292,9 18-196,18-5-1296,7-1 887,-22 10 0,1 0-548,-4 2 1,0 1 527,4-2 0,1 0-762,4 0 0,1 0 743,3-1 0,3 0-6,2 0 0,2-1-5,2 1 0,4 0 3,0 1 0,3-1 1,-1 2-457,-13 2 0,-2 1 0,5-1 445,7 0 1,6 0-1,0 0 1,-5 2-464,-10 1 0,-4 2 0,2-1 468,11-1 1,3 1 0,-5 0 2,1 2 0,-4 1 2,-1 0 0,-2 0 0,-3 1 1,-1 1-7,-4-1 1,-2 1 0,-3 1 0,-2 1-9,25 1 505,-12 3-516,-11 1-5,-8 1 1126,-11 0-1099,-7 2 12,-7 0 2818,-21 7-2818,-2-4-6,-20 7 224,0-5-246,-10 2-6,-9 0-8,9-4 0,-4 0-585,11-3 1,-1 0 614,3-2 1,-1 1 0,1 0-6,-7 1 0,-2-1-2,1 0 0,-5 1 0,2-1-10,11-1 1,1-1 0,-3 1-596,-9 1 0,-6 1 0,0 1 0,6-2 610,6-1 1,5 0 0,-3 0-1,-11 2 1,-2 1 0,0-1-541,4 1 1,1-1 0,2 0 539,-7 2 0,1-1-288,9-1 1,-2 0 0,4 0 287,1-1 0,2 0-10,-14 3 0,0 0 1,16-3 1,2-1 5,-10 2 0,1 0 16,11-2 1,2-1 22,-11 2 12,-4-2-6,30-5 1160,9-3-1222,6-2 1778,9-4-1773,19-12 52,5 1 2415,20-9-2402,-12 9 0,1 0 488,-6 3 1,1 1-501,8-3 0,3-2 1,-2 2-596,1 1 0,-1 1 579,15-6 1,1 1-613,-14 6 1,0 1 605,2-1 1,1 1-3,1 0 0,1 0 2,2 0 1,0 0-630,2 1 0,0-1 621,2 0 0,0 0-6,1 1 1,1-1-17,0 0 0,0 1 8,0-1 0,0 1 0,0 0 1,-1 0 2,-1 1 0,0-1 8,-2 1 1,0 0-4,-3 1 1,-1 1-4,-2-1 1,0 1-622,11-2 1,0 0 623,-17 3 1,-1 1 0,8-2 0,-3 1 396,3 0-390,-10 3-18,-11 1 0,-10 2 837,-8 1-831,-6 0 1448,-10 3-1436,-24 4-35,-2 2 23,-25 5-6,15-3 1,-2 1 145,9-3 0,-2 1-140,-15 3 0,0 0 5,12-2 1,1-1-376,-2 1 1,-2 0 383,2 1 1,-4 0 0,3 0-12,-9 2 0,-1 1-1,8-2 0,-3 0 0,3 0-5,-5 2 0,1-1-677,-2 1 1,0 0 682,-1-1 0,0 1-3,0 0 0,-2 0 3,2 0 0,-1 0-570,-1-1 0,0 1 564,0-1 1,0-1-7,0 1 1,0-1-1,0 0 1,0-1 8,1 0 0,1 0 5,0-1 1,2 0 298,3-2 0,1 0-290,2-1 0,2 0-9,5-1 1,0 0 5,-6 0 1,3-1 10,-12 2-16,-1-1 743,36-4-737,10-1 1403,10-1-1404,23-3 1,3 0-24,20-5 1360,-3-2-1342,6-2-1,6-3 6,-26 6 1,1 0-4,3-1 1,1-1 119,3 0 1,0-1-113,3 0 1,1-1-1301,3 1 0,0 0 1301,2-1 0,1 0-1,2 0 1,0 1-383,1 0 0,1 0 374,1 0 1,2 0 0,-3 1 0,4 0 1,-3-1-173,-10 4 1,-3 0 0,3-1 165,11-2 1,3 0 0,-3 0 1,4 0 1,-3 0-6,0 0 0,-1 0 0,-2 1 0,-1-1 8,-2 1 1,-1 0 8,-3 0 0,0 1-3,-4 0 0,0 0 0,-3 2 0,-1-1-12,-3 1 1,-2 1-14,27-5-56,-11 4-146,-8 2-755,-8 3-3429,-15 1 4397,-9 4 0,-10-2 0,-2 1 0</inkml:trace>
  <inkml:trace contextRef="#ctx0" brushRef="#br2" timeOffset="515901">27456 2146 27286,'-44'0'926,"-1"0"1,4 1-1,10-4-526,24-2-2214,6-3-306,11-3 3112,9-3 334,18-2-428,6 0 1,6 1-514,-6 2 0,2 0-177,-3 1 1,4 0 0,-1 0 135,13-2 0,0 1-332,-17 4 0,0 0 1,1 0-13,0 0 0,0 0 0,3 0 0,1 1 0,2-1 0,2 0 0,-4 0 0,3 1 0,-3-1 0,3 1 0,12-2 0,3-1 0,-5 2 0,3-1 0,-4 2 0,-1 0 0,-1 1 0,-2-1 0,0 1 0,-5 1 0,0 0 0,-5 1 0,-1 0 0,-4 0 0,-2 2 0,24-3 0,-17 2 0,-14 2 0,-16 1 0,-15 0 0,-15 3 0,-41 6 0,-2 2 0,14-3 0,-2 1 0,6-1 0,-1 0 0,-4 0 0,-1 0 0,-4 1 0,-1 0 0,-2 0 0,-4 1 0,1-1 0,-5 1 0,3 0 0,11-2 0,2 1 0,-3-1 0,2 0 0,-2 0 0,0 1 0,3-2 0,-1 2 0,3-2 0,-1 1 0,0-1 0,0 1 0,0-1 0,1 1 0,0-1 0,0 1 0,0-1 0,2 0 0,-1 1 0,-19 3 0,1 0 0,2-1 0,1 0 0,4 1 0,1-1 0,3-1 0,2 1 0,5-2 0,1 1 0,6-2 0,1 0 0,-23 5 0,14-3 0,16-3 0,14-2 0,11-2 0,16-1 0,37-8 0,7-1 0,-12 1 0,2-1 0,-2 0 0,0 1 0,5-3 0,2 1 0,6-1 0,0 0 0,4-1 0,0 0 0,-18 4 0,0 0 0,0 0 0,0 0 0,1 1 0,0-1 0,0 1 0,0 0 0,-1 0 0,0 0 0,1 0 0,-1 1 0,-2-1 0,1 1 0,-1 1 0,19-4 0,-1 2 0,-3 0 0,-2 0 0,-4 1 0,-2 0 0,-4 1 0,-2 0 0,-5 1 0,-3 0 0,24-3 0,-14 1 0,-15 3 0,-14 1 0,-10 1 0,-33 3 0,-33 5 0,24-3 0,-3 0 0,-10 2 0,-2 2 0,7-2 0,-1 1 0,-4 0 0,-1 1 0,-4 0 0,-1 0 0,-2 1 0,-3 0 0,3 0 0,-3 0 0,2 0 0,12-2 0,2 0 0,-2 0 0,-11 2 0,-2 0 0,3 0 0,-1 0 0,4 0 0,2-1 0,1 1 0,5-1 0,2 0 0,4-1 0,2 1 0,-25 5 0,13-2 0,14-2 0,11-2 0,12-2 0,6-2 0,12-2 0,5 1 0,35-5 0,-1-3 0,-9 1 0,2 0 0,-3-2 0,1 0 0,4-2 0,2 0 0,3 0 0,2-1 0,3-1 0,1 1 0,2-1 0,1 0 0,2-1 0,0 1 0,0 0 0,1 0 0,0 0 0,1 0 0,-1 1 0,0 0 0,-1 0 0,-1 0 0,-1 1 0,0 0 0,-3 1 0,-1 0 0,-3 0 0,-1 1 0,-3 0 0,-2 0 0,-5 1 0,-1 0 0,24-3 0,-16 1 0,-13 3 0,-16 1 0,-11 3 0,-17 0 0,-11 2 0,-20 3 0,-13 3 0,22-2 0,-2 1 0,-5 0 0,-1 1 0,-6 1 0,-2 1 0,-3 0 0,-3 1 0,-3 1 0,-2-1 0,19-2 0,0 0 0,0 0 0,-2 1 0,-1-1 0,1 1 0,-1-1 0,0 0 0,0 1 0,0 0 0,0-1 0,0 1 0,2-1 0,0 1 0,1-1 0,1 0 0,0 0 0,2 0 0,-17 3 0,1 1 0,6-2 0,1 1 0,7-2 0,1 0 0,6-1 0,3 1 0,-21 5 0,15-2 0,12-1 0,16-5 0,11 0 0,15-5 0,12-3 0,9-3 0,12-5 0,11-4 0,-25 6 0,1-1 0,5-1 0,1 1 0,4-2 0,2 1 0,2-1 0,1 0 0,3 1 0,0-1 0,2 1 0,0 1 0,0 0 0,0 0 0,0 2 0,-1 0 0,-2 1 0,0 0 0,-3 1 0,-1 1 0,-5 1 0,0 0 0,-7 1 0,-1 0 0,21 0 0,-20 2 0,-17 2 0,-19 2 0,-19 4 0,-17 2 0,-18 3 0,20-7 0,-1 1 0,-4 1 0,-2-1 0,-3 1 0,-3 0 0,0-1 0,-3 1 0,1 0 0,-10 1 0,0 1 0,8-2 0,-3 0 0,3-1 0,-4 2 0,2-1 0,1 0 0,1-1 0,2 0 0,1 0 0,4 0 0,2-1 0,4-1 0,2-1 0,-24 4 0,14-3 0,15-3 0,13 0 0,10-3 0,12-3 0,9-3 0,41-17 0,4 2 0,-11 4 0,4 1 0,-4 2 0,4 1 0,7-2 0,5 0 0,-1 1 0,-11 3 0,-1 0 0,2 0 0,0 0 0,2 0 0,1 0 0,-3 1 0,1 0 0,-2 2 0,-1 0 0,0 1 0,-1-1 0,3 1 0,-4 1 0,3 1 0,0-1 0,-3 1 0,0 0 0,-3 1 0,2-1-565,8 0 0,1 0 0,-6 1 494,-7 2 1,-8 0 0,6 0 0,-20 2 0</inkml:trace>
  <inkml:trace contextRef="#ctx0" brushRef="#br0" timeOffset="543999">21008 15531 15797,'0'-9'2190,"1"-24"0,1-3-1557,1 13-2013,0-15 1,0 2 1743,0 24 1218,0 1-1397,-2 8 905,-1 2-978,-2 16 34,-5 12-84,-1 9-12,-6 10-5,4-15 1,-1 2-24,-7 20 554,0-4 1,0 1-597,7-19 1,-1 0-23,-2 11 0,0-1-220,-6 18-103,4 0-1992,1-3 1165,4-4-842,2-7-4564,5-6-2414,2-11 9280,2-8 0,0-11 0,0-4 0</inkml:trace>
  <inkml:trace contextRef="#ctx0" brushRef="#br0" timeOffset="544391">21238 15086 15009,'-38'-18'738,"0"-1"0,0 0 0,-15-6 0,6 7-161,4 14-157,0 11-90,-1 5-2527,-2 10 2454,-3 8-72,13-1 0,0 4-156,7-6 1,1 2 32,-10 13 0,1 1 111,11-7 0,2 1-117,-1 3 0,0 2-25,1 2 0,0 1 5,1 1 1,0 4-9,2-3 0,1 3 0,1-2-12,-2 8 1,2 1-14,3-9 1,0 2 0,3 0-2,5-4 0,3-1 0,2-1-2,2 5 0,2-1-3,3 12 0,4-3-11,5-23 0,3-3-6,2-1 1,3-3 8,3-3 0,3-3 5,3-1 1,2-4 7,4-1 1,3-4 71,2-1 1,3-3-78,3-2 1,2-2 537,2-2 0,3-3-541,-3-3 1,5-3-1,0-3-170,1-3 1,1-3-1,0-1 180,0 0 0,0-1 0,-2-2-262,-4-2 0,-2-2 1,-4 0 271,0-5 0,-5-1-302,-2-1 1,-2-1 309,-4 0 1,-2-1 7,-4 0 1,-3-1-6,-4-1 1,-3 0 19,-2 1 0,-3-2 39,-4-18 0,-4-1-45,-3 12 0,-3 1 0,-1-14 1,-7-2-297,-12 1 1,-6 3 292,5 13 1,-3 2-4,-11-12 1,-4 5 227,6 19 0,-1 4-236,-2 1 1,-3 4-4,0 2 1,-3 3-10,1 5 0,-4 2 0,2 0-16,-6 1 0,-4 1-52,4 5 1,-8 3-1,0 0 1,7 1-117,-4 1 0,1 2-132,0 1 1,-4 1 0,8 1-776,14 1 0,5 0-8517,-23 9 9595,14-1 0,21-10 0,10-3 0</inkml:trace>
  <inkml:trace contextRef="#ctx0" brushRef="#br0" timeOffset="546401">22967 15579 6619,'7'-8'4314,"-2"1"-1294,-5 7-1614,0 0-314,68-55-1636,-40 33 737,10-9 0,-1 2 149,-20 18 503,-7 4-542,0 1 347,-1 1-409,-1 0-23,-1 0-39,0 1 1522,-1 1-1522,-2 1 29,0 0 21,-3 1 365,-1 1-459,-3 2-17,-2 0-6,-4 4 0,-3 0-6,-3 1-33,-4 1 33,-3 1-5,-2 1 0,-4-1-470,0 1 487,-2-1 5,-1-1 6,2-2-220,0 0 219,2-2 7,2-1-6,2-2 22,1 0-39,3-1 0,1 0 89,-2 0 381,7 0-487,-2-2 220,9 1-248,1-1 6,2 1-22,1 0 105,1 0-144,1 7-12,0-1 0,0 8-12,1-1 18,1 3 5,-1 3 6,0 2 0,-1 3 5,-1 1 6,-3 2 0,-1 1 11,-3 1-5,-2 1 45,-9 14-45,3-11-1,-7 11 34,-1-6-27,5-10-3399,-2 4 3393,8-15 5,3-3-11,2-3 34,3-5 33,2-2 39,3-1 6,-1-2 3515,1-4-3475,2-7-113,1-2 56,7-12-67,-2 7-11,5-6-6,-4 6 0,2 1 0,0 0-16,2 0-12,2 3 0,1 0-22,1 2 33,2 1-22,1 2 6,3 2-6,2 2 6,2 2-1,3 2-5,0 1 11,1 3-16,-1 2 5,-1 5 0,-4 2-6,-5 2 1,-4 4-1,-5 1 0,-5 3-10,-4 1-18,-8 3-44,-5 3-324,-8 1 234,-7 1-39,-5 1-45,-4 0-3359,-3-2 3219,-1-1-124,-1-3-1513,-12 1 393,16-9-1977,-6-3 3613,19-11 0,12-3 0,2-1 0</inkml:trace>
  <inkml:trace contextRef="#ctx0" brushRef="#br0" timeOffset="546814">23078 15122 19209,'-47'-30'470,"0"0"1,3 2-1,4 12-223,0 30-21,5 4 1,-2 1-1654,7-1 1,0 0 1526,-12 9 1,-1 2-17,10-3 0,2 0-11,-2 3 0,-1 1-20,1 3 0,-1 2-17,1 1 1,0 2-4,0 2 1,1 2-6,2-1 0,1 2-11,0 0 0,2 1 5,2 0 1,1 0-9,2 0 0,2 0 0,1 1 0,2-1 2,3 1 1,1-1-12,3 0 1,1 0-12,3-1 1,2-1-18,3-1 1,2-1 14,4-2 0,3-1 196,2-2 1,4-3-195,3-1 1,5-3 5,2-2 0,5-4-14,23 3 0,5-4-201,-11-7 0,3-3 211,11-3 0,6-1 0,-3-4-2,-2-3 1,-1-4 1,-6 1 0,2-2 1,-3-1 14,5-5 0,-3-2 0,0-2 1,0-2 7,-3-2 1,0-1 2,-3-3 1,-1-2-635,-4-1 1,-1-1 647,-3-2 0,-2-2 6,-3 0 0,-3-1-283,-2-1 1,-3-1 279,-2-1 0,-2-1-5,-2-1 0,-1-1 4,-2-1 0,-3-1-24,0 0 0,-2-2 180,-2 0 0,-2 0-178,-1 0 1,-3 0 319,0 0 0,-3 0-300,-2 1 1,-2 1-1,-3 2 0,-1 1-2,-3 1 0,-2 3 726,-2 2 1,-3 2-722,-20-24-11,-7 11 11,-6 7-16,-7 7-7,27 17 1,-2 2-9,-3 1 1,-1 1-15,0 3 1,-2 0-15,-1 2 1,0 1-32,-1 0 1,0 2-373,0 1 0,0 1 179,0 1 1,0 1-287,1 2 1,0 1-773,1 0 0,1 2 1302,-5 2 0,4-1 0,-4 2 0,4 1 0</inkml:trace>
  <inkml:trace contextRef="#ctx0" brushRef="#br0" timeOffset="548141">25420 15600 18321,'1'-43'736,"-1"-1"0,1 4 0,0 9-305,-1 20 108,1 3-338,0 4-66,0 1 78,-1 3 146,1 9-107,-1 2-90,0 11-39,-2 4-33,-1 5-219,-4 6 179,-4 1-11,-2 3 12,-9 16-26,10-27 0,0-1-970,-12 28 957,3-10-1,11-21-6,3-3 12,3-5-11,2-4 22,8-4 22,10-7-33,6-5 0,9-8-344,1-6 338,4-4 5,-5 3 1,2-3 3,2-3 0,2-1 10,9-8 1,-1 0-1141,-9 6 1,-3 0 1134,-4 3 1,-2 0 102,13-14-424,-12 9 442,-5 5-12,-14 13-44,-11 14 391,-5 6-425,-6 6-12,-5 8 29,-15 17-37,15-15 1,-2 0-26,1 1 0,0 0 0,0 0 1,0 1-10,1 1 1,1 0 293,-9 16-291,10-15 1,2-1-17,-2 10-106,5 12-35,5-13-2238,6 7 1987,6-18-1047,13 4 374,-1-11-363,9 2-707,-5-15-2222,2-4 4368,4-6 0,-13 2 0,0-2 0</inkml:trace>
  <inkml:trace contextRef="#ctx0" brushRef="#br0" timeOffset="548526">26047 15183 9914,'-41'-28'884,"-1"-1"0,1 1 0,-1 3 0,0 1 0,2 6-888,-1 6 0,1 5 194,-2 2 0,1 4 124,-21 8-177,30-2 0,-1 3 186,-14 9 0,-3 6-209,14-3 0,1 3 0,-2 2-30,-9 11 0,-2 5 0,3 0-462,7-4 1,2 0 0,2 3 395,-1 3 1,2 1 0,3 0-302,-3 8 1,3 0 290,2 1 0,0 0-8,4-1 0,2 1 3,3-4 0,3 3 7,6-10 1,3 2-1,3-2-7,2 4 0,4-1 2,1 9 1,11-1-3,14-19 1,11-2 0,-2-4-13,2-1 1,2-2-150,4-1 0,5 1 1,-3-5 154,3-9 0,-2-4-14,4 1 1,0-3 150,3-2 1,0-1-180,1-1 1,1-2-12,-2-2 0,4-3 153,-7-3 0,4-2 0,-3-2-108,7-3 0,-1-2-89,-10 2 0,2-2 0,-3-2 111,-5-3 0,-3-3 1,-3 1 7,5-5 1,-2-2 25,9-9 0,-6-3 16,-18 12 1,-5 0 10,-2-1 1,-2-1 0,-3 0 0,-2-2 53,-2-16 0,-3 0 206,-1 12 0,-4-1-263,-2-1 0,-3-5 0,-3 4 9,-7-6 1,-4 3-43,-1 1 1,-2 2-12,-4 7 0,-3 5 15,-17-2-43,7 14 0,-2 3-28,9 5 0,0 2-19,-12-3 0,-1 3-141,-18 3-274,19 3 0,-1 2-104,11 1 1,2 1-715,-9 0 1,2 2 1282,-11 5 0,32-5 0,6 0 0</inkml:trace>
  <inkml:trace contextRef="#ctx0" brushRef="#br0" timeOffset="549294">27018 15554 11726,'0'-6'6660,"0"1"-4968,0 5-1132,23-62-1713,-12 38 1304,3-13 1,1 2 547,-2 19-593,1 0-16,2 0-34,3 3 67,16-3-78,-4 6-367,11-1 350,-8 8-5,1 1-7,1 4-357,14 8 341,-13 2 6,9 7-12,-11 9-11,-13-6 6,0 11-1,-17-9 729,-7 3-722,-6 1 5,-7 2-1120,-5 0 1120,-3-1 17,-2-1-11,-1-2-2244,-8 3 2288,9-10 1,-5 2-16,12-12 82,4-2 29,1-4 39,4-1 809,1-3-764,3-2 0,1-2-12,2-3 3197,1 0-3247,0-3 500,2 1-533,2-1 66,4-5-133,1 5-7,3-4-16,0 5-6,1 1 0,3 1-16,2 2-1,3 2 1,2 2-7,3 0-4,3 4-595,3 3 589,3 2-6,3 3 5,1 1 1,2 2-6,-3 1-6,0 3 12,-4 1-928,-4 3 928,-6 3-309,-7 1 292,-7 1 0,-4 0-6,-11-1-22,-5 0-28,-11-2-40,-6-1-55,-6 0-79,-5-4-112,-5 0-156,-2-5-214,-3-2-263,1-5-1028,15-5 1,1-1-3473,-15-5 5486,-14-6 0,40 4 0,1-1 0</inkml:trace>
  <inkml:trace contextRef="#ctx0" brushRef="#br0" timeOffset="549711">27611 15012 13765,'-2'-6'3983,"1"1"-1479,1 5-1984,-69-40-521,38 30 205,-12-12 1,-3 4-2126,-8 31 2207,10 2-166,15-3 1,-1 3-900,-2 8 0,1 3 840,7-5 1,1 2-14,-10 9 0,3 2-227,8-5 0,2 0 210,-1 2 0,0 2-217,1 2 1,1 1 204,0 2 1,1 1 165,0 2 0,1 0-171,1 2 0,0-1-6,1 1 1,1 1-9,2-1 0,1 0-9,1 0 1,2-1-4,2-1 1,1 1 0,2-2 0,3 0 0,3-2 0,2-1 2,3-1 1,3-2-9,5-2 0,2-2 17,4-1 0,5-3-23,20 6 1,6-3 14,-9-8 0,3-2 164,-5-4 0,3 0 0,-1-4-162,10-1 1,-1-3 5,3-2 0,1-2 0,0-2 0,1-2-26,-1-3 1,0-2 14,-1-3 0,-1-1 8,-4-3 0,2-3 14,-10-2 0,2-2 1,-4 0 2,5-4 0,-2-1 11,10-9 0,-4-3 0,-22 9 1,-3-1 4,-3-1 1,-2-2 0,-3 0 0,-2-2-44,-2-2 0,-3 0 30,-1-2 0,-3 0-57,-1-1 1,-2-2 53,-1 0 0,-1 0 3,-4-1 0,-1 1-3,-1-1 0,-2 2-9,-4 0 1,-1 1 11,-4 3 0,-1 0 8,-2 3 0,-3 2 0,-3 2 0,-3 3 3,0 1 0,-3 2 0,-2 2 0,-3 2 14,-18-3 0,-3 3-55,14 5 1,-2 2 26,-13-1 0,0 2-9,17 6 1,2 3 2,1-1 1,1 3-4,1 1 1,2 1-12,-28 5-55,9 7-130,10 3 1411,10 6-2531,9 3-2767,8 4 4133,7 7 0,5-17 0,2 1 1</inkml:trace>
  <inkml:trace contextRef="#ctx0" brushRef="#br0" timeOffset="550360">29219 15481 20274,'5'-3'1445,"-2"0"1277,-3 3-2700,9-8 1,-6 8-1,6-7 6,-9 12 6,1 0 11,-1-1 5,0 0-16,0 0 33,-1 0 0,-1-1 0,-3 1-11,-3-1-17,-1-1 1,-2-1-1,-1-2 39,-6-6-39,4-1-11,-3-6 40,7 1-321,2-3 298,2-2 73,0-11-45,3 6 0,1-6 22,6 3-50,0 9-12,5-5 12,6 9-45,-1 4 303,5 0-303,-3 7 22,1 1-22,11 8 28,5 9-28,1 3 6,-3 8-12,-12-4-27,-3 2 44,-5 4-11,-4 1-3381,-5 4 3370,-9 4-11,-7 2-382,-10 5 362,-2-10 0,-3 0 16,5-9 1,-1 2-323,-19 15 1,-2-1 355,19-18 1,0-3-433,-7 5 1,1-3 451,-6 0-6,5-7 2507,5-6-2411,0-7-51,11-7-50,3-4 484,12-5-484,1-2 842,12-9-842,-1 5 17,12-5 10,11 3-44,-3 7 1527,13-3-1521,-9 8 11,4 2-28,22 2-6,-12 3-251,-14 1 1,-1 0 223,15 3-40,1 1-101,1 2-190,-1 0-153,1 1-295,-3-1-1759,16 1 286,-18-3-7535,18-2 8140,-35-3 0,-3-1 1,-18 2-1</inkml:trace>
  <inkml:trace contextRef="#ctx0" brushRef="#br0" timeOffset="550748">29896 15051 18214,'-32'-46'929,"0"0"1,2 5 0,0 8-1858,-11 18 1404,-6 7-84,-9 5-2805,-7 6 2550,28 1 1,-1 1-18,-2 2 0,0 3 245,-3 1 0,0 1-284,0 3 1,-2 2-28,3 2 0,-2 2 0,2 1-456,-5 4 1,-1 4 427,-2 4 0,-3 6 0,6-3-592,6 1 0,3 1 571,5-6 1,-1 3 0,4-1 2,1 4 0,3-1 722,1 1 1,2-1-728,2 0 0,3 0-3,3-1 0,3-1 0,2-1 0,3 1-95,3-2 0,2-1 81,5 0 0,4-1 0,1 0 0,5-1-9,17 12 1,9-2 9,-6-13 0,4-3 0,1 0-291,0 0 0,1 0 0,1-2 304,6-3 0,1-3 0,-1-3-20,8 0 0,0-4 423,0-1 1,3-3-427,-7-2 1,3-2 0,-2-1 10,5-1 1,2-4-437,1-2 1,4-4 0,-7 0 444,-8-3 1,-3-3 10,13-4 1,-2-5-396,-9-4 1,-5-2 422,-12 6 1,-1-1-7,7-9 1,-5-2 386,-13 9 1,-4-2-401,1-14 0,-3-4 8,-3-5 0,-3-1-5,-1 1 0,-2 0-120,-5 1 0,-4 4 119,-2 16 1,-3 2 25,-14-27 594,-3 23 0,-5 1-631,-7 2 1,-5 3 15,5 6 0,-3 0 0,1 3 585,-12-2 1,1 4-599,0 3 1,2 4-9,15 5 0,2 1-9,-29 0-17,8 3 104,5 6-249,8 3 1619,4 7-2269,6 4-822,2 5-8191,-4 15 8802,13-12 0,0-1 0,15-18 1</inkml:trace>
  <inkml:trace contextRef="#ctx0" brushRef="#br0" timeOffset="551357">31028 15357 20587,'3'-38'554,"1"-1"1,-2-21 757,-19 58-1133,-3 5-45,-4 4-10,-3 7 396,-2 5-430,-2 5-259,-2 4 228,10-3 0,-1 0-929,-14 18 889,15-13 1,0 1 8,-7 15-126,3 1 121,4-1-1798,4-1 1792,7-2-22,5-2 228,8-3-229,8-2-33,24 11 17,1-12 29,-8-14 0,2-2-24,21 4 22,5-4 1,2-5 11,2-5 0,-4-4 22,-4-5-2087,-5-6 2092,-9-4-625,-5-5 632,-9-3 8,-5-3-15,-6-1 7,-5-1-1,-4 0 6,-4 1 699,-5 1-688,-6 2-11,-4 3 17,-5 2 2244,-3 5-2244,-5 4 22,-4 2 2762,-3 6-2784,-4 3-6,0 5 12,0 4-1140,1 2 1101,2 2-12,5 2-28,4 0 5,6 0-10,5 1-2799,6-2 2770,6 1-16,3-2-74,7 0-665,14 6-18,3-6-375,14 2-507,-2-9-1111,5-2-3725,3-2 6525,8-2 0,-24-4 0,0 0 0</inkml:trace>
  <inkml:trace contextRef="#ctx0" brushRef="#br0" timeOffset="551733">31462 14954 19398,'-34'-26'507,"0"-1"0,0 1 0,-13-9 0,4 7-154,-1 16-62,-2 6-33,-6 7-12,-4 6-1999,11 6 1,-2 3 1825,12-2 0,-2 3-15,0 5 1,-5 6 0,-1 2 0,6-2-37,-6 7 1,3 2-16,-3 2 1,-3 5-1,6-3-4,7 2 0,4-2-3,-1 3 0,1 2 8,2 0 0,2 3-3,4-3 1,1 2 0,2-1-17,-2 5 0,4 4-19,7-7 1,2 6 0,2 1-1,4-8-507,4 4 1,5-3 532,1 1 0,3 3 1,4-7-6,7-11 1,7-6-149,3-2 1,5-1-1,0-2 157,9 3 0,3-2-150,-6-4 1,4-1-1,1-3 142,5-2 1,2-3 0,1-2 3,3-2 0,1-2 1,0-1 13,0 1 1,0-1 0,-1-2-15,-4-4 0,0-1 1,-5-3 3,1-3 0,-3-4 5,-1-2 1,-1-2 5,-4-2 1,-1-2 4,-2-2 1,-3-1 0,-3-2 0,-1-1 357,-4-2 1,-2-1-339,-3-2 0,-2-1-5,-4-2 0,-1-2 234,-3-2 0,-2 0-243,-3-3 0,-2-1-19,-1 0 0,-3-1-6,-1-1 0,-2 0 11,-4 0 1,-2 0-12,-2 0 1,-3 1 2,-3 2 0,-5 0-9,-1 3 1,-4 1-32,-4 1 1,-2 3-104,-3 2 1,-3 1-312,-4 2 1,-1 2-1026,-4 0 0,-1 3-3437,2 2 1,0 2 4817,3 2 0,4 2 0,-5 0 1,17 6-1</inkml:trace>
  <inkml:trace contextRef="#ctx0" brushRef="#br2" timeOffset="558990">24372 15352 10662,'3'-2'6878,"0"0"-2655,-3 2-3931,3-2-45,-3 2 212,2-2-291,-12 3-101,3 1-11,-9 0 0,3 1-5,-1 0 21,-2 0 7,-11 1 16,-2 1-33,1 0 5,3-2 11,11-1-5,2-1 162,-1 0-179,7-1-33,0 1-7,6 0 29,0 0-39,0 1 11,0 1 5,0 5 12,0 3-1,1 8 6,0-1 6,0 2 11,-1-2 79,-4 12-57,0-5 0,-5 9-253,0-10 253,-1-1-5,-1 0-6,-1-2 17,0 0 51,-4 6 5,0-2-51,0-1-15,4-7 71,3-6 210,5-6-249,-1 1 225,4-5 173,1-1-420,0-3-34,1-1-5,0-2 56,4-6-79,0 4 1,3-4-7,-1 4-10,1 0 11,1 1-17,0 0 11,5 0 0,-4 2-22,5 1 0,0 3 5,-2 0 23,5 3 5,3 5-16,-4 2-6,7 4 11,-8-2-11,0 2 0,4 6-33,-3 5 27,-3 0-11,-5 0 17,-7-5 6,-1-1-6,-4 0-11,-3 0-79,-14 7 6,0-8-627,-9 6 526,3-11-106,-2 0-157,-1-4-180,1 0-273,3-5-371,3-1-5650,-3-7 6922,9-3 0,2 1 0,10 1 0</inkml:trace>
  <inkml:trace contextRef="#ctx0" brushRef="#br2" timeOffset="559366">24450 15128 21272,'-39'-41'592,"0"0"0,3 4 0,3 10-329,4 24 211,-1 5-171,-18 13-177,20-1 0,0 5-376,-10 10 1,0 4 283,6-3 0,1 3-1460,-1 5 1,2 1 1456,8-7 0,0 2 17,0 1 1,-1 3 0,1-1-19,-3 7 1,0 1-9,4-7 1,-1 2-1,0 0-476,3 1 0,0-1 0,2-1 468,-3 5 0,2 2-7,2 2 1,0 4 0,3-5-2,5-6 0,2-2-6,0 12 0,5-3 0,11 11 11,12-5 0,13-7-8,-12-25 0,2-2-451,3-2 1,4-3 455,21 3 1,3-4-9,-11-5 0,1-2 3,17 1 0,0-3-361,-17-7 1,-1-3 365,0-1 1,0-2 10,-2-4 1,-2-2-9,-1-3 1,-1-1-7,-4-2 1,-1-2 2,-3-1 1,-2-2 7,-2-1 1,-3-1 8,-3-2 1,-2-1 7,-2-2 1,-2-1 732,-4-1 1,-1-2-728,-2-21 1,-4-2-215,-3 13 1,-3 0 188,-1-17 0,-3 1-9,-3 16 1,-2 2-1,-2 0 1,-2 0 3,-2 5 0,-2-1 1,-1 3-393,-4-5 0,-1 2 397,-9-9 0,-1 4-3,8 18 0,0 4 245,0 1 1,0 2-319,0 3 0,-1 1-876,-9-2 0,-1 2 938,7 5 0,1 2 0,-20-8 0,25 12 0</inkml:trace>
  <inkml:trace contextRef="#ctx0" brushRef="#br2" timeOffset="625232">22659 16940 8203,'-5'1'3467,"1"1"-1310,4-2-1250,-63 21-123,38-12-148,-17 6 0,0-1-104,18-7-56,-7 2 448,4-2-430,9-3 38,-2 0-45,12-3-112,4-1 6,4-3-247,10-5-67,1-1-16,10-5 21,12-4-49,-5 4-1,13-4 6,-8 6-1716,2 1 1700,0 1 4,1 1 1,0 2 11,-3 1-17,6 2-2851,-14 2 2818,1 1 10,-16 1 1,-6 1 1170,-2 2-1137,-5 2-11,-4 2-11,-6 2 3381,-5 1-3386,-4 1 5,-6 1-6,-4 1 3,-6 0 0,-2 2 15,-15 3-604,11-3 0,-1-1 603,-8 2-1274,-2 0 1285,2-1 23,18-7 0,2 1-429,-12 2 518,-6-1 158,26-7-208,12-2-11,4-3-45,13-2 943,3-2-898,18-10-34,0 3 0,16-5-16,-4 4-7,-5 4 1,3 0-222,20-6 216,-16 6 1,0-1-7,19-3 12,0 0-11,-1 2 16,-3 0-55,-4 2-45,-5 1 44,-8 3-39,-7 1 62,-9 3-6,-9 2 51,-10 3 5,-11 3 1563,-11 4-1580,-11 3-38,-10 3-862,-9 1 856,-9 1 22,26-8 0,-1 0 8,-1 0 0,-3 1 0,-17 4 1,-1 0-4,13-3 1,1-1-803,-13 3 1,2 0 824,19-6 0,1 1 47,-6 0 1,0 0-440,7-3 1,1 1 514,-25 4-264,24-6 214,24-4 990,6-2-1024,21-5-39,19-7-23,9-2 3,-16 5 1,1 1 19,26-7-26,-25 8 1,2 0-6,3-1 1,0 0-18,3 0 1,0 0-23,2 0 0,0 0-90,-1 1 0,0 0-249,-1 1 1,-1 0-598,-2 1 1,-1 1 977,2 0 0,-4 0 0,3 1 0,-5 1 0</inkml:trace>
  <inkml:trace contextRef="#ctx0" brushRef="#br0" timeOffset="683620">25525 16754 10735,'-44'9'382,"0"0"0,1 0 1,-17 3-1,6-2 570,1 1-1013,8-3 951,8-3-139,8-1 631,6-3-878,7-1 257,6 0-547,5 0 217,2 0-347,10-1 948,2-2-987,11-2-6,2-2-5,7 0 0,5-2-450,9 0 455,6-1-1030,7-1 1019,6 1-23,-30 4 1,2 1-6,0-1 0,0 1 8,1-1 1,1 1 2,-2 0 0,1-1 3,14 0 0,0 1-11,-14 0 0,0 0 2,9 1 1,-2-1 5,6 0-672,-9 2 656,-9 1-1,-8 1 29,-10 0 383,-5 1-355,-10 2 956,-6 2-996,-8 2 772,-8 2-783,-6 2-735,-6 1 724,-5 2 0,-5 0 11,-4 1 6,-2 0-12,-2 2 6,-1-1-34,-1 0-1133,1 0 1151,0-1 16,1 0 28,3 0-6,3-2 12,1-1-1,6-1 29,3-1-1,8-3 7,5-1 32,6-3-10,6 0 0,5-2-34,5 0 586,2 0-625,4-2 1219,3-2-1213,5-3 5,6-3-23,6 0 12,5-2 11,7-1-5,5 0-542,4-1 541,4 2 6,3-1 0,3 2-6,3 0-1757,1 1 1752,0 0 11,-16 5 0,0 0-1157,19-2 1134,-22 4 1,-2-1-6,6 2-5,-8 0-1,-10 2 17,-9 1 12,-8 2 392,-12 3-409,-7 2 1598,-12 2-1610,-11 2 1,-8 1 1195,-7 1-1210,8-4 1,-1 0-501,9-3 1,-1 0 530,-11 3 0,-1-2-3,14-2 1,0 0 61,-12 0 0,0-1 3,12-2 0,1 0 30,-8 1 1,3-2 187,-4-1 45,10-1-84,9-2-22,10-1-101,7-4-84,8-1 238,5-2-255,22-5 716,-1 2-794,18-3-603,-3 5 378,8 1-1655,8 0 790,-27 6 0,1 0 596,8-1 1,-3 0-1,4 1 1,0 0-1</inkml:trace>
  <inkml:trace contextRef="#ctx0" brushRef="#br0" timeOffset="714633">25311 17370 16336,'0'-3'3916,"0"1"-545,0 2-3298,2-24-39,-2 28 22,1 1-62,-6 26 6,-2 15 0,-5-9-17,-2 5-16,-3 3-514,-1 2 387,5-13 1,0 1-132,-5 16-581,7-19 0,0-1 300,1 5-240,3-7-448,4-6-734,1-6-1188,6-7-2401,3-4 5583,5-4 0,-4-2 0,-1 0 0</inkml:trace>
  <inkml:trace contextRef="#ctx0" brushRef="#br0" timeOffset="714838">25690 17325 23808,'24'0'247,"-3"5"-191,-16 12 0,0 3-34,-1 2-16,-2 2 5,-1 2-39,-1 1-5694,-2 2 5610,-1 1 165,-7 12-955,1-11-846,-2 6-928,2-15 2676,1-4 0,4-9 0,0-1 0</inkml:trace>
  <inkml:trace contextRef="#ctx0" brushRef="#br0" timeOffset="715255">25728 17215 18397,'-41'18'110,"0"0"0,3-2 0,7 1-48,13 1 999,1 2-999,-12 12-40,7-5-11,-11 7 17,-7 3-703,7-9 709,-12 8 16,11-12 146,-13 5 353,13-9-375,-7 1 582,18-12-487,3-3 22,3-3-39,3-1 881,4-2-904,1 0-10,3-1-23,1-2-56,3-2 89,0-7-133,3 2-29,2-5-17,3 1 6,3-1 0,3-2 0,1-1 0,4-1-17,1-1 23,2-1-6,2-1 11,3-2 6,0 0-45,2-1 45,1 0-12,1 0-10,1 2 55,18-7-61,-10 11-2848,15-4 2865,-15 13-51,17 3 6,-13 3-17,11 3 16,-18 1-10,18 6-522,-13-1 511,13 4-18,-16-2 12,-2 3-78,0-1-40,-2 3-1047,10 9-1552,-13-3-6788,5 7 9851,-18-10 0,-8-7 1,-4-3-1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5:05:49.773"/>
    </inkml:context>
    <inkml:brush xml:id="br0">
      <inkml:brushProperty name="width" value="0.05292" units="cm"/>
      <inkml:brushProperty name="height" value="0.05292" units="cm"/>
      <inkml:brushProperty name="color" value="#A020F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1852 1883 32767,'-46'-28'-608,"1"-1"1,3 3 0,8 6-478,19 14 1222,-4 0 210,4 2 55,-3 2 104,1 3 248,3 2-245,-4 4-257,5 2-252,1 2 0,2 3 0,1 0 0,2 9 0,3-5 0,2 5 0,7-2 0,7 2-672,11 4-1585,1-8 545,3-2 561,-7-7 644,2 0 193,-1 1 190,0 0 629,0 2 356,-2 0-376,3 9-650,-9-5-544,-2 7-252,-8-7 628,-9 2 885,-5 1 4499,-9 1-3600,-6 0-1451,-6 0 0,-3-2 0,-3 0 0,-2-2 0,-2-1 0,2-3 0,0-2 0,-10-4 0,16-3 0,-4-3 0,21-6 0,8-4 0,4-8 0,10-4 0,5-6-3969,9-3-209,7-2 4291,10-5 1,-16 17 0,0 2-1</inkml:trace>
  <inkml:trace contextRef="#ctx0" brushRef="#br0" timeOffset="255">2225 1765 30118,'0'-4'-1228,"-1"0"2962,1 4-158,-51-18-1701,38 23 817,-39-10-692,53 31 0,1 4-190,2 5 311,2 4-93,0 5-1195,1 4 658,1 2-1441,-2 1 809,1 1 592,-1-1-125,1-2-236,-2-1-295,1-4-367,-2-3-628,1-7-934,-2-6-980,0-7-562,-2-6 4772,0-5 1,-1-5 0,0-3 0</inkml:trace>
  <inkml:trace contextRef="#ctx0" brushRef="#br0" timeOffset="1166">2168 2335 29674,'-16'-43'-670,"1"0"0,1 4 0,2 6-347,4 12 680,3 2 1395,-1 3-967,4 1 501,-1 2-428,2 3-797,1 2 1167,3 2 1417,2 1 158,5 3-1518,4 0-591,5 2 0,4 1 0,4 2 0,4 3 0,5 1 0,1 0 0,3 1-22,2-2-480,0 0-2165,13-1 2562,-16-2 176,7-1-27,-22-2 347,-6 0 2154,-5-2-2300,-6-1-245,-3-3 0,-3-2 0,-2-1 0,-1-1 0,-4-1 0,0 0 0,-3 1-607,0 0-1384,0 2 744,0 1 729,-1 1 718,0 0 228,1 2 447,1 1 358,1 1-209,1 1-421,2 1-603,1 2 0,0 2 0,2 2 0,1 3 0,1 7 0,3-4 0,3 5 0,4-6 0,3-1-386,1-2-466,3-2 712,1-2 428,1-2 420,1-1-326,0-3-382,0-2 0,0-3 0,-2-4 0,-1-2 0,-2-2 0,-3-2 0,-2 0 0,-4-3 0,-4-8 0,-5 6 0,-3-7 0,-5 12 0,-3 2 0,-1 3 0,-3 4-247,-2 2 222,-1 4 297,-2 2-272,-2 4 0,-8 11 0,-2 12 0,1 3 0,7 5 0,12-6 0,3 0 0,3 2 0,4 15 0,4-10 0,5 14 0,5-13 0,16 17-737,-1-15-1527,13 10 1623,-4-21-924,4-4 280,3-4 356,3-5 53,0-4 360,0-6 567,-2-2 393,-1-9 273,-5-2-841,-5-7 1057,-4-3 178,-5-2-108,-5-3-194,-4-1-183,-5-1-139,-1 0-208,-4 0-181,-1 2-306,-1 3-243,-1 3 58,-1 3 829,-1 2-836,-2 4-136,0 3-95,0 3 1301,0 1-675,0 3 673,0 2-103,0 5-181,0 4 28,0 4 129,-1 5 89,2 3-529,-1 5-299,2 2-661,1 4 105,0 24 253,2-9 287,-1-16 0,1 1-133,0 21 25,0 4 273,0-5 0,-1 1-1080,0-24 1,-1 0 1115,1 16 0,0-4 22,-2-16 79,0-11 22,0-10 96,0-4 261,-2-10-469,0-4-292,0-8-6,0-9 17,0-5-40,1-8 685,0-6-765,0-7-274,0-3 793,0-6-1245,2 30 0,0 0 1157,1-1 1,-1 0-3,1 0 0,0 0 15,0-30-18,2 4 6,0 5 12,3 5-157,2 13 1,1 1 170,3-8-9,8-16 216,-6 35 1202,3 2-789,3 4 107,2 3 61,2 2 2628,1 4-2735,15 2-102,-10 7-351,10 4-149,-13 6-525,-1 4-203,-2 4-181,-4 4-106,-2 16 82,-9-7 711,-7 12-224,-11-12 279,-9-1 145,-6-1 177,-7-1-64,-4-2 94,-2-3-1341,-2-3 1042,1-2-167,1-5-513,5-4-291,5-5-1683,5-2 2648,7-7 0,7 4 0,4-4 1</inkml:trace>
  <inkml:trace contextRef="#ctx0" brushRef="#br0" timeOffset="1714">3645 2092 28312,'-24'-7'353,"8"0"-450,33 3 905,2-1-340,3 0-4428,1-1 4118,3 0-546,1 0 463,2 1-534,0 0-515,0-1-1926,0 1 2888,3 0 0,-16 2 1,0 1-1</inkml:trace>
  <inkml:trace contextRef="#ctx0" brushRef="#br0" timeOffset="2216">4231 1830 32767,'-18'-27'-1603,"4"6"-40,12 21 2985,2 1-1269,-1 1 578,0 4-438,-2 1 130,1-1-652,-1-1 1242,3-4-933,-1-1 0,1-3 0,0-1 0,1-4 0,0-1 0,2-1 0,1-4 0,2-1-1616,0-3 1399,1 2 900,1-1 61,1 2-338,1 1-406,2 1 0,0 3 0,1 1 0,1 3 0,2 2 0,1 2 0,3 3 0,2 2 0,2 3 0,2 5 0,1 2 0,13 13 0,-9-3-589,6 11-609,-15-7-71,-6 3-15,-7 2 454,-8 2 514,-10 3 490,-9-1 215,-2-10 0,-4-2 983,-3-1 0,-2-1-616,0 1 0,-1-2-617,2-5 0,0-1-139,-20 5 0,10-5 0,5-4 0,16-5 0,13-5 0,6-1 0,5-1 0,21-5 0,1 0 0,21-1 0,-12 2 0,4 1 0,11 0 0,1 0 0,2 0 0,1 0 0,3 1 0,-1 1-498,-15 1 0,-1 0-2195,0 0 1,0 0 2614,6 1 1,-3 0-1,4 0 1,-4 0-1</inkml:trace>
  <inkml:trace contextRef="#ctx0" brushRef="#br0" timeOffset="2565">1185 3194 13263,'-44'4'1091,"1"0"0,1-1 1,16-4-258,31-5 20,9-7-13,16-3-126,11-5-162,15-2-1298,-23 11 0,2-1 906,6-1 1,2 1-463,4-1 0,3 0 395,6-1 1,2 0-329,-15 5 1,0 0 0,1 0 253,3-1 1,2 1 0,0 0-21,3-1 1,2 1 0,-1-1-333,4 1 1,0 0 0,0-1 343,4 1 1,-1 0 0,2-1-107,-15 4 1,1-1-1,1 1 1,-1-1 106,2 1 1,0-1 0,0 1 0,1 0-68,0-1 1,1 1 0,0 0 0,0 0 63,0 0 0,1 0 0,-1 0 0,1 0-4,0 0 1,0 1 0,1-1 0,-1 1-6,-1-1 1,0 1 0,0 0 0,4-1-1,1 1 1,4 0-1,1-1 1,0 1-1,-4 0-6,0 0 0,-4 0 1,1 1-1,2-1 14,-1 1 0,3-1 1,0 1-1,-1 0 1,-5 0-81,12-1 1,-5 1 0,0 1-30,-2-1 0,0 1 1,0 0-36,-3 0 0,-1 0 0,-1 1-90,-3 0 1,-2 0 0,2 0-1359,11 0 0,1 0 0,-2 0 1560,-12 1 0,-2 0 0,-2 0 0,17 0 0,-7 0 1,-1 0-1</inkml:trace>
  <inkml:trace contextRef="#ctx0" brushRef="#br0" timeOffset="3065">6548 1947 25974,'-3'-9'-152,"1"2"695,2 7 1490,-6-66-2897,5 43 969,-3-15 0,2 3 115,2 24-28,0 2-146,0 4 309,0 2-39,0 2-970,0 7 744,0 3-66,1 20 34,0-2-95,-1 13 101,0-5 222,0 1-394,0 3-319,1-1-735,0 0-978,2-1-3643,1 0 4983,3 2 0,-4-19 1,1-2-1</inkml:trace>
  <inkml:trace contextRef="#ctx0" brushRef="#br0" timeOffset="3415">6896 1472 29010,'-50'-23'-656,"0"1"0,7 0 1,6 11-66,6 29 615,12 2-11,1 3 17,3 2 276,4 3-79,2 1-315,5 0 539,2-1-73,5 0-239,3-2-34,6-4 38,27 10-74,-12-15-143,19 4 242,-20-17 300,0-3 118,-1-3 232,-2-4 154,-2-3 275,-3-4-352,-2-3-186,-3-2 62,-3-3-589,-4-1-169,-2-2-222,-3-1-462,-5-1 51,-3-1-9,-3-1 41,-2 3-798,-2-1 950,1 6 174,-1 2 77,2 4 3,0 5 134,2 1 383,1 6-198,2 0 624,1 5-509,2 3 29,0 5-583,2 5-652,2 3-1302,5 3 2368,7 4 1,-5-12 0,2 0 0</inkml:trace>
  <inkml:trace contextRef="#ctx0" brushRef="#br0" timeOffset="3664">7363 1724 22140,'-7'0'4236,"2"0"-2865,5 0 350,0 0-1573,55-56-1945,-25 41 1849,7-15 1,1 4-199,-1 25 22,-1 2-1058,-1 3-440,-2 1-2440,-3 5-5769,-5 0 9256,-7 0 1,-9-5 0,-4-2 0</inkml:trace>
  <inkml:trace contextRef="#ctx0" brushRef="#br0" timeOffset="3820">7336 2013 32767,'36'-12'0,"-1"-1"0,0 1 0,-1 1 0,17-1-2011,2-1-3313,3 0-3326,-7 1 8315,-7 1 1,-20 6 0,-10 1 0</inkml:trace>
  <inkml:trace contextRef="#ctx0" brushRef="#br0" timeOffset="3998">8247 1586 32767,'0'-5'0,"0"2"0,0 3 0,-33-38 0,24 36 0,-24-24 0,33 50-56,4 20-1156,-1-4-225,2 12 1,1 4 768,-3-23 1,-1 0-1783,3 22 0,0 1 2488,-2-14 0,0-5 0,1 5 0,-1-2 0</inkml:trace>
  <inkml:trace contextRef="#ctx0" brushRef="#br0" timeOffset="7471">9043 2137 20395,'-2'-48'399,"0"0"0,1 7 0,-1 7 2104,-4 15-2874,3 10 1395,0 3-1376,1 3 873,1 13-97,1 1-219,0 13 68,0 1-31,-1 4 147,0 3-37,-1 3-362,-1 2-527,1 3-360,1 2 830,0 7 0,1-23 0,0-2 0</inkml:trace>
  <inkml:trace contextRef="#ctx0" brushRef="#br0" timeOffset="7872">9795 1709 24903,'-17'-41'-250,"-1"0"1,3 4-1,-2 8-429,-3 19 1080,-2 3 1064,0 3-1092,0 3 347,0 0-423,-5 7-127,2 5 611,2 5 299,6 3-711,8 8-70,4 5-235,1 1 373,5-1-502,2-11-237,2 0-250,5 6-139,-1-6 101,4 4-84,-2-8 231,2-1-47,3-1 280,1 0 146,12 5 414,4 0 167,-1 0 52,-4-5 173,-14-6-138,-4-1 90,-4 2-943,-12 2 1298,-16 3 371,-18 1-199,0-5-1221,-4-1 0,14-5 0,1-1 0,2-2 0,-6-1 0,11-2 0,-4-7-981,18 0 579,1-9 1,7 10 0,0-1 0</inkml:trace>
  <inkml:trace contextRef="#ctx0" brushRef="#br0" timeOffset="8472">10272 1652 32767,'-30'35'0,"6"-4"0,22-8 0,-1 0 0,0 1 0,-1-1-516,-2 1 338,1-2-528,-2 0 101,-1-1 266,-5 3 1218,3-7 130,-3-1-553,6-9-456,2-5 0,-1-2 0,2-4 0,0-11 0,2 0 0,1-9 0,2 1-675,1-1-720,3-2-316,5-18 935,-1 10 1690,4-11 234,-2 13-305,-1 3-19,1 1-143,0 4-534,5-3-147,-4 8 0,5 0 0,3 9 0,-4 5 0,6 1 0,-5 4 0,1 3 0,0 3 0,1 3 0,0 4 0,-1 2 0,13 22 0,-13-11-2659,8 27 693,-20-26 739,-2 9 534,-9-11 825,-7 11 563,-1-11 379,-4 5 431,5-15 363,-2-2-597,4-7-1271,0-2 0,4-6 0,2-2 0,0-5 0,2-2 0,2-5 0,-1-2-283,3-3-1464,2-3 84,11-12 1682,-2 7 1035,7-7 710,-4 13-908,2 3-856,9-4 0,-5 9 0,5-1 0,-7 9 0,-1 3 0,-1 2 0,8 4 0,-6 3 0,17 12 0,-16-2 0,9 8 0,-11-2 0,0 2-1321,-1 3-1480,-2 2-173,-3 1-470,-1 2-6387,3 12 9605,-3-5 1,-3-7 0,-4-14 0</inkml:trace>
  <inkml:trace contextRef="#ctx0" brushRef="#br0" timeOffset="10189">11310 1651 32767,'7'-45'0,"0"-1"0,2 4 0,-8 12 0,-8 27 0,-3 2 0,-2 1 0,-4 4 0,-4 3 0,-12 13 0,4-1 0,-8 10 0,0 9 0,11-7 0,-5 9 0,14-13 0,4-1 0,6-3 0,3-2 0,3-2 0,5-4-3229,3-2 1516,6-4 811,2-2 741,2-3 452,2-3 621,2-2 482,0-3 603,1-5-586,-1-4-1411,2-2 0,-4-2 0,1-3 0,-3 0 0,-2-3 0,1-11 0,-5 6 0,-1-7 0,-7 12 0,-1 2 0,-2 2-107,0 4-1019,-1 2-25,-1 6 113,0 2-180,-3 7 2665,0 3-658,-2 7-17,-3 12-229,2-1-23,-2 9 44,3-6-559,2 0-5,2 14-541,0-9-531,5 7-55,1-12 138,3-2-188,4-2-142,1-2 373,4-3 482,2-3 543,2-4 443,3-6 672,1-1 404,2-7 769,15-13-492,-8-1-1875,11-12 0,-12 3 0,1-4 0,-1-2 0,-1-2 0,-2-3 0,-3-2 0,-2-4 0,-3-2 0,-6-3 0,-1-1 0,-5 18 0,0-1 0,3-19 0,-1 1 0,-3-4 0,-1 1-1253,-4 3-3,-2 4 178,-2 5 347,-2 7 77,-3 6 3013,-6 4-3365,-3 11 540,0 4 163,0 13 599,2 7-6,-3 7-2698,-1 7 2686,-2 5 188,-1 4 169,1 5-605,7-9 1,1 2-123,-5 18-740,7-16 1,2-1 201,0 18 64,4 0 54,2 1 9,4-2 2,4-1 278,6-5-18,3-3-45,6-4 77,1-5-1805,4-5 2063,1-5 97,1-3 1957,3-4-1735,-1-5 130,3-2 137,-1-4-1829,1-1 1794,-2-4 34,0-3-68,-2-4 2190,11-13-1387,1-6-240,-1-3-589,-7-1-83,-14 7-174,-4 0 988,0-12-1271,-5 9-267,-1-7-1410,-7 2 103,-1 13 1305,-3-6-857,-1 17 203,-1 2-101,0 2 866,-1 2-1735,2 1-2308,1 1 1042,0 0 0,1 0 0</inkml:trace>
  <inkml:trace contextRef="#ctx0" brushRef="#br0" timeOffset="11516">12143 1680 32767,'23'-41'0,"1"-1"0,-2 4 0,-3 5 0,-6 12 0,1-2 0,-1-4 0,0 0 0,5-19 0,1-6 0,-1 0 0,-3 3 0,-7 18 0,-2 4-490,-3-4-365,-1 11 24,-1-2 217,-2 10-252,0 2-14,-1 2-69,-1 2 118,1 1 133,-1-1 3465,2 3-3309,0-4 223,0 3 38,1-8 266,0 4 86,-1-6 159,0 5-126,1 0 67,-2 1-129,1 1-168,0 1 96,0 1-157,1 2 113,-1 1-376,1 2 287,0 4-15,0-2 108,-1 3 13,1-3-14,0-1 15,0 1 39,-1-1-11,1 0 28,0 1 6,0 0-23,0 3 0,0 1 12,0 1 33,0 0-45,0 0 0,0-1-33,0 3-6,0-2-79,0 5 85,0-4-23,0 3 17,1-5 6,0-1-12,0 1 6,0-2 11,-1 0 17,1 0 6,-1-1-6,0-1 11,0 0 34,1-1-79,1-2-50,-1 2-79,2-3-111,0 2-135,0 0-106,2 2-84,-1-1-746,4 5-503,0 1 1367,-1-1 94,-2 0 102,-3-2 88,-2-2 79,2 0 62,-2 0 146,0 0 863,0-1-640,0-8-145,0 4 6,0-6-1,0 5 12,0 1 0,0 0-12,-1 0 124,0 0-39,1 0-157,-2 0-23,2 2 672,-2 0-632,2 0 0,0-1-6,0-1 0,0 1-16,0 0 72,0 1 16,0-1-55,0 1 0,0-1 11,0 1-6,0-1 124,0-1-107,0-1 0,0-1-5,0 0 0,0 0-1,0-1 18,0-1-7,0 0-4,0 1-1,0-1 118,0-2-118,0 2-17,0 0 1,0 2-7,0 2-16,0 0 51,-1 0-95,1 2-18,-1-1-11,0 7 34,-3 10-6,-1 2-5,-2 10-1,0-4 18,-5 17-18,2-9 1,-3 15 0,3-12-256,2 3 233,0 0-463,2 2 452,3-1-12,2 0-32,5-1-24,3-1-66,7-3-113,4-2-196,4-2-374,2-3-600,3-1-1552,3-4 2969,4 1 0,-15-12 0,-2 0 0</inkml:trace>
  <inkml:trace contextRef="#ctx0" brushRef="#br0" timeOffset="11771">12982 1341 32767,'-3'-2'0,"1"0"-288,2 2-152,72-52-2468,-37 39 2440,11-15 0,2 3-1319,-10 26-2156,1 3-5888,-6 1 9206,-5 1 0,-13-3 0,-8-1 0</inkml:trace>
  <inkml:trace contextRef="#ctx0" brushRef="#br0" timeOffset="11913">13097 1546 29593,'54'-19'-3277,"0"1"0,-4 0 0,-7 4 2949,0 7 1,-20 3-1,-10 2 1</inkml:trace>
  <inkml:trace contextRef="#ctx0" brushRef="#br0" timeOffset="14063">13870 1538 16783,'0'-49'327,"0"-1"0,0 5 0,0 7 671,1 12-943,1 3 228,0 2 32,1 2-895,1 0 893,0 3 760,1-5-796,-1 8 1438,1-2-1434,-3 9 882,0 1-994,-2 3 3286,0 2-3269,0 4-385,0 3 3,1 4-4,-1 5-24,1 4-6,-1 3 7,0 4-3383,0 2 3267,0 5-940,-1 0 1310,0 1-1843,1 1 1835,-1-2 8,1 10-129,1-2 101,0-3 123,0-10-6,1-15-25,0-1 1795,-2-5-1719,2-1 1551,-2-4-1346,0-1 3105,0-2-3291,-1-7 75,-2 0-327,0-9 4,-2 0-47,1-3 62,-1-1-77,2-3 179,-1-14-57,2-24-584,0 10 566,1-11-21,1 28 11,0 3-17,0 4-7,1 5-25,-1 5-12,1 6 88,0 5 1,-1 3 1,1 2 569,0 10-579,1 0-3,0 11 2,0-1 9,0 5-30,0 2-12,-1 4-3368,0 2 3349,0 2-589,0 18 663,0-13-21,1 11 12,0-18 33,1-3-13,-1-3 5,2 1-3,-2-11-17,2-1 36,-4-10 8,1-3-2,0-2 3428,0-10-3263,0-1 985,2-11-999,-2 0-36,2-4-128,-1-4-14,0-2 3,2-24-313,-1 11-97,0-18 250,-1 17-3,2 1 20,0-11 125,-1 19 14,1-2 5,-2 23-4,-1 7 1,-1 5-29,0 6 0,-1 4-15,0 6 0,-1 5 10,-3 19-22,1-4-12,-1 15 15,3-9-491,1 2 504,0 4 20,1 1-12,1 2-1148,1 0 1019,2 0-254,1 0-724,3-1-2508,0 0-6210,0-6 9104,-2-6 1,-3-17-1,-1-7 1</inkml:trace>
  <inkml:trace contextRef="#ctx0" brushRef="#br0" timeOffset="28389">3453 3973 18772,'-7'-42'657,"-1"-1"0,2 4 1,-1 6-182,-2 14 182,0 0-328,0 1-38,1 1-52,2 3-4,-1 1-12,2 3 64,0 2-115,1 3-29,-1 1-93,0 3 103,-2 2-154,-1 4 5,-4 6 7,-2 5-7,-5 5-16,-4 6-1918,-1 4 1935,-4 2 5,1 4 11,0 1-10,2 1-203,4-2 202,4-1 0,6-4-5,4-3 5,4-3-2697,5-4 2686,3-4 11,5-4 11,12-3-10,-4-5 1277,10-4-1221,3-15-57,-6-1 34,7-11-12,-10 2 85,8-20-62,-9 9 11,4-15-5,-11 15-2100,-2 0 2110,-2 3 12,-3 2 1860,-3 4-1815,0 4 151,-3 0-156,0 9-40,-1 0-34,-1 10-44,0 1 3181,1 8-3176,-1 0-6,1 10 29,0-1-28,1 4-6,1 3-2762,2 3 2762,2 1-1252,0 5 1213,2-1-1919,2 4 1621,2 0-352,2 2-675,3 1-775,2 1-2891,3 1-4005,-2-5 9035,-1-5 0,-10-15 0,-3-6 0</inkml:trace>
  <inkml:trace contextRef="#ctx0" brushRef="#br0" timeOffset="28559">4068 4205 21892,'-2'-3'2627,"1"1"-246,1 2-2403,-53-43-34,39 34-26,-15-15 1,5 9-412,23 23-3069,5 10 3562,2 0 0,-2-2 0,1-6 0</inkml:trace>
  <inkml:trace contextRef="#ctx0" brushRef="#br0" timeOffset="29459">5335 4298 19000,'5'-52'976,"-1"0"1,0 5-1,0 4-231,0 0-135,-1 7 355,-1 7-511,-2 6-84,1 5-84,-1 7-62,0 3 16,0 5-195,0 2 29,0 9-58,0 2 1,0 11-3162,0 5 3145,0 6 6,0 6-566,0 5 568,0-7 0,0 2-13,-3 23-15,1-19 1,-1 1-32,-1-9 1,-2-2-62,0 2 0,-1 2-409,-4 16 0,-2 0 67,2-12 0,0-1-140,-3 12 1,-1-3-119,4-16 1,0-3-1254,-11 22-7866,-3-2 8947,9-21 1,0-6 0,13-17 0</inkml:trace>
  <inkml:trace contextRef="#ctx0" brushRef="#br0" timeOffset="29825">5536 3395 23153,'-27'39'26,"0"-1"0,2-2 0,7-4 47,17-2-56,3-1-6,3-3 6,5-3 24,2-4-13,2-4 22,0-4 128,6-4-50,-4-3 18,4-4 162,-1-13-11,2-12-140,-2-5 5,-3-5-16,-9 7-12,-3 0-22,-2-1-5,-2 1-12,-3 0-16,-2 1 10,-4 2-21,1 2 4,-3 4-10,1 4 22,-5 2-62,4 6-10,-4 2-12,4 5-12,1 5 1,-1 3-22,1 5-320,-3 16-269,5-4-661,1 12-8548,6 5 8539,3-14 1,0 1 0,0-22-1</inkml:trace>
  <inkml:trace contextRef="#ctx0" brushRef="#br0" timeOffset="30055">5993 3765 22867,'-41'-10'875,"1"1"1,3 1 0,7 0-652,19 1-84,4-1-33,7-4-102,8 1-16,11-3-4257,7 3 4212,9 0-235,27-2-1455,-12 5 1457,-17 4 1,2 1-2748,28 7-1025,-18 4 4061,13 11 0,-38-10 0,-3 1 0</inkml:trace>
  <inkml:trace contextRef="#ctx0" brushRef="#br0" timeOffset="30207">5957 4122 19916,'-7'3'3175,"2"-1"-2295,5-2 1321,0 0-2240,43-38-1285,-10 19 1173,2-7 0,3 1-595,18 5-934,3 0-1306,-28 10 1,0 0-6846,26-6 9205,-9 1 1,-22 8-1,-11 3 1</inkml:trace>
  <inkml:trace contextRef="#ctx0" brushRef="#br0" timeOffset="33072">6902 3738 24038,'10'-29'140,"-2"6"-118,-6 23 1,-1 0-1,1 0 0,0 1 1,-1 0-1,1 1 6,-2 1 11,1 0 1,-1 0 16,0 0-12,0 1 68,0 0-39,0-2 45,0 1 454,0-2-477,-3-3-45,2 0-16,-3-2-6,3 2 5,-1 0 18,0-1-23,1 1-6,-1-1-16,1 1 16,0 0-5,0-1-6,0 1 40,0-1-51,-1 1 16,2 0-156,-1 2 135,1 4-1,1-1 6,-1 3 0,0-3 6,1-1 27,-1 1-33,1-1 0,-1 0 0,0 0 142,0-1 353,0 1-382,-1-7-30,1 3 12,-1-5 22,1 3-9,0 0 1,0 1-93,0 0-38,0 0 33,0-1 15,0 1-13,0 0 0,0 0-13,0 1 5,0 0-72,0 1 67,0 5 0,0-3 0,0 3-11,0-3 33,0-1-22,0 2-11,0-1 11,0 1 101,0 0 152,1-2-25,-1 3 8,1-2-335,-1 1 380,0-1-17,0 2 6,0-1-98,0 0-371,0 1 53,0 0-2,0-1 474,0-1-681,0-7 67,0 1-23,0-5 233,-1 1 140,1-10 127,-1 2-24,1-7 196,2 5 44,1 2 3,3 1 125,1 2-45,1 4 63,-1 1-84,2 4 180,0 1-133,1 3-223,0 1-175,2 5-320,1 2-175,0 6-255,2 3-119,-2 5-259,2 16 168,-7 10 184,-6 2-3247,-9 4 3610,-10-13 145,-5 4-123,-6 3 317,4-11 1,-3 1 61,6-9 1,0 0-869,-8 8 1,1-2 722,-12 7-42,4-9-77,5-8 19,6-9 2511,0-7-2512,8-12-41,2-5 172,10-8 0,4-1 371,4-2-377,9-10 28,8 0 6,2 2 2250,1 6-2262,-6 11-21,3 2 16,13 3-23,-6 3-197,11 5 158,-10 2-94,1 5-130,1 3-268,0 3-433,0 1-961,0 2-3951,1 1 5899,3 6 0,-16-13 0,-1 1 0</inkml:trace>
  <inkml:trace contextRef="#ctx0" brushRef="#br0" timeOffset="34164">8142 3844 19099,'-7'-41'485,"0"-1"1,1 5-1,0 6 1487,2 17-1787,2 2 601,0 4-741,1 1 293,1 4-388,0 1 1041,0 1-1120,0 7-117,2 1-331,2 7-672,2 2-1367,2 4-3237,1 3-3978,0-1 9337,-1-2 1,-4-10 0,-1-4-1</inkml:trace>
  <inkml:trace contextRef="#ctx0" brushRef="#br0" timeOffset="34332">8210 4189 21063,'-6'3'2572,"0"0"-1889,6-3 829,0 0-1523,-31 67-2047,16-32 1954,-6 10 1,0 2-424,2-2-3070,-2 4 992,-3 3 2605,10-22 0,1-1 0,-2 2 0,1-2 0</inkml:trace>
  <inkml:trace contextRef="#ctx0" brushRef="#br0" timeOffset="34913">8661 3798 21562,'0'-4'958,"1"1"1277,-1 3-2185,27-8 6,-17 9-17,21-5 12,-23 11 89,-3 3-51,-1-3 1,-3 3 11,-4-3-11,-1 0 11,-4-1 11,-1 0-17,-2-2-11,0-2 22,-1 0-16,0-2-6,1-2 5,0-2-21,2-4-7,-1-2-10,2-2-18,1-5-5,1-1-11,3-5 0,1-1 5,1-2-5,3 1-6,4 0-3392,1 2 3387,4 3-553,-1 4 547,1 3 6,1 4-23,0 2-175,1 2 192,1 3-6,8 3 1,-4 5-6,7 4-1,-7 5 24,1 4-12,-1 3 524,-2 4-519,-2 3-21,-4 2 16,-5 2-2065,-3 3 2053,-10 4-216,-4 2 195,-11 7 16,-4 1 6,-6 3-1,-3-2 18,-1-2 1054,2-7-1049,0-8 0,4-7-796,3-9 824,5-7-5,3-5 11,5-4 2280,3-4-2303,3-3 6,3-3-5,3-3 337,2-1-338,8-7 1460,0 4-1476,10-6 5,0 7-11,5 0-5,2 0 5,4 2-17,2 2 1547,16-1-1541,7 4 2,-18 4 1,1 0-1064,20 1 1021,-3 4-44,-17 1-157,-3 3-1171,11 4-4553,-2 3 5976,0 0 0,-22-6 0,-14-4 0</inkml:trace>
  <inkml:trace contextRef="#ctx0" brushRef="#br0" timeOffset="35231">9588 3560 25629,'-7'-6'173,"-1"2"-145,-27 47-730,13-19 0,-2 1 724,-1-1 0,-1 0 12,-8 10 0,1-1-18,-9 7 324,6 3-329,27-28 272,2 2-266,6-9 11,0-1-17,3 0 6,2 0 750,4-3-762,4 2 123,4-2-117,16 1-22,-4-1-28,13-1-17,-8-1-297,19 0-2866,-10-2 2614,15 1-650,-13 0-2168,2-1 3423,6 0 0,-23 0 0,-2 0 0</inkml:trace>
  <inkml:trace contextRef="#ctx0" brushRef="#br0" timeOffset="35707">10191 3502 12124,'-12'2'5562,"3"0"-4016,9-2 4509,0 0-5836,-5-7 133,2 3-195,-3-4-22,4 5-29,1 2 0,1 0-38,0-1-12,0-1-17,3-1 22,2-2 46,11-6-1,7-3-55,3-2-7,2 1 46,3 0-45,-9 5-230,6-1 224,-12 6-16,-1 1-1,-1 2-11,-2 1 12,8 3-18,3 9 6,9 10-11,-7 4 12,0 6-77,-9-4 65,-1 4-508,-2 2 502,-2 4 17,-2 2-250,-4 2 205,-5 22-16,-3-13-443,0-17 0,-1 0 325,-6 13-134,-2-3-324,2-3-86,-2-5-2807,2-4 1855,1-6-8167,-2-1 8837,4-11 1,1-1 0,4-10 0</inkml:trace>
  <inkml:trace contextRef="#ctx0" brushRef="#br0" timeOffset="35912">10312 3812 18218,'-4'0'3282,"0"-1"-162,4 1-3109,59-48-11,-26 32-2355,7-12 0,3 2 2187,0 15-320,2 1-456,1 0-5117,0-1-3203,-5 2 8899,-7 1 1,-17 4 0,-7 2-1</inkml:trace>
  <inkml:trace contextRef="#ctx0" brushRef="#br0" timeOffset="73163">11688 4027 20386,'25'-10'51,"-5"10"-197,-23 30-218,-3 5-561,-4 6-2172,-4 3-6734,0-1 9175,0-5 0,7-18 1,2-8-1</inkml:trace>
  <inkml:trace contextRef="#ctx0" brushRef="#br1" timeOffset="76312">12768 3622 12931,'2'-3'5158,"-1"0"-6281,-1 3 1319,11-39 955,-10 29-1045,7-30-27,-13 39-12,-1-1 899,-3 2-894,-3-1-27,-2 1-17,-4 0 11,-15 3 1,-10 2-18,0 2-11,-3 0 12,16-2 49,-8-2-10,13-1 3331,-7-1-3297,20-1-12,0-1-12,9 0-21,0 0 553,2 1-598,1 6-1,0 1 6,0 7-5,0 0 11,0 4-12,1 1 12,0 3 11,1 1 6,-2 1 5,1 0 6,-1 1 0,0 0-534,-1-1 534,-1 1 5,0-1-5,-2-1-12,1-2 35,-1-1 49,-2 6 107,-1 1-134,1-6 39,2-4 39,2-14 34,2-1 858,0-1-965,0-7-17,0 0-10,0-6 44,1-6-73,1 4-6,3-6-5,1 7-11,2-1-6,1 2-11,2 0 0,2 2-3392,1 2 3398,2 2-901,1 1 895,2 2-230,16 1 230,-6 3 6,13 2-12,-10 4-5,13 8 6,-11-1-7,5 7-16,-17-4 6,-5 2-12,-6 1 2757,-8 14-2795,-8-7-2106,-20 20 2026,0-18-66,-12 6 185,6-11-432,0-3-168,1-1-230,1-5-374,4-2-5933,-4-5 7170,10-3 0,2-3 0,11-2 0</inkml:trace>
  <inkml:trace contextRef="#ctx0" brushRef="#br1" timeOffset="76533">12727 3597 15261,'0'-4'4856,"0"0"-560,0 4-4240,37-43-17,-17 28-20,10-12 1,1 1-25,-3 17-325,9-2 190,-12 6-179,0 2-398,-2 1-1042,0 1-3472,-3 3 5231,2 2 0,-11-1 0,-1 0 0</inkml:trace>
  <inkml:trace contextRef="#ctx0" brushRef="#br1" timeOffset="76971">13546 3759 20677,'-3'-6'2532,"0"2"-1171,3 4-588,-41-71-140,18 39-1487,-3-9 0,1 2 1056,5 20-79,7 9 682,-3 1-721,4 4 310,-1 1-332,5 3-12,1 1-16,2 0 1023,2 0-1023,0 1-17,2 2 5,1 4-16,1-2 5,2 4 34,3-2-23,3 0-5,3 1 0,2 0-1,11 6-4,-3-3-7,8 5 6,4 2-470,-9-4 465,8 6-12,-12-6 12,0 1 0,-1 1-1,-1 1-10,-1 1 5,-1 1 0,-4 0 5,-2 0 23,-4 0-28,-3 9 17,-21 13-6,2-7-11,-18 6-33,5-18-119,-17 8-1502,-3 0 662,-1-1-1343,8-5 2252,14-8 1,13-8 0,2-1 0</inkml:trace>
  <inkml:trace contextRef="#ctx0" brushRef="#br0" timeOffset="83197">14559 3484 17910,'10'-6'6552,"-3"0"-4602,-7 6 1633,0 0-3907,16-28 568,-11 17-276,11-19 88,-15 24-176,-1 3-625,0 0-16,-3-1 271,0 1 100,-4 0-15,-7 0 220,1 2-16,-7 0 284,1 1 113,-1 1 51,-3 2 213,-1 2-68,-1 3-102,1 0-155,0 2-3,2 0-3417,1 1 3376,1-1-41,3 0 514,2 0 366,2-1-24,3-1-21,-1 2-169,5-4 13,0 1-109,4-3-639,1-2 2022,1 0-2003,0 1-286,0-1-670,0 1 90,0-1-14,0 0 96,0 0 288,0 0-71,0 0 623,0 1 0,0 0-5,0 0-12,-1 0 178,0 4-20,-1-3 191,0 2-100,0-2 153,0 1-69,0-1 84,0-1-29,0 0-26,1 0-244,-1 2-126,-2 6 19,0 0-115,-1 5 20,1-2-114,-1 2-9,0 1-78,1 1 157,-2-1 28,1 1 10,1-1 27,1-1-40,-1-1 32,2 4-73,1-6-32,0 2-16,1-7-49,0-2 27,0-1 19,0-3 851,0-1-821,1-4 177,0 0 5,2-4 58,-2 1 6,3-3 44,-2 1-34,2-2 123,0 0-4,0 2-154,0-1 2,1 2 107,1 1 112,6-3 22,4 0 46,2 0-384,2 1 0,5 5 0,-4 1 0,6 2 0,-7 4 0,0 2-193,-1 4-439,-1 1-44,0 4 23,0 2 82,-2 1-31,-2 2-13,-2 1 123,-1 1 116,-4 0 199,-2 0 121,-3 12 174,-3-10 127,-3 9 120,-5-13 232,-4 0 89,-3-1 45,-3-1-58,-2 0-371,-1-2-341,0-2-444,-1-1-176,-2-1-268,0-2-271,1 0-323,0-4-429,4-2-445,2-2-2496,4-1 4884,1-5 0,8 3 0,0-2 0</inkml:trace>
  <inkml:trace contextRef="#ctx0" brushRef="#br0" timeOffset="83457">14673 3421 24435,'33'-44'232,"0"0"0,-6 5 0,-2 8-77,3 20 1145,-3 3-903,-7 3 721,3 1-714,-7 2 53,-2 2-78,2 0 292,-2 2-1192,1 3-1881,-2 2-7390,-1 3 8762,-3-1 1,-3-4 0,-2-1-1</inkml:trace>
  <inkml:trace contextRef="#ctx0" brushRef="#br0" timeOffset="86764">3135 5545 23381,'-9'-50'246,"0"0"1,1 4 0,2 6-229,3 8 277,2 0 14,0 4-39,1 2 676,1 6-603,2 0-418,-1 9 643,2 1-207,-2 8 349,0 4-964,1 5 464,0 8-324,2 6-4,-1 8-28,-1 6-486,-1 5 419,-1 5-1812,-1 2 2395,-3 3-44,-1 2-36,-5 3 16,-1 2-21,-2 1-14,0-1-46,-1-1 1,0-1 5,0-2-29,-1-3-8,0-3-21,0-3-1031,-6 14 1008,4-18 6,-1 8-19,8-26-689,2-4 743,3-8 413,1-3-316,2-5 1477,-1-1-1028,2-5 405,0-3-1254,-1-6 1012,1-5-999,-1-4-54,1-6 25,2-3-179,2-3-265,2-2 756,2-2 83,2 0-1491,3 1 1505,1 1 64,2 3-396,2 2 414,1 4 30,1 3 29,0 4 41,0 5-101,-1 3-362,-1 6 0,-1 2 0,0 4 0,0 4 0,2 2-85,1 5-783,3 3-204,0 3-40,2 3 124,0 2 119,-1 1 99,-2 3 174,-3 0-1592,-5 0 1972,-5 1 540,-5-2-112,-6 0 231,-5 0 192,-8-1 221,-6 1 168,-5 0 101,-6 0 10,-4-1-627,8-8 1,-3-2-380,1-2 1,-1-1 37,0 1 1,1-2-131,-20 0-499,23-6-556,6-4-1904,5-12 2635,7-2 1,5 0 0,4 2 0</inkml:trace>
  <inkml:trace contextRef="#ctx0" brushRef="#br0" timeOffset="86981">3806 5904 30135,'-19'-30'-4869,"0"0"1,-11-16 4727,37 54 0,-4-3 1,1 1-1</inkml:trace>
  <inkml:trace contextRef="#ctx0" brushRef="#br0" timeOffset="97236">5120 5789 20543,'1'-5'2716,"-1"0"29,0 5-2717,7-38 0,-4 36 11,5-23 6,-6 48 67,1 25-78,-4-5-2487,-3 18 2459,-4-10 0,-5 3-18,-3 5-8,6-28 1,-1 0-12,0 1 1,-1 0-38,0 1 1,-1-1-6,0 0 1,0-1-38,0-1 1,0 0-283,-12 26-100,2-4-180,1-5-236,3-5-324,2-7-762,3-6-2223,2-7 3575,1-6 1,6-8 0,1-2 0</inkml:trace>
  <inkml:trace contextRef="#ctx0" brushRef="#br0" timeOffset="97633">5333 5394 23831,'-41'-18'207,"8"8"-162,24 30-1,3 1 12,2 9-22,2-8 0,4 6-12,2-11 34,11 4-22,-3-8 16,8 2-5,-4-8 61,8-3-27,-6-2 16,6-2 6,-11-3 5,-1-3 90,1-8-78,-4 1 5,0-6 23,-6 3-12,-1-2-16,-1-1-17,-3 0-3387,-2 0 3370,-2 1-466,-3 0 455,0 1-6,-2 3-16,2 1-12,-1 3-11,1 2-17,0 2 0,1 2-11,1 1-11,1 2-34,0 1 6,1 3 3138,1 3-3990,-1 23-189,2-7-1009,2 16-3367,7-14 5456,6 3 0,-4-12 0,1-2 0</inkml:trace>
  <inkml:trace contextRef="#ctx0" brushRef="#br0" timeOffset="97866">5888 5642 26194,'2'-37'-62,"0"1"1,8-25-45,20 52-1509,5 1 1346,3 1-157,2 2-235,0 1-386,0 3-3454,10 5 4501,-11 3 0,-7-1 0,-17 0 0</inkml:trace>
  <inkml:trace contextRef="#ctx0" brushRef="#br0" timeOffset="98029">5932 5894 22113,'34'-26'-341,"1"0"1,0 0 0,13-11 0,-2 7-691,5 6-626,4 1-3259,-18 9 1,0 0 3361,12-4 1,-2 2-1,-35 11 1</inkml:trace>
  <inkml:trace contextRef="#ctx0" brushRef="#br0" timeOffset="98510">6709 5480 19664,'-3'-4'3803,"1"1"-1462,2 3-2145,-20-67-45,18 40-98,-8-13 1,5 1 69,21 12-78,-1 7-12,7-3-5,-3 9-11,1 1-11,3 2-6,2 2-4257,2 4 4251,1 1 617,13 4-622,-10 4-34,17 12 11,-23 0-27,8 22-48,-19 4 69,-3 0 7,-14 2 10,-8-13 1,-5-2 22,-6-1 11,-2-1 0,-2-4 12,0-1 50,-10 1-17,11-9 16,-5 0 1,14-9 34,3-3 358,0-2-241,5-6-1,2-3-106,5-6-78,5 4-11,2-1 6,11 1-23,6 0-11,3 1 3403,5 3-3408,-4 5 5,2 1-3398,3 1 3393,2 3-1564,2 3 1558,-2 4-44,9 12 44,-13-3 11,1 8-11,-18-7 11,-7 3 0,-4-3 6,-8 3-6,-17 8 0,-3-7-17,-14 7 1513,-12-6-1787,12-6-247,-15 4-420,18-11 1095,-1-1-137,-2-2 0,18-4 0,2-2 0</inkml:trace>
  <inkml:trace contextRef="#ctx0" brushRef="#br0" timeOffset="99093">7871 5388 20621,'-1'-5'3607,"0"1"-1293,1 4-2370,-14-54-40,10 41-94,-10-38-163,14 56-487,1 4-1126,1 4-4643,2 3-2908,1 0 8669,-1 0 0,-1-8 0,-2-3 0</inkml:trace>
  <inkml:trace contextRef="#ctx0" brushRef="#br0" timeOffset="99279">7962 5699 23474,'-15'60'15,"1"0"0,-1-3 0,-2-5-54,2-22 0,0-2-104,-4 4 0,0 0-263,-2 2 0,-2 2 406,-2 3 0,-4 2 0,5-5 0,6-9 0,0-1 0,-8 12 0,-1 1 0</inkml:trace>
  <inkml:trace contextRef="#ctx0" brushRef="#br0" timeOffset="103108">8921 5230 14415,'0'-8'4324,"0"2"-3147,0 6 3258,0 0-4166,-18-63 90,11 36-295,-4-9 0,2 1 76,7 17-44,1 6-17,1-1-12,1 1-39,1-1 5,2 1-16,2 1-6,3 1 1,2 0-12,1 2 0,1 0-6,1 3-16,2 2-6,10 1 5,-6 6 6,7 2-11,-9 4 6,-1 3-6,-3 3 22,-3 3-45,-1 12 29,-5-6-12,-2 9 29,-5-9-1,-3-1 6,-2-1 6,-4-2 5,0 0-5,-1-2 16,-1 0-11,0-3 23,1-2 11,1-2 17,0-3 22,2-3 17,0-2 5,2-2 6,1-1 6,1-2-18,0-2-21,1 0-12,2-3-33,-1-1 5,2 1-11,1-1-17,0 1-11,0 1 0,2-1-6,2 2 1,3 0-12,2 2 11,2 0 1,2 1-12,3 1 23,3 2-12,2 1 0,2 3 6,1 2 0,-1 0-16,0 3-1,-3 1-11,-3 1-34,-1 9 34,-8-4 17,-1 6-11,-9-8 16,-4 0 6,-5-1 0,-4-1 17,-13 4-17,4-5 0,-10 2 5,9-7-44,-11 1-34,8-3-50,-6-1-118,11-3-224,3-2-364,4-2-599,3-3 1428,7-15 0,2 12 0,3-8 0</inkml:trace>
  <inkml:trace contextRef="#ctx0" brushRef="#br0" timeOffset="103401">9899 4966 20125,'-43'16'67,"0"0"0,2-2 1,7 2 910,10 6-922,-3 1-11,-2 3 0,0-1-12,1 2-5,2-1-5,2 0 1200,4 0-1217,5-2-12,3-1 6,5-1-1862,3-2 1850,4-1 12,5-1 768,2-2-779,8-2-17,3-1-40,4-3-10,6-1-51,3-3-39,5-1-51,1-3-106,2 0-167,1-2-231,-2-1-498,1-2-1210,-2-3 2431,5-2 0,-20 3 0,-2 0 0</inkml:trace>
  <inkml:trace contextRef="#ctx0" brushRef="#br0" timeOffset="103742">10191 4980 18795,'-2'-3'4364,"0"1"-1021,2 2-3169,-6-60-3426,8 37 3305,-4-12 0,3 1 981,8 18-955,0 2-6,3 1-23,0 3-11,1 0-5,1 2 528,2 2-546,9 2-21,-4 2 10,7 3-5,-7 4 0,1 4 0,-1 3 0,0 4-5,0 3 22,7 17 5,-9-6-5,4 14 0,-13-8-17,-4 3 1048,-3 4-1059,-3 1 6,-3 1-7,-3-1-32,-2 1-1,-2-1-56,1-2-3523,-4 15 3115,5-16-253,-1 8-809,6-20-14,1-5-745,2-3-3087,0-3 5417,3-3 0,-2-8 0,1-1 0</inkml:trace>
  <inkml:trace contextRef="#ctx0" brushRef="#br0" timeOffset="103940">10277 5287 19944,'-5'-2'3741,"1"1"-1013,4 1-2695,2-63-55,10 42 11,-5-15 0,4 2-90,19 22-162,4 0-381,3 0-6748,23-2-2063,-17 5 9064,11-2 0,-37 9 0,-6-1 1</inkml:trace>
  <inkml:trace contextRef="#ctx0" brushRef="#br0" timeOffset="104476">10867 5384 17507,'0'-6'5159,"0"0"-4235,0 6-179,3-63-688,-2 34 391,2-14 1,0 1-119,-1 17-27,2 0 309,-2 12-483,-2 5 18,1 3-119,-1 4-16,0 9-1,1 8 11,1 5-22,1 4 11,2-4 1,2 0 262,3 1-268,10 7-12,-2-8 6,7 2 11,-4-13 23,1-4 16,1-2 1,-1-3 10,-1-2 6,0-4-11,0-4 0,0-5 6,1-4-3409,2-4 3397,3-3 6,0-4-832,17-16 809,-10 8-1011,-11 13 1,-1 0 1016,9-9-152,7-8 141,-11 12 16,9-10-27,-20 22-6,0-1-16,-8 11 1868,-1 4-1914,-2 1 774,0 5-925,-1 2-207,0 6 2992,0 4-11276,2 31 8693,-3-9 0,0 4 0,-3-21 0</inkml:trace>
  <inkml:trace contextRef="#ctx0" brushRef="#br0" timeOffset="104904">12149 5681 19244,'3'-6'4066,"0"1"-1753,-3 5-3209,-7 29-1350,-7-1-7585,-6 22 8838,-3-13 1,11-17-1,4-7 1</inkml:trace>
  <inkml:trace contextRef="#ctx0" brushRef="#br1" timeOffset="110075">13103 4962 14802,'8'-4'4967,"-3"0"-4059,-5 4 2827,0 0-3862,-1 6 185,0-3 153,-2 4 63,2-6-390,-1-1 70,-1 1-89,0-1 189,-2 1-44,-2-1-34,-1 0-35,-3 0-9,-1-1-7,-10-2-63,2 0 67,-17-4 108,13 2 5,-6-2 76,2 0-51,7 2-11,-2-2 0,10 3-11,3 1-6,2 1-11,2 1 0,1 0-11,1 1-17,1 2 11,0 3-22,1 2 11,0 3 0,0 3 6,0 2 16,-1 14-22,0-5 6,-3 11-6,-1 5 11,-1-8-11,-1 10 39,0-4-11,2-10-223,-2 8 239,2-15-10,2-2 11,1-2 0,0-4-1,2-3 18,0-3 33,2-2 285,0-3 579,0 0-814,0-8-44,0 0-23,1-6-16,0 2 22,4-7-56,-2 4-6,3-4-10,-2 5-7,1 1 1,2 0-1,1 2-5,8-3-5,-3 4-6,8-1 22,7 6-11,-3 1 0,11 2-6,-6 3-1266,1 1 1272,3 3 0,-1 2 0,0 1-651,-1 3 645,-4 0-183,-4 2 183,-5 1-16,-5 0 5,-5 2-11,-4 0-11,-5 0-12,-6 1-33,-5-1-28,-5 1-28,-4 0-33,-3-2-68,-2 1 1080,-1-2-1696,-12 4 302,9-8-630,-7 2 160,13-9-555,2-2-1428,2-2 3056,0-3 1,9 2-1,1-2 1</inkml:trace>
  <inkml:trace contextRef="#ctx0" brushRef="#br1" timeOffset="110344">12989 4898 23635,'48'-30'324,"0"0"1,-3 1 0,-5 7-196,-8 11-12,-4 2-5,-11 4-39,-2 0 6,-2 1-12,-2 1-17,-2 1-16,-3 0-1,-1 0-16,-2 2 0,-2-1-275,0 1-117,0 3-532,-1 1-1222,1 3 1281,-1 2 0,0-4 0,0 0 0</inkml:trace>
  <inkml:trace contextRef="#ctx0" brushRef="#br1" timeOffset="111675">13896 4985 19239,'-41'-26'749,"-1"1"0,4 2 1,6 4-267,14 4-65,4 4-4178,1 0 4242,2 1 1078,5 4-1524,1 0 853,4 6-919,0-1 366,1 4-342,0 1 6,1 5 11,1 2 6,3 4-12,1 0 1,4 3-1,2 0 7,2 1-1,3-1-6,1 0 7,3 1-1,2-1-11,0 0 17,2 0-11,0-1-12,0 0 3404,-2-1-3393,-1 0 7,-4-1 4,-4-1 1,-5-1 17,-4-1 61,-6 6-45,-5-4-5,-6 5 0,-4-5-28,-3 0 11,-3 0-6,-2 1 1,0-1-23,-1 0 5,2 0 6,2 1-11,2-1-11,2-1-50,5 0-130,1-1-358,4 0-823,3 0-2823,2 1 4195,1 1 0,1-6 0,0-1 0</inkml:trace>
  <inkml:trace contextRef="#ctx0" brushRef="#br1" timeOffset="119416">14622 5050 18123,'13'-46'991,"0"0"1,-2 5-1,0 4-190,-3 9-95,-2 3-101,-1 5-79,-3 5-128,0 3-101,-2 5-96,0 2-105,0 3 10,0 0-84,-4 7 6,-1 1 51,-8 16-40,1-1-5,-4 12-12,3-4 6,-1 3-11,0 3 5,1 2-11,0 2-5,3-1-6,2-1 11,3-1-11,2-2-1067,4-3 1073,4-3-1,2-4-5,6-3 28,2-4 12,2-5 27,3-4 6,0-4 34,2-5 21,1-5 7,1-6 5,1-4-6,1-5-371,1-4 372,0-1-1,-1-2 6,-2 1-17,-2-1 1,-1 3 1004,-3 0-1032,-1 4 5,-3 1 56,1 3-95,-7 6-17,1 2 409,-7 7-432,0 2-11,-2 2 12,1 3-7,0 5-4,1 5-3393,-1 5 3386,0 3-877,-1 4 889,0 4 0,-3 3-23,0 5-342,-2 3 281,1-7 0,1 2-833,-2 21 614,2-19 1,0 1-858,0 19-1120,1 3 2263,1-25 0,0-2 0,1 4 0,-2-2 0</inkml:trace>
  <inkml:trace contextRef="#ctx0" brushRef="#br1" timeOffset="129042">15631 5260 13642,'-2'-3'4111,"0"2"2465,2 1-5943,-11-16-432,8 12-16,-8-11-27,11 15 166,0 0-228,0 7-46,1-1 0,0 8 46,2 2-46,0-2 0,2 4 12,-2-6-6,0 0 17,1-2 11,-1-2 11,0-1 23,0-2 374,3-2-312,-1-6-46,4-4-44,1-6-18,3-6-21,4-5 38,17-23-644,-5 5 566,-7 13 0,1-1 17,13-18 8,-7 14 1,-1-1-20,-6 9 0,0 1-3,7-8 0,-2 2-1024,6-7 1038,-4 5 0,-6 6 0,-4 6-11,-7 5-12,-3 5 1,-3 4-79,-1 3-28,-2 4-111,1 4-477,2 8-706,0 0 1395,7 16 0,-8-17 0,3 5 0</inkml:trace>
  <inkml:trace contextRef="#ctx0" brushRef="#br1" timeOffset="132146">6010 6999 15328,'-27'-40'597,"-1"0"1,-1 1 0,3 11-346,7 22 2387,-7 0-2499,5 6-12,-2 5-16,-2 1-16,-2 5-18,0 2-28,-3 3 29,-8 12 839,9-6-913,-4 10 720,15-9-725,5 1 2332,4-1-2304,5-2-28,2-2 20,4-2-20,3-2 0,5-3 11,5-3 0,4-1-11,4-2 0,4 0 0,5-2-461,2 1 461,1-1-85,1 0 79,11 3 17,-3 3-11,-3 0 6,-12 1 0,-17-3 27,-4 1-27,-5 0-1,-3 1-5,-5 0-22,-5 1 28,-6 1 761,-17 6-755,3-4-24,0-2 1,0 0-249,-10 1 243,-15 3-39,17-5-17,0-2-17,2-1-16,3-2-68,3 0-89,4-3-140,4 0-252,6-3-2678,2 1-2169,8-2-2827,2 0 8329,4 0 0,0-1 0,0 2 0</inkml:trace>
  <inkml:trace contextRef="#ctx0" brushRef="#br1" timeOffset="133613">6280 7073 19854,'0'-4'4117,"0"0"-2207,0 4-1877,-6-7-5,6 14-5,-3-3-1,6 19-5,0 0-6,-2 2 0,0 2 6,-4 2-6,-2 2-5,-3 1-6,-3 1 0,-1-2 11,-1-3-252,1-4 264,1-4 22,2-5 33,1-6 12,4-5-1,1-2-16,3-6-39,-1-2 5,2-7 6,1-3 50,6-17-45,0 5 1,3-12-7,-1 8-10,0 0-6,0 0 258,1 2-275,1 3-3386,0 1 3391,1 5-10,-2 2 5,4 1 0,-3 5-5,3 2 5,-3 8-11,1 1 0,0 2-5,2 3 5,2 2-6,0 5 6,3 2-6,-1 3 6,1 2-11,0 1 11,-2 2-11,-2 1 0,-2 0 11,-5 0 0,-2-1-6,-4-1 6,-1 0 0,-3-2 3387,-2-1-3387,-2-2 16,-4 0 1,2-5 6,-3-2-7,6-5 7,-1-2-1,1-4-5,0-1 5,1-5 6,0-2-5,2-3-12,0-2 23,6-11-18,-1 6 7,6-7-1,0 9-5,1 1 0,1 1 0,1 3 11,1 0-23,0 2-5,1 1 11,1 2-11,9 1 0,-6 3 0,10 1-11,-9 5-6,2 2-5,2 2 0,1 4-34,2 3 0,-1 2-51,-1 2-61,-1 1-84,-3 3-134,-1 2-1133,-4 0 734,-3 2-733,-2-1 202,-1-1-151,-1-1-409,0-3-247,-1-2-734,0-3-470,1-3-667,0-4 2813,1-1 1181,2-3 0,0-4 0,2-1 0,1-5 0,1-3 1265,0-1 1575,1-4-2991,0 0 2340,-2-2 52,0 0-707,0-2-2100,-1-1 1652,0-2 606,6-11-409,-3 0-746,0 0 2097,-7 7-2220,-8 13-61,-1 1 245,-2 4-357,-2 1-67,-3 3-34,-3 2 3459,-9 2-3454,-6 9-94,0 0-12,-2 10-5,7-2 10,-8 14-38,7-6 5,-5 10-5,11-10-6,1 1 0,3-2 0,1 8-6,5-9 6,0 6 0,8-12-5,1-2-1,6-2 6,3-2 11,3-2-11,2-3 11,2-2-5,0-2 16,8-8-5,-9 0 0,6-8 11,-11 2 17,-1-2-6,-2 0 17,-2-2 6,-1 0 83,-1-9-61,-3 7 62,1-14-73,-3 16-12,-1-4 18,-1 12-23,0 2-6,-1 3-11,1 3 23,-1 1-51,0 9 11,0 6-16,0 6 5,0 4-11,0-4 6,0 1-6,2 3-11,1-1-3393,5 1 3388,3-1-661,3 0 677,4-3-28,17 8 28,-4-9 11,15 1 0,-9-12 2794,2-4-2799,2-2 952,-2-7-958,-1-2 11,-3-7-1686,-4-3 1681,-2-5 5,9-15 0,-1-12-6,-18 23 1,-1-1-6,-1-2 0,-2-1-144,7-20 155,-7 10 1,0-2-380,-4 10 0,1 0 379,2-11 1,1 0 5,3-15 8,-6 21 0,-1 0-2440,4-15 2438,1-8 16,-9 28 1010,-4 6-1015,-1 6 33,-6 1-39,0 9 138,-17 2-166,5 11 11,-12 6 0,7 5-5,-2 7-1,-1 3-5,1 6 6,0 4-23,1 6 462,1 5-451,4 4-11,3 4 9,8-14 0,2 2 457,1 1 0,3 1-452,1 1 0,2-2-6,2-3 1,2-2-46,11 10 31,6-4 12,6-5-1023,3-4 1012,4-5-1,1-6-44,17-2 33,-13-10 12,11-2-12,-20-13 57,10-13-23,-11-2-6,9-14-5,-12 3 11,0-6-6,0-4 17,-8 4 1,-1-3-940,-5 8 1,0-1 924,5-12 1,-1-2 10,-6 11 0,0 1 196,-1-1 1,0-1-194,1 1 0,-1 0 0,-1 2 0,0 0-3,-1 2 1,0 1 25,5-24-6,-4 8 49,-6 8 13,-5-1-1161,-5 15 1105,-3 0 1898,-11 15-1916,2 5 1147,-5 4-1158,5 6 1,0 3-1,1 8 1,0 4-12,-6 26 6,10-14 0,0 1-1143,1 2 1,0 1 1142,0 5 0,2-1-6,2-8 1,2-2 521,-1 4 1,2 0-537,0 0 1,2-1-169,-1 1 0,3 0 124,1-1 0,3-1-76,0-1 0,4-1-586,10 10 1,4-2-65,-5-11 0,3 0-4126,15 12 1,1-4 4074,2-3 1,1-5 0,-29-21-1</inkml:trace>
  <inkml:trace contextRef="#ctx0" brushRef="#br1" timeOffset="133833">9217 6757 24348,'-37'-12'170,"-1"0"-1,2 1 1,12 0-119,26 2 728,5-1-762,4-2 251,6 2-279,6 0-45,3 0-84,6 2-831,3 0 483,5 3-481,4 2-857,3 1-1926,3 1 3752,6 4 0,-26-3 0,-1 3 0</inkml:trace>
  <inkml:trace contextRef="#ctx0" brushRef="#br1" timeOffset="134015">9281 7083 27471,'3'-18'-302,"7"1"-5700,26 1 5335,3 0-515,2-1-1657,3-1-5797,-4 3 8636,-7 1 0,-15 7 0,-8 3 0</inkml:trace>
  <inkml:trace contextRef="#ctx0" brushRef="#br1" timeOffset="136146">10303 6671 24021,'-17'-41'138,"0"-1"0,0 4 0,10 6-65,20 16-5672,2 0 5644,1 1 1169,0 2-1197,2 0 896,6 0-913,-5 3-11,11 2 11,-12 5-11,3 4-1,-7 3 1,0 3-6,0 3 6,-1 3-6,-1 3 3267,1 12-3272,-6-4-1,-1 8 296,-10 4-284,-1-9 16,-6 8-10,-1-13 27,-2-1-11,0-2 12,-2-1 38,-4 2 51,0-4-11,2-2 134,4-7-117,10-6-6,0 0-34,2-3 1,2-2-17,-1-1 33,2-5-56,2 2 0,6-6-5,0 6-23,5-1 6,-1 4 17,12 1-34,-3 1 11,10 2-22,10 4 11,5 5 0,11 9-655,-15 0 661,-11 4 0,-14 3 5,-10-4 11,-4 6 23,-19 2-28,-3-7-6,-29 12-1703,12-13 1653,-16 2-45,13-8 398,-1-3-645,3-2-274,3-2-671,3-3 1276,-9-3 0,22-1 0,-5-1 0</inkml:trace>
  <inkml:trace contextRef="#ctx0" brushRef="#br1" timeOffset="137325">6903 6176 6384,'-49'5'1096,"1"1"0,4-1 0,7-1 2461,16-4-3074,1 0 31,5-2 1307,2 0-1567,5-1 733,4-1-1088,3-1 3311,3-1-3406,3 0 207,6-1 23,6-1-12,4 0 6,5-2-210,6 1 187,26-6-2,-22 7 0,2 1-372,0-1 1,1 0 368,0 2 0,0 0-6,15-2 6,-2 3-11,-6 0 0,-6 3-28,-7 0-6,-7 2 0,-8 0 17,-6 0 28,-7 1 11,-2 2 23,-6 3 173,-3 1-196,-7 1 752,-5 2-757,-7 0 11,-4 2-353,-7 0 353,-3 0-1329,-3 2 1318,-5-1-1,0 0-2838,-2 1 2850,0-1 0,1-1-79,2 0 79,4-2 0,6-2 0,5-2 27,5-2 7,5 0 22,6-3 175,5-1-208,5 0 865,2 0-933,4-1 3363,4-3-3351,5-2 130,5-2-120,6-2-11,4-1-39,20-7 17,-8 4-781,16-4 792,-15 7 0,2 0 12,-2 3-7,0 0 1,-3 2 5,-2 2-28,-5 1-11,-5 2 6,-7 0 5,-7 2 28,-5 2 12,-9 2 5,-6 3 0,-8 1 5,-6 3 1,-5 1-1,-5 2 7,-4 0 4,-3 2 4,9-5 0,-2 0-716,-18 7 727,17-7 0,1 0 64,-13 3 51,4-2 27,4-3 62,7-2 29,9-2-29,8-4-321,9-1 221,5-2-35,10-3-4,5-2-7,10-5-10,8-2-28,9-2-26,-3 2 0,2 0-701,-7 2 0,1 0 640,13-4 0,2-1-407,7 0 0,0 0-823,-11 4 0,0 0 1266,-2 1 0,2 0 0,-6 1 0,10-1 0,-4 2 0</inkml:trace>
  <inkml:trace contextRef="#ctx0" brushRef="#br0" timeOffset="158398">3247 8145 17513,'-18'-40'465,"1"0"0,1 4 1,2 8 1685,3 20-1899,-1 3 668,-1 2-786,0 2-22,-3 3-17,-1 3 101,-25 25-151,14-6-272,5-2 0,1 1 250,-3 10-7,0 3 1,2 4 0,2 1 17,2 0-40,5 1 788,3-2-805,7-2-2974,2-3 2935,7-3-33,6-3-1176,8-3 952,8-4-181,7-2-553,6-6-728,7-2-1546,5-5 3028,-19-5 0,-2-1 0,3 1 0,0-2 0</inkml:trace>
  <inkml:trace contextRef="#ctx0" brushRef="#br0" timeOffset="158595">3830 8379 21758,'-11'3'2997,"2"0"-1910,9-3 369,0 0-1524,-48-45-105,40 33-90,-35-33-331,55 44-683,1 2-1827,3 1 3104,4 3 0,-9-2 0,0 0 0</inkml:trace>
  <inkml:trace contextRef="#ctx0" brushRef="#br0" timeOffset="159394">5274 8424 19148,'-3'-43'890,"0"0"1,0 5 0,0 6-337,-1 15-117,0 5-129,1 5-118,0 3 605,1 2-739,0 5 211,2 5-228,0 6-6,1 5 1,2 6-3147,2 4 3141,0 5-277,0 4 240,-2-7 1,0 2-37,-1 19 25,0-16 1,-1 3-1132,-6 4 1,-1 0 1052,1-8 0,-2 0-59,-3 11 1,-2 0-82,1-14 0,0-1-696,-2-1 1,0 0-2,-13 25 1049,-1-7-5132,-9 4-4189,12-21 9207,-4-1 0,20-22 0,3-4 0</inkml:trace>
  <inkml:trace contextRef="#ctx0" brushRef="#br0" timeOffset="159772">5313 8073 11866,'0'-4'5154,"0"0"682,0 4-5634,-43-19-68,24 34-89,-29-18-23,38 37 6,7 2-22,6-9 11,4 6-17,6-13 11,2-4 0,5-3 6,1-3 28,14-5-12,-8-4 12,9-4 6,-11-5 5,-1-3 0,-1-5 0,-2-1 11,-1-3 11,-4-2-3380,-3-1 3397,-4-2-909,-4 1 932,-2-1-1983,-4 0 1960,-3 0 57,-9-7-80,-1 8 1967,-5-5-1972,2 12 982,-11-5-1027,10 10-22,-6-2-11,16 12-23,1 2-5,0 4-50,2 3 2937,-2 14-3755,3 0-1082,0 9 1141,4-2 0,0-19 0,0-2 0</inkml:trace>
  <inkml:trace contextRef="#ctx0" brushRef="#br0" timeOffset="160021">5889 8190 24908,'-5'-47'39,"-1"1"0,1 2 1,7 10-57,25 20-45,5 0-33,4 3-79,2 0-72,0 3-180,0 1-391,-1 4-579,-3 2-5902,4 9 7298,-11 2 0,-6 0 0,-13-2 0</inkml:trace>
  <inkml:trace contextRef="#ctx0" brushRef="#br0" timeOffset="160165">5888 8414 22957,'43'-31'-3055,"-1"-1"1,1 1-1,0 3 3055,-7 8 0,-2 3 0,10-6 0,-21 12 0</inkml:trace>
  <inkml:trace contextRef="#ctx0" brushRef="#br0" timeOffset="160540">6559 7913 16286,'1'-4'4761,"-1"1"67,0 3-4789,-19-21 1,10 25-29,-15-12 17,16 32-17,0 2 0,2 0 6,1 13-23,4 1 6,15 16-11,-2-21 17,13 0-17,2-21 11,-4-5-12,7-3 12,-9-6 6,0-4 11,0-5 16,10-15 1,-7 1 170,6-13 1,1-3-37,-3-1-622,-4 4 0,-1 1 639,-6 4 11,-4 3-23,-1 2 18,-2 4 122,-1 0-179,-4 9-38,0 1-35,-4 10 1077,0 1-1138,-1 9 11,0 1-16,-1 11 16,0 0-6,-1 5-10,-1 4-12,-1 19-224,-1 12-563,3-28 1,1 0 500,-2 2 1,1 0-762,1 20-824,0 2-2453,1 1 4341,3 4 0,-3-29 0,3-3 0</inkml:trace>
  <inkml:trace contextRef="#ctx0" brushRef="#br0" timeOffset="160740">7337 8013 21075,'0'-7'4347,"0"1"-3995,0 6-100,-8-65-2883,4 44 2678,-1-15 1,0 3 859,2 23-918,2 5 423,-1 1-658,2 4-45,4 8-315,-1 2-665,5 10-1474,-2 0 2745,3 9 0,-5-14 0,0 1 0</inkml:trace>
  <inkml:trace contextRef="#ctx0" brushRef="#br0" timeOffset="160928">7481 8398 26674,'-8'46'22,"-1"0"1,1-3-1,1-4-542,0 0 498,-4 4-51,-2 3-168,-4 3-1011,1-10 0,-2 1-8579,-7 16 9099,7-19 1,1-4 0,5-10 0,4-9 0</inkml:trace>
  <inkml:trace contextRef="#ctx0" brushRef="#br0" timeOffset="161822">8226 8105 14962,'14'-46'853,"-1"-1"0,0 5 1,-3 7 757,-5 11-1174,-2 5 1334,-2 6-1474,0 3 752,-1 4-943,0 4 2057,0 0-2124,0 8 1272,0 2-1260,-1 7-6,-2 4-12,-1 4-5,-3 4-5,1 4-12,-2 3 0,-1 2-1243,0 4 1243,1 1-5,0 0 0,2 0 5,2-3 6,2-4-6,2-5-6,3-5 1,2-6-6,3-4 22,0-7 1,2-3-6,0-3 1259,1-6-1248,2-4 0,2-7 11,3-4 6,3-4 0,1-4 33,1-1 6,1-3 12,-1 1-7,1-2-16,0 2 11,-2 1-835,0 1 813,-3 2-12,0 4-211,-2 2 206,-3 3-6,-1 4-11,-3 4 0,-1 3-5,-1 4-6,-2 3-1,-1 5-10,-1 3 806,-1 6-795,0 2-11,-1 4-6,0 2-11,-1 3-17,0 2-23,-1 2-240,0 18-56,0-10-329,0 15-259,2-15-561,2 1-857,3-5-2335,3-2-4481,1-8 8346,1-8 0,-5-7 1,-3-4-1</inkml:trace>
  <inkml:trace contextRef="#ctx0" brushRef="#br0" timeOffset="162098">9223 7968 13904,'1'-6'4951,"0"0"-2472,-1 6 568,0 0-3002,-10-52-6,2 45-5,-10-35 5,5 61-17,-3 5 1,-3 2 555,-1 2-556,-1 2 106,0 2-122,0 1-2400,0 0 2405,2-2 12,-2 9-155,8-13 121,3 4-6,7-15 17,6-3-6,3-2 12,5-4-17,6-2 5,5-4-27,5-1-29,5-3-44,5-3-74,4-3-380,4-1 123,2-1-948,3 0-26,1-2-740,2 1-3350,1-1-3376,-6 1 8877,-8 2 0,-19 5 0,-9 2 0</inkml:trace>
  <inkml:trace contextRef="#ctx0" brushRef="#br0" timeOffset="162432">9799 7808 26424,'-7'-45'149,"0"1"1,-1 4-1,7 9 58,23 18-117,-4 5 5,8-3-22,-5 3-17,3 1-6,2 0-11,3 1-22,2 0 11,2 3-1903,-1 0 1875,0 2 0,-2 2-11,-1 4 5,-1 3 0,-2 5 23,-3 5-22,-1 3 16,-4 5-6,-1 5 1,-4 3-6,-2 5 6,-3 2-6,-1 4-17,-2 2 11,-3 1-5,0 1-40,-4-13 1,0 1-95,-2 18-7,1-18 1,-2-1-381,-2 14-336,-2-1-1854,4-16 0,-1-1-6845,-3 10 9567,-1 5 0,6-34 0,2-6 0</inkml:trace>
  <inkml:trace contextRef="#ctx0" brushRef="#br0" timeOffset="162624">9968 8146 26021,'12'-43'89,"1"-1"1,-1 4 0,4 8-113,21 18-38,4 0-102,3 1-1224,4 0 283,2 1-1966,2-1 3070,7-2 0,-27 8 0,-2-1 0</inkml:trace>
  <inkml:trace contextRef="#ctx0" brushRef="#br0" timeOffset="163505">10895 7988 24407,'-39'-13'376,"8"8"-287,28 31 6,1 1-5671,0-2 5654,1 0-5,1-3 1470,6 4-1329,6-4-57,3-3 859,4-8-865,-4-8-2145,11-5 2112,-3-4-12,9-5 2014,-6-4-2036,0-2 12,2-4 60,13-15-2282,-10 7 2188,8-10 22,-5-2-780,-2-1 718,-3 1 1069,-5 6-1091,-10 14 158,-2 4-192,-1 3-22,-1 4-50,-1 3-73,0 2 1083,11 4-2080,-7 3 766,7 5-3836,-10 5 3739,1 6 0,-8-13 1,0-1-1</inkml:trace>
  <inkml:trace contextRef="#ctx0" brushRef="#br0" timeOffset="163764">11858 8272 26581,'-13'-5'-135,"2"8"-189,11 31-523,-4 4-2130,-4 4 2977,-6 8 0,5-24 0,1 0 0</inkml:trace>
  <inkml:trace contextRef="#ctx0" brushRef="#br0" timeOffset="167956">12581 7810 13273,'16'-52'1999,"1"0"1,-2 4 0,0 4-2332,1-3 1245,-1 4 284,-2 5-535,-2 4-102,-1 5-101,-2 4-95,-2 7-95,-2 4-62,0 5 176,-2 4-288,-1 3-11,-1 2 0,0 3 722,0 4-694,0 6-11,-1 6 11,-1 7-27,-2 6-1,-2 7-1931,-4 5 1886,-1 5 0,-2 3-17,-2 3-10,0 1-1377,5-18 0,0 1 1387,-4 15-302,6-14 0,1-2 297,3-4 5,1 4 6,4-22 22,2-4 1177,2-5-1121,3-4 17,1-3-11,3-6-11,4-4-22,2-7-29,3-6 23,3-4-23,2-4 237,2-2-214,0-1-6,0 0 12,-2 1 5,-1 2 0,-2 4-12,-3 2-21,-2 4-6,-5 5 22,0 3-50,-8 7-1,0 1-16,-4 9 0,-1 3 3139,-1 6-3128,-1 4-11,-2 5-6,0 3 6,-2 3-11,2 3-2615,-1 3 2631,0 2-55,3 19-2325,0-13 2190,2 13-968,4-18 525,4 0-414,3-2-621,5-1-1093,4-3 2440,6 0 1,-12-16 0,0-1 0</inkml:trace>
  <inkml:trace contextRef="#ctx0" brushRef="#br0" timeOffset="168297">13704 7579 26497,'-41'-43'33,"11"12"-21,38 46 4,3 3-16,0 1 28,9 11-33,-3-7 22,7 6-29,-5-9 24,0-1-12,-1-2 5,-1 0 29,-1-2-34,-2 1 0,-1-2-11,-3 0 5,-3-1 12,-2 2 50,-3 5-40,-4-4 18,-3 6 0,-3-5 10,-5 1-10,-2 0 0,-5 1-1,-3 1-10,-5 1 5,-2 0-28,-2 0-79,-15 9-1662,13-9 1354,-6 6-1370,19-12-511,6-2 2189,6 0 0,4-7 1,3-1-1</inkml:trace>
  <inkml:trace contextRef="#ctx0" brushRef="#br0" timeOffset="187630">8441 439 25638,'11'-46'880,"0"1"0,-1 3 1,-3 10-1286,-7 20 43,0 4 23,0 2 116,-1 3-55,1 1-154,-2 7-183,0 3 282,-2 8 182,1 2 13,-1 5 86,-2 16-32,0-6-728,-1 13 875,3-10-487,0 0-108,1 2-122,1 0-1536,1 14-316,1-15-2500,0 8 4947,2-15 0,-2-15 0,2-1 1</inkml:trace>
  <inkml:trace contextRef="#ctx0" brushRef="#br0" timeOffset="188658">8718 308 19730,'1'-5'4637,"0"1"-381,-1 4-4511,-5-16-896,1 11 234,-5-12 288,3 15 743,-3 0-721,-1 0 280,-4 2 367,-12-1-223,3 1 658,-9 0 159,6 1 28,1 1-546,0 1-28,1 0-16,4 0 166,2 0 11,0-1-66,4 1-23,3 0-29,5-1 105,3 1-73,1-1-566,0 2-48,1 0-268,0 1 7,1 1-39,0 1 6,0 2-108,0 0 39,0 3 567,0 1 45,0 2 258,-1 2 22,0 1-5,-1 2 0,0 1 5,-1 1 6,1 1 0,-1 0-17,1-2 17,-1 1-11,0-3 6,1-1 5,0-3 5,0-2-22,1-2 1,0-3 10,1-1 0,0-1 29,0-3 44,0 0 1154,0-3-1249,0-3 0,0 0-23,0-3 18,0 2-6,-1-1-12,1 0 13,0-1-24,0 0 6,1-1-11,4-6-17,1 3 17,4-3-6,-1 4-11,1 0 0,0 2-17,1 1 39,11 0-5,-8 4-11,8 0-17,-9 5 16,1 3 12,0 3-11,1 2-1,-2 3 6,-1 0-50,-2 2 6,-2 2-3393,-2 2 3404,-2 2 22,-2 1 0,-2 2 0,-4-1 0,-2 1 0,-4-1 11,-3 0 0,-3-1 0,-2-2-11,-2-1 0,-3-3-22,-10 4 5,7-8-118,-14 5-22,19-11-117,-3-1-1182,11-4-354,5-6 979,1-1 831,5-7 0,2 7 0,0-3 0</inkml:trace>
  <inkml:trace contextRef="#ctx0" brushRef="#br0" timeOffset="189115">8734 24 20918,'-50'-24'431</inkml:trace>
  <inkml:trace contextRef="#ctx0" brushRef="#br0" timeOffset="189115">8258-1 22224,'-27'24'-275,"-5"6"297,-1 0 1,2 2-314,0 4 0,2 0 307,9-9 1,2 0 5,0 1 1,0 0-6,3 0 0,0 1 11,-10 29-17,13-15 0,1 0 0,5-10 1,1 0-4,-1 12 0,2-1 20,7 17-5,6 0-6,9-2-6,9-2-9,-10-30 1,2-1 0,1-2 0,4 0-12,16 5 1,4-3-1328,-9-7 0,2-2 1327,14 3 1,2-4-12,-12-7 1,0-4-266,2-1 0,1-2 273,-2-2 1,3-1 0,-2-1-134,7-3 0,-1-1 153,15-2 0,-3-4 6,-20 0 0,-4-1 3,-2-2 0,-1-2 8,-3 0 0,-2-2-3,-2-1 1,-2 0 28,19-23 5,-8-3 8,-17 13 0,-2-4 0,-5-5 1,-2-1-46,0 0 1,-2 0-3,-4-1 0,-4-1 2,-5-3 1,-3 1-9,2 10 1,-2 1-18,-3-11 0,-3 1 6,2 16 0,-1 2-11,-17-25-6,4 21 1,-3 2-1076,-18-10 1072,14 16 0,-1 2-64,-19 1 1455,9 8-1659</inkml:trace>
  <inkml:trace contextRef="#ctx0" brushRef="#br1" timeOffset="191973">5473 648 26949,'3'-8'2438,"4"-32"0,0-7-2725,-2 16 292,2-17 0,0 3 120,-5 24-16,0 2-90,0 5 91,-2 3-737,2 3 642,-2 3-205,0 2 394,0 2-452,1 9-86,0 0 68,0 10-76,0 2 221,-1 5-166,0 4 255,-1 5-351,-1 4 3850,-2 2-3467,0 3-399,1-9 1,1 0-1792,-1 17 1089,1-16 1,1-2-3136,1 10 4157,1 1 1,-1-21 0,1-3 0</inkml:trace>
  <inkml:trace contextRef="#ctx0" brushRef="#br1" timeOffset="192403">5734 288 10637,'-28'-45'724,"0"0"1,-4-1 0,1 7 1182,0 16-1747,-12-1 31,10 16 7,0 4 136,-2 3-43,1 6-365,0 5 527,-13 22-64,12-2-201,12-7 0,2 1 308,-9 17-190,2 6-416,2 5-24,2 6 37,13-28 1,1 2-21,0 1 0,1 0-45,1 1 1,2 0-5,1 1 1,1 0 13,1-1 0,1 0 15,1 0 1,1-1 129,2-1 1,3 0 4,4 12 1,4-2-3,-2-11 0,3-1 8,4 9 0,4-3 786,18 5-787,6-7 1877,9-7-1881,-24-17 1,0-2-179,2-1 0,3-3 153,18-1 0,0-4 2,-11-1 1,1-2 15,3-3 0,3-2 1,-4-1 175,-4-2 0,-2-2-154,12-6 0,-2-2 8,-19 4 0,0-2 61,15-20 0,-2-2-54,-19 15 1,0-1 12,10-16 0,-4 0 59,-14-5 17,-6-1-17,-6-3-17,-5-1-28,-6 0 5,-6 1-5,-5 3 17,-7 3 5,-5 7-5,-7 6 0,-6 7-26,8 12 1,-2 3-42,-21-3-6,18 7 0,1 2-11,-15 3-6,2 2-28,5 4-45,2 3-78,8 5-145,4 3-237,6 4-293,6 3-2310,4 5 3153,4 7 0,7-14 0,1 0 0</inkml:trace>
  <inkml:trace contextRef="#ctx0" brushRef="#br1" timeOffset="193063">7008 356 30340,'-17'-45'-3310,"2"11"2369,9 39 2356,-3 3-4578,-2 2 3781,-3 0 731,-1 2-965,-3 0-144,-1 0 818,-3 0 35,0-2-1048,-1 1-204,-11-1-485,10-3-59,-4 0-30,12-5-55,4-2 10,-1 0-115,6 0 3408,0-1-2996,6 0 193,0 0-97,3 4 13,0 2 28,1 5 186,1 0 31,-1 4 21,0 2-8,-2 2 153,1 1-56,-2 1 6,0 1 22,2 7 12,-2-8-1,3 4-5,-1-10-34,1-3 11,-1-1 6,0-3 23,1 0 55,-2-3 40,1-1 50,0-1 280,0-2-196,-1 0-44,2-3-63,-1-2-33,0-2-11,1-2-45,0-2 17,0 0-23,1-1-50,1 0 17,2 0-23,5-5 6,0 5 6,15-7-23,-7 9 12,10-2 5,-4 5-3387,1 3 3410,3 1-1305,2 1 1298,1 2-76,1 3 60,16 7-28,5 19-28,-13-3 0,-10 12-17,-31-10-11,-10 3-17,-9 3 2409,-9 2-2501,2-10 0,-1 0-1412,-18 11 1462,17-13 0,-3-1-616,-9 0 0,0-3-372,-10 4 481,10-6 0,2-3-1445,0-7-2750,2-3-3679,5-3 8027,7-2 0,11 0 0,5 0 0</inkml:trace>
  <inkml:trace contextRef="#ctx0" brushRef="#br1" timeOffset="193454">6968 100 13771,'0'-3'4077,"0"1"-660,0 2-3075,-71-5-1326,37 13 1087,-12-4 1,0 3 455,8 19-419,-3 6-14,0 7 0,0 3-1583,14-15 1,1 1 1495,-15 18 0,3 0-6,18-18 1,4-2-415,-15 29 392,6 0 12,6 2-1,6-2 29,5-1-12,7-16 0,3-1-11,6 18-20,-1-20 1,5-1-4,10-4 1,7-4-876,9-1 0,5-3 859,2 1 0,2-5-267,8-4 1,0-5 251,-9-5 1,0-2 500,1-2 0,2 0-512,0-3 1,-1-1 13,1-1 1,-1-1 2,-2-3 1,-1-1-410,-2-1 1,-2-1 428,-3-1 0,-1-2 14,-4 0 0,-2-1 707,-2 0 1,-3-1-666,18-19 33,-10-1 1,-10-3 5,-7-3 17,-9-3-17,-3-5-659,-9 12 0,-1-1 589,0 8 1,-2 1-10,-3-12 1,-3 2-24,0 12 1,-2 1 46,-19-25 892,-9 7-870,-7 7-34,23 23 0,-2 2 8,-3 2 1,0 1 28,-2 3 0,-1 1-43,-2 2 1,1 1 507,-2 2 0,0 0-533,2 1 1,-1 1-26,2 1 0,1 1 185,-29 4-482,9 4-2599,-3 12-6200,22-6 9124,1 6 0,25-14 0,5-4 0</inkml:trace>
  <inkml:trace contextRef="#ctx0" brushRef="#br1" timeOffset="194213">9802 477 31657,'13'-45'212,"-1"-1"0,0 5 0,-2 5-286,-3 9-2183,0 3 2249,-2 3-7,-1 3 1527,-1 4-1486,-2 2-795,1 4 1355,-2 4-1297,0 3 483,0 5-330,-2 6 206,0 7 3438,-2 6-3312,-1 5 155,-2 4-11,0 4 201,-1 3-267,0 1 77,1 0-198,1-2-18,2 12-175,2-14-1113,4 5 856,3-19 25,4-5-67,1-5 456,1-4-102,1-5 176,1-2 149,2-5 1043,11-13-1044,-4-1 6,8-10-462,-7 2 555,0-2-51,1-3-3346,0-1 3126,1-1 214,0 1-772,1 0 885,-2 4-353,-1 1 354,-3 5 336,-2 4-353,-2 5 2806,-6 3-2840,-1 4 1051,-5 4-1062,-1 1 635,-2 2-629,-1 5-6,0 3 23,-1 16-29,-3 10 6,-1 3-969,-1 4 969,3-9-6,2 1-5,1 1-11,5-1-39,3 0-6,7-2-517,4-1 505,5-5-2926,2 0 2871,2-4-45,1-3 264,1-3-415,1-6-101,0-2-96,0-4-502,-1-3 346,-2-6-95,0-3-192,-4-6 2119,-3-2-2700,-2-4-673,-4-3-823,-4-3-1209,-3-4 629,-3 3 3616,-2 2 0,-2 12 0,0 5 0</inkml:trace>
  <inkml:trace contextRef="#ctx0" brushRef="#br1" timeOffset="194562">10620 64 12900,'-35'-26'1341,"1"-1"1,19 16-752</inkml:trace>
  <inkml:trace contextRef="#ctx0" brushRef="#br1" timeOffset="194562">9841-1 19695,'-29'19'30,"1"2"1,0 1-936,2 2 1,0 2 935,2 0 0,0 2 19,-5 14 1,1 3-632,9-11 1,2 1 599,-5 12 1,4 0-231,8-12 0,4-1 222,0 1 1,2 1-18,0 0 1,2 0-7,2 0 1,2 0 8,1-1 1,3 0-7,1-1 1,2-1-9,3-1 0,2-1-3,3-2 1,1 0-12,3-3 0,3-1 0,2-2 1,2-2-12,3-2 0,2-2-6,3-3 1,1-1-4,3-3 1,1-2-9,3-2 0,1-2 14,1-2 1,1-1-138,1-2 0,0-3 162,0-1 1,1-2 8,-1-2 0,0-2 8,0-3 0,-1-1 6,-1-1 0,-1-2-1,-1-3 1,-1 0 11,-2-2 0,-1 0 0,-2-1 0,-2-3 47,9-13 1,-3-1 376,-13 10 1,-1-3-365,-1-13 1,-1-9 0,-5 6 14,-7 9 0,-4 0-76,0-3 0,0-2 0,-4 3 4,-4 7 0,-2 3 13,-3 0 1,0 0 31,-8-30 22,-9 7-31,-1 23 0,-4 2-30,-17-12-18,11 19 1,18 16-6</inkml:trace>
  <inkml:trace contextRef="#ctx0" brushRef="#br1" timeOffset="196362">11933 340 10263,'-5'0'4066,"0"-1"3956,5 1-7909,-15-60-91,10 38-6,-4-13 0,2 1 14,5 18-5,2-1-177,2-6-107,3 7-11,4-3 189,13 6 50,-1 4 20,10 1 5,-6 6 1,3 1-23,-1 3 0,0 3 0,10 10 28,-11-2-423,13 17 406,-19-10 11,0 7-5,-11-7-3265,-5 0 3270,-1 1-234,-8 1 245,-1-1 23,-16 10-39,3-9 34,-8 6 291,-2-5-174,0-4-56,2-1 33,6-8 3267,10-8-3250,3 0 546,0-6-585,3 0 0,0-4 29,4-5-85,0 2-11,3-2-6,2 5-5,3 1-11,2 2-6,2 0-17,10 0 17,-3 2-11,9 1-17,8 6 22,5 5-22,3 2-6,-4 3-5,-14-1-22,-3 2-35,3 8 24,-11-4-24,-2 8-178,-16 1 111,-6-5-22,-10 7-241,-20-2 169,5-8-90,-13 3-107,12-9-179,1-3-302,1-1-505,2-5-5673,-7-1 7113,10-7 0,4 2 0,15-2 0</inkml:trace>
  <inkml:trace contextRef="#ctx0" brushRef="#br1" timeOffset="196770">12166 0 5515,'-12'15'-3535,"-13"20"3535,17 1 0,7-23 0,1-5 0</inkml:trace>
  <inkml:trace contextRef="#ctx0" brushRef="#br1" timeOffset="196770">11693-1 15736,'-23'24'72,"-13"16"-16,9-9 0,2 1-75,-5 10 1,2 3 66,9 1-1,4-1-25,5-10 1,3 0-9,-2 11 0,3-1 14,9 17-241,13-4 1,5 0 195,-5-22 1,2 0 484,2 1 0,3 2 0,1-6-496,4-6 0,1-4 2,5-1 1,1-2 0,4-1 0,2-2-299,3-2 0,2-3 304,3-2 1,1-1-332,3-3 0,0-1 348,1-1 0,1-3 6,1 0 0,-1-3 8,0-1 0,-1-2 17,-1-2 0,-2-2-3,-2-2 1,-2-2 7,-2-1 1,-3-2-715,-3 0 1,-2-3 758,-3 1 1,-2-3 122,3-10 1,-4-2-83,-9 8 0,-3-1-24,2-8 1,-4-2-765,-6-15 797,-6-3-44,-9 14 1,-2-1 273,1 9 0,-1 0-333,-5-10 1,-1 0 46,-10-18 581,9 31 0,0 1-569,-17-28-300,-5 4 283,-5 5 0,-5 7 774,10 18 1,18 14-831</inkml:trace>
  <inkml:trace contextRef="#ctx0" brushRef="#br1" timeOffset="197749">13927 397 29066,'-3'-1'-671,"1"0"1789,2 1-1584,-8-33-334,8 25 388,-6-24 47,10 33 262,-2 1-872,0 1 403,-2 2 511,0 0-261,0 1 348,-3 2-34,-2 0 104,-4 1-124,-1-1 209,-7 1 164,-1-3-170,-1-2 57,3-3-65,6-5-147,0-2-74,1-5-124,0-2-33,0-4-23,1-2 3,1-3 19,2-2 39,2 0 59,1 0 41,3 0 90,3 3-11,2 2-6,5 3 0,1 3 0,3 3 0,9 3 0,7 6 5,1 4-16,2 8-17,15 23 28,-18-10-261,13 19 261,-29-16-3324,-7 3 3324,-6 2-1080,-21 20 1058,-3-9 8,2-13 0,-2-1-8,-19 14-6,-6-1 22,23-21 0,-1 0 6,-25 17 8,17-15 1,1-2 25,-14 7-12,-7 0-302,21-20 303,12-4 135,2-7-135,13-1 2686,2-5-2703,4-1 1511,3-1-1517,13-6 0,1 4-11,24-6 11,-10 10-6,13 0-2271,-7 6 2255,3 1-17,2 0-857,3 2 800,0 0-44,0 1-50,0 2-45,-2 3-62,0-1-2152,0 0 2119,-2-1-583,20-2 45,-16-4 79,12-5-163,-21-4-208,-3-5-173,-2-1-112,-3-2-51,-3-3 63,-5-2-624,-5-19 0,-3-5 1967,-1-1-357,-3-2 0,-4 1 598,-10 7 1450,-4-1-1113,-6 0 206,-6-1-364,-5 4 656,-6 2-23,-7 5-73,3 10-143</inkml:trace>
  <inkml:trace contextRef="#ctx0" brushRef="#br1" timeOffset="197749">13761-1 9141,'-24'15'0,"-1"10"0,13-11 0,2 0 0</inkml:trace>
  <inkml:trace contextRef="#ctx0" brushRef="#br1" timeOffset="197749">13625-1 16044,'-21'10'382,"-11"6"212,1 2-541,3 1 0,0 1-14,3 1 1,1 2 16,-18 23 0,7 5 11,7 0-27,6 4-7,6 1-16,5 2-6,5 1-16,4-1-536,8 0 485,7-2-6,10-3-11,11-4 0,10-6 22,-17-22 1,1-2 19,4-1 1,1-3-29,4 0 0,0-1-3,4-2 1,0-2-115,2 0 0,1-2 142,0-2 1,1-2 5,1 0 0,-1-2 14,0-1 0,0-2 8,-2-2 0,1-2 37,13-7 0,0-3-188,-16 3 0,0-3 190,9-6 1,-3-1 8,-17 3 0,-4 0 70,21-24 39,-8-3 0,-10-5-5,-8-3 172,-8-3-232,-9 14 1,-3-2-65,-2 10 1,-2 1 5,-1-12 0,-5 0 39,-9 2 1,-5 3-297,4 10 0,-2 1 282,-10-8 0,-2 2-8,5 14 0,-1 3 6,-2 1 0,-2 1-12,-1 3 1,-1 1-21,-1 2 1</inkml:trace>
  <inkml:trace contextRef="#ctx0" brushRef="#br1" timeOffset="198790">15742 287 26252,'0'-6'-1808,"0"2"5657,0 4-1983,-71-56-2757,39 46 877,-12-18 0,0 7 40,13 33 1618,-1 5-653,1 3-125,-1 4-866,2 5 0,4 3 0,2 4 0,4 3 0,6 3 0,5 0-107,5 18-2131,7-13 372,6 10 86,6-20 295,5-3 66,4-2 1176,5-4-567,2-3 374,3-5 268,0-4 3359,1-4-3214,-1-3 408,11-4 447,-14-2-393,5-6-369,-20-2 30,-5-5-136,-5-2-14,-3-3-30,-4 0-117,-4-1-139,-4 0-3436,-6 1 3634,-4 1-1263,-3 3 1187,-2 1-417,-17 3 498,10 2 56,-12 3 1,1 7 69,13 1-38,-8 6 51,18-1-12,4 2-10,5 0 1027,4 1-1095,3 1-1777,3 0 1542,5 1-252,4 0-1459,7-1-322,6-2 2352,8-1 0,-14-5 0,2-3 0</inkml:trace>
  <inkml:trace contextRef="#ctx0" brushRef="#br1" timeOffset="199147">15131 0 17788,'-6'5'5,"-21"21"17,3 3-2,1-1 0,2 4-263,-1 16 0,3 3 257,7-13 0,2 2-11,-1 12 0,5 1 682,7-14 0,4-2-683,1 2 1,3-1-239,4 1 0,2 0 224,4 0 1,2-1 0,3-1 0,3-2-396,3 0 1,4-3 386,2-1 1,3-2-4,3-3 1,4-2 302,2-2 0,3-4-291,2-1 0,1-4-1,3-2 1,0-3 17,1-2 0,-1-2-12,-1-3 0,1-3 21,-8-4 0,2-3 0,-4-1-560,6-2 0,-2-2 558,-10 1 0,1-2 1,-4-2 14,5-13 0,-5-3-182,-12 8 1,-3-1 175,4-9 1,-6-1 11,-8-17 230,-11 13 1,-6-3-285,-7-3 1,-5 0 2,0-1 0,-3 0-8,-8 2 0,-3 4-37,4 11 1,-4 2-221,-2 2 0,-4 0 0,0 2-480,-7-3 0,-2 2 687,0 2 0,-4 0 0,7 4 0,-13-2 0,0 4 0</inkml:trace>
  <inkml:trace contextRef="#ctx0" brushRef="#br1" timeOffset="209088">14464 7482 16107,'-7'-3'3921,"2"1"-3048,5 2 1217,0 0-1922,-48-62-577,41 40 448,-17-14 0,8 3 138,30 19-71,15-2-56,10 4-27,1 1-617,2 6 605,-12 7-6,-1 3-5,0 4 59,-2 6-59,-3 3-11,4 27 17,-16-13-585,0 20 585,-20-21-6,-6 0-6,-6 1 214,-6 0-225,-4-1-1340,-3-1 1363,0-1 5,0-3 169,-9 3-118,13-11 39,-4 0 566,18-14-471,3-2 336,4-4-331,4-4 1676,5-11-1737,4 1-11,4-7-3246,2 6 3196,5 1-6,0 1-28,3 2-6,1 3 0,2 2 17,12 3-45,-7 3-5,9 5 5,-9 4-11,1 6-11,12 12 11,-10-4 2492,7 10-2492,-16-7 0,-5 1-6,-5 2-442,-6 0 459,-8 0-22,-8 0-56,-27 10-32,9-19 1,-3-1-714,-1 1 1,-1-2 590,-6-1 0,1-2-202,8-4 0,0-2-591,0 0 0,-1 0 951,-4-1 1,2 1 0,-2-1 0,2-1 0</inkml:trace>
  <inkml:trace contextRef="#ctx0" brushRef="#br1" timeOffset="218898">15277 7581 26039,'-10'-45'331,"0"1"1,3 6-1,0 7-363,3 17 10,4 9-112,-1 2 42,1 3 49,0 13 1,1-2-155,1 15 149,0-4 6,-1 4 1,0 2 58,-1 2-6,-3 2 0,-1 13 34,0-6-17,1-2 151,11-12-44,0-18 21,9-4 7,0-8-6,5-6-17,3-8-485,4-5 457,3-5-12,1-3 1,0-3-11,-1-2-1057,-1 1 1045,-4-1 0,-2 0-22,-1 1 0,-2 2-16,0 1-422,-1 1 405,-1 1-1,0 4-16,-2 1 5,-1 5 6,-3 2-17,1 4-6,-2 3 382,-2 3-438,1 4 960,-1 2-1161,1 1 212,-1 5-929,1 3-863,0 5-2895,-2 5-5093,-1 0 9011,-2 0 0,-4-7 1,-1-3-1</inkml:trace>
  <inkml:trace contextRef="#ctx0" brushRef="#br1" timeOffset="220546">6346 9510 20810,'8'-43'480,"-1"0"0,0 4 0,-5 8-139,-8 19 393,-2 1-359,-8-1-251,2 4-1,-6 0-28,3 6-11,0 1-11,-1 2-34,0 2-5,0 3 148,-7 11-171,7 0-11,-4 8 93,4 4-88,6-6 6,-1 7-11,7-10 12,4-1-7,1-2-5,2 0 0,3-1-5,2-2 252,4 0-247,4-1 6,10 5-6,-2-6 0,11 5 0,-7-7-23,17 5 6,-9-4-3397,10 5 3403,-16-6-6,-1 2 0,-3-2 17,-4 1 6,-6-2 5,-5 1 6,-8 4-6,-6-3 0,-9 4 6,-8-4 0,-6 1-12,-7 0 2096,-4 0-2095,-4 1 5,0-2 0,-2-2-11,5-2 11,1-3-2968,6-1 2952,4-3 5,6 0-34,5-3-55,4 0-135,4-3-241,5-1-515,2-1-5754,6-5 6734,5 0 0,-3 3 0,1 4 0</inkml:trace>
  <inkml:trace contextRef="#ctx0" brushRef="#br1" timeOffset="221177">6783 9531 25550,'-4'37'73,"0"-2"-11,5 9-51,-3-15 17,-2 15 6,-3-22-23,-1-3-6,0-2 1,0-3-6,1-3 34,2-3 201,2-3-78,1-3 16,0-1-10,2-5-23,0-2-12,0-4 1,0-2 6,0-3 5,1-5 123,3-15-162,0 6 83,7-25-100,-4 21-502,9-17 463,-6 25-17,5-3-6,-4 14 1,1 2-3219,2 3 3207,1 1-183,1 3 183,0 1 357,11 2-356,-7 4-7,16 10 1,-15 2 11,6 8-12,-9-2-16,2 13-17,-6-6 17,1 9 3298,-9-1-3320,-5 0 27,-2-3 12,-4-8 22,-1-12 276,1-4-293,-1-2 0,2-3 17,0-2-17,2-2 6,1-4 0,0-2 17,3-14-29,1 3 6,2-10-11,3 5 12,2-1 4,0-2-4,3 1-29,1 1 22,1 1 12,10-5 34,1 2-46,2 2-531,-1 7 531,-7 9 7,1 2-24,13 3-4,-6 1-12,9 4-45,1 9-45,-10 2 1,8 7-51,-13-3-359,7 14 130,-9-6-718,10 22 387,-15-19 369,3 7-2066,2-7-1748,3-6 661,2-2 3512,2-8 0,-17-9 0,0-1 0</inkml:trace>
  <inkml:trace contextRef="#ctx0" brushRef="#br1" timeOffset="221996">7893 9615 19064,'24'-47'825,"0"0"0,-2 5 1,-5 6 1201,-11 10-1607,-4 8-84,-4-3-3720,-4 11 3569,-5 2 886,-3 2-953,-1 4-12,-3 0 345,-1 4-362,-2 1-16,0 4-23,0 4-10,0 2 38,-7 9-56,9-2 6,-5 7-33,9 4 22,5 2-17,1 1 3375,11 3-3381,3-18-5,11 4 22,6-14 12,1-1-18,1-8 12,-8-5 5,0-3 6,-1-4 0,-1-2 90,4-9 67,-2-5-68,-1 1 7,-4 1-18,-5 10 6,-2 1 73,2-3-90,-2 6-5,0 0 38,-3 7-88,-1 3-18,0 1 12,0 6-23,0 2 11,-1 7-16,0 1 5,0 4-5,0 2-1,0 13-5,1-7 0,7 19-11,2-22 0,9 6 0,1-13 11,4-3-6,1-2 6,3-4 6,1-2-222,1-3 211,1-4 10,-2-4 12,22-22-22,-19 5-641,14-17 646,-23 10 0,-2-3 0,-3-4 0,-3-4-1244,-2-4 1233,-2-3 22,-2-3-2582,-1-2 2577,1 0-1241,-1 1 1252,1 7 0,1 0 5,0-8-11,-1 13 1,0 2 295,-3 10-251,-1 5 714,-2 6-708,-2 5 2616,-1 4-2655,-1 4 2293,-2 5-2277,-2 4-16,-2 7-6,-4 5 11,-3 8 1,0 3-29,-6 13-323,4-8 1,1 3 322,4-1 0,3-2-1042,-5 21 1042,7-18 0,2 0 0,2 14 0,4 0 0,5-2 0,6-2 0,8-4 0,4-2 0,5-5 0,5-3 0,4-5 0,2-5 0,1-5 0,1-5 0,-4-4 0,-2-5 0,-4-5 0,-3-5 0,-2-6 0,-1-6 0,1-6 0,-1-4-2833,0-7 2833,-2-5 0,0-7-11,-2-5 11,-7 11 0,-1-2 0,-4 9 0,0 0-221,3-11 0,-1 1 221,3-16 0,-3 5-413,-2 4 413,-2 7 2404,-5-7-2404,-9 7 0,-1 6 0,-11 9 0,6 19 502,-4 2-502,5 7 1676,1 5-1676,-2 3 804,-1 8-804,0 5 0,0 7 0,-1 8-1032,0 6 1032,-1 8 0,1 6 0,2 4 0,1 2 0,7-17 0,2 0 0,2-11 0,1 0 0,3 9 0,2-1 0,13 12-264,8-3-218,7-4-409,-3-16 1,3-3 55,-7-6 1,1-2-872,10 6 1,0-3-8008,11 1 9713,-9-6 0,-18-8 0,-11-5 0</inkml:trace>
  <inkml:trace contextRef="#ctx0" brushRef="#br1" timeOffset="222225">9646 9303 26710,'7'-43'26,"-1"0"0,8 1 0,4 10-76,16 22-1448,17-1 1257,-11 7-356,-9 3 0,1 1-623,17 2 66,-17 1 0,0 0-4856,9 7-3159,-8 1 8313,-6 0 1,-14-6-1,-6-1 1</inkml:trace>
  <inkml:trace contextRef="#ctx0" brushRef="#br1" timeOffset="222373">9649 9680 21241,'49'-38'-49,"0"-1"1,-3 4 0,-4 7-378,1 15-779,3 2-4261,2 2-4365,-4 2 9817,-5 2 0,-20 2 1,-7 2-1</inkml:trace>
  <inkml:trace contextRef="#ctx0" brushRef="#br1" timeOffset="225563">10729 9402 14661,'11'-50'2003,"0"-1"1,-1 4-1,0 5-1045,4 3-179,1 1-146,0 1-1123,-1 2 961,2 3-85,-2 2-50,-1 4-39,-1 4 300,-2 4-350,-3 3 143,-1 5-110,-4 3-174,0 3-78,-3 14 17,-2 2 73,-8 28-68,0-8-42,-7 18 26,2-9-969,0 2 963,-1 1 0,2-1-11,-1 15-6,5-16-5,2 9 5,6-21 0,3-4 6,3-3 67,8-3-28,-1-8-5,6-3 16,-3-9 39,11-13-61,-4-1 11,10-10 11,-8 0 118,11-11 212,-9 8-285,6-9 978,-12 13-978,-1 2-11,-3 3 11,-2 3-22,-2 4-6,-3 4-23,-2 2-10,-2 3-12,-1 0 191,0 4-214,0 2-16,0 4 17,2 6 0,-1 3-11,1 6-3393,-1 2 3376,1 5-489,0 23 416,-2-8-14,1-13 0,-1 0-300,2 20-380,2 3-2955,1 3-5430,-1-4 9127,0-8 0,-3-22 0,-1-9 1</inkml:trace>
  <inkml:trace contextRef="#ctx0" brushRef="#br1" timeOffset="240873">3001 11163 13079,'-3'-46'696,"1"0"0,-1 4 1,-1 7-1283,-2 11 934,-3 0 871,0 2-955,-1 2 1244,-9-6-1317,4 8-40,-7-3-28,4 11-22,-3 2 700,-1 5-745,-3 1 2692,-17 15-2709,7 0 0,-15 16-2079,11 1 2073,-3 6-10,-1 6-578,0 4 569,22-21 0,0 1-3,-17 23-5,3 2 5,7-5-11,6-1 11,8-6 0,9 6 623,20-10-617,4-5 17,30-13-18,-12-13-79,-3-6 0,2-5 82,-4-4 1,0-2-12,1-1 1,-2-2 7,1-3 1,-3-1 6,10-14-1336,0-4 1335,-3-4-391,-3-3 397,-13 10 0,-2-2 23,7-21-35,-10 19 1,-3-1 25,-3-1 0,-3 2-8,2-20-217,-3 21 0,-2 1 256,-1-7 11,-1 5 1607,-1 5-1562,-1 6 0,-1 3 11,-1 5 0,-1 4-6,0 3-22,1 4-44,1 5 2294,0 1-2339,1 6 709,1 4-715,3 6 1292,2 8-1309,2 4 17,0 7-12,1 4-5,0 6 12,0 4-123,-1 6 99,-1-12 1,-1 2-17,-1-10 0,0 1-743,2 12 1,-1-1 647,0-12 0,-1-1-286,6 31-2994,2-1 2339,1-3-606,3-6-1479,1-7 3149,5-4 0,-10-20 0,-1-4 0</inkml:trace>
  <inkml:trace contextRef="#ctx0" brushRef="#br1" timeOffset="241038">3527 11211 19675,'0'-3'4363,"0"0"-1904,0 3-2465,-56-43-106,42 33-23,-19-15 1,10 6-706,24 19-1703,2 3 2543,4 0 0,-2 0 0,0 0 0</inkml:trace>
  <inkml:trace contextRef="#ctx0" brushRef="#br1" timeOffset="242962">5218 10985 25668,'3'-42'246,"0"0"1,0 3-1,0 10-134,-3 25 150,2 2-195,0 5-11,3 4-5,0 7 79,6 22-74,-3-3-28,2 18-3356,-5-7 3334,-3 7-6,-1 4-263,-4 5 269,-2 3-339,0-31 1,-1 2 284,-2 0 1,0 0-37,-2 0 0,0 0-65,-1 2 1,-1-1-84,0-1 0,-2 1-90,1-1 0,0-1-130,-1-1 1,1-1-1456,-13 24 125,3-9-1791,1-11 3573,0-8 0,11-14 0,1-4 0</inkml:trace>
  <inkml:trace contextRef="#ctx0" brushRef="#br1" timeOffset="243330">5384 10487 24766,'-40'31'97,"0"0"0,3-2 0,11-3-63,24-2 10,4 9-21,3-9 5,5 6-11,3-14 11,2-2 0,3-4 5,1-3 18,1-4 0,0-1 16,0-3 17,-1-3 151,4-9-78,-8-1 11,0-6 134,-8-7-195,-4 5-12,0-8-3403,-5 8 3375,-1 0-120,-2 1 109,-3 1-6,0 1-11,0 3 28,-1-2-33,1 5-40,0 3-5,5 5 3310,1 5-3545,1 7 84,0 1-543,4 8-662,2-1-1703,5 2 3070,6 4 0,-7-10 0,2 0 0</inkml:trace>
  <inkml:trace contextRef="#ctx0" brushRef="#br1" timeOffset="243547">5885 10844 21775,'-9'0'3052,"2"0"-2390,7 0 587,0 0-1294,15-64-762,5 44 703,-3-16 1,4 3-782,38 24 11,-13 3-966,-9 4 0,0 2 1078,14 10 1,-13-5-1,-12 6 1</inkml:trace>
  <inkml:trace contextRef="#ctx0" brushRef="#br1" timeOffset="243696">5973 11043 25578,'28'-21'-1040,"1"-1"0,-1 2 1,0 2-2894,22-5 2518,8-1 0,-27 11 0,-1 2 0</inkml:trace>
  <inkml:trace contextRef="#ctx0" brushRef="#br1" timeOffset="244274">7159 10498 25225,'-49'-21'45,"-1"1"0,7 1 0,5 7-28,3 16-6,7 1 831,-2 2-830,-1 1 10,0 0-16,2-1 16,2 0-16,4-1-1,4-2 308,-2 3-307,9-3 5,-1 1 154,8-2-170,0 1 482,3-1-472,0 1-5,1 0 6,1 1-1,0 0 1,0 2 0,1 0 10,1 2-4,1 1-1,0 2 0,0 0 28,0 2-11,0-1 6,-1 3 16,1-1-27,-2 1 10,1 0 12,-2-1 11,1 6 6,-1-2-23,0 0-11,0-7 11,0-6 23,0-3 391,0-2-374,0-7-35,0 1 40,0-12-84,0 6 28,0-5 6,1 4-12,2 0 6,1 0-15,2 2-13,2 0 0,0 0 0,3 2 0,0 0 0,12-4 0,-4 4 0,10-2 0,-5 5-3392,3 1 3392,2 3 0,2 0-433,2 1 433,0 4 0,-1 1 0,-1 5-236,3 8 236,-12-2 0,-2 9 0,-15-2-12,-8 3-16,-5 2-50,-20 15 39,3-11 949,-11 9-971,8-16-23,1-2-347,-12 3 140,12-10-179,-8 1 2,15-12-748,1-2-1018,4-3-7546,3-3 9780,3 0 0,4 0 0,3 1 0</inkml:trace>
  <inkml:trace contextRef="#ctx0" brushRef="#br1" timeOffset="244512">7195 10422 19854,'3'-2'4385,"0"0"-800,-3 2-3423,62-42 62,-35 27-511,9-9 1,0 2 348,-15 17 186,-6 2-220,9 1-23,-8 1-21,6 1 74,-11 3-192,0 1-270,-4 3-430,-1 2 917,-3 8 1,-1-9-1,-1 4 1</inkml:trace>
  <inkml:trace contextRef="#ctx0" brushRef="#br1" timeOffset="247796">7927 10601 25123,'-1'-37'-163,"-1"-1"1,1-21-196,9 63-392,0 4-762,-1 5-1804,-1 4 3316,0 8 0,-3-12 0,-1 1 0</inkml:trace>
  <inkml:trace contextRef="#ctx0" brushRef="#br1" timeOffset="247963">8012 10972 24208,'-28'32'95,"0"1"1,-1-1-1,-10 13 1,6-5 437,15-8-516,-1 3-23,1 2-1109,0 2 998,0 1-226,3 0-642,0-1-1491,2 1 2476,-2 3 0,7-21 0,1 0 0</inkml:trace>
  <inkml:trace contextRef="#ctx0" brushRef="#br1" timeOffset="248616">9268 10265 19160,'0'-3'3668,"1"1"-313,-1 2-3282,-8-15-6,-1 13-22,-10-9-4285,1 18 4273,-4 1-526,-1 0 504,-3 2-367,-14 3 367,9-3-6,-9 4 7,13-4-1,-7 0 2534,12-3-2511,-7 0-18,18-5 18,-1 0 1958,7-2-1970,3 0 660,0 0-654,1 0-5,1 3-12,0 0 67,0 14-44,1-4 33,-1 20-28,-2-12-11,-2 10 0,-2-8 6,-2 1-1,-1 0-16,-1-2 6,-4 11-23,0-3 16,0 1 1,2-7 0,5-10 17,0-2-12,2-2 23,1-4 106,1-1-50,2-3 168,0-1-213,1-8-6,0 0 6,0-6-17,2 2-5,1-3-23,2 2-11,2-2 17,3 1 5,1 2 1,3-1-12,9-2-11,-3 4 5,8-1-3385,-7 5 3391,3 0-32,1 2 38,3 0-11,3 3 5,1 0-11,2 2 6,0 2-2257,-2 3 2251,-2 2 2251,-4 2-2274,-1 8 60,-12-4-42,-2 8-1,-17-5 6,-4 1 3370,-9 1-3432,-23 12 6,7-6-1623,-16 8 1544,12-10-89,1-2-646,2 0 305,2-3-343,3-2-683,4-3-4973,4-2-3081,5-4 9645,6-2 0,6-3 0,3 0 0</inkml:trace>
  <inkml:trace contextRef="#ctx0" brushRef="#br1" timeOffset="248980">9850 10287 21881,'0'-3'4728,"1"0"-3636,-1 3-1059,-4-20 1,-4 21-4252,-8-10 4241,-7 29-1,-6 5 434,-6 3-440,5-4 1,-2 0 0,-17 13-619,17-12 1,0-1 601,-9 7-330,6-3 341,6-3 0,8-3 2387,6 3-2387,8-8 487,4 2-487,8-8 1789,3-1-1777,13 3-6,-3-4-12,12 1 6,-5-5-5,5 0-2730,3-1 2701,3-1-16,2-1-18,0 0-77,-3-1-96,-1-1-145,-4 0-151,-1 0-1659,8-5-358,-9 1-6816,5-4 10207,-15 2 0,-8 3 0,-4 1 0</inkml:trace>
  <inkml:trace contextRef="#ctx0" brushRef="#br1" timeOffset="249531">10490 10296 19193,'-3'-5'4330,"1"2"-2247,2 3-2130,3-61 389,4 35-118,-3-11 0,4-1 269,19 7-303,-5 9 173,17-9-246,-15 18-408,4-2 370,-9 9 201,-2 3-218,7 4-40,-6 4 0,4 4 29,0 16-40,-6-3 6,4 14-17,-3 12 5,-7-6-1308,1 16 1286,-8-13 23,-2 1-18,-1 2-16,-3-1-591,0-14 0,-1-1 429,-3 15-118,-3 11-202,4-22-578,1-3-183,0-3-1093,0-2 2364,0-1 0,2-13 0,1-2 0</inkml:trace>
  <inkml:trace contextRef="#ctx0" brushRef="#br1" timeOffset="249764">10675 10518 23575,'16'-44'166,"0"0"0,-1 3 1,1 9-55,7 19-23,1 1 1023,0 0-1056,-1 1-12,0 2-21,9-3-1,-7 5 717,13-2-700,-19 6-61,5 1 333,-11 2-927,1 3 745,-6 1-1877,0 4-4581,-7-1 6329,-2 1 0,1-4 0,-1 0 0</inkml:trace>
  <inkml:trace contextRef="#ctx0" brushRef="#br1" timeOffset="250655">11423 10511 21618,'-31'-18'269,"6"9"1629,23 34-1848,0 0 12,2-3-40,1-1 730,3-3-729,3-2-1,3-4 34,3-1 17,2-4 16,1-3 113,11-3-73,-5-5 106,21-12-129,-15-1-945,12-10 923,-10 2-11,3-4-11,0-3-1,0-3 1,0-2-6,-11 10 0,0-1-1840,9-13 1795,-11 14 0,0 1-39,3-6 47,-1 2 3,-2 4-33,-3 4 5,-1 3-10,-3 5-12,-3 3-56,0 4-437,-1 5-84,-2 5-369,0 5-662,-3 7-1641,-1 3 2963,0 8 0,-2-12 0,0 1 1</inkml:trace>
  <inkml:trace contextRef="#ctx0" brushRef="#br1" timeOffset="250853">12314 10717 24363,'2'-7'2436,"0"2"-1999,-2 5 767,0 0-1193,42-28-39,-41 53-179,30-25-431,-52 58 478,1-17 0,0-3 0,3-3 1,-12 20-1</inkml:trace>
  <inkml:trace contextRef="#ctx0" brushRef="#br1" timeOffset="254398">13551 10022 22666,'-15'-48'479,"1"-1"1,1 4 0,6 9-295,15 17-51,3 2-27,2 1-23,3 2-34,1 2-5,4 2-6,1 2 0,14 1-28,-7 4-373,8 1 367,-11 5 7,-2 3-80,-1 6 74,-2 2-6,-2 4 0,-3 2 11,-2 3-11,-4 3-5,-2 0-7,-5 3-21,-1 1 5,-6 1-740,-3 0 752,-5 0-2991,-3-1 2996,-3-1-720,-11 7 742,4-10-1725,-7 4 1747,10-15 23,0-3 289,3-5-261,1-3 2017,-3-3-1977,7-5 1011,-1-2-1022,8-3-7,2-1 3382,1 0-3404,2-1 0,2 2-34,0 0-11,1 1 6,5-1-39,2 3-12,7 0 28,2 3-16,4 2 5,5 0 0,5 0-16,4 3-528,2 1 544,2 3 12,1 1-34,-1 1 22,-2 1-22,-4 2 5,-4 0-71,-6 2 71,-7 0 12,-5 1-6,-7 1 0,-4-1-6,-8 2-5,-5 0 0,-8 0 549,-4 1-543,-4-2-173,-2 1 167,-2-2-931,0-1 853,1 0-96,1-3-152,1 0-368,3-3-628,2-3-2056,5-1-5976,5-3 8612,5 0 1,5 0 0,3 0 0</inkml:trace>
  <inkml:trace contextRef="#ctx0" brushRef="#br1" timeOffset="254749">14575 9712 23351,'-44'-19'349,"0"1"0,4 1 1,7 3 126,14 7 129,6 3-459,1 0 446,8 2-531,3 2 260,0 0-299,1 3 499,1 0-510,2 5 295,6 6-295,1-1-5,7 5-6,-1-4-6,3 2 12,2 1-1,5 2 7,1 0 10,3 2-381,0 1 348,2 1 5,0 1 23,-1 1-17,7 12-17,-14-10 0,1 10 17,-18-14 17,-6 0 17,-8-2-34,-7 0 5,-8-1 6,-4-1-16,-4-1 16,-2-1-28,0-1-642,2-1 519,2-1-274,3-2-678,4-2-1696,4-1-7043,5-4 9011,4-1 0,4-3 1,3 0-1</inkml:trace>
  <inkml:trace contextRef="#ctx0" brushRef="#br1" timeOffset="258216">15570 9666 24771,'41'-1'236,"-8"1"-192,-32 10 1,-4 0 6,-1 0-1,-4 1 12,-3-3 78,-10 4-67,2-5 0,-6 0-12,7-5 18,0-1 22,2-1 11,0-1 5,2-3 18,2-2-23,1-4-6,2-1-5,3-3-34,2-1 6,2-2 56,4-11-551,2 5 450,5-6-11,0 11-6,2 2 12,0 3 5,0 3-17,-1 2 0,3 2-17,-3 4 6,4 0 6,-2 5 460,0 2-466,9 13-3381,-5-1 3376,6 9-1730,-8-2 1746,-3 1-66,-5 2 60,-3 4-5,-7 1-11,-5 5-518,-6-7 1,-3 2 528,-14 20-9,8-16 1,-1 0 8,3-9 0,1 0-6,-1 0 1,-1-1 5,0 0 0,-1 0 561,3-3 0,-2 0-561,-3 1 0,-2-1 62,-19 6 78,2-8-56,21-22 39,14-11-50,15-6 1321,4-2-1326,10-2-7,6-1-22,6-1 12,6 1-29,4 1-5,4 1-11,3 3-979,3 3 973,1 1-740,3 3 773,-1 2-513,1 4 475,-2 2 10,-2 2-30,-18 3 0,-1 1 1806,25 9-2207,-3 3-296,-18 4-2095,-14 3 999,-10-4 1818,1 7 0,-9-16 0,-2 0 0</inkml:trace>
  <inkml:trace contextRef="#ctx0" brushRef="#br1" timeOffset="258579">15950 9218 17298,'-39'-24'464,"1"1"1,-1-1 0,-15-8 0,4 8-89,-3 14-85,13 9 0,-1 1-182,9 3 0,1 1-28,-10 1 1,0 4 201,1 7 0,2 4-266,9-4 0,0 2 2,-7 6 1,0 4 16,3 6 1,3 4-23,0 5 0,2 3-513,0 0 1,2 1 504,6 2 0,3-2-1,8-11 1,2-1 8,1 0 0,2 1-581,0 0 0,2 0 575,2-1 0,2 0 0,1 0 1,2-1 199,2-1 0,2 0-203,3-1 1,3-1 83,2-1 0,2-1-83,3-1 0,3-1 249,2-2 1,3-2-267,2-1 0,2-1 557,3-2 0,1-2-558,3-1 1,1-2 0,1-1 0,3-1 3,-3-5 1,3-1-1,-2 0-980,7 0 0,-1-2 984,-8-2 1,2-2-1,-2-2-2,15-6 1,-4-6-364,-4-6 1,-2-4 376,-2 1 1,-3-4 2,-10-2 0,-7-3 6,-3-21 0,-14 8 0,-3-1 59,-3 9 0,-2-1-71,-2-13 1,-3 0-38,-3 14 1,-1 1 31,-3-1 0,-2 0 8,-1 1 1,-3 1-7,-1 1 1,-3 2-3,-1 1 0,-3 0-107,-14-7 1,-4 2-185,9 10 0,-1 2-530,-11-6 1,-3 2 893,8 10 1,3 3 0,-4-1 0,1 2 0</inkml:trace>
  <inkml:trace contextRef="#ctx0" brushRef="#br1" timeOffset="261796">17214 9477 17770,'-1'4'4358,"0"0"-45,1-4-4061,-58-9-56,43 5-6,-43-7 129,57 5-184,0 3-18,1-3 51,0 4-78,0 1-84,0 9 16,0 10-16,0 5-1,-1 9-10,-3-4 16,-1 4-389,-2 1 384,-1 2 22,0-1-22,1-1 10,2-2-4,2 7-7,3-13 18,12 9 16,13-22-3258,5 0 3264,8-15 22,-4-7-2176,4-7 2187,3-6-584,3-4 579,1-3-281,3-3 220,-17 7 0,1-1-12,-1-2 0,-1-1 0,0 0 0,-2 1 0,-4 1 0,-2 2 0,5-9 0,-1 3 0,-1 3 0,-2 3 0,5-1 0,-9 10 0,1 0 1745,-11 12-1852,-3 3 2415,-3 2-2773,-1 4 1337,-2 5-2009,0 5-7601,-8 18 8738,-2 0 0,0-4 0,2-10 0</inkml:trace>
  <inkml:trace contextRef="#ctx0" brushRef="#br1" timeOffset="262586">6580 12289 16096,'0'-5'4542,"0"2"-1691,0 3-2442,-36-60-2125,21 39 1867,-6-14 1,-1 3 100,8 22 580,2 1-697,-1 4-23,0 1-34,0 3-16,-1 2-11,0 3-1,-1 2 1,0 5-7,0 3-4,0 1-18,2 2 12,1 0-12,2 0 354,4-2-365,3 0-11,2-2 6,4 0-23,4-1 17,5 0 0,3 0 1089,5 0-1089,4-1 0,2 1 6,4-2-6,0 1 5,2-1-10,-3 1 10,-1 0-5,-3 0 12,0 6-7,-10-4 1,-2 4 5,-13-6 0,-6 1-5,-6 0-6,-6 0-11,-24 8 11,5-5 0,-17 5 11,9-6-1048,-1-2 1004,-2 0-23,0-2-3075,3-3 3030,5-2-73,4-1-151,9-3-325,6-1-570,8-3-1060,6-2-3473,5-4-2623,5-1 8376,2 1 0,-1 3 0,-1 3 0</inkml:trace>
  <inkml:trace contextRef="#ctx0" brushRef="#br1" timeOffset="263172">7161 12173 23639,'-55'16'23,"10"1"-18,41 6-5,-1 2 11,0-1-11,-2 2 6,-1 0 1317,-3 0-1306,1 0 16,-8 8-5,5-10 500,-7 10-506,11-20 45,-1-1 268,7-9-223,2-2 807,0-4-835,1-2-11,0-4 16,1-4-16,1-3 0,2-3 11,1-2-22,1-2 5,0-1 6,1-2 44,4-10-10,3-1-74,0 2 6,2 5-22,-5 12-6,2 2 1,0 2-7,2 4 6,1 1 1,1 3-24,3 3 18,1 0-17,1 5 16,1 3 7,0 6-18,-1 4 12,0 3-6,-2 4 5,-3 0-5,-2 3-5,-5 2-1,-4 1 0,-3 1-5,-2 0 6,-3 0-12,-6 4 22,0-11 7,-3 2-7,5-15 18,-1-5-18,2-4 6,0-7 6,4-3 6,0-15-7,1 4 35,7-21-29,-1 15-5,6-7 11,-2 11-11,0 2 33,8-6-27,-3 10 5,4-4-17,-4 10 6,-1 3-12,2 1-5,0 3 6,0 2-12,1 1 6,0 3-11,1 2-6,1 3-28,8 9-16,-5-2-68,5 6-95,-10-5-118,1 2-212,-1 2-331,1 0-504,-1 2-946,1-1-2192,2 1 4527,4-1 0,-10-9 0,-2-2 0</inkml:trace>
  <inkml:trace contextRef="#ctx0" brushRef="#br1" timeOffset="264006">8251 12330 18694,'3'-7'4672,"0"1"-9481,-3 6 5453,14-61-635,-10 36 203,4-12 1,-1 2 146,-7 13-51,-4 3-62,-1 3 1023,-4 3-1112,-3 5-22,-1 2-29,-3 4-33,-1 2-6,-3 4-11,-1 4-17,-1 6-11,-2 3-17,2 4 6,0 2 0,1 2 1735,2 1-1741,1 1-11,4 0 6,4-1-12,4 0 6,3-1 0,5-2 0,5-2 3404,14 2-3399,-1-9 1,21 1-17,-13-11 27,8-4-10,-11-5-234,-1-4 239,-3-4 17,-2-2 5,-2-3 18,-1-1 22,-3-1-12,-1 0 40,-3-2 5,0 2 1,-3 1-6,-1 0-1,-3 2-10,0 1-5,-2 2 155,0 2-240,0 4 0,-2 3 0,0 3 0,-3 1 0,-1 5 0,-3 2 0,-1 8 0,-4 4 0,-10 25 0,10-13 0,-6 18 0,19-12 0,7-10 0,8 6 0,6-13 0,21 0 0,-5-8 0,17-2 0,-20-9 0,-1-3-760,21-3 760,-18 1 0,0-2 0,15-9 0,-3-5 0,-3-3-1074,-3-4 1074,-5-4 0,-3-3-126,-13 5 1,-2-2 125,7-22-281,-10 17 1,-2-2 280,3-20 0,-7 16 0,1-1 0,-3 11 0,1 0 0,0-9 0,0 2 608,1-7-608,-3-4 0,-3 17 0,-1-1 0,-4 19 1048,-2 6-1048,-2 4 285,-2 3-285,-1 4 705,-3 5-705,-3 7 0,-3 7 0,-14 27 0,5-5-1482,9-11 0,0 1 1482,-7 19 0,2 5 0,4 2 0,3 3-179,8-19 1,4 4 178,7 7 0,4 0 0,-1-8 0,3-2-647,7 2 1,5-5 646,18-7 0,-5-13 0,2-3 0,22 6 0,-17-11 0,-1-3 0,21-3 0,1-4 0,0-8 0,-1-3 0,-2-7 0,-5-6-1864,-4-4 1864,-6-5 0,-5-7 442,-7-3-442,-4-6-114,-13 9 1,0-2 113,-5 9 0,-1 0 0,4-12 0,-2 1 286,2-14-286,-1 1 0,-2 5 0,-4 3 0,-2 3 0,-3 4 1599,-2 4-1599,-2 3 0,-3 4 1522,-1 4-1522,-2 5 824,-6-1-824,7 11 1209,-10 3-1209,10 13 823,-6 6-823,2 9 0,-3 7-270,-2 8 270,-1 5 0,-1 7-321,5-10 1,1 5 320,0 15 0,2 2-859,0-11 0,3-1 859,2 10 0,4-6 0,11-2 0,8-3-304,7-6-195,7-3-240,8-5-387,5-3-1309,5-5-2835,3-5-4561,-5-7 9722,-8-6 1,-19-4 0,-8-2 0</inkml:trace>
  <inkml:trace contextRef="#ctx0" brushRef="#br1" timeOffset="264205">10273 11953 23007,'-3'0'2807,"0"0"-1424,3 0-1484,64-60-5806,-33 45 5632,10-16 1,2 3-874,-6 28-659,1 2 1807,6 2 0,-21-2 0,-2 2 0</inkml:trace>
  <inkml:trace contextRef="#ctx0" brushRef="#br1" timeOffset="264380">10478 12228 24335,'-6'0'2610,"1"0"-2005,5 0-1535,80-62-4177,-45 43 3732,14-15 0,1 2 1375,-12 22 0,-19 5 0,0-1 0</inkml:trace>
  <inkml:trace contextRef="#ctx0" brushRef="#br1" timeOffset="266424">12008 11654 16930,'0'-4'4341,"0"0"-365,0 4-3864,-20-43 35,5 32-97,-14-33 28,3 49-50,7 0-5,-7 5 5,5-2-6,-2 2-11,-1 0 12,-2 0-12,-2 1 11,2 0 6,1-2 0,2 1 34,-1-2-17,8-1 16,0-2 18,10-3 10,3 0 7,1-2 268,2 0-325,0 3 6,0 0 5,0 3-22,0-1-6,0 2-5,0 0 0,0 1 0,0 2 5,1 0-11,1 1-11,-1 0 17,0 3 0,1-1 5,-1 2 34,0 1-33,-1 1 33,0 11-28,-2-7 28,-4 17-28,-1-17 11,-4 7-5,3-11-6,0-3 16,0-1-21,0-4 33,3-2 11,0-3 17,2-1-22,2-2 111,0-1-117,2-6 11,1 0-39,3-7 6,3 0-12,3-2 12,3-3-12,4-2-5,3 0 6,3-2 5,3 2-12,19-6-667,-10 8 618,12-2 33,0 8-3194,0 7 3189,-1 3 5,-6 7 11,-16 5 23,-1 4-46,-4 4 12,-2 3-5,-4 4-12,-6 2-5,-4 14-1,-7-9-679,-6 9 663,-8-14-6,-3 1-11,-5-2-51,-2 0 7,-1-1 2336,-1-4-2444,0-2-72,2-3-100,1-4-136,3-3-178,2-3-371,3-3-889,2-1-2147,4-5-5196,4 0 9114,2-3 1,3 3 0,2 1 0</inkml:trace>
  <inkml:trace contextRef="#ctx0" brushRef="#br1" timeOffset="266653">12082 11507 23137,'50'-28'341,"0"1"1,-4 2 0,-6 4 1218,-14 10-1331,-2 0-38,-5 2 437,-3 3-415,-2-2 106,-6 5-286,-2 0 786,-5 2-964,-1 1-107,-4 4-308,-1 1-605,-5 5-2285,1 1 2602,-2 1 0,5-5 0,0 0 0</inkml:trace>
  <inkml:trace contextRef="#ctx0" brushRef="#br1" timeOffset="270037">2676 13445 26217,'-33'-37'134,"5"12"-95,21 40 12,0 3-12,1 1-11,-1 2-11,3 0 0,0 0 11,2 0-12,1 0 7,2-3-23,2 0 0,2-2 5,4-2 23,2-2-11,2-3-6,2-1 12,2-4 38,9-2-16,-5-5 6,5-2-23,-7-6 39,-3-2 0,0-3 11,-3-2-38,-2-2 32,-1-1 1,-3-1 0,-3-1 11,-2-3-39,-1 0-6,-4-1 39,-5-10 1,-7 1-40,0 3-5,-2 11-12,7 13 6,-1 4-6,1 2-22,0 4 17,0 4 6,-3 3-12,0 7 0,-3 3 0,0 4-5,-2 2-12,-5 18 12,4-8-474,-3 14 452,8-12 38,2 2-28,1 1 6,3 0-11,3 1-11,2 1-73,7 15 16,6-14-61,7 11-84,7-20-694,27 4 16,-5-11-1457,-12-12 0,1-1-626,21-1 2985,-22-7 0,-2-1 0,3 1 0,-1-2 0</inkml:trace>
  <inkml:trace contextRef="#ctx0" brushRef="#br1" timeOffset="270211">3389 13721 28671,'-4'-46'0,"1"9"0,5 36 0,0 1-220,0 0-362,2 0-701,3 1-3467,1 2 4750,6 1 0,-7-2 0,0 1 0</inkml:trace>
  <inkml:trace contextRef="#ctx0" brushRef="#br1" timeOffset="271079">5533 13544 23788,'23'-43'414,"0"0"1,-2 4 0,-7 7 439,-12 21-602,-2 2 159,0 2-249,0 2 62,0 2-112,-1 3-84,-1 3-12,-2 4 7,-1 7-23,-2 5-3063,0 5 3086,-3 5-1027,1 6 1021,-1 3-1948,0 4 1926,-1 4-1,-1 3-226,-1 3 182,-3 3 1269,-2 4-1370,-2 0 28,9-29 0,-1 0-365,-4 11 1,-1 0-512,4-12 1,1 0 264,-4 8 1,0-3-1366,-2 6 2099,0-3 0,9-18 0,1-3 0</inkml:trace>
  <inkml:trace contextRef="#ctx0" brushRef="#br1" timeOffset="271461">5747 13155 16661,'0'-8'4509,"0"2"-3580,0 6 1687,0 0-2571,-22-33 56,10 40-28,-15-19-3443,19 41 3381,5-1-561,2-9 561,2-1-17,3 1 6,2-3 0,3-1-5,2-2 16,2-3 17,0-3 45,8-4-17,-5-2 3144,4-6-3122,-7-2 6,0-5-2548,-2-3 2571,0-1-658,-2-4 719,-1 0 135,-2-13-180,-2 7-17,-2-8-5,-2 10-22,-2 1-1,-2 2 3031,-2 2-2991,-7-1-79,3 8-11,-6 0-6,6 8-22,-2 2 11,1 1-16,0 5 967,-5 7-1024,4 3-22,-1 7-101,5-2-173,2 1-398,2 2-813,2 1-8262,2 10 8041,1-11 0,-1 0 0,1-16 0</inkml:trace>
  <inkml:trace contextRef="#ctx0" brushRef="#br1" timeOffset="271678">6180 13380 23075,'-5'-1'2615,"1"0"-1411,4 1-1780,70-58-5141,-14 42 4575,-8-15 0,1 3-5210,10 27 6421,-19 5 1,-20-3 0,-2 3 0</inkml:trace>
  <inkml:trace contextRef="#ctx0" brushRef="#br1" timeOffset="271845">6215 13659 28076,'38'-19'-45,"0"0"0,0 0 1,-2 3-360,18-4-794,3 0 1198,-23 9 0,-2 0 0,3-1 0,-1 1 0</inkml:trace>
  <inkml:trace contextRef="#ctx0" brushRef="#br1" timeOffset="273988">7598 13095 20965,'-49'-22'443,"4"12"-303,25 40-26,3-5 1,-1 4 215,-2 3 0,0 2-280,-5 10 0,2 1-33,2 2 0,2-3-6,6-9 0,3-2 802,-2 24-740,14-15-39,14-6-12,13 3-5,15-10 0,9-10 80,-10-9-92,-6-5 832,-16-4-798,-6-2 95,-2-5 537,-8-5-604,-2-2 23,-8-3-6,-3 4 428,-4 0-423,-3 0 7,-2-1-24,-4 2 1,0 0-17,-3 1-11,2 2 0,-1 0-12,2 2 1,-5 1-28,8 3-23,-3 1 17,7 8-6,5 0-16,-1 7-51,4 4-17,3-2-61,0 5-213,3-6-392,5-1-857,3-2-2879,6-2-5120,1-3 8764,1-3 0,-7-2 0,-4 0 0</inkml:trace>
  <inkml:trace contextRef="#ctx0" brushRef="#br1" timeOffset="274173">8148 13194 26881,'-53'-12'-3103,"13"6"-3194,46 24 6297,2 4 0,-5-10 0,1-1 0</inkml:trace>
  <inkml:trace contextRef="#ctx0" brushRef="#br1" timeOffset="274356">8265 13566 23657,'-11'9'2386,"2"-2"-1988,9-7 296,0 0-649,-54 69-1392,28-20 1324,4-13 1,-4 4 0,6-3-1703,-2 22 1300,2 0-628,5-18 569,1-8 1,0-2-1,3-2 1,-8 11 0</inkml:trace>
  <inkml:trace contextRef="#ctx0" brushRef="#br1" timeOffset="274972">9735 13133 19637,'-46'-13'233,"-1"0"1,3 1 0,6 7 2171,6 12-2260,0 7 51,-13 13 140,13-4-285,-8 14-7,16-5-4,2 5-12,3 4-6,1 3-11,3 2 0,3 1 1,5 0-1948,3-2 1936,5-1-11,7-4 722,3-2-716,8-4 5,3-4-6,4-2-5,2-4-6,3-4-1974,-1-4 1985,-1-6 185,-3-4-167,-4-5 4,-4-7 7,-4-3 2068,-4-6-2012,-1-12-23,-5 5 17,0-8 5,-3 9 0,-3-1 6,-2 2-11,-4-1 0,-2 3-23,-2 1-10,-2 3 407,-3 3-419,-1 3-11,-2 4-6,0 1 6,-11 5-11,8 3 5,-5 3-312,11 3 289,4 1-4,3 2-85,2 8-45,5-5-151,1 5 2888,8-7-3645,4-2-1147,7-2 2201,7 0 0,-10-5 0,1-2 0</inkml:trace>
  <inkml:trace contextRef="#ctx0" brushRef="#br1" timeOffset="275256">10372 13135 19345,'-33'27'18,"1"1"0,-1 0 1,-12 11-1,6-3-168,10 1 172,-1 4-10,-2-1 1323,2 2-1329,1-2-6,5-2-6,3-3 1077,6-4-1082,4 3 5,6-12 12,7 1-28,7-14-12,8-3-39,7-4-50,7-3-45,6-3-118,8-3-278,5-4-40,6-1-338,5-2 790,-28 7 0,0-1-3186,1 1 0,2-1 2958,7-1 1,-3 0 0,4 0 0,0 0 0</inkml:trace>
  <inkml:trace contextRef="#ctx0" brushRef="#br1" timeOffset="276227">11120 13035 24142,'35'-27'230,"-1"7"559,-4 30-744,-4 2-839,11 9 822,-7 1-5,1 3-2635,1 4 2606,0 4-5,-12-6 0,-1 1-1487,8 18 1433,-12-15 1,-1 1-1052,-2 18 511,-4 0-1619,-5 0-112,-5-1 2336,-7-12 0,0-1 0,2-4 0,-10 14 0</inkml:trace>
  <inkml:trace contextRef="#ctx0" brushRef="#br1" timeOffset="276412">11193 13496 23373,'17'-44'99,"1"1"0,5-1 0,2 9-110,7 19-67,16-3 495,-10 7-2462,2 2 1,2 0 2044,15-4 0,-22 6 0,-4 0 0,-7 3 0</inkml:trace>
  <inkml:trace contextRef="#ctx0" brushRef="#br1" timeOffset="286821">12161 13176 24617,'4'-54'-2167,"-1"11"-124,-3 65 1016,3-1 0,-2-10 0,2 0 0</inkml:trace>
  <inkml:trace contextRef="#ctx0" brushRef="#br1" timeOffset="286972">12250 13826 24342,'-39'50'58,"0"-1"0,3-3 0,6-7-322,10-11-3617,-9 14 2659,4-6 1,4-5 0,9-14 0</inkml:trace>
  <inkml:trace contextRef="#ctx0" brushRef="#br1" timeOffset="291732">13721 13014 24872,'3'-17'415,"1"3"-308,0 14-23,-1-1-6,0 1-11,0 0-22,-1 0 106,-1 0 17,-1 3-84,-2 0-22,-2 2-12,-4 0-16,-2 0-1,-3 0 23,-2-2-16,0-1 4,-1-1 7,1-2 16,1-2-22,1-3 0,2-3 11,0-5 33,0-11-44,4 3-3398,0-10 3348,5 8-926,2 1 953,4 0 45,7-2-56,1 8 1,6-2-1,-3 11 2917,3 2-2923,1 4-10,3 1 1450,13 6-1450,-6 1 5,10 8-17,0 8 6,-10-2-3,-6 4 0,-3 3-9,-6 4 1,-3 21-1,-22-17-222,-10 3 223,-11 3-6,-8 1 14,17-19 0,-2-1-1351,-1 2 1,-1 0 1350,-2 0 0,0 0 11,0 0 1,-1 0 2,0-1 0,0 1-6,-10 3 0,0-1 20,12-9 0,-1-1-1203,-5 2 1,2-3 1250,-2-7-781,8-4 769,8-8 93,7-8-59,14-12-39,5-1 39,13-2 1555,3 7-1589,3 1 6,5 1-5,2 2-29,4 2-5,1 2-34,23 1 12,-13 4 2,-16 4 0,0 0-31,16 2-390,-1 2 334,0 3-47,-3 2-468,12 9 6,-18-1-410,7 5-755,-22-4-3131,-4 1-4582,-4 0 9892,-5-3 1,-5-6-1,-3-3 1</inkml:trace>
  <inkml:trace contextRef="#ctx0" brushRef="#br1" timeOffset="292164">14644 12735 18806,'-3'-2'4140,"0"0"-124,3 2-3904,-61-34-1708,44 26 1632,-17-11 1,5 4 547,24 15-534,1 2 272,0 0-283,1 2 0,1 0 6,0 0 970,2 3-948,2-2 0,2 4-16,5-4 49,11 5-60,0-4-252,11 5 235,-2-3-6,4 3-12,3 1-3295,22 10 3290,-14-4 5,-9-3 1,-1 3-682,6 12 698,-5 1-186,-18 0 243,-21 2-35,-7-7 129,-10 8-111,-21-1-40,6-10 2061,-14 7-2077,15-13-17,3 0-12,3-3-27,5-2 858,6-2-1026,5-3-225,6-2-492,4-3 1004,10-1 1,-5 0 0,6-1-1</inkml:trace>
  <inkml:trace contextRef="#ctx0" brushRef="#br1" timeOffset="296496">16059 12544 23027,'-56'-17'237,"-1"0"1,9 1-1,6 9-147,-6 38-465,13-2 436,-1 6-16,-1 4 6,1 6-23,1 3-9,14-12 1,1 2-3,-6 19-486,12-20 1,3 0 479,4 11 0,9-2 11,7-5-10,9-3-18,9-4 6,6-5-11,-4-12 0,3-2 39,17 5-22,-16-10 0,0-2 5,13-3 22,-2-7 7,-4-5 10,-4-7-2126,-4-4 2144,-5-4 21,-6-2-1172,-6 0 1190,-6-2 631,-4 0-643,-6 1 400,-5 0-406,-6 1-33,-5 3-11,-5 3 0,-2 4-34,-4 4 2150,-3 5-2138,-2 2 2839,-1 6-2845,-1 2-6,0 5 6,1 4-286,3 4 275,4 2-905,3 2 882,4 2-11,5 1-51,5 0-94,5 1-191,7 0-325,6 0-611,8 0-1489,9 0-6890,1-5 9330,2-4 0,-14-8 0,-4-4 1</inkml:trace>
  <inkml:trace contextRef="#ctx0" brushRef="#br1" timeOffset="296729">17687 12315 17667,'-50'22'212,"0"-1"1,3 0 0,5 0-101,0 12-17,-5 4-28,22-16 0,-1 1-48,0 1 1,-1 2-16,0 1 0,-1 0-1,1 2 0,-1 1-6,0 1 0,0 1 392,1 0 0,0 1-470,0 1 0,0 0 368,2 0 0,0 0-651,1 0 0,1-1-278,1-1 1,0 0-398,3-3 1,1 0-3304,-13 19 4342,4-3 0,15-23 0,2-4 0</inkml:trace>
  <inkml:trace contextRef="#ctx0" brushRef="#br1" timeOffset="296902">16927 12675 22168,'3'-43'941,"1"-1"0,-1 6 0,0 6-369,-3 14 245,-1 6-509,0 4 19,0 4-170,2 2 37,4 4-71,3 5-2095,6 6 2067,4 6-11,6 5-23,6 4-27,4 6-23,6 2-2371,4 5 2349,-20-18 0,1-1-45,1 2 0,1 0-87,1 1 0,1 0-176,2 1 0,0 0-678,1 0 1,-1 1-901,2 1 1,-1-1-3020,-3-3 1,-1 0 4682,20 17 0,-23-20 0,-11-9 0</inkml:trace>
  <inkml:trace contextRef="#ctx0" brushRef="#br1" timeOffset="299253">11703 12513 13396,'-13'-2'1389,"8"-1"-1109,30 0-73,3 1-73,1-1-39,2 0 1,16-1-62,-9 1-2958,14-1 2946,-13 1 1,1-2-423,0 0 416,1 1 1,-2-2 0,0 2 0,-4-2 5,-3 2 1,-6 0 33,-7 1 0,-7 0 5,-6 2-10,-7 0 2749,-8 1-2688,-36-1-56,8 2-152,4 0 1,-1 0 201,-14 3 45,-5 2 73,-6 0 90,-2 2-1602,29-3 0,0 0 1523,0 0 1,0 0 13,0 0 0,1 1-137,-30 5 320,6 1-85,5-1-84,8-2 73,0 2-258,19-4-10,1 0 10,17-5 17,5 0 40,5-2-23,6 0-17,6 0-28,8-2-17,7-2-10,8-2 105,6-3-145,9 0-12,3-1 1,-26 5 0,1 0 0,0 0 0,0 0 2,1 0 1,0 0-4,-2 1 1,2-1-20,8 0 1,0-1-21,-5 2 1,-1 0 27,-2 1 1,-3-1-23,10 1 2704,-30 2-2659,-7 1 538,-23 3-543,-3 1-1,-23 3-3123,1 0 3129,-9 1 12,-6 1-282,27-4 0,-1 1 284,-2 0 0,0 0 11,-1 0 1,0 0-502,0 0 1,0 1 508,1-1 1,0 0 16,3 0 1,0-1 72,-22 5 180,1-1-40,25-4-151,9-1 2349,26-6-2331,12-2-7,8-3-5,10-2 616,7-3-650,8 0 939,8-3-1009,-28 8 0,1 0-12,3-1 1,0 0-12,1 1 1,0 0-17,1-1 0,1 0-54,-1 2 1,0 0-130,-1-1 1,1 2-359,-2 0 1,-1 2-6532,25-3 7097,-13 3 0,-23 1 0,-11 2 0</inkml:trace>
  <inkml:trace contextRef="#ctx0" brushRef="#br1" timeOffset="314681">4590 15664 21983,'8'-52'549,"1"-1"0,-1 6 0,-1 4-219,0 6-50,1 1 191,3-11-292,-2 14 919,3-8-981,-4 19-22,1 4 333,-3 4-372,0 5 165,-1 3-193,-2 4 555,-1 3-555,0 5 11,-2 6-33,1 7 22,-1 5-17,-3 7-5,-3 3-213,-3 5 179,-3 4-484,-1 4 428,-2 4-67,0 2-1099,-1 2 758,2 1-393,1-1-662,3-2-1561,3-2-6588,4-9 9696,1-8 0,2-17 0,0-8 0</inkml:trace>
  <inkml:trace contextRef="#ctx0" brushRef="#br1" timeOffset="315065">4804 14970 19125,'-34'-28'372,"0"0"0,-1 0 1,-12-10-1,4 9-125,6 23-46,-1 4-16,-3 7-39,0 5-23,0 10-34,-1 6-21,-1 9-799,-1 8 753,22-18 1,0 2-1,-1 2 0,1 3-11,-1 2 1,0 3-4,0 2 1,0 3-203,0 2 0,1 2 197,0 2 0,2 3 19,3-2 1,-1 3-1,3-1-518,-1 7 1,1 1 497,4-8 0,0 1 0,3-2-8,2 1 1,4-3 2,0-1 0,4 1-546,9 12 1,3-1 542,-2-17 1,4 0 7,7 8 1,4-4-331,-2-18 0,1-5 328,4-1 0,1-4 151,3-2 1,1-3-155,3-3 0,1-3 419,1-2 0,1-4-408,1-3 1,0-4 56,1-3 0,-1-2-49,1-5 1,-1-4 3,-1-2 0,0-4-1,-2-1 1,0-4-4,-2-2 1,-1-2 19,-1-2 1,-1-1 5,-3-3 0,-1-2 0,-1 0 0,-2-1 3,-3-3 0,-1-1-9,-2 0 1,-2-1-155,-2-2 1,-2 1 139,-2-1 1,-3 1-173,-2 2 1,-2 0 182,-1 2 1,-3 1 10,-4 3 1,-3 2 3,-2 3 0,-3 2 24,-4 2 1,-3 3-60,-3 3 0,-3 2 23,-3 3 1,-3 3-6,-2 1 0,-2 3 313,-4 2 0,-1 3-361,-2 1 1,-1 2-24,-4 2 1,1 1-54,-2 2 1,1 1-82,-1 1 1,1 1-230,3 1 0,0 1-749,4 1 1,1 1-8680,-24 6 9621,16-1 0,23-4 0,11-3 1</inkml:trace>
  <inkml:trace contextRef="#ctx0" brushRef="#br1" timeOffset="323273">6398 15327 13379,'2'-6'6206,"0"1"-4268,-2 5-1530,5-2-216,-2 3-24,4-1 95,-1 6-157,-1-1-5,1 1-11,-3-2-12,1 1-5,-2-1 5,0 0 1,-2 0 21,1 1 1,-1 0 6,-2 0 61,-6 3-96,-1-2-10,-5 1-12,1-2 6,0-2 12,1 0 21,-1-2 146,0-1-95,2-4 12,2-1 178,3-11-184,3 1-18,1-8-4,1 3-6,3-1 5,1-1-28,3 0-11,1 1-11,0 1 5,2 2 1,-1 3 44,5-2-106,-4 7 28,7-2-45,-6 9 11,2 0-17,-2 3-5,1 3 0,0 1-6,2 5-22,5 9 28,-4-2 5,4 9-16,-8-3-1,0 4-33,-4 3-313,-3 3 285,-2 4-23,-5 1-10,-5 4-1230,-7 2 1212,-4 2 11,-6 1 12,-2-3 36,5-14 1,-1 0 42,-14 11 33,13-15 0,0-2 16,-7 1 29,1-7 11,6-6 11,4-6 79,1-9-28,8-12 17,2-10-79,9 1 260,3 1-243,7 5 1193,-1 7-1250,4 0-4,2 7 10,6 4-28,2 3 1,4 2-18,-3 3-5,4 0-16,2 1-57,4 0-68,4 0-94,3-1-118,5 1-1966,3-1 1355,4-1-638,2-2-1406,1-2 2331,6 0 1,-28-2-1,-3 0 1</inkml:trace>
  <inkml:trace contextRef="#ctx0" brushRef="#br1" timeOffset="323653">6928 14889 11716,'-53'-30'1025,"0"1"0,4 3 0,3 3-454,-10 5-151,0 5-89,-2 7-629,15 6 0,-1 2 390,10 2 1,0 2-12,-12 2 0,1 3 393,11 2 1,3 1-422,-2 1 0,1 2-6,-1 2 1,1 2-15,1 3 1,0 1-14,1 1 0,0 2-253,0 3 1,2 1 249,0 2 0,2 1-12,0 1 1,1 3-152,4-1 0,0 4 0,1-2 165,-2 7 1,2 0 19,3-6 0,0 1 0,4-2-34,1 3 1,3-2-326,2-2 1,3 0 335,2-3 1,2 0-6,4-2 1,4-1 21,11 10 1,5-2-37,-2-11 0,3-2 22,11 8 1,3-4-3,-5-13 0,2-3-40,3-1 1,2-2 30,2-3 0,3-2 72,0-4 0,4-1 1,-3-2-76,9-1 1,0-2-3,-7-1 1,2-1 0,-3-2-4,3-4 0,-3-3-3,1-2 0,-1-2 6,-2-1 0,0-2 5,-3-1 1,-1-2 2,-3 0 0,-1-2 450,-3 0 1,-2 0-443,-2-2 1,-3 0 11,-3 0 0,-2-1 472,-3-1 0,-3-1-444,-2-1 0,-3 0 8,-3-1 0,-3-1-14,-1-1 1,-2-1 21,-3 1 1,-1 0-1,-3 1 1,-1-1 2,-3 2 1,-1 1 90,-15-27-148,-7 7 74,-3 6-44,-7 7 1334,-4 6-1363,-5 7-27,-4 4-40,-3 6-992,-2 3 756,-2 5-340,1 1-1221,1 4 1842,-4 1 0,30 1 0,3 0 0</inkml:trace>
  <inkml:trace contextRef="#ctx0" brushRef="#br1" timeOffset="327270">9516 15303 19837,'16'-46'902,"1"0"0,1-2 0,-2 7-432,-3 14-56,3-5-10,-8 14-52,-1 4-32,-2 3-29,-2 4-67,-2 3-45,1 0 79,-2 4-219,-1 6 17,-1 2-5,-3 9-12,-2 3-17,-3 3-10,-2 5-1172,-3 5 1171,-2 4 17,-2 4-39,-1 3 33,0 1-5,-2 0 5,2 0 6,2-3-28,2-1 6,3-4 5,4-3 23,3-6-29,3-4-5,2-5-374,1-5 368,3-3 40,1-5 95,17-5-79,-5-6 6,14-5 11,-7-6-28,3-3 23,2-3 650,4-3-634,-7 5 0,0-1-10,14-10-29,-13 10 0,-1 1 23,6-5 16,-4 2-16,-4 3 390,-4 4-390,-6 5-29,-4 3 18,-4 5-6,-3 1-17,-1 6-28,-3 2 22,-3 5-5,-2 5 5,-2 3 17,-2 4-44,0 2 5,-1 5-11,0 1-1,2 3-381,2 1 337,2 1-3138,2-1 3060,2-1-12,4-2-1324,10 9 1050,2-12-327,10 4 42,-3-17-219,3-4-325,2-5-533,0-4-890,1-7-1399,0-4 4071,2-10 0,-13 8 0,-2-1 0</inkml:trace>
  <inkml:trace contextRef="#ctx0" brushRef="#br1" timeOffset="327621">10226 15116 4812,'-11'-59'1577,"0"1"1,1 5 0,-3 6-469,-14 5 331,-5 4-740,-7 5-346,-7 4 128,-7 6-79,-5 7 193,27 11 0,-2 1-414,0 2 0,-1 2-17,0 2 1,-2 3 345,0 1 1,0 1-425,0 3 0,0 2-17,0 1 0,0 2-14,1 1 0,0 2-9,1 1 1,1 2-12,-1 1 1,2 2-18,-1 2 1,2 1-15,1 2 1,0 2-3,1 1 0,1 2 0,1 1 0,1 1-1,2 1 1,1 1 0,0 2 0,2-1 2,2 2 1,1 0-3,1 0 0,3 0-1,1-1 1,2 0 5,3-2 1,2 1-6,2-3 0,2-1-3,4-2 0,3-1-6,11 28-5,14-8 5,10-4-8,-15-26 0,2-3-9,3 0 1,2-2-12,3-2 1,2-3-1,3 0 1,2-1-6,3-4 0,0-1 5,2-1 0,3-2 13,-2-3 1,3-3 0,-2 0 6,8-3 0,1-1 10,-9-1 0,2 0 1,-4-2-9,3-5 1,-3-2 11,0-1 0,-2-2 8,-2-1 1,-1-2-1,-3 0 1,-2-2 2,-3 0 0,-1-2 14,-4-1 1,-1 0-1,-4-2 0,-2-1 8,-2-1 1,-3-2-3,-2 0 0,-1-2 2,-3 0 1,-1-1-3,-2 0 0,0 1 5,-3 0 0,-1 0 0,-1 3 1,-1 0 25,-3-28 11,-8 8-23,-7 8 0,-7 7-27,-5 5 1117,-7 6-1174,-4 4-55,-5 4-124,-3 4-213,-4 2-498,-1 4 866,-1 3 58,-6 2 0,28 2 0,2 0 0</inkml:trace>
  <inkml:trace contextRef="#ctx0" brushRef="#br1" timeOffset="328796">12582 15082 23743,'-34'-20'201,"-1"0"1,2 2-1,9 0 113,20-7-191,1 4 77,4-7-37,12-1-124,1 8-458,11-5 458,-1 10 1,2 2-3119,2 2 3101,0 3-5,0 2-199,-1 3 199,1 2-12,-2 3-5,9 8 0,-11 1 6,6 7 252,-8 9-269,-9-4 16,0 9 12,-11 6-28,-5-8 3274,-6 12-3336,-14 3 45,2-10-423,-10 10 440,7-17 0,-1 0 22,-15 5 0,10-10 12,-11 3 0,14-14 10,1-3 12,2-3 22,4-3-5,4-4 11,4-3 16,3-3 1,3-3-1,4-1-5,1-1 0,1-1-11,4-2 744,1 1-761,5 0-11,0 1-6,2 1 11,3 2-5,0 1-6,1 4-5,1 1-23,1 2-5,1 2-12,1 2-5,1 2 0,1 3 11,1 4 11,1 3 0,-1 3-17,7 12-22,-9 7-22,-5 14-378,-16-9 383,-14-1-986,-8-12 992,-6 0-6,-5-1 0,-5-1-22,-6 0-1186,-3-2 1141,-5-2-34,-1-3-39,-3-5-61,1-2-91,1-6-139,2-2-207,6-6-303,5-5-470,9-6-902,8-9-2375,8-5-5098,7-2 9510,5 1 1,3 14-1,1 5 1</inkml:trace>
  <inkml:trace contextRef="#ctx0" brushRef="#br1" timeOffset="329182">12592 14530 18106,'-46'-8'308,"0"0"0,1 0 0,-12-4 0,3 8-190,7 22 0,4 6-12,8-4 0,2 0-22,-2 3 0,-1 1-517,1 2 0,0 1 475,-1 2 0,2 2-14,-2 2 0,1 0-6,1 2 1,0 2-310,-1 1 0,2 1 304,0 1 0,1 2-1,2 0 1,0 1 0,2 0 0,1 1 5,3 0 1,1 0-4,2 0 1,2 0-4,2-1 1,3-1-41,2-1 0,2 0 32,3-3 1,3-1 5,2-3 0,2-1 380,13 25-383,10-8-8,9-21 0,7-3 3,-6-7 0,3-2-14,17 2 0,2-3-116,-6-8 0,0-3 110,5-2 0,1-1 2,4-2 1,0-2 0,3-2 0,0-1-350,0-3 0,1-3 357,-21 3 0,0-1 1,-1-1 0,20-6 0,0-3-366,-4 0 1,2-4 375,-8-1 1,1-2-1,-2-1-108,-12 5 0,-3 1 0,2-3 114,8-6 0,1-2 0,-5-1-101,1-4 0,-5-1 108,-2-3 0,-1-1 8,-3 0 0,-3-1 58,-1-2 0,-3-1-50,-2 1 1,-2 0 88,-3 0 1,-2 0-93,-2 2 1,-2 0 5,-3 3 0,-2 0 6,-1 3 0,-3 1 3,-3 2 0,-3 2 41,-7-27 910,-12 7-926,-6 8 1037,-7 6-1071,-5 7 6,-6 8-34,-5 5 0,-7 6-8,27 8 0,-1 2-12,-3 0 1,0 2-17,-2 2 0,-1 2 132,-1 1 1,-1 1-228,0 2 0,0 3-119,-1 0 1,1 2-199,1 1 0,0 1-580,2 3 1,1 0-3683,4-2 0,2 1 4699,-18 15 0,24-16 0,12-6 0</inkml:trace>
  <inkml:trace contextRef="#ctx0" brushRef="#br1" timeOffset="330465">14739 14849 24743,'-4'-54'426,"-2"11"-331,-8 43 68,-9 0-28,-6 1-79,-3 0-12,1 3-4,7-1-7,1 0-10,-1 1 5,2 0-6,0 0 28,1 0 18,-7 3-68,11-4 28,-4 3 11,13-5-17,4 0 1,2 0 10,0 0 152,2-1-73,0 3-56,1-1-6,1 2-10,0-1-1,-1 1 0,0 1-5,0 1 5,1 0-22,-1 2 33,1 1 12,-1 2 5,1-1 11,0 3-11,-1 1 12,0 1-1,-1 0 68,0 9-96,0-6-5,-1 6 11,-2-8 0,-1 1-6,-1-2-10,-1 0-12,1-2 0,-1-1 0,1-1-6,1-1-11,1-3 17,0-3 17,3-1 257,-1-2-257,4-8-6,1-1 1,4-7-24,1 2 1,0-1 6,2 0-12,1-1 6,0 2 5,2 0-33,-1 2 16,2 2 7,-1 1-7,16-1 1,-9 4-6,14 0 17,-13 6-17,3 2 0,0 2 0,1 4-6,-2 3 6,-2 4-17,-4 2-67,-4 29 62,-10-16-12,-8 22-11,-11-23 1,-7-1-113,-21 10-315,7-10 334,3-8 1,-4 0-87,7-8 0,-1-1-1580,1 0 1,0-2 1299,-23 3-201,20-10-326,5-4-593,2-4-1653,6-5 3277,2-8 0,9 8 0,3-1 0</inkml:trace>
  <inkml:trace contextRef="#ctx0" brushRef="#br1" timeOffset="330854">14640 14436 15479,'2'-8'5708,"0"3"-4621,-2 5 2033,0 0-2964,-67-19-3212,29 29 3117,-9-12 1,-2 5 27,10 24 1,3 7-59,6-9 0,0 2-12,-10 11 1,1 1 2,11-9 1,2 3-1,-10 16 1,1 3-949,9-11 0,1 0 926,-7 14 0,3-1 0,11-15 0,3 3-191,3 4 1,2 7 0,3-5 190,2-1 0,3-1-4,0 0 0,1 3 1,7-4-9,15 1 1,10-6-28,9 0 0,6-3-732,0 1 0,4-5 746,7-5 0,1-6-3,-11-9 0,1-2-109,2-1 1,1-2 105,2-2 0,-1-1 20,2-1 0,-1-2-1,-1-2 1,0-2 274,-2-2 1,-1-2-259,-2-2 1,-1-3 0,-4 0 0,-1-5 13,9-13 1,-3-3-161,-15 7 0,-1-4 158,-3-7 0,0-6 0,-5 2-3,-5 1 0,-5-3 8,-1-9 0,0-5 1,-4 4-4,-2 1 1,-2 2-15,-1 5 1,0-2 0,-2 2 5,-2-1 0,-1 2 3,-1 2 0,-3-1 0,-7-9 0,-5 2-8,3 14 0,-2 1 2,-8-7 0,-3 3-5,4 16 0,-2 3 504,-1 1 1,-2 1-505,-2 2 0,-1 1 66,-2 2 1,-1 0-70,-1 1 0,0 2 8,-2 0 0,0 1-384,0 2 0,1 0 345,0 1 0,-1 1-179,-10 1 0,1 1-62,13 3 1,1 1-287,-6 1 1,1 3-9274,-13 19 9339,21-7 0,4 1 1,20-13-1</inkml:trace>
  <inkml:trace contextRef="#ctx0" brushRef="#br1" timeOffset="331523">16782 14616 16028,'4'-8'4778,"-2"0"-3748,-2 8-167,0 0-123,22-62-4415,-16 42 3890,7-16 1,-5 5 887,-12 24-851,-2 4 102,-13 7-209,2 2-22,-9 7-16,4 3-267,-1 3 238,-3 5 2377,-2 3-2404,0 5-7,-1 2-175,-1 4 165,4-1 0,0 0-23,-3 10-549,6-11 0,2 0 538,8-2-17,3-2 3,6-2 20,1-2-6,7-1 0,3-3 11,6-2 702,6-1-674,16 1 0,9-7-16,0-2 10,-1-8 6,-16-8-5,-4-2 291,-4-4-257,-4-4-7,-4-1 1229,-4-1-1234,-4 0 418,-2 0-418,-5 2-22,-2 2 16,-15-2-27,-11 5-12,-1 1 17,-6 5-23,10 5 7,-1 2-1,-9 9-3398,10-1 3376,-3 7-347,11 5 347,9-4-22,-1 7-29,10-6-273,4 11 117,6-7-561,16 16-940,17-13-197,3-1-2395,8-6-2147,-14-11 6458,4-1 0,-19-4 0,-2-2 0</inkml:trace>
  <inkml:trace contextRef="#ctx0" brushRef="#br1" timeOffset="331898">17139 14433 16860,'-24'-35'626,"-1"1"0,1-1 0,-11-12 0,2 7-155,-9 13-457,-4 5 311,-4 5-6,-5 6-2307,-3 5 2262,-4 5-154,30 4 1,-1 1-438,1 1 0,-1 3 384,0 2 0,0 2-332,0 2 1,1 2 300,0 1 1,1 3 49,0 1 1,2 2-62,0 3 0,1 2-11,2 0 0,-1 3 6,-8 19 0,2 3 153,8-13 0,1 2-167,-6 14 0,3 0-4,10-14 1,2-2-9,2 1 1,1 0 547,3 0 0,2 0-545,1 0 0,3-1-8,3 0 0,2 0 5,3-1 1,4-1 7,2-1 1,4-2 0,3 0 0,4-3-9,3-1 1,3-2-1,3-1 1,3-2-26,3-1 0,2-3-285,3-1 0,1-2 288,3-2 0,2-2 2,0-2 1,2-2-393,0-3 0,1-1 390,-1-2 0,1-2 177,-2-2 0,-1-2-161,0-3 1,-1-2-415,-2-3 0,-2-2 431,-2-2 1,-1-4 13,11-14 1,-3-4 126,-13 8 1,-2-3-119,7-11 0,-3-2 3,-14 9 0,-4-1 2,0-3 1,-1 0-20,-1-3 0,-2 0 11,0-3 0,-2 0-8,0-2 0,-1 0-1,-2 0 1,-1 0 6,-1 0 0,-2 1-12,-2 2 0,-1 1-162,-3 3 1,-2 1 161,-2 4 0,-5 0-14,-12-4 1,-5 2 96,3 11 1,-4 3-177,-11-5 1,-3 4 263,5 10 0,-2 4-776,-3 0 1,-2 3-1513,-3-1 0,-1 2-2644,2 1 1,2 1 4691,2 0 0,4 1 1,-4 0-1,17 1 0</inkml:trace>
  <inkml:trace contextRef="#ctx0" brushRef="#br1" timeOffset="333629">16727 14480 20008,'12'-40'664,"0"0"1,-1 3 0,-3 10-155,-8 20 92,0 2-238,0 2-79,0 1-24,-1 1-87,-1 1-1,-1 0-11,-2 3 71,-1 2-76,-2 3-12,-3 1-22,1 1-11,-2 1-10,-1 2-7,0 1 0,-3 1-16,0 2-7,-3 2-3380,-2 2 3370,-2 2 11,-2 2-1669,-1 3 1652,-1 0-587,0 3 604,1-1-1523,0 1 1522,4 0 7,0-1 1522,3-2-1534,2 0 51,-4 10-28,4 2-57,2 1 995,5-3-1011,7-11-1376,2 0 1381,0-1 1988,2 0-1993,2 0 5,1-1 1,8 10-7,-1-9-4,3 6-24,0-10 549,-1-4-520,10 4 22,-5-8 3297,6 1-3325,-5-9 6,-1-3 11,2-2-12,1-3-4,2-2-1,2-4 0,1-4 17,3-3-6,1-1 1,1-2-86,0-1 74,0-1 0,-3 1 6,-2 0-6,-3 1 12,-5 0 5,-4 1 5,-5 1 23,-5 0-33,-2 2-1,-4 0 6,-2 1-5,-4 0-1,-3 1 0,-2 0 244,-1 0-221,-8-3-22,6 3-1,-4-1-22,8 4 17,0 2 0,0 0-1,1 1-10,-1 2 0,-1 2 5,-1 1 22,-12 2-33,5 3 0,-12 2 0,8 3 17,-13 5-279,9-4 267,-7 3 12,15-3-17,4-3 11,4 0 0,3-1-22,3-2 22,3-1-16,1 0 5,2-1 5,0 0 252,2-1-251,4-1-12,1 0 1,2 0 10,0 0 1,1-1 5,5-2-5,-3 0 5,2-1-11,-4 2 11,-1-1-44,6 0 27,2-1 34,1 1-39,1 0 22,-5 1-11,0 1 0,1-1 0,-1 1 0,0-1-6,1 2 6,0 0 6,1 1 5,0 2-11,0 2 0,-1 0 0,1 2 0,-2 1 11,0 0-44,-1 2 33,-2 0 0,0 1-6,-4 0 57,0 1-57,-2 1 12,-2 0-12,-2 2-16,-3-1 27,-2 0-5,-5 2 0,-2-1-11,-3 1 11,-12 7 11,5-5-425,-9 3 420,6-6-12,1-3 18,-1-1-12,-1-3-6,0-3 12,0-1-12,2-2 28,0-2-22,3-3 0,2-2-5,2-3-1,3-2 6,2-1-5,2-3 10,0-3-16,3-2 22,0-3 6,2-3-28,2-12 5,1 6-203,5-10 220,1 12-22,3-1 16,3 0 411,0 0-416,3 1 40,0 0-526,3 1 486,1-1 6,1 0-12,2 2 6,1-2 0,1 1 6,0-1-23,12-10 34,-8 10-11,8-7-1,-12 14 1,-1 2-6,-1 3 11,-3 1-17,-2 3 6,-3 2 6,-3 2 202,-1 2-169,-2 3-28,-2 1-5,-2 1-1,-1 1 491,-1 5-490,0 0-1,0 4-16,0 0-34,-1 2-106,1 2-207,-2 1-477,0 1-1232,-1 2-7764,0-1 9768,1-3 0,1-6 1,0-2-1</inkml:trace>
  <inkml:trace contextRef="#ctx0" brushRef="#br0" timeOffset="339036">8133 15174 23881,'12'-40'622,"-3"9"-505,-16 30-33,-7 3-50,-5 1-1,-7 3-10,0 0-12,-3 2 17,-19 3 34,-1 1-12,-10 2-443,19-6 550,10-3 58,19-4-131,2-1 0,7 0 213,2 0-263,0 8 5,1 0-11,-1 8 17,1-2-12,0 4-5,-1 0 0,-1 3-5,-1 1 21,-1 10-21,-1-6-12,0 5 11,2-10 302,-1-2-319,0 0 91,1-2-79,1-1 11,-1-2 33,0 1 102,1-3-57,-1-4 12,2-3 212,0-5-235,-1-7-22,0 2-11,0-7-12,1 2 12,0-1-23,0 0-5,1 0 10,2 1-4,5-5-12,0 5-12,5-4-4,-1 7 4,1 0-10,2 2 5,0 1 0,12 2-11,-5 1-5,9 3 5,-6 1 0,1 4-11,0 2-1,4 8 1,-10-2 6,-1 7-1,-13-4-22,-6 10 0,-5-5-90,-16 16-1235,1-16 1247,-12 6-40,5-11-384,-15 5 70,10-7-212,-10 1-1753,2-9-482,11-4-6924,-4-2 9440,15-3 0,9 0 1,5 0-1</inkml:trace>
  <inkml:trace contextRef="#ctx0" brushRef="#br0" timeOffset="339229">7926 15199 16469,'44'-20'80,"1"0"1,-7 3-1,-6 3 2466,-9 6-2630,-7 4 1206,-1 1-1491,-1 0-337,-3 2-3266,1 0 3972,-5 1 0,-1 0 0,-5 0 0</inkml:trace>
  <inkml:trace contextRef="#ctx0" brushRef="#br0" timeOffset="339623">8174 14824 12445,'-6'-2'5523,"2"1"-3704,4 1-223,-68-5-1057,35 4-310,-10-1 1,-3 2 470,-9 11-4238,11 3 3773,-13 8-22,16 2-212,-1 5 211,0 5-1668,0 5 1675,2 5-17,2 6-385,20-23 0,0 1 267,0 0 0,1 4 75,-7 17 1,1 3-107,6-11 0,0 2-17,-4 14 1,1 1-68,8-14 0,1-1 53,1 1 1,1 0-12,3-1 0,0 1-8,2-3 0,2-1-14,3-1 0,4-1 8,1-3 0,3-1 3,5-3 0,3-2-6,2-2 1,4-2 5,3-3 0,2-2-3,3-3 0,2-2 6,3-2 1,1-3-7,2-1 0,0-3 11,3-1 1,-1-1 163,1-2 1,-1-2-182,0-2 1,0-2-1,-1-1 1,-1-2 170,-2-3 1,0-2-161,-3-2 1,-1-1 14,-2-1 0,-2-3 5,-1-1 1,-2-2-18,-2-1 1,-1-1 8,-1-2 0,-1-2-9,-2-1 1,-1-1 2,-1-1 1,-2-3 7,5-19 1,-2-3 217,-5 12 0,-2 0-223,3-17 0,-2 0 17,-7 17 0,-1 2-487,-1 0 1,-2 1 475,-1 2 0,-3 0-1,0 5 1,-1 0 984,-11-26-979,-6 9-11,1 21 1,-1 2-1,-16-11-9,12 16 1,-2 3-3,-15-2-16,-2 4-127,11 9 0,-3 3-843,-4 2 0,0 1-1872,-1-1 0,-1 1 2858,-4 4 0,4 1 0,7-1 0,1 2 0</inkml:trace>
  <inkml:trace contextRef="#ctx0" brushRef="#br0" timeOffset="345896">18484 1692 21066,'-6'-42'499,"1"1"1,0 3 0,-1 7 808,-4 15-1336,-1 1-3371,0 3 3676,-7-2 673,4 6-927,-5 2-193,-3 7 70,5 4 462,-7 5-317,7 2-11,-1 5-6,1 1-17,-1 3 11,-3 13-16,7-8 5,-1 19 2809,11-20-2689,8 7-47,5-13-58,8-1 8,5-2 39,20 3 26,11-2-349,2-2 233,-18-7 0,-2 0 735,6 1-611,18 8 123,-32-6-40,0 3-62,-18-3-174,-5 0 12,-9 2 213,-5 1 85,-10 2 38,-7 0-30,-5 0 23,-5 0-674,-1-2 812,-2-2-60,1-2-252,2-2-123,-9-3-208,4-3-147,3-5-167,12-6-382,15-4-795,5-5-1571,3-5-6559,5 0 9175,2 0 0,-1 11 1,0 5-1</inkml:trace>
  <inkml:trace contextRef="#ctx0" brushRef="#br0" timeOffset="346119">18931 1286 26139,'0'-5'1566,"0"2"-60,0 3-1505,-3 34-229,3-9-2511,-3 32 2578,5-17-32,-1 4-336,0 3 106,1 3-107,-2 2-480,1 0-360,-1 1-826,1-4-7635,1 11 8248,-1-22 1,0-4 0,0-25 0</inkml:trace>
  <inkml:trace contextRef="#ctx0" brushRef="#br0" timeOffset="347063">18878 1764 21877,'0'-6'3410,"-1"1"-426,1 5-2450,-11-62-1436,13 45 851,-5-17 1,3 4 10,15 27 618,4 1-531,3 1 443,4 1-128,4 0-385,3 1 374,2 1-227,1 1-58,1-1-371,-3 0 49,-3 0 29,-4-1 46,-4 0-18,-5-1 379,-4 0-156,-4-2 77,-3-1 130,-3-2-107,-3-2-226,-1-1-29,0 0-15,-1-1-70,-1 1-53,-2-1 101,-4-1-228,2 3 144,-3 0 277,2 3 268,-4 2-31,1 2-50,-1 0 51,1 3 117,3 0 23,-1 3-46,3 0-126,0 1-178,2 0-178,2 1 22,2-1-101,3-1-182,3 0 46,4-1 114,4-2 114,2 0 71,2-2 107,2-1 59,0-3 127,1-1 137,-2-4-60,0-3-46,-1 0-96,-3-3-352,-3 0-28,-3-1-83,-5-1-17,-2-1-47,-2 1-59,-2 0-22,-3 1 23,-4 2 361,-2 0 6,-2 5 76,-2 0-1,-2 3 1,0 2 0,0 1 5,0 2-27,0 2 27,-4 7-44,4 1-6,-3 7 0,7-1 0,2 2 0,1 2 5,2 1-10,3 2-1,2 1-27,0 2-18,6 2-55,2 0-45,5 1-433,3 0 332,4 0-106,5-1-85,4-2-66,4-3-13,5-3 46,0-5 73,1-4 67,-1-4 79,-3-4 111,-2-4 84,-3-5 90,-3-4-13,-4-5 108,-3-2 57,-3-3 55,-3-1 392,0-12-263,-4 7-3216,-1-8 3222,-3 10-34,-1 2 233,-2 2-306,1 2 3,-2 3-64,0 3-28,0 4-34,0 1 3364,-2 4-3426,2 1-44,-2 1 5,0 9-28,2 2 11,-3 10 1,1 4-23,0 4 11,-1 5-11,2 3-695,-1 5 701,1 4-12,-1 5-5,1 3 11,0 4-11,-1 0 5,0-2-5,0-3-6,-1 8 11,0-21 1,-1 3 5,-1-26 22,0-7-5,0-5 0,-2-7-12,0-6-5,-1-7-5,0-7 10,1-5-713,0-4 713,-1-6 7,1-6-12,0-7 0,1-5-12,2-4 12,2-3 6,0 0 0,5 3-6,2 3-6,1 21 0,2 1-5,5-15 28,6-8-11,-5 25 10,3 4-10,0 5 397,4 2-414,2 4 11,2 2 0,3 3-11,1 1 11,1 4-418,1 2 424,1 3-23,-1 3 6,-1 4 0,-3 4-1,-4 4 726,-6 3-714,-6 4 242,-19 27-242,-19-2-3,10-16 0,-2-2-1162,-29 13 1131,11-14-5,-2-2-23,2-3-33,2-3-56,4-3-95,4-3-124,5-4 46,5-2-538,5-3-595,5-1-1657,4-5 3114,6-2 0,-2 1 0,2-1 0</inkml:trace>
  <inkml:trace contextRef="#ctx0" brushRef="#br0" timeOffset="347272">20264 1553 24703,'23'-33'-372,"0"1"1,-1 2 0,0 6 518,11 12-917,2 0-429,0 0-1111,0 3-6247,-4 0 8487,-6 4 0,-12 2 0,-6 2 0</inkml:trace>
  <inkml:trace contextRef="#ctx0" brushRef="#br0" timeOffset="347765">20761 1282 19149,'-14'-47'244,"1"0"1,-1 3-1,11 10 472,24 22-666,2 0 746,1 2-757,2 2-22,-1 0-6,1 3 0,-1 2 0,-1 2 746,-1 1-757,-2 1 11,-1 3 0,-2 3-11,-2 2 6,-2 4-6,0 1-6,-3 1 1653,0 11-1664,-5-6 6,-3 9-6,-7-8 6,-5 0-1,-5 0 1,-4 0 22,-2-3-16,-2-1 1411,-10 1-1395,8-5 17,-6 0 6,11-7 16,2-3 852,1-1-823,3-1 16,0-3 22,2-1 29,2-2-6,1-2-3056,2 2 3023,2-1 33,0 0-51,3 0-61,2 1-22,3 1 5,5 1 0,3 1-5,4-1-12,5 2-2273,5 0 2273,3 0 2008,4 2-1986,2 2-21,0 3-1,1 1 1,-1 3-1,-3 2-28,4 6 6,-13-2-28,-1 5-33,-17 2 16,-8-5-33,-9 7-1,-9-8-33,-7 0-89,-7 0-377,-5 1 35,-6-1-259,-2-1-447,-3-1-1087,-1-2 2364,-9-1 0,30-6 0,0-2 0</inkml:trace>
  <inkml:trace contextRef="#ctx0" brushRef="#br0" timeOffset="348132">17992 2421 19645,'-60'15'270,"0"0"1,4-1 0,6-1 261,-11 2 73,13-4-34,16-3-44,11-3-74,11-3 554,11-1-683,15-2-3975,15-3 3763,21-4-76,-19 1 1,3 0-68,6-2 1,5 0 97,7-2 0,5-2 1,0 1-31,-10 2 0,0 0 1,2-1-442,1 1 0,3-2 0,1 1 0,-2 1 435,5-2 1,-1 1 0,0 0-333,-11 2 1,1 1-1,0 0 1,1 0 321,-1 0 0,0-1 0,3 1 0,5-1 3,-5 2 0,6-1 0,3-1 0,2 1 0,0 0 0,-1 0 0,-2 0-16,1 0 0,-2 1 1,0 0-1,0-1 1,3 1-1,4-1-57,-11 2 1,5-1 0,2-1 0,2 1 0,1 0 0,0-1 0,-1 1 0,-2 0 0,-4 1 0,-3 0 47,6 0 0,-4 0 0,-3 0 0,-1 1 0,0 0 0,2 0 1,4-1 0,2 0 0,0 1 0,-2-1 0,-3 1 0,-6 1-2,5 0 0,-7 0 1,0 1-7,-2 1 1,0-1-1,-2 1-6,15-1 0,-2 1-34,-6 1 1,-3 1-110,-7-1 1,-1 2-654,-4 2 1,-4 3-4770,2 2 5579,-15 11 0,-20-11 0,-6 0 0</inkml:trace>
  <inkml:trace contextRef="#ctx0" brushRef="#br0" timeOffset="353986">22683 1513 32767,'8'-56'0,"0"0"0,-1 11 0,-2 6 0,-2 5 0,-3 18 0,1 6 0,-1 3 0,0 3-369,0 2-629,0 6 384,-1 13 216,0 2 59,-2 11 277,0-3-57,-1 4 52,1 1 125,-1 3-875,2 17-17,1-12-276,3-6 0,2-1-2018,2 4-6703,7 5 8941,-4-21 0,-4-11 1,-2-5-1</inkml:trace>
  <inkml:trace contextRef="#ctx0" brushRef="#br0" timeOffset="354336">23022 910 20209,'-5'-4'2870,"1"1"-1213,4 3-1692,-60-2 42,40 9 13,-13-5 1,2 4 12,23 13-25,3 2-282,2 1 171,2 2 122,3 1-54,3-1-4,4 0-23,3-2-2,2-3 55,10 3 115,5-5 12,-1-1 55,-4-9 40,-10-5 33,-4-2-10,-3-4-40,-2-1-11,-3-6-23,0-1 102,-5-12-164,-2 5-16,-5-10 34,-8-2-73,2 7-381,-4-6 358,4 12 6,1 3-11,1 2-11,0 3-29,-2 3-27,5 4-29,-2 1-61,8 5 275,2 2-510,1 5-276,2 3-603,4 3-8577,9 11 9286,-1-9 1,1 0-1,-9-12 1</inkml:trace>
  <inkml:trace contextRef="#ctx0" brushRef="#br0" timeOffset="354554">23244 1296 23361,'6'-41'-44,"0"0"1,1 4 0,6 7 228,43 16-482,-10 5-173,16 1-1269,-19 5 440,-2 2-1412,-3 2 2178,1 5 0,-19-3 0,-3 3 0</inkml:trace>
  <inkml:trace contextRef="#ctx0" brushRef="#br0" timeOffset="354713">23282 1505 18638,'-3'0'4347,"0"1"-2281,3-1-2385,74-67-4883,-33 42 4789,-9 0 1,6-4-1,-4 6-2589,19 4-5433,-5 2 8435,-6 3 0,-20 7 0,-9 3 0</inkml:trace>
  <inkml:trace contextRef="#ctx0" brushRef="#br0" timeOffset="355204">24188 1067 21853,'-10'-3'2515,"2"2"-1865,8 1 952,0 0-1591,-6-6 6,4 8 11,-5-2 0,4 7 67,-8 7-67,3-6 67,-11 7-55,7-10 10,-3 0 17,4-3-5,2-1 11,2-1 50,0-6-67,3 0-6,-1-7 1,2 0 21,2-14-32,1 4-12,1-10 11,1 10 0,3 0-17,2 2 18,4-1-29,4 5 0,0 2-33,8 8 22,10 17 0,-5-1 0,8 13-6,-16-1-801,-1 3 796,-2 3-6,-3 1 6,-5 1 0,-4 1 0,-4 0-237,-19 17 242,-2-8 0,1-12 1,-3-1-3080,-18 17 3071,17-21 0,-2 0-9,0 1 1,-1 0-295,0 0 0,0-1 320,2-1 0,-1-1 25,-18 13 28,6-9 11,9-10-1544,8-7 1539,7-5 92,5-5-103,5-3-12,2-5-6,5-1 2051,4-1-2062,5-2-1608,6 1 1597,4 1 1738,5 2-1765,6 1-24,3 3-60,5 1-80,2 4-156,2 3-2207,13 14 2019,-13 4 0,-8-2 0,-21-6 0</inkml:trace>
  <inkml:trace contextRef="#ctx0" brushRef="#br0" timeOffset="364462">25193 1441 17772,'0'-4'3565,"0"1"-772,0 3-2838,-10-3 13,8 13-4,-9 0-60,9 16-136,-3 1-330,-2 2-544,-3 2 1106,-7 21 0,8-28 0,-3 11 0</inkml:trace>
  <inkml:trace contextRef="#ctx0" brushRef="#br0" timeOffset="364870">25800 1136 18853,'0'-7'3346,"0"2"-2510,0 5 583,0 0-1217,-21-61-61,12 44-89,-4-17 1,-1 5 13,4 27-68,-1 0-22,0 2 27,-1 3 14,0 2 0,0 5-6,-1 4-6,2 2 12,-1 2-11,2 0 33,1 1-39,3 0 11,1-2-5,2-1-6,1 0 5,1 0-5,2-1 6,3 1 0,1-2-6,3 1 0,7 5-12,-1-5 12,7 4 0,-4-5 12,1-1-12,1 0 0,1 0 0,0-1-12,-1 0 40,-2 0-22,-2-2-12,-1 7 29,-9-3-23,-5 2-6,-9-6 6,-5-4 6,-4 0 5,-3-1-22,-2 0 0,-2-1-79,-13-2 17,10-1-100,-7-2-102,13-2-1041,0-7-258,7 0-2420,1-7-5046,10 4 8192,2 1 0,2 6 0,0 2 0</inkml:trace>
  <inkml:trace contextRef="#ctx0" brushRef="#br0" timeOffset="365472">26398 1117 20918,'0'-7'3069,"0"2"-1651,0 5-1407,-16 31 6,11-15 0,-12 26 11,13-23-23,0 1 23,-1-3-11,-1 1 0,1-2 16,-1 0-27,0-2 16,0-2 12,-1-2 50,0 1 6,1-5 27,1 0 180,3-5-174,0-4-22,0-2-11,1-4-29,0-3 6,0-3-11,0-2 0,1-3 23,0-1-23,0-3 61,4-11-77,-1 9 4,3-7-4,-1 14-18,1 2 0,-1 2-10,2 2 4,-1 1-10,2 3 5,2 1-5,1 3-1,3 1-5,1 3 6,1 1-6,11 8-6,-6 0 1,9 7-6,-10-1-6,0 0-6,-2 2-5,-1 1 6,-3 0 11,-2 1 0,-4-1-17,-2 1 16,-3-3 1,-1 1 0,-2-3 33,-2 0-10,-1-4-1,-1-1 6,-1-3 16,0-2-5,1-2 23,1 0-12,-1-3 0,1-1-11,1-4 34,0-9-40,1 1 6,2-6-6,1 4 6,3-1 6,2 0 0,1 1-12,0 0-5,2 3 5,0 2-11,1 2 1,7 1-35,-2 5 23,5-1 0,-3 6-5,2 2-317,2 3 272,0 2-23,2 3-28,-2 2-39,-1 1-67,-1 3-112,-2 1-157,-1 3-213,-3 0-303,0 1-3787,-3 0 1928,0 1 2300,1 3 0,-7-12 1,1-1-1</inkml:trace>
  <inkml:trace contextRef="#ctx0" brushRef="#br0" timeOffset="366312">27348 1243 23435,'4'-41'381,"1"-1"0,0 4 0,-2 8 188,-3 17-351,-1 3-39,-1 2-56,0 2-39,-4 3 80,1 1-91,-8 3-45,-4 8-6,-2 0 63,-8 15-63,9-6-27,-4 7 5,7-7 11,2 0 150,1 8-167,7-8-10,0 6 16,6-10-6,7 2 6,-1-6-11,7 0 33,-4-7 40,8-2-17,-4-4-1,4-4 24,-5-3 16,0-3 11,0-1-6,-3-1 18,0 0 5,-2 0 325,-1-11-264,-3 14-117,-1-7-22,-3 17-45,0 1 16,0 7-10,1 5 5,4 17-6,0-6-16,5 6 16,-2-13-11,0-1-5,2-1 22,1-2 5,1-1-10,7-2-12,2-3 28,8-5-5,-7-6-1,0-6-5,-6-3 0,1-2 17,2-4-34,-1-4 45,9-16-28,-8 5-1314,4-13 1320,-8 8 5,-1-2-5,-1-2 22,-1 0-6,0 2-5,-3 4 28,-2 4-6,-1 5-11,-3 6 11,-1 4 17,-2 3 0,-3 8-45,0 2-22,-3 7 11,0 4 11,0 3 0,-3 6 17,-1 4-16,-8 18-12,5-4 11,-4 14 0,7-9 4,1 2-3,4 3-509,2 0 492,3 0-1,4-2-11,4-1-5,6-4-142,17 10 136,-4-13 0,0-8 0,2-2-914,5-1 920,13 0 28,-15-14-1,-2-2-5,-2-6 0,-2-4-28,-1-6 1064,9-14-1031,-9 1 447,8-11-452,-13 5 0,0-3 0,-1-5 45,-3-6-2919,-1-5 2869,-2-4 10,-1-3 571,-1-1-570,0 2 5,-3 4-5,-2 5-428,-1 5 472,-3 6 12,-1 6-2061,-1 6 2010,0 6 2033,-2 4-2011,-5 3 164,3 8-186,-3 4 511,2 9-550,-1 4 17,-2 7 3369,-6 20-3380,-2 17 19,7-27 0,1 0 6,0 3 0,1 0-31,-1 21-1490,2 2 1456,3 2-50,2-1-81,4-18 0,3 0-160,5 20 78,-1-23 1,2-1-420,11 10-259,4-3-525,2-3-1189,2-6 2667,4 0 0,-17-17 0,0-2 0</inkml:trace>
  <inkml:trace contextRef="#ctx0" brushRef="#br0" timeOffset="366530">28733 948 18450,'45'-36'-3061,"1"0"1,5 5 0,-1 11 2768,4 29 0,-8 0 0,-22-3 0</inkml:trace>
  <inkml:trace contextRef="#ctx0" brushRef="#br0" timeOffset="366686">28862 1148 17932,'-4'0'4891,"0"0"-4079,4 0-2409,69-31-548,-34 22-2709,10-8 1,1 2 4853,-1 11 0,-22 2 0,0 0 0</inkml:trace>
  <inkml:trace contextRef="#ctx0" brushRef="#br0" timeOffset="367061">29510 891 18997,'0'-5'3557,"-1"1"-1838,1 4-1338,15-66-946,-5 42 691,1-15 0,1 3 336,1 20-361,0 2 107,-1 4-163,6 3-34,-4 3-5,5 1 438,-5 7-461,0 2-6,0 5 1,1 4 0,-2 4-12,-1 3 17,-3 4-11,-2 3-5,-5 2-24,-5 17-3369,-6-10 3398,-8 12-16,-16-4-547,5-13 591,-11 4 11,13-16 29,-7 3 27,7-4-38,2-2-1,10-7-6,10-6 90,2-2 3055,2-1-3106,4-1 850,4-1-928,4 0-16,5 0-673,18-1 0,4-1-840,9 1-1600,-1-1 1,0 0-6249,-2 0 8939,-4 0 1,-20 1 0,-8 0 0</inkml:trace>
  <inkml:trace contextRef="#ctx0" brushRef="#br0" timeOffset="367411">30521 1340 32767,'4'-5'0,"-1"1"0,-3 4-1829,22-33 1303,-20 32-436,15-22-2367,-26 42 2469,-3 5-2204,-3 2 447,-2 4 2604,-5 7 0,10-17 1,0 0-1</inkml:trace>
  <inkml:trace contextRef="#ctx0" brushRef="#br0" timeOffset="367997">31263 830 24822,'2'19'453,"0"-5"-312,-3-12-18,-2 0-16,-1-1 77,-6 1-100,1-1 0,-5-1-5,3-1 5,-1-2 0,0-3 0,1-1 11,1-3-22,2-2 11,0-3-23,4-2-5,0-4-22,2-2 39,3-14-315,2 8 270,3-7-3312,2 15 3289,1 4 7,0 3-12,1 5-6,-1 3-5,1 3 184,6 4-195,-2 4 3397,6 3-3437,0 15 34,-5-1 0,4 10 0,-9-3-22,-2 17-34,-10 9-1188,-7 3 1188,-13 0-5,-7-15 10,-6-1 23,-3-2 39,-3-5 17,1-6-1782,2-6 1855,-9-3-17,14-10-59,-4-1 87,17-8 976,6-4-960,3-1 91,3-10-118,5 3 2008,1-7-2025,4 7-11,4-1 117,1 2-134,4 2-17,1 2 0,4 2-16,1 1-1,3 2 1,3 1-29,4 1-16,1 2-29,5 3-66,1 2-1647,4 2 1406,2 2-269,1-1-516,1 2-1165,1 0-6928,-4-2 9264,-7-1 0,-15-6 0,-8-1 0</inkml:trace>
  <inkml:trace contextRef="#ctx0" brushRef="#br0" timeOffset="368303">32134 643 26032,'-39'16'18,"0"0"1,2-1 0,2 2 3,-5 9 1,2 2-5672,-11 7 5657,10-8 0,2-1 9,5-1 1409,5-2-1415,5-3 6,6-1 17,4-3 5,5-1 865,3-3-865,3 0 17,3-3-17,4 0 3404,5-1-3421,18 4-44,-2-3-17,16 2-361,-3-4 293,3 0-105,4-1-147,-1-1-235,1-1-1624,-1 0 376,-2-1-3031,-1-2 4151,3-1 0,-22 0 1,-1 0-1</inkml:trace>
  <inkml:trace contextRef="#ctx0" brushRef="#br0" timeOffset="368612">32613 578 26872,'19'-44'230,"3"8"-180,7 35-11,2 1-5,2 2-1731,1 1 1720,0 4-12,-2 1-11,-2 3 556,-2 3-573,6 13 28,-10-1-5,3 12-381,-13-6 364,-2 4-2888,-5 2 2871,-2 1-6,-3 3-1582,-4-1 1510,-3 1-1460,-7-1 1319,-2-1-619,-5-2 340,-1-3 778,-1-3-1237,-1-3 1139,1-3-9340,-9 2 9186,5-8 0,4-5 0,9-8 0</inkml:trace>
  <inkml:trace contextRef="#ctx0" brushRef="#br0" timeOffset="368762">32679 938 19899,'0'-4'3590,"0"1"-2224,0 3-1287,64-57-2904,-26 35 2819,7-11 1,4 1-1158,6 17 878,6 3-2701,-11 3 1,3 2 2985,-6 1 0,-2 0 0,-4 1 0,-4 0 0,8 0 0</inkml:trace>
  <inkml:trace contextRef="#ctx0" brushRef="#br0" timeOffset="371087">19702 3200 20871,'-4'-45'890,"-1"0"1,-2-2-1,-2 7-542,-4 13-535,-8-5 411,4 16-33,-1 4-62,-2 3 127,1 4-183,-1 3-23,-2 4-11,-1 5-5,-2 6 5,-15 21-16,8-1-380,11-9 0,1 2 374,-9 15-6,2 3-11,4 0 6,4 0-6,6-3 0,4 10-6,8-15 23,7 5-3039,8-20 3062,5-4 10,6-6 164,3-6-56,19-6 43,7-16-562,-1-3 496,-4-10 16,-18 2 0,-3-1 6,-3-3 5,-3 0-11,-6-1-16,-3 1 106,-4-13-146,-5 13 17,-1-6-17,-4 17 502,-2 5-536,-1 4 3129,-2 4-3156,1 2-17,-1 4 5,1 1 739,1 4-761,1 2 11,0 6 1,2 3-12,0 4 11,1 3-22,2 2-51,5 14 0,1-9-33,6 11-90,-2-12-106,2 0-479,1 0-36,3 1-466,1-2-1249,1 1 2521,3 0 0,-10-12 0,-2-1 0</inkml:trace>
  <inkml:trace contextRef="#ctx0" brushRef="#br0" timeOffset="371253">20268 3277 27225,'-14'-41'-9091,"3"10"9091,14 41 0,-2-4 0,1 0 0</inkml:trace>
  <inkml:trace contextRef="#ctx0" brushRef="#br0" timeOffset="372237">21134 3281 19250,'4'-41'412,"0"0"1,-1 3-1,0 9 1097,-2 19-1369,-1 5 1278,2 4-1396,0 5 747,2 5-764,2 6 1899,0 5-1904,0 5-6,-1 6-2510,-2 4 2488,-1 5-34,-4 4-61,-2 3-687,-5 3 468,-5 3-212,-6 2-298,-4 0-949,3-17 1,-1-1-2603,-12 16 4403,8-18 0,2-3 0,6-10 0,0-3 0</inkml:trace>
  <inkml:trace contextRef="#ctx0" brushRef="#br0" timeOffset="372604">21327 2706 17344,'0'-6'4033,"0"0"-2503,0 6 21,0 0-1518,-40-14 7,27 20-12,-29-8 0,37 26 5,2 0-16,2 0 5,3 0 6,3-2 0,4-1 17,3-4 56,12 4-28,-3-9 16,8 2 169,0-10-95,-7-4 22,5-5 0,-12-4-12,-3-4-10,-1-3-18,-3-3-3419,-2-3 3375,-3-2-23,-1-1-109,-3-3 76,-2 1-6,-1 1 22,-8-6-27,3 10-23,-3-2 12,0 11-35,6 5 1,-3 2-11,5 5-17,2 1 3175,-2 9-3366,3 0-43,-2 9-517,4-1-649,3 3-1810,2 3 3249,7 5 0,-6-13 0,1 0 0</inkml:trace>
  <inkml:trace contextRef="#ctx0" brushRef="#br0" timeOffset="372828">21769 2965 22772,'-7'0'2571,"2"0"-1076,5 0-1500,0-60-1173,15 40 1158,-6-14 1,3 3-65,26 21-73,4 2-89,3 3-129,1 2-231,1 2-301,-3 2-493,-4 3-6655,5 10-856,-17-3 8911,-1 5 0,-20-10 0,-4-3 0</inkml:trace>
  <inkml:trace contextRef="#ctx0" brushRef="#br0" timeOffset="372977">21816 3163 19828,'33'-28'-416,"0"1"0,0-1 0,12-11 0,-3 9-1371,-1 15-8044,14-3 9117,-20 8 0,0-1 0,-26 9 1</inkml:trace>
  <inkml:trace contextRef="#ctx0" brushRef="#br0" timeOffset="373438">22455 2775 18789,'-3'-6'4084,"0"2"-5499,3 4 1784,-19-62-82,14 40 311,-6-14 1,3 2-437,10 21-27,3 2 469,4 0-536,11 1-52,-2 2 7,11 1-12,-2 4-11,5 1 0,3 2-234,4 1 234,1 4 892,-1 3-920,0 4 17,-5 3-259,7 13 169,-8 8-17,-2 11 96,-16-9 5,-9-5 11,-10-13 29,-9 1 16,-1-6 253,-8-1-236,4-7-5,0-3 925,-1-1-881,0-2 23,1 0 22,2-2 45,1-2 16,3-2 242,3-2-252,3-1-46,2-1 74,3-5-107,1 3-45,4-3-17,0 5-5,4 1-17,1 1-5,2 1 5,3 2-17,1 2-22,3 1 11,4 2-12,2 4 12,3 2-359,3 5 364,2 2-10,17 12 38,-13-6-50,11 9 6,-21-8-11,-5-1 16,-8 0-16,-6-2 5,-5 1 0,-8-2-11,-5-1 11,-8-1 1,-4-2-3313,-5-2 3211,-3-1-2073,-4-1 1867,-2-2-1665,-2-2 1021,-2-2-1206,-1-2 2161,-4-4 1,22 3-1,1-2 1</inkml:trace>
  <inkml:trace contextRef="#ctx0" brushRef="#br0" timeOffset="379821">23838 2724 21909,'-3'-5'3288,"2"2"-3030,1 3-415,-9-52-123,10 39-213,-5-39-431,12 56-1065,0 2-3119,1 5 5108,0 5 0,-4-8 0,0 1 0</inkml:trace>
  <inkml:trace contextRef="#ctx0" brushRef="#br0" timeOffset="379989">23927 3046 24203,'-17'48'61,"1"-1"1,1-3 0,2-6 189,3-8-396,-2 0-286,-4 4-3137,-1-7 0,-2 1 2550,-17 20 1,5-7 0,11-18 0</inkml:trace>
  <inkml:trace contextRef="#ctx0" brushRef="#br0" timeOffset="380680">24796 2749 23416,'1'-46'578,"1"0"1,0 3 0,0 7-326,4 10-40,0 1-45,1 2-34,0 3 28,2 0-106,1 4-50,0 4-6,3 6 0,-3 5-6,5 5 6,0 2-5,2 6 5,1 1 0,2 3-51,10 13 18,-7-5-3404,4 9 3398,-10-10-23,-2 11 40,-7-8 22,-2 5 5,-11-5 29,-2-8-6,-8 4 50,-9-7-38,4-5 16,-7 0 5,9-7 124,-4-2 3313,9-3-3397,-3-2-28,9-3-6,3 0-5,1-1 11,2-1-51,1 2-11,2 0-5,2 4 5,7 1-11,-1 2 0,7 2 34,-1 1-3432,3 4 3398,4 1-509,2 3 498,0 2-296,1 3 296,-1 1 0,-2 2-1,-1 2-16,1 8 12,-8-7-29,-3 4 34,-9-10-6,-7 0 2979,-16 3-3130,-16 0-381,-21 1-325,7-6-335,1-7-6661,7-6 7870,11-5 0,5 2 0,14-2 0</inkml:trace>
  <inkml:trace contextRef="#ctx0" brushRef="#br0" timeOffset="380972">25650 2372 25486,'-26'32'82,"-1"0"0,3-1 1,1-5-39,-2-5 435,0 0-457,3-2 1,3 1 137,2-3-132,0 7-34,7-8-67,2 11 12,10-12-18,6 5-44,7-7-9,4-1-103,7-1-454,24 3-198,-7-4 182,18 1-1171,-28-8 1,-1-1-522,19 1-401,-18-3 0,0-2 2107,17-3 0,-24 1 1,-1 0-1</inkml:trace>
  <inkml:trace contextRef="#ctx0" brushRef="#br0" timeOffset="381247">26066 2342 19328,'-2'-3'4099,"1"0"-430,1 3-3602,5-60 23,11 43-1198,1-43 1136,8 59-6,-4 4 271,2 2-316,1 4 35,1 5-852,1 3 835,0 4 27,0 5-16,-2 3 5,-2 3 417,-2 3-428,-4 2-34,-1 22-10,-7-13-1940,-2 16 1732,-6-18-418,-3-12 1,-1 0-823,-4 16-3347,-7 11 4252,1-16 1,6-22 0,1-1 0</inkml:trace>
  <inkml:trace contextRef="#ctx0" brushRef="#br0" timeOffset="381456">26066 2580 20112,'-3'-2'3573,"0"0"-1612,3 2-1945,44-61-1320,-18 41 1284,5-14 1,2 2-850,3 23 599,3 1-357,-1 2-1053,2 0-5467,-2 1-2684,-4 1 9320,-7 1 1,-13 1 0,-6 1 0</inkml:trace>
  <inkml:trace contextRef="#ctx0" brushRef="#br0" timeOffset="382420">26950 2785 25778,'44'5'-548,"-12"6"-517,-39 20-2867,-4 2 3932,-4 4 0,7-17 0,0-1 0</inkml:trace>
  <inkml:trace contextRef="#ctx0" brushRef="#br0" timeOffset="394380">28129 2259 24805,'4'-19'442,"0"5"-307,-4 14 45,0 0-136,-6 0-16,0 0-11,-8 0 6,-3 0-3404,-5 0 3403,-6 0-5,-5 1-6,-3 2 12,-2 0 5,0 0-175,2-1 181,3 0 11,7-2 5,4 0 23,8 0 3319,4-2-3319,5 1 5,3-1 1,1 0 229,1 1-274,0-1-34,2 6 0,0 0 11,2 5-17,-1-1 12,0 2-6,0 2-6,-1 0 6,-1 2 17,0 0-17,0 9 6,-1-6 5,1 6 11,-1-8-5,0 0-11,0-1-40,-1 0 34,0-2 6,-1-1 11,1-1-1,-1-2 1,1-2 22,0-2 1,1-1 760,-1-2-760,0-6-7,0 1-10,-2-6-1,2 3-44,1 1 33,0 0 0,0 1 0,0 0-11,1 0 0,2 0 0,1 1 6,4-1 16,2 0-22,12 0-11,-2 2 33,10 1-22,-4 1 6,4 1-3409,0 1 3408,2 3-836,0 2 814,-2 2-396,-3 2 340,-3 0-57,-5 2 96,-4 1 2711,-5 1-2705,-4 1-22,-3 1-12,-6 1 23,-3 0-22,-6 1-18,-5 1-44,-2 0-2005,-5 1 1955,0-1 409,-1-1-841,-11 1 89,9-6-184,-6-1-312,13-8-910,2-2-2497,2-5 4419,2-3 0,7 2 0,2-1 0</inkml:trace>
  <inkml:trace contextRef="#ctx0" brushRef="#br0" timeOffset="394811">27971 1817 19379,'-55'4'487,"-1"1"0,5-1 0,6 3-194,6 12-58,-1 3-43,-2 5-28,0 3-713,1 3 711,1 3 22,2 2 1,2 3-19,3 4-22,3 1-28,4 5-25,10-14 0,2 2-20,-2 21-42,7-21 1,3 0 17,3 14-16,8-1-800,4-2 782,10-2-7,1-16 1,4 0-16,17 12 7,-10-16 1,2-2 0,-4-9 0,0-3 5,2 0 1,3-2 0,1 0 0,1-1 3,2-2 1,1-1-4,2-1 1,0-1-1,1-2 1,0 0-524,2-2 1,-1 0 528,0-3 0,0 0 3,0-2 0,-1-1 8,-1-3 1,-1 0-1,-2-3 1,0-2-304,-3 0 0,-1-2 359,9-10 1,-2-2-824,-12 5 1,-1-1 791,6-7 1,-4-2 47,4-18 92,-5-2-136,-5-2 16,-3 0 29,-3 1 27,-4 2 28,-4 2 0,-5 3 79,-6-16 252,-5 30 1,-3 0-438,-8-30-23,-10 6-10,0 16-7,-4 1-10,-6 0-18,-6 1-28,6 12 1,-2 1-3,8 5 0,-1 2 98,-12-4 1,-1 2-237,12 8 1,0 2-225,0 2 1,-3 1 414,-19 3 0,2 2 0,4-2 0,14 5 0,0-1 0</inkml:trace>
  <inkml:trace contextRef="#ctx0" brushRef="#br0" timeOffset="396978">29203 2185 19591,'-4'-6'3349,"1"2"-2520,3 4 756,0 0-1226,-61-47-2690,41 33 2457,-14-12 0,3 3 59,22 20 527,4 1-633,2 0-29,1 2 45,2-1-78,2 5-11,2 1 2060,5 6-2055,3 0 0,4 3 6,6 1-6,4 3-3391,7 2 3391,3 0 0,4 2-159,1 0 148,-1 1-558,-4-1 553,-5-1-1,-7 0 6,-6-1 0,-7-1 0,-5-2 2596,-4-1-2585,-6 0 177,-4-2-172,-6 0 12,-4-1-11,-5-1 11,-4-1-11,-2 0 371,-1-1-388,0 0-11,1 0-11,3 0-51,4 1-101,3-1-262,4 1-590,3 0-1261,5 1 2287,3 1 0,3-6 0,0 0 0</inkml:trace>
  <inkml:trace contextRef="#ctx0" brushRef="#br1" timeOffset="403571">30137 2170 21796,'15'-39'414,"0"0"1,-1 2-1,-4 12-330,-10 23 290,0 1-351,-3 5 105,-1 3-100,-3 6 0,-4 4 0,-3 5-17,-3 5 12,-2 6-1,-13 21-5,8-10-596,9-14 1,0-1 589,-4 11 17,-2 14-22,7-17 5,2 6 148,9-18-147,1-4-12,4-4 33,1-4 57,7-1-6,0-7 22,6 0 1248,-2-9-1248,2-1 6,3-7-17,2-2-5,1-4 5,3-2 96,11-11 0,1-2-85,-2 1-11,-9 6 73,-7 10-145,-8 6 16,1 2-22,-7 5-17,-2 3 0,0 1 0,-1 3 0,0 4 0,-1 6 0,0 3 0,-1 3 0,-2 17 28,-2-7-45,-2 12-22,0-12-12,-1 2-44,1 1-11,1 0-18,1 0-39,1-1-285,2 9-324,4-5 256,2-4-116,6-11-91,1-13-146,2-4-122,4-4-45,3-5-68,5-5-10,2-6 61,4-5 112,2-5 431,-11 2 1,1-3-453,0-6 0,-2-1 1026,1 0 0,-1-2 26,-3-1 0,-2 0 156,4-18 51,-3-2-579,-3-1 685,-5 1 96,-3 0 66,-4 3 99,-5 17 0,-2 1-9,-7-17-725,3 20 1,-4 1 629,-12-8-84,-6 2-84,-7 3-84,-5 4-50,-6 5-12,-6 5-16,-5 6 5,-4 7-1210,15 7 0,-1 3 1034,12 1 0,0 3-20,-13 2 0,2 2 396,14 2 1,2 2-295,1 2 1,0 2-139,0 1 0,0 1 120,1 3 1,2 0-13,-1 3 0,0 0-4,2 2 1,0 1-10,1 2 1,0 1-15,2 1 1,0 1-137,2 1 1,0 1-438,2 1 0,2 0 440,1 1 1,2-1-2,2 0 0,2 1-8,1 13 0,4 0-27,4-13 0,1 0-17,3 10 1,4-2 36,15 12-153,9-6 29,10-4 73,-17-26 0,3-1-2,19 5 0,4-2-292,-10-6 1,2-2 372,16 4 1,1-3 36,-11-7 0,-2-4 0,3 0 0,0-2 11,1-1 0,1-2 9,-1-2 0,0-2 157,-1-2 0,-1-1-146,-1-3 0,-2-3-3,-1-1 0,-1-2 19,-3 0 1,-1-2 8,-3-2 0,-2-1 14,-3 0 0,-2-2 470,-3-1 1,-3-1-477,-2-2 1,-2-1-245,-3-1 1,-2-2 215,-2-1 1,-2-1-1,-2-2 1,-1 0-18,-2 0 1,-2-1-9,0 1 0,-3-1 0,-1 2 1,-3 0-18,-9-29-47,-5 24 0,-3 1-26,3 11 1,-1 0-99,-8-5 1,-3 2-715,-18-4-1937,-5 5 2751,22 15 1,2 1 0,-4-1 0,2 2-1</inkml:trace>
  <inkml:trace contextRef="#ctx0" brushRef="#br1" timeOffset="405590">31296 2702 17695,'13'-48'545,"1"-1"0,0-5 0,-2 7 572,-4 10-848,2-11 863,-3 20-964,-1 3 821,0 3-871,-1 5 1648,0 4-1693,-3 3 1165,0 5-1238,-1 2 493,-1 9-521,-1 10 22,1 5 6,0 8-5,0-5 10,0 1 18,4 11-12,1-8-11,4 6 0,6-6 0,-3-10 5,3 1 18,-5-11 10,-2-2 102,4-3-62,-2-2-6,4-6 11,12-13-33,-3-1-1271,14-12 1237,-5 4 17,4-4-16,4-1 4,3-2-4,3-1-1,2 0-22,2 0-2960,-1 2 2965,-15 13 0,1 0-10,15-7-269,-18 11 0,-2 2 201,6-1-393,-7 6 152,-7 2 471,-6 5-1014,-7 1 2426,-5 5-3939,-7 4-7450,-12 13 8815,3-6 0,-3 1 1,10-10-1</inkml:trace>
  <inkml:trace contextRef="#ctx0" brushRef="#br1" timeOffset="406427">22633 4106 14348,'0'-5'5064,"1"1"-2029,-1 4-2620,-5-61-709,2 40 439,0-14 1,-2 2 308,-1 22-275,-1 2 58,-2 2-142,-1 2-22,-3 3-12,-2 1 310,-2 3-332,-2 2-16,-2 4-18,-9 10 1,8-2-6,-4 8-6,11-6 17,3 1-22,3-1 11,4 0-11,2 0 11,3 0 0,3-1 0,3-1 11,5 2-33,3-2 33,4 0-5,2 1-1,1-1 6,4 0-11,0 0 6,1-1-6,-2 0 17,1-1-12,-3-1 1,-1-1 5,-4-2 0,-4 0 1,-5-2-1,-4 0 0,-4-1 6,-6 0 0,-4 0-6,-8 2 11,-4-1-39,-8 1 29,-3-1-215,-5 0 197,-2-2 23,0 0-51,-13-1-5,15-3-23,-6-1-55,20-5-74,7-2-189,4-4-404,5-2-813,5-2-2027,4-3 2828,8-3 0,-4 10 0,2-1 1</inkml:trace>
  <inkml:trace contextRef="#ctx0" brushRef="#br1" timeOffset="407006">23071 4070 24620,'5'39'241,"-1"-3"-179,-4-15-12,-3 0-16,-1 0 27,-5 8-27,2-8-6,-3 5 39,4-10-39,-1-2 56,-2 1-34,3-6 41,-1 1 49,5-7 168,0-2-51,2-6-150,0-1-12,2-8-11,2-1 0,1-2-23,3-4-5,1-2 6,2-3-6,2 0 0,1-1 22,0 1 46,7-8-63,-7 10-10,6-3-12,-9 12-22,0 3-6,-2 3 6,0 1-17,-1 4 0,2 0-6,-2 3-44,2 1 38,0 3 1,1 3 6,9 11-7,-4-1 1,4 9 11,-5-3-5,-2 1-7,-1 4-3402,-2 13 3403,-4-10-1794,-2 9 1805,-3-16 0,-3-3 11,0-4-5,-2-4 11,0-4 5,0-3 0,0-3 2510,1-1-2493,0-3-11,1-3 0,0-3 2688,2-3-2699,-1-2-6,2-4 6,3-1-6,2-4-6,4 0-5,2-1-11,0 1 17,2 0-6,1 3-3392,0 2 3386,0 3-464,-1 4 459,0 2-17,6 2 16,-6 4-10,4 1-17,1 9-12,-5 0-10,6 9-46,-6-1-44,-1 2-90,-1 1-139,0 1-158,0 1-196,0 1-179,0-1-218,1 0-360,1-2-401,0-1-959,2-1-1838,1-3 4689,1 0 0,-8-7 0,0-1 0</inkml:trace>
  <inkml:trace contextRef="#ctx0" brushRef="#br1" timeOffset="407855">24040 4256 18244,'19'-42'886,"1"0"1,-2 3 0,-4 7-259,-11 16-119,-1 2 999,-1 4-1239,-3 2 310,-2 4-467,-2 0 207,-9 3-285,2 3-6,-6 3 0,3 3-12,0 3 18,-2 2 666,-4 11-683,0 5-17,2 0-6,3 8 1,11-16-1,2 4 12,4-6-1,2-6 1,2 0 5,2-7 28,2-3 107,4-1 33,5-9-95,1-1 0,3-10 129,1-9-96,-5 4-5,4-9-5,-9 10-1,0-1-5,-3 3-6,0 2 84,-1-1-117,-3 8 0,-2 1-34,-1 7-51,-2 1 18,-2 9 5,1 1 5,-2 8-10,-2 8 5,1-3-6,1 19 12,1-16-12,3 7 0,2-10-3391,4-1 3380,4 0-697,4-1 697,4 0-258,3-2 264,3-3 16,1-3-5,0-4 6,0-4-12,-1-3 17,-2-6 1,-1-4-7,-1-5 1,0-4 2923,-1-2-2892,3-22 1,2-15-1,-2 6 91,-8 18 0,1-1-121,2-9 0,3-8 0,-1 0 0,-5 10-1581,1-11 1585,-6 21 1,0-1 27,4-18-301,-5 16 296,-2-6-1,-5 18 7,-1 5-12,-1 4 597,-3 4-603,1 2 2066,-4 5-2088,1 1 397,-1 3-414,-6 12 12,-5 13 5,-10 22 5,3-1-5,0 6-3,13-22 1,2-1-3238,-4 18 3234,6-16 0,1 0-10,2 12 4,3 0-4,4-3-39,4 0 49,14 12-5,-1-15 11,11 8-11,8-11-6,-8-11 6,12 1-17,1-14 61,-12-5-460,22-14 427,-23-3-11,8-13 3047,-13 1-3019,12-20-22,-10 6 13,-9 11 0,0-1-2,7-17-1959,-1-4 1976,0-3-18,0-2-251,-9 15 1,0 1 261,7-19-8,-9 22 1,-1 0 36,3-23-6,-7 17-5,-1-8 72,-8 14-55,-2 12 461,-3-2-456,-4 13-45,2 6-11,-4 1 2019,-1 13-2024,1 1 5,-4 10-2699,4 2 2699,-2 6-2268,1 2 2274,0 5-250,1 2 244,1 3 11,2 3-22,4 2-9,2-9 0,3 0-58,4 19 36,-1-17 0,3-2-104,9 14-151,1-17 1,1 0-958,11 17 828,-9-20 1,2-1-830,9 8-5127,15 4 6382,-8-11 0,-6-6 0,-15-14 0</inkml:trace>
  <inkml:trace contextRef="#ctx0" brushRef="#br1" timeOffset="408073">25713 3912 24478,'49'-25'-775,"0"0"1,0 0 0,-5 2 0,0 1 0,-5 9-3247,12 17 4021,3 3 0,-26-2 0,-3 0 0</inkml:trace>
  <inkml:trace contextRef="#ctx0" brushRef="#br1" timeOffset="408227">25773 4123 25437,'42'-18'-2458,"0"0"0,0-1 1,8-4-1,-5 4 1444,1 9 0,-30 7 1,-8 2-1</inkml:trace>
  <inkml:trace contextRef="#ctx0" brushRef="#br1" timeOffset="417104">9484 16461 12605,'-50'-28'191,"16"3"-141,60 13-11,5 0 1312,30-4-1323,-22 7 0,1 2-20,1-1 1,1 1-276,1 1 1,-1 0 283,19 0 0,-4 1-1,-2 0-10,-5 3-6,-7-1 661,-7 2-678,-4 1 51,-16 2 33,-2 2 990,-18 1-1006,-6 1-23,-9 2-11,-8 0-2737,-7 2 2731,-8 2 1,-4 0 628,-5 2-623,-4 0-1254,-3 0 1271,-4 0-9,32-8 0,-3 1-271,-11 1 1,0 0 300,12-2 1,0 0 11,-8 1 1,1-1 111,-6 0 39,8-1 29,7-2 2355,8-1-2287,5-1-51,10-2-269,7-1 1748,11-2-1743,8-1 17,7-3-17,7 0 577,8-2-577,7 0-6,6-2 6,7 0-3,-30 5 1,2 0-4,0 0 1,1 1-575,14-3 1,-1 0 576,-11 3 0,-1 0 3,9-1 0,-1 1-11,7 0-12,-8 1-27,-9 3 16,-9 0 18,-10 2 55,-13 4-34,-10 1 7,-13 3-7,-8 1 6,-8 1 1,-6 2-478,-5 0 483,-5 0-251,-5 1 250,28-7 1,-1 1 0,-1 0 0,-2-1 33,-14 3 1,-2 0-942,13-2 0,1-1 950,-11 2 0,1-1 145,7-2 1,4-1-916,-14 2 1025,-5-2-46,33-4-66,9-2 242,13-6-399,24-7-1388,7-2 1343,22-4-12,1 4-10,-22 8 0,1 0-43,4-1 1,2 0-126,3 0 1,3 0-812,0 2 0,3-1 1,-1 1 1000,17-2 0,-4 1 0,-15 1 0,-8 2 0,-8 2 0</inkml:trace>
  <inkml:trace contextRef="#ctx0" brushRef="#br1" timeOffset="419155">27006 3810 23159,'-12'-42'207,"0"1"0,1 4 0,7 5-5587,31 12 5469,-5 4 922,11-2-949,-9 6-12,1 2-5,1 3 834,-1 1-879,-1 4 11,10 2-22,-9 4 5,8 4-16,-11 4 11,-1 4 206,-3 1-218,0 3 7,-3 0-7,-4 1 1,-4 1 11,-5 2 11,-7-1 11,-5 1 0,-9 0 86,-5-1-41,-21 10-22,9-9-188,-13 5 205,16-13 3209,4-2-3160,3-3 46,4-4 318,5-3-26,3-4-253,7-4 95,7-9 114,7 0-326,7-4 16,13 0-51,-3 5-5,10-1-5,-6 6-12,-1 3-6,3 1-5,0 2 6,18 4-12,-12 3 1,12 3 16,-16 4-5,-3 0-565,-3 3 553,-5 2-5,-4 1 0,-7 1-239,-4 1 239,-9-1-39,-20 8 33,-4-7-11,-19 7-56,2-9-424,-6-2 296,-5 0-192,-1-3-380,0-1-846,2-3 1630,17-5 0,2-2 0,3 1 0,-10-1 0</inkml:trace>
  <inkml:trace contextRef="#ctx0" brushRef="#br1" timeOffset="421447">19248 5120 14051,'15'-45'715,"1"-1"0,-2 5 0,-2 6 856,-3 13-1353,-3 6 1464,-3 9-1531,0 1 942,-2 2-1015,1 2 2790,-2 2-2789,1 3-23,-1 4 6,0 5 11,-2 5-17,-1 5 0,-2 5 0,-2 5 1412,-2 4-1423,-2 4 0,-1 3-646,-1 2 640,2-11 0,1 0 0,-6 18-22,6-19 0,-1 1 13,0-3 1,0-2-8,-4 15 5,-4 10-314,5-9 325,5-14-6,-1 4 40,6-14 560,2-8-443,0-5-61,3-9 628,3-14-712,0 1-12,2-10 417,3-5-422,-1 3 0,3-10-5,-1 8-7,2-2-10,7-9-23,2 2 17,0 4 6,-2 11-6,-6 11-11,0 4-1,2 2 7,2 2 5,14 6 0,-4 4-11,11 5-1,-10 3-10,8 12 11,-12-4 5,2 24-5,-18-17 0,-9 11-23,-10-11 17,-9 1-598,-6 0 593,-4-1-23,-4-2 12,-1-2-85,-11 2 51,14-11-90,-6 1-95,20-13-140,3-2-297,5-2-2980,4-10 3669,4-2 0,0 1 0,3 1 0</inkml:trace>
  <inkml:trace contextRef="#ctx0" brushRef="#br1" timeOffset="421656">19883 5556 26785,'-10'-34'-2014,"0"1"1,-5-21 2013,15 56 0,0-2 0,0 2 0</inkml:trace>
  <inkml:trace contextRef="#ctx0" brushRef="#br1" timeOffset="422157">21353 5780 22955,'14'-53'647,"-1"0"1,-1 6 0,-1 7-134,-3 14-189,-1 5-79,-1 6-72,-1 4-68,-1 4 13,2 5-108,-1 6 11,3 6 6,-1 8-11,0 6 22,1 7-11,-1 5-5,-3 6-197,-2 4 160,-7-9 0,-3 2-571,2-8 0,-2 1 546,-5 10 0,-5 1-135,-6 5 0,-2-2-8,4-10 0,0 0-882,-8 11 0,0-2 694,8-14 1,1-4-93,0-1 0,0-1-1316,-19 18 210,3-10-981,2-7-2497,3-10 4516,-1-5 1,17-7 0,0-3-1</inkml:trace>
  <inkml:trace contextRef="#ctx0" brushRef="#br1" timeOffset="422524">21529 4987 20349,'-39'27'28,"0"0"0,2-3 0,11-1-5,25 0-12,2-1 1764,3 0-1752,3-1-1,4-2-5,3-1 16,1-4 23,2-2 707,1-4-662,1-3 378,-1-3-350,0-3 1209,-2-3-1193,-2-4 1,-2-4 6,-2-2-18,-2-3-11,-3-2-28,-2-1 40,-2-13-79,-2 6 0,-2-8 0,-1 11 33,-8-4-16,-1 4-45,-3 3-22,3 7-6,4 9 0,1 3-11,0 1-12,2 2-5,0 2-145,0 9-427,3 10-251,1 2-768,6 5-1635,6-6 2406,7 3 0,-7-12 0,2-1 0</inkml:trace>
  <inkml:trace contextRef="#ctx0" brushRef="#br1" timeOffset="422749">22036 5228 23688,'18'-28'-317,"1"0"1,17-16-160,-6 44-302,1 2-455,-1 2-721,-2 3-1681,-3 3 2477,-3 3 1,-11-6-1,-2 1 1</inkml:trace>
  <inkml:trace contextRef="#ctx0" brushRef="#br1" timeOffset="422900">22014 5479 24396,'41'-23'-448,"1"1"-224,-5 9-1233,5-2 1905,-4 3 0,-1 0 0,-4 0 0,18-4 0</inkml:trace>
  <inkml:trace contextRef="#ctx0" brushRef="#br1" timeOffset="423249">22932 4969 22621,'-42'27'22,"0"0"1,3-2-1,8 0-5,18 4 16,3 1 376,2-1-409,4-1 1038,2 0-1016,2-2-22,4-3 585,2-1-563,4-4-33,2-4 45,2-3 5,1-4 17,1-4-17,2-3 1108,2-5-1091,0-3 6,2-6 22,2-3-6,-1-2 40,1-3 22,0 1-2442,-1 0 2481,-1 1-6,-2 2-1061,-3 2 1050,-3 3-50,-3 3-22,-3 2-44,-4 5-46,-2 1 2871,-1 7-2871,-1 3 1572,0 6-1572,-2 6 0,0 5 0,-3 5 0,0 4 0,-1 4 0,-1 3-1292,0 4 928,-1 4-426,1 5-884,1 5-3351,0 4 5025,3-25 0,0-3 0,0 4 0,0-1 0</inkml:trace>
  <inkml:trace contextRef="#ctx0" brushRef="#br1" timeOffset="424083">23759 5484 21231,'1'-7'2712,"0"1"-2074,-1 6 259,0 0-651,7-66-78,-6 45-112,3-16 0,0 4 28,-4 24-101,0 3-22,0 2-185,0 3-22,0 8-259,0 2-537,-2 8-1030,1 2-3675,0 1-3522,0 0 9029,1-3 0,-1-8 1,1-3-1</inkml:trace>
  <inkml:trace contextRef="#ctx0" brushRef="#br1" timeOffset="424251">23775 5665 24615,'-19'60'35,"-1"0"0,6-14 1,-1-3-1014,-4-9 1,0-5-255,-7 7-2028,-1 1 3260,-5 2 0,16-18 0,0-1 0</inkml:trace>
  <inkml:trace contextRef="#ctx0" brushRef="#br1" timeOffset="424678">24489 5026 21478,'1'-4'2952,"0"0"-1272,-1 4-1629,-20 19-6,5 0-29,-18 20 18,12-6-12,-1 1-918,2-1 908,2 1-7,3-3 12,4-1-11,4-3 305,4-4-294,1-4-6,2-5 185,3-3-134,3-4 5,4-3 11,3-3 451,5-4-456,2-3 55,17-15-55,-7 2-392,11-10 408,-12 5 12,-2-1 17,-2 0-6,-3 2 5,-3 1 1,-3 3-166,-3 3 172,-3 3-29,-2 3-22,-3 2-23,-2 4 0,-1 2-10,-1 1-40,0 7 369,-1 7-374,-1 5 136,0 4-131,-1-2 0,0 2-11,0 3 11,0 0-67,0 3-73,-2 0-162,0 3-342,-1 0-622,1 0-1322,0 0-7243,1-5 9414,2-5 0,0-11 1,1-4-1</inkml:trace>
  <inkml:trace contextRef="#ctx0" brushRef="#br1" timeOffset="424958">25219 5055 22711,'1'-3'3797,"0"1"-3063,-1 2-701,2-19 1,-6 20 19,-18 15 0,-7 6-521,-2 10 476,-11 10 1,1-2-3,10-11-671,-6 6 659,19-14-5,6-2 0,5-3 11,3-3-11,4-1-6,5-2 6,5-2-23,6 0-3016,6-3 2977,4-1-667,6-1 566,2-1 228,3 1-474,1-2-291,5 1-550,1-1-985,4 0 2191,9 0 1,-28-1 0,1 0-1</inkml:trace>
  <inkml:trace contextRef="#ctx0" brushRef="#br1" timeOffset="425275">25910 5003 19703,'-5'-3'3747,"1"1"-118,4 2-3494,-4-60-1,10 43-22,0-45-17,10 60-16,4 0-40,-1 2 22,11 2-44,-8 2-11,6 4 11,3 19-17,-13-7-3387,10 17 3387,-16-9-5,-1 2 5,-4 5-12,-1 3-232,-4 3 177,-1 3-34,-5 0-84,-2 1 2996,-6-1-3237,-3-3-173,-3-4-208,-3-4-308,0-4-464,-2-5-815,1-2-7437,-4-2 8758,9-7 1,1-3 0,12-8 0</inkml:trace>
  <inkml:trace contextRef="#ctx0" brushRef="#br1" timeOffset="425434">25959 5330 25868,'6'-42'97,"0"0"0,0 3 0,4 8-74,11 18-23,4 1-39,6 0-113,4 2-1545,27-3-2459,-12 4 3146,-12 3 0,-2 1 1,-7 1-1,-1 0 1</inkml:trace>
  <inkml:trace contextRef="#ctx0" brushRef="#br1" timeOffset="429871">26828 5123 23035,'2'-55'-1305,"0"12"-218,2 47-2051,-1 3 3574,1 8 0,-3-7 0,0 1 0</inkml:trace>
  <inkml:trace contextRef="#ctx0" brushRef="#br1" timeOffset="430044">26780 5445 22232,'-3'49'57,"0"-1"1,0-2 0,-2-8-164,-6-11-236,-3 2-895,-5 0-3687,-5 3-4391,0-3 9540,1-3 0,11-12 0,4-6 0</inkml:trace>
  <inkml:trace contextRef="#ctx0" brushRef="#br1" timeOffset="433198">26682 5484 17566,'10'-57'933,"-1"0"1,0 4-1,-2 6-350,-4-2-2044,-2-2 1881,0-2-40,-1-1 824,-1 1-857,0 2-38,-1 3-13,1 2-44,1 5-33,0 3 128,2-3-213,2 13-38,1-1-46,1 17 698,-1 4-748,-1 3 480,0 3-469,1 2 1799,0 5-1799,7 15-5,-2 2 5,7 15-428,-4-1 417,0 6-1348,0 5 1343,-2 6 10,-3 3-5,-1 3 0,-4 2 6,-2-1-6,-1 0 5,-2-2 23,-2-2-22,-3-3 5,1-19 0,1 0 12,-4 15-12,-2 11-156,6-25 151,0-4 10,1-4-4,2-7 66,0-2 764,2-9-607,0-3 1248,2-18-1438,0-2 185,3-13-202,0-1 5,1-3-10,-1-5 27,3-27-1196,-2 12 1160,-2 14 0,0 0 9,1-19-1,-2-3-11,-2 1 12,0 0-12,-1 3 6,0 4-17,-2 2 33,-2-11-22,-2 19 17,-1-7-11,3 25-11,-1 1-17,3 10-62,-1 2 0,3 9 1230,0 14-1168,3 4 11,2 16-34,1 3-687,0 7 715,0 7-1419,-1 7 1403,-3 5 25,-1-29 0,-1 0-6,1 2 0,-2 0 6,0 0 0,-1-1 5,0 1 0,-1-1-8,-1-1 0,-1 0 6,-4 27-2692,-1-4 2691,2-6-414,-1-7 409,2-6 54,0-8-65,1-7 986,0-5-891,3-9 2966,1-4-2938,1-20-89,2-3 10,2-17-16,2-2 0,0 6 0,0-2-2468,3-24 2456,-2 17 1,-1 0 2,-1 8 1,-1 0-946,0-3 0,-1-1 945,0-1 1,0 0-446,-1-1 1,0 0 447,-1 1 0,0 0-97,-1 2 1,0 1 101,-1 2 1,0 2-5,-4-22-12,-2 9 16,1 11-32,-2 10 1767,2 7-1763,0 7 2603,1 5-2625,0 3 1901,0 7-1895,-4 17 28,1 3 28,-2 18-50,5-2-129,5 11 0,2 3-29,2-18 1,1 1-1120,0 2 0,1 4 0,2-4 803,2-1 1,2-3-293,1 2 1,0 0-1191,0 0 0,1 0 1978,1 7 0,0-4 0,1 4 0,-1-2 0</inkml:trace>
  <inkml:trace contextRef="#ctx0" brushRef="#br1" timeOffset="438848">27738 4987 20072,'3'-52'1182,"-1"0"0,1 4 0,-2 7-639,-1 9-1655,-1 5 1544,-2 3 376,0 4-539,-1 4 216,1 3-345,1 4-50,0 3-40,1 4 780,0 1-858,0 1 69,-1 15-24,1 0-17,-2 17 11,1-2-22,-2 5 17,-1 5-1082,0 2 1070,-2 1 6,1 0 17,1 0-17,0-2-215,3-3 215,0-2-11,2-5 22,1-5-11,2-5 11,1-5 6,1-4 1078,1-4-1028,0-3 364,7-6-352,-2-5-6,7-5-12,-2-6 1,4-4 11,1-5 83,11-16-60,-7 7-1585,7-9 1590,-12 14 0,-2 3-28,-1 3 16,-4 4-5,-1 4-39,-4 4-6,-1 4-22,-3 3-11,-2 3 22,-1 1-40,-1 7 1585,0 1-1573,1 9-11,-1 1 22,2 19-17,-1-7 12,0 16-353,0-11 319,0 3-1236,2 1 1062,-1 2-173,2 3-246,0 1-365,1 1-571,1-1-1255,0 0-6727,0-7 9539,-1-7 0,-2-15 0,-1-6 0</inkml:trace>
  <inkml:trace contextRef="#ctx0" brushRef="#br1" timeOffset="439348">28778 4897 18235,'-3'-9'4212,"1"1"-3372,2 8 1703,0 0-2375,-61-47-474,40 34 356,-14-13 0,2 4 141,21 20-135,0 1-28,2 0-11,1 1 0,1 0-11,1 2 22,2-1 311,-1 3-327,2 2-24,0 0 24,3 1-12,1-2 5,0 1 6,2 1 1,3 0-1,1 2 0,4 1-5,2 0-12,3 1 6,2 0 11,10 6-5,-5-4-3393,6 5 3404,-10-4-442,-1 1 425,-2 0 6,-3 0-6,-2 0 6,-2 0 5,-2 0 17,-3 6-6,-2-5 1,-3 4-1,-1-7 6,-9 4 3159,3-5-3187,-4 4-45,4-6-72,-1 0-247,0 1-387,0 0-784,2 1-2223,-1 1 3758,0 1 0,4-6 0,0-1 0</inkml:trace>
  <inkml:trace contextRef="#ctx0" brushRef="#br1" timeOffset="440488">28658 4879 8976,'-6'-7'5372,"2"2"-3826,4 5 6021,0 0-8539,-37-61 1185,22 44-129,-6-17 0,-1 5 44,9 25-16,1 0 0,-1 2-44,1 0 21,1 1 436,-1 1-463,4 0 192,-1 0-125,7 0 34,0 0 129,1 0 354,5 0-641,-2 2 6,5 2-11,-1 2 12,0 1-7,3 2 6,0 2 1,1 1-1,2 2 0,7 10 0,-2-6 6,16 18-1026,-10-14 1026,9 7 5,-4-8 6,16 8-5,-10-7-18,11 6-174,-18-12 180,-4 0 0,-6-2 29,-6-2 21,-5 0 46,-3-1 16,-9 1 0,-3 0-11,-9 0-39,-7 3-12,-7-1-16,-7 3-14,8-5 0,-1 0-400,-17 8 377,9-4 1,2 1 2,-4 2-16,-5 5-481,23-10 480,4-1-10,7-3-147,3 3-139,5-4-376,5 1-756,7-4-2700,7-1-4143,4-2 8277,0-1 0,-7-1 0,-5-1 0</inkml:trace>
  <inkml:trace contextRef="#ctx0" brushRef="#br1" timeOffset="442243">29538 4897 16415,'-9'-1'4200,"2"0"-3203,7 1 1569,0 0-6605,-6-65 4196,8 40-101,-3-13 0,3 1 893,10 20-887,3 1-18,2 2-4,1 1-24,2 2-2273,0 1 2280,0 1-481,0 3 464,1 2 1690,-1 1-1696,-1 2-11,0 0 0,0 4 5,-1 3-5,1 3-6,-1 3 17,-1 3-183,-3 1 155,-3 2 17,-3 2-6,-4 2-702,-2 1 708,-3 0-278,-5 1 289,-4-1 17,-5-1 0,-4-2 11,-2-2 142,-2-1-81,-12 2-33,9-6 23,-6-1 16,12-6 28,2-4 29,4-1 5,3-2 2374,3-1-2352,2-2 1937,3-3-1965,1 0 1160,2-5-1250,5 1-27,1 0-29,6 3 1,-1 3-6,3 2 6,3 1-18,2 2-27,17 5 17,10 8 27,-16-2 1,1 2-15,0 4 1,-2 1 3,15 11-1,-12 2 6,-18-10-11,-6 0-6,-4 0-5,-7-3-3387,-6 0 3370,-8-1-2331,-8 0 2174,-8-1-592,-7-1 53,-5-1-665,-4-2-2279,-2-1-5866,4-2 9262,6-3 0,20-2 0,8-3 0</inkml:trace>
  <inkml:trace contextRef="#ctx0" brushRef="#br1" timeOffset="444357">22686 6457 20067,'0'-4'2257,"0"0"73,0 4-2073,-19-64-459,11 43 300,-4-16 0,0 4 196,4 24-199,-2 3 6,-9 2-90,1 3 128,-22 11-117,12 0 6,-24 17-405,21-7 366,-6 9 209,16-7-203,6-1-1,4-1 6,5-1 6,3-1-6,4-1 0,4-3 5,4 1 18,5-2-23,4 1 0,4-2 0,5 0-34,20 3-201,-8-5 235,13 3 11,-4-1-11,-15-3-11,5 4 11,-21-5 11,-7 0-5,-5-1 10,-4 0-4,-7 0-1,-5 1-11,-8 1 17,-21 3-6,-12 0-1638,-4-2 1621,-1-3 6,18-4-44,1-1-1,4-1-16,3-1-46,4 0-72,3-2-158,4 1-329,5-3-605,4 2-4807,4-2 6078,6 1 0,1 0 0,1 2 0</inkml:trace>
  <inkml:trace contextRef="#ctx0" brushRef="#br1" timeOffset="444960">23070 6463 26060,'4'1'50,"0"18"-38,-4 11-1,0 11-1334,-1-11 1345,-2-1 38,-1 0-55,0-2 6,-1 0-5,0-3 0,0-1 10,0-5 306,0-3-288,1-4 55,1-3 175,2-3 564,-1-4-716,1-5 287,1-4-326,0-4-6,0-2 6,0-4-17,0-3 22,2-2-27,0-2-23,3-2 5,0 1-22,3-2 6,0 3 0,2 1 0,0 2 0,0 4-6,2 0 6,0 5 5,2 1-16,1 3 5,2 1 0,1 1-28,2 3 17,1 1-5,1 2 5,0 3 0,1 2 11,-3 5-22,0 3 22,3 14-28,-7-4 23,2 11-6,-8-8 11,-3 0-11,-2 2-3398,-3-2 3393,0 0 10,-3 0 1,-2-3 11,-1-3-6,-2-3 6,0-6 22,0-3-6,0-4 12,1-2-6,1-4 3409,1-3-3425,1-4-1,1-4 6,1-4-28,2-1 0,1-3 6,4 0-12,2-1 29,10-9-12,-4 8 6,8-5-17,-6 11 11,1 3-11,1 2-6,9 0 12,-6 6-6,7 0-11,-7 5 11,0 2-17,1 3 6,1 2 11,0 4-23,1 4-27,-1 1-292,12 14-649,-1 4-1846,1 3 1683,-6 0-370,-9-9-677,-3 0-1535,2-2-4985,-4-2 8721,-2-6 0,-7-7 0,-3-5 0</inkml:trace>
  <inkml:trace contextRef="#ctx0" brushRef="#br1" timeOffset="445827">24277 6663 14045,'26'-48'782,"-1"1"1,-1 4-1,-5 6-222,-9 13-84,-3 3 2470,-4 3-2391,-4-2 987,-4 8-1414,-5 0 63,-11 9-124,2 4-5,-9 3-18,5 6 804,-1 2-826,-1 3 869,0 3-874,0 2-1,0 4-10,-7 15-6,10-9-6,-5 10 18,15-13-18,4-1 12,4-2-18,6 6-4,4-11 21,3 4-5,4-14 11,1-4 2233,2-2-2222,2-4 12,1-5-1,0-3 7,1-5 4,-1-4 7,0-2-1,-2-3 45,-2 0-11,-2-1 17,-1 0 0,-3 0-39,-1 1 33,-2 2 73,1-2-90,-3 7-11,-1 0-11,-2 10-5,-1 2-34,0 3-17,-1 5 11,-1 3-11,0 6-17,-2 10 6,1-2 0,0 8-1,2-6 12,1 1-22,2 0 22,3-1-6,5 1 6,3 0 6,5-1 5,3-2-11,3-2-11,2-3 45,1-1-51,2-5 11,-1-2-5,0-5-11,-1-2 16,1-6 6,8-10-6,-7-2 12,6-8-6,-10 3 11,0-4-2097,-2-3 2108,0-5-5,-2-3-11,-1-3 27,-1-5-22,0-2-2704,-3-2 2699,1-1 10,-6 15 1,-1 1-1809,4-18 1800,-5 19 1,-1 1-361,-1-8 375,-2 2-523,-2 3 528,-2 4 375,0 4-369,-2 5 1538,0 3-1544,-2 4 501,0 4-507,0 3-11,1 4 0,-2 1 2592,1 2-2597,-2 5 2478,-6 12-2484,1 2 0,-6 14-11,-4 19-3392,4-5 3400,5-15 0,0 3-3,0 5 1,2 0-1082,1-8 1,1 0 1086,-2 10 0,1 1-546,2 18 529,6-6 1,4 3 2,4-12 0,3 1 12,-1-4 0,2 1 0,2-4-692,3-2 0,2-6 688,1-3 1,1-4-12,9 4 1383,2-6-1372,1-6 1919,0-6-1930,-2-7 6,1-8 5,-2-6 6,1-7 6,-1-5 772,2-7-773,-1-3 1,0-8 546,-1-5-541,-1-7-6,-14 24 1,-1 0-3,0-2 0,0 0 8,-1-1 0,0 1-8,-2-1 0,1 0 8,2-11 0,-1-3-109,-2 2 1,-1-1 108,-1 1 0,0 1-239,-4 5 0,-2 4 240,-1-9 22,-2 6-34,-4 6 2579,0 5-2579,-3 6 0,0 3 311,-3 3-311,3 6 0,-2 2 686,4 9-686,-1 3 0,-1 7 0,-1 6 0,-2 7 0,-2 5-3392,0 8 3392,0 7 0,0 5-2269,3 4 2269,2 2-1418,3 2 1418,3 1-163,7-1 163,5 0-85,7 0-156,5-2-123,5-1-311,-6-20 0,2 2-854,3-2 0,0-1-561,0-1 0,0-2 2090,2 0 0,-3-6 0,-5-7 0,-2-1 0</inkml:trace>
  <inkml:trace contextRef="#ctx0" brushRef="#br1" timeOffset="446056">26173 6431 20212,'-4'-2'3680,"2"1"-1226,2 1-2522,57-51-3917,-27 39 3662,8-16 1,2 5-938,-2 25-243,5 2 1503,8 5 0,-24-3 0,1-1 0</inkml:trace>
  <inkml:trace contextRef="#ctx0" brushRef="#br1" timeOffset="446240">26291 6718 21825,'-5'0'3933,"0"0"-2074,5 0-1910,82-62-4646,-38 43 4514,-10-2 0,7-5 0,-5 7-942,15 12-528,1 0 1653,6 0 0,-27 4 0,-2 0 0</inkml:trace>
  <inkml:trace contextRef="#ctx0" brushRef="#br1" timeOffset="446959">27559 6331 19361,'4'-8'3742,"-2"2"-2942,-2 6-144,35-63-4427,-21 36 3984,7-12 0,-1 2 151,-8 14 687,-1 4-760,-3 2 674,0 4-820,-2 3-44,-2 4-67,-2 3 2320,-1 1-2331,0 2 486,-1 4-470,-1 4-11,-1 6 12,-1 5-18,-4 5 6,-7 22 17,-8 9-29,6-17 1,0 1-352,3-8 1,-1 0 342,1-1 1,1-1 24,-2 11-27,4-3-6,4-2 5,2-4 18,4 3 10,2-14 12,4 2 11,1-14 23,4-4-1,3-4-5,2-5 0,4-4 16,3-5 687,1-4-664,2-1-5,1-2-814,0-1 802,0 0 6,0-1 5,-2 3-54,0 0-52,-4 3 0,-2 3 0,-3 2 0,-4 4 0,-2 3 0,-4 2 0,-1 2 802,-1 4-802,0 3 0,-1 4 0,2 14 0,-2-2 0,-1 10 0,-1-6 0,-1 2 0,-1 3 0,0 4-63,-1 4-1685,0 4 303,0 4-2532,2 2-5854,0-4 9724,0-7 1,0-18 0,0-9 0</inkml:trace>
  <inkml:trace contextRef="#ctx0" brushRef="#br1" timeOffset="448516">12557 16277 12135,'-44'1'580,"-1"-1"0,1 1 1,-3-1-1,2 1 1,5-1-167,-11-1-117,-3-1 2502,28 0-2580,6-1 1289,5 1-1356,4 0 729,4 1-842,4 0 2905,1 1-2939,11-2 23,3 0-11,28-5-34,-4 1 12,20-3-1361,-6-1 1360,6-1 23,6-1-20,-29 5 1,0 0-1,1 0 0,0 0-1202,0-1 0,1 1 1194,-2-1 0,1 0-3,10-3 0,0 1-113,17-6 132,-19 4 1,-3 1-6,-7-1-17,-6 2-5,-46 6 22,-9 7-6,-26 2-1446,0 5 1455,24-4 0,-1 1-1,-2 0 1,-1 1 598,-1 1 1,-3 0-568,-17 5 0,-1 1-9,13-3 0,-1 0-472,-13 4 0,1 0 477,18-5 1,3-1 8,1 1 1,0 0-1,4-2 0,0 0 28,-22 9-1720,10-3 1670,9-3-17,9-2 1687,10-2-1687,7-3 531,8-2-526,9-2 1191,9-2-1190,10-4-1,9-3 2655,9-5-2644,9-3-1583,-24 8 0,1-2 1572,2 1 1,1-1 5,2-1 1,0 0-315,0 1 1,2-1 316,16-4 0,1-1-9,-16 5 1,0 1 5,12-4 1,-2 0-1,8-1-11,-8 2 0,-10 5 0,-12 1 22,-12 4 12,-11 2-23,-30 11-17,-5-1 119,-28 11-119,-1-1 975,25-8 0,-1 0-969,-3 1 0,-1 0-406,-2 0 1,-1 1 411,-2 0 0,0 1 2,-1-1 0,0 0-2,0 0 0,1-1-12,0 0 0,0 0 12,3-1 0,1-1-6,3-1 0,-1 0 14,-3 1 0,1-1-168,-20 5 170,12-4 7,27-5 415,26-8-365,7-2-1784,13-5 1835,7-4 10,10-3 910,8-3-904,9-2-406,-26 9 0,1 1 333,4-1 0,0 0 0,2-1 1,1 0-12,1 1 0,3-2 67,5 0 0,7-2 0,-5 1-61,-2 2 0,-1 0-322,0 0 0,3-1 0,-7 3 355,17-2-11,-11 3 0,-11 4 96,-8 3-80,-17 2 2336,-8 4-2363,-16 4-28,-10 5-23,-9 4-16,-9 3-12,-8 3-2114,-8 2 1935,23-11 0,0 1-358,-3 0 0,0 0-1237,-2 1 1,-1 0 1779,-9 2 0,3-2 0,-4 3 0,1-2 0</inkml:trace>
  <inkml:trace contextRef="#ctx0" brushRef="#br1" timeOffset="453431">19467 7440 22152,'30'-43'711,"-8"9"11,-24 33-548,-2 0 182,2 0 47,0-3-201,1 1-95,0-3 302,1 0-291,0-1 34,0 1 27,0-2-11,0 1 157,-2-3-68,-1 0-167,-3 1-17,-3 2 16,-9 5-61,2 1-11,-10 5-23,3 3 18,-3 5 4,-3 4-10,-1 4 0,-13 17 5,10-6 6,-7 10 33,10 3-308,11-11 264,-1 11-18,12-13 12,3-1-5,3 13-1,9 0-5,3 0-6,11-6-145,17-4-62,0-9-1090,18 4 680,-5-10-346,4-4-420,5-4-1048,2-3 2448,-26-5 0,-2 0 0,4-1 0,-2 0 0</inkml:trace>
  <inkml:trace contextRef="#ctx0" brushRef="#br1" timeOffset="453598">20197 7566 21035,'-2'-1'4991,"-1"1"-2504,3 0-2487,-31-10-90,23 8-173,-23-8-476,31 10-1098,0 0 1837,1 3 0,-1-3 0,1 3 0</inkml:trace>
  <inkml:trace contextRef="#ctx0" brushRef="#br1" timeOffset="454592">21603 7715 23008,'10'-52'635,"0"1"0,-1 5 0,-2 6-204,-1 13-67,-2 4-50,-2 7-57,-1 4-89,-1 5 198,0 4-316,0 1 64,0 8-63,-3 14-23,-3 20-23,-1 5 12,-3 12-11,0-9-1262,-1 4 1250,-3 4-16,-2 3-149,2-14 0,-2 2-504,-2 3 1,1 1-1382,-1-1 1,-1 0 1145,2-4 0,1-2-2377,-6 8 2793,2-2 0,9-25 0,2-5 0</inkml:trace>
  <inkml:trace contextRef="#ctx0" brushRef="#br1" timeOffset="454962">21844 7096 19871,'0'-5'3422,"0"1"-1226,0 4-2157,-54 19 17,31 7-48,-7-9 1,2 2-782,16 16 784,9-11 186,1 0-185,5-2-7,2-1 6,5-4 40,10 1-18,-2-7 74,16-2 27,-4-14-61,-1-3 5,-3-8 6,-10-1 12,-2-1 709,1-14-615,-5-4-100,-2-1-17,-5 3-1,-6 11-16,-1 2-5,-3 3-12,-1 1 0,-1 4-16,-1 2-7,-3 2-38,0 5-23,-2 6-11,5 4-84,2 7-2324,5 20-556,5-9 3020,5 20 0,-1-29 0,0-1 0</inkml:trace>
  <inkml:trace contextRef="#ctx0" brushRef="#br1" timeOffset="455198">22303 7441 20856,'-5'-3'2711,"1"1"-6483,4 2 3800,-12-62 6,33 35 392,-17-9 1,2 3-461,41 14-50,-7 10-67,4 1-79,2 3-146,1 2-1330,-3 2 721,-4 4-3737,6 10-711,-17 1 5912,3 10 1,-24-14 0,-1 0 0</inkml:trace>
  <inkml:trace contextRef="#ctx0" brushRef="#br1" timeOffset="455315">22367 7639 18995,'58'-19'-532,"0"-1"0,-17 6 0,-5 2 0,-9 4 0</inkml:trace>
  <inkml:trace contextRef="#ctx0" brushRef="#br1" timeOffset="455866">23513 7290 17193,'-3'-8'4878,"1"1"-3307,2 7 160,0 0-2276,-49-31 607,29 23-32,-10-9 1,0 3 454,11 15-451,-4 1-6,-2 1 0,-1 1-17,0 0 17,0 0 578,2-1-578,2 0-3115,3-1 3120,4 0 571,1-1-593,6 0 6,3 0 22,3 0 0,2 2-22,0 0 3392,0 2-3381,0 1 0,0 1-6,0 1 1,1 1-7,0 0-16,1 2 23,-1 1-1,1 0-11,-1 2-5,-1 0 5,0 1 6,0 0-6,-2 2 17,-1-1-5,-3 1-1,-1 0 6,-2-1-11,0 0-6,-1-1 0,1-3 0,1 0 17,2-4-16,1-1 83,2-2-22,1-3 212,0 0-229,3-8-11,2 0-11,0-6-6,2 2 0,2-1-6,0 0-11,3 0 6,0 0 5,2 1 1,1 0-12,1 1 11,2 1-22,-1 1 12,2 1-12,1 1-6,1 1-11,10 3 23,-5 1-6,8 4 17,1 10-23,-10 0-5,5 6-6,-14-2 11,-2 0 1,-6 1 10,-2 1-16,-6 0-6,-4 2-5,-6 1-28,-5-1-29,-5 2-78,-2-3-106,-3-1-694,-11 3 173,10-8-639,-8 1-139,14-8-1435,2-4-6340,3-3 9337,4-1 0,7 0 0,2 0 0</inkml:trace>
  <inkml:trace contextRef="#ctx0" brushRef="#br1" timeOffset="456086">23621 7198 18571,'1'-3'4896,"-1"1"-1497,0 2-3393,13-45-28,-5 33-57,12-33-156,-6 45-493,4 0-958,4 1-4515,5 1-3556,0 1 9757,-2 1 0,-11-2 0,-6-1 0</inkml:trace>
  <inkml:trace contextRef="#ctx0" brushRef="#br1" timeOffset="456309">24345 7401 24027,'-8'-3'2447,"1"1"-2015,7 2 408,0 0-751,8-60-2009,-6 41 1945,2-15 1,0 3 432,-2 24-480,0 3-236,0 2-178,0 2-500,2 5-974,0 4 1910,1 7 0,-2-7 0,-1 0 0</inkml:trace>
  <inkml:trace contextRef="#ctx0" brushRef="#br1" timeOffset="456501">24385 7855 21323,'-32'39'-187,"0"-1"1,2-2-1,2-4-1477,0-2-700,-2 2 2364,-7 3 0,18-15 0,0-3 0</inkml:trace>
  <inkml:trace contextRef="#ctx0" brushRef="#br1" timeOffset="457259">25787 7448 23606,'15'-40'201,"1"-1"1,0 4 0,-8 10 957,-11 22-1081,-4 2 351,-2 1-396,-1 1-10,-3 1 10,-1 2-5,-2 2-39,-1 2 28,-1 2-17,0 0 6,0 2 239,-8 4-234,5-3 6,-6 2 11,8-5-6,2-2 622,1-1-611,0-3-10,3 0 27,2-2-5,1-2 11,2-1 6,1-2 10,1-1 96,-1-1-117,3 2 22,0-1-6,3 3-28,0 2 45,1 0-62,0 8-33,0-2 22,0 10-11,0-2-11,-1 2 0,-3 11 22,0-6 6,-4 10-17,0-9 11,1 2-11,-3-2 6,1 0 5,-2-2-5,2-2 5,0-2 0,0-2 23,0-1-1,3-4 12,0-1 28,4-5 212,2-1-251,-1-8-6,2 2 11,1-7 0,3 2-11,2-2-11,1 0-6,2 0-5,1 1 5,1 1 6,6-2-23,-3 3 1,6-1-1,-5 6 6,1 0 6,13 2-12,-5 0 17,10 3-3391,-8 3 3380,1 3-457,1 4 451,13 11-5,-12-3 6,6 8-23,-17-7-28,-4 13 44,-8-8-27,-6 8-112,-16 0 17,-1-9-51,-13 6-459,-11-6 106,6-8 2970,-11 1-3468,13-9-577,2-4-2459,4-2 4072,1-3 0,12 1 0,3-1 0</inkml:trace>
  <inkml:trace contextRef="#ctx0" brushRef="#br1" timeOffset="457577">26499 7373 26838,'-4'-5'409,"-19"11"-347,-9 13-12,-14 7-5,9-6-915,-18 10 886,13-6 304,-10 6-275,20-10-685,6-3 656,6-1 1,6-3 17,6 5-23,5-7 444,12 7-427,12-8-23,18 2-27,15-3-817,-5-3 778,2-2-46,-15-3-2838,17 0 2284,-14-1-840,-4 0 0,-1-1-7841,2 0 9342,8 0 0,-30 0 0,-5 0 0</inkml:trace>
  <inkml:trace contextRef="#ctx0" brushRef="#br1" timeOffset="458183">26839 7453 22119,'28'-42'319,"-1"0"0,-1 3 0,-3 7-106,-4 14-39,2 0 1433,-1 4-1478,0 1-34,-1 3 629,0 2-656,-2 4 310,0 2-350,-1 2 1007,-1 4-996,6 12-27,-5 3 4,5 9 80,-7 1-85,-1 2-3386,-2 5 3380,-3 3-16,-5-7 0,0 2-1122,-1 18 1096,-2-16 1,-2 1-1235,-3 2 1,-1-1 531,-4 22 153,2-21 1,0-1-1401,-3 12-3475,1-4-4011,2-10 9472,2-9 0,3-14 0,1-5 0</inkml:trace>
  <inkml:trace contextRef="#ctx0" brushRef="#br1" timeOffset="458358">26900 7736 21254,'-2'-5'3305,"1"1"-2106,1 4-1054,22-62-2317,-4 38 2200,0-13 0,3 2-2908,11 19 2908,4 0-44,2 3 131,4 1-523,1 3-954,1 1-4441,2 2 5803,5 0 0,-24 3 0,-1 0 0</inkml:trace>
  <inkml:trace contextRef="#ctx0" brushRef="#br1" timeOffset="458602">27846 7683 22363,'3'0'3042,"-1"0"-1368,-2 0-1663,17 65-2378,-20-37 2132,8 12 0,-4 0-975,-21-12-2799,-5 2-5822,1-3 9476,2-3 0,11-12 1,4-5-1</inkml:trace>
  <inkml:trace contextRef="#ctx0" brushRef="#br1" timeOffset="460026">27847 7644 9996,'0'-3'6122,"0"0"1663,0 3-7465,-12-39-46,8 29-44,-9-29-46,13 38 551,0 1-635,3 0-38,-2 0-17,3 0 39,-3 0 879,0 1-907,0-3-28,1 2 0,-1-4-11,0 2-28,-1 1 11,1 0-12,2 3 7,0 1 10,1 4 1,0 0-6,0 1-6,0 2 6,0 3 23,0 1-18,-1 3 1,0 2-6,-3 2 0,-8 27 6,-1-15-18,-9 22 1,0-24-1462,-4 2 1327,-2-2-290,-3 0-607,-2-1-1639,-2-1 2682,-3 3 0,16-15 0,1-1 0</inkml:trace>
  <inkml:trace contextRef="#ctx0" brushRef="#br1" timeOffset="461442">27771 7615 14510,'13'-53'1014,"-1"0"0,0 4 0,-2 7-286,-1 6-112,0 3 2600,-1-4-2544,-4 4-426,0 5-27,-4 8 936,0 12-1049,0 3 507,-1 2-585,0 2 1867,-1 3-1884,0 3 28,-3 16-33,0 2-1,-1 13 18,2-2-18,1 5 6,1 2-448,2 4 425,1 2 24,2 2-12,2 1 0,3 1 11,1 1-6,0-2 18,0 1-12,-4-17 0,0 0-11,1 15 0,-1 9 0,-3-25 39,-2 1-3235,-3-12 3257,0-1 102,-4-13-74,1-5 294,0-5-305,1-5-27,1-7-12,0-4-11,0-5 17,0-21-17,2 5-17,1-17 0,2 8 2924,2-4-2924,2-4-1533,1-4 1538,0-1 1,0-2 0,0 3-6,-2 1-11,0 5 11,-2 5 6,0 6 17,-2 7 39,0 2-34,0 14-6,0 3 1,0 13-40,0 4 396,-1 5-379,2 16-6,1 3 1,2 14-23,3 23 0,-2-9 1,-1 4 281,0-11 1,-1 1-266,0 14 0,-1-3 0,-1-24 0,-1-2 0,-1 32 0,-3-3-6,-1-5 6,-2-5 6,-5 4 16,1-12 62,-2-5-34,5-20-5,3-14 6,4-19-29,0-2-5,1-14-3047,2 0 3036,2-7 22,2-8 0,1-4-440,-2 17 1,-1 0 417,3-22 0,0 0-76,-3 23 0,-1 3 70,3-31 0,-2 6-1047,0 8 1047,-2 10 0,-1 9 0,-1 8 1397,0 8-1397,0 5 1615,-1 4-1621,-1 3 193,-2 6-198,-1 4 11,-2 8 1858,0 5-1880,0 7-12,-1 3-61,3 5-101,2 5-481,2-10 1,0 2-388,2 21 148,1-18 0,0 0-5228,4 17 6144,2 7 0,-3-31 0,0-1 0</inkml:trace>
  <inkml:trace contextRef="#ctx0" brushRef="#br1" timeOffset="467626">28618 7315 14667,'-8'-7'5853,"2"1"-4161,6 6-1149,0 0-111,-5-62-52,4 38-1594,-2-13 0,2 1 1528,4 16-90,2 0-28,3 2 393,0 0-461,2 2 18,7-5-96,-3 8-16,5-3-2594,-4 9 2577,1 2 1095,1 0-1107,1 4 1,2 0-12,1 3-33,1 2 6,-1 5 10,1 2-16,-3 2 33,1 2 6,-4 1-33,0 3 183,-4-1-150,-4 3 0,-4 0 0,-10 12-11,-1-8 56,-8 8 39,-9-3-45,4-10-22,-7 5 3382,-12-4-3315,18-11 500,-13 3-472,26-12 0,2-1-39,2-2 5,2-1-16,1-2-17,1-1-6,0-1-11,3 1-11,2 0-12,4 1 34,7 0-33,-2 2 5,7 1-78,7 3-17,18 12 84,-6-2-364,8 11 364,-23-7-17,-3 2 6,-4 1 22,-4 2 6,-4-2 16,-4 2-16,-3-1-11,-5-1-6,-5 1 0,-5-2 0,-6 0 0,-15 2-3344,-23 0 3198,9-5-173,-9-4-264,29-8-504,2-1-1349,3-4 1929,3-3 1,9 2 0,2 0 0</inkml:trace>
  <inkml:trace contextRef="#ctx0" brushRef="#br1" timeOffset="467994">29702 7027 24966,'-45'-27'287,"0"0"0,4 2 1,6 6-92,16 13 458,2 2-548,4 1 141,2 2-208,4 0 88,2 2-121,3 2 285,1 2-275,3 2-4,4 2 32,13 10-16,17 4-16,3 2-908,9 0 896,-8-7 6,1 2-6,2-1 0,-2 2-415,11 10 398,-10 4-36,-2 10 76,-26-2-1,-18-8-5,-15-4-6,-7-9-11,-3-1 34,-5-1-12,-1-1-61,-14 7-456,13-7-99,-8 5 639,11 3 0,18-15 0,-3 7 0</inkml:trace>
  <inkml:trace contextRef="#ctx0" brushRef="#br1" timeOffset="473975">30924 6955 17423,'1'-4'3876,"-1"0"-168,0 4-3675,4-45 6,-3 33-27,2-33 16,-5 45 5,0 2 6,-2 0 23,-3 3-6,-2 0 6,-4 1-11,-5 1 38,-22 5 1,-18 0-1147,27-6 0,-1 0 1093,-2-1 1,0-1 30,-15 0 50,1-2 1,4-2 39,6 0 151,-2-3-168,16 1-28,1-3-6,16 3-39,3 0-11,3 2-11,0 0-17,6 4-22,0 1 2220,11 18-2209,-8-8 11,4 11-45,-8-8 39,-1-1-5,-2 1 0,-1-1 39,0 9-23,0-6-21,-1 5 21,-1-6-16,-2-1 56,-8 14-40,3-12-10,-6 10 5,7-17 33,-5 3-16,4-6 17,-2 0-6,6-6 39,1-2 11,0-1 1,2-1-18,0-2-10,0-1-12,0-3-22,2-2 67,-1-8-67,3-2-34,1-1 6,3 1-6,2 6 6,1 0-12,6-3 6,-2 6-5,6-4 0,-4 6-1,1 1-10,12-1 21,-5 4-38,12-1 5,-6 4-11,3 2 6,3 1-232,2 3 254,2 3-17,-1 1-11,9 10-3298,-15-2 3326,2 5-356,-18-3 323,-7 8 33,-6-6-12,-8 6 170,-7-8-169,-8-1-23,-5 0-27,-23 7-29,10-7 1273,4-4 0,1-2-1587,-4 0-200,-8 0-332,21-8-554,4-4-2067,5-3 3681,5-5 1,6 2-1,1-1 1</inkml:trace>
  <inkml:trace contextRef="#ctx0" brushRef="#br1" timeOffset="474217">31026 6872 20481,'0'-4'3333,"0"1"-6294,0 3 3006,59-50-17,-36 34 687,12-13 1,0 3-704,-15 19 858,2-1-870,0 2-22,3 0-208,10 1-207,-6 2 2776,9 1-5100,-11 4 2761,3 2 0,-14-2 0,-1 2 0</inkml:trace>
  <inkml:trace contextRef="#ctx0" brushRef="#br1" timeOffset="474576">32371 6891 27785,'28'-8'257,"-9"8"-189,-33 31 16,-17 21-59,9-23 0,-1 1-2853,-1 1 1,-1-1 2830,-2 1 0,0-3-3,-15 14 1088,-2 0-1166,-1 2-124,15-15 1,-1 1-852,-12 13 667,16-18 0,3-1-757,-2 1-509,6-8-1491,7-8 3143,4-4 0,5-4 0,2-1 0</inkml:trace>
  <inkml:trace contextRef="#ctx0" brushRef="#br1" timeOffset="474758">31892 6931 19970,'-3'-5'3808,"0"1"-665,3 4-3054,62-6-2553,-23 18 2480,8-8 1,1 3-3,-18 8 0,-1 3-8,19 9 0,2 1-18,-10-5 1,1 0-6,-5-2 0,2 1 1,-2 0-1071,6 2 1,-2 1 923,0 0 1,1 3-931,-5-3 1,1 3 0,-2-2-3824,1 2 1,-1 0 4753,7 8 0,-5-4 1,-15-10-1,-10-9 0</inkml:trace>
  <inkml:trace contextRef="#ctx0" brushRef="#br1" timeOffset="488225">19464 9353 14585,'4'-46'640,"0"0"0,0 3 1,-1 9 1719,-3 17-1172,-6-13-107,1 13-807,-7-10-50,1 17-45,-3 2-39,-4 1-33,-4 4-12,-4 2-28,-3 3 6,-3 4-23,-2 4-2556,-3 5 2534,0 4-16,-2 3 635,1 3-641,1 3 11,2 2-1592,5 1 1581,4 1-1657,7-1 1667,5-1 1697,8 7-1685,18-3-28,4-3 17,15-9 11,1-12 17,25-4-31,-11-2 20,17-7-12,-18-3 1,-2-7 22,-1-3 39,11-18-34,-15 5 6,6-14 0,-21 9 22,-5-3 18,-5-3-35,-4-2 1,-4-3-18,-3 11 1,-1 0 11,-3-19-22,1 19 0,0 1 1628,-2-9-1562,0 5 12,0 5 3280,0 8-3173,0 0-118,1 10-40,0 2-33,2 9-5,-1 2-12,1 6 11,1 1 17,2 8-22,1 2-11,2 4-1,0 5-5,1 3 0,0 3 12,0 3-18,3 4-5,-2 1 184,3 3-204,-3-11 1,0 1-3000,5 17 2940,-5-18 0,1 2-395,-1-1 1,1-2-1964,4 18 286,3 10-6390,-3-19 8552,0 0 0,-5-18 0,-2-2 0</inkml:trace>
  <inkml:trace contextRef="#ctx0" brushRef="#br1" timeOffset="488401">20176 9251 26760,'-38'-43'-1036,"16"15"1036,45 47 0,-9-8 0,4 6 0</inkml:trace>
  <inkml:trace contextRef="#ctx0" brushRef="#br1" timeOffset="489625">21539 9263 17837,'1'-11'1750,"3"-23"1,0-3-877,-2 9-496,2-10 0,-1 2 216,-2 13-146,-1 6-101,-1 5-95,0 3-101,-1 5-39,1 2-73,-1 19-22,2-2 0,-2 19 11,0-3-363,-1 4 357,-1 4 6,-1 4-70,-1-9 0,0 2-75,-4 19 19,2-17 0,0 0-193,-6 14-135,-1 1-201,-3-5-336,0-2-3166,-13 6-2767,7-18-245,-6 2 7141,13-21 0,8-8 0,4-3 0</inkml:trace>
  <inkml:trace contextRef="#ctx0" brushRef="#br1" timeOffset="490009">21727 8618 15776,'0'-6'3826,"0"2"-936,0 4-2851,-46-4-5,29 14-6,-35 0 0,42 16-22,2 1-1,3 1-5,2-2-5,1-1 16,4-3 0,3-3 0,3-3 6,4-2 89,11 0-22,-5-8 140,18-1 17,-8-15-3482,0-2 3426,-5-7 11,-10 0-5,-2-1 100,0-15-190,-5 7-23,-1-10-5,-4 12 5,-1 3-5,-1 2-11,-2 4 5,-6 0-39,3 6-11,-4 3 22,3 5 3342,1 3-3398,-1 1-22,0 3-185,-1 9-56,3 1-286,-1 8-3035,7 7-2874,4-4 6475,6 10 0,-4-22 0,0 0 0</inkml:trace>
  <inkml:trace contextRef="#ctx0" brushRef="#br1" timeOffset="490228">22196 8871 16398,'-7'0'5001,"2"0"-4340,5 0 320,0 0-1143,31-48-135,-5 34-477,0-12 1,3 2 85,12 22-360,0 1-1181,-3 2-2963,-4 3 5192,0 4 0,-17-3 0,-2 1 0</inkml:trace>
  <inkml:trace contextRef="#ctx0" brushRef="#br1" timeOffset="490395">22194 9151 19576,'53'-19'-245,"0"0"1,-4 2-1,-3 0-344,-9 5 1,-3 0-1887,23-7 2475,-3-2 0,-1 2 0,-16 4 0,18-7 0</inkml:trace>
  <inkml:trace contextRef="#ctx0" brushRef="#br1" timeOffset="490759">23216 8607 24766,'-47'9'171,"0"0"1,3-1 0,9 4-122,18 15-2921,2 4 2905,-1 2-17,3 3 189,-3 18-206,9-23 0,2 2 5,0 9 1,1 0-17,3-6 0,3-2-3,0 0 0,4-2-9,12 13-33,5-3-2050,8-2 2089,5-6 6,3-6-151,3-6 195,14-9 6,-14-7 525,7-10-491,-21-7-1557,0-17 1584,-10 3-10,0-9 1833,-13 7-1845,-3 1-5,-4-1-1844,-4 1 1838,-5 1 6,-6 2-233,-4 3 222,-4 3 1808,-17 0-1825,7 8-6,-12 1-191,15 7 163,-1 4-5,2 3-29,-8 12-16,11-1-45,-3 8-123,13-5 2403,4 3-3362,4 0-618,4 2 1784,4 2 0,1-13 0,1 0 0</inkml:trace>
  <inkml:trace contextRef="#ctx0" brushRef="#br1" timeOffset="491251">24052 8926 17636,'0'-6'3663,"0"2"-1215,0 4-2812,-12-46-45,9 38-392,-7-33-6403,13 51 7204,3 14 0,-2-14 0,1 8 0</inkml:trace>
  <inkml:trace contextRef="#ctx0" brushRef="#br1" timeOffset="491444">24222 9234 23991,'-16'51'-32,"1"1"0,0-3 1,0-6-165,-6-3-275,-4 1-2606,-2 3 836,-3-1-7297,3-4 9075,3-7 1,12-15 0,5-8 0</inkml:trace>
  <inkml:trace contextRef="#ctx0" brushRef="#br1" timeOffset="492246">25462 8879 21696,'-34'-26'71,"-1"1"0,2 1 0,3 12 1,3 34-10,-5 4-12,-1 5-5,-2 3-11,0 4 5,1 2-3,11-9 1,1 1-20,-10 16-3,13-16 0,2-1-1535,0 11 1526,7-3-10,5-3 960,9-3-983,5-3 22,8-4 6,6-3 6,5-3-1689,4-4 1688,1-4 6,2-4 468,-1-4-451,-1-3 6,-2-5 11,-3-3 5,-4-5 23,-4-4-6,-2-3 0,-5-1 12,-4-2-949,-3-1 949,-3 0-467,-4 1 438,-5 2 1422,-3 1-1427,-6 2-212,-3 4 201,-4 3-6,-4 5-6,-3 2 6,-1 2-6,-3 5 6,1 1-11,0 6-22,2 3 809,1 1-799,2 4 1,4 0 567,-3 12-607,10-8-33,2 9 169,10-10-404,4 0-270,7 1-380,7-1-2925,10 0-1517,8-2 5000,12 1 1,-19-10-1,0-2 1</inkml:trace>
  <inkml:trace contextRef="#ctx0" brushRef="#br1" timeOffset="492551">26018 8971 26267,'-4'-40'95,"-2"15"-78,-8 50 11,-2 4 6,-4 2-5667,-3 4 5661,-2 2-5,-4 0 944,0 0-961,0-1 5,2-4-6,2-1-5,3-5 905,0 7-905,9-12-6,1 3 28,9-12-33,4-3-11,4-2-29,3-4-44,7 0-62,5-3-95,6 0-134,4-1-220,6-3-278,3-2 903,2-1-2333,1-2-7517,14-4 9023,-20 3 1,-1 1-1,-25 6 1</inkml:trace>
  <inkml:trace contextRef="#ctx0" brushRef="#br1" timeOffset="492854">26631 8898 24589,'3'-39'162,"-1"0"1,-1 3-1,3 9-28,2 21-16,2 0-34,-1 1 831,12-3-876,-6 4-22,8-1 257,-8 4-274,10 7 11,-6 1-5,8 8 11,-8 1-17,2 4-3150,-2 3 3139,0 3-1280,-3 3 1285,0 3 6,-4 0 6,-2 3-613,-3 18 562,-2-12-79,-6 13-49,-2-15 1934,-3-2-2226,-3 0 1601,-1-2-2469,0-1-30,-1-3 1363,-4 9 0,9-22 0,-3 5 0</inkml:trace>
  <inkml:trace contextRef="#ctx0" brushRef="#br1" timeOffset="493018">26619 9222 19899,'-3'-5'3674,"0"2"-1814,3 3-1810,14-61-5693,1 40 5640,-2-14 0,5 2-339,29 17-1402,-9 3 126,17-2 1508,-9 5 0,-22 5 0,-1 0 0</inkml:trace>
  <inkml:trace contextRef="#ctx0" brushRef="#br1" timeOffset="494346">28065 9259 10187,'7'-63'1237,"0"1"1,-1 2 0,0 2-729,-3 12 1,-1 3-522,0-1 0,-1 1 384,-1 2 1,-2 1-37,0 2 0,-1 1 68,-1 2 0,-2 2 111,-6-27-78,-1 8-90,1 11 552,1 8-681,1 9 982,3 8-1111,1 8 2213,2 4-2279,1 7 2243,1 5-2244,0 10-207,0 8 219,-1 10-6,2 10-11,-1 10-9,1-24 0,1 2-2,0 3 0,-1 0-6,1 5 0,0 0-679,-1 3 1,1 2 680,-1 1 1,0 2-648,0 2 1,0 0 649,0 1 1,-1 1-6,1 0 0,-1 0 2,1 0 1,0-1-629,0-1 1,0 0 633,1-2 1,0-1-1,0-3 1,0 0 5,2-2 0,-1-2-14,1-1 0,1-2 0,0-2 0,1-1 0,-1-3 0,1 0-6,0 5 1,-1-1 442,2 13-431,-1 3 11,-4-31 1046,-4-9-1024,1-11-11,-4-11-6,2-11 6,1-10-5,2-7 5,1-9 372,1-7-400,3-6 8,0 25 1,0 0-7,2-3 1,1-1 3,0-2 0,1-2-1,0 0 1,1-3-1,0 1-2,1-8 0,0-1-369,0-6 1,1-5-1,-2 6 372,-1 4 0,-1 3 1,-1 6 1,0 0-1,-2 2-199,0 0 1,-2 2 196,0 1 1,0 0-9,0 3 0,-1 0 6,0 1 0,0 1 2,0 1 1,-1 2 22,0-29-6,-1 6-16,0 5 11,0 6-17,1 7 28,0 6-345,1 7 323,0 8 677,1 7-706,0 5 2833,1 6-2815,3 7-1,0 9-5,2 11-3,-2 2 0,0 4-587,3 27 590,-3-16 0,0 2 5,-2-7 1,0-1-664,0 5 0,0 2 646,-1 0 1,0 4-150,0 0 1,-1 4-1,1-2-1177,-2 9 1,1 1 789,0-8 1,-1 2 0,0-2-2453,0 3 0,0-2 3011,0 7 0,0-4 0,0-26 0,0-2 0,0 27 0</inkml:trace>
  <inkml:trace contextRef="#ctx0" brushRef="#br1" timeOffset="497192">28947 8772 21679,'7'-42'299,"0"1"0,0 2 0,1 8 25,3 16-184,1 0 26,2 2-76,0 2-29,0 2-21,2 3-12,-2 2 13,2 2-30,-2 1 0,0 4-11,0 1 0,-1 6 0,-1 2-11,0 4 0,-1 3-3319,-3 3 3325,-1 2-90,-3 0 90,-2 13-1,-4-10 12,-2 8-1,-3-13 1,-3-3 11,-3-1-12,1-1 12,-3-3 50,-7 3-5,4-6 33,-4 1 235,2-7 264,4-4 2925,3-3-3379,5-4 113,7-2-141,1-1-50,3 0-18,1 0 2,5 1-7,1 0-5,4 2-12,1 0 0,2 3 1,2 1-1,13 1-27,-6 4-3399,10 1 3404,-7 4-1413,1 2 1402,2 4-95,0 2 100,-2 1-5,-2 2 11,-5 0 28,-5 0-34,-6 2 1,-7-1 16,-4 2-11,-7 0 0,-6 1-11,-8-1 11,-7 0 2366,-6-1-2377,-5-3-17,-3-1 998,-1-3-1054,0-2-67,2-3-96,2-3-178,5-3-342,5-1-639,5-4-2891,8-3-4917,4-1 9246,7-2 0,2 4 0,1 1 0</inkml:trace>
  <inkml:trace contextRef="#ctx0" brushRef="#br1" timeOffset="497561">29986 8505 16798,'-52'-27'547,"0"1"0,10 5 0,7 4 2039,15 7-2485,16 9 1406,3 0-1474,9 3-1399,3 2 1392,22 11 0,15 8 0,-3 0-32,-8-2 1,1 0 215,8 4 1,6 3 0,-9-2-211,-11-4 0,-7-1 65,6 11-76,-4 2 11,-7-2-11,-5 0 22,-9 11 0,-9-11 17,-18 20 2098,-3-24-2115,-1-5 0,-3-1 12,-9 2-18,-12 5-10,17-12 2268,5-2-2386,4-3-190,5-2-2286,5 1-7232,6-5 9001,3 1 1,4-6 0,0 0 0</inkml:trace>
  <inkml:trace contextRef="#ctx0" brushRef="#br1" timeOffset="499578">31324 8553 21523,'0'-48'858,"1"1"1,-3 1 0,-5 8-539,-7 21 55,-17 1-258,9 15-33,-11 7-5,6 6-18,-3 7-1858,-4 6 1847,-2 6 0,-3 7-5,0 6-11,11-8 0,0 5-17,2 3 0,2 2-6,-1-1 0,3 1-3,4-1 1,4-2 8,3 14-6,6-1-6,8-5 57,7-2-45,9-5-6,7-4-1856,9-4 1861,5-6 18,3-5-12,2-6 34,-9-12 0,0-3-11,5-4 732,18-9-732,-38-9 0,-3-4 17,-4-3 5,-4-5 0,-3-1 337,-6-17-359,-5 12 2133,-6-11-2077,-18 9-73,1 12-281,-15-2 270,5 14-136,-5 5 153,-5 4-17,-1 3-6,15 6 0,-1 2 0,-14 4-1548,13 4 1,1 3 1508,3 6-67,-3 11-90,20-8-173,4 3-410,5 0-1472,5 0-1429,8 1 3271,7 2 0,-5-15 1,1-1-1</inkml:trace>
  <inkml:trace contextRef="#ctx0" brushRef="#br1" timeOffset="500044">32542 8607 21374,'6'-42'644,"-1"0"1,1 4-1,-3 7 731,-4 16-1084,0 4 281,-2 5-466,0 3 143,-1 4-221,-1 3-5,0 5 10,-3 7 6,-4 6-2795,-1 6 2767,-4 6 1,-2 6-13,-3 5-38,-2 4-1470,-3 2 1374,-3 4-78,14-27 1,-1 0-1144,-1 1 0,0 1 359,-2 0 1,0 1-2208,0 0 0,-1 1 3467,-4 4 1,1-2 0,-1 3-1,1-2 1</inkml:trace>
  <inkml:trace contextRef="#ctx0" brushRef="#br1" timeOffset="500209">31984 8725 23543,'47'-5'44,"0"0"1,-2 1 0,-5 7-1085,3 28 1034,4 5-19,-21-17 0,0 0-101,1 2 0,1 0-353,1 1 0,0-1-964,0 2 1,0 0 1056,5 4 1,-3-2 0,3 2 0,-3 0-1</inkml:trace>
  <inkml:trace contextRef="#ctx0" brushRef="#br1" timeOffset="543749">12353 16271 17283,'-5'-5'3506,"2"2"-588,3 3-2845,27-20-50,-18 14-63,22-15-100,-27 21-201,1-1-382,-1 1-1013,0 0-3115,-1 2 4851,-2 1 0,0-1 0,-1 0 0</inkml:trace>
  <inkml:trace contextRef="#ctx0" brushRef="#br1" timeOffset="546351">20462 11165 20249,'6'-56'881,"1"-1"0,-2 5 1,0 9-328,-2 12-123,-2 7-78,0 4 708,-2 3-916,0 8 147,-1 1-231,-1 7 75,0 4-108,-1 5 12,-4 18-35,0-1 1,-3 16-40,1-4-827,0 5 788,0 5-78,0 2-129,0 4-287,0 2-502,2 0-931,2 2-2916,4-21 1,0-1 3208,0 12 0,0-4 0,2-32 1</inkml:trace>
  <inkml:trace contextRef="#ctx0" brushRef="#br1" timeOffset="546768">20751 10625 18099,'-45'-20'582,"0"1"1,-1-1 0,-10-6-1,4 8-2259,18 19 1,2 4 1996,-15 10-856,0 6 738,0 6 285,15-3 0,-1 5-409,-1 7 1,2 3-48,-2 0 0,2 3-292,8-2 0,0 3 0,4-1 272,1-2 1,3 2-1,1 6 0,0 4 0,3-3-8,4-4 0,3-1-1,0 13 1,3 0 3,5-19 0,4-2 2,1-1 0,2 0-8,4-3 0,1 0 626,2-2 1,3-1-644,1-2 0,2-1-4,1-1 0,4-2-27,16 6 1,4-3 19,-10-7 0,2-1 17,13 2 0,2-3-9,-14-8 1,0-4 5,0 0 0,1-2 5,-1-3 1,1-2 5,-2-1 1,2-4 13,12-9 0,0-6-182,-2-6 0,-1-7 204,-12 5 1,0-4-1,-3-2 4,-4-4 1,-4-3-1,-4-2 4,-2-5 0,-4-2 1,-3 1-383,-4 7 1,-2 1 0,-2-1 353,-2-2 0,-1 0 0,-2 2 9,-1-5 1,-3 2 277,-1-1 1,-1 0-270,-1 5 0,-4-1 22,-10-8 0,-5 1-31,6 16 1,-4 2-7,-5 3 1,-5-1 0,-2 5 105,-16 4 1,-2 5-123,0-1 0,-1 4 3,-2 5 0,1 4-65,-2 6 1,3 3-21,13 0 1,-1 1-87,-8 3 0,-1 3-711,6 6 0,4 3-237,10-5 0,1 2 1116,-10 10 0,4-1 0,10-5 0,3 1 0</inkml:trace>
  <inkml:trace contextRef="#ctx0" brushRef="#br1" timeOffset="547742">22739 11004 23808,'32'21'795,"-9"-2"-587,-27-17-40,-2 1-45,-3-1-28,-1-1 79,-8 0-6,-7-5-112,4 0 6,0-4-6,13-1-11,2-2-17,2-2 67,4-14-22,8-7-34,0 0-6,8 0 12,-1 14 0,0 2-6,1 3 0,-2 3 1,1 3-7,-2 3-16,0 3-6,0 2 0,1 5-11,0 1 6,0 6-12,1 3-5,-1 3-6,-2 3 6,-2 3 0,-6 5-11,-1 3 10,-7 3-66,-13 22-317,1-24 0,-4 2 358,-9 11 1,-4 0-1101,4-7 0,-1-2 1117,-3 0 0,-1-2 6,9-9 0,-1-2-1201,0-1 1,0-1 1209,-24 17 5,2-7-444,6-7 489,7-7 207,0-6-207,15-6 1396,2-7-1413,14-4 2992,6-6-3003,5-1 956,5-2-906,18-5-55,-2 5-618,12-3 606,-6 6 0,3 2-242,3 0 242,1 2 0,2 0-745,1 2 711,4 0-55,1 1-74,3-1-105,1 1-251,-13 1 1,1 0-417,21-2-677,-21 2 0,-1-1-595,14-2-2364,-1-2-4189,-8 1 8760,-7-1 0,-20 4 0,-6 2 0</inkml:trace>
  <inkml:trace contextRef="#ctx0" brushRef="#br1" timeOffset="548111">23179 10545 8205,'-55'-3'752,"0"-1"0,0 0 0,0 1 1,0-1-1,0 0 0,-5 0 0,-2-1 1,3 1-1,6 3 0,10 4-651,4 9 0,7 4-23,-2 1 0,-1 0 585,1 4 1,0 1-617,2 3 1,0 1-12,1 2 1,1 3-298,1 2 1,2 2 277,0 1 0,3 2-9,0 1 1,2 3-120,5-2 0,0 4 1,3-2 101,-2 7 1,3 0-4,3-6 1,1 2 0,3-3 168,2 2 1,5-2-212,2 0 1,4-1-3,1-2 0,4-1-3,4-1 1,3-1-12,3-3 0,3-1-12,4-1 1,3-2-12,3-2 1,3-3 5,3-1 1,3-2 16,2-3 0,2-1 25,2-4 0,2-2 14,0-1 1,2-4 7,0-1 1,0-3 2,0-4 1,-1-2 13,0-2 0,0-2 6,-3-4 0,0-2 11,-2-2 1,-1-2 18,-2-2 1,-2-2-152,-4 0 1,-1-3 165,-3-2 0,-2-1-1,-5 1 1,-1-5 22,-2-8 1,-2-8-1,-2 3-39,-1 0 0,-2 0-12,-2-2 1,1-4 0,-5 1 36,-3-15 1,-5 4-69,-1 12 0,-1 1 51,-3-14 0,-3 2 3,-2 21 1,-2 3 525,-3 2 0,-2 2-537,-2 2 0,-2 2 17,-23-21-403,-8 8 380,-5 8-19,25 19 0,-3 1 59,-14-2 1,0 2-105,10 5 0,0 0-45,-10 0 0,2 2-243,-12 3-342,4 4 551,5 6-5116,3 4-3652,8 5 8530,7-1 0,14-6 0,6-4 0</inkml:trace>
  <inkml:trace contextRef="#ctx0" brushRef="#br1" timeOffset="548808">25068 10984 22771,'1'-45'328,"1"1"1,-1 3 0,2 7-139,4 18-55,2 0-40,2 3-28,0 0-22,2 2-11,0 2-12,2 2 1,0 2-4,1 2-8,2 2-6,-1 3-5,3 4 0,-2 6-5,9 16-6,-8-3-16,4 13-1,-9-8-68,-2 19-205,-6-12 256,-3 13-17,-18-3 62,-1-11-3315,-13 8 3326,2-17 17,-3-2-17,-2-4 17,0-2 17,0-3-627,1-3 638,1-3 17,2-6 11,4-1-120,3-6 148,6-2 39,4-4 29,4-5 2793,4 0-2776,2-3-29,5 0-34,4 1-39,5-1 6,3 2-39,3 2 5,2 1-5,0 3-34,1 2 28,14 3-34,-8 1-11,12 5 6,-10 4-17,18 10-2293,2 9 2282,-1 2-17,-8 3 340,-20-6-351,-7 1 105,-6 0-128,-5 0 12,-8-1-2286,-5-2 2252,-9-2 1898,-7-1-1943,-6-3-22,-5-1-23,-4-2-129,11-6 1,-2-2-314,-1-1 0,0-1 22,0 1 1,1-1-1463,-22-7-2840,23-2-4935,8-3 9556,6-1 1,9 5-1,4 1 1</inkml:trace>
  <inkml:trace contextRef="#ctx0" brushRef="#br1" timeOffset="549208">25344 10361 18142,'-61'14'291,"0"1"0,16-1 1,1 2-1,3 4-235,-2 11 0,1 6-8,1-2 1,-3 5 0,3-3-21,1 3 0,2-1-15,3-3 0,0 2 0,2-1 1,-2 6 0,3 0-14,1 2 0,1 1 0,3 0 0,2 1-9,3-1 1,3 0-583,3-1 1,4 0 584,3-4 1,3 0-18,5-4 1,3-1 359,3-3 1,6 0-383,15 6 0,5-2 25,-5-9 1,4-2-15,12 5 1,4-2 130,-8-11 0,1-4-128,3 0 0,3-2-9,-1-3 1,4-1 0,-2-2-435,9 1 1,0-2 454,-7-1 0,3 0 1,-3-2-2,3-4 1,-2-2 464,0 0 0,0-2-440,-2-3 1,-1-3 11,-2-1 0,0-2-1,-3-3 1,-1-1 0,-2-2 0,-1-1-34,-3-2 0,-2-2 48,-2 0 0,-1-4-205,5-16 1,-2-3 206,-10 10 1,-2-1 68,5-15 1,-4 0-53,-9 13 0,-4 1-11,0-1 1,-2-1-40,-2 2 1,-1-2 83,-5-13 0,-3 0-40,-1 14 1,-3 2 5,-4-11 1,-5 3-18,0 18 1,-5 3 22,-18-9 0,-5 3-413,9 9 1,-2 1 375,-14-5 1,-5 3-16,17 12 0,-1 1 0,2 2 245,-8-1 1,1 2-275,-14-2 0,2 3-12,20 4 1,3 3-43,1 2 1,2 1-202,-28 7-429,25 3 1,1 4-2336,4 5 0,1 2-1482,2-1 0,2 0 4452,-10 23 0,26-28 0,6-7 0</inkml:trace>
  <inkml:trace contextRef="#ctx0" brushRef="#br1" timeOffset="550602">27338 11021 14149,'9'-44'580,"0"0"1,-1 4 0,0 7 2297,-2 16-2592,-1 2-1156,0 5 1015,-1 3 1034,-1 4-1101,-1 1 2258,-2 4-2252,1 5-22,-1 3-6,-1 8 33,-7 18-44,-1-5-11,-7 15 5,-6 7-28,5-11 2253,-3 12-2259,8-17-5,3-3-11,4 9 34,8-8 38,8 0-38,4-19 16,6-9-6,-3-10 18,4-5-12,2-4 0,2-6-3008,1-3 3025,3-4-186,13-15 209,-10 8-172,9-10 183,-17 13 11,-3 2-99,-2 4 87,-4 4 1,-3 3 2750,-3 5-2784,-3 3 11,-2 5 354,-3 1-381,0 4 1329,-2 4-1324,0 4 140,-2 6-168,0 3-6,-2 4-396,-1 4 385,1 3 0,-1 3-12,1 1-581,0 4 571,0 3-23,3 3-149,3-1 1,2 1-8,5 11-414,-1-13 1,2-1 351,9-2-56,3-4-63,2-3-88,2-6-84,0-6-46,1-7-245,-1-7-30,-2-4-38,1-7-185,-2-16 1,-1-4 996,3-7 92,-4 1 1,-2-2 36,-7-6 50,-1-2-770,0-5 821,0-3-803,-1-4 898,-1-3 56,-1-2 45,-3 0 34,-1 1-1,-4 0 6,-7 2-34,-5 3-883,-7 15 0,-4 1 684,3 10 1,-2 0-3,-11-8 0,-4 3-576,6 10 1,-2 3 561,-5 0 0,-1 2-89,-3 1 1,-1 2 93,-4 1 1,0 1 2,-2 3 0,-1 1-364,-1 2 0,1 1 364,-2 2 0,1 2-3,1 2 1,0 3 92,1 1 0,1 2-135,1 4 0,1 2-14,2 2 1,1 1 206,1 2 0,0 4-240,7 1 1,-2 3 0,4 1-155,-6 5 1,2 2 127,7-4 1,-1 3-1,4-1 1,1 7 0,4-1-9,1 3 0,3 1 3,2 0 0,2 1 3,3-1 0,4 3-15,5 16 1,6 0 0,3-14 0,3-1-6,7 13 0,6-2 5,3-17 0,3-4-28,6 1 1,2-2-17,5 0 0,3-2-25,3 0 0,4-3-404,2 0 0,3-3 421,-17-9 1,0-1 0,1-1-56,1-1 0,0-1 0,1 0 74,1-2 0,0 0 1,0-2 23,0 0 1,0-1-1,0-1-5,-1-2 0,0 0 0,0-2 0,20 1 1,-1-2 5,-3-2 1,-1-2 5,-3-4 0,-1-2 17,-4-2 0,-1-3 167,-3-3 0,-2-2-156,-4-2 0,-1-3 11,-5 0 0,-1-5 56,5-14 1,-3-5 412,-10 10 0,-2-2-444,5-14 1,-3-1-10,-10 10 0,-4 0-8,1-2 1,-2-1 2,0-1 1,-2-1 8,-1 1 0,-2-1 5,0 0 1,-2 1 413,-1 1 1,-2 1-415,-1 3 1,-5-1 24,-7-9 1,-6 2-43,3 13 1,-3 3-6,-9-9 0,-3 4-9,4 15 1,-1 4-12,-3 0 1,0 2-6,-2 2 0,-1 1-9,-1 1 0,0 3-5,0 0 0,-1 2-84,-13 2 0,0 1-48,13 2 0,1 1-143,-10 2 1,1 3-1115,-10 7-2863,5 8 4051,-1 8 1,33-18-1,6-1 1</inkml:trace>
  <inkml:trace contextRef="#ctx0" brushRef="#br1" timeOffset="551618">31059 11030 15322,'-1'-7'4778,"0"1"-3803,1 6 1814,0 0-2638,-72-24-1192,23 18 1091,2-6 0,-2 1 45,12 10 1,5 2-29,-9-1 0,-10 1-16,21 1-18,6 1 1,5 1 301,6-1-307,4-1 90,5 0 369,2-1-369,9-1-12,-2 0-10,6 0 980,-6 0-1015,0 0 18,-2 0 16,-1 0-50,-2 1-17,1 2 0,-1 2 11,0 1-5,-1 2-23,-1 1 17,0 1-11,-1 2 5,0 8 0,0-3-10,0 8 44,-2 5-6,-2 7-22,-2 0 17,-3 0-28,0-13 27,-1-1-3396,-1-3 3374,-1-2-146,2-3 180,0-2-6,3-3 1,1-1 83,2-3-50,3-2 3306,2-2-3234,2-2 145,5-6-240,0-1-16,5-5-28,2 1 56,9-8-29,5-2-27,1 0-28,0 1 17,-9 10 16,0 0-11,7 2-5,-7 4-6,5 1 11,-9 6-5,-1 1-1,7 13-16,3 5 11,-1 3-11,1 1 5,-8-7 17,1 2-27,-1 13-1,-6-7-45,-1 10 1,-9-3 5,-16-5 22,-1-1-28,-14-9-22,3-9-39,-3-3-73,0-1-117,-3-3-175,3-2-1136,-13-5 106,14-2-7718,-12-13 8388,23 0 0,4 3 0,10 6 0</inkml:trace>
  <inkml:trace contextRef="#ctx0" brushRef="#br1" timeOffset="552010">30792 10826 20761,'-13'-41'510,"-1"0"0,1 4 0,-3 9-152,-11 25-515,-5 1 443,-4 5-51,-6 4 12,-4 6-556,8 3 1,-1 2 389,8-3 1,0 2-24,-11 7 1,0 2-3,9-4 0,3 0 5,-1 3 1,-1 2-9,1 1 1,1 1-7,0 2 1,1 1 2,2 2 1,1 1-4,2 0 1,1 2-9,3 0 0,2 1 3,3-1 0,2 2-3,1 16 1,5 2-29,5-14 0,2-1-8,3 15 0,5-2-9,5-16 1,4-2-674,3-1 0,4 0 662,4-1 1,3-2-1,4-1 0,4-2-3,3 0 1,2-3-9,5-1 0,1-1 0,2-2 0,2-2-1145,0-2 0,2-2 1131,0-2 0,0-2-3,-1-3 1,0-3-349,-2-1 0,-1-3 362,-3-3 0,-1-5 20,12-8 0,-2-6 28,-18 3 0,-1-6 18,-2-4 0,1-5 1,-5 0-8,-7 0 0,-4-4 3,0-6 1,1-6 0,-4 3-15,-4 0 0,-2-1-417,5-16 1,-3 0 413,-6 15 0,-2 1 3,0 1 0,-2-1-322,-1 1 0,-2 1 330,0 3 0,-2 0 3,-4 2 0,-2 2 567,-1 2 1,-3 2-576,-3 2 0,-3 1-9,-2 3 0,-3 1 8,-1 2 1,-3 2 243,0 1 1,-2 1-242,-17-3 1,-1 2 206,11 6 0,-1 1-243,-11-2 0,-1 2-107,2 6 1,3 2 2113,-21-1-3125,15 6 1,1 3-3374,1 6 4505,-10 9 0,38-9 0,3 1 0</inkml:trace>
  <inkml:trace contextRef="#ctx0" brushRef="#br1" timeOffset="553202">32553 11099 18491,'-4'-40'502,"1"0"1,0 3-1,-2 10 1079,-2 21-1373,-2 3 413,-3 2-475,-3 4-12,-3 4-11,-4 5-5,-4 7-23,-2 5 0,-2 6-16,-1 5-9,1 6 0,1 2-1320,10-15 0,1 1 1261,-10 17 0,2-1 1,3 4-1252,5-2 1240,6-2-508,6-1 508,5-2-1657,8-1 1634,5-2 1,7-3-162,7-2 207,3-6 1041,4-4-991,16-2-17,-13-10 118,17-11 343,-29-11-405,3-10 2274,-15-2-2280,-4-3 12,-4-3 89,-4-10-117,-4 8-6,-6-6-11,-4 16 44,-17-2-61,5 10-5,-12 1 3391,8 8-3363,-16 8-68,11 2-352,-9 8 358,16-1-11,3 4-6,3 2-23,3 1-49,5 3-29,3-1-78,5 1-113,3 1-167,7-1-353,6-1-756,8-1-1530,7-1 3098,10-1 0,-15-9 0,0-2 0</inkml:trace>
  <inkml:trace contextRef="#ctx0" brushRef="#br1" timeOffset="553567">32700 10755 16736,'-43'-13'661,"-1"0"0,1 0 0,-19-4 0,4 3-1202,21 10 1,2 2 713,-1 0 1,0 1-20,1 4 0,-1 1-23,2 1 1,0 2-9,-1 3 0,2 2-19,1 2 0,0 2-17,1 3 0,2 2-29,-1 2 1,2 3-12,1 2 1,1 2-6,0 2 0,1 3-14,1 3 0,2 1-8,-1 3 0,3 0-9,0 4 0,1 0-8,2 2 0,1 1-150,2 1 1,2 2 121,2 0 0,2 0-775,2 1 1,4-1 745,3 0 1,5-2 115,1-1 1,7 0-127,7-7 1,5 1 0,2-3 10,6 4 0,4-1-107,-3-8 1,2 0 0,4-4 82,5-5 1,3-3 0,-2-3 31,9 3 0,-1-3 22,-6-4 1,1-1 0,-3-3-6,2-4 0,-3-4 11,-2-1 0,0-4 17,-3-3 0,-2-3 17,-2-2 0,-2-3 33,-3-4 1,-1-3 13,-2-2 0,-3-3 12,-1-2 0,-2-2-4,-1-2 1,-2-2-14,-1-3 0,-2 0-17,-1-3 0,0-3-1,-3 1 0,0-5 0,-1 2-24,2-9 0,-2 0-138,-2 6 0,0-3 1,-2 3 128,-2-5 1,-2 2 2,-1 0 0,-2 0 0,-3 2 0,-3 1 0,-2 2 1,-3 1-10,-3 3 1,-4 1-6,-3 4 1,-3 1-26,-2 3 0,-3 3-28,-3 1 0,-2 4-70,-3 1 0,-1 3-216,-2 1 1,-2 3-617,0 2 0,-2 2 1139,-7 0 1,3 3 0,-5-1 0,3 3 0</inkml:trace>
  <inkml:trace contextRef="#ctx0" brushRef="#br0" timeOffset="558546">29375 11078 22179,'-51'1'291,"6"1"-218,25-1-1,-4 0-32,-1 1-7,-5-2 1,0 1-6,-2-1 5,1 1 12,-1-1 67,-7 0-39,12-2 151,-7-1-84,21 0 17,1-1-6,8 2 0,3-2-11,1 2-22,0-2-23,1 2-5,0 0-6,2 0-17,1 2 0,0 0-17,1 0-10,0 0 4,1 1 40,3 5-39,-3 0 6,2 5-12,-5 0-6,1 0 1,-1 3 5,-2 1 0,1 2 6,-2 1-6,0 1-11,0 0 0,-1 1 0,-1 0 12,-2 0 32,-6 8-4,2-6-17,-5 4 10,3-10 12,-1-2 5,0-1 23,2-3 0,1-2 17,1-2-6,2-2 151,-1-1-129,3-2-11,0-2 169,2-10-248,0 2-4,2-8-24,2 6-10,1 0 22,2 0-11,0 1 5,2 1 17,4 0-27,-3 3 4,8-1-21,-7 5-1,4 1 6,-3 1 0,2 2 0,1 1 6,2 3-6,2 3-6,1 0 17,2 4-5,1 0-12,-1 3 6,1 1 0,-2 1 0,-2 1 0,-1 1-5,-4 0-12,-3 10-5,-6-8-62,-11 14 5,-2-17 1,-11 3-34,2-11-17,-3-1-45,-1-2-83,-1-1-107,-1-2-169,1-1-1421,-9-2-186,9 0-3853,-6-5 5145,11-2 0,8 2 0,2-1 0</inkml:trace>
  <inkml:trace contextRef="#ctx0" brushRef="#br0" timeOffset="558934">29372 10808 20948,'-52'-33'582,"0"0"1,4 3 0,6 6 312,9 12-564,0 5-68,2 3-50,1 3 127,0 6-200,-1 4 11,1 9-2043,-1 6 2009,0 8 7,-2 6-29,1 7-17,-1 6-36,17-25 0,0 4 19,-5 14 1,0 3-1271,7-10 0,0 0 1228,-3 13 1,3 0 2,7-14 1,3 1-898,4 15 1,4 1 880,1-13 0,6 0-241,5 4 1,7 3 0,0-5 226,6-4 0,2-3-2,-2-3 1,3-1 0,2-1-3,8-1 1,3-3 0,-1-1 2,10 4 1,1-2 0,-6-4 1,3 0 0,-3-3 4,7-1 0,-3-3-47,1-2 0,0-1 47,-2-3 0,-2-2 0,-3-2 1,0-2 4,7-7 1,-1-3 2,-18-1 1,-1-2 5,5-4 1,-5-5-4,-12-9 1,-7-3 2,7-22 0,-12 15 0,-2-1-9,-4-25 14,-3 29 1,-2-1-3,-1-1 0,-1 0-6,-1-2 1,-2-1 10,-7-16 1,-4-1-187,4 14 1,-3 0 168,-5-13 1,-3 2 14,5 17 0,-2 3 421,0 1 0,-2 0-427,0 3 1,-1 0-4,-1 2 0,0 2-16,1 1 0,-2 2-9,1 2 0,0 1-106,-25-13-196,0 8-466,0 6-1461,-3 7 2246,-9 6 0,29 3 0,0 1 0</inkml:trace>
  <inkml:trace contextRef="#ctx0" brushRef="#br0" timeOffset="567752">18764 12596 20750,'-16'-41'351,"-1"1"0,3 2 0,-1 10-172,-1 20 616,1 1-655,-2 4-33,1 1 222,-2 1-268,0 4 92,0 3-69,-6 11-45,-2 10-28,2 3 320,4 3-325,3 5 5,7-9-5,-1 8-6,8-13-2169,2-1 2169,4-2-1,3 0 1,4-4 5,3 1 1,13 2 5,8-2-11,1 0 11,3-6-11,-1 0 0,-10-4 2166,13 6-2166,-23-7 5,-1 4 11,-11-5-5,-10 6-5,-4-3-1,-8 4 1,-14 1-6,5-2-288,-10 2 282,8-5 6,1-1-11,0-3 11,3-1-17,2-2-22,3-2-45,4 0-106,4-1-1048,0-3-190,7 0-1373,0-4 2871,5 3 1,-1 1 0,1 1-1</inkml:trace>
  <inkml:trace contextRef="#ctx0" brushRef="#br0" timeOffset="568001">19153 12411 19300,'0'-5'3618,"0"1"-1014,0 4-2576,-29-17-4262,21 23 4256,-19-6 849,29 29-860,3 5 6,1 2-12,1 4-5,-1 3-1003,2 2 953,-3 2-46,0 2-78,-1 0-139,0 0 2689,0-2-4453,1 14 301,-1-18-1301,1 8-1925,-1-26 5002,-2-2 0,-1-12 0,0-3 0</inkml:trace>
  <inkml:trace contextRef="#ctx0" brushRef="#br0" timeOffset="568951">19182 12909 10825,'0'-8'6895,"0"1"-5327,0 7 616,0 0-5667,-16-62 4115,8 42-369,-2-15 1,-1 4 1027,5 23-967,-1 4-122,3 0-17,1 2-118,3 1-45,6 5 6,1-1 0,8 3-11,1 1-6,3-1 1,2 1-1,3-1-11,2 0 0,2-2 0,3-1 3381,0-1-3393,2-1 12,8-1 0,-11-4 6,1-1 11,-15-4 5,-6-1-11,-3-2 34,-4-2-11,-2 0 11,-1 2 27,-1-2 1,-1 3 11,-1 0 0,-3 2 34,2 2-11,-3 1-1,1 3-11,-1 1-39,0 1 12,-1 3 4,-1 2 1,0 3-6,0 2-11,0 2-22,1 1 5,2 1-28,2 0 12,2 0-12,2 1-5,2-1 22,3-2-17,3 1 0,4-3 6,3-1 0,2-2-12,1-2 1,1-2 16,0-2-33,-1 0 33,0-3 6,-1-3 0,-1-4 51,3-10-51,-8 3 5,2-8 1,-9 5-6,-2-1-6,-2 0 12,0-1 28,-1 1-1,-2 2 18,-2 2 5,-2 2 0,-1 2-12,-1 2-4,-1 3-1,1 2-34,-1 1 1,1 4 0,0 0-18,0 3 12,-5 7-22,4 1 0,-5 7-12,5 0 12,0 2-12,0 2-332,2 3 366,0 1-23,2 2-5,2 2-11,2 0-11,1 1-57,4 0-55,3-1-101,4-2-146,4-1-28,5-1-73,2-4-73,4-1 18,3-5 10,1-3 102,0-6 167,1-3 101,-2-5 79,10-12 100,-11-1 68,5-10 33,-13 3-619,-4-1 709,-2-3 33,-3-1 29,-1-1 38,-1-1 23,-2 2-16,0 2 386,0-1-398,-3 10-45,-1 1 232,-2 9-282,0 4-179,-1 9 5,0 1-5,-2 10 16,1 1 687,-3 16-715,2-5-5,0 27-6,2-21-1672,1 13 1661,0-13 11,1 0 0,0 0-5,-1-1-141,1-3 141,0 8-1,-1-15 1,0 4 11,0-17 11,0-4-6,0-4 56,0-3-55,-2-11 5,1 0-39,0-10-1668,0-1 1684,1-4-275,0-5 275,0-6 1,1-27-1,1 11-298,0 15 0,0 1 304,5-16-11,1 0 0,1 4 11,1 3 0,2 5 6,0 3-6,1 3-5,1 4-6,0 3 17,1 4-100,1 3 55,1 6 28,0 1-12,2 5 18,0 2 5,-1 3 0,1 2 1,-1 3-12,1 3 28,0 3-51,5 12 18,-7-2 2831,1 9-2843,-12-4 17,-4 0-5,-7 2 5,-5 0-2488,-10 1 2488,-4-1 11,-6-1 534,-20 7-540,10-8-10,-15 2 97,16-11-148,1-3-73,4-3-151,4-3-224,6-2-397,8-2-562,7-3 1538,5-3-75,9-6 0,-3 6 0,4-2 0</inkml:trace>
  <inkml:trace contextRef="#ctx0" brushRef="#br0" timeOffset="569159">20403 12603 17792,'-6'5'5271,"2"-2"-4397,4-3 1378,0 0-2241,18-20-22,-9 12-40,17-15-83,-13 18-163,2 0-359,1 2-3768,9-1 4424,-5 2 0,-2 0 0,-10 1 0</inkml:trace>
  <inkml:trace contextRef="#ctx0" brushRef="#br0" timeOffset="569527">20882 12354 21500,'0'-5'3630,"0"2"-1457,0 3-2122,-23-2-18,12 10 6,-18 2-11,18 12 0,1 1-5,2 1-12,2-1-11,3 0-11,1-2 16,9 7 1,0-9 11,15 7-6,-5-15 11,7-1 12,-4-8 0,10-6-18,-5-2 7,6-8 27,2-9-22,-9 2 23,6-6 61,-6-2 50,-4 0-50,-2 2 134,-5 2-145,-9 14 35,-1 1-136,-3 8 0,0 2 0,-1 5 0,-1 5 0,-3 5 0,-1 4 0,-1 4 0,0 4 0,2 2 0,0 5-52,3 22-1660,4-7 961,3-3 1,1 2-1155,5 15-1313,-2-21 1,-1 0-6614,3 14 9331,-2-10 1,-4-21 0,-3-11 0</inkml:trace>
  <inkml:trace contextRef="#ctx0" brushRef="#br0" timeOffset="569809">18767 13526 19113,'-43'2'691,"1"0"1,-1 0 0,-13 1 0,8-2-4950,12 0 4712,15-1-1357,11 0 1105,11-1 1130,31-4-1158,4 0-104,-4 0 0,2-1-281,-2 1 1,1-1 263,5 0 1,3-1 5,3 0 1,5-1 0,-1 0-18,11-1 0,2 0-67,-5 0 1,3 0 0,-2 0 37,-9 3 0,-3-1 0,2 1-6,3-1 1,1 0 0,0 0-7,3 1 1,2-1 0,-1 0-6,4 0 0,0 1 1,0 0-404,3-1 1,0 1-1,1 0 388,-15 2 1,1-1 0,-1 1 0,1 0-177,-1 0 1,1 0-1,0 1 1,0-1 73,-1 1 1,0-1 0,0 1-1,0-1-355,13 0 0,0 0 0,0 0 476,-12 1 0,1 0 0,-2 0 0,-5 0 0,9-1 0,-6 1 0,-1 0 0,-1 0 0</inkml:trace>
  <inkml:trace contextRef="#ctx0" brushRef="#br0" timeOffset="571341">22459 12757 20359,'1'-61'84,"1"17"1644,-1 60-1706,0 3 1,0 4 16,0 3 941,0 2-1020,-1 17-49,1-10-118,-1 13-286,0-13-477,0-1-794,0 1-2212,0-2 3976,0 2 0,0-17 0,0-1 0</inkml:trace>
  <inkml:trace contextRef="#ctx0" brushRef="#br0" timeOffset="571703">22777 12419 18050,'-4'-7'3904,"0"2"-3136,4 5 621,0 0-1272,-62-31-729,37 32 634,-11-15 1,3 5 198,21 24-193,6-1-6,4 0-11,0 3-11,2-1 45,4 1-39,1 1-6,4-1-12,10 7 24,-2-8-7,7 3 12,-5-11-17,1-2 28,-1-2 22,-2-3 23,-3-3 17,-2-3 704,-1-9-654,-3 0 12,-2-8 11,-4 4-18,-2-1-16,-2 0 106,-6-10-162,-1 9 0,-3-6-23,0 10 1,1 3-18,0 2 1,-1 3-23,3 1 6,-1 4-34,2 3 0,2 4-28,3 3-55,1 5-113,2 1-336,2 3-549,2 2-1008,5 1-4733,4 1 5991,6 3 0,-9-11 0,1-1 0</inkml:trace>
  <inkml:trace contextRef="#ctx0" brushRef="#br0" timeOffset="571921">22981 12617 21847,'-7'0'2891,"2"0"-1395,5 0-1642,84-48-28,-45 36-518,13-13 0,3 2-933,2 26-111,-16 0-1551,9 4 3287,-19 2 0,-20-7 0,-3 1 0</inkml:trace>
  <inkml:trace contextRef="#ctx0" brushRef="#br0" timeOffset="572084">23104 12803 17339,'-5'0'5579,"1"1"-3406,4-1-2341,58-25-84,-24 14-198,8-4 1,2-1-447,2 5-572,2 0 1468,-9 3 0,-3 0 0,-2 0 0,14-2 0</inkml:trace>
  <inkml:trace contextRef="#ctx0" brushRef="#br0" timeOffset="572574">23847 12500 24068,'-8'-40'56,"1"0"0,-1 3 0,6 8-22,16 20-6,0 1 999,8 2-1016,5 2 354,8 2-354,1 8-11,-7 2 6,-2 5 184,-8-1-178,-1 2-2816,0 2 2798,0 0-10,2 10-7,-7 3 1,-3-1 16,-12-2 1,-5-12 5,-6 1-6,-4-3-5,-3 0 16,-15 3 7,7-5 10,-10 1-5,12-5 0,0-2 22,3-2 28,1-1 73,0-5-34,8 0 3359,2-3-3353,8 0-17,3 0-22,2-1-17,3 0-17,3 1-11,4-1 6,12-2-17,-3 3 0,9-1-1,-6 4 12,3 1-11,14 1-6,7 4-11,14 7 0,-13 2-22,-7 4 11,-10 7 5,-11-4 1,2 9-1,-14-8 0,-4 0 6,-3 0-11,-7 0-28,-15 6 0,-1-6-631,-13 4 580,5-10-67,-1-1-476,-16 3 29,12-6-394,-10 1-749,16-6-3412,1-3 5159,-1-2 0,14 1 0,2-1 0</inkml:trace>
  <inkml:trace contextRef="#ctx0" brushRef="#br0" timeOffset="573166">25211 12638 22940,'-2'-5'2184,"0"1"-643,2 4-1530,7-40-11,-5 30-6,5-31 23,-7 41 11,-2 2 6,1-1-1,-2 0 7,1 1 16,1-1 806,0 0-845,0-3-6,1 1-22,-1-2 5,0 3 79,0 0-67,-2 0 5,2-1 0,-1 0 0,0 0-11,1-1 56,0 2-95,0-1 28,-1 6-6,-1 1 23,0 7-12,-2 2 12,-4 15-6,1-3-867,-4 12 878,2-6-22,0 4 5,-2 3-5,0 3 0,-1 2-12,-3 1-44,-2 0-101,-4 0-241,-5-3-689,2-12 0,-3 0-680,4-8 0,0 0 1778,-16 10 0,1-3 0,6-6 0,-1-2 0</inkml:trace>
  <inkml:trace contextRef="#ctx0" brushRef="#br0" timeOffset="573852">26449 12706 18196,'0'-5'4117,"0"2"-1311,0 3-2734,-51-57-27,28 43-649,-9-16 1,0 6 653,8 30 14,0 5-25,-1 2-27,2 3-1,0 1 292,5 2-291,0-1-992,5 1 986,2 0-1,3-2 12,4 1 554,3-3-571,3 1 12,4-3-1,5 0 276,5-1-282,4 0 1,4-2-23,3 0 0,3-1 23,0 0-17,9 3 5,-11-4-5,1 3 11,-16-3 0,-6-2 11,-4 1 0,-6-1 1097,-3 2-1092,-6-1 1,-6 2 0,-4 0 0,-5 0-6,-5 2-17,-2-2-10,-3 0-1377,0-2 1359,3-1-10,1-2-1,3-1-46,3-2-32,3 0-62,2-1-145,4 0-342,2 0-627,5 0-1311,3 0 2610,3 0 0,3 0 0,1 0 0</inkml:trace>
  <inkml:trace contextRef="#ctx0" brushRef="#br0" timeOffset="574442">26836 12678 26099,'24'-4'123,"-4"6"-95,-22 18-5,-1 2-1,-3 1 1,-2 1-7,0 1-321,-2-1 310,0 1 51,-2-2-44,0 1 4,-2-2 1,1-1-45,-1-2 45,2-5 11,0-2 108,3-5-80,2-2 16,3-3 1,2-2 34,2-8-74,1-2 1,2-7 248,3 0-232,1-1 1,3-4 10,1 0-359,0-2 387,2-1-3315,0 0 3277,1 0-222,0 1 182,1 3 23,-1 2 16,6-1-44,-5 8 16,3 0-10,-5 7 219,-1 2-209,1 1 3265,0 2-3287,1 0 345,-1 3-339,6 5-6,-4 1-6,3 6 12,-5-1-1,2 13 12,-5-7-39,0 11 16,-7-1 6,-2-6 6,-4 5 5,-3-10 0,-3-2-11,-2-2 17,0-1-17,1-2 0,0-3-6,2-3 12,2-1 5,2-3 11,1-1 1,2-2-18,0-4 7,2-3-1,1-2 6,2-3-23,3-1 23,1-1-12,1-2 18,7-7-12,-2 6 0,4-5-5,-4 10 5,-1 2-17,1 2-10,-1 2 4,0 3-4,-1 2 16,1 1 11,1 1-17,0 1-11,3 3-27,0 1-46,0 2-72,2 3-152,0 0-168,1 1-218,-1 1-465,1 1-621,0 1-791,-1-1-3069,0 2 5646,1 0 0,-9-6 0,-2-2 0</inkml:trace>
  <inkml:trace contextRef="#ctx0" brushRef="#br0" timeOffset="575310">27819 12831 26754,'-17'-31'59,"-1"0"0,-14-15-20,10 57-5,0 3-12,-2 1 17,-10 11-27,10-6-7,-12 15 1,16-8 5,3-1 6,9-3-17,7-11 11,5-2-5,2-1 10,6-4 1,3-2 17,14-3-29,-5-3 12,8-4 39,10-16-22,-17 7 11,12-12 5,-22 12 84,2-7-38,-5 6-1,-1-4-6,-5 9 12,-3 2-22,-1 2-12,-2 2-17,0 2-11,0 1-11,0 2-16,-6 12-12,2-2 0,-5 11-6,3-5 6,2 1-6,-1 2 6,2 2 0,-1 0 12,3 2-1,0-2 6,1 1-3415,4-3 3404,2 0-861,5-2 861,2-3-1,4-2-5,1-2-11,4-1-11,0-2 16,1-2-5,1-3 5,0-3 6,-2-2 0,9-11 0,-8 2 0,7-8 11,-10 3-5,0-3 11,-2-2 2977,-2-4-2989,0-2 1,-2-4-2123,-1-3 2106,0-5 27,-4 10 1,0-3-71,1-1 1,-1 0 73,0 0 0,0 2-4,5-23 7,-8 28 10,-3 7 7,-2 6 4,-1 5-16,-2 4-16,-1 4-1,-4 2 11,-3 5-5,-3 3 17,-2 5 3277,-10 14-3317,6-3 1,-7 12-7,9-6 12,1 5-2013,2 1 1997,-1 2 16,0 18-748,4-13 751,5-8 0,1-1 3,2 4-6,5 8 16,5-19-21,4-3-1,6-3 12,3-3 16,6-4-22,2-2-11,5-4-1930,1-3 1902,2-3 532,17-9-493,-13-2 444,11-10-450,-17-2 6,-2-5-11,-2-5 11,-3-4 11,-9 4 1,0-1-2088,7-20 2081,-9 17 1,0-1 13,-2-3 1,-1 1 645,5-18-645,-6 20 0,-2 1-1054,0-8 1047,-2 3-13,-2 5 90,-3 3-90,-2 6 1910,0 2-1910,-1 6 0,-1 4 1082,1 3-1082,-2 4 3392,0 2-3392,-1 3 0,0 1 0,1 2 0,-4 4 0,-1 4 0,-9 18 0,2-2 0,-6 17-704,5-5 704,0 6-977,1 4 977,0 3 0,1 3 0,1 1 0,3 0 0,1-1 0,5 0 0,1-2 0,4-1 0,3-2-241,2-17 0,1 0-308,7 13-280,5 8-805,-4-23-1128,-2-7 2079,-1-3 1,-6-9 0,-1-4-1</inkml:trace>
  <inkml:trace contextRef="#ctx0" brushRef="#br0" timeOffset="575525">29015 12687 22114,'52'-22'-86,"-1"1"0,-3 0 1,-6 7-342,-7 16-3387,0 1 1966,0 3-3875,-1 1 5723,-1 3 0,-16-5 0,-2 0 0</inkml:trace>
  <inkml:trace contextRef="#ctx0" brushRef="#br0" timeOffset="575707">29111 12885 19983,'-6'1'4839,"2"-1"-2447,4 0-2381,55-21-218,-13 13-751,1-3 0,3-1 958,15 7 0,-27 4 0,-8-2 0</inkml:trace>
  <inkml:trace contextRef="#ctx0" brushRef="#br0" timeOffset="577312">29959 12635 13855,'-3'-1'6581,"1"0"-2761,2 1-3545,25-50-91,-10 32-117,2-11 1,2 1 128,10 11-67,3 0-90,1 3-22,-2 5 5,-9 6-11,-2 2 0,-1 3 1,-2 4-12,0 4 0,-3 4-12,0 3 12,-2 3-5,-2 3-1,0 1-16,-2 12 11,-3-7 5,-1 8 12,-7-3-1,-1-9 6,-10 11 1,2-19 16,-12 6 5,7-11-10,-2-2-7,6-5 24,5-5 5,3 1 0,0-2 5,2-3-11,2 0-16,1-3-1,1 0 6,7-4-17,1 3 1,4-3 10,-1 6-11,1 2 6,0 0-6,-1 2-11,1 1 0,0 3 11,1 3-5,1 3 0,-1 2-12,8 11 12,-6 8-1,-2 1 6,-7 2 6,-14 2 0,-9 2-3409,-3-2 3398,-7-6-1167,2-13 1161,-1-1-135,-18 2 12,7-7-316,-13 0-160,13-7-728,1-2-2790,1-4 4117,0-4 0,16 3 0,2-2 0</inkml:trace>
  <inkml:trace contextRef="#ctx0" brushRef="#br0" timeOffset="586125">30912 12779 19339,'0'-4'3036,"0"1"-1524,0 3-1742,0-34-257,0 28-746,2-24-8598,2 42 9298,0-3 0,-1 0 0,-1-6 0</inkml:trace>
  <inkml:trace contextRef="#ctx0" brushRef="#br0" timeOffset="586325">30959 13075 16546,'-23'51'100,"1"0"1,1-3 0,4-6-62,3-5 1630,-2 2-1691,-2-1-68,-3 2-156,-5-2-432,-5 1-857,-4-1-3041,-4-2 4576,-9 3 0,23-18 0,1-2 0</inkml:trace>
  <inkml:trace contextRef="#ctx0" brushRef="#br0" timeOffset="587374">31608 12804 22239,'24'-39'48,"0"0"1,-3 2 0,-1 11-32,-5 23 1053,1 1-1081,0 1 392,0 1-369,8 5-12,-4 1 213,5 6-207,-7 1-1,1 1-22,0 3 1,-1 2-24,3 10 40,-7-6-16,0 5 4,-10-8 1,-2-3 28,-3 0 603,-9 4-608,0-7-12,-9 4 16,3-9 7,-1-1 10,-1-2 1,1-2 11,0-2 28,2-1-1,1 0 108,-1-5-80,5 1 24,-1-4 5,7 1-11,1 0-6,1 1-40,1 0 24,1 1-57,0 2-6,2 0-16,1 1-22,3 0 27,7 3-16,0 2 5,7 2 0,-1 3-11,4 1 11,2 3-5,3 0-1,2 1-5,-2 2 0,1 0 17,-3 0-17,-3 1-5,-2 0-7,-5 0 18,-3-2-17,-6-1-6,-3-2-11,-8-1-73,-5-1 17,-8-2-28,-5 0-61,-4-1-69,-4-1-777,-18-1 17,13-3-606,-12 0-1871,20-3 3479,0-2 0,13 1 0,3-1 0</inkml:trace>
  <inkml:trace contextRef="#ctx0" brushRef="#br0" timeOffset="587684">32577 12752 23191,'-37'39'213,"2"-3"957,12-16-1131,-4 1-1307,-2 1 1318,-2 1 1,1-1 33,1-1-34,4-1-5,3-2 565,6-1-582,4-2 0,6-1-5,3-2 568,5-1-552,3 0 6,6-3-17,6 1 5,5-2-55,7 0-12,5-1 1144,6 0-1245,6 0-829,3 1-36,-10-3 0,2 0-3025,21 2 4025,-16-2 0,-3 0 0,-9-1 0,-2-1 0</inkml:trace>
  <inkml:trace contextRef="#ctx0" brushRef="#br0" timeOffset="588357">32931 12730 16135,'0'-4'5304,"-1"1"-1400,1 3-3433,15-68-298,-4 46-100,-1-17 0,3 5 44,2 25-27,0 4-23,1 1-33,-1 3 39,6 8-51,-5 1-11,5 10 17,-2 13-17,-4-4 1,0 2 10,9 20-202,-10-17 0,0 0 203,4 23-46,-7-12-22,1 13-55,-9-19-68,-4-3-152,-4-2-912,-9 8-1120,-6-5 503,-2-2-1125,2-11 2974,2-10 0,10-6 0,-3-1 0</inkml:trace>
  <inkml:trace contextRef="#ctx0" brushRef="#br0" timeOffset="588503">33030 13023 16415,'-2'-3'5932,"1"1"-2942,1 2-2866,42-62-18,-6 37-207,13-14 0,3 3-1370,6 21 743,-20 8 0,1 0-9103,19 0 8454,-20 3 1,-2 0-1,-26 3 1</inkml:trace>
  <inkml:trace contextRef="#ctx0" brushRef="#br0" timeOffset="591434">19726 14344 15552,'0'-6'4504,"0"2"-2858,0 4-1057,2-64-1011,-2 39 629,1-13 1,0 1 442,-1 17-348,-3 3-61,-2 2-62,-4 4-61,-4 3-29,-4 4-16,-3 2-6,-4 7-5,-4 3 0,-4 7-23,-4 5-573,-2 6 584,-1 4-16,0 4-12,1 3 1,3 1-23,3 0 5,4 1 18,7-3-12,4-1-5,6-5 16,6-2-11,4-6-143,8-2 176,4-6 433,20-1-455,-3-8 1,16 0 16,-7-10-17,2-4-585,2-7 586,-1-3 21,-1-5 19,-1-4 15,-2-3 34,-4-3 17,-3-1 33,-4 0 17,-4 3 6,-5 1 0,-3 3-6,-3 4 484,-2 4-507,-2 5 145,-2 3-183,-2 5-23,0 3-34,-2 2 615,0 2-660,0 4 220,0 3-208,0 5 11,-2 14-33,1 9-1,0 2 7,1 0-7,1-9 1,3 0-12,4 1-33,2-1-73,2 1-174,2-1-430,2-1-814,1-1-2934,0-1 4464,3 1 0,-10-13 0,0 0 0</inkml:trace>
  <inkml:trace contextRef="#ctx0" brushRef="#br0" timeOffset="591621">20216 14433 24066,'-2'-2'2380,"0"0"-1892,2 2-1424,-7-30-8895,8 28 9162,-8-26 0,9 34 0,-2-5 0</inkml:trace>
  <inkml:trace contextRef="#ctx0" brushRef="#br0" timeOffset="592840">21677 14178 21058,'0'-4'3120,"0"0"-1053,0 4-2006,9 30-5671,-2-6 5650,7 27-12,-7-11 308,-2 4-331,-3 0 791,-3 3-933,-5-13 0,-3 0-277,-8 19 52,3-19 0,-3-1-813,-13 13-2237,4-17 0,-3-1 3412,5-5 0,0-1 0,-17 14 0,18-18 0</inkml:trace>
  <inkml:trace contextRef="#ctx0" brushRef="#br0" timeOffset="593208">21797 13718 25180,'-50'35'84,"10"-1"-78,38-13 11,3 1-6,3-2-6,6 4 1,2-9 0,4 1 50,6-8-17,-5-5-5,6 0 16,-9-7 6,0-3-16,-1-3 21,-2-4 1,-3-2 16,-2-3 17,-3 0-5,-2-2-6,0 1 0,-2 0-11,-2 2-6,-1 2 45,-5-2-62,1 6-33,0 2-22,1 6-1,3 4-5,0 2-17,-1 2-51,1 4-150,0 4-387,0 2-6879,2 12 6647,3-1 0,0-4 0,1-8 0</inkml:trace>
  <inkml:trace contextRef="#ctx0" brushRef="#br0" timeOffset="593484">22235 13990 25012,'43'-26'-341,"-2"6"-163,-8 19-622,2 1-1456,1 1 2582,6 2 0,-19-1 0,-2 0 0</inkml:trace>
  <inkml:trace contextRef="#ctx0" brushRef="#br0" timeOffset="593653">22226 14261 20918,'-8'2'3568,"2"0"-2930,6-2 1020,0 0-1646,63-12-1072,-31 6 959,10-2 1,1 0-505,-4 0-936,1 0-4816,2 0-3473,-4 0 9830,-6 1 0,-14 3 0,-9 2 0</inkml:trace>
  <inkml:trace contextRef="#ctx0" brushRef="#br0" timeOffset="595484">23193 14010 21987,'22'-48'827,"0"1"0,-4 7 1,-2 7-458,-1 8-51,-8 14-83,0 2-80,-1 4-38,-2 2-6,-2 2 146,0 9-124,-2 1-16,-3 9-6,-2 3-28,-6 3 39,-11 17-28,-8 7-1106,-1 2 1034,0 1 5,1 1-3061,10-13 3055,-2 10-678,12-10 667,7-14-17,11 7 57,20-22-18,-2-5 619,12-11-618,-14-7-1,2-4-5,2-1 12,-1-4 16,0-1 352,-3-2-324,-2 0-251,-2-2 273,-2 2-5,-3 0-6,-1 3 0,-2 3-11,-1 2-11,-3 4 3103,0 2-3137,-3 5 586,-2 1-602,-3 5 397,0 8-409,0 1 6,0 9 0,-2 0-6,-1 4-5,-2 2-6,-3 17 0,2-7-777,-1 12 721,3-11-45,1 1-117,2 1-158,0 2-279,1 1-622,2-1-1652,2-1-6902,1-5 9607,0-8 0,-1-12 0,-2-7 1</inkml:trace>
  <inkml:trace contextRef="#ctx0" brushRef="#br0" timeOffset="596691">24151 14144 19462,'2'-5'4245,"0"0"-7250,-2 5 2983,26-54 354,-19 43-489,18-37 765,-28 59-1365,-1 4-676,-4 3-1838,-1 3-6251,0 0 9522,0-2 0,5-9 0,1-4 0</inkml:trace>
  <inkml:trace contextRef="#ctx0" brushRef="#br0" timeOffset="596842">24101 14461 24867,'4'51'52,"0"1"0,-1-5 1,-3-5-59,-9-9-72,-8 2-169,-4-1-532,-7 0-2386,-8 1 3165,-10 5 0,20-19 0,0 0 0</inkml:trace>
  <inkml:trace contextRef="#ctx0" brushRef="#br0" timeOffset="597604">25106 14027 18498,'1'-5'4386,"0"2"-1098,-1 3-3204,9-31 95,-5 29-67,5-23 0,-7 40-28,-3 0 0,-3 4-22,-2 4-6,-5 4-182,-13 19 137,4-8-33,-9 12 22,9-16-1293,1-1 1304,3-1-5,4-3 5,5-3-11,3-4-510,3-3 522,5-4-12,4-3 16,5-5 1,5-3 0,2-2 17,18-9-12,-8-2 12,13-9-18,-11-1 1,1-1 17,-1-4-1,0-1 23,-2-2-5,-3-1 38,7-14 118,-1 1-107,-2 1-685,-8 9 691,-10 16 1112,-4 3-1128,-3 4 533,-2 3-573,-3 3 132,0 1-121,-1 5 812,-3 9-873,-1 3-16,-8 17 21,2-9-33,-3 11 17,3-8-3420,1 1 3369,-1 2-1675,3 1 1445,-2 0-336,3 2-464,-1 0-1031,4 0-7366,0-5 9489,3-5 0,0-12 0,0-5 0</inkml:trace>
  <inkml:trace contextRef="#ctx0" brushRef="#br0" timeOffset="597903">26140 14028 26799,'-13'1'252,"-14"16"-1347,1 10 1111,-12 9-16,9-9 12,-15 9 10,12-8 361,-10 5-372,19-13 6,2-2-17,6-2 22,3-2-22,5 4 6,4-5-3022,9 4 3000,2-8 4,9 1-21,2-5-169,20 1-39,-6-3-156,16 1-869,12-3 316,-11-1 96,-15 1 0,-1-1-4839,19 0 5693,8-1 0,-29 1 0,0 0 0</inkml:trace>
  <inkml:trace contextRef="#ctx0" brushRef="#br0" timeOffset="598253">26828 13897 20698,'21'-38'113,"0"0"1,-2 2 0,-1 12 2242,-8 23-2300,1 2 1007,-1 3-1012,1 2 549,0 5-567,0 2 1910,-1 4-1921,1 4 1,-3 4-459,0 1 464,-1 3-12,0 15-16,-2-8 0,-1 12 6,-2-12-12,0 1-22,0 0-61,1-1-51,0-1-56,2 0-118,0 0-246,1 1-432,1 0-2491,4 14-847,-3-14 4330,2 10 0,-8-30 0,0-2 0</inkml:trace>
  <inkml:trace contextRef="#ctx0" brushRef="#br0" timeOffset="598441">26768 14300 21712,'29'-39'30,"0"-1"0,-2 4 0,-1 8-69,1 21 913,21 0-3209,10-1-4056,3 1 6158,-27 3 1,-3 1-1,-5-1 1,-2 2-1</inkml:trace>
  <inkml:trace contextRef="#ctx0" brushRef="#br0" timeOffset="601025">27751 14103 21915,'26'-15'-5909,"-6"6"5909,-19 24 0,-1-8 0,0 1 0</inkml:trace>
  <inkml:trace contextRef="#ctx0" brushRef="#br0" timeOffset="601184">27706 14555 18621,'0'3'3664,"0"0"-2046,0-3-1522,-22 69-2820,9-40 2721,-3 14 1,-2-1-155,-4-14-1855,-16 11 2012,1-6 0,6-6 0,12-12 0</inkml:trace>
  <inkml:trace contextRef="#ctx0" brushRef="#br0" timeOffset="607417">28676 13986 16678,'2'-8'5141,"0"1"-4749,7-21 1,2-5 240,-2 7-637,3-11 1,0 0 815,0 9-493,-5 11 100,0-1-256,-4 13 14,-2 2-48,0 3-39,-2 6 5,-1 3-3124,-3 9 3107,-3 4-630,-12 21 586,1-6-6,-9 15 0,4-12 0,1 0-2052,0 0 2052,3 0-1380,5-2 1358,3-2 1373,6 8-1379,5-13 12,6 5 4,5-18 454,3-3-408,12-4-28,-4-6 5,9-6-6,-6-5 7,1-6-1,3-6 0,1-1 0,0-4 706,1-2-706,-2-1 22,-2 0 2416,-1 0-2376,-3 2 5,-2 3 6,-3 4 0,-4 2 213,-2 3-263,-6 6-40,0 0-5,-5 7 0,-3 8 2273,-4 9-2267,-5 15-12,0-1 6,-4 18-45,7-16 16,0 10-3113,5-11 3080,3 2-50,1 0-528,3 3 225,3-2-447,4 0-219,4-1-4610,9 3-4157,-6-14 9558,4 1 0,-13-19 0,-4-3 0</inkml:trace>
  <inkml:trace contextRef="#ctx0" brushRef="#br0" timeOffset="607759">29599 13962 24461,'-27'-19'58,"0"0"1,-16-10 398,42 37-417,7 5 482,1-2-489,8 5 1,1-3-12,4 1 1,4 2-7,2 0-207,3 3 203,1 1-2640,0 1 2633,-1 2-747,8 11 753,-11-6-514,2 8 497,-15-10 358,-13 16-285,-17-7-5,-21 12-34,-3-21 935,10-12 0,0-1-952,-6 1 11,-12 3-55,17-7-130,4-2-363,2-2 355,6-1 171,3-2 0,9-2 0,2-1 0</inkml:trace>
  <inkml:trace contextRef="#ctx0" brushRef="#br0" timeOffset="611610">30625 14019 9038,'2'-2'7024,"0"0"-185,-2 2-6413,12-17-320,-9 13-28,8-14-38,-11 18 21,-1 0 124,-1 2 84,-2 2-107,0 1-5,-2 1-6,0-1 112,-10 2-167,0 0-18,-9 1-33,1-2 11,-20 3 11,-6-4 34,-12 1-3426,16-4 3438,12-2 161,16 0-145,9-1-28,2 0-23,6 0 62,1 0-118,2 0 3382,-1 0-3393,3 0-6,-3 1 12,1 2 28,0 5-11,-2 7 5,0 7-22,-3-1-6,-1 2-3392,-1-5 3392,-1 1 0,-1 6-11,1 0 0,-1 4 12,3-11-12,0-2 22,2-8-11,0-2 6,1-1 3403,0-2-2950,0-1-436,2-6-12,1-1 1,4-5-6,2 2 5,9-5-16,-1 5-1,7-3 1,2 2 22,2 3 0,9 0-17,-9 3-5,0 3-1,-7 2 1,1 3-23,0 1-5,2 4-18,11 7 29,-9-2 0,6 7-11,-8 3 22,-9-4 5,-2 6 1,-11-8-17,-8 0 16,-6 1-3414,-24 7 3365,3-6-57,-17 5-1397,10-10 1263,-2-2-162,2-3-824,-11-1 213,18-5-515,-4-1-1541,21-5-6139,7-2 9203,4-1 0,3 2 0,3 1 0</inkml:trace>
  <inkml:trace contextRef="#ctx0" brushRef="#br0" timeOffset="611871">30620 14020 25662,'49'-20'129,"1"1"0,-5 0 0,-8 6-6,-19 11-78,-7 1-6,6 0-28,-9 1 0,1 0-5,-2 0-23,0 0-100,6 2-130,-2 0-364,5 3-4547,1 1-4538,-5-1 9696,2 1 0,-10-4 0,-1 0 0</inkml:trace>
  <inkml:trace contextRef="#ctx0" brushRef="#br0" timeOffset="612126">31979 13983 26642,'-29'51'69,"-1"-1"0,3-3 1,1-6-70,-2-6-5661,-3 0 5563,5-8 0,0 0-260,-16 15 273,14-13 1,-1-1-1485,-12 12 1569,6-8 0,1-2 0,4-3 0,-14 12 0</inkml:trace>
  <inkml:trace contextRef="#ctx0" brushRef="#br0" timeOffset="612316">31377 14154 19316,'0'-3'4901,"0"0"-2145,0 3-2683,70 11-3083,-35 2 3024,11-1 0,2 2-20,-2 13 0,4 1-1220,-9-5 1,1-1 1194,-9-4 0,-1 0-73,12 6 1,-1-1 187,-14-6 0,0-1-84,14 9 0,-3-2 0,-2-1 0,13 8 0</inkml:trace>
  <inkml:trace contextRef="#ctx0" brushRef="#br0" timeOffset="614010">19390 15371 25584,'2'-48'370,"0"13"-247,-2 50-22,1 1-6,-1 4-22,0 0-1,-1 4-21,-2 1 5,-1 3-11,-2 1 5,-1 4-976,-1 0 971,-1 1-17,1-3 0,-2-1 0,0-2-267,-1-3 273,1-3-6,-1-2 0,0-2 0,1-3 22,1-3-10,1-1 688,2-3-683,1-2 553,2-3-503,1-1 107,1-1-129,1-5-6,1-2-5,1-4-1,1-2 1,2-2-12,2-2-5,0-2-28,2 0 16,1-2-16,2 2 0,-1 0 0,3 3 5,-2 2 1,0 2-7,0 3 1,1 1 0,-2 4-6,2 1-11,-1 1 23,3 3-23,1 2 5,2 4 6,2 4-5,2 3 0,2 2-12,13 14-16,-9-5-1115,8 10 1126,-13-7-1,-3 1 7,-5 2 5,-4 1 0,-8 12 11,-9-12-343,-10 7 343,-11-17 1,-7-3 16,-6-3-34,-4-2-728,-2-5 712,2-2-113,-15-5-49,18-4-192,-6-4-424,25-8 187,8-3 613,5-9 0,5 11 0,3 0 0</inkml:trace>
  <inkml:trace contextRef="#ctx0" brushRef="#br0" timeOffset="614242">20244 15603 24510,'-7'2'1753,"1"0"-473,6-2-1240,0 0-40,33-35 0,-24 30-706,24-25-1327,-33 39 2033,-1 3 0,1-5 0,-1-1 0</inkml:trace>
  <inkml:trace contextRef="#ctx0" brushRef="#br0" timeOffset="614929">21648 15770 25437,'-3'-39'327,"0"0"1,-1-24-222,4 58 600,0 3-673,1 2 226,1 4-197,2 12-34,0 3 103,2 12-92,0 15-33,-3-7-820,1 17 797,-4-12 6,-3 3-17,-4 1-28,-7 2-827,-5 0 692,-7-1-83,-5-2-73,-5-4-84,-2-4-2084,-4-5 1764,0-6-335,-1-7-630,4-5-1965,3-7 3681,2-4 0,17-4 0,3-1 0</inkml:trace>
  <inkml:trace contextRef="#ctx0" brushRef="#br0" timeOffset="615292">21769 15284 25724,'-30'9'84,"5"2"-67,21 11-6,2-1 6,1 1-12,2-2 12,3-1-11,2-1 11,4-3-12,2-1 6,1-3 57,9-2-35,-6-4 12,4-2 0,-8-5 11,-1-3 56,1-9-67,-4 0-12,1-6 29,-5 3-17,-2-1 61,0-12-50,-2 6 0,0-6 56,0 5-17,-3 5-44,2 4-23,-3 8-17,2 6-22,0 2-6,-1 0 0,0 3-22,-1 4-84,0 3-241,1 2-482,1 3 846,1 13 0,0-15 0,1 6 0</inkml:trace>
  <inkml:trace contextRef="#ctx0" brushRef="#br0" timeOffset="615495">22150 15558 22442,'-10'0'2710,"2"0"-2216,8 0-214,0 0-1020,61-53-268,-31 40 39,10-16 0,0 5-4554,-7 23 4707,2 3 0,-17-1 0,-1 0 0</inkml:trace>
  <inkml:trace contextRef="#ctx0" brushRef="#br0" timeOffset="615659">22253 15778 21976,'48'-20'-1268,"0"-1"1,-2 1-1,-5 5-8563,-3 7 9668,-5 1 1,-16 4-1,-7 0 1</inkml:trace>
  <inkml:trace contextRef="#ctx0" brushRef="#br0" timeOffset="616208">23447 15385 24502,'-41'-11'44,"0"-1"1,2 1 0,8 5 17,18 13 931,-2 0-926,-12 4-22,4-3 5,-11 1 46,-4-2-74,9-4 385,-8 1-245,10-4-78,10 0 169,-1 0-169,12 0 510,3 0-538,0 0-5,3 0-29,1 4-16,2 0 5,1 4 22,3 4-16,-2-2-45,1 5 51,-2-2-7,-2 3 7,-1 0 38,-2 9-16,-4 2 6,0-2-46,-4-2 1,2-8 5,1-2-11,0-1 6,0-2-1,0 1-10,2-5 27,1 1 23,2-5 201,1-2-128,2-4-79,1-2-17,2-5 6,5-5 23,-1 3-40,3-3 0,3 0 0,4 2 1,0 0-12,1 4 0,-5 5 16,9 1 1,-4 2-39,20 4 22,-14 2 0,10 5 22,-8 2-33,1 1 5,0 3-862,-3 3 868,-4 1-11,-4 2-3114,-5-1 3097,-7 1-480,-19 17 110,-2-15-246,-18 12-745,1-19-281,-2-1-2239,-1-3-5809,4-2 9850,6-3 1,12-4 0,6-1 0</inkml:trace>
  <inkml:trace contextRef="#ctx0" brushRef="#br0" timeOffset="616425">23326 15319 25411,'60'-17'429,"0"0"1,-4 2-1,-7 2-221,-3 5-18,1 1-5417,0 0 5362,-2 1 61,12-2 1078,-18 3-1235,5-2-6,-23 3 878,-6 2-939,-7 0-31,-4 2-400,-5 0 2413,-6 1-11785,-12 4 8022,4 0 0,-1-1 0,10-2 0</inkml:trace>
  <inkml:trace contextRef="#ctx0" brushRef="#br0" timeOffset="617591">24313 15375 19608,'0'-4'2979,"0"1"-1103,0 3-1932,0-20-112,0 20-212,1-13-533,0 24-1126,0 3 2039,1 4 0,-1-8 0,0 0 0</inkml:trace>
  <inkml:trace contextRef="#ctx0" brushRef="#br0" timeOffset="617761">24366 15768 17179,'-20'51'39,"0"0"1,0-4-1,5-6 2034,9-10-3036,-9 17-986,2-10 1949,-10 17 0,14-35 0,-1 0 0</inkml:trace>
  <inkml:trace contextRef="#ctx0" brushRef="#br0" timeOffset="619179">25449 15154 10091,'1'-4'6083,"-1"1"-1194,0 3-4681,5-8-29,-4 6 0,4-7-3425,-5 9 3599,0-2-162,0 0 10,0 0-16,0 0-6,0 0 185,1 0-190,-1 0 3408,1 0-3403,0 0 594,-1 1-745,-4 2-28,-2 1 11,-5 2 6,-1 0 17,-4 0 16,-1-1-27,-3 0 16,-1-1 0,1 0 6,0-1 11,2-1 11,2 1 112,-2-1-84,7-2 1,-1 1 5,6-1-28,2 0 0,1 0-12,1 0-16,1 1-23,0-1 102,0 2-113,0 0 17,0 1-17,0 3 0,1 1 12,0 0 5,0 3 5,0 0-5,0 4 11,0 1 1,1 3-1,0 2 6,-1 2-12,0 1 6,0 1 17,-2 0 51,-2 9-57,-2-9-5,-2 6 17,0-11-1,0 0 1,0-1-12,0-2 1,1 0-18,0-3 6,1-2-5,1-2-12,2-2 85,1-2 106,1-2-174,3-5 0,1-1 0,3-5 0,0-1 1,2 1-18,2-2 12,0 0-6,0 0 5,2 2-10,-1 0-12,0 1 0,2 2-11,-2 0 6,2 3-6,-1 0 0,8 2 0,-6 1-6,5 2 6,-5 3-11,2 3 16,-1 3 7,1 4-7,-1 0 1,-1 3-23,-2 1 11,-1 1 6,-2 2 6,-4 8-6,-2-6 0,-5 6-6,-4-11 1,-6 0-34,-4-2-124,-15 3-33,4-4-129,-9 1-1243,1-4-90,11-6-3007,-4 1 4665,13-6 0,7-1 0,2 0 0</inkml:trace>
  <inkml:trace contextRef="#ctx0" brushRef="#br0" timeOffset="619509">26188 15074 25798,'-20'28'50,"1"-1"1,-19 24-34,9-25-1,-2 2 7,-1 0 244,1 1-261,0 0-1,3-2 6,2 0 104,2-1-81,0 7-23,9-9 12,1 5-7,10-12 12,4-1-22,4-2 46,4-2-41,7-1-5,4-2 5,5-1-22,4-2-34,20-1-100,11-2-365,-20-2 0,1-1 409,-7 0 0,-1-1-279,31 0-343,-19-3-2764,-10 1 1,0 0-6008,13-3 9494,10-2 0,-38 6 0,-8 0 0</inkml:trace>
  <inkml:trace contextRef="#ctx0" brushRef="#br0" timeOffset="619795">26740 15162 21523,'-3'-3'3170,"1"1"-851,2 2-2274,63-46 44,-39 44-72,12-20 0,-3 7 17,-19 33 16,-2 9-28,-2-3 18,1 11-7,-3-6-5,-1 2-28,0 2-355,2 22 349,-1-10-1131,3 16 1020,-3-14-152,-1-1-280,0 1-409,-2-2-5416,-2 13 5647,-2-13 0,-1-6 0,-1-22 0</inkml:trace>
  <inkml:trace contextRef="#ctx0" brushRef="#br0" timeOffset="620009">26732 15575 21707,'-5'-6'2947,"0"1"-2354,5 5 371,0 0-807,-8-68-2080,19 46 1937,-9-17 0,5 4-3092,26 25 3101,4 0-46,-6 4 1,2 1 234,19-3-377,-16 5 0,0-1-609,15 2-951,-1 1-4694,-1 1-3408,-7 0 9827,-9 0 0,-16 0 0,-7 0 0</inkml:trace>
  <inkml:trace contextRef="#ctx0" brushRef="#br0" timeOffset="620426">27794 15299 22565,'0'-5'2593,"0"2"-2077,0 3-1682,5-4-2004,-4 12 3170,5 1 0,-5 3 0,-1-1 0</inkml:trace>
  <inkml:trace contextRef="#ctx0" brushRef="#br0" timeOffset="620600">27824 15722 23489,'-2'6'2521,"1"-1"-1043,1-5-1383,-28 73-5062,16-39 4981,-6 12 0,0 1-8,1-12 1167,-3 1-1285,-6 2-297,-6 0-1885,3-10 0,-3 0 2294,3-4 0,1-2 0,-22 17 0,21-18 0</inkml:trace>
  <inkml:trace contextRef="#ctx0" brushRef="#br0" timeOffset="622408">28717 15414 13638,'20'-48'760,"-1"1"0,-2 3 0,-1 6 1801,0 9-2118,-3 5-62,0 4-50,-3 5 1225,-1 3-1366,-3 4-61,-2 3-39,-1 3 900,-2 1-889,0 3 2908,0 3-2908,-1 4 536,0 3-575,-2 4-1,-2 4 12,-8 16 144,1-6-195,-5 14-437,3-11 432,-1 2-6,2 0-11,2 1 11,2-1-821,4-2 821,2-3-11,2-4-6,3-4-183,3-5 189,3-5 432,7-3-415,-2-5 16,4-5-5,-4-5-5,1-4-7,1-5-4,1-2 21,1-4 1,2-3-882,1-1 898,2-2 56,13-10-44,-7 12 0,9-7-2621,-12 15 2615,-1 3-53,-1 3 59,-2 4 5,-2 3-17,-4 3-10,-1 3 4,-4 4 35,3 13-46,-4 1-5,1 10-1085,-5-3 1079,-3 3 1492,-1 3-1503,-1 1-1970,-4 0 1920,-1-1-960,-3-1 764,-1-1 992,1 0-5434,-1 11 4677,2-9 0,2-5 0,3-14 0</inkml:trace>
  <inkml:trace contextRef="#ctx0" brushRef="#br0" timeOffset="622885">29808 15236 25295,'-39'-29'130,"1"0"1,1 1 0,12 10-92,23 18 630,1 0-630,3 3 183,2 0-194,5 5 5,2-1 1,5 3-3194,3 2 3188,5 0 115,20 10-115,9 6-28,0 0 5,-3 2 12,-19-8-6,-5 0-5,-4 1 39,-7 28-34,-22-10-512,-4 14 523,-19-21-5,4-13-12,-1-1 3082,-4 0-3082,1-2 155,-1 0-143,1-2-67,3 0-387,-4 6-2022,9 0-4223,3 1 6881,12-2 0,7-13 0,0 0 0</inkml:trace>
  <inkml:trace contextRef="#ctx0" brushRef="#br0" timeOffset="626909">30804 15169 20784,'36'-14'285,"0"1"1,22-7-118,-54 20 1051,-1 2-1068,-2-1 585,0 0-579,-1 1 195,-2-1-224,-1 2 596,-2-2-646,-5 0-16,-1 1 22,-12-1-51,2 1-10,-9 0-12,4-1-256,-2 1 261,-1-1 7,-1 0-1,-10-1 52,4 0 27,0 0-73,15 0 16,11-1-16,7 0 257,1 1-274,1 0 6,0 2 11,-1 1-6,0 3-11,-1 0 23,1 0-17,1 1 56,-2 3-51,2-2 12,-1 2-6,2-3 5,-1-1-10,0 1-1,0-1 17,0 2-5,-2-1 11,1 1 5,-2 1-16,0 1 44,-4 7-33,0-2 0,-3 6-6,1-5-17,2 0 1,-1 0 10,2-2-10,0 1-1,1-2-11,1 0-5,2-2-1,0-1-5,2-2 6,-1-2 5,1-1 0,1-3 286,-1 0-258,4-6-5,0 0-6,5-4-17,0 0 12,2-1-1,1-2 6,3 1-11,0 0 0,1 0-34,0 2 0,0 0-5,-1 2 5,0 2 17,-1 1 0,1 2 0,-1 0 0,0 2-6,0 3 1,1 1 16,7 12 0,2 7-5,0 2-6,-3 3 5,-8-6 6,-2 0-11,-1 0 0,-2-2-5,-3-1-1,-3-1-11,-3-2-5,-3-1-12,-7-2-38,-2-2-40,-5 0-90,-2-2-173,-3-2-280,-2 0-444,-1-2-810,-1-3-3144,2-1-4362,3-2 9415,5-1 0,9 1 0,4 0 0</inkml:trace>
  <inkml:trace contextRef="#ctx0" brushRef="#br0" timeOffset="627145">30779 15138 21198,'3'-2'3114,"-1"0"-1668,-2 2-1239,61-16-1054,-35 12 931,12-5 0,-1 1 67,-13 8-33,1 0 331,-2-1-359,-1 1 0,-4-1 158,-2 1-197,-4-1-7,-4 1-4,-3-1 511,-1 1-517,-3 0-101,0 0-146,-1-2-403,-2 0-807,0-1-3674,-3 3-4734,0-1 9795,-1 0 0,3 1 0,0 0 0</inkml:trace>
  <inkml:trace contextRef="#ctx0" brushRef="#br0" timeOffset="627642">31988 15235 19725,'24'-1'157,"-9"7"612,-34 26-741,-2 2 813,-2 3-867,4-10 1,-1 2-109,-12 16-43,10-15 1,0 0-591,-11 12-461,-1-3-1136,1 0-3813,0-5 6177,0 1 0,16-17 0,2-3 0</inkml:trace>
  <inkml:trace contextRef="#ctx0" brushRef="#br0" timeOffset="627826">31635 15347 20179,'0'-4'3780,"0"1"-1315,0 3-2426,73 31-2552,-33-10 2502,-1-2 0,9 3 0,-7-1-51,-10-4 1,-1-1-152,10 7 0,1 0-384,-11-8 1,-2 0-3135,27 14-6100,-6-4 9811,-11-4 1,-18-11 0,-10-3 0</inkml:trace>
  <inkml:trace contextRef="#ctx0" brushRef="#br1" timeOffset="632384">30873 15122 9643,'7'-6'8553,"-2"2"-7774,-5 4 2149,0 0-2636,18-23-79,-14 18-28,13-18-28,-17 23 140,0 0-152,-2 2-5,-3 0-11,-3 3-17,-2 1-28,-3 0-22,-3 2-12,-1-1-28,-4 1 18,-1 1 4,-2-1-16,-3 1 12,1 0-18,-2-1 0,2 1 34,-1-2-5,1-1 10,1-1 1,2-3 0,3 0 10,4-2 29,2 0 17,5 0-12,3 0-5,2 0-6,2 0-22,1-1 341,0 0-397,1 5 23,-1-1-12,1 6 6,0-3 50,-4 9-45,1-3 22,-3 6-10,1-2-1,-1 0 6,0 0 0,-1 1-388,1 1 371,-1-1-10,2 0 16,-1 0-6,1-1 17,0 6-45,1-7 28,-1 4-5,3-9 370,1-2-365,0-2 6,1-2 6,0-1 217,0-1-167,2-2-6,1-1-11,3-1-16,1-2-24,3-2 7,1-1-6,1-2 5,3 1-16,2-3-6,0 2-45,2-1 17,0 2 11,0 2-11,0 2 28,0 0-17,0 3 12,-3 0-7,2 1 7,-3 0 5,0 1-11,0 2-6,-3 3 17,0 2-39,-2 1 11,-1 2 11,-2 1-11,-1 2 0,-1 3 0,-2 1-6,-1 1-11,-2 1 29,-1 1 10,-2 0-22,-3 1 28,-3 1-28,-2 0 6,-1 0 10,-2-1 18,-1-1-23,-2-2-5,-2 0 27,-1-4-27,-2 0 22,0-4-11,-1-1-422,1-3 405,0-1 11,1-2 12,1-3-12,0 0-28,0-2 28,0-2 6,0-1 0,0-2 39,0 0-183,1 0 139,2 0 4,1 1-4,2 1-1,2 0-6,2 1 401,2 1-406,2 0 142,2 0-153,2 1-45,1 1 51,4-1 5,2 1 0,5 0 50,0 1-50,3 0 11,2 0-5,2 0-17,2 0 5,1 0 17,2-1-5,0 0-17,1 0 16,1 0-16,0-1-11,1-1 5,-1-1 6,-1-2-12,0 0 18,-1-2-12,-1 0-3381,0-1 3409,-2-1-68,-1 0 91,-3-1-34,-2 0 11,-2 0-11,-3-1 0,-2 1 11,-2 0-5,-2 0 0,-1-1-6,-1 1 0,-1-1-12,0-2 3360,-2-4-3337,0 3-11,-2-4 96,3 7-96,-2 0 0,0 2 6,0 0-12,-2 3 28,-1 0-22,-9 1 6,2 2-6,-8-1 17,3 2-6,-1 0 34,-10 0-45,6 0 0,-6-1 0,9 2-11,1-2 11,-4-1 0,7 1 0,-2-1 0,11 1 5,2 1 1,2-1 16,2 0-27,0-1 16,2 0-6,0-2 1,0 0-6,0-4 11,2 1-22,-1-4 11,0 3-11,1 1 5,-1 0-5,0 0 22,1-2-16,0 1 5,1-2-6,1 2 6,0 1 28,5-5-28,0 3 11,3-3-11,-1 4-5,-1 0 10,2 2-5,-1 0 0,0 2-5,0 0-1,2 0-11,-3 2 0,1 0 1,-4 3 4,-2 0 1,2 1 0,-1 0 22,3 0-11,0 0 23,1 1-23,3 0 0,3 1 11,2 1-17,2-1 6,3 0-5,0 1-1,2-2 0,-1 0 18,1-1-18,-1 0-5,-2 0 0,-2-1 22,4-2-6,-9 0-5,3-3 0,-9 3 0,-3 0 6,-1-1 16,-2 2-22,-1-1 17,-1 0-11,0 1-6,0-1 5,0 1-10,0-1 5,0 2 0,0-1 11,0 1-11,0-1 0,-1 1-11,2 0 22,-1 0-11,1 0 11,0 0 0,0 0-44,0 0-3171,0 1 3204,-5 2 0,2-1 0,-4 2 0</inkml:trace>
  <inkml:trace contextRef="#ctx0" brushRef="#br1" timeOffset="634027">19317 16900 23935,'1'-42'269,"0"0"0,2 3 0,-4 10-84,-5 22 448,-1 1-404,-4 4 70,-4 4-238,0 3 90,-1 5-95,2 2 13,-1 3-24,-3 3-12,-1 4-3300,-3 2 3278,-2 4-2210,-3 2 2205,0 2-333,6-7 0,0 0 327,-9 13 86,-7 11-114,14-3-28,12-12 1645,4 7-1808,15-16 2668,7-3-2953,10-3-1261,8-6 1,3-3-1305,14 3 2704,-4-5 1,-3-1 0,-14-5 0,0-1-1</inkml:trace>
  <inkml:trace contextRef="#ctx0" brushRef="#br1" timeOffset="634226">19863 17131 24766,'-6'-1'2526,"2"1"-1147,4 0-1379,-7-49 0,6 37 0,-7-36 0,8 48 0,0 1-276,-1 4-4680,0 8 4108,-1 2 0,2-2 0,-1-6 0</inkml:trace>
  <inkml:trace contextRef="#ctx0" brushRef="#br1" timeOffset="635100">21420 17122 21175,'0'-10'3148,"0"1"-2529,3-21 1,2-4-206,0 10-266,0-14 1,2 3 75,0 20-34,0 4-72,1 4-23,0 3-28,2 3 23,4 12-40,-2 1 6,2 12-22,-4 0-6,-3 3-11,-3 4-1,-1 3-21,-12 21-3426,-2-10 3397,2-15 0,-2 0-117,-12 14-1720,-2-1 1294,-4 1-919,-1-2-44,-2-3-1093,-1-3-3534,1-3 5770,-4-2 1,19-14 0,0-4 0</inkml:trace>
  <inkml:trace contextRef="#ctx0" brushRef="#br1" timeOffset="635469">21751 16503 23924,'-16'34'47,"0"0"1,-8 22-25,27-44-7,4-2 269,11-1-252,-2-3 6,7-1-5,-5-5 22,2-2 17,-2-2 22,0-3 94,-4-2-10,-4-3 283,-2-9-98,-5-3-224,-4-3 0,-3 2 165,-8 2-210,-3 4-56,-2 2-16,1 6-12,5 8-11,0 2 0,-2 2-11,3 7-17,1-1-28,4 7-101,4-2-252,1 1-504,3 2-997,4 0-4296,4 2-3372,2-1 9578,0-2 0,-6-6 0,-2-4 0</inkml:trace>
  <inkml:trace contextRef="#ctx0" brushRef="#br1" timeOffset="635793">22263 16742 18722,'-8'1'4297,"2"-1"-3513,6 0 1075,0 0-1887,70-47-1684,-38 34 1591,12-13 1,1 4 14,-12 21-6655,23 7-2503,-24 0 9212,11 4 0,-34-6 1,-5-1-1</inkml:trace>
  <inkml:trace contextRef="#ctx0" brushRef="#br1" timeOffset="635961">22217 17078 24241,'38'-20'-58,"-1"0"1,1 0 0,4 0 0,0 0 0,-6 5-357,14 1-176,-17 5 1,0 0-867,16-4-2538,-1 0-5472,-4 0 8977,-7 2 1,-17 6 0,-9 1-1</inkml:trace>
  <inkml:trace contextRef="#ctx0" brushRef="#br1" timeOffset="636334">23331 16551 25735,'-48'-3'227,"-1"0"1,4 0 0,7 4-60,11 11-2386,0 2 2324,0 4-16,2 2 631,2 2-670,2 1-7,3 3-16,5 0-11,2 1-34,5 1 17,3 1-16,3-1 21,5 1-5,4-2 6,30 22-23,-10-20-172,-5-6 1,1-2 177,6-2 0,0-2 22,1-3-28,-1-4 11,-1-2-5,-2-5-23,-5-2 45,-2-6 1176,-7-1-1148,-2-5 24,-4-3 10,-3 0-12,-3-2-10,-1 2 33,-5-2-23,-3 2 892,-6 0-797,-15-2-94,4 7 0,-11-1-23,10 7 17,-1 2 20,1 1-54,0 3-5,2 2-67,-8 8 39,10-1 5,-5 5 12,11-3-169,0 7-117,5-4-341,3 6-634,4-8-1764,6 1 3019,4 0 0,-3-7 0,2 0 0</inkml:trace>
  <inkml:trace contextRef="#ctx0" brushRef="#br1" timeOffset="636571">24136 16712 24368,'-3'-3'2062,"0"0"-1374,3 3-1180,-15-13-539,15 15-1204,-10-9-7596,17 19 9809,-1-2 0,-3-4 0,-1-2 0</inkml:trace>
  <inkml:trace contextRef="#ctx0" brushRef="#br1" timeOffset="636744">24171 17036 26565,'-37'48'78,"1"1"1,1-4-1,7-6-67,10-4-1579,-2-1 1568,-3 1-78,-4 0-224,-4-1-1468,4-9 0,-2 1 1770,3-5 0,0 0 0,-19 15 0,19-18 0</inkml:trace>
  <inkml:trace contextRef="#ctx0" brushRef="#br1" timeOffset="639485">25417 16672 20683,'9'-47'969,"0"0"0,-1 5 0,-5 8-538,-7 22-112,-5 4-78,0 2-62,-4 4-67,-1 1 219,-27 15-214,11-2-311,-19 15 289,4 8-65,22-13 1,1 2-20,-1 0 1,1 1-7,-15 27-27,13 5 11,8 4-3,14-16 0,3 0 14,8 13 11,2-26 0,3-4-11,12-4 11,19 0-3314,-8-8 3286,12-2 12,-2-11-103,-15-6 131,8-4-12,-17-6 6,-3-2 11,-3-3 11,-3-1 28,-5-2-11,-3 1 39,-5-8-61,-5 8 16,-5-4-10,-4 10-29,-5 4-6,-1 2-10,-4 2 5,-2 4 5,-1 1-5,-1 2 6,-1 3-17,-9 8-168,10-1 157,-3 6 16,15-3 3148,6-1-3176,4 1 101,5 0-224,5-1-146,4 1-1298,18 4-7160,15-1-497,-1-1 8542,1-5 1,-27-8 0,-6-2 0</inkml:trace>
  <inkml:trace contextRef="#ctx0" brushRef="#br1" timeOffset="639785">26222 16494 20336,'0'-5'3254,"0"1"-812,0 4-2392,-21 5-22,6 9 6,-21 8-12,9 8-1372,-4 3 1361,-3 3-11,1 0 0,-2 0-5,-7 10-4,3-4 1,3-2 25,9-7-12,-1 3-84,19-11 79,6-10 346,8 1-352,7-10 12,7-1-17,22-3-118,16 0-6,3-2-212,-27 0 1,-1-1 94,17 0-62,0-3-95,1 2-201,-3-2-398,0 0-662,-3 0-2279,-1-1 3949,4 0 0,-22 2 0,-2 0 0</inkml:trace>
  <inkml:trace contextRef="#ctx0" brushRef="#br1" timeOffset="640283">26727 16564 18610,'-3'-1'4302,"1"0"-689,2 1-3557,31-49 5,-18 36-10,24-36-18,-28 51-5,0 2-5,-1 4-18,-1 3-16,-1 4 28,-1 3 0,1 2-17,0 3 11,0 2-17,2 1-5,-1 2-11,2 1-40,0 1-83,1 2-567,8 14-443,-4-10-9,4 13-859,-6-15-3891,-3-1 5914,-1 0 0,-5-16 0,0-2 0</inkml:trace>
  <inkml:trace contextRef="#ctx0" brushRef="#br1" timeOffset="640459">26732 16855 25918,'43'-26'33,"0"-1"1,0 1 0,16-10 0,-8 8-163,-19 22-143,0 1-776,2 1-2245,-2 3 2252,4-1 0,-17 2 0,-1 0 0</inkml:trace>
  <inkml:trace contextRef="#ctx0" brushRef="#br1" timeOffset="640916">27745 16631 22767,'0'-3'2385,"0"0"-1410,0 3-1451,23-13-728,-17 16-2051,17-9 3255,-23 21 0,1-7 0,-1 0 0</inkml:trace>
  <inkml:trace contextRef="#ctx0" brushRef="#br1" timeOffset="641091">27757 16992 22694,'-2'4'3181,"1"0"-2570,1-4-399,-16 63-737,10-34 575,-4 11 1,0-1-12,2-10-33,-3-1-56,-3-1-54,-4 1-3817,-18 11-5910,9-12 9758,-10 4 1,24-21-1,5-5 1</inkml:trace>
  <inkml:trace contextRef="#ctx0" brushRef="#br1" timeOffset="642085">28800 16591 19455,'19'-45'610,"1"-1"0,-2 5 1,-3 7-264,-1 12-61,-3 5-95,-2 5-12,-2 4 1499,-2 5-1600,-1 1 613,-2 6-618,0 3 0,-1 7 302,-1 4-324,-3 5-1,-3 4-16,-5 3 291,-4 3-303,-2 2-16,-2 1 78,-7 18-40,7-11-27,-3 10-39,12-18 16,4-3-16,4-2-1,3-4 1,4-4-3201,8-1 3195,0-10 56,15-4-11,-8-12 50,8-5 0,-4-5-409,2-3 437,2-4-16,1-3 10,0-3 7,0-2-1,-2-1-11,-1-1 0,-2 2 325,8-6-309,-9 12-27,3-1-22,-12 15 3030,-3 4-3048,-4 3-5,-3 2 6,-1 3 660,-2 3-677,1 4 17,-2 5-12,1 4 23,-1 12-39,-2-4-149,0 10 155,0-8-1,0 0-45,2 0-27,0-1-398,3 12-935,4 0-320,2 0-2868,1-7 3781,-1-12 0,-4-9 1,0-3-1</inkml:trace>
  <inkml:trace contextRef="#ctx0" brushRef="#br1" timeOffset="642410">29820 16497 19352,'-31'-26'101,"11"9"2023,34 30-2107,5 3 1408,4 0-1420,4 2 12,3 0-1247,3 1 1225,2-1-6,2 1 690,-2 1-679,0 0 100,6 8-117,-15-6 28,1 5-16,-20-7 16,-7-1 0,-8 0-28,-7 0 1,-7-2-7,-6 0 6,-3-1 29,-3-1-7,-1 1-5,1-2-11,1 0-23,3 0-33,2-1-22,5-1-152,4 0-280,4-2 2040,6 1-3474,3-1-2417,5-1 4372,5-1 0,-2-3 0,2-2 0</inkml:trace>
  <inkml:trace contextRef="#ctx0" brushRef="#br1" timeOffset="645810">30909 16465 19255,'12'-47'625,"-1"1"1,-1 5 0,0 5-3918,-2 11 3650,-1 5 1414,-2 7-1520,-2 4 831,-2 5-999,-2 3 444,-3 5-455,-3 4 0,-6 6 0,-6 8 3053,-5 4-3093,-6 6-1365,-4 5 1355,-5 2 5,-3 5-6,-3 0-11,22-21 0,0 0 3,1 1 0,0 0 9,-19 22-40,4 2-11,6-3 0,15-14 0,1 0 17,-1 13 22,2 9-11,16-23-11,6-4 11,8-4-23,7-5 1,5-3 11,5-5-6,3-5 28,2-3-484,1-7 484,0-3 12,0-7 27,10-14-16,-13 5 50,6-9-12,-19 9 29,-6 0 1295,-4 0-1324,-5 1 12,-4 2-11,-5 0-22,-3 3 10,-5 1-10,-3 3-7,-2 3-4,-2 3 4,-10 3-21,5 4-6,-8 3 5,8 4-5,-1 5 894,1 2-911,1 2 0,1 2-11,2 3-39,3-1-12,3 2-50,4 1-179,3-1-286,2 0-555,7 0-4349,4-1-887,6-1 6163,8-1 0,-10-8 0,2-1 0</inkml:trace>
  <inkml:trace contextRef="#ctx0" brushRef="#br1" timeOffset="646020">32104 16408 22543,'-3'-3'2357,"2"2"-1427,1 1-762,-74 7-805,40 3 682,-14-1 0,1 2-919,9 12 919,0 3-17,0 3-17,2 2-39,3 3-89,3 0-214,3 2-425,3-1-790,2 1-2447,2-1-5697,3-4 9372,4-6 0,7-12 1,2-6-1</inkml:trace>
  <inkml:trace contextRef="#ctx0" brushRef="#br1" timeOffset="646187">31543 16585 20050,'0'-8'4206,"0"1"-3321,0 7 1216,0 0-2068,64-9-3433,-28 22 3394,8-9 1,3 4-331,-9 19 0,-2 7-2153,4 2 0,0 1 2489,4 5 0,-3-2 0,-13-12 0,-4-3 0,2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5:16:56.0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8480 1094 27638,'4'-44'1282,"-1"-1"0,1 1 0,1-14 1,-2 12-1283,-2 28-803,-1 12 380,1 3-129,0 2 703,2 9-863,1 1-1189,1 12 1557,1 4 35,-1 6 76,0 7-150,-1 6-103,-2 3-187,-1 5 796,-1 1-153,-2 3-261,-1 1-1404,-3 1 647,0 1-3742,0 0 1279,2-1 3527,0 4 0,3-29 1,0-4-1</inkml:trace>
  <inkml:trace contextRef="#ctx0" brushRef="#br0" timeOffset="478">8611 634 18292,'-33'-30'-344,"0"0"1,0 0 0,-12-12-1,3 10 2537,-9 20-1643,9 5 1402,-16 5-1468,15 10 710,-2 7-957,0 9 2088,-4 9-2116,23-12 1,0 1-522,0 4 0,-1 1 276,0 4 1,0 1-44,0 3 1,0 3-10,4 0 1,-1 3 0,1 2-583,1 1 1,1 1 0,1 3 536,-2 10 1,0 4-1,4-3-561,4-11 1,3-2-1,2-1 562,-1 20 1,6-4 0,6-19 1,3-2-18,2-1 0,2-1-17,4-2 1,3-1-13,0-3 0,6-1-6,17 7 0,5-4 73,-9-9 1,5-3 71,7-2 0,8-2 1,0-3-421,-2-7 1,0-4-1,0-2 481,1 2 1,0-2 0,2-2 21,-3-4 1,3-2-1,-1-1 1,-5-1-301,13-4 0,-2-3 377,-8 2 0,1-2 1,-3 0-150,-1-3 1,-3-2 218,-1-1 0,-3-2-106,-3 0 0,-2-2 64,-3 1 1,-3-4 302,4-11 1,-3-5-350,-7-2 1,-4-5-76,-7 8 0,-2-3 1,-3 1-162,-2-11 0,-5 0-27,-5 0 1,-4 2-61,-2 13 0,-3 1 0,-9-15 0,-5 0 422,6 15 0,-3 1-320,-5 1 0,-5-2 0,1 5-64,0 6 1,-2 5 83,-4 0 1,-5 0 0,2 4 37,2 5 1,0 3-1,-13-2 1,2 3-1,14 6 1,1 3-186,-11 1 1,1 3-442,-19 6 242,26-2 0,1 3-9388,-10 21 9587,19-8 1,4 1 0,18-16 0</inkml:trace>
  <inkml:trace contextRef="#ctx0" brushRef="#br0" timeOffset="1256">11811 1092 32767,'4'-38'-1384,"1"11"380,-2 37-1330,0 3 1274,1 1 4234,-2 8-3517,1-7 20,-2 6-922,-6-2 1086,-1-6 126,-6 5-2274,-1-7 3562,-2-1 273,-3 0-493,-10 0-96,6-5-186,-7 0-388,9-5-304,0-3-387,4-2-482,0-3-307,3-3 221,-2-14-249,4-11 38,3-5 2791,5-3-2480,4 10 196,3 3 229,8-10-6,-1 12 199,7-5-2801,-4 15 3126,3 4-18,0 2-248,2 4 165,0 3 377,-1 4-366,9 6-257,3 11-23,-2 4-24,-2 9-57,-9 14 12,-9-4-193,-2 17 325,-13-21 1,-5 1 675,-7 5 0,-2 0-549,-2 1 1,-2 0 7,-6-1 1,0-2 2,6-9 1,-1-3 7,-1 1 1,-1-1-1203,1 0 0,0-1 1205,0-2 1,0-2 19,1 0 1,1-3-166,-21 13 272,-6-4-29,17-13 12,-1-3 256,21-13 31,4-4-247,6-4 1141,3-6-1203,12-9 87,2 4 2819,12-6-3001,3 8-804,7 0 610,4 1 69,6 2 45,-8 5 1,2 0-84,22-4 11,-18 5 1,-1 1-57,22-2-1424,-31 5 1,1 1 1406,-1 0 0,2 0-1661,29-2 1,0-1-614,-24 3 0,0 0-1762,20-2 1,-4 1 4276,-13 0 0,-20 3 0,-10 1 0</inkml:trace>
  <inkml:trace contextRef="#ctx0" brushRef="#br0" timeOffset="1632">11965 509 14405,'-61'-18'698,"1"-1"0,3 2 1,4 6-251,-6 13-1868,28 2 1,-1 1 1565,-1 2 0,0 2-32,-1 3 1,0 2 515,0 2 0,0 1-569,0 3 1,1 3 249,0 1 0,1 4-278,3 2 1,0 5-1,2-1-326,-4 7 0,1 2 304,5-4 1,-1 2-1,3-1-3,1 6 1,3-1-4,1 1 1,1 1 406,5-4 0,2 3 0,1 0-429,2 0 0,1 1 0,2 0 2,0-1 0,1 1 0,2-2-678,3 18 1,5-4 658,3-19 1,2-4-4,3 0 1,2-2 8,4-2 0,2-3-3,4-1 1,2-4-86,4-1 1,2-4 101,4-2 0,2-3 8,4-3 1,1-2 5,2-4 0,2-1 8,-1-1 1,5-4 35,-10-6 1,6-3 0,-1-1 0,-3 0-215,14-4 1,-1-3 213,0-2 1,3-3 0,-7-1 36,-12-1 0,-6-2 6,1-1 0,-3-2 6,-2-1 0,-1-1-12,-3-1 0,-1-2-6,-4 0 1,-1-3 50,3-18 0,-3-2-76,-8 12 1,-1 0-23,-3 5 0,0-1 0,-3 1 5,-2-5 1,-2 2-12,-1-2 1,-1 1 123,-3 1 1,-2-1-74,-7-12 0,-5 1-26,2 16 1,-3 2-180,-8-10 1,-4 6 167,2 17 1,-1 4-23,-3 3 0,-2 2-11,-19-1 0,-2 4-20,12 5 0,0 2 81,-13-2 0,-1 4-229,3 7 0,2 3 373,14-1 1,0 1-461,-8 2 0,2 5-1118,11 3 1,4 2 1369,-12 17 0,9-6 0,18-11 0</inkml:trace>
  <inkml:trace contextRef="#ctx0" brushRef="#br0" timeOffset="2314">14877 951 32767,'2'-43'-890,"0"0"1,1 3-1,0 7-114,5 14 1571,2 1 308,3 3 117,2 1 31,3 3-807,1 2-216,2 3 0,0 3 0,0 4 0,1 4 0,-2 5 0,0 5-506,-1 5-2089,-2 2 23,-3 4 87,-2 2 718,-2 16 436,-6-9 3450,-4 11-2407,-6-13 411,-6-3 391,-6 0 308,-4-3 298,-3-1 84,-4-4-78,0-3 37,-2-4-85,1-2-236,1-5-604,2-2-204,3-3-47,1-3-581,3-3-191,3-3-27,0-11-428,7 2-60,2-6 493,8 4 194,5 0 469,3-1 112,5 0 150,3 1-164,1 2 200,2 3 132,2 1-53,1 4-192,2 2-128,3 2-111,15 7-104,-7 2 210,11 7-33,-12 2-2998,-2 4 2916,-1 2-1090,-6 2 1088,-5 1-52,-7 2 47,-7-1 55,-8 3 0,-9-2 38,-11 2-9,-11 0 0,-9 0-1886,-7 0 1927,-7-2-9,-3-2 17,28-14 1,0 0-15,0 0 0,1-1 24,-32 6-293,3-3-130,3-3-239,4-4-376,6-2-1167,6-3 2276,4-5 0,22 5 0,6-1 0</inkml:trace>
  <inkml:trace contextRef="#ctx0" brushRef="#br0" timeOffset="2717">14926 331 11222,'0'-5'4078,"0"1"-1451,0 4-1966,-62-19-5694,26 22 5324,-9-7 1,-1 3 228,-7 27-225,24-10 0,-1 1-124,-1 4 0,-1 1-51,-2 3 1,-1 2-43,0 2 1,0 3-21,-1 3 1,0 1-20,1 3 1,0 2-21,1 2 1,1 2 2,1 1 1,0 2-9,2 1 0,1 1-6,2 1 0,0 1-72,3-1 1,1 1 68,2-1 1,2 0-6,2-1 0,2-1 0,3-1 0,3-1-14,2-3 0,3 0 0,3-1 0,2-2-3,3-3 0,4 0-3,2-3 1,4-1 2,4-3 1,3-1-7,3-1 1,3-3 14,3-2 1,4-2-755,2-1 1,3-4 832,4-1 1,1-3 25,3-2 0,2-2 501,3-2 1,2-2-458,1-2 0,0-1 47,4-3 1,-1-2-1,1-2 1,-1-2 10,1-4 0,0-2 15,-1-3 0,-1-2-222,-1-3 0,-1-2 150,-2-2 1,-1-2 2,-3-2 1,-1-2-18,-4-2 1,-1-2-19,-4 0 1,-1-3-30,-4-1 0,-2-2-46,-4 1 0,-1-4-80,-8 2 0,-1-4 1,-3 1-84,2-7 1,-3-1 29,-4 7 0,-1-2 0,-3 2-75,-2-4 0,-4 2-239,-4 0 0,-2 1 218,-1 1 0,-4 2 22,-3 2 1,-4 1 17,-3 3 1,-2 3 102,-4 2 1,-3 2-194,-2 2 1,-2 4 184,-4 1 0,-1 3 3,-2 3 0,-1 2 27,-1 2 0,-3 1 21,4 5 1,-3 2 0,0 0 47,-1 2 1,0 0-1,1 2-70,-1 0 0,1 2 0,1 0-37,-15 3 0,5 3-45,19 2 0,4 3-230,-26 14-106,8 7-219,8 10-458,7 5-1575,7 10 2700,15-21 0,2-2 0,-1 5 0,2-2 0</inkml:trace>
  <inkml:trace contextRef="#ctx0" brushRef="#br0" timeOffset="3366">17621 1369 31429,'21'-49'279,"0"0"1,-2 3 0,-2 4-341,0-10 72,-2 4 138,-4 3-111,-2 5 22,-4 5 242,-3 5-850,0 6 1094,-2 1-1276,-2 8 248,1 4-459,-1 8 1378,1 5-458,0 3-399,-2 18 84,0 2 55,-2 15-3213,-1-1 3575,-1 4-17,-1 5 160,-2 2-621,2-14 1,0 2 312,-5 17 37,4-18 1,1 0-32,-1 10-13,1-3-127,3 10-90,3-9-25,3-6 115,2-15-45,4-17 21,1-4 204,2-4 337,4-6 259,4-6-91,3-6-1243,4-4 1271,2-5-760,16-17 817,-11 10-250,9-11-576,-16 17-131,-4 4-213,-4 4 70,-4 6 12,-4 3 11,-4 6 2240,-2 3-2304,-9 11 2213,0 1-1970,-8 19 1865,5 4-1599,0 14-1,6-8 71,7 0-392,16 16 65,-5-20-119,2-1 0,2-1-3745,2-4 2865,7 8-3371,-10-17-371,-2-1 4883,1-5 0,-10-5 1,0-3-1</inkml:trace>
  <inkml:trace contextRef="#ctx0" brushRef="#br0" timeOffset="3791">18162 663 14531,'-23'-49'662,"1"-1"0,-1 5 0,1 7-83,-12 6-29,-7 9-49,-6 7-37,-6 8-30,-7 5-578,13 10 0,-4 4 300,-6 6 1,-2 6-746,7 0 0,-1 4 0,1 1 617,9-3 1,1 2 0,1 1-10,0 2 0,0 3 0,4-1-155,-5 7 1,4 2 150,-1 2 1,2 1-578,1 2 0,1 1 567,3 0 1,1 3-6,6-5 0,0 4 0,3-2-336,-1 7 0,1 0 330,6-8 1,0 1-1,4-2 354,4 2 0,4-3-373,1 0 0,6 1-37,10 13 0,9 0 25,1-20 0,3-2 1,3-1 52,-1 1 1,2-2 0,4-2-23,3-4 0,4-2 0,3-5-5,8-2 0,4-5 1,-1-1 14,-10-3 0,-1-1 0,2-1 3,12 2 0,5-1 0,-1-2 5,-14-4 0,0-2 0,0 0 0,1-2 16,0-2 1,1-2 0,0 0 0,-1 0 64,0 0 0,0 1 1,-1-2-1,-1-1-53,10-5 1,-2-2 0,-5-2 27,-1-4 0,-5-3-6,-2 0 1,-3-5-270,-9-1 0,-1-4 0,-3 0 247,2-7 0,-3-2-15,-5 6 0,-1-2 0,-3-2-109,-6-4 0,-3-2 0,-2 2 97,1-9 1,-1 0 221,-3 8 1,0-3 0,-4 1-214,-4 1 1,-3 1 0,-1 2-33,-3-7 1,-3 2 17,1 8 1,-1-1-1,-5 3 23,-17-9 0,-5 7-42,8 10 0,-1 3 0,-13-5 1,-4 4-9,-5 9 0,-4 6 256,19 6 0,-1 2 1,-2 1-330,-9 0 1,-2 3-1,3 1-23,-9 2 1,3 4-63,7 1 1,4 5-614,11 5 0,5 2-1506,-13 14 2296,19-6 0,5 0 0,8-4 0,3 1 0</inkml:trace>
  <inkml:trace contextRef="#ctx0" brushRef="#br0" timeOffset="6035">25903 1113 29875,'3'-4'2728,"0"1"-4136,-3 3 2118,35-62-1607,-25 42 536,9-15 1,-2 2 610,-15 26-1003,-1 0-990,0 3 531,-1 1 2574,0 2-3014,-2 1 3433,-2 0-1770,-5 4 687,-4 2-190,-7 6-3373,-5 3 3430,-7 4 169,-6 2-316,-4 4-329,9-5 0,-2 2-211,-3 3 0,0 2-744,-1 0 0,1 1 493,2 0 0,3-1-318,-10 16-290,6-1 240,5 2-43,6-2 5,8 1 361,6-2 209,11 15 317,21 0-154,-1-21 1,5-1 89,0-7 0,2-2 82,4-2 1,3-3 71,7-1 1,0-2 35,-8-4 1,1-2 28,9 3 1,1-2 39,-4-6 0,-1-3 342,16-2 1919,7-7-1799,-33-8 203,-8-5-551,-10-16-1684,-11 5 880,-10-12-206,-10 10-423,-8 0 525,-8 0-24,-5 1 46,-6 2 252,-2 3 324,12 12 1,-1 3 358,-21-5-158,21 8 1,1 3 214,-13 2-259,19 7 0,1 1 271,-11 5-1387,-8 10 1274,26 1-410,0 16-357,12-5-131,1 12-540,19 5-1373,21 3 410,7 1-102,1-23 0,4-2-2835,-3-9 1,0-2 4702,-2 0 1,-1-2 0,14 2 0,-36-13-1</inkml:trace>
  <inkml:trace contextRef="#ctx0" brushRef="#br0" timeOffset="6399">26447 822 20744,'-47'-30'222,"-1"-1"1,1 0 0,4 7 0,-1 1-1,-1 1 1,5 3-334,-9 1 1,0 3 242,6 3 0,-2 1 1,2 2 49,-5 3 1,2 2-535,-1 1 1,0 1 312,0 4 0,0 2 40,0 1 0,1 3-187,0 4 1,1 2 66,1 2 1,1 3-72,-1 3 0,2 2-54,1 2 0,0 5 97,4-1 1,-1 5 0,2-1-126,-4 6 0,1 2 132,1 6 1,-1 4 0,6-2-104,6-5 1,5 1 95,4-7 1,1 2 0,3-2 135,5 2 1,4 0-14,5 18 1,5 0-18,2-14 0,3 0-226,6 13 1,5-1 174,1-16 1,4-4 126,4 1 0,2-1 15,5 0 1,2-2 13,4-1 0,3-2-44,4 0 0,3-2 16,-16-11 0,1 0 0,1-2 13,2 1 0,1-2 0,0 0-10,1-1 1,2 0 0,0-2 15,0 0 1,1-1-1,0 0-189,1-2 1,-1-1 0,1 0 170,-1-2 1,1-1 0,-2-1-34,0 0 0,-1-2 0,0-1 40,18-3 0,-1-2-1,-4-3 1,-2-3 10,-6-3 0,-1-3 51,-5-3 1,-3-3-18,-4-1 1,-4-3-24,-3-3 0,-2-2-38,-5-3 1,-2-2 260,-3-1 1,-2-5-302,-5 0 1,-2-4-1,-2-1-22,-2-4 0,-2-1 0,-1-1 29,-1 0 1,0 0 0,-4 0-82,-1 1 1,-3 1-1,-3 3-34,-5-4 0,-3 4 13,-3-1 1,-2 3 0,-3 1 0,-3 1-44,-2 7 1,-4 0 0,0 3-82,-7-4 0,-2 2-16,5 7 1,-2-1 0,0 5-563,-5 2 0,0 5 810,-9-2 0,2 3 0,-3 0 0,1 2 0</inkml:trace>
  <inkml:trace contextRef="#ctx0" brushRef="#br1" timeOffset="22508">1243 2482 17204,'0'-4'2196,"0"0"-4019,0 4 1946,-62-45-45,38 34 253,-13-13 1,1 4-287,17 24 962,0 2-967,-1 4-12,1 2-12,1 3 3036,2 3-3035,1 4 1050,4 1-1067,1 3 6,3 2-18,2 13 24,3 1-12,3 1 0,3-6 0,7-5-3398,-1-10 3415,5 6 0,6-10 11,6-4-23,1-2-5,3-6 0,4-3 0,-9 0 0,7-2-5,-12 2 21,-9 0 3399,-4 4-3398,-13-1-12,-7 4 6,-8 1-5,-7 1 5,-6 3-11,-4-1 0,-1 0-3392,-2 0 3403,1-2-2279,2-2 2268,4-2 0,-6-2-28,8-3-162,2-3-74,13-4-184,9-3-319,6-1-605,0 0 1007,3 0 365,3 0 0,-3 4 0,3 0 0</inkml:trace>
  <inkml:trace contextRef="#ctx0" brushRef="#br1" timeOffset="22756">1646 2438 18263,'1'-9'3758,"1"2"-2872,-2 7-136,3-61-134,-4 38-373,2-13 1,-2 3 115,-5 19-113,-1 5-94,0 4 10,-2 5-128,2 6-1,-1 7-10,3 7-3410,-1 9 3393,-1 6-6,2 8-328,1 4 317,1 5-1,1 4-38,1 2-28,2 2-1335,1 3 1306,-1-31 0,1 0-70,0 1 1,0-1-867,3 30 366,0-2-225,-1-5-241,0-5-498,-2-5-833,-1-5-2318,-1-7-2116,-2-7 6917,1-8 0,-1-9 0,1-4 0</inkml:trace>
  <inkml:trace contextRef="#ctx0" brushRef="#br1" timeOffset="23707">1576 2955 11795,'0'-8'7495,"0"2"-6308,0 6 2190,0 0-3344,-36-53-822,29 42 778,-24-40 193,40 57-201,5 0 28,4 2-4,5-1 119,20 0 203,-8-2-310,16-2 416,-14-3 10,1-1 15,-3-2 30,22-15 131,-24 4-111,13-11-141,-28-1-106,-8 7-82,-2-8-113,-7 10-104,-3 0 35,-5-3-287,0 7 869,-3-2-908,-2 7 156,0 3 100,-4 2 97,1 10 346,1 0-103,2 8 44,4-1 14,0 3 32,2 1-202,2 2-162,1-1-118,2 1-333,3-3 149,2 0 10,3-4-43,4-1 39,2-4 124,2-1 90,2-4 128,1-2 50,0-2 105,0-3 89,0-4 154,-1-4 83,6-11-166,-7 4 133,3-10-123,-10 8-102,-3-1-122,-3 2-99,-2 0-287,-3 2-86,-2 1-79,-5 3-197,-1 1 31,-4 3 106,-2 2 73,-2 4 69,0 1 228,-2 4-15,0 3 136,-11 10 7,7 0-1,-5 9-24,12-3-12,2 2-3430,3 2 3402,4 3 49,2 0-219,4 2 203,2-1-7,5 1-16,4-2-56,5 1-33,4-2-57,5-1-89,4 0-118,7-2-163,4-1-192,-6-8 0,2-2-194,18 5-63,-17-7 1,0-3-38,14-2-34,-2-4-252,-2-5 762,-4-5 274,-4-4 263,-5-4 252,-6-2 174,-7-2 3500,-2-12-3058,-9 6 23,-2-9-11,-4 10 610,-6-12-846,1 12-101,-5-8-95,3 15-66,-1 4-85,0 3 176,0 4-299,0 3 1307,0 3-1419,1 1 824,0 3-819,-1 11-33,1 2 0,-1 11-6,4-1 0,0 3 0,2 2 6,0 1-17,0 3-1238,1 3 1266,0 4-34,1 5-389,-1-11 0,-1 3 375,1 1 1,-1 1 16,0-1 1,0-2-4,0 26 0,-2-32 12,-2-8 0,-3-7-1,-2-7 12,-1-5-17,-2-4 6,-1-6-12,0-5 0,2-7 1142,1-4-1131,1-5 12,2-5 0,2-5-17,3 5 0,1-1-567,1-23 564,2 18 0,1-1 3,5-17 11,4 0-5,2 3-6,2 3 17,2 5-6,-1 5-5,8-5-960,-5 13 954,7-3-687,-6 15 671,1 1-360,4 3 365,1 2 0,2 2 22,0 2-11,1 4 1123,-2 3-1118,-2 2-5,-2 4 956,1 9-961,-10 2 10,0 10-10,-11-3 10,-7 4 7,-6 3-80,-7 3 79,-8 1-22,-5 0-12,-4 1 1,-5-2-23,-2-2-39,-2-2-62,0-4 370,2-2-666,4-4-1485,-4-1-425,17-8-7064,0-1 9416,16-7 0,4 0 0,2 0 0</inkml:trace>
  <inkml:trace contextRef="#ctx0" brushRef="#br1" timeOffset="23931">3024 2818 22032,'-7'1'2101,"2"-1"-1552,5 0 465,0 0-1260,11-33-175,7 20-285,11-25-509,6 29-1182,0 1-7434,-2 2 9482,-5 0 1,-14 3-1,-5 1 1</inkml:trace>
  <inkml:trace contextRef="#ctx0" brushRef="#br1" timeOffset="24510">3923 2384 25808,'-42'-9'65,"-1"1"1,4 0-1,6 4-37,16 7 17,-2 1-12,0-2-10,-2 1 10,0-2-21,-1 1 10,1-1 12,0 0 33,-6-1-17,8 0 1,-3 0 21,11 0-4,4 0 72,2 0-107,3 0 40,1 0-73,2 3 17,1 0-12,3 5 1,1 0 5,1 1 0,3 11-11,-1-4 12,1 8-40,-4-6 33,-1 2 6,-2-1-3391,-1 2 3402,-1 0-31,-3 0 26,-1 0 11,-5-2-5,-3 1 5,-2-2 0,-2 1 0,-1-3 22,-1 0-22,0-2 22,1-4 46,-3 1-7,5-5 12,-2-1 33,7-5-22,1-2 3369,3-2-3414,0-2-17,1-2 12,2-2 15,1 0-49,1-2-3398,3-1 3410,2 0-1299,6 0 1276,3-1-316,3 2 288,1 0-130,4 1 141,2 1 6,1 1-12,1 1 737,2 2-737,0 1 263,15 2-251,-9 1-1,11 3-10,-14 2 27,-1 4-33,-3 3 0,-1 3-1910,-3 3 1921,-4 1 1542,-4 3-1565,-5 1-5,-4 2-39,-4 2 6,-5 1 5,-5 1-23,-6 0-33,-7-2-158,-20 6-16,8-9-89,-16 2-185,13-12-219,0-3-2226,-12-5-922,14-5-5269,-6-3 9196,21-2 0,9 1 0,6 3 0</inkml:trace>
  <inkml:trace contextRef="#ctx0" brushRef="#br1" timeOffset="24693">3786 2356 23113,'42'-11'93,"0"0"0,0 0 0,2 1 0,1 0 0,-7 4-925,6 4 765,14 2-113,-18 1-206,-3 2-437,-3 4-936,-4 0-3007,-5 1 4766,-4 3 0,-10-6 0,-3 0 0</inkml:trace>
  <inkml:trace contextRef="#ctx0" brushRef="#br1" timeOffset="25017">794 3905 18162,'-53'10'541,"0"-1"1,7-1 0,8-2-10,16-4 1149,12-2-1340,6-1 405,10-3-477,7-1 0,14-4-51,16-2-1483,6 0 1,7-1 1289,-10 2 0,6 0 10,-2 0 1,9 0 0,4-2 0,-1 1 0,-6 2-608,5-2 0,-6 2 1,6-2 588,-5 2 1,5-1 0,1 0 0,0 0 0,-7 2 14,9-2 0,-6 2 0,1 0-7,-13 1 0,0 1 0,1-1 0,4 1 8,2-1 1,4 0 0,2 0 0,1 0-1,0 0-277,-8 1 1,0-1 0,2 1-1,-1 0 1,1 0 0,-1 0 248,0 0 1,-1 0-1,1 0 1,0 1 0,0-1-1,2 0-144,-2 0 0,3 0 1,1 0-1,-1 0 0,0 1 1,-4-1-1,-3 2 143,8-2 0,-4 1 1,-2 0-1,3 0-10,-1 0 1,2 0 0,1 0 0,-2 0 0,-3 1 6,9-2 1,-4 2 0,0 0-4,-2 0 0,0 0 1,-1 1-11,-3 0 1,-1 0 0,-1 0-32,-2 1 0,-1 1 0,-1-1-119,16 0 0,-1 1-239,-6 0 0,-2 1-658,-7 1 1,-2 0 1058,-1 1 0,-5-1 0,2 2 0,-8 0 0</inkml:trace>
  <inkml:trace contextRef="#ctx0" brushRef="#br1" timeOffset="27058">6604 2971 18402,'0'-62'1079,"-1"1"0,-2 6 1,-1 9-879,-2 15-66,-4 15 1710,6 14-1811,0 5 674,0 5-686,-2 5-16,0 7-12,-2 6 381,0 5-364,-1 4 94,0 4-122,1 3-39,1 0-134,3-9 0,1-1-276,0 18 43,1-17 1,1-1-1096,3 10-1283,3-3-6390,3-6 9191,1-7 0,-4-13 0,-2-6 0</inkml:trace>
  <inkml:trace contextRef="#ctx0" brushRef="#br1" timeOffset="27408">6895 2305 21554,'-33'47'22,"1"0"1,2-5 0,12-7 1054,26-14-1049,5-3-12,3-2 405,2-4-259,10-3-61,-6-5 196,12-6-112,-16-5 33,1-6-5,-9-2 197,-3-3-214,-3-2 0,-2 0 571,-2-2-526,-7-11-157,-2 9 0,-5-8 0,-1 13-23,1 3-5,-2 3-17,-1 3-22,0 4-6,1 3-39,-1 2 17,1 5 0,1 3-17,3 4-39,1 5-84,4 2-157,3 3-287,2 2-480,4 3-924,6 1-3709,6 4 5708,10 4 0,-10-17 0,0 1 0</inkml:trace>
  <inkml:trace contextRef="#ctx0" brushRef="#br1" timeOffset="27624">7272 2749 25690,'3'-41'7,"0"1"1,0 2 0,6 9-25,22 17-67,6 1-1382,4 3 1197,3 2-2113,-12 4 0,0 1 999,15 1-1087,11 5 2201,-21 5 0,-18-4 1,-3 2-1</inkml:trace>
  <inkml:trace contextRef="#ctx0" brushRef="#br1" timeOffset="27767">7300 3037 18257,'-3'0'4123,"1"0"-2191,2 0-2038,53-62-4159,-20 37 3923,5-12 1,2 0-982,6 17-1428,2-1 2751,7 0 0,-26 10 0,0 1 0</inkml:trace>
  <inkml:trace contextRef="#ctx0" brushRef="#br1" timeOffset="28139">8162 2457 18719,'-36'8'36,"1"1"1,-25 11 1290,51 10-1327,2 0 1351,3 0-1368,3-3 22,5-1-5,4-3 12,7-3-24,3-3-864,5-3 881,2-4 1745,4-3-1722,0-5-17,2-3 935,-1-5-924,0-4-5,-1-5 5,-1-2 6,-2-3 0,-2-2 189,-3 0-161,-2-1 6,-4 0 22,-1 0 5,-4 1 3325,-1 1-3297,-1 2-5,-2 3-5,0 3 266,-4 3-261,0 2-33,-1 4 5,-1 2-56,0 2-17,0 3 0,-1 4-5,-1 5-1,0 4 1,-3 5-17,0 3 16,0 4-10,0 3-1,1 3 1,1 5-1239,0 4 1003,3 5-330,0 5-639,3 3-1215,4 1 2425,-1-24 0,1-2 0,0 2 0,1-2 0</inkml:trace>
  <inkml:trace contextRef="#ctx0" brushRef="#br1" timeOffset="28392">9112 2612 22907,'0'-3'2940,"0"1"-2128,0 2-1265,1-33-528,1 28-923,2-22-5137,1 39 7041,3 4 0,-5-7 0,1 0 0</inkml:trace>
  <inkml:trace contextRef="#ctx0" brushRef="#br1" timeOffset="28559">9260 3002 23958,'-14'46'74,"0"-1"1,0-2 0,4-5-36,4-3-22,0 4-28,-1 2-123,-2 3-393,-3 4-952,-4 2 665,-5 8 0,9-28 0,-1 0 1</inkml:trace>
  <inkml:trace contextRef="#ctx0" brushRef="#br1" timeOffset="29158">10671 2834 20473,'18'-40'665,"1"-1"0,-1 1 0,7-14 0,-4 6 7,-1 4 739,-7 10-957,-5 8-113,-4 6 226,-3 5-377,-2 5 170,-3 3-315,0 3 449,-3 3-471,-3 13-1,1 2-5,-4 13 0,1 1-1103,-1 6 1097,0 6-1516,3-7 0,1 2 1511,-4 21-3,4-18 0,2 0-251,-1 16 251,5-17 0,0 0-9,1 16 6,5-14 0,2-1-6,5-1 6,7 1 6,-1-21 22,10-7 705,-5-9-688,18-15 3234,-14-4-3223,19-24-6,-7-4-962,0-1 929,-4-1-580,-2 1 568,-8 14 12,5-8 17,-7 14-12,-8 11-11,0 1-5,-10 12 5,-2 5 23,-1 13-6,-6 15-1914,0 4 1892,-7 8-406,-2 7 400,2-10 0,-2 15-22,6-12-79,1 2-232,4-9 0,2-1-507,-2 20 44,3-20 0,2 0-2217,4 8-6818,3-6 9342,1-10 1,-3-11 0,-2-8-1</inkml:trace>
  <inkml:trace contextRef="#ctx0" brushRef="#br1" timeOffset="29427">11824 2724 27079,'-36'5'163,"0"9"-124,4 24-2980,-4 5 2963,-3 0 0,-2 2 6,0-2-11,3-3 17,5-2 742,2 6-765,14-4 0,12 5 1,14-16-12,14-8-23,22-8-45,-4-5-89,21-1-350,-22-5 1,0-1-136,-7 0 1,-1-1-1228,13 1 0,0-1-7894,12 0 9763,-8 0 0,-23 0 0,-12 0 0</inkml:trace>
  <inkml:trace contextRef="#ctx0" brushRef="#br1" timeOffset="30260">12495 2704 24470,'27'-41'121,"1"1"1,-3 3-1,-1 9-65,1 21-4141,1 3 4107,1 3 23,-1 7 1090,-1 3-1107,-2 9-1077,-1 6 1083,-3 7-245,-4 5 239,-2 7-6,-6 5 1,-3 6-12,-5 3 0,-3 4-5,-3 2-18,3-32 1,-1 2-76,0 11 1,0 1-26,2-12 0,1-1-62,0 9 1,2-2-432,4 8-269,5-4-162,3-5-471,1-3-526,-1-3-7029,-1-8 8653,-4-4 1,-3-10 0,-2-5-1</inkml:trace>
  <inkml:trace contextRef="#ctx0" brushRef="#br1" timeOffset="30440">12570 3130 21405,'-1'-7'2554,"0"1"-1943,1 6-152,0 0-4391,10-61 4151,-1 37-152,-1-12 0,3 1 811,6 17-845,2 3-16,4 0-34,4 2-67,4 1-212,5 1-467,4 2-1085,6 1-2572,1 3 4313,8 2 1,-26 1 0,-1 2 0</inkml:trace>
  <inkml:trace contextRef="#ctx0" brushRef="#br1" timeOffset="30697">13576 2886 20809,'2'-42'-2901,"1"12"-800,4 44 3701,3 5 0,-5-10 0,1 2 0</inkml:trace>
  <inkml:trace contextRef="#ctx0" brushRef="#br1" timeOffset="30864">13738 3273 22096,'-13'54'20,"0"0"1,1-4 0,-1-6-2484,-7-5 1561,-5 4-1635,-10 7 2433,11-18 0,0-2 1,-2 4-1,-3 0 0</inkml:trace>
  <inkml:trace contextRef="#ctx0" brushRef="#br1" timeOffset="33039">15194 2925 22273,'-26'-39'209,"-1"0"0,3 2 1,2 12-81,4 23 1197,0 1-1253,1 2-39,1 2 445,2 2-451,2 3 217,3 1-262,4 1 773,2 2-756,2 3 5,4 1 12,11 12-11,2-5 10,9 8 1,-4-8-11,2 0-1,-1 2 1,-1-1-300,-3 0 300,-2-1 5,-5 0 0,-4-2-5,-4 0 16,-8-2 6,-5 0 0,-10-2-6,-6 0 6,-5-3-16,-6 1-495,-2-3 500,-3-1 0,2-2-12,1-1 6,3-2 1,3-2-24,4-2 7,5-1-29,5-2-67,6-1-655,3-8-2341,11-8 3097,8-5 0,-2 6 0,3 6 0</inkml:trace>
  <inkml:trace contextRef="#ctx0" brushRef="#br1" timeOffset="33627">15690 2945 21244,'-4'-3'2935,"1"0"-493,3 3-2419,-52 7 16,35 16-6,-38 2-16,48 12-433,1-10 432,1 0 7,-1 1-12,0-3 162,0-1-156,0-3-23,1-2 17,1-4 12,0-4 143,2-3-20,0-4 145,2-3-190,1-6-56,1-2 16,3-8 374,1-1-379,2-5 5,1-2-10,1-4 5,1-2 5,0-1-27,1-2-1,0 2 1,0 1 56,14-12-68,-9 17-5,10-7-17,-13 22 11,0 3-11,-1 2 0,3 2 11,-2 2-11,3 4 11,1 3-11,1 5-11,2 4-410,1 3 409,0 3 12,0 4-11,-2 4 11,-2 2-11,-3 1 11,-5 2-11,-5 0 5,-3 0 6,-6-1 0,-4-3 28,-5-3-28,-2-5 6,0-4 11,2-7-6,2-4 11,3-5 6,2-3-5,1-5-18,2-3 12,1-5 0,2-4-6,0-4 6,4-3 0,1-1-6,4-2 0,3 0-5,0 0-513,4 2 518,0 2-11,2 2 6,-1 2 405,1 4-417,0 2 6,0 3-6,0 4-5,0 2 6,0 2-1,0 2-5,1 3 5,-1 4-16,1 4-1,1 3-21,-2 4-46,0 2-95,-2 2-151,-3 1-140,-1 0-403,-3 0-449,1-1-509,-1 0-246,3-2-1793,0-2-4935,2-2 8007,-2-4 0,-5-6 1,-2-3-1</inkml:trace>
  <inkml:trace contextRef="#ctx0" brushRef="#br1" timeOffset="34449">16634 3151 14572,'3'-7'6643,"0"1"-5528,-3 6-219,0 0-168,30-66-803,-19 39 344,7-12 0,-1 0 369,-10 19-218,-2 2 207,-2-2-426,-2 9-38,-4 0-57,-2 8-27,-5 2-12,-2 2-6,-2 3 7,-4 3-18,-2 5 28,-2 2-38,-1 4-18,-1 1 0,1 3 1,2 1-18,2 0 7,3 0-2875,5-1 2829,3-1-518,4-2 552,3-1-5,4-4-1,3-2 29,4-4-23,4-3 16,1-3 18,2-2 3099,1-5-3105,1-3 817,0-4-694,13-22-95,-13 10 0,8-14 28,-16 16 0,-2 1 11,-2 1-11,-1 2 17,-3 2-6,-1 3 0,-2 3-43,0 4-52,0 2 0,0 3 0,-1 0 0,-1 7 0,-1 1 0,-2 7 0,3 4 0,-1 3 0,2 4-3392,0 3 3392,1 1-594,0 3 594,2 0 0,0 1 0,5 0 0,3 1 0,4 0-267,19 10 267,-6-13 0,13 3 0,-12-20 0,-2-6 0,-1-4 0,-1-5 0,-1-6 0,-1-5 8,2-7-8,2-3 0,0-5 0,2-3 0,1-4-904,-8 6 1,-1-1 903,13-18 0,-13 14 0,-1 0-181,8-16 181,-7 14 0,-1 0 0,10-19 0,-10 20 0,-1 1 0,4-11 0,-3 5 0,-4 3 0,-5 5 0,-4 6 0,-4 7 374,-4 4-374,-3 6 2170,-11 3-2170,0 4 0,-7 5 0,6 4 0,-1 6 0,1 5 0,2 4-1972,1 7 1972,0 4 0,1 4 2103,0 6-2103,6-10 0,0 4 0,0 18 0,1 3-384,1-12 0,1 0 384,1 12 0,4-4 0,8 2 0,9-3 0,6-5 0,5-6 0,4-6 0,13-1 0,-9-15 0,8-3 0,-14-13 0,-3-10-530,-1-4 530,1-8 0,1-4 0,1-4 0,-7 3 0,1-2-1694,11-16 1694,-12 12 0,-1-2-30,8-19 30,-2-4-486,-14 24 1,-1 0 485,1-2 0,0-1 0,0 0 0,-1-2 511,1 1 1,0-1-512,-1 0 0,0 0 0,0 2 0,-2 0 223,1 2 1,-2 0-224,8-23 0,-3-8 226,-6 21-226,-3-3 2172,-5 24-2172,-1 5 545,-1 5-545,0 4 2376,-2 2-2376,0 2 762,-1 3-762,-3 5 0,-8 16 0,0 3 0,-7 16 0,2-1-668,-1 8 668,-1 5 0,-1 4 0,9-14 0,1 0-1586,4-9 1,0 0 1585,-1 9 0,1 1 0,4 14-1655,3-2 1655,6-4-257,4-4-301,1-18 1,3-1-283,6 12-482,8 7-867,-5-24-964,2-7 3153,3-5 0,-11-8 0,-2-1 0</inkml:trace>
  <inkml:trace contextRef="#ctx0" brushRef="#br1" timeOffset="34640">18535 3041 23041,'-2'-5'2156,"1"2"-6651,1 3 4204,64-47-1838,-10 45 781,-8-19 1,2 4 1347,-13 24 0,-5 6 0,-4-5 0,-3 0 0</inkml:trace>
  <inkml:trace contextRef="#ctx0" brushRef="#br1" timeOffset="34775">18478 3308 22783,'-5'0'2773,"1"0"-4909,4 0 0,0 0 0</inkml:trace>
  <inkml:trace contextRef="#ctx0" brushRef="#br1" timeOffset="41682">18524 3285 11288,'-11'0'6016,"3"0"-4312,8 0 487,0 0-2063,-27-9-44,21 7 370,-21-7-342,28 9 216,3 0-177,3-1 568,4 0-607,6-2-22,5 0-12,6-3-10,5 0-7,3-2-22,-5 1 1,1 0-1315,19-4 1292,-18 4 0,1 0 45,28-4-46,-19 3-4,5 0-1,-25 5-11,-8 1 11,-8 2-17,-12 1 6,-7 2 0,-10 1-5,-7 3 5,-7 1 5,-5 1-238,7-2 0,-1 1 238,-20 4 34,19-4 1,0 0-29,-15 3-6,19-3 1,0 0 5,-13 3-11,-8 1-11,27-6 11,5-1-5,7-1-1,5-1 466,3-2-471,4 0 1297,1 0-1247,5 0-5,2-1 5,6 0 6,3-2 0,4 0 5,5-4 1,4 0-7,4-2-10,4 0-12,2-2-1267,2 0 1234,0 0-12,0 1-38,-2 1-74,-2 2-162,-3 1-291,-5 1-594,-6 2-1685,-6 0 2867,-6 2 0,-5 0 0,-3 0 0</inkml:trace>
  <inkml:trace contextRef="#ctx0" brushRef="#br1" timeOffset="42158">18646 3048 17899,'-4'0'3086,"1"0"751,3 0-3804,-30-27-16,22 20-11,-22-19-23,30 26 11,4 0 12,3 0-6,7 0-6,3 0 12,6 0 0,5-1 27,5-1-16,3 0-17,3-4-3398,1 1 3393,-2 0-2,9-3 18,-15 3 6,2-1 16,-19 3 1,-7 1 0,-4 0-46,-5 1 7,-6 0-1,-6 0 6,-6 0 17,-5 1-23,-22 0 12,7 3 28,-17 0-18,16 2 1,0 1-17,3-1-11,3 1 11,4 0 0,6-1 11,4-1-22,7 0 3391,4-1-3413,5-2 51,2 0-12,2-1 5,3 0 23,3 0-12,3 0-5,2 0-3347,20-3 3335,-9 0-1355,14-3 1339,-13 1 11,3-1 6,0 0-1833,4 0 1832,-1 1 349,1 0-471,-1 2 63,-2 1-484,-3 2-3360,7 0 3898,-6 3 0,-6-2 0,-9 1 0</inkml:trace>
  <inkml:trace contextRef="#ctx0" brushRef="#br1" timeOffset="42857">19944 3050 22544,'18'-51'752,"1"0"0,-2 4 1,-4 11-460,-10 25-91,-1 4-83,-1 4-35,-1 1-56,0 11 6,0 0 16,-3 12 0,0 1-4,-5 5-7,-2 5 1,-4 4-342,-11 20 313,12-25 1,-1 0-364,0-1 1,1 0 362,-8 22-11,11-21 0,5-4 17,2-4 11,2-5 33,3-3 34,3-6 185,13-3 6,12-14-135,4-2-5,8-12-189,-5-1 200,2-3-17,1-2 5,1-2-10,-2 0 78,11-10-129,-16 12 56,12-9-2604,-27 21 2503,0 1-15,-14 11-7,-2 2-12,-2 5 1,-1 2 370,-2 6-353,0 5-7,-3 6-16,-1 3-1348,-1 6 1348,1 3-106,-3 26 50,3-9-826,3-16 1,0 1 724,0 19-145,1 5 261,1-14 0,-1 2-993,0-11 1,0 1-3883,-1 9 1,0-2 4678,-4 9 1,5-26 0,-1-11 0</inkml:trace>
  <inkml:trace contextRef="#ctx0" brushRef="#br1" timeOffset="44268">3231 4772 18187,'-17'-53'836,"0"-1"0,1 5 1,-1 7-255,-6 8-122,-4 5-96,-1 5-56,-3 4-45,-1 6 314,-1 7-403,-1 3-895,-1 8 838,1 5-16,0 8-17,3 6-17,2 3-11,3 5 23,-3 20-51,10-10-6,2 14 1,12-16 27,11 15-22,4-14-11,11 9 16,4-21-10,4-5 16,6-5 6,2-5-6,1-6 23,1-3 10,-3-6 24,-3-5-1,-4-7 6,-2-4-1,-5-6-74,4-16 102,-10 7 12,2-13-5,-11 14 5,-3 0-17,-2 2 6,-1 3-17,-1 4 11,0 4 0,0 4-22,-1 4 685,1 5-735,-2 3 512,1 1-540,0 15-12,1-2-6,0 14-3178,0-5 3161,0 5-99,2 16 100,0-7 22,4 12-648,0-10 553,3 1-95,1 1-191,3 0-190,2-1-354,3 1-2657,3-3 311,2-1 3260,5-1 0,-12-16 0,-1-2 0</inkml:trace>
  <inkml:trace contextRef="#ctx0" brushRef="#br1" timeOffset="44407">3893 4965 23546,'-47'-21'74,"0"1"1,4 0 0,10 6 693,21 14-1586,8 2 912,18 7 1,-9-4 0,11 3 0</inkml:trace>
  <inkml:trace contextRef="#ctx0" brushRef="#br1" timeOffset="53973">5512 4940 20318,'-8'-43'676,"0"0"0,2 5 0,-1 7-284,1 20 904,0 4-1128,3 2 314,1 3-471,1 5 195,2 12-183,2 2-12,3 13-5,0-1-1,3 4-450,0 4 434,-1 2-371,-2-8 1,-1 2 212,-2 2 1,-1 3-171,-1 12 1,-2 0 13,-1-9 0,-3-1-182,-1-1 1,-3-3-1130,-10 14-3064,-4-6 4700,-7 0 0,15-22 0,-1-2 0</inkml:trace>
  <inkml:trace contextRef="#ctx0" brushRef="#br1" timeOffset="54323">5597 4237 22582,'-32'42'50,"0"-1"0,1-4 1,12-3 39,30-2-12,1-10 17,9 5 34,-3-13 22,3-3 269,9-4-157,-8-5 17,6-5-5,-13-6 526,4-17-610,-9 6-35,1-13 52,-14 4-74,-9-2-100,-1 1-1,-6 5-16,3 11-310,1 3 304,-1 2-6,1 4 18,1 2-40,0 2-50,-1 6-28,6 2-51,-1 6 148,6 2-590,3 3-532,1 2-1076,4 3-6721,2-1 8917,4-3 0,-5-9 0,-2-4 0</inkml:trace>
  <inkml:trace contextRef="#ctx0" brushRef="#br1" timeOffset="54548">6151 4678 25040,'3'-40'-135,"0"-1"1,0 4 0,7 8-152,27 23-100,1 2-124,2 2-1271,13 6-140,-15 4 557,16 15 0,-36-13 0,3 7 0</inkml:trace>
  <inkml:trace contextRef="#ctx0" brushRef="#br1" timeOffset="54689">6203 4966 15317,'-4'2'6155,"1"-1"-3516,3-1-2891,52-62-2326,-17 38 2253,5-14 0,3 3-655,13 14-594,3 0-1831,2 3 3405,-26 8 0,-2 1 0,3-1 0,-2 2 0</inkml:trace>
  <inkml:trace contextRef="#ctx0" brushRef="#br1" timeOffset="55234">7300 4517 21302,'-37'-31'28,"1"0"0,1 2 0,6 9 533,10 22-550,-3 2 1120,-17 5-1120,7 0 6,-13 3 149,14-4-160,-1 0 16,4-1-5,4-2 920,5-1-903,4 0 866,6-2-872,3-1-11,4 0 22,1-1 562,1 2-590,1 0 288,1 2-282,1 1 6,2 1-12,0 2 6,0 2-1,0 0 1,-1 1 6,0 0 5,-1 3-6,-1-1 45,-1 10-39,-2-5 51,-3 13-35,-2-13 1,-2 5 6,-1-7-1,2-2 17,-2-2 0,2-1 12,0-2 22,1-3 22,2-2 22,0-2 23,3-1 101,-1-1-174,1-4-22,0 0-22,0-3 5,1-1 5,0-5-33,0 4-5,0-3 5,0 5-17,2 1 0,0 1 0,1 0-16,2 1 5,1 1 0,2-1-12,3 2 1,16-2 6,-2 2-1,16-2 6,-5 3 0,5 0-1301,2 1 1290,2 0-17,-1 1 11,-3 2-16,-4 3 10,-5 1-5,-6 4-11,-6 0-480,-6 2 479,-6 2 12,-4 1-11,-7 2-17,-5 2-22,-8 1-62,-6 2-84,-6 0-123,-3 2-163,-2-2-313,-2 0-427,2-2-6473,-9 0 7022,9-7 0,7-2 0,13-9 0</inkml:trace>
  <inkml:trace contextRef="#ctx0" brushRef="#br1" timeOffset="55442">7171 4462 20504,'3'-2'3399,"0"1"-6886,-3 1 3543,67-61-28,-38 39 600,12-13 0,0 3-651,-15 21 779,-2 2-1052,-1 4-327,-1 3-3021,-3 1-1689,-1 3-4127,-3 1 9460,-4 1 0,-5-1 0,-3-2 0</inkml:trace>
  <inkml:trace contextRef="#ctx0" brushRef="#br1" timeOffset="55706">8023 4563 24144,'-2'-8'2123,"1"2"-1781,1 6-68,0 0-111,-6-66-3083,5 44 2950,-2-16 1,0 3 674,3 23-749,0 5-63,0 2-128,0 6-146,1 3-1708,5 12-2117,0 0-5395,4 8 9344,-2-8 1,-4-7-1,-2-4 1</inkml:trace>
  <inkml:trace contextRef="#ctx0" brushRef="#br1" timeOffset="55874">8132 4906 20705,'0'6'1837,"0"-1"-39,0-5-1759,-16 70-16,7-38-29,-5 22 1,-3 1-46,0-11-50,3-14 1,0 1-488,-14 17-1160,-6 4 1748,13-20 0,0-3 0,-2 4 0,0-1 0</inkml:trace>
  <inkml:trace contextRef="#ctx0" brushRef="#br1" timeOffset="56469">9593 4423 20403,'2'-6'3024,"-1"2"-6124,-1 4 3318,-8-61 1089,1 42-1265,2-15 0,-1 4 922,-3 25-942,4 2-16,-1 2-12,-1 1 3233,-8 5-3227,-8 6-6,-3 2 533,-19 10-527,15-8-3000,-13 4 3011,14-8 1,0-1 16,3-3-17,3-2 22,2-2 1,4-2 56,0-1-34,7 0 3011,2 0-3011,6-2 90,1 2-141,0 3-5,1 0 0,1 4 6,0 3-6,1 2 0,1 5 11,-1 4-11,-1 4 6,0 3 10,-1 2-16,-2 1 23,-2 14-23,0-11 5,-3 20-483,5-24 495,0 6-6,2-13-11,1-3-5,2-2-6,2-1-17,3-3-12,3-2-55,4-4-90,4-2-1624,42-7 213,-16-3-736,-6-1 0,1-1 2332,19-7 0,-27 5 0,-1 0 0</inkml:trace>
  <inkml:trace contextRef="#ctx0" brushRef="#br1" timeOffset="56781">10345 4430 26542,'-44'0'44,"-1"0"1,4 0 0,4 4 28,-6 25-6,-4 3-1934,1 0 1884,6-3-11,18-11 521,4-1-499,3-1 356,5-1-362,4 3 43,12 1-65,3 0 11,12-2-11,3-6 0,5-2 1077,6 1-1089,5-2 1,3 0-622,4-2 560,3 1-78,0-3-1003,2 1 605,-1-2-599,-1 1 1148,-13-3 0,-2 1 0,-2 0 0,11-1 0</inkml:trace>
  <inkml:trace contextRef="#ctx0" brushRef="#br1" timeOffset="57718">9527 4351 11872,'3'-3'5416,"-1"0"2129,-2 3-7315,36-39-494,-27 30 456,27-29 132,-36 38-67,0 0-105,-6 1-90,0 1-18,-6 1-4,-2 2-1,-3 0 0,-4 2-17,-4-1 1,-2 2-1,-2-2 1,1 0-1,0 0-205,1-1 217,3-2-23,2 0 6,4-2 11,2 1 5,-2-2-16,6 0-6,-1 0 6,7 0 0,-1 0 429,4 0-446,0 0 17,2 0-23,1 1 12,-1 0-6,0 2-11,0 0 16,-1 2 1,0 1-6,-2 2 0,0 2 0,0 1 11,-2 3-11,1 1 11,-1 3 0,0 2-11,-1 1 12,0 3-1,0 0 0,-1 1 6,-1-1 5,1 1 6,-1-1 0,0 2 0,0-2-3403,0 1 3386,-1-2-113,2-1 125,-1-2 5,2-2 5,1-3-16,2-2 39,0-2-11,2-4 3336,1-2-3286,1-4 701,0-1-695,3-2-23,1 0-22,2-4-11,2 0 6,0-2-23,3-1 16,0 0-21,2-1-1,1 0 12,1 0 11,9-3-34,-4 3 0,7-2-17,-6 5 12,1 2-12,2-1 6,0 4 0,0 0 6,2 1-6,0 3-11,1 2-3381,0 4 3386,-1 2-23,-1 3 12,-2 0 12,-3 3-1,-4 1-5,-2 2 16,-3 1 7,-3 10-1,-4-7 6,-4 7-6,-5-11 0,-7 1 0,-3-1-11,-6 1 0,-5 0 17,-3 0-1551,-4-1 1551,-3 0-17,-1-2 1962,-2-2-1962,1-3-5,1-2-2336,-10-1 2346,13-4 7,-5-1-495,17-3 472,3-1 1277,0 0-1350,3-2-106,1 0-253,1-2-537,3-2-1552,2 0 2659,2-3 1,3 4-1,2 1 1</inkml:trace>
  <inkml:trace contextRef="#ctx0" brushRef="#br1" timeOffset="59724">11130 4382 11424,'-10'0'4672,"2"0"-3228,8 0 4337,0 0-5165,-33-25-196,25 14-280,-23-17-22,36 20-18,3 2-27,5-1 0,4 0-17,5 0-17,4 0 0,5 1 6,3 1 0,2 0-395,11 0 361,-8 0 0,-2 1 17,5 1 28,16 0-854,-17 3 809,9 4 0,-22 2 0,-5 6 12,-4 3 66,-2 17-26,-9-3 9,-1 14-4,-10-6 44,-8 21-936,-2-13 843,3-15 1,-1 0 8,-5 11-17,-1 0-5,1 1-17,1-1-23,3-1-56,2 0-2768,4-4 2600,3-1-123,2-5 341,2-1-1752,5 3 157,-1-11-1793,4 2 3428,-3-13 0,-3-5 0,0-2 0</inkml:trace>
  <inkml:trace contextRef="#ctx0" brushRef="#br1" timeOffset="59902">11242 4727 20484,'47'-39'-47,"1"-1"0,-4 3 1,-3 8-285,0 18-397,3 0-4188,-12 3 1,-1 1 4140,10-3 0,0 1 0,-30 6 0</inkml:trace>
  <inkml:trace contextRef="#ctx0" brushRef="#br1" timeOffset="60369">12436 4691 17559,'-6'-48'784,"0"0"0,1 4 1,0 7-259,1 11-94,0 5 1840,0 6-2003,1 4 680,0 4-854,1 4 348,0 2-431,1 3 1345,0 3-1340,-1 6-6,0 6 45,-2 16-50,2-6-374,0 11 368,2-11 11,2-2 11,2-1-5,4-2 34,9 4-18,-3-9 18,7 2 5,-4-12 11,3-4 22,1-1-10,5-6-12,3-3-22,5-7-978,4-4 961,5-4 17,3-3-23,2-3-5,2-2-1155,1-2 1132,-1-1 12,-2 0-6,-3 0 5,-4 3-10,-5 4-6,-5 4-29,-6 4-392,-7 6 236,-5 5-89,-6 3-191,-4 2-460,-1 5-100,-4 4 1036,-2 7 0,1-6 0,0 2 0</inkml:trace>
  <inkml:trace contextRef="#ctx0" brushRef="#br1" timeOffset="63043">14525 4586 17311,'0'-10'2974,"1"2"-2061,-1 8-23,15-72-1234,-8 43 685,3-13 1,-1 0 551,-2 20-451,-1 3 108,0 3-258,-2 5-73,0 2-91,-3 4 533,0 3-633,-1 1-6,0 7 12,-1 1 0,-1 9 22,-2 4-23,-2 7 1,-3 7-1,-2 7-830,-1 4 825,-3 4 0,-1 1 0,-1 0-39,1-2 27,2-2-3112,3 11 3130,5-18-12,5 5 29,7-24 21,4-5 40,4-6 23,3-4 10,3-5-10,4-6-1,5-7-11,3-6-39,6-6 0,2-4-23,2-5 1746,1 0-1700,-2-1-7,-2 1 7,-3 1-18,-5 1-21,-5 4 10,-4 3 6,-4 4-20,-6 5 3,-3 5-28,-4 4-22,-2 3 650,-2 2-673,0 2 1532,-1 4-1537,-1 3 17,-1 6-6,-2 5 5,-3 4-10,1 4 5,-2 3-11,1 3-6,0 2-6,1 1-61,2 3-50,2 0-90,1 1-113,5 0-912,9 18 56,3-13-4087,10 12 581,-1-20-4633,0-5 8765,-2-8 0,-11-12 0,-4-5 0</inkml:trace>
  <inkml:trace contextRef="#ctx0" brushRef="#br1" timeOffset="63375">15970 4406 21674,'-6'-8'2677,"2"3"-2094,4 5 201,0 0-487,-67-46-1012,44 34 810,-14-13 1,2 4 49,25 20 179,3 1-273,3 0-12,1 4-28,2 0 0,0 6 1,1 0 720,0 3-732,1 1 17,3 2 0,2 1-1,4 3 12,3 2-16,3 1-1,4 0 6,12 12-12,-6-8 1,10 8 5,-12-11-5,-2-1-6,-2 0 5,2 10-10,-9-9 5,-1 7 0,-8-10 5,-8 7 6,-3-8 1,-7 6-3388,-4-10 3382,-5 0-12,-3-2-27,-17 6-258,8-7 190,-11 4-95,14-7-201,2 0-450,2-2-1029,4 0-7707,6-3 9583,4-2 0,8-1 0,3-1 0</inkml:trace>
  <inkml:trace contextRef="#ctx0" brushRef="#br1" timeOffset="64691">17552 4443 20856,'11'-40'504,"-1"0"0,-1 3 0,-5 8-229,-12 19-85,-2 3 897,-9 0-992,2 4-34,-7 1 340,-7 5-378,4 1 16,-10 3 193,-7 4-198,11-3-715,-12 5 721,14-5 11,1 0-608,-2 0 618,2-2-2775,-1-1 2809,3-2 17,2-2 6,3-1 100,0-2 628,9 0-767,0 0 474,11 0-558,1 1 3391,2 0-3380,0 4 5,0 2 0,0 9 6,0-1-6,1 15-11,0-9 17,-1 8 5,0-6-10,0 0 44,-3 12-28,0-7 44,-7 19-10,-1-9-6,-5 10-22,2-13-1,2-5 34,3-8 45,1-5 168,2-2-61,3-7 178,3-5-273,2-8-46,1 0-11,3-7-28,1 0 6,2-2-17,2-1 28,19-19-45,-8 14-384,15-11 373,-14 19 0,1 3 0,0 2-6,0 2 6,1 3-6,0 2-5,1 1-3264,13 10 3258,-9-1 6,9 10-435,-15-1 424,-4 3 130,-4 2-124,-4 2-1,-7 2-2077,-3 0 2072,-8 2 2004,-17 11-2117,-17 2 23,-4-2 164,-7-4-316,22-21 1,0-1-697,-17 6 338,-13 1-314,20-12-475,3-4-1446,4-2 2857,1-7 0,15 4 0,2-4 0</inkml:trace>
  <inkml:trace contextRef="#ctx0" brushRef="#br1" timeOffset="64891">17265 4357 19671,'40'-31'-38,"0"0"0,0-1 0,-3 3 0,0 1 0,-4 7-449,23 5-801,4 0-1127,-28 9 1,0 0-5802,26-5 8216,-8 3 0,-23 4 0,-12 3 0</inkml:trace>
  <inkml:trace contextRef="#ctx0" brushRef="#br1" timeOffset="65123">18925 4386 25664,'-46'35'-49,"1"1"1,3-4-1,6-2-102,7 2-241,0 0-4847,-2 1 3772,0 1-1631,0 1 3101,-3 3 1,16-18 0,0-1-1</inkml:trace>
  <inkml:trace contextRef="#ctx0" brushRef="#br1" timeOffset="65281">18230 4687 16462,'33'-27'437,"0"-1"0,0 1 0,11-11 0,-5 9 2419,-11 20-2632,-2 4-78,1 3 1363,0 4-1453,1 4-166,1 6 143,-1 4-55,1 6-23,1 2-33,0 5-113,2 3-1101,1 4 396,1 3-1261,1 4 2157,3 7 0,-18-23 0,-1 0 0</inkml:trace>
  <inkml:trace contextRef="#ctx0" brushRef="#br1" timeOffset="66264">2625 6737 20771,'2'-48'845,"-1"-1"0,1 0 0,0-17 0,0 8-319,-1 11-1279,0 7 1173,0 5-62,-1 7-61,0 5-76,0 5-79,0 6 459,0 4-559,0 4 247,0 2-281,0 9 104,2 2-103,0 9 2,3 6 0,-1 5-11,0 6-2237,-2 6 2265,-1 5-28,-4 4-920,-2-10 0,-1 0 920,-1-7 0,0-1-506,-2 10 0,-2 0 518,-7 17-234,5-22 1,0 0 232,-6 14 6,-3 7-12,9-29 12,4-7 1788,0-5-1704,4-8 1904,1-5-1915,2-9 1708,1-5-1731,0-5 1062,1-4-1113,1-3 12,2-3-11,2-1 22,5-3-22,2 0 6,4-1-1043,2 0 1036,2 2 1,2 1-127,1 4 121,1 2-22,0 3 22,1 2-16,0 5 5,2 3-6,1 4 6,2 2-11,16 11 5,-12 1-575,9 10 581,-18 0 0,-4 3-6,-7 1 12,-7 1 916,-3 3-922,-10 1-6,-5 1 6,-11 2-11,-6-1 6,-7 1-223,-4 0 216,7-11 1,0-1-1679,-17 9 1676,17-12 0,0-1-59,-9 0-162,-11-3-12,17-7-223,-7-2 66,22-5-1422,3-5-7399,6-1 9225,3-1 0,5 3 0,1 2 0</inkml:trace>
  <inkml:trace contextRef="#ctx0" brushRef="#br1" timeOffset="66474">3536 6848 25373,'-49'-31'-5316,"11"9"-4515,40 25 9817,2 1 0,-1-1 1,-2-2-1</inkml:trace>
  <inkml:trace contextRef="#ctx0" brushRef="#br1" timeOffset="66908">5314 6935 25774,'11'-41'364,"-1"0"0,1 3 0,-4 11-201,-7 21-71,0 4-25,0 1-32,1 10-1,1 2-6,2 13 0,2 20-12,-3-4-537,1 20 510,-7-10-11,-3 4-40,-4-10 1,-3 1-4,2-9 1,-2 0-1650,-4 11 1,-4 5 1095,1-11 1,-5 4-1,1-1 1,1-4-551,-2 6 0,-1-1 636,-5 9-1,-3 3 1,4-9-3817,-6-2-1364,5-13-918,6-11 6631,6-10 0,10-8 0,4-2 0</inkml:trace>
  <inkml:trace contextRef="#ctx0" brushRef="#br1" timeOffset="67243">5553 6310 17230,'-43'25'65,"0"0"0,3-4 1,10 2 2510,23 11-2526,10-1-27,4-1-12,10-7-17,2-11 23,4-3 6,1-3-1,2-3 6,0-3 22,-1-1 1488,5-11-1459,-10 1-7,2-10 1,-12 2 0,-2-4 11,-4-1-6,-1-2 1,-2 0-18,-1-1 860,-1 0-865,-2 0 68,-3-4-74,-1 7 3392,-1-1-3369,1 11-56,2 6-28,-1 1 0,3 6-12,-1 3-27,2 2-68,-1 5-111,2 2-186,0 3-363,3 2-740,3 3 1518,17 17 0,-12-22 0,9 10 0</inkml:trace>
  <inkml:trace contextRef="#ctx0" brushRef="#br1" timeOffset="67447">5901 6840 23706,'1'-48'3,"0"1"1,0 4 0,7 7-49,28 17-61,5 1-160,-8 6 0,2 0-278,20-5-655,-8 6 1,0 0-2549,7 2 3747,-17 5 0,-3 0 0,-9 3 0,-3 1 0</inkml:trace>
  <inkml:trace contextRef="#ctx0" brushRef="#br1" timeOffset="67624">6237 6951 25808,'-41'5'298,"0"1"1,4-2 0,9-3-159,19-4-39,7-8-96,6 1-55,7-5-230,20-3-493,18-2-1512,5-2 1730,-24 11 1,2 0-4362,14-4 1,-2 1 4212,6-2 1,-14 4 0,-5 2 0,-20 7 0</inkml:trace>
  <inkml:trace contextRef="#ctx0" brushRef="#br1" timeOffset="68014">7457 6322 21063,'0'-5'3507,"0"2"-936,0 3-2521,-54-21 23,16 35-59,1-17 0,1 3-1782,-4 38 1784,12-5-22,2 4 1,1 3-17,-5 14 2,4 2 1,4 2 30,7 3-23,10-8 1,3 0 6,10 8-4,0-23 1,3-1-911,16 10 896,6-4-10,5-6-2108,3-3 2130,2-8-1695,0-5 1695,0-6-994,-2-6 1022,-5-6 5,-6-4 413,-7-6-351,-7-5 1564,-5-5-1413,-5-18-73,-4 5 1852,-6-12-1852,-4 9-11,-6 1 3245,-3 1-3278,-3 3-1286,-16-4 1208,6 11 0,-11-1-381,9 14 341,0 4 0,1 2 0,3 6 0,2 1 327,6 7-327,3 1-63,5 3-362,0 14-85,7-6-2834,1 24-6487,7-21 9356,1 6 1,-1-22 0,0-5 0</inkml:trace>
  <inkml:trace contextRef="#ctx0" brushRef="#br1" timeOffset="68248">8299 6505 24643,'-1'-4'1882,"1"0"-1300,0 4-1058,7-42-448,-3 40 924,10-11 0,-10 28 0,3 12 0</inkml:trace>
  <inkml:trace contextRef="#ctx0" brushRef="#br1" timeOffset="68439">8388 7087 25627,'-14'48'-30,"0"0"0,0-3 0,1-2-2722,-4 8 2483,-4 5 3,8-26 0,0 0 124,-2 2 1,-1 1-750,-1 0 1,-1 1-1932,-2 0 1,-2 1 2821,-4 5 0,1-2 0,-2 3 0,-1-2 0</inkml:trace>
  <inkml:trace contextRef="#ctx0" brushRef="#br1" timeOffset="69023">9523 6602 20839,'22'-46'806,"0"0"1,-3 5 0,-4 6-309,-11 15-123,-4 5 1020,-7 4-1210,-2 4-62,-8 2-50,-2 3-1,-5 4-4,-4 4-29,-3 6 0,-2 6-17,0 4-113,0 4 119,2 5-17,2 4-11,4 4 6,1 4-1202,4 3 1196,2 4 0,4 2-11,4 1 11,4 0-23,5-2-10,7-3-6,5-2 5,8-6 163,9-6-163,4-5 12,8-6-993,1-5 1010,3-6-7,-3-6 35,-3-4 5,-8-7 309,-5-4-298,-7-7 1414,-5-4-1347,-5-29-72,-5 16-416,-5-20 416,-5 26-12,-4 2-5,-3 3 28,-1 3 1121,-3 5-1166,-2 4 11,-3 4-67,-1 5 62,-3 3-6,-1 5 0,0 6 5,-2 4-16,-10 14-17,11-5-425,-7 9 313,17-10-101,4-1-190,5-2 613,6-1-1443,4-3-766,8-1-2566,6-2 4593,12-2 0,-12-7 0,2 0 0</inkml:trace>
  <inkml:trace contextRef="#ctx0" brushRef="#br1" timeOffset="69290">10414 6505 27320,'-51'3'207,"0"8"-168,12 26-3433,-4 4 3427,1 0-2006,0 3 2001,2-2-12,18-14 1,1 0 981,-7 20-998,5-2-5,16-13-1,12-15-5,2-4 1292,9-4-1320,3-2-12,6-4 3034,4-1-3084,7-3-27,4-1-3261,5-1 2969,7-2-431,5-3-2340,4 0 239,-29 3 0,1-1 2851,5-1 0,-1 1 0,2-1 1,0-1-1</inkml:trace>
  <inkml:trace contextRef="#ctx0" brushRef="#br1" timeOffset="69608">11222 6441 26659,'5'-41'224,"-1"-1"0,0 4 0,3 7-73,8 15-22,4 2-34,4 2-16,4 3-46,2 4-10,3 1-1,1 6-16,-1 5 22,10 17-6,-13 0-39,4 15 45,-13 17-16,-10-9-803,-4-13 0,-3 0 808,-3 18 0,-5 3-12,-3 0-33,-6 1-16,-2-1-66,3-17 1,-1 0-137,-6 19 38,7-21 1,1-1-526,-3 11-741,4-7-2116,1-4 3590,4-4 0,3-16 0,1-2 0</inkml:trace>
  <inkml:trace contextRef="#ctx0" brushRef="#br1" timeOffset="69764">11276 6844 22716,'-3'-6'2739,"1"1"-1792,2 5-561,7-71-336,5 44-785,-3-16 1,4 3 723,16 20-146,26-5-128,-8 9-71,-14 6 0,0 0-1464,16 1 1820,8-1 0,-27 6 0,-1 0 0</inkml:trace>
  <inkml:trace contextRef="#ctx0" brushRef="#br1" timeOffset="70597">12483 6842 13152,'-5'-50'963,"-1"-1"0,2 5 1,-1 6 484,-2 8-944,-1 7 1398,1 9-1628,0 7 1044,-2 4-1257,3 7 2644,-1 6-2682,1 6 10,1 7 2154,-3 18-2176,4-5 6,0 12-1114,3-13 1120,4-1-1,9 8 34,11-6 62,14-1-23,0-16-159,19-17 142,-17-10-11,15-9 6,-12-5-22,1-5-668,4-5 678,0-3-41,-23 17 0,2-1 16,10-10 0,0 0-28,-7 6 1,-1 0-293,9-8 1,-1 2 288,-10 9 1,-2 1-6,25-19-11,-2 4-6,-3 5-28,-3 5-56,-4 5-89,-3 6-141,-5 7-979,3 8-1603,-7 17-3816,-4 4-2484,-8 9 9298,-9-7 1,-2-10-1,-2-5 1</inkml:trace>
  <inkml:trace contextRef="#ctx0" brushRef="#br1" timeOffset="71709">14845 6251 22745,'2'-43'343,"1"-1"1,0 4 0,-1 9-153,-2 21 828,1 3-918,0 4 256,1 1-273,-1 4 129,1 4-135,-1 6 505,-1 8-477,0 7-16,-3 5-3387,-3 5 3364,-6 3-11,-2 2-632,-1 0 604,0-2-5,4-2-7,3-4 1,5-3 0,3-4 5,6-5-22,4-5 40,6-5 49,14-5-16,-3-7-23,11-8 2588,-6-8-2588,3-4 17,-10 1 0,2-2-1162,1-2 1,0-1 1133,-1 0 0,-1 0 6,-2 0 0,-1 0-32,11-19 200,-5 3-2194,-5 3 2087,-10 12 244,-10 16-317,-2 5 2192,-2 5-2174,-2 7 159,-2 7-210,-4 6 11,0 5-22,-2 5 22,-1 3 2885,0 3-2896,0 2-12,2 3-16,3 1-39,2 2-367,8-3 0,2 2-546,5 12 153,-1-13 1,4-2-2254,10-1 3080,9-2 0,-15-20 0,0-2 0</inkml:trace>
  <inkml:trace contextRef="#ctx0" brushRef="#br1" timeOffset="72027">16035 6088 22531,'-6'-7'2756,"0"1"-2190,6 6 901,0 0-1338,-49-60-805,36 45 698,-15-20 1,7 11-1,21 26 188,0 2-188,1 5-3204,1 4 3233,6 13-34,-1-3-684,3 11 667,-1-8 48,8 16-48,-1-11 0,8 10-503,-2-15 520,2-2-6,3-1-16,1-1 5,2 0-6,-1-2 1,-2 1 5,-3-1 2619,-5 0-2619,-7 0 922,-6-2-905,-22 9-29,-4-5-1172,-22 7 1184,-1-8 12,-7 2-1,-4-3-6,0 1-21,0-3-35,5-2 380,6-2-614,8-2-354,7-4-597,10-2-1940,8-4-6648,5-1 9824,4-1 0,1 0 0,0 0 0</inkml:trace>
  <inkml:trace contextRef="#ctx0" brushRef="#br1" timeOffset="78774">17434 5927 20712,'6'-37'235,"-1"0"0,4-23 1347,-9 60-1447,-3 3 524,-2 0-592,-5 5 301,-4 0-312,-2 2 11,-6 0-34,-3 2 1,-5 1 0,-3-1-1,-19 5 1,12-6 5,6-4 0,0 0 1009,-4-2-857,-15 0-79,29-5-6,1 1-33,15-1-23,4 0-27,2 0 16,2 0 34,2 4-45,1 0 0,2 4-6,1 1 29,-2 0-12,2 2 22,-2 1-27,0 1 16,-2 2 62,0 11-11,-2 4-62,-1 1 1,-2-1-7,-1-8 1,-2-3 5,1 0 0,-1-3 68,-2 3-29,0-4-56,0-1 40,2-6 16,3-5 18,1-2-12,0-1 117,1 0-33,-1-5-22,1-11-96,-1 1-27,1-8-12,2 7 6,3-2-6,2 0-11,5 2 5,4 0-5,3 3-39,5 0 39,19 0 0,-7 6 6,15 0-6,-13 6 0,2 3-6,1 3-3375,0 4 3376,-1 4-2168,-2 3 2167,-4 2-625,-6 3 631,-6 0-1353,-6 2 1353,-6 0 1364,-5 0-1375,-15 9-23,-4-8-127,-17 8 71,-1-10-94,-6 1 263,-3 0-611,-4 0-292,0-1-391,0 1 482,1-1-8772,4-3 9505,8-2 0,15-9 0,8-2 0</inkml:trace>
  <inkml:trace contextRef="#ctx0" brushRef="#br0" timeOffset="82852">17546 4231 23478,'-12'5'336,"-1"1"-247,1-1-5,-5 0-16,-3 2-1,-4 0-6,-4 0-10,-3 0 38,-16 4-61,10-2-310,-9 3 315,14-5 68,-7 3-34,10-4 23,-5 2 0,15-5 5,4-2 11,1-1 6,2 0-11,2 0 5,0 0 13,1 0-13,1-1 17,0-1 0,2 0-5,0-1 310,2 1-333,1-1-16,2 1-18,-1 0-10,2 0 66,0 1-111,0 6 0,0 0 5,0 7 0,0-2 17,0 3-22,0 3-1,-3 3 18,0 4-18,-4 2 18,0 3-536,0 1 546,-2 0 6,0 1 1,-1-1-7,-2 0 6,2-1-3227,-2-1 3216,2-2-6,1-2 1,1-2 21,1-3-10,3-3 0,0-3 167,1-1-66,2-6 27,0 0 624,1-5-697,2-6-27,0 0-12,4-5 3376,1 0-3393,1-1-21,3 0 10,1-1 0,7-5-5,-3 5-6,5-3-5,-5 7-6,0 0 17,10 0-23,-6 3 12,8-1-29,-7 5 23,2 0 6,1 2 0,1 0-6,1 3 0,12 6-12,-9 2-3374,8 6 3380,-13-2-440,-2 3 440,-4 2 23,-4 2-17,-4 3 0,-5 3-44,-3 0 33,-8 3 17,-3 1-6,-9 0 11,-6 1-22,-4-1 22,-4 1 2359,-3-2-2353,-3-1 5,0-2-16,-2-3 10,1-3 1,0-3 11,3-4 6,2-3-6,2-5-11,5-3 647,-6-4-642,10-4 84,-3-3-67,6-7-16,5 2-6,-2-4-23,6 5 17,2 1-5,1 0-1,0 2 879,-1 1-884,3 2 0,1 1 0,1 3-13,4 0-20,-2 0 44,6 4-28,4 2 23,3 1-12,3 0 6,0-2-5,1-1 10,2-1-16,2-1 28,1 0-6,2-1-17,0 0 12,11-5-12,-7 1 12,7-6-17,-9 2 11,1-3 0,1-2-6,1-1 12,1-2-12,0-2 12,0-1-1,-1-3 1,-1 0 11,6-14-8,-13 8 0,-1 0-9,12-19 0,-4-8 0,-17 28 0,-4 4 0,-2 2 0,-3 4 0,-3 0 0,-1 2 0,-5 1 0,-1 3 0,0 1 0,-6 0 0,5 3 0,-4 1 0,5 3 0,1 3 0,-2-1 0,0 4 0,-9 5 0,-3 7 0,-2 1 0,0 0 0,6-3 0,-1-1 0,0 0 0,-10 3 0,7-5 0,-5 2 0,10-6 0,-2 0 0,6-4 0,0 1 0,7-3 0,1-2 0,2-1 0,1-4 0,1 0 0,0-3 0,1-10 0,1 3 0,1-8 0,6-6 0,0 5 0,2-10 0,-1 8 0,-2-3 0,1-1 0,-1-1 0,0 1 0,-1 2 0,0-5 0,0 8 0,-3 3 0,0 9 0,-2 10 0,1 1 0,-1 2 0,0 2 0,3 3 0,1-1 0,3 3 0,-1-1 0,2 0 0,3 0 0,1 0 0,3-2 0,3 0 0,3-1 0,5 0-205,4-3 205,4-1 0,4-2 0,2-2 0,2-1 0,0-1 0,0-1 0,-2-1 0,-2 0 0,-4 0 0,-3 0 0,-3 0-3324,-4 2 3324,-2 0 0,-4 1 0,-3 2 0,-1 1 137,-7 2-137,0 0 0,-5 2 0,-1 1 0,-5 5-197,0 1 2749,-3 6-4961,0 2-7422,1 0 8871,0 0 0,3-6 1,1-3-1</inkml:trace>
  <inkml:trace contextRef="#ctx0" brushRef="#br1" timeOffset="86513">18751 5946 16056,'6'-42'666,"1"0"1,-1 5-1,-2 8 2165,-6 19-2635,-2 6 1086,-6 5-1192,-4 6-12,-6 7 51,-18 27-1066,13-11 0,-1 3 942,-2 1 1,1 2-6,-2 3 0,2 0 495,7-7 1,0-1-532,1 1 0,0 1-65,1 0 0,0 1-686,1-1 0,1 1 395,-1 0 0,2 0-272,0-1 1,1 1-2751,-5 14 1,0-1-998,6-15 0,1-1 4411,-4 9 0,3-5 0,3-13 0,5-9 0</inkml:trace>
  <inkml:trace contextRef="#ctx0" brushRef="#br1" timeOffset="86659">18100 6321 18421,'29'-49'715,"0"1"0,-2 5 0,-3 9-312,-2 17-117,-2 8 1498,1 4-1628,2 7-37,4 7-41,5 7-27,7 7-62,7 6 17,6 7-377,-23-17 0,-1 2 312,2 1 0,2 3-742,14 13 0,0 3-465,-11-9 0,0 2 958,-2-1 1,2 3-1,-6-6 1,6 10-1,-2-2 1</inkml:trace>
  <inkml:trace contextRef="#ctx0" brushRef="#br1" timeOffset="96916">930 8614 18287,'-4'-5'1633,"1"2"-3740,3 3 2232,-60-61 8,39 43 426,-14-16 0,1 4-459,19 26 851,0 2-1154,1 1 203,0 2-12,0 4 52,-4 10-29,5 1 3221,-7 18-3216,9 2-16,2 1-5,6 12 5,8-21-420,3 7 409,5-12 5,2-2 1,4-1-6,2-3-1,2-2 1,3-3 22,13 2 6,-9-5-314,6 1 309,-14-4-1,-7 0 6,-4-1 27,-5 0-4,-4 0 10,-6 2-5,-4 3 922,-8 1-939,-8 4-696,-7 1 684,-7 3 1,-4 1-9,9-6 1,-1 1-3,-16 6-12,17-7 0,2-1 12,-8 1-6,7-4-11,6-3 304,6-3-405,6-2-101,5-4-940,4-6-282,5-2-2054,7-6 3489,7-1 0,-5 8 0,1-1 0</inkml:trace>
  <inkml:trace contextRef="#ctx0" brushRef="#br1" timeOffset="97157">1398 8364 24951,'-19'31'9,"1"-1"0,1 0 1,6-1-10,15 11-12,2 2 1,1 3-62,-2-12 1,0 2-804,0 2 1,-1 0 637,0 0 0,0 0-70,-2-1 0,-1-4-526,1 11-393,-2-3-689,-3-6-1562,0-3-1969,-4-6 5447,-1-3 0,4-11 0,-1-2 0</inkml:trace>
  <inkml:trace contextRef="#ctx0" brushRef="#br1" timeOffset="98097">1391 8876 9094,'0'-5'7444,"0"1"-252,0 4-7170,-21-48-27,15 36 10,-14-37 23,23 49-5,3 0-7,4 0 1,4 0 11,3 0-11,4 0-6,2-3-11,3-1-17,0-2 23,1-1-17,-1-1 0,-1-1-12,-2-2 18,-2 0 16,6-9 17,-8 4-11,3-6 11,-9 7 22,-2 1 45,-2 2 6,-3 2 28,-2 1 33,-2 3 1,-1 1 5,-2 2 67,-3 0-196,-1 3 28,-4 2 0,1 2 23,-2 5 11,-1 2-22,0 2 27,-4 7-78,5-3-5,-1 4-7,8-7 7,1 0 10,3-3-16,2 0 11,4-2-22,3-2-1,3-2 29,3-2-12,3-2 18,4-4-35,1-3 18,3-4-1,1-4 6,-1-2 22,-1-3-16,-3-1 50,3-11-28,-11 6-6,0-7 1,-11 10 10,-3 1-16,-4 2-6,-3 1-16,-4 3-6,-6 3 5,-2 3 6,-3 3 17,-14 5-51,7 3 23,-9 5 5,13 3 1,2 3 5,2 1-11,4 2-3415,4 1 3392,3 2-901,4 2 902,2 1 10,3 1 12,4 1-17,2 1-1975,7 2 1952,3 0-21,5 1-18,5 0-39,4-1-72,3 0-113,4-1-95,2-1 321,3-1-436,-9-10 1,1-2-65,18 4 274,-18-8 1,0-2-219,10-2 105,-5-5 187,-3-3 139,-5-3 67,-6-4 57,-4-4 49,-6-1 46,-4-2 2348,-3-10-2209,-4 6 46,-1-8 27,-3 9 34,-1 0 0,0 1 11,-2 2-33,1 3-22,0 3 3334,-2 2-3565,2 6-55,0 0 394,1 6-444,1 4 10,0 6 6,0 7-11,-1 6 0,-1 6-270,-3 23 281,0-8-20,2-15 1,-1 1 2,-2 19-11,-1 2-11,0 4 22,0 1-22,-1 0-694,1-3 710,1-6-16,0-8 45,-1-1 16,3-18 6,-2-4 34,1-19-51,0-7-33,-2-9 10,2-7-27,-1-26 17,3 6-1345,2 11 1,-1 0 1343,2-21-5,1-6 204,2-2-201,1 16 0,1 0 5,0 11 1,0 1-318,1-10 1,2 0 327,0 5 1,2 2-14,4-16 2,-4 21 0,1 1-2,5-7 22,10-9-28,-4 14 11,-2 8 0,2 1-16,6 1 27,9-4-186,-9 14 164,0 3 2789,0 3-2800,1 3-11,0 2 402,1 7-385,-2 4-6,0 9-2315,-5 5 2326,-3 5-6,-7 6 157,-6 4-151,-18 22 6,-4-14-291,0-14 1,-2-2 273,-17 11 22,-6-1-44,-4-4 21,-1-3-8,12-14 1,0-2 19,-17 7-20,19-11 1,0-2-76,-6 0-124,4-5-251,6-2-561,7-3-1590,8-5 2621,6-4 0,4 3 0,2-2 0</inkml:trace>
  <inkml:trace contextRef="#ctx0" brushRef="#br1" timeOffset="98998">3719 8457 19137,'0'-7'3266,"0"2"-494,0 5-2537,-60-42-506,35 35 355,-12-13 0,1 4 207,11 28-195,-2 5-1481,1 4 1446,-2 4-33,1 4-437,1 4 426,0 2-12,4 1-22,2 3 12,4-1 10,5 3 7,4-2-12,4 0 28,11 11-40,4-14 46,11 6-23,19-15 6,10-7-23,3-5-2012,-1-8 2024,-19-7-234,7-9 272,-12 1-4,2-8-7,-16 2 1009,-2-9-969,-7 5 431,-4-14-454,-9 13-16,-6-4 2617,-4 9-2623,-3 2 427,-4 4-399,-13 2-34,7 3-362,-10 6 352,13 1-12,2 5 11,4 0-17,3 1 17,5 2-39,-1 7-50,6-2-152,0 6-369,6-4-661,2 0-1160,4 1 2420,5 1 0,-7-14 0,0-2 0</inkml:trace>
  <inkml:trace contextRef="#ctx0" brushRef="#br1" timeOffset="99383">655 9968 14809,'-42'14'58,"1"-1"1,-1 1 0,-15 6 0,4-2 47,18-6 1,3-1 285,-21 8 101,14-5 1618,13-5-1702,11-3 546,9-3-664,13-2 79,12-4 10,19-2-60,16-7-1265,-18 5 0,1-1 1045,8-1 1,2-1-866,6-2 0,4 0 804,-16 4 0,2-2 1,0 1-11,5 0 1,0-1 0,1 0-552,4 0 0,0-1 1,1 0 537,3 0 1,1 1 0,0-1-291,3 0 0,0 0 0,1 0 285,-15 3 0,1-1 0,1 1 0,-1 0-57,1 0 1,1 0 0,-1-1 0,1 1 53,-1 0 0,0 1 1,2-1-1,2 0 6,3-1 1,4 0 0,2-1 0,-2 0-1,-2 1-6,0 0 1,-2 1-1,-1-1 1,4 0 0,-2 0 0,4-1 0,0 0 0,-1 1 0,-4 0-4,-3 0 1,-3 1-1,-1-1 1,0 1-2,0 0 0,1 0 1,-1-1-1,0 1-64,-1 0 0,-1 0 0,1 0 0,-1 1 26,15-3 1,-1 0 0,0 1 12,-3-1 1,0 2-1,-1-1-246,-2 1 0,-1 0 1,0 1-470,-5 0 0,0-1 1,0 2 735,3-1 0,-1 0 0,-4 1 0,-8 1 0,-2 0 0,-3 1 0,0 0 0</inkml:trace>
  <inkml:trace contextRef="#ctx0" brushRef="#br1" timeOffset="103134">6268 8699 15527,'-2'-46'550,"1"0"1,-1 4 0,0 10 1923,-2 22-2289,1 3 1384,0 5-1525,1 1-32,2 4-1,-1 3-6,1 8 7,0 5 16,1 24-12,1-5-4,1 17-18,0-11 249,0 3-277,-2 2-33,1 2-73,-5 1-117,-3 3-125,-4-1-138,-3 0-96,-3-4-168,0-4-314,-2-8-392,-1-6-706,0-7-1831,0-7-5793,1-5 9820,4-6 0,5-4 0,5-1 0</inkml:trace>
  <inkml:trace contextRef="#ctx0" brushRef="#br1" timeOffset="104124">6236 8745 18778,'0'-7'3412,"0"2"245,0 5-3595,-26-44-40,21 40 17,-19-30 51,30 64-40,-2-5 1,2 13-6,-3-9 5,-2 3 0,0 1 1,-3 1 5,-2 2-6,-2 2-16,-4-1-572,-2 1 566,1-4-16,-1-2 10,1-4 0,3-5-16,0-5 16,4-6 23,0-5 50,3-4 152,1-4-152,1-5-33,1-5 565,4-7-571,2-4 0,4-6-629,0-3 629,2-5 16,0-4-3209,2-4 3171,-2-3-1062,-1 1 1,1-2 1066,1-10-390,-2 7 1,-1 3 411,-7 14 265,0 1-259,-5 20-17,0 7 1834,-2 2-1879,0 4 7,-2 4-1,-2 4-6,0 7 1,-1 5 11,-3 22-17,1 13 0,0 3-6,2 2 1,5-19 1318,0-1-1307,2 11-17,3-3 5,1-4 23,4-4-40,-4-22 46,2 1 55,-4-13 12,-1-3 3341,0-13-3409,-2-2-10,0-9-12,-3-13 0,1 4 5,-4-29-16,4 20 33,-2-10-10,3 8-3393,0 15 3375,1-1 1,0 18 5,1 5-23,-1 2 29,-2 10-1,1 1-10,-3 9 3391,1 2-3386,-1 3-5,1 2 5,-4 17-17,3-8-1103,0 12 1064,1-13-39,2 0-3158,1 0 2845,0-1-270,1-3-369,3-1-483,2-3-1024,3-3 2554,3-1 0,-4-10 0,-1-2 0</inkml:trace>
  <inkml:trace contextRef="#ctx0" brushRef="#br1" timeOffset="104498">6507 8203 19742,'-3'-3'3237,"1"1"-1064,2 2-2145,-46 25-5,34-13-7,-33 19 52,54-12-24,-2-8-21,7 4 39,-5-11 16,1-2 18,-1-2 16,1 0 5,-2-4-10,-1-1 5,-1-5 5,-1-2 6,-2-1 135,-2-9-140,-1 5-12,-4-5-5,-1 8-28,-2 2 27,0 1-27,0 3-11,-1 2-12,0 2-44,1 2 11,0 1-12,-1 2 6,1 3-16,0 2 10,-1 2 1,1 3 0,-4 16-23,6-8-6,-2 14-44,7-12-101,2 2-229,2 3-365,4 0-566,5 2 1328,22 17 0,-20-26 0,11 11 0</inkml:trace>
  <inkml:trace contextRef="#ctx0" brushRef="#br1" timeOffset="104716">7198 8555 20146,'-41'-20'373,"1"-1"0,0 1 1,10 3-212,21 6 2126,1-1-2226,13 1 883,4 2-945,10-2-28,6 4-50,7 0-659,10 1 351,7 1-398,7 1-600,7 2-53,-31 1 1,2 0 1436,4 2 0,-1 0 0,2-1 0,-2 1 0</inkml:trace>
  <inkml:trace contextRef="#ctx0" brushRef="#br1" timeOffset="104899">7203 8858 25179,'42'-27'-40,"1"0"1,-3 1 0,-1 4-1219,15 3 749,2 0-713,2 0-2150,2 1 3372,-26 7 0,-2 1 0,3 0 0,-2 0 0</inkml:trace>
  <inkml:trace contextRef="#ctx0" brushRef="#br1" timeOffset="106174">8991 8345 18425,'2'-5'3703,"-1"1"330,-1 4-3960,-7-54-17,2 40-6,-7-39-22,2 52 34,-8 1-51,-1 1 6,-8 2-6,0 1 0,-2 1-5,-20 4 16,-7 0-2802,1 0 2791,3-2 62,12-1-181,13-3 147,1 1-17,15-2-5,5 0 5,2 0-11,2 0 6,2 1-11,0 3 2771,0 0-2760,2 8 195,0-3-201,2 6 6,-1-2 22,0 2 23,-1 1-29,0 2 1,-2 1-6,0 1-11,0 0 28,-2 1-1,-2 1 12,-3 0-11,-3-1-6,0 1 17,-2-1-22,-2 1 22,-1 0-22,-1 0-6,0-1-6,0-2-28,1-1 34,3-5 12,1-3 44,4-4 212,3-4-60,2-4-180,1-4-6,2-5-5,1-2 11,3-3-17,1-2-11,2-1 0,2-1-17,1-2 12,3 0-7,1 0-4,3 1-24,1 1-4,2 0 21,1 3-5,2 0 23,0 4 10,13-2-33,4 6-17,0 2-979,-2 8 1002,-14 4-578,-1 5 567,-2 4-12,-4 4 0,-1 14 23,-9-5-1,-3 11-21,-18 5-18,-1-11 6,-10 11-34,-11-5-1390,7-10 1340,-12 7-56,9-14-129,-1-2-140,-1-4-218,1-4-1100,-7-3 1755,7-10 0,7 1 0,11-5 0</inkml:trace>
  <inkml:trace contextRef="#ctx0" brushRef="#br1" timeOffset="106364">9021 8213 18863,'2'-4'4105,"0"1"-918,-2 3-3293,34-44-230,-24 33-684,27-32-2436,-31 46 3456,4 3 0,-4-2 0,0 0 0</inkml:trace>
  <inkml:trace contextRef="#ctx0" brushRef="#br1" timeOffset="106625">9856 8458 25057,'0'-8'1625,"0"2"-1183,0 6-89,13-65-916,-7 38 652,2-12 1,0 1 318,-2 15-301,2 3 88,-2 4-178,2 2-17,-2 5-22,0 4-18,-2 2-49,1 5-96,-1 5 172,0 5-849,2 6-7708,5 20 8570,-1-1 0,-1-5 0,-4-12 0</inkml:trace>
  <inkml:trace contextRef="#ctx0" brushRef="#br1" timeOffset="106806">10018 8871 25405,'0'-3'2458,"-1"1"-1870,1 2-560,-28 67-5475,8-31 5410,-2 10 1,-3 2-244,-12 1 8,15-22 0,0 0-504,-1 1 1,-3 2 613,-16 18 1,2-2 0,3-4-1,10-12 1,-1 1 0</inkml:trace>
  <inkml:trace contextRef="#ctx0" brushRef="#br1" timeOffset="107457">11674 8116 22511,'18'-42'448,"0"0"0,-2 4 0,-4 8-145,-11 19 791,-4 2-898,0 3 225,-4 0-332,-3 4-38,-1 0-12,-3 1 152,-1 1-169,-3 2 466,-1 1-477,0 3 6,-2 2-12,1 1 7,-2 0-7,2 1 1,-1-1 5,1 0 6,2-1 11,-10 1-3387,7-5 3404,-5 2 101,5-6-62,8 1 0,-1-2-23,9 1 7,2-1 21,2 1 3303,0 5-3381,1 0-22,0 7 22,-1 2-11,-2 3 17,-2 4 0,-3 3 11,-2 3 17,-3 2 16,-10 16-21,4-10-911,-7 12 921,7-15-27,2-2 5,1 0 5,-2 6 1,8-12-17,-1 5-6,7-16 22,1 0-16,2-7 39,2 0 888,2-5-911,1-1 7,3 0-18,1 0 0,3 0 12,2-2 0,17-4-40,-7 1 23,13-2-338,-11 3 316,1 0 10,4-1-10,3 0-18,3 0 1,2 0-79,2 1-129,1 1-1603,1 0 596,1 2-2090,-1 0 3327,7 0 0,-23 1 0,-2 0 0</inkml:trace>
  <inkml:trace contextRef="#ctx0" brushRef="#br1" timeOffset="108191">11303 8526 13721,'-3'-1'5327,"1"1"-5393,2 0 234,62-41 0,-41 33 609,14-14 1,-1 7-650,-21 22-32,3 3-23,2 3 0,4 1-28,4 4 0,2 0-29,2 2 7,-1 3 16,14 12-1426,-13-5 1415,5 8-370,-18-11 375,-8-1 1869,-6-1-1852,-11-2 40,-25 9-56,-3-9-427,9-8 1,-3-1 394,-7-1 1,-3-3-31,-2 0 0,-1-1-23,0-1 1,1 0-31,3-3 0,3-2-199,-9-1 287,5-3-774,5-3-689,4-2-4185,4-5 5698,1-4 0,13 7 0,1 0 0</inkml:trace>
  <inkml:trace contextRef="#ctx0" brushRef="#br1" timeOffset="108734">12681 8121 25601,'20'-40'423,"0"1"1,0 2 0,-7 11-385,-13 25 0,-4 6-50,-1 2 34,-5 8 5,-3 0 5,-3 5-5,-6 3 6,-19 17-18,4-9 1,-4 1-620,-2 2 0,-2 0 618,9-8 0,-2 1 0,2-3-1,0 1 0,3-4 2,2-2 1,4-3 6,-2 3-12,7-6-5,8-2-1,7-4 1,4 0 22,7-2 5,4 0 1,25 1-17,0-2-450,20 2 433,-5-4 11,6 1 81,2-1-109,1-1-22,0 1-56,-1-1-96,-1 0-165,-16 1 1,0 0-440,22 0 52,-20 0 1,-2 0-3089,19 0-5775,-5 0 8887,-8 0 1,-21-1 0,-11 0-1</inkml:trace>
  <inkml:trace contextRef="#ctx0" brushRef="#br1" timeOffset="109066">13379 7902 22621,'-2'-4'2229,"1"1"515,1 3-2576,14-67-95,0 46-513,-1-17 1,2 4 523,13 26 161,17-2-195,-9 5-5,13 0-3108,-16 3 3080,0 5-1707,-2 2 1695,-3 5 304,-2 5-315,-4 6-5,4 22 17,-10-6 11,2 18-1364,-11-13 1364,-3 3-9,-4-11 1,-2 1-9,-4 20-3,2-18 0,-1 0-8,-9 15 239,5-15 0,-1 1-278,-5 18-7,6-19 1,0 0-350,2-3 0,1 0-562,-2 16-752,0 12-1624,4-24 3344,2-2 0,0-16 0,1-4 0</inkml:trace>
  <inkml:trace contextRef="#ctx0" brushRef="#br1" timeOffset="109249">13325 8367 18784,'-1'-6'2318,"1"1"-173,0 5-1965,35-67-80,-13 41-64,2-14 1,5 2 58,25 12-83,-10 8-315,-12 7 0,-1 2 219,15-2-168,1 2-358,0 2-729,-4 2-4557,-2 2-3772,-9 0 9831,-7 2 0,-12 0 0,-7 1 0</inkml:trace>
  <inkml:trace contextRef="#ctx0" brushRef="#br1" timeOffset="110741">11737 8011 10875,'12'-10'6447,"-4"2"-4873,-8 8 4581,0 0-5959,9-45-49,-8 34-41,5-34-39,-11 47-16,-3 1 38,-12 6-44,1-1 11,-10 4-22,3-3 5,-3 1-521,-5 0 494,-3 1 10,-1-1-11,-3 1 6,1-2 5,-1 0 1,4-2-6,3-1 16,6-2 12,5-2 5,6-1 12,4-1 67,3 0-79,4-2 1,1 1-18,3-1 527,2 1-392,-1-1-162,0 7 10,1 0-10,0 8 5,0-1-11,0 3 0,0 1 6,0 11 5,-1-5 6,0 9-6,-2 6 17,-2-7 6,-2 10-1,-1-10-435,-2 1 447,-1 0-11,-1 0-12,-1-2 34,1-1-22,0-4 5,2-2-5,2-3-65,2-5 43,2-3-7,2-4 29,2-2 22,0-2 185,0-2 338,4-2-462,2-3 16,5-2-77,4-6 11,3-1 1,3-3-1,2-1-17,2-2 51,15-8-62,-7 6 6,13-5-1490,1 2 1462,-11 8 0,10-3-307,-18 9 279,-1 4 11,-1 0 22,-1 4 1,1 1 10,-2 1-16,-1 1-28,1 3 0,-2 4 16,-1 2-10,-2 5-6,-1 1 11,-3 4-6,-1 1 6,-4 3 11,-3 2-11,-4 3 0,-1 2 6,-4 0-6,-2 2 22,-11 16 993,0-12-998,-7 11-11,3-16-12,-2-2 23,-3-3-17,-1-1 11,-3-3 17,-2-1-17,-2-3 6,-1-2 1,-16 0-18,10-7 0,-11-1 0,15-6 0,1-2 0,2 0-2916,0-1 2916,1-1-124,-23 0 124,10-1 0,-8 0 0,22 1 0,11 0 0,6 0 0,2-1 0,7 1 0,2 0 0,1 1 288,1-2-288,2 1 3328,1-2-3328,7 0 194,-2 0-194,4 0 0,-2 1 0,2 1 0,1 0 0,2 0 0,-1 0 0,3 1 0,0 0 0,2 0 0,1 0 0,1-1 0,2 0 0,0-2 0,2 0 0,2-1 0,1-1 0,3-1-243,0-1 243,2 0 0,0-2 0,0 0 0,13-7-3312,-3-2 3312,-1 0 0,-8 1-168,-14 5 168,-2-1 158,-2 1-158,-2-1 0,-1 1 0,-3-1 0,-2 0 0,-2 0 0,-3 0 0,-1-2 3307,-1 1-3307,-1-2 0,0-1 0,-1-1 258,0-2-258,1 1 0,-2-1 0,2 1 0,0 0 0,0 1 0,0 2 0,0 1 0,0 3 0,0 2 0,-1 2 0,0 0 0,-1 3 0,-2 0 0,-1 1 0,-1 1 0,-2 1 0,-2 1 0,0 0 0,-2 1 0,-2 1 0,0 0-3392,-2 2 3392,0 0 0,1 1 0,0-1 0,0 1 0,3-2 0,-4-1 0,4 0 0,0-1 3392,5 0-3392,-1 0 0,-2 0 0,1 1 0,-4 1 0,1 3 0,-1 1 0,-3 2 0,-3 1 0,-1 1 0,-1 2 0,1-1 0,0 0 0,3-1 0,1-1 0,2-1 0,2-3 0,2 0 0,2-2 0,0-2 0,2 0 0,0-2 0,1-2 0,-1-1 0,0-3 0,1-2 0,-4-5 0,2 3 0,-2-4 0,3 5 0,0 0 0,0 2 0,-2-2 0,2 4 0,-1-1 0,2 3 0,2 2 0,0 0 0,0 0 0,2 1-349,0 0-552,4 4-1256,3 0 2157,6 5 0,-6-5 0,1 0 0</inkml:trace>
  <inkml:trace contextRef="#ctx0" brushRef="#br1" timeOffset="112174">14789 8185 24847,'-4'-46'291,"1"-1"0,-1 5 0,2 7-128,1 19 327,0 2-406,1 2 83,0 4-161,2 1 44,-1 4-78,2 1 164,1 3-242,0 3-141,0 5-234,0 5-422,0 6-709,-2 4-2023,0 5 3635,-1 7 0,-1-24 0,0-2 0</inkml:trace>
  <inkml:trace contextRef="#ctx0" brushRef="#br1" timeOffset="112348">14786 8692 22419,'9'5'3243,"-3"-1"-2655,-6-4 734,0 0-1305,-28 69-1668,11-37 1611,-4 13 1,-1 0-179,-6-8-432,-4 4-974,-6 2 1624,15-16 0,0-2 0,-2 3 0,0 0 0</inkml:trace>
  <inkml:trace contextRef="#ctx0" brushRef="#br1" timeOffset="112882">16496 8145 18212,'5'-6'4549,"-1"1"-3675,-4 5 313,0 0-784,9-66-2166,-13 43 1894,6-16 1,-5 4-461,-16 21 491,-2 4-44,-3 2-23,-2 4-2533,-2 2 2505,-1 3-290,0 3 251,0 4-1010,1 5 993,0 3-6,4 3 524,2 1-529,4 1 6,4 1-6,4-1 16,3 2 18,5 0-28,2-1 5,5 0 0,5 0-39,5-1 17,4 0 2165,4 0-2165,3-1 33,4 1-5,17 8 183,-10-7-211,10 8 5,-15-10-5,-5-1 0,-2 0 11,-6-1 11,-6-2 3298,-6-2-3287,-6-1-5,-8-2-11,-7 0 11,-26 3-1,5-4-439,-18 2 428,11-5-16,-1-3-11,-1-1 11,2-2-12,3-1-5,3-2-22,5-2-57,3-4-66,6-3-102,4-4-173,6-2-252,4-1-3126,9-8 3826,8 5 0,-3 3 0,2 9 0</inkml:trace>
  <inkml:trace contextRef="#ctx0" brushRef="#br1" timeOffset="113460">17024 8130 26598,'-24'38'134,"4"-3"-89,13-13-17,0 1 28,-1-1-23,-1-1-5,-1-1 0,-1-3 17,-4 6-22,3-9 49,-3 5 1,9-13 6,1-1 16,4-4-6,0-4-21,1-1 55,3-11-28,5-10-45,1-3-5,5-5 6,0 6-7,0-4 35,9-17-18,4-2-2199,-1 2 2166,-2 10-2658,-9 18 2653,-1 4-6,-2 4 16,5 3-27,-5 5-1,6 2 1,-4 6 5,10 11-11,-6 0-11,9 11-17,-2 9 22,-7-6 1045,3 11-1045,-11-13 3181,-3 1-3197,-3 7-3131,-2-9 3165,-5 5-716,-2-14 732,-5-2 363,-4-2-380,2-5 6,-2-2 0,7-4 0,1-6-6,1-1-6,2-6-10,2-2 16,0-5 3037,5-13-3020,7-7-17,2-1 1140,6 2-1140,-1 14 0,0 3 1,1 1 16,0 4-6,0 1-11,0 4 0,0 2 6,6 1-34,8 4-5,-5 3 16,4 3-22,-13 5-11,2 1-34,1 3-55,1 3-102,0 0-140,0 4-940,13 13-3683,6 8-1594,0 1-2801,-3-1 8653,-18-18 1,-10-10-1,-4-5 1</inkml:trace>
  <inkml:trace contextRef="#ctx0" brushRef="#br1" timeOffset="114316">18109 8258 23929,'31'-45'399,"-1"0"1,-1 4 0,-5 5 123,-7 9-226,-3 3 470,-4-9-644,-7 14-22,-7-5 39,-21 19-79,1 2 23,-13 6-39,7 5-6,-1 4 12,-11 13-18,3 6-1487,1 2 1466,8 1 4,11 2-205,7-8 200,3 7 0,10-4 6,6-10-11,5 4-2796,4-12 2790,3-4-39,3-3 39,0-4 161,11-4-133,0-10-1912,-1-1 1912,-5-7 1658,0-19-1636,-12 12 1087,10-27-1014,-14 20-2193,0 2 2137,-4 8 6,-5 13 2126,0 4-2148,-1 3 372,-1 2-390,0 2-27,2 6-12,-1 1 12,1 7 3392,0 2-3387,0 0 0,0 4-11,-1 0 11,1 12 0,0-9-16,2 9-1,2-12 1,2-2-3382,3-2 3376,2-3 11,4-3 11,3-2-16,2-4 16,5-2-6,1-4-27,22-9 22,-11-3-1411,15-8 1406,-16 0-7,-5-5 1,0-2 1387,8-10-1359,-10 7 0,-1-2-327,-3-8 326,-1-4-502,-2-5 500,-7 10 0,-1-2-486,-4 10 0,0-1 477,2-10 1,0-1 2,-3 1 1,-1 2 426,3-20-435,-6 25 0,-2 0 28,-1-16-6,-6 20 242,-1-1-264,-4 21 469,-1 6-469,0 5 3082,-1 4-3082,0 4 936,-1 5-936,-2 6 0,0 6 0,-3 4 0,1 6 0,-2 6 0,1 5-914,4-7 0,0 1 914,-4 23 0,5-19 0,0 1 0,4 1 0,1-1 0,1-10 0,1 0 0,-1 8 0,3-1-2787,4 10 2787,6-6 0,7-3 0,6-6 0,19 5 0,-7-15-144,13-1 133,2-20 619,-11-9-596,13-8-7,-14-7 2,1-4-7,-1-5 0,0-3 0,-10 5 0,-2-3 0,14-19 0,-14 15 0,-1-3 0,0-6 0,-3-3 0,2-5 0,-1-2 0,0 0 0,-2 0 0,-2 2 0,-2 2 0,-6 16 0,-1 1-540,5-28 540,-5 9 92,-4 8-92,-4 9 0,-4 7 0,-9 5 0,-2 10 542,-6 3-542,2 10 0,-12 13 0,7 2 3070,-9 11-3070,11-1 0,-1 6 899,2 4-899,1 6-1408,2 4 1408,1 6 0,2 3 0,2 3 0,4 1 0,4 1 0,4-3-29,8-1-472,6-5 277,10-5-213,1-15 0,3-2-1984,18 14 1799,-13-16 0,1-1-1685,17 5-7461,-7-5 9207,-6-7 1,-18-9 0,-9-6 0</inkml:trace>
  <inkml:trace contextRef="#ctx0" brushRef="#br1" timeOffset="114505">19984 7676 20548,'0'-5'2443,"0"1"-685,0 4-1758,83-57-4863,-48 42 4695,16-16 0,-1 5-711,-19 28 958,16 10 0,-26-7 0,9 7 0</inkml:trace>
  <inkml:trace contextRef="#ctx0" brushRef="#br1" timeOffset="114684">20035 8011 20442,'-3'0'3669,"0"0"-2263,3 0-1529,74-42-1646,-36 29 1447,12-11 0,1 1-1897,-2 14-1836,5-1-5271,-6 1 9326,-5 0 0,-21 5 0,-9 1 0</inkml:trace>
  <inkml:trace contextRef="#ctx0" brushRef="#br1" timeOffset="115218">21614 7381 24909,'-49'-6'59,"-1"-1"1,5 0 0,6 4-9,13 13 16,0-1 6,0-1 5,2-1 23,2 0 468,1-3-322,-3 0-130,8-3 183,-2 0-166,8-1 1,3 0 57,1 0-108,1 0 224,1 0-263,1 0-17,-1 0-6,1-1 1,0 1 5,-1 1 16,0 1-4,0 2 4,1 1-21,0 3 5,1 0 0,0 3 45,2 9-45,0-4 0,-1 7-12,1-6 1,-1 1 6,-1-1-7,0 0 12,0-1-11,-2 0 6,0-2-1,0-1 6,-1-2 6,1-2-6,0-2-12,1-2 7,1-1 5,2-2 241,-1-1-258,6-5 11,0 0-11,7-6 2,-1 1-13,3 0 0,11-5-7,-4 4-1098,8-2 1116,-7 5-359,1 2 348,0 1 0,1 1 0,-1 2 0,1 1 0,-1 2 0,1 3 0,1 5 0,-1 3 0,1 3 0,-3 1-12,-4 2-22,-6 1 28,-6 1 1030,-8 0-1041,-8 1-28,-8-1-61,-8 2-260,-6 0-116,-4-1-3646,-3 0 2386,-3-1-3758,0-2-4331,3-2 9802,7-4 0,15-6 0,8-3 1</inkml:trace>
  <inkml:trace contextRef="#ctx0" brushRef="#br1" timeOffset="115432">21460 7310 15746,'50'-24'1120,"0"0"0,-4 2 0,-4 4-420,3 1-173,-4 4-107,-4 3-56,-5 2-56,-3 1-56,-3 3 1482,-6 2-1593,-3 1-46,-4 1 554,-4 0-627,-5 0 286,-1 0-319,-2 1 924,-1 1-1182,-3 3-678,-2 2-2604,-6 1 3551,-3 2 0,5-5 0,0 0 0</inkml:trace>
  <inkml:trace contextRef="#ctx0" brushRef="#br1" timeOffset="117474">4082 10931 12861,'22'-47'769,"-1"0"0,-1 0 0,-7 5 2166,-15 17-2229,-8-15-410,0 18-44,-6-4-33,3 11-34,-2 2 1375,-2 4-1436,-2 1 875,-13 6-893,-9 11-50,0 3-16,-3 11 572,11 2-584,0 3 0,0 4 0,-1 3-5,3 2-117,1 2 102,14-12 0,1 1 4,-5 15-468,1 10 456,15-19-5,3-3 10,8-2 7,3-5-1,10-3 11,4-5 34,24-4 45,9-11-67,4-7-757,-4-10 773,-18-7 17,-3-4 12,-1-4 16,-4-4 23,-3-2 5,-4 0 22,-4-2 1,-4 1 100,-2-13-134,-7 16 2310,-1-8-2226,-5 16-112,-1 11-16,0 0 121,0 13-144,-2 3 527,1 5-566,-2 13 1153,2 1-1165,0 11 6,1-3-17,1 3 23,1 3 11,3 2-361,8 20 302,-4-24 0,1 1-25,0 0 0,0 1-85,0-1 1,1-1-448,4 14-549,-1 1-3154,-4-15 1,0-1-5507,4 11 8988,3 5 0,-11-32 0,-3-7 0</inkml:trace>
  <inkml:trace contextRef="#ctx0" brushRef="#br1" timeOffset="117655">4788 11097 22525,'-2'-5'2537,"0"2"-924,2 3-1607,-17-61-6,15 45-34,-11-45 679,18 61-1339,7 9-577,-3 0-2919,5 8 4190,-2 0 0,-5-8 0,-1 0 0</inkml:trace>
  <inkml:trace contextRef="#ctx0" brushRef="#br1" timeOffset="118199">6902 10677 20492,'0'-8'3103,"0"1"-2330,0 7 471,0 0-426,-13-66-555,8 48-185,-2-19 1,0 7 16,5 28-50,2 2-23,-1 5 12,3 3 10,6 18-27,2-3 6,4 15 5,0-6-17,0 4-11,0 4 11,-3 3 0,-3 4-758,-4 4 741,-9 3-22,-7 3-73,-5-13 1,-5 2-236,-5 3 0,-5 1-128,4-9 1,-2 0 0,-1-3-1605,-7 8 1,-1-4 1417,1-6 0,1-6-1417,-12 2-3598,5-9 5665,2-7 0,21-8 0,2-4 0</inkml:trace>
  <inkml:trace contextRef="#ctx0" brushRef="#br1" timeOffset="118556">7060 10156 24481,'-41'8'61,"0"0"1,2-1 0,8 4-34,16 18 503,2 0-531,5-1 191,2-1-163,7 7 102,14-5-119,1-2 44,12-10-32,-3-11-1,2-4 6,3-3 23,0-4-12,0-5 17,-2-4-6,-3-4 40,-3 0-3296,-5-3 3323,-5-1-10,-5-2-48,-4-1 19,-2 0-16,-6-2 10,-2 0 35,-12-8-40,4 9-22,-8-2 154,8 14-193,-2 3 3370,6 5-3382,-1 2 42,6 6-58,1 2-51,2 5-112,1 4-879,4 13-2935,13 6-5635,-2 0 9634,10-4 0,-15-19 0,-2-3 0</inkml:trace>
  <inkml:trace contextRef="#ctx0" brushRef="#br1" timeOffset="118756">7611 10471 23640,'2'-41'7,"0"-1"1,0 4 0,7 8-14,22 18-50,5 0-28,4 2-78,1 2 100,19 3-823,-15 2-1448,9 5-1207,-22 4-5718,-6 3 9258,-7-1 0,-9-2 0,-6-3 0</inkml:trace>
  <inkml:trace contextRef="#ctx0" brushRef="#br1" timeOffset="118900">7704 10733 17820,'-4'3'5036,"0"-1"-2403,4-2-5367,67-40 2247,-29 22-71,8-7 1,3 0-2182,3 6 2739,-20 7 0,-2 1 0,4-2 0,-2 1 0</inkml:trace>
  <inkml:trace contextRef="#ctx0" brushRef="#br1" timeOffset="119232">8906 10133 20890,'-3'-5'3764,"1"2"-1725,2 3-1832,-65-26-1259,38 24 1100,-12-9 0,1 4 30,16 24-22,1 3-11,1 4-17,1 5 0,0 3-17,4 5 51,-1 22-51,9-11-603,2-16 0,2 0 581,5 14-1,4-2 12,7 0 0,8-3 10,8 0-4,5-3-9,-5-13 0,3-1 0,3-2 1,2 0 7,-3-2 1,2-1 2,2-4 1,-2-4-9,-3-4 16,2-6 7,-23-7 72,-4-13 456,-5 1-495,-4-8 134,-16-13-117,2 14 5,-13-11-11,4 20 730,-3 4-769,-5 3-17,-3 3-11,-3 3 0,-2 3-28,1 3-112,1 4-324,1 6-891,2 3-5882,2 4 7237,0 6 0,15-12 0,3 0 0</inkml:trace>
  <inkml:trace contextRef="#ctx0" brushRef="#br1" timeOffset="120791">10216 10316 19535,'2'-8'2968,"-1"3"-2234,-1 5-168,0 0-163,16-65-2180,-9 41 1858,3-14 0,-1 2 42,-5 21 402,0 3-486,-1 3-56,-1 5-16,-1 2-236,-1 11-851,-6 11-606,2 6-3779,-5 9 5050,1-2 0,4-16 0,0 1 0</inkml:trace>
  <inkml:trace contextRef="#ctx0" brushRef="#br1" timeOffset="120980">10374 10774 21945,'-29'45'2,"-1"0"0,0 0 0,4-7 1,1-1-1,3-3-67,4 3 1,3-3-266,-13 21-110,13-27 0,-1 1-4476,-5 9 1,1 0 4165,-8 12 0,2-2 0,19-36 0</inkml:trace>
  <inkml:trace contextRef="#ctx0" brushRef="#br1" timeOffset="121574">12402 10041 21086,'-3'-7'3013,"2"2"-2397,1 5-128,0 0-118,-65-46-90,34 31-425,-10-10 0,-1 2 347,11 20 124,-1 1-191,3 5-40,-1 4-339,4 5 288,-1 5 24,-9 21-46,8-4-1731,-6 16 1726,13-8-6,2 3-2440,4 2 2446,3 2-11,6 1-121,2-1 98,3-2-344,6-2 361,4-2 6,6-5 11,6-3 1085,19 6-1096,-10-23 0,2-3 8,-2-2 0,-1-2 2,26-2 1,-29-16 2970,-16-6-2970,-4-2 259,-3-11-242,-5 5 1109,-4-8-1120,-4 9 38,-14-8-27,2 10-3392,-13-5 3402,7 12-32,-5 4-1,-1 3 45,-28 9-62,26 2-19,4 4 0,3 2 14,16 2-118,1 18-538,29-9-307,4 1-1623,13-2 2597,4-7 0,-18-8 0,2-1 0</inkml:trace>
  <inkml:trace contextRef="#ctx0" brushRef="#br1" timeOffset="122257">13333 10109 17843,'3'-6'4929,"-1"2"-1092,-2 4-3764,-3-27-12,-5 26-27,-5-17 5,-6 35 34,-14 15-34,5-5-833,-12 12 811,8-9 0,-2 1 5,-1 1 0,1-1 6,2 1-11,4-3 0,3-2-23,6-2 12,6-4 0,6-4-6,7-3 22,7-5-22,8-2 0,9-4-11,9-1-1084,8-5 1045,8-3-46,6-3-83,5-4 14,-29 7 0,0-1-118,1-1 0,0 1-241,1-1 0,0 0-529,0 0 1,1 0-2968,-1 1 0,1-1 4020,6-1 0,-3 1 0,3 0 0,-1-1 0</inkml:trace>
  <inkml:trace contextRef="#ctx0" brushRef="#br1" timeOffset="122548">14267 9964 26928,'0'-42'235,"0"-1"0,-1 4 1,3 8-74,2 19-33,2 2-23,1 0-39,1 2 1,1 0-35,2 4 6,0 0 23,2 3-40,0 2 1,2 2-12,2 5-11,1 5 0,3 4 0,1 3 11,3 4-365,1 5 354,-1 3-1763,-2 6 1735,-2 4 0,-5 3 11,-4 3-11,-6 2 12,-7 1-52,-7 3-60,-5 1-136,-7 1-223,-3 0-325,-2-3-1779,8-19 1,-1 0 2590,-10 18 0,5-9 0,12-23 0</inkml:trace>
  <inkml:trace contextRef="#ctx0" brushRef="#br1" timeOffset="122723">14227 10383 24861,'-7'-41'396,"0"-1"0,1 4 0,4 6-183,10 14-73,6 1-34,5 1-56,6 0-22,5 2-2569,5 1 2513,4 2-129,5 2-280,5 1-544,3 1-1443,6 0 2424,-24 3 0,-1 0 0,3 0 0,-1 0 0</inkml:trace>
  <inkml:trace contextRef="#ctx0" brushRef="#br1" timeOffset="123942">15955 10360 25287,'2'41'-2747,"-1"1"1,1 3 0,-1-4 2746,-3-5 0,2-5 0,-2-14 0</inkml:trace>
  <inkml:trace contextRef="#ctx0" brushRef="#br1" timeOffset="139248">16871 9971 21125,'17'-54'819,"1"0"1,-3 5 0,-3 6-215,-7 10-67,-2 2-68,-1 4-83,-1 4-68,-1 3-50,0 5 157,-2 2-286,-1 6-45,-1 2-39,0 4-17,1 2-17,-2 4 23,-4 14-34,0 1 1,-4 11-1,2-2-11,0 3-3349,0 2 3360,1 3-1217,-1 18 1206,5-12-537,0 12 537,7-18-113,4-4 113,3-4 22,5-5 2456,10-1-2439,-5-11-1420,17-3 1403,-11-15 672,21-16-655,-15-1-14,-3 0 0,0-3 195,4-7-187,9-13-399,-15 12 388,-3 2 3214,-1 2-3186,3-4-3201,-8 13 3195,0-1 35,-10 16-18,-4 22-55,-2-2 11,-3 19-6,-1 3-22,2-5 147,-1 11-136,3-10-12,2 1 1,0 3-17,3 0-22,1 3-90,2 3-1908,3 4 1,0 1-7771,1 1 9818,-1-5 0,-1-6 0,-6-24 0,-2-5 0</inkml:trace>
  <inkml:trace contextRef="#ctx0" brushRef="#br1" timeOffset="139763">18090 9686 15093,'0'-3'5119,"0"1"292,0 2-5237,-16-36-29,6 27-10,-13-27 5,8 36-17,0 0 11,-3 0-27,0 1-12,-1 1-5,1 0-1,0 2-10,1-2 77,-7 2 35,-3 0-85,3 0-50,4-1-28,11-1 6,5-1-6,1 0 5,1-1 40,1 1-50,6 0-1,1 1-5,7 1 5,1 1-11,4 1-16,4 1 22,19 5 5,10 4-946,3 0 935,0 4 0,-16-5-22,0 3 5,-2 1-5,-4 0-11,-5 3 27,-7 0-10,-6 9 5,-18 2-12,-7 1 12,-15-2 6,-4-10 5,-21 10-931,9-9 920,-12 7-23,18-10 694,2-2-2183,-10 12-8319,20-10 9471,-3 3 0,22-13 1,5-7-1</inkml:trace>
  <inkml:trace contextRef="#ctx0" brushRef="#br1" timeOffset="140410">19601 9613 17685,'-14'-43'647,"0"0"1,2 3 0,-2 8 1700,-4 17-2012,-1 2-50,-2 7-56,-2 2-2772,-1 4 2699,-3 5 965,-2 4-887,-18 20-156,10-5-206,12-4 0,0 0 183,-9 13-28,1 4-479,3 2 473,3 0-16,5 3 16,5-1-16,5 1-6,6 0 0,4-1 6,9-2-1,5-2-5,10-3 6,6-3-1,5-2 18,5-3 16,4-4-33,2-4 5,2-4-6,13-5 2347,-5-11-2263,1-11-44,-23-6-6,-16-5 29,-14-6-29,-7 8-6,-6-7-5,-6 9-16,-4 3 10,-6 2-5,-4 2 0,-4 3 1178,-2 4-1190,-3 2 1,0 2 5,-1 2-56,-13 8-72,14 1-253,-7 7-616,17 0-1792,6 1 2204,-1 5 1,13-11 0,1 1 0</inkml:trace>
  <inkml:trace contextRef="#ctx0" brushRef="#br1" timeOffset="141074">21612 9288 20492,'0'-9'2118,"0"2"-1334,0 7 1238,0 0-1820,-69-25-1322,39 31 1192,-13-12 1,1 4 28,12 37-17,-4 5-22,-4 6-43,17-21 1,0 1-9,-1 0 0,-2 2-6,-13 13 1,-1 1-17,9-10 0,-1 1-549,-9 9 1,-1 1 492,13-13 0,1-1-71,0 1 1,0 1-110,2-1 1,0 2-2066,-7 12 0,2 1 1458,9-13 0,1 0-434,-4 8 0,3-2-3149,3 4 4001,6-8 0,7-17 0,2-6 0</inkml:trace>
  <inkml:trace contextRef="#ctx0" brushRef="#br1" timeOffset="141449">20741 9629 10111,'19'-42'955,"0"-1"1,-2 3 0,-2 9 2286,-5 17-2503,-1 2-61,-3 0-113,-1 2 1413,-3-5-1636,-1 4-40,-4-2 567,0 7-673,-3 1 2093,-1 2-2183,0 2-11,0 0-16,0 1-12,0 0-17,1 1-10,0 0 44,1 1-17,2 0 56,1-2 611,1 1-499,0-2-78,-1-1-11,-1-3 5,-1-2-11,-1-2 6,0-1 106,-3-5-140,2 4 95,-1-4-84,5 9-101,-1 0-10,3 4-1,0 2-28,1 3 34,3 3-12,5 5 7,4 5 16,6 3-12,4 5 29,24 18-2298,-6-5 2253,-11-12 0,2 1 5,-5-6 1,0 0-12,4 1 1,0 1 2,4 0 0,0 1-11,2-1 0,3 2-70,-1-1 0,3 2 0,-1 0-95,6 3 0,1 2-70,-7-4 1,2 1 0,-4 0-422,3 3 1,-3 0-2270,-2 2 0,-2 0-1956,-4-3 0,-2 0 4895,-4-4 0,-4-1 0,2 2 0,-11-11 0</inkml:trace>
  <inkml:trace contextRef="#ctx0" brushRef="#br1" timeOffset="143610">1129 12884 17776,'0'-5'3898,"0"0"-1170,0 5-2465,-50-62-2289,31 43 2110,-10-16 0,0 4 39,14 24-28,1 3-28,1 2-55,0 0 686,0 5-687,-1 3-6,0 4 7,-2 7 4,0 3-16,-2 4-133,0 1 155,2 3-22,1 0-11,3 1-7,2-1 2,3-3-1,4-1 0,4 4 6,3-9 5,5 3 6,4-10 11,1-1-27,4-2 32,13 4-16,-7-4 17,25 5-22,-21-5 5,10 1-2091,-7 2 2091,-9-3-5,1 3 16,-14-2 368,-5 1-345,-10 10-34,-4-2 5,-11 8 13,-4-4-13,-5 0 3162,-3 1-3155,-4-3-625,1-1 624,-1-4 17,3-3-17,2-4-22,4-4-22,5-2-52,3-3-229,5-4-1774,4-12-472,6-3 2560,9-17 0,-2 21 0,5-2 0</inkml:trace>
  <inkml:trace contextRef="#ctx0" brushRef="#br1" timeOffset="143825">1578 12556 25903,'-3'32'25,"1"0"1,-3 29-4,8-12-1638,-2 4 1605,-1 6-2041,-2 2 1937,0-29 0,0 0-140,-1 1 0,0-1-196,-1-1 1,1 1-1074,-2 29-2884,3-21 0,0 1 4068,1-8 0,0-2 1,0 22-1,1-27 0</inkml:trace>
  <inkml:trace contextRef="#ctx0" brushRef="#br1" timeOffset="144356">1530 13177 17820,'-2'-7'4627,"0"2"-3815,2 5 426,0 0-980,-21-69-219,18 48-25,-5-20 0,7 5-14,16 28 0,10-1-11,-1 4-1,5 1-21,3 1-96,21 2-22,-9 0-1407,16 1 1334,-18 0-28,2-2-12,-4 1 24,-3 0 32,-4-2 80,-4 2 100,-7-2 84,-5 1 44,-8-1 46,-4 1 28,-5-2 1378,-4 1-1322,-4-1 22,-2 1-6,-2-1-5,-1 3-17,0 0-11,1 1-17,0 0-5,1 0-34,1 2-34,0 2-34,2 0-33,1 1-28,2 0-16,1 1-1,2 2 0,1-1 0,0 2-5,5 3-1,1-2 7,5 2 4,2-4 7,2-2 10,2-1-16,2-3 11,0-1 0,0-3 6,-1-2 16,-1-3 12,-3-4 11,0-2 16,-3-2 1,-2-3 5,-2 0 0,-2-1 0,-3 0 17,-1-1 12,-2 0 150,-7-5-128,0 7-34,-5-1-23,3 9-27,-1 4-1,-8 2-44,4 3 6,-7 4-3410,8 3 3387,-1 4 11,0 3-961,1 3 961,1 3-351,2 2 329,1 2 0,2 17-28,4 7-51,3 1 2655,7-3-2895,4-13 828,6-1-1282,3-1-91,6 0-390,4 0-219,5-2-443,4-3-177,3-3-1805,1-5-1071,2-7 4980,5-4 0,-23-4 0,-1-2 0</inkml:trace>
  <inkml:trace contextRef="#ctx0" brushRef="#br1" timeOffset="144749">2470 13182 23478,'4'-41'750,"0"-1"1,0 4 0,-2 8-275,-3 17-84,0 3-90,-2 4-61,1 2-84,0 2-57,1 1-77,-1 8-1,1 2-5,0 9-6,-1 4-11,0 4 0,0 4 23,0 1-7,-1 3-2532,0 3 2521,-1 3-2557,1 3 2563,0 2-1718,1 3 1729,0 0-1169,2-2 1152,0-2 753,0 6-752,0-17 1516,1 0-1466,-1-22 2235,-2-10-2308,-5-19 34,2-2-11,-3-15 5,3 4 3398,0-7-3404,4 6 1,-1-1 5,1-22-1690,1 5 0,1 0 1695,3-11 6,1 4 1,2 0-457,0 3 442,-1 14 1,1 3 8,-1 6-6,1 4 17,0 4-28,1 3-45,7-2 45,-2 6 0,6 0 28,-3 8-28,11 2 0,-5 3 6,8 5-12,-7 4 3194,0 6-3193,11 14-2761,-12-3 2750,4 12-2258,-16-6 2246,-5 2-153,-8 4 176,-7-1-18,-10 1-22,-6-1-103,2-12 0,-2-1-284,-15 11 12,13-12 0,-2-2-3109,1-2 1,1-2 3528,-19 7 0,15-6 0,22-12 0</inkml:trace>
  <inkml:trace contextRef="#ctx0" brushRef="#br1" timeOffset="145210">3252 13007 25965,'-24'-11'112,"8"1"-112,27 5 11,10-4-5,-2 2-51,9-3-207,-4 4-342,3-1-610,4 0-1104,2-1 2308,7-1 0,-19 5 0,1-1 0</inkml:trace>
  <inkml:trace contextRef="#ctx0" brushRef="#br1" timeOffset="145481">3842 12678 20694,'-5'-2'3372,"1"0"-678,4 2-2481,14-72-152,-2 52-210,-1-20 1,2 6 210,6 30-29,0 2-5,0 2-5,1 4-12,-1 4 93,10 16-82,-6-2-8,-3 4 0,-1 1-1093,3 12 1074,6 17-1,-11-11 0,-2 3-22,-2 2-50,-3-1-129,-2 1-202,-5-2-263,0-2-2033,-6 13-219,0-19-6907,-3 5 9196,0-26 0,3-9 1,1-5-1</inkml:trace>
  <inkml:trace contextRef="#ctx0" brushRef="#br1" timeOffset="145657">3911 12912 20173,'-2'-3'3417,"0"0"-7498,2 3 4075,67-49-67,-31 33 504,9-11 0,3 2-1475,-15 20 0,-1 3-2149,19-1 3193,-15 1 0,-2 0 0,-8 1 0,-2 0 0</inkml:trace>
  <inkml:trace contextRef="#ctx0" brushRef="#br1" timeOffset="146000">1217 14327 17830,'-47'12'136,"-1"-1"0,1 1 1,0 0-1,-10 2 1,3-1-1,7-2 368,-13 4 28,17-6-106,14-5 1561,12-2-1629,23-9 453,14-3-665,26-12-886,-15 8 0,3 0 793,7-3 1,4-1-893,8-3 1,3 0 854,-14 5 1,2 1 0,0-1-604,5-1 0,1 0 1,0 1 595,5-2 0,0 1 1,1-1-390,3 1 1,1 0 0,1 0 394,-15 4 1,0 0-1,2 1 1,3-2-65,4 1 1,5-1 0,2 0 0,-1 0 0,-3 1 62,2-1 0,-4 2 0,2-1 0,2 0-10,-10 3 1,2-1 0,2 0 0,0 0 0,-2 0 0,-2 2 9,8-2 0,-3 1 0,-1 0 0,0 1 2,2 0 1,-1-1 0,1 1 0,-1 0-6,0 0 0,0 1 1,0 0-1,0 0 1,-1 0 1,1 0 0,-1 1 0,0-1-2,-2 1 0,1 0 0,-1 0 0,0 0-4,-1 0 0,-1 1 0,1-1 0,-2 1 4,15-2 1,-1 0-1,-1 0 118,-4 1 1,0 0 0,-1 0-125,-4 0 1,-1 1-1,-1 0 2,-4 1 1,-1 0 0,-1 0 0,15-1 1,-2 0 109,-9 1 1,-3 1-184,-7 2 1,-3 0-423,15-1 587,-22 5-9931,-27 7 8959,-10-1 0,-5 2 0,5-6 0</inkml:trace>
  <inkml:trace contextRef="#ctx0" brushRef="#br1" timeOffset="151317">6843 12861 14429,'-1'-46'726,"-1"1"0,1 4 1,-2 9 2415,-2 17-2974,0 12 1297,1 7-1403,2 10 864,2 6-887,-1 7 23,1 20-40,1 14 1061,-1-21 1,1 3-1429,1 2 0,0 1-1111,2 3 0,0-2-1084,1-9 0,0-1 2540,2 4 0,1-6 0,-1-7 0,0-1 0</inkml:trace>
  <inkml:trace contextRef="#ctx0" brushRef="#br1" timeOffset="151656">7365 12257 15477,'-6'-7'4044,"0"2"-2921,6 5-708,-69-34-158,40 27-111,-20-6 0,2 6-57,18 20-16,-5 12-34,15-2 17,1 17-28,7-7 0,4 24-17,13-24 6,5 9 17,8-17-2838,5-3 2826,4-3 610,4-4-593,1-4 488,2-5-421,13-6 62,-4-13 259,-3-1-293,-10-11 152,-15-7-9,-19-4 1,-4-2-216,0-9 1336,-5 9 0,-5 5-1342,-4 13-17,-1 3-5,-1 4-17,0 3-12,0 5 617,2 2-622,1 3 5,4 5-38,1 2-46,2 7-156,2 2-409,3 5-700,2 3-1647,3 4 2991,2 6 0,1-16 0,1 1 0</inkml:trace>
  <inkml:trace contextRef="#ctx0" brushRef="#br1" timeOffset="151873">7756 12635 21619,'-39'-15'181,"-1"-1"0,2 3 1,14-1 1064,28 2-1213,7 0-27,10 0-6,10 1-39,8 0-29,9 1-811,8 1 627,5 2 50,-28 4 0,0 0-120,0 1 0,0 0-261,-1 1 1,1 1-1496,27 1-3075,-3 2-3926,-10 3 9079,-9 1 0,-20-2 0,-7-2 0</inkml:trace>
  <inkml:trace contextRef="#ctx0" brushRef="#br1" timeOffset="152018">7725 13039 19725,'-9'2'3814,"1"0"-3130,8-2 100,0 0-2986,87-51 2090,-33 29-280,-5-2 0,9-3 0,-5 4-530,-11 9 1,-3 2-1911,14-4 1,0-1 2831,-10 4 0,-4 1 0,3-1 0,-2 1 0</inkml:trace>
  <inkml:trace contextRef="#ctx0" brushRef="#br1" timeOffset="152365">9341 12149 22017,'-51'11'119,"1"-1"1,3 1 0,5 4-36,2 19 277,-1 5-305,1 2-12,1 3-21,5 2-12,4 1 0,8 1 0,8-1-11,7-1-5,11-2-1,7-3 6,11-2 11,6-3-5,7-3 5,6-5-11,7-5-524,4-4 541,4-6-11,1-5 11,-1-4 5,-3-6 653,-7-4-625,-8-5 12,-9-3 11,-10-2-1,-8-2 911,-6 0-894,-8-1-21,-8 1-12,-8 1-23,-11 2-10,-9 3-449,-9 2 443,-9 3-15,25 4 1,0 1-3,-2 1 0,0 0-6,-1 0 1,0 0-15,0 2 1,0 1-68,2 0 0,1 1-512,-30 5-1065,9 5 1837,1 5 1,25-9 0,5 2 0</inkml:trace>
  <inkml:trace contextRef="#ctx0" brushRef="#br1" timeOffset="158590">2646 14250 3402,'-57'4'49,"-1"-1"0,1 1 1,0-1-1,0 1 0,-6-1 1,-3 1-1,-2 0 1,1 0-1,3-1 0,5 0 72,0 0 1,5 0-1,2-1 1,-2 1-1,-4-1 32,2 1 0,-6 0 0,-2 0 0,0 0 0,3 0 0,4-1 0,7-1 344,-9 1 1,8-2-1,2 0-101,4 1 0,1-2 0,2 1 51,-11-1 0,5-2 415,11-3 1,10-4-1149,18-2 247,42-9 14,5 12 1,8 3 376,8-2 1,3-1-375,-13 3 1,1 0 0,2 0 205,3-1 1,0 1 0,6-2-190,-9 2 0,5-1 1,2 0-1,0 0 1,-4 1-114,3-1 0,-3 0 0,1 0 0,3 0 137,0 0 0,4-1 1,0 0-1,0 0 0,-4 1 59,-1 0 1,-3 0-1,0 0 1,3 0-117,-4 1 1,4-1 0,1 0 0,1-1 0,-2 1 0,-1 1 175,11-2 1,-2 0 0,0 1 0,3-1-159,-10 1 1,2 0-1,2 0 1,0 0 0,-2 0-1,-2 1 91,10-2 1,-3 2-1,0-1 1,0 1-96,-10 0 1,1 1 0,-1-1 0,1 1 0,0 0 52,2 0 0,-1 0 0,1-1 0,0 1 0,0 0-2,2 0 0,0 0 0,0 0 0,1-1 0,-1 1 1,2 0 0,0 0 0,1 0 0,-1 0 0,1 0 4,1 0 0,0 0 1,0-1-1,1 1 1,0 0-4,1 0 0,0 0 0,0 0 0,1 0 1,0 0-9,-10 1 0,0 0 1,0 0-1,1 0 1,-1 0-1,1 0-4,1 0 1,-1 0 0,1 0 0,0 0 0,0 0 0,0 0-8,1 0 0,-1 1 0,1-1 1,0 0-1,0 1 0,0-1 2,1 1 0,0-1 0,-1 0 1,1 1-1,0-1 0,0 1-5,0-1 1,0 1-1,0 0 1,0-1-1,0 1 1,0 0-2,0 0 1,0 0-1,0 0 1,0 0 0,-1 0-1,1 0 1,-1 0 1,0 1-1,0-1 1,0 0-1,0 1 1,0 0-5,-2-1 1,-1 1 0,0 0 0,0 0 0,2 0-1,2 0 5,3 0 0,3 1 0,1-1 0,1 0 0,-1 1 0,-1-1 0,-4 1-6,-3 0 1,-3 0 0,-2 0 0,1 0 0,0 0 0,3 0 0,-1 0 0,3 0 0,2 0 1,-1 1-1,-1-1 0,-3 0 1,-3 1 0,13-1 0,-5 1 0,-3 0 0,1 0 1,-3 0 1,-1 0 0,0-1 0,-1 1 5,11 0 0,-2 0 0,-1 0-6,-6 0 1,-1 1 0,-1-1 161,3 1 1,0 0-1,-5 0-164,0 0 0,-5 1 640,3 0 0,-19 2-610,-34 1-16,-40 1-12,7-4 1,-5 1-1,-10-1 1,-4 1-8,12-2 0,-1 1 1,-2-1-1,-6 1 0,0-1 0,-3 1-186,11-1 0,-2 0 1,0 0-1,-1 0 181,-4 0 0,-1 0 0,-1-1 0,0 1-254,-4 0 1,-2 0-1,0 0 1,-1 0 256,10 0 1,-2-1 0,0 1-1,0-1 1,-1 1 0,-2 0 1,1-1 0,-2 1 0,-1 0 0,-5 0 3,9 0 0,-3 0 1,-3 1-1,-1-1 1,-1 0-1,0 1 1,2-1-1,3 0 0,1 1 1,2-1-1,1 1 1,0-1 0,-1 1-1,0-1 1,-4 1 0,4 0 1,-4 0-1,0 0 1,-2 0-1,0 0 1,0 0-1,1 0 1,2 1 0,3-1-2,-4 1 1,2-1-1,2 1 1,0 0 0,1 0-1,0 0 1,-1 0-3,-2 1 0,1-1 0,-1 1 0,1 0 1,-1-1-1,0 1 0,1 0-2,-2 1 1,1-1 0,0 0-1,0 1 1,-1 0 0,1-1-1,0 1-1,0 0 1,-1 1 0,1-1 0,0 1 0,0-1 0,-1 1 0,1 0 0,0-1 1,0 1-1,0 0 1,-1 0 0,1 1-1,0-1 1,0 0 1,1 1 0,-1 0 0,1-1 1,-1 1-1,1 0 0,0 0 1,-1 0-4,2 0 0,-1 0 0,0 1 0,1-1 0,-1 0 0,1 1 0,0-1 2,0 1 0,1-1 1,-1 1-1,1-1 1,0 1-1,0 0 0,0 0-1,-8 1 0,0 0 1,1 0-1,-1 0 0,1 1 1,0-1 0,2 1 0,-1-1 0,0 0 0,1 1 0,0-1 0,0 1 4,2-1 0,0 1 0,0-1 0,1 0 0,0 1 0,0-1-2,1 0 0,1 1 0,1-1 0,-1 0 0,1 0 0,0 0-2,-8 1 1,1 1 0,-1-1 0,2 0 0,0 0-4,2 0 1,2-1-1,-1 0 1,2 1 0,0-1-6,-9 1 0,1 0 0,1 0 0,2 0-10,5-1 1,1-1-1,1 0 1,0 0 58,-1 0 0,-1 0 0,2 0 0,5-2-135,-15 3 1,7-3 496,2-2 0,21-6-546,47-12 97,13 1 0,8-1 34,9-2 0,4 0 11,9-3 1,3 0 20,-15 6 1,1 0 0,1-1 20,3 1 0,2-1 0,1 1 32,4-1 0,1 1 0,0-1-143,-12 4 1,1 0 0,0 0 0,1 0 153,2 0 1,1 0 0,1 0 0,0 1-253,1-1 0,0 0 1,2 0-1,5 1 269,-5 0 0,4 0 0,4 0 0,-1 1 0,0-1 1,-3 1-43,1 0 0,-3 0 0,-1 1 0,2-1 0,3 0-20,-6 2 1,2-1 0,2 0-1,0 0 1,1 0 0,-3 1-1,-2 0 9,9-1 0,-4 1 0,0 0 0,-1 1 0,2-1-12,-9 2 1,0-1-1,1 0 1,0 1 0,0-1-1,1 1-8,0-1 0,1 1 0,0 0 1,0-1-1,1 1 0,-1 0-2,2-1 0,-1 1 1,1 0-1,0-1 0,0 1 1,0 0-7,2 0 1,-1 0 0,1 0-1,-1 0 1,1 0 0,0 0-6,1 0 0,0 0 0,1 0 0,-1 0 0,1 0 0,-1 0-7,1 0 1,1 1-1,-1-1 1,1 0 0,0 1-1,0-1-2,-8 1 0,-1 0 0,1 0 0,0 0 0,1 0 0,-1 0 0,0 0 0,0 0 0,-1 0 0,0 0 0,0 0 0,2 0 0,1 0 0,2 0 2,0 1 1,3-1 0,1 0 0,2 0 0,0 0 0,1 0 0,-2 0 0,-2 0 0,-2 0-7,4 0 1,-4 0 0,-1 1 0,-1-1 0,2 0 0,2 1-1,5-1 3,-14 1 1,3-1 0,3 1 0,1 0 0,2-1-1,0 1 1,1-1 0,-2 1 0,-1 0 0,-2 0-1,-3 0 1,-4 0-1,10 0 0,-4 0 0,-3 0 1,-2 0-1,0 0 0,2 0 1,2 1 0,2-1 1,2 0 0,2 0 0,0 0 0,-1 0 0,-1 1 0,-2-1 0,-4 1-2,8-1 0,-4 0 1,-3 1-1,1 0 1,3-1 1,-3 1 1,2 0-1,1 0 1,0 1 0,-1-1-1,-2 0 61,3 0 0,0 1 0,-2-1 0,0 0 1,1 1-64,0 1 0,1-1 1,-1 1-1,-2 0 0,-6 0 1,6 0 0,-6 1 0,-8 1 1180,14 9-1162,-77 2 0,-34 2-19,6-7 0,-13 0 0,-5 1 0,6-1-7,-1 0 0,2-1 0,-6 0-2,15-1 1,-5 0-1,-3 1 1,-1-1-1,2 0 1,3-1-1,-9 0 0,5 0 1,-1-1-1,-7 1-63,10-1 0,-3 0 0,-4 1 0,-2-1 0,1 1 0,0-1 0,4 0 69,-1 0 0,2 0 0,1 0 0,-1-1 0,-1 1 0,-3 0-113,10-1 0,0 0 1,-2 1-1,-2-1 0,0 1 1,0-1-1,-2 1 0,1-1 1,-1 1 112,2-1 0,-2 1 0,-1-1 0,0 1 0,0-1 0,-1 1 0,2-1 0,-1 1 0,2-1 0,2 1 3,-6 0 1,3-1-1,1 1 1,1-1-1,-1 1 1,0-1-1,-3 1 1,-1 0-5,7 0 0,-2-1 0,-1 1 0,-2 0 0,0-1 0,-1 1 0,1 0 0,1 0 0,0 0 0,3 0 0,1-1 0,-6 2 0,1-1 0,2 0 1,0 0-1,2 0 0,-1 0 1,0 1-1,0-1-2,-1 0 0,1 1 0,0-1 1,0 1-1,-1-1 0,-1 1 0,-2 0 1,-2 0-2,6 0 0,-2 0 1,-3 1-1,0 0 1,-2-1-1,0 1 1,0 0-1,1 0 1,1 0-1,1 0 0,3 0 4,-2-1 0,3 1 0,1-1 0,0 1 0,1-1 0,0 0 0,-1 1 0,-1 0 0,-2 0-2,3-1 0,-3 1 0,-1 1 0,-1-1 0,-1 1 0,1-1 0,0 1 0,1-1 0,1 0 0,3 0 0,2 0 0,-11 2 0,4-1 1,1 0-1,1 0 1,2-1-1,-1 1 1,0 0 1,2 0 1,0 0 0,0-1 0,0 1 0,0 0 0,1 0-1,1 0 1,-7 0 0,1 1 0,0-1 0,0 1 0,1-1 0,1 1 4,3-1 1,0-1 0,1 1-1,1 0 1,0-1 0,0 1 4,-5 0 0,0 0 0,1 0 0,1 0 0,1-1 5,-7 1 1,0 0-1,3 0 1,1-1 9,7-2 0,1 1 0,2-2 0,2 1 3,-5-1 0,2 0 0,4-2 260,-6-1 0,7-2-266,-3-11 1213,51-11-1280,46-12 17,-5 12 0,7 0 15,-9 4 0,4 0 0,1 0 5,9-3 1,1 0 0,3 0 9,-11 4 1,2 0 0,1 0 0,0-1 4,5 0 0,1 0 0,1 0 0,1-1-152,-10 4 0,0 1 1,1-1-1,2 0 1,4 0 155,-7 2 0,3-1 0,3 0 0,1 0 1,1-1-1,-1 1 0,-1 0 0,-1 1-179,7-2 1,-2 1 0,-1 0 0,1 0 0,1 0 0,3-1 169,-10 3 1,2 0-1,1-1 1,2 0-1,0 0 1,0 1-1,-1-1 1,-1 2 0,-3 0-2,6-1 1,-3 1-1,0 1 1,-2 0 0,1 0-1,0 0 1,1 0-7,3 0 0,-1 0 0,2 0 0,-1 0 1,0 0-1,1 1 0,0 0-26,1-1 1,0 2 0,1-1-1,0 0 1,0 1 0,0 0-1,0 0-60,-7 1 1,-1 0 0,0 1 0,0 0 0,1-1-1,1 1 1,1 0 0,2 0-894,-2 1 1,3 0 0,1 0 0,2 0 0,0 0 0,0 0 0,-1 1 0,-2-1 0,-2 1 0,-2 0 854,4 0 1,-2 0 0,-2 0 0,-2 0 0,0 1 0,0 0 0,1-1 0,1 1 0,3-1 0,1 1 0,-2 0-1,-4 0 1,-5 1 0,-8 0 0,10 0 0,-1 1 0</inkml:trace>
  <inkml:trace contextRef="#ctx0" brushRef="#br1" timeOffset="164067">10530 12266 19893,'-13'-42'311,"1"0"1,1 4 0,3 8-200,5 19-56,3 3 1163,-1 4-1387,3 2 437,2 4-594,4 4-3140,2 4 2349,4 5-6027,9 13 7143,-2-1 0,-3-4 0,-8-9 0</inkml:trace>
  <inkml:trace contextRef="#ctx0" brushRef="#br1" timeOffset="164232">10640 12588 18392,'10'3'2873,"-1"-1"-2055,-9-2 1534,0 0-6626,9 71 4213,-10-39-245,0 22 1,-2 1-2095,-13-12 1106,3-12 1,-1-1 1202,-16 23 0,13-24 1,-1-1-1</inkml:trace>
  <inkml:trace contextRef="#ctx0" brushRef="#br1" timeOffset="164858">12695 12063 18644,'-21'-50'1267,"-1"0"1,2 4 0,-1 9-842,-11 21-1479,-3 5 1405,-3 6-55,-2 4-56,-1 7-45,-1 5-3421,-1 10 3354,0 5-34,1 8 4,15-4 0,0 1-60,-10 21-936,15-17 1,2 1 913,0 18-1,6-1-263,8-1 252,4-3-8,15-9 1,4-1 2,9 9-9,0-12 1,3-4-3,17-5 5,5-4 6,5-4 664,1-4-653,0-4 1,-4-5 597,-6-3-525,2-9-11,-21-1 112,-3-17-118,-21 5-5,-7-8 0,-6 6-12,-7 0 0,-4 0 2364,-18-4-2341,-12 4-40,-1 4 76,-1 8-86,16 7-1146,1 4 1140,3 2-17,3 3-61,3 4 39,5 2-18,6 1-16,5 1-89,5 1-500,9 9-128,5-5-615,9 6-1245,5-9-4066,7-2-1002,0-2 7350,0-4 1,-14-4-1,-6-3 1</inkml:trace>
  <inkml:trace contextRef="#ctx0" brushRef="#br1" timeOffset="165165">13720 11900 25421,'-55'28'63,"1"0"1,5-3 0,2 4-20,1 13 1,4 2-2730,14-17 1,0 1 2695,-17 14 1,3-1 5,2-3 222,6-5-200,7-4 438,8-4-472,6-4 51,7-3-44,21 4-18,0-9-33,18 0 5,-1-10 2576,4-2-2777,27-3 34,-12 0 486,-16 1 0,0-1-722,15-3-274,2 0-404,0-2-812,2 0-2989,-16 1 1,0 0 3827,12-1 0,0-2 1,-36 8-1</inkml:trace>
  <inkml:trace contextRef="#ctx0" brushRef="#br1" timeOffset="165482">14624 11815 19266,'-5'-4'3881,"1"1"-1170,4 3-2543,1-64-548,8 45 438,-5-17 1,3 4 200,12 27-175,0 2-28,0 1-11,1 6 11,1 2-45,-1 7 91,1 3-96,-1 6 10,-1 3-4,-1 6 4,-2 4 1,-1 5-690,-3 3 679,-2 3-6,-2 5-2929,-2 2 2901,-1 3-28,0 1-293,-1-1 181,-1-3-84,0-3-670,-2-5 148,0-3-391,-3-5-924,-2-5-2996,-3-4 5085,-6-3 0,6-12 0,0-3 0</inkml:trace>
  <inkml:trace contextRef="#ctx0" brushRef="#br1" timeOffset="165632">14689 12302 22159,'-14'-46'479,"0"0"1,1 4 0,4 6-255,12 13-63,3 2-44,6 1-34,5 2-45,6 1-56,7 4-89,6 1-174,8 3-1175,7 2-673,6 1-7703,-3 3 9171,-6 0 0,-23 2 1,-10 0-1</inkml:trace>
  <inkml:trace contextRef="#ctx0" brushRef="#br1" timeOffset="209140">16074 11945 21315,'0'-6'628,"0"1"918,0 5-1361,5-61 0,-4 40-191,2-13 0,0 4-55,-3 23-102,0 6-156,0 2-291,0 3-528,0 4-4401,3 15 5539,-1 0 0,1-2 0,-2-8 0</inkml:trace>
  <inkml:trace contextRef="#ctx0" brushRef="#br1" timeOffset="209318">16090 12383 22300,'-13'54'-24,"0"-1"0,0-3 0,0-6-385,-5-5-594,-8 4-1423,-5 5-3209,-6 3-3670,-1-3 9305,5-7 0,14-19 0,8-9 0</inkml:trace>
  <inkml:trace contextRef="#ctx0" brushRef="#br1" timeOffset="209865">17675 12062 19619,'5'-44'722,"1"1"0,-1 3 1,-6 9-330,-13 19-80,-6 4-55,-4 2-45,-4 4-57,-2 3-4,-2 3-24,-1 3-21,0 4-905,1 2 865,2 2-22,3 1-12,3 1-5,5-1-17,4 1-5,5 1 281,5 0-276,2 0 147,5 0-152,4 1 11,5-2-17,6 1-167,4-1 173,4-1 5,3 0-6,2-1 7,2-1-7,-1-1 1,0 1-1,-2-1-334,-2 0 329,-3 0 0,-5 0 11,-5-1 0,-6 1 11,-9 5 1,-6-4-18,-9 5 7,-6-6-1,-7 1-39,-3-3 28,-4 0-492,-2-4 425,-1-1-62,0-2-151,0-2 327,3 0-1039,4-3-984,4-2-3194,5-3-3540,7-2 8710,5-2 0,6 5 0,3 2 0</inkml:trace>
  <inkml:trace contextRef="#ctx0" brushRef="#br1" timeOffset="211273">18094 11942 22902,'-17'34'22,"0"0"0,1-2 1,3-4-6,7 2-6,-1-1 6,-1 0-6,-1-1-11,-1-3 17,0-1-1,-2-5 613,1-1-590,1-3 269,-2-1-196,5-6 125,0-2-119,5-6 304,1-1-378,1-4-4,0-4 4,1-4 18,2-4-6,2-4-28,3-3 22,3-4-10,2-3 10,2-1 0,1 1-652,2 0 653,0 3-6,0 2 27,-1 5-32,0 3-7,-1 4-5,0 1-5,0 4-12,-1 1 6,1 4-6,0 3-22,-1 0 16,1 5 6,-2 1-5,0 6-6,-1 3 6,-3 2-12,0 3-3164,-4 2 3176,-1 2-104,-3 3 109,-1 0-5,-2 1 10,-2 0-4,-2-2-7,-2 0 1,1-4-1,-1-3 442,1-5-408,1-3 124,0-4-57,3-2 3327,0-3-3361,2-5 121,1-2-170,3-6-7,2-4 1,4-4 6,3-2-7,3-5-4,3-1 16,14-13-17,-7 11-3403,12-7 3392,-11 17 0,0 5-484,-2 5 484,-3 2 0,-2 5-11,-2 1 5,-3 3 6,-1 2-2104,0 3 2093,-2 4-390,0 2 356,-2 2 1750,0 2-1800,-2 2 57,1 10-416,-1-4-140,2 7-184,0-9-185,2 0-197,1-2-196,2-3-1723,2-2 1589,3-3-331,1-4 673,3-3 269,2-3 443,2-2 312,0-5 197,-1-3 1277,20-22-454,-18 8 129,14-17 2011,-23 15-2021,-1-1-130,-2 0-113,-1 0 682,-2 1-333,2-10-640,-6 10-55,1-5-2168,-8 12 2078,-1 4 2426,-4 2-2494,-9 5-178,0 4-23,-9 7-11,2 5-5,-3 3-12,-2 3-11,0 4-2274,0 2 2251,1 3 2269,2 1-2262,-3 14-12,8-10 0,0 9 5,9-15 1,3-2-6,2-2 5,4-3 1,2-3-2263,4-4 2274,2-3-1,1-3 1,4-3 6,0-3-12,3-4-77,1-4 89,2-5 50,11-14-29,-8 5 18,6-12 5,-11 9 2228,-3 0-2211,-2 3 11,-3 1 17,-1 4 22,-4 3 6,-1 3-16,-3 5 3355,-2 2-3446,-1 4 194,-4 0-215,-1 6-12,-2 2 11,-2 6-6,-1 2 12,-5 12-17,5-4 0,-1 9 6,7 1-1,2-7 7,3 6-18,2-11 17,5-2-16,3-1-1,2-3-3386,3-2 3392,2-2-1253,0-4 1253,3-2-789,1-3 778,3-4-353,1-3 370,2-5-1,3-4 12,0-6 634,16-16-640,-22 11 1,-1-2-1,0 0 0,-1-2-78,0-2 0,-3-1 78,10-20-3,-16 24 1,1-1-681,0-1 0,1 0 678,-1-1 0,1-2 2,6-13 0,1-1-5,-6 14 0,-1-1 0,5-8 0,-1 0-160,-4 8 0,-2 2 168,5-15 657,-1-4-651,-14 23 5,-2 8 1925,-3 5-1930,-2 6 0,-3 4-12,-2 4 1,-3 3 5,-2 5 2892,-13 14-2903,-6 17-3,10-9 1,0 2 155,3-2 0,1 0-153,0 3 0,1 0 0,-4 19-17,1 4 6,8-14 0,2 2-312,2 1 1,1 1 319,0 0 0,1-2 0,5-3 0,2-2 3,8 10-11,6-4 0,6-2 5,3-4-10,5-5 10,1-5-17,1-10 1,2-3-849,10 1 865,-10-6 1,-1-2-7,4-10-27,15-13 28,-11-3 5,13-13 6,-25 7 0,-2-2 0,17-18 3,-15 12 0,1-3 22,1-5 0,1-5-625,-4 2 1,1-3-1,-1 1 600,-5 8 0,0 1 0,0 0-72,3-8 0,-1 0 0,-3 5 80,-7 9 1,-3 3-1808,6-24 1821,-9 7 17,-7 6 415,-9 7-359,-14-1-56,-1 14-16,-8 1-177,7 14 187,1 3-16,1 6 1923,2 5-1951,-7 21-1918,8-2 1924,-6 16 5,8-5 0,0 7 181,-1 5-181,1 6-3,7-26 1,2 1-392,-1 1 0,2 0 385,-1 1 1,1 1-9,1-1 0,0 0-3,2-1 1,0 0-12,2-1 0,0 0-39,2-1 0,2 0 1208,7 27-1603,8-2-997,8-5 364,6-4-650,7-4-3168,-10-20 1,0-2 3790,10 6 1,0-2-1,-27-21 1</inkml:trace>
  <inkml:trace contextRef="#ctx0" brushRef="#br1" timeOffset="211498">21161 11693 20252,'-4'-3'2879,"1"2"-897,3 1-2055,68-39-2634,-17 36 2228,-5-15 0,1 3-1509,7 28-3176,-17-1 5164,3 4 0,-19-7 0,-1 0 0</inkml:trace>
  <inkml:trace contextRef="#ctx0" brushRef="#br1" timeOffset="211667">21202 12066 21732,'55'-27'-614,"0"1"0,-10 3 0,-3 5-3567,11 5 4181,-10 4 0,-21 3 0,0 2 0</inkml:trace>
  <inkml:trace contextRef="#ctx0" brushRef="#br1" timeOffset="212485">22727 11482 22582,'-7'-39'688,"1"0"1,-6-23-549,4 61-28,-2 7 23,-3 3 27,-3 10 12,-5 6-12,-3 7-892,-6 7 837,-2 7-684,-5 5 602,18-23 1,0 1-820,-1 1 1,0 0 807,1 2 0,0 0-3,0 1 0,0 0-5,2 0 0,1 0 2,0 0 0,2 0-5,1-1 0,2 0-506,-5 29 520,9-5-39,12-3 27,10-6 1,13-3-1712,8-6 1711,8-3 12,5-5 317,1-6-303,-15-12 0,-1-3 2,15 0 1,10-4 5,-28-12 1222,-4-5-1211,-5-7 12,-3-4-23,-6-3 28,-3-3-16,-5-1 10,-3 1 1,-9 0-16,-5 1 4,-10 2-176,-28-4 160,5 10-20,11 9 0,0 1-54,-23 0 35,-2 4-528,-1 3 29,1 6-1344,3 4 1848,-2 7 0,27-6 0,4 1 0</inkml:trace>
  <inkml:trace contextRef="#ctx0" brushRef="#br1" timeOffset="213366">3297 15547 15540,'-6'-55'860,"0"1"1,1 4-1,-3 6 31,-14 3-560,2 12-85,-9-3-50,4 16 1815,-17 4-1882,8 13 0,-1 3-68,-22 4-350,21 2 0,3 4 328,-3 10-28,2 5 0,4 3 611,4 5-628,10-7 0,2 1-507,-6 17 513,9-16 0,1 1 0,1 11-712,3 11 695,4-17 885,23 14-846,-4-35-5,20 3 46,1-29-7,-8-3 25,-1-13 0,-1-5-8,0-10 574,-8 7-1,0-3-531,-8 1 0,-1 1-14,6-19-48,-8 17 0,1 2 54,1-11-6,0 3-22,-2 6 10,-1 3 935,2 1-951,-3 13-45,0 2 46,-4 13-57,0 3-11,-1 6-1,2 4 6,-2 8-11,1 3 17,-2 8 6,-2 24-18,-2-9-457,-1-1 0,-1 1 452,-2 10-17,3-17 0,0 0-100,0 14-3128,3-1 2572,3-3-598,4-3-1283,6-4 2554,7-1 0,-7-19 0,0-1 0</inkml:trace>
  <inkml:trace contextRef="#ctx0" brushRef="#br1" timeOffset="213531">3987 15564 22677,'-6'-1'3131,"1"0"-10755,5 1 7624,-25-33 0,18 24 0,-18-24 0</inkml:trace>
  <inkml:trace contextRef="#ctx0" brushRef="#br1" timeOffset="214157">6309 15171 25858,'-16'48'129,"5"-1"-759,19-9 641,0 4 215,-1 5-209,-1 5-1295,-4 4 1250,-2 3-11,-6 1-73,-5 1-62,-6 0-100,-5-3-203,2-18 1,-3-1 92,6-10 1,-2-1-1102,-7 8 1,-1-2-90,-15 9-3342,13-18 1,0-2 4897,-9 6 0,1-3 0,27-20 0</inkml:trace>
  <inkml:trace contextRef="#ctx0" brushRef="#br1" timeOffset="214517">6732 14628 22314,'-46'28'186,"1"0"1,3-2 0,7-1-81,14 2-44,3 0-17,4 0 678,3 6-690,7-3 242,12 3-247,4-13 0,11-7 12,-1-9-1,3-2-585,2-5 596,0-2 6,0-4 6,-3-2-55,-2-2 88,-6-2 40,-5 1 179,-3-12-168,-4 6-29,-2-8-16,-5 8 5,-2-1-16,-1 2-12,-4 1-10,0 2-7,-2 3-16,0 3-23,-1 3 1,0 3 674,2 2-691,1 1 449,2 4-461,0 2-27,3 4-365,0 10-275,2-1-598,3 7-1110,5-4 1533,5 3 0,-3-11 0,0-1 0</inkml:trace>
  <inkml:trace contextRef="#ctx0" brushRef="#br1" timeOffset="214752">7162 15040 16462,'-48'1'351,"0"1"0,5-1 0,10-2 2080,21-2-2375,8-4 1406,4 1-1451,7-2 0,7-1-11,9 0 11,7-1-33,7 1-73,-4 2 0,1 2-875,19-3 742,-16 3 1,1 2-478,14-1 1781,1 2-3420,-15 3 0,0 0-3811,21 4 5693,-17-1 0,-3 1 0,-9 1 0,-1-1 0</inkml:trace>
  <inkml:trace contextRef="#ctx0" brushRef="#br1" timeOffset="214916">7182 15363 19961,'36'-23'-457,"-1"0"1,1 0-1,15-10 1,-3 7-443,-15 17 0,-1 3-1179,1-2 1,1 1 2077,6-2 0,-3 1 0,4 0 0,-2-1 0</inkml:trace>
  <inkml:trace contextRef="#ctx0" brushRef="#br1" timeOffset="215205">8367 14810 21663,'-7'-3'3349,"2"1"-2710,5 2 907,0 0-1434,-31-61-1813,32 40 1732,-12-14 0,6 2 25,32 20 356,5 1-362,4 2-22,3 1-6,1 3 34,-1 3-33,-2 2-12,-1 5 6,-3 4-45,-3 6 45,6 17 138,-11-3-172,5 14 17,-12-5-2938,-3 3 2938,0 6 12,-4 3-1034,-7-10 0,-1 1 955,-1 23-320,-3-21 1,-3 0-79,-4-2 1,-4-1-567,-8 20 171,5-23 0,-1 0-2540,-10 6 3400,-5 0 0,15-21 0,-1-2 0</inkml:trace>
  <inkml:trace contextRef="#ctx0" brushRef="#br1" timeOffset="215388">8412 15177 24200,'-39'-20'439,"-1"0"0,3 2 0,11 1-221,27 2-173,9 3-17,12-4-11,11 4-9,-1 3 1,4 0-60,25-3-1974,-22 5 0,6 0 0,-3 1 1677,0 1 1,0 1-412,16-2 1,0 1-1059,-15 2 0,-2 1 1817,8-1 0,-4 1 0,4 0 0,-3 0 0</inkml:trace>
  <inkml:trace contextRef="#ctx0" brushRef="#br1" timeOffset="215950">6815 15989 9365,'-48'7'552,"-1"0"0,1-1 0,-16 3 0,12-3 3121,28-6-3393,26-7-72,24-3-40,22-5-643,-15 5 1,3 1 505,5-1 0,4-1 13,7-1 1,6-2 0,-1 2-171,-10 2 0,-2 1 0,4-1 137,-1 0 0,3-1 0,0 1 1,-2 1 117,2-1 1,-2 1 0,3 0-119,0 0 0,5 0 1,0 0-1,-3 0-379,3 1 1,-3-1 0,3 1 365,-5 0 1,4 1-1,-2-1 1,-3 1 3,-2 1 0,-3 1 0,0 0-14,-1 1 1,0-1 0,0 1-19,-2 0 0,-1 1 1,2-1-55,13 1 0,2-1 0,-1 2-833,-2 0 0,-1 0 0,0 1-426,-1-1 1,-1 1 0,-1 0 1342,-4 2 0,-1 0 0,-8 0 0,7 0 0,-7 2 0</inkml:trace>
  <inkml:trace contextRef="#ctx0" brushRef="#br1" timeOffset="216222">6512 16218 14838,'43'-20'303,"-1"1"1,0-1-1,-1 2 1,-1 0 0,-2 4 159,3 3 1,-2 3-347,5-1 1,1 0 160,4-1 1,0 0-212,4 0 1,1 1 30,3-1 0,1 0-42,2 0 0,1 1 0,0-1 0,1 1-15,-20 4 0,-1-1 0,3 0 329,14-2 1,3 0 0,-3 1-328,-13 1 0,-2 1 0,2 0-111,6-1 0,4-1 0,0 1 1,-6 1 95,8-2-1,-3 1-5,-9 2 1,1-1 0,-4 1 105,-2 0 1,-4 1-99,-2-1 1,-2 1 551,25-1-548,-11 0 514,-11 3-531,-9 0 2347,-10 1-2397,-10 0 1189,-8 2-1951,-9 0-1569,-8 0 2364,-10 0 0,14-1 0,-2 0 0</inkml:trace>
  <inkml:trace contextRef="#ctx0" brushRef="#br1" timeOffset="248424">20220 2704 24575,'20'0'0,"5"0"0,7 0 0,8 0 0,10 0 0,9 0-792,3 0 792,-28 0 0,0 0 0,1 0 0,-2 0 0,27 0 0,0 0 0,-6 0 0,-5 0-113,1 0 113,-5 0 0,-3 0 0,0 0 0,-2 0 0,-7 0 0,-5 0 0,-4 0 787,-6 0-787,-2 0 118,-2 0-118,-3 0 0,-2 0 0,-1 0 0,-2 0 0,-2 1 0,-2 1 0,-5 1 0,-5 1 0,-4-1 0,-7 0 0,-8 2 0,-8 0 0,-13 3 0,-6-1 0,22-4 0,-1 1 0,-2 0 0,-1-1 0,-2 0 0,0 0-231,-1 1 1,0 0 230,4-1 0,1 0 0,0 0 0,0 0 0,-26 3 0,-1 1 0,-2-1 0,8-2 0,4-2 0,10-2 0,7 0 0,6 0 0,7 0 0,3 0 0,2 0 0,5 0 0,5 0 0,3 0 0</inkml:trace>
  <inkml:trace contextRef="#ctx0" brushRef="#br1" timeOffset="249583">22436 2604 24575,'0'-3'0,"9"0"0,10 3 0,27 0 0,-13 0 0,2 0-1130,10 0 0,1 0 1130,3 0 0,0 0 0,2 0 0,0 0 0,2 0 0,2 0 0,-1 0 0,1 0 0,5 0 0,0 0 0,-4 0 0,-1 0 0,-6 0 0,-2 0 0,-3 0 0,-1 0 82,-8 0 0,-1 0-82,26 0 0,-4 0 0,-8 0 0,-2 0 0,-9 0 0,-7 0 0,-9 0 0,-6 0 1685,-3 0-1685,-4 0 411,0 0-411,-5 0 0,0 0 0,-3 0 0</inkml:trace>
  <inkml:trace contextRef="#ctx0" brushRef="#br1" timeOffset="306902">21183 1023 22576,'19'-26'650,"-3"5"-488,-16 21 79,-1 1-168,-3 1 16,-7 3-16,-13 4-39,-2 0 27,-24 6-16,13-5-11,-15 3 61,-9-3-365,15-2 362,7-4 1,2-1 2,-3-1 23,-8-1 145,16-4-112,13 0-11,-2-2-17,11 0-22,3 0 0,1 0-17,2 2 315,1 0-360,1 2-78,1-1 28,0 7 11,1 2 22,0 5-16,0 1 22,0 13-28,1-5-3386,-1 10 3391,0-8 18,0 24-7,0-18 1,-1 18 6,0-27-12,-1-1-6,0-4 1,-1-3 16,1-2 46,-1-3 32,1 0 3421,-2-1-3207,-2 1-157,1-3-12,-1 0-22,2-3 85,-2-1-119,2-2-38,-2-2 5,3-1-17,-1-2-6,2 0 7,1-1 16,0-3-51,1 3 6,2-3-11,1 3-5,2 2 16,3 0 0,1 2-22,11 2 0,-5 0-40,20 5 40,-12 1 11,10 3 0,-9 3 0,0 0-11,-1 3 11,-2 1 6,-2 2-18,-3-1 1,-2 2-11,-5 0 11,-4 0 16,-6 9 1,-6-7-3443,-17 16 3392,0-15-33,-13 7-57,5-9-33,-2-1-301,-2-1 71,1-2-201,-1-1-1647,-11 1 145,14-5-2872,-6 0-3888,20-7 9357,5 0 0,7-2 0,4 0 0</inkml:trace>
  <inkml:trace contextRef="#ctx0" brushRef="#br1" timeOffset="307299">20955 903 16710,'-7'-47'982,"1"-1"0,-1 4 0,-3 8 15,-11 14-532,-8 3-84,-4 3-4070,-9 5 3941,-6 4 162,-7 3-985,10 9 0,-2 2 661,10-1 0,0 1-711,-14 7 0,0 2 699,14-1 1,0 2-127,-17 14 1,0 4 103,13-7 0,1 2-26,5-3 0,-1 2 0,3 0 12,-1 3 0,1 5 149,-1 8 1,0 8-1,3 1-165,7-7 0,5 1 1,-1 2-19,1-6 0,-1 1 1,2 1-1,4-2 7,3 5 0,5-3 0,4 2-6,7 2 1,4 0-1,2-2-6,4 7 0,4-1-5,0-8 0,4 1 0,2-5-9,10 0 0,4-5 401,2-3 0,7-1-401,2-8 0,5-1 0,-1-3 12,-11-5 1,-1-2 0,5 0-232,10-2 0,8 0 1,0-1-1,-6-3 241,-8-3 0,-3-1 0,3-3 2,-3-2 1,5-1-1,1-2 1,-2 0 0,-5-1-138,3-2 1,-5 0 0,2-2 134,13-5 0,2-1 0,-5-2 106,0-4 0,-5-2-75,0-2 0,-3-1 0,-4-2 0,-3-1 0,-3-1 0,-3-3-6,-4 0 1,-3-3-9,-4-1 0,-3-2-3,-2-1 0,-3-2-3,-1 0 1,-4-4-5,-3 3 1,-2-4 0,-1 3-287,0-8 0,-1 0 275,-3 7 1,0-2-1,-3 4 4,-4-3 0,-3 3 155,-2 1 1,-4 1-159,-3 1 1,-4 2 345,-1 2 1,-7 2-357,-2 6 0,-6 0 0,0 3-6,-7-3 0,-5 2-66,5 8 0,-6 0 1,-1 1-1,4 3 25,3 4 1,2 2 0,-1 2-46,-16-3 1,-2 1 0,2 3 39,15 2 1,2 2 0,-3 2 53,-6 2 0,-5 2 0,1 1 0,8-2 0,-1-1 0,3 0 0,0 4 0,0-1 0,0 0 0</inkml:trace>
  <inkml:trace contextRef="#ctx0" brushRef="#br0" timeOffset="312158">23432 1185 32767,'-12'-50'-2751,"2"11"790,8 39 4275,1 0-708,-1 0-814,-1 0-792,-2 0 0,-3 0 0,-2 0 0,-5 2 0,-3 0 0,-4 2 0,-3 0 0,-2 1 0,-15 3 0,10-2 0,-9 3 0,14-5 0,3 0 0,2-1 0,5-1 0,3-1-352,4 0-411,3 0 422,2 0-20,2 1 180,1 0-269,0 2-24,-1 5 111,-1-2-150,0 5 309,0-1-263,0 0-15,0 1-336,-1 0 292,1-1 73,-1 0 109,1 0-63,0 0 50,0 0 208,0-1-136,1 1 198,0 1 34,0 6-50,0-4-7,0 6 11,2-8 9,0 0-14,1-1 154,0-1 0,0 0-10,0-3 100,0 0 162,0-3-50,0-1 717,0-2-862,0-7-29,0 1-5,1-7 17,2-2-68,2 2-11,3-3-11,1 4 6,1 2-1,2 0 7,1 3-12,1 0 11,2 2-11,2 2-6,2 1 1,1 1-12,2 2 11,1 3 6,0 2 0,0 3 0,1 1-5,0 2 5,0 0-6,-2 2-5,0 1-17,-3 0 5,-2 0-21,-5 6 27,-6-4-6,-8 5-21,-10-4-12,-11 0-62,-9 2-28,1-6 0,-2 0-1574,-21 8 1571,16-8 1,0-2-300,-18 5-168,1-2-213,3-3-252,4-2-532,5-3-1742,8-3 3355,6-3 0,14-1 0,3-1 0</inkml:trace>
  <inkml:trace contextRef="#ctx0" brushRef="#br0" timeOffset="312532">23241 934 15429,'0'-9'2974,"0"2"-1943,0 7-157,-24-60-2953,9 38 2320,-2-13 0,-3 2 173,-4 20-83,-4 4-56,-5 3-51,-4 4-62,-4 5 167,-5 7-239,8 5 0,-1 4-73,7-2 0,1 2 33,-12 9 0,0 2-806,12-2 0,1 0 806,0 2 0,1 2-14,2 2 1,0 0-1,2 2 1,1 0-9,2 1 0,2 0-3,2 0 0,2 2-38,2-1 0,1 1 30,3 0 0,1 1-6,2 0 0,2 0-5,1 0 0,2-1 8,1 0 0,3 0 0,8 13 0,6 0-3,-3-14 0,4-2 3,11 10 0,4-3 3,-2-17 0,3-4-1,4-1 1,5-2-10,2-5 1,6-2 0,-2-2 0,11 2 0,1-4-328,-6-1 1,3-2 0,-3-1 347,7-3 0,-1-3 11,-2-1 0,2-3 33,-10-3 1,2-1 0,-2-2 3,3-3 0,-1-2 13,-9 2 1,-1-2-1,-3-1 55,-5-3 1,-3-2-8,-4-1 0,-1-3-19,-4 1 0,-2-3-16,-4 1 1,-1-5-27,-5-9 1,-2-6 0,-1 3-66,0 0 0,-3-1-6,-4-11 1,-3-6 0,-3 7-54,-3 14 1,-4 2-20,-7-1 1,-7-2 0,0 5-24,-3 6 1,-5 4-18,-14-7 0,-5 4-66,6 14 1,-1 6-184,-6 1 1,-2 3-1023,-5 3 0,-1 2-3364,2 3 1,2 2 4741,4 0 0,4 1 0,-5 2 0,23-1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70F85-C61B-D956-DBEB-76F53A476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82333-844A-A272-1C08-870E41EF06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B0B5-7023-D05F-0EE2-07647827E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88C72-908C-2DBC-1D8B-34F9A03F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D585B-EEF6-FE1D-6495-FAB8C5DF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9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3815-CDC3-1E90-8A55-616D46A3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E450-A601-D2D3-F1D6-067F5DE51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5132A-2D12-AA5C-A9ED-6C43051DB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7961-5460-98D6-C84C-AE6914A61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A5026-9B10-6D1F-5226-5A558636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74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6BDD4-B738-7EC8-FDCD-856A6FDFA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A7DE3-87A3-1631-8E1E-E996807F4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4E0F8-76E8-DBFA-4F6B-1508C141E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70BAA-0D81-67EA-61D2-659D0B50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58AA6-8370-2F46-6803-B7EDAAF0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54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4BAA-0872-5505-CB0A-2DE765F5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75A37-B7CB-753F-8895-7E2D69801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621D5-87E4-CA81-C173-39415DBFF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2574A-4AB7-77E4-FDCF-A25FDCAD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53FB3B-5832-98B8-7C37-7854B06E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33BF8-E1A9-800A-A2A2-6DD111A7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2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0329-D5AD-0005-3E55-800F0F1C9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F2ED7-2B39-80A6-E32C-215F2676B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C4F55-CCCA-2181-228C-9D3BDE468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7DE9D4-D544-796D-C489-EB2D1DD2A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A76B26-831A-6451-FA2A-6568CDBFD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17A07C-8466-6225-A5BF-3CACFE2C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9BBA0-CE57-2736-8097-2E93864C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868229-F5B8-C49D-7DB3-DEEF201F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79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B141-E5E9-7CC1-DD7E-AD2795D0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935E4-97E4-A37B-6127-1574C263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DE3E6-6827-671A-1F9A-D53B88C4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70552-4865-FDC6-AE42-2C31DCF6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9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F799C-28A1-B070-3A35-88ECF72B8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A6B6D-3907-AF42-DA43-C5D5E5BF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DB6F7-C3EC-E712-04FA-441805A1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6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36B2-6E4B-CC44-F395-6A5416A43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2A59B-C9C5-D6E5-B494-561471CE2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77741-2A96-24E5-A18E-0D98BCD00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1A4F4-5283-B6A4-105B-ED3B89EC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444BF-B5C4-8084-4B84-3CDB8DB4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1CACF-1DED-B161-F38E-31A3FE4A4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7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E5A54-2A2B-2119-BC57-9115C76D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BBE98-2E77-9002-4C55-458306034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0EE6B-0D9A-1EE9-7C4C-7632BF1C2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2FB50-599A-62DB-0C2C-6F14AAE9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5CC00-5744-3A60-2D08-86C37EB23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774D5-F0B7-B3B3-2ED6-DE32D58A0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9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EBB95-7C0A-BA14-3E98-B3E94FF9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D42B21-E30E-B5BA-96B1-3F3950748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F0D4-320E-00C7-B1E9-43C117AE8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F1C49-AE31-BBF0-038C-2C2262C50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159C-D084-1FE1-16A1-BC89B89E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3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6C4DD-9B72-8186-8B17-E7720F63A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AC22A-4283-1DC2-454D-7B747645D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349D6-A910-EB77-3B0D-B04CEAE8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F6F59-04B5-3046-7037-0B035C32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AD1C4-1788-3BBC-85ED-A9EE84D92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5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487E2-ED5B-305F-4CC4-76D5AF08C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9FD6D-D105-A6A1-3B0E-C2109B345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FC3BF-6F7C-5554-BE57-B288066BB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1C3FF-6DC1-8042-9F16-CEA849412F03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18CFA-2EA2-CEA3-E67A-0B160C397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084C5-0AA6-9FF8-75D8-FF3BF3249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CEF9D-EE43-104D-8277-56C6303B6A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9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347380-5F6B-8650-9D3C-E692A34FAD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169866-1AEB-B8ED-CC02-CF069AE472F5}"/>
                  </a:ext>
                </a:extLst>
              </p14:cNvPr>
              <p14:cNvContentPartPr/>
              <p14:nvPr/>
            </p14:nvContentPartPr>
            <p14:xfrm>
              <a:off x="337320" y="758880"/>
              <a:ext cx="2184480" cy="703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169866-1AEB-B8ED-CC02-CF069AE472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960" y="749520"/>
                <a:ext cx="2203200" cy="72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7332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C20F8A-BA88-3B6F-95F6-373B71A35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51C332-D5FF-F717-BCDF-5D0C54F3B9BF}"/>
                  </a:ext>
                </a:extLst>
              </p14:cNvPr>
              <p14:cNvContentPartPr/>
              <p14:nvPr/>
            </p14:nvContentPartPr>
            <p14:xfrm>
              <a:off x="276120" y="839520"/>
              <a:ext cx="9895680" cy="5381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51C332-D5FF-F717-BCDF-5D0C54F3B9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760" y="830160"/>
                <a:ext cx="9914400" cy="540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8452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00BB7-AE05-1422-9456-26586BEC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554CDEC-153F-97D2-9263-B9B0317BE0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C83D48-167E-5B7E-C8D9-1B791BEE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58FC2A-D51D-C810-4F74-AD024E108D10}"/>
                  </a:ext>
                </a:extLst>
              </p14:cNvPr>
              <p14:cNvContentPartPr/>
              <p14:nvPr/>
            </p14:nvContentPartPr>
            <p14:xfrm>
              <a:off x="182520" y="150840"/>
              <a:ext cx="10121760" cy="6559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58FC2A-D51D-C810-4F74-AD024E108D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160" y="141480"/>
                <a:ext cx="10140480" cy="657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8566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DE672-9C0E-2EA7-E126-90F99A750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232182-B597-9198-9E5F-82BFDB80E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E101E4-62A2-1545-D760-7A1DFAE6FE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401158F-E1E2-F2CE-8F5F-A8A8714F74DC}"/>
                  </a:ext>
                </a:extLst>
              </p14:cNvPr>
              <p14:cNvContentPartPr/>
              <p14:nvPr/>
            </p14:nvContentPartPr>
            <p14:xfrm>
              <a:off x="512280" y="489600"/>
              <a:ext cx="11384640" cy="4452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401158F-E1E2-F2CE-8F5F-A8A8714F74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920" y="480240"/>
                <a:ext cx="11403360" cy="447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239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B83DB-ACB6-3548-4736-66601CB9E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698327-B51C-2F6E-46B4-494F7BD4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CD97FB-9CFE-D578-3801-9278E8414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56AC5E-54D9-B780-6EF2-CDA434611736}"/>
                  </a:ext>
                </a:extLst>
              </p14:cNvPr>
              <p14:cNvContentPartPr/>
              <p14:nvPr/>
            </p14:nvContentPartPr>
            <p14:xfrm>
              <a:off x="424080" y="690480"/>
              <a:ext cx="5250600" cy="4104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56AC5E-54D9-B780-6EF2-CDA4346117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4720" y="681120"/>
                <a:ext cx="5269320" cy="41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7685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106358-6090-0795-6877-DF5DD612A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42145E-C5BA-1924-9D91-94A5481BB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59D5E0-1E80-FB8B-54FE-47D0CD532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A5BF49-D4B5-74D6-739D-D8D9701945D4}"/>
                  </a:ext>
                </a:extLst>
              </p14:cNvPr>
              <p14:cNvContentPartPr/>
              <p14:nvPr/>
            </p14:nvContentPartPr>
            <p14:xfrm>
              <a:off x="676080" y="611640"/>
              <a:ext cx="11330280" cy="6090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A5BF49-D4B5-74D6-739D-D8D9701945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720" y="602280"/>
                <a:ext cx="11349000" cy="610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2920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43896-000C-8FAA-2DB5-BF52CDC7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14FF58A-0CB6-4459-70F6-1ADF72934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B012B8-08A8-72C3-23B0-7DBE6E58F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32B437-B556-C03A-7B0F-4E4B8999925B}"/>
                  </a:ext>
                </a:extLst>
              </p14:cNvPr>
              <p14:cNvContentPartPr/>
              <p14:nvPr/>
            </p14:nvContentPartPr>
            <p14:xfrm>
              <a:off x="0" y="-360"/>
              <a:ext cx="11673000" cy="6708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32B437-B556-C03A-7B0F-4E4B899992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-9720"/>
                <a:ext cx="11691720" cy="672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22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1CB38-EE01-E576-F1D5-BEA00C199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D6455C-FF13-DC04-8240-EAB83708F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D7A219-4A02-5E9E-D812-71033BF936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6506CA-26D9-484D-9BAB-E8B0C83C18B9}"/>
                  </a:ext>
                </a:extLst>
              </p14:cNvPr>
              <p14:cNvContentPartPr/>
              <p14:nvPr/>
            </p14:nvContentPartPr>
            <p14:xfrm>
              <a:off x="414000" y="62640"/>
              <a:ext cx="8114400" cy="3843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6506CA-26D9-484D-9BAB-E8B0C83C18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640" y="53280"/>
                <a:ext cx="8133120" cy="386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3955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11A7E-56C3-F513-CD51-8F8B9046B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56EAD2-00A5-0BD5-5AF7-CB439509B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2304ED-5A77-90FC-8E8D-81D668795C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4E29A70-0A01-F382-4572-59742FBEC2D2}"/>
                  </a:ext>
                </a:extLst>
              </p14:cNvPr>
              <p14:cNvContentPartPr/>
              <p14:nvPr/>
            </p14:nvContentPartPr>
            <p14:xfrm>
              <a:off x="516600" y="599400"/>
              <a:ext cx="10796040" cy="5473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4E29A70-0A01-F382-4572-59742FBEC2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240" y="590040"/>
                <a:ext cx="10814760" cy="549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7527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0BF9ED-679D-B8B2-8A87-13BA38A3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6111D9-A8F4-9CB5-4882-87A081956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1F476C-A7DD-C905-1C45-A1264AFD0F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453081-DCD0-98E0-FA27-3D4752DAE5B3}"/>
                  </a:ext>
                </a:extLst>
              </p14:cNvPr>
              <p14:cNvContentPartPr/>
              <p14:nvPr/>
            </p14:nvContentPartPr>
            <p14:xfrm>
              <a:off x="929880" y="31680"/>
              <a:ext cx="7328160" cy="632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453081-DCD0-98E0-FA27-3D4752DAE5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0520" y="22320"/>
                <a:ext cx="7346880" cy="634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346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F9CCCA-B41B-F986-F20C-7C829A006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9FB8E42-5089-A59F-5729-304B1E15B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5083E8-84F1-D4BE-8918-9AA091400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E2632F-B7FC-7666-E7B1-10FB5C49B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38861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5C70944-03C7-E014-6B72-16291E275D68}"/>
                  </a:ext>
                </a:extLst>
              </p14:cNvPr>
              <p14:cNvContentPartPr/>
              <p14:nvPr/>
            </p14:nvContentPartPr>
            <p14:xfrm>
              <a:off x="2429280" y="-360"/>
              <a:ext cx="9607680" cy="64461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5C70944-03C7-E014-6B72-16291E275D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19920" y="-9720"/>
                <a:ext cx="9626400" cy="64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5933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B0BC8-609C-23E4-CD08-0D7B1039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D59479-82F5-851F-ECA1-9BA0263CF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B6414C-9ACE-98AE-28AB-BB534924D3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D17E6D-E898-D002-C84F-BFE1F1465A8F}"/>
                  </a:ext>
                </a:extLst>
              </p14:cNvPr>
              <p14:cNvContentPartPr/>
              <p14:nvPr/>
            </p14:nvContentPartPr>
            <p14:xfrm>
              <a:off x="370800" y="-360"/>
              <a:ext cx="11683440" cy="6325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D17E6D-E898-D002-C84F-BFE1F1465A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440" y="-9720"/>
                <a:ext cx="11702160" cy="63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63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9D7F5-E5A5-436B-9695-28A72924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36006B1-CFD1-2F30-8C19-5A807686C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393B5A-82C6-BF0C-553B-C52467B804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BF129D9-D7D7-4DC6-3DB5-CC11741D271D}"/>
                  </a:ext>
                </a:extLst>
              </p14:cNvPr>
              <p14:cNvContentPartPr/>
              <p14:nvPr/>
            </p14:nvContentPartPr>
            <p14:xfrm>
              <a:off x="77040" y="108360"/>
              <a:ext cx="9561240" cy="5730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BF129D9-D7D7-4DC6-3DB5-CC11741D27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80" y="99000"/>
                <a:ext cx="9579960" cy="574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463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2025-10-15T13:32:12Z</dcterms:created>
  <dcterms:modified xsi:type="dcterms:W3CDTF">2025-10-15T15:26:04Z</dcterms:modified>
</cp:coreProperties>
</file>