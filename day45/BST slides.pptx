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62"/>
  </p:normalViewPr>
  <p:slideViewPr>
    <p:cSldViewPr snapToGrid="0">
      <p:cViewPr varScale="1">
        <p:scale>
          <a:sx n="122" d="100"/>
          <a:sy n="122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3:34:53.8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2278 7797 12831,'-53'10'1181,"0"-1"1,-1 1 0,-7 1 0,5-1-882,22-3 0,2-1 950,-22 6-844,22-4 154,-25 6-416,38-9-144,-3 1-20,16-4-58,5 1 150,12 4 18,9 0 11,19 1-62,1-5-3,-7-3 1,2-3-339,1-1 1,3-2 332,6-2 1,4-2 0,-2 0-21,4-1 1,4 0-3,-10 1 0,8-2 0,3 0 0,-1 0 0,-5 2-836,7-1 1,-4 1 0,4-1 827,-6 2 0,5-2 0,1 0 0,0 1 1,-2 0-22,5 0 0,-1 0 1,-1 1-1,-2 0 10,6-1 1,-3 1 0,-1 0 16,3 0 1,-1 0 0,-7 1 0,-8 1 1,-7 2 539,18-4-2785,-44 6 2237,-7 1 333,-42 7-333,6-1 0,-2 1 668,1 0 0,0 0-682,-6 1 0,1 1-14,2-1 0,-2 2-3,-17 3 1,-5 2 11,17-4 0,-1 0 1,-2 0-361,-9 3 1,-3 0 0,2-1 376,2 0 0,2 0 1,1 0 2,8-2 1,1-1 0,-1 1 1,-9 2 1,-2 1 0,0 0 20,1 0 1,0 2-1,0-1-4,0 0 1,1-1 0,0 1-12,4 0 0,0-1 1,4 0 1,-9 2 0,7-2 2617,-6 4-2717,4-3-23,26-6 145,37-7-22,19-7 0,-1 0 1,3 0 79,-5 0 1,1-1-89,16-4 0,4-1-86,-10 2 1,2-1 0,1 1 9,4-1 0,0 1 1,3-1-144,-4 1 0,1 0 1,1-1-1,-1 2-1262,-2 1 1,0 0 0,-1 1 0,-1 0 1477,12-2 0,-2 1 0,-3 1 0,4-1 0,-7 1 0,9 0 0</inkml:trace>
  <inkml:trace contextRef="#ctx0" brushRef="#br0" timeOffset="1039">4545 7174 23035,'27'-26'73,"1"0"0,3 0 1,3 4-309,9 8 1,2 4-482,1-1 1,-2 3-18,-2 1 0,-3 3-578,-5 5 1,-4 4-1140,8 14 1712,-31 18 834,-31 12 109,1-21 1,-4 1 46,-6 2 1,-1-1 636,-3 1 1,0-1-9,2-1 0,1-2-171,4-3 0,2-1 252,-13 9-402,18-13-45,15-12-265,18-12-411,17-10-241,23-16-255,-16 11 0,2-2 421,6-2 1,2-1-57,2-1 1,-1-1-83,1 1 0,-2 0 153,-4 2 0,-3-1 216,-8 3 1,-4 0 233,4-15 5,-31 5 145,-21 2 167,-17 2 132,-7 0-397,10 6-1150,-13-9 1079,31 18 630,-13-11-696,25 17-289,2 1-205,3 4 132,7 3 272,8 9 3363,13 11-3425,9 16-44,-15-12 0,-1 3-220,-2 4 1,-1 2-50,-2 3 1,-2 1-438,-3 2 1,-3 1-1615,-2 0 0,-1 0 1718,-3-4 1,0-4-1,-1 10 1,-1-20-1</inkml:trace>
  <inkml:trace contextRef="#ctx0" brushRef="#br0" timeOffset="1939">6503 6935 19731,'-3'-5'2255,"1"1"-106,2 4-1962,-20-48-294,15 47 234,-13-26-249,19 67 233,0 15-133,-2-23 1,-2 1 28,-1 1 0,0 1 128,-3-2 0,-1 0-63,-9 24 234,1-15 75,4-14 394,4-14-362,4-15-418,2-14 182,1-17-217,7-17 29,-3 18 0,1-2-303,2-7 0,0-1 288,0-4 1,0-1-393,-1-2 1,0 1 356,0 3 0,0 0 107,1 2 1,0 2 37,2-9-37,9 0 9,0 28 124,10-1 41,14 8 441,-10 7-601,13 8 582,-14 9-847,4 8-70,-6 11-127,-9 7-64,-10 23 10,-8-16 313,-6-10 1,-4 1-52,-13 10 37,-12 6 374,-4-10 110,0-13 85,5-14-82,6-14-175,6-11-177,6-8-126,7-4 29,8-5 258,3 10-242,11-4 45,5 11 72,10 0 57,9 5 19,20 5 53,-14 4-34,-10 2 1,1 2 25,16 9-309,-20-5 0,0 3 100,22 16-75,-20 14-69,-31 0 269,-12-1 75,-10-18 1,-5-3 153,-23 13-371,17-15 0,-3 0 212,1-4 0,-1-2-198,-4-2 1,1-3-1020,-20 0-399,9-7 1481,23-17 1,19 9 0,0-6 0</inkml:trace>
  <inkml:trace contextRef="#ctx0" brushRef="#br0" timeOffset="2216">7294 6876 24570,'-5'0'3445,"2"0"-2515,3 0-958,-42 0 50,25 30 181,-8-10 0,0 5-225,15 21 0,7 5-783,-1-8 0,2-1 534,1-1 1,2-1-650,4-7 1,3-4-2959,6 12 3778,6 2 1,-10-22 0,-2-9-1</inkml:trace>
  <inkml:trace contextRef="#ctx0" brushRef="#br0" timeOffset="2406">7256 6611 19155,'-22'-10'-1159,"7"5"1,17 8-1,0 0 1</inkml:trace>
  <inkml:trace contextRef="#ctx0" brushRef="#br0" timeOffset="3906">7482 6712 27153,'11'37'-972,"-3"-6"810,1-2 0,1 3 91,-4 4 0,-2 1 41,1 0 0,-1 0 24,-2 4 1,-1-2 24,-4 9 30,0-20 184,0-12 88,2-18-278,2-14 77,4-17 43,4-16-71,2 4 63,6-13-12,5 3-60,4 2-38,6 1 100,-2 22-33,3 9-26,-5 10-60,19 5-42,-10 10-76,15 6-41,-11 12-67,-5 7-52,-11-2-416,7 18 191,-18-22-904,21 24 613,-18-31-1623,32 7 851,-12-22 823,20-9 798,-11-12 482,-5-10 273,-10-4 106,-10-5-315,-10 7 572,-3-15-544,-6 16-132,-6-10-87,-5 16-199,-7 7-286,-3 10-117,-3 5 11,-8 14 162,10-2 1,-10 21-11,11 0 6,-4 14-10,5 3 7,7-3-8,5-13-3,13 0 105,10-20-34,0-1 32,11-19 62,-6-10-25,-1-3 152,3-21 63,-9-8-254,-1 7 102,-7-6-5,-6 32 11,-1 0-201,0 10-86,0 4 20,-4 19 64,1 3 10,0 8-10,1 9-6,6 5-1,7 0 7,2-3-1,15-11-11,17-11 34,5-4 11,13-11 17,-15-12 73,-3-15-62,-18 5 50,-4-13 0,-18 10-44,-4-8-17,-9-1 11,-6 2-17,-4 3-22,1 1-17,4 2 11,7 1-11,10 2-6,9 3 6,8 3 0,6 4-5,0 5-6,3 4-1,2 4 1,3 7-6,1 7 12,1 9 5,-3 6-28,-4 3 22,-4 1 12,-5-2-6,-7-8-23,4 4 1,-8-13-17,7-1-107,-1-9-83,7-12-1,7-9 45,7-9 68,3-7 89,-1-2 56,-8 1 33,-9 3 40,-11 4 50,-6 5 28,-4 3 6,-2 7-39,-1 4-107,0 4-56,-2 3-5,2 8-1,0 5 18,0 11-6,1 5-12,8 1-5,9-3 17,10-6 0,8-7 22,5-7 6,2-14 0,-1-9 27,-5-13 24,-7-11 10,-7-6-3302,-7-13 3308,-7 19 101,-3-5 11,-4 28-17,-2 1-67,0 9-106,0 5-18,2 12 3427,0 14-3415,0 23 0,0-14 0,0 3-316,0 8 0,1 1 299,2 6 1,2 1-621,2 5 1,4 0 510,4 4 0,4 1-345,-5-19 1,2 0 0,0-1 470,2 4 0,1-1 0,-2-5 0,-1-1 0,0-5 0,7 24 0</inkml:trace>
  <inkml:trace contextRef="#ctx0" brushRef="#br0" timeOffset="4499">10999 5951 16208,'0'-4'5567,"0"0"-4452,0 4-477,-71-54-5721,20 37 5144,7-13 1,-2 5 72,-9 27 1305,23 11-1411,-4 10 852,7 9-874,10 5-6,9 5 0,13 4 5,12 1 1,15 2-9,-10-25 0,2 1-8,14 6 0,2 0-9,-1-5 1,1-1 1422,0 0 1,0-1-1418,0-2 0,-2-1 14,12 9 54,-2 6 24,-25-6 23,-28-5 11,-24-4-17,-22-4-64,19-10 0,-1-2-222,-3 0 1,-1-3 198,-1-1 1,-1-3-85,-5-3 0,2-2-80,-12-3-67,23 0 1,5 0-6561,9-1 5970,4-1 1,10 5 0,5 4 0</inkml:trace>
  <inkml:trace contextRef="#ctx0" brushRef="#br0" timeOffset="5655">11257 6229 18950,'-6'3'3539,"1"-1"-2086,5-2-1431,-11 17-10,15-10-3647,14 17 3668,7-18 955,32 1-882,1-15-11,-1-5-44,-3-6 56,-18-11 89,-15-12-73,-5-2-28,-11-10-11,-13 14-45,-2 11 371,-8 0-337,-2 13 0,-8 1-29,-13 11-27,4 13-6,-1 2 3381,5 15-3403,13 1 11,0 13-11,12-8 0,3 1-6,-1 27-287,8-22 1,3 0 287,4 8-10,10-13 1,3-4-3,6 0-32,11-1 0,6-3-13,-5-15 1,0-4-217,1 3 1,-1-3 257,-2-5 1,0-6-52,-2-8 1,-3-3 37,11-5-18,3-8 0,0-3 42,-21 10 0,-2-1 23,12-10 1,-2 0 1,5-12 45,-18 16 1,-4 1 16,-3 2 107,-3-19-56,-27 28-96,1 0 557,-9 11-574,-1 5 26,1 5-48,-10 11 576,7 7-570,0 15 11,9-6-11,3 10-12,9-9-38,3 11 5,9-14 11,7-4 34,2-16 11,7-7 22,0-10 23,13-14 11,-7-7 17,1-12 95,-10-14-28,-10 15 0,-2-5-17,-6 26-28,-4 9-56,-2 5-27,0 4-7,-6 7 1,0 6-12,-6 13 1,2 12 5,1 7-17,6 4 6,7-2-1,13-4 7,11-7-1,13-8 12,6-11 5,6-8 0,-9-11 0,-7-5 1,-1-3 21,13-13-126,-13 6 1,-1-3 142,9-17 23,-13-2-39,-11 9 55,-10-13-38,-10 16-7,-6-11 1,-5 10-6,1 2-22,5 7 225,3-5-242,7 11 0,6-5-12,7 7 18,9 3-6,4 2-6,4 3-5,3 4 6,0 6 10,1 8-22,-1 10-27,-3 9 32,-1 8 7,-3 3-6,-1 3 11,-6-12-73,8 12-190,-9-21-432,8 7-896,-8-16-1770,0-9 3361,5-8 0,-10-1 0,1-3 0</inkml:trace>
  <inkml:trace contextRef="#ctx0" brushRef="#br0" timeOffset="6106">13288 5791 25942,'-42'-37'106,"0"1"1,2 1 0,5 12-29,15 25-39,-2 1-16,4 2-12,4 1-11,1 4 0,0 2 11,0 3-5,-3 2-18,2 1 12,0-2 6,3-3-6,3-3 0,3-2 0,2-1 0,-1 2 0,-1 4 6,-4 6-6,-3 8 5,-4 10-5,-3 6-11,3 5 0,6 1 0,8-1-1,12-2 1,11-8-39,12-6-157,13-10-676,15-10 45,-24-8 1,1-3-2785,5-3 1,0-4 3621,-4 1 0,-3-1 0,2-1 0,-26 4 0</inkml:trace>
  <inkml:trace contextRef="#ctx0" brushRef="#br0" timeOffset="6572">13520 5654 21394,'3'-62'1258,"0"-1"0,0 7 1,-2 5-704,0-1-90,-1 11-135,0 11-134,0 13-157,0 9-61,0 9 28,0 12 5,2 16-6,2 19-2,0-17 0,1 3-297,1 5 1,0 2 290,0 4 0,0 0-8,0 3 0,0 1 2,-1 1 1,0-1 5,0-1 1,-1-1 2,0-3 0,-1-1 0,0-8 0,-1-1 33,2 15 135,-3-21 67,0-16-100,1-19-96,2-14-5,3-19-6,3-12-23,5-8 1,-1 12 16,0 15 1,2 2-7,10-4 611,14-10-616,0 25-11,6 9-6,9 13-225,-24 3 1,1 4 222,3 4 0,0 4 2,1 3 0,1 3-39,0 3 1,-1 3-211,0 1 0,0 2-756,-2 1 0,-1 1 1011,0 2 0,-3-1 0,4 5 0,-9-6 0</inkml:trace>
  <inkml:trace contextRef="#ctx0" brushRef="#br0" timeOffset="7268">14979 5468 24861,'37'-47'-23,"1"-1"1,1 4 0,6 8-166,14 16 1,2 8-1354,-8 1 0,-1 1 1283,-3 0 1,-1 3-581,-12 3 1,-4 1-1113,-1 2-1736,-6 4-1049,-29 6 400,-28 9 4335,3-3 0,-16 4 1298,19-10 58,-4-1 2452,6-2 2443,0-1-4571,9 0 916,-4 0-957,8-1-279,0 1-590,3 5-427,4-2-55,2 4-41,1 3-64,1 9-392,4 14-24,3 15 85,-1-8 0,1 4-735,-1-3 1,1 1 699,-1 2 1,-1 1-281,1 0 0,0-1-1138,0-11 1,1 0 1577,4 9 1,0-2 0,2 5 0,1-15 0</inkml:trace>
  <inkml:trace contextRef="#ctx0" brushRef="#br0" timeOffset="8066">15735 5570 21181,'-2'-4'2644,"1"0"-1490,1 4-1138,32-40 1,-17 33-11,31-22-1,-21 50 1,13 21-6,-7 0-373,1 10 373,-14-16-23,-7 3 12,-11-10 34,-8-4 10,-4-7 130,-14-16-91,10-6 69,-12-11 355,8-14-456,4-5-63,4-8-72,20 5 17,3 10-141,24-4-73,6 12 4,-6 6 0,2 1 58,15-1-319,-8 3 0,0 2-812,6 2 381,-14 0 0,0 1-421,8 0-5527,7-1 3130,-27 2 2869,3 1 1808,-19 1 1927,-9 0-705,-3 0 4216,-5-3-4754,3 3 1490,-7-5-1944,5 3-740,-2-1 147,3 1-247,4 3-263,0 0-74,3 0 63,2 4 10,1 1-10,12 9 5,3-3 22,15 5 6,4-7-11,4-3 22,0-6 34,-6-6 0,-7-6 11,-7-7 17,-8-4 11,-6-3-28,-5-3-45,-5 6 39,-4-3 34,-9 8-78,-5 5 5,-11 5-22,-2 16-17,4 2 5,-13 25-16,17 0-11,-8 19 5,17-3-392,8 1 370,11-11-393,25 14-184,14-22-48,-9-9 0,4-3-1071,2-9 0,2-4-2320,3-2 0,0-4 3454,-4-3 1,-3-2-1,10-1 1,-20-2-1</inkml:trace>
  <inkml:trace contextRef="#ctx0" brushRef="#br0" timeOffset="8466">17151 5345 16656,'-3'-4'6525,"1"1"-4991,2 3-1371,-69-30-118,48 32-17,-18-12 0,4 6 28,26 33 5,4 13-33,3-12 51,10 10 5,8-19 11,13 2 40,8-11 16,6-7-17,1-14 12,-2-9 0,-7-12-18,-10-9-32,-10-7-1,-8-5 22,-7 1-5,-6 7-11,-7 12-17,-8 11-33,-8 11-23,-7 9 0,-5 12-28,0 13-6,4 14-363,6 14 333,20-23 0,2 2-62,3 2 0,4 2-166,6 1 1,5 0-373,4 1 0,6-1-1400,7 2 0,5-3-2880,3-1 1,1-4 4183,-7-7 1,-2-3 0,11 5-1,-27-20 1</inkml:trace>
  <inkml:trace contextRef="#ctx0" brushRef="#br0" timeOffset="9299">7296 8632 12298,'-43'13'896,"-1"1"0,6-2 0,8-3-1366,18-5 520,11-2 152,18-1-68,13-3-55,21-4-60,-18 1 1,3-1-811,8-2 1,3-1 829,9-2 1,3-2-7,-12 3 1,2 0 0,1-1-464,8-1 1,1-2 0,3 0 519,-11 2 0,2 0 0,1 0 0,1-1-422,-7 1 1,1 0 0,1 0-1,0 0 1,1 0 446,5-2 0,0 0 1,1 0-1,1 0 1,1 0-303,-7 2 1,0-1-1,2 0 1,-1 1 0,2-1-1,-1 0 269,4-1 0,1 1 0,1-1 1,-1 0-1,2 1 0,-1-1-133,-6 3 0,1-1 0,-1 0 0,1 0 0,1 1 1,-1-1-1,1 1 104,2-1 1,0 0-1,0 0 1,1 0 0,0 0-1,0 0 1,0 1-61,1-1 1,1 0-1,-1 0 1,1 0-1,0 0 1,1 0-1,-1-1 43,1 1 1,0 0 0,0 0 0,0 0 0,1-1 0,-1 1 0,0 0-23,-7 1 1,0 0-1,0 0 1,0 1-1,0-1 1,0 0-1,0 0 1,0 0 13,0 0 1,0 0 0,0 0-1,-1 0 1,1 0 0,0 0 0,0 0-1,-1 0 0,9-1 1,-1-1 0,0 1 0,0-1 0,0 1 0,0-1 0,0 0 4,0 1 1,-1-1-1,0 0 1,1 1 0,-1-1-1,0 0 1,0 0 8,0 0 0,-1 0 1,1 0-1,-1 1 1,1-1-1,-1 0 1,0-1-11,-1 1 1,1 0 0,-1 0 0,1 0 0,-1 0 0,0 0 0,0-1-10,-1 1 0,-1 0 0,1 0 0,0 0 1,-1 0-1,1 0 0,-1 0-1,-2 0 0,1 0 1,0 0-1,-1 0 1,1 0-1,-1 0 1,-1 0 7,8-2 1,-1 1 0,0-1 0,-1 0 0,0 0 0,-1 1-10,-2 0 0,-1 0 1,-1 0-1,0 1 1,0-1-1,-1 1-7,6-2 1,-1 0 0,0 0-1,-1 0 1,-1 1 20,-6 1 1,0 0 0,-2 0 0,0 0 0,-2 1-80,5-1 1,-1 1-1,-2 0 1,-2 0-218,5-1 0,-3 0 1,-3 2 260,7-2 0,-7 2 0,1-1 0,-24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3:35:30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1772 2708 24497,'-4'-33'260,"-1"0"1,-1-19-250,5 58 62,-1 9 5,-3 13 1,-5 14-18,-6 12-44,-3 3-6,0 0 0,5-8 12,3-11 39,7-13 168,1-14 162,2-6-152,0-13-167,3-11-45,2-15-11,3-15 17,2-13-455,-5 25 0,0-1 435,1-2 0,-1-1 0,0 0 0,-1 1-136,1 2 1,1 2 138,5-25-28,3 14-12,5 12 1,4 10 11,2 8 855,4 7-850,-2 6 297,2 6-302,-1 7 5,1 9-11,-1 9-5,-4 8 11,-5 8 28,-9 8-1716,-14-17 0,-3 0 1699,-4 14 0,-5-14 0,-2-2 17,-8 2 11,-6 1 33,6-16 1,7-12-28,5-15-18,7-8 3388,3-10-3388,8-4-3380,10-6 3353,-2 13 6,12-3 10,-6 16-5,8 0 0,7 5-5,27 13 5,-11 5-94,-14-2 1,-1 3 82,10 10 0,-9 3 11,-15 11-6,-15-10 12,-24 16-6,-13-14-23,-17 6 6,22-20 1,-2-2-214,0-1 1,-1-2 66,0-2 1,0-1-703,-28 4-3475,5-6 4340,14-6 0,16-1 0,14-2 0</inkml:trace>
  <inkml:trace contextRef="#ctx0" brushRef="#br0" timeOffset="3001">2407 2641 11698,'2'-4'8061,"0"0"-4583,-2 4-3041,8-49-84,-9 36-275,6-34-50,-10 49 11,0 10 23,-1 5 27,-5 19-72,4-8 17,-5 16-17,5-13-51,1 8-156,3-3-522,5-4-4570,6-4 5282,-1-10 0,1-6 0,-5-9 0</inkml:trace>
  <inkml:trace contextRef="#ctx0" brushRef="#br0" timeOffset="3421">2535 2296 15121,'-2'-4'5136,"1"1"-3130,1 3-1816,-31-7-33,18 18-96,-20-9 12,25 25-34,5-7 1,3 1 27,8-3 0,1-7-5,3-4 83,1-5 57,3-11-79,2-3 0,0-9-33,-7 5 117,-6-5 56,-8 5-140,-4 0-5,-7 1-12,-3 7-55,0 2-29,5 4 1,0 1-113,4 2-112,0 6-593,1 8-3215,3 8 4010,1 2 0,3-9 0,0-7 0</inkml:trace>
  <inkml:trace contextRef="#ctx0" brushRef="#br0" timeOffset="5204">2823 2725 13480,'0'-4'7208,"0"1"-3864,0 3-3148,-1-56-173,1 42-18,0-42 40,0 65 5,0 5 6,0 16 6,-6 11-12,-4 11-341,-8 8 302,1-10-1643,3-15 1,0-2 1642,0 0 50,-13 23 91,16-37 122,0 1-67,7-19 102,4-13-213,3-11 3380,6-13-3404,6-9-10,6-7-28,-2 9 16,6-11 12,3 7-34,1 6-12,4 4 12,-3 21-16,-5 9-12,-1 3-12,-2 9 18,-3 6-6,5 8-17,-2 8-44,-2 6-113,1 2 23,-3-7-701,18 7-178,-2-18-387,21 2-90,-1-18 280,4-11 115,1-10 999,-3-7 293,-7-3 201,-10-1 151,-12 0 56,-7 0 5,-5 0 12,-2-1 34,-3 0 5,-2 2 396,-4 2-777,-1 9 308,-7 1-386,-3 10-84,-6 1-39,-7 14 10,-6 7-10,-5 13-28,-3 7-12,1 6 0,5 2-5,7-1-28,9-4 11,8-5 0,12-7-6,5-8 29,10-6-6,4-9-12,3-10 23,0-9-11,-6-2 33,8-18-16,-14 8 22,7-13 11,-11 9 40,-4 4-23,-4 10 196,-3 2-134,-3 11-68,-2 1-50,-2 6-22,-4 5 16,-2 7-16,-1 8-12,-1 7 17,1 6-5,5 1-12,5 0 6,10-2 0,9-3 0,11-6 0,11-7 12,6-7 4,1-13 7,-2-10 5,-5-10-6,-5-7 1,-10 5 49,1-15-32,-15 11-1,1-13-6,-12 8 7,-8 3-1,-3 3 11,-3 5-5,2 6 0,3 4-17,4 4-11,4 2 5,8-1-16,7-1-12,9 0 17,3 1 6,1 3-17,-1 6-11,-3 8 11,-2 10 11,-2 12-11,-1 5 0,-2 4 0,0-2-17,4-1 6,3-4 11,4-4-6,2-6-61,0-8-78,-3-7-119,2-11-167,2-11-40,4-10 85,-1-7 123,-5-2 162,-5 2 101,-7 3 61,-5 5 57,-5 4 33,-4 6 34,0 1 56,-1 4 0,0 2-90,-1 4-123,-2 2-16,-2 7 16,-2 5-34,1 5-5,1 3 5,11 0 1,7-4-23,14-4-12,9-6-10,7-6 5,4-9 28,-4-7 17,-3-10 40,-9-3 55,-4-11-28,-12 13 168,-3-6 96,-11 20-18,1 1-150,-3 7-79,-1 8 44,-2 7 35,-2 11-18,-3 12-16,-2 15-56,4-17 0,0 3-328,0 8 0,-2 1 269,0 7 0,0 4-586,1-6 1,1 3 0,-1-2 470,0 4 1,1 0-563,2-2 0,1 3 0,1-2 285,0 6 0,2-5 0,0-13 0,0-3 0,0-4 0,0-1 0</inkml:trace>
  <inkml:trace contextRef="#ctx0" brushRef="#br0" timeOffset="10271">5918 2526 7369,'3'-10'4733,"0"3"-3842,-3 7 4071,0 0-4525,10-26 700,-7 14-790,7-18 824,-14 17-936,0 7 185,-2-6-230,3 7 298,-5-2-353,3 3 72,-4-2-11,-4 4-112,-3 0-11,-9 1-34,6 3 11,-14 7-39,10 3 1,-8 8-12,11 1 0,6 4-12,5 1 18,4 5 0,6-7-1,11 15-10,5-11 5,14 14-6,4-8-5,-4-7-6,10 6 6,8-2-1694,-20-12 1,-1-1 1704,20 11 0,-14-7 39,-25 0 6,-17 0-11,-14 13-6,-21-2-6,17-15 0,-1-2 12,-3 0 0,0-2 16,-17 8 84,-10-6 107,-5-10-112,-1-11 1313,26-3 0,0-4-1439,8-8 0,4-2-33,-16-18-1863,20 5 0,6-2 376,6-10 1524,10 13 1,3 3-1,3 4 1,9 8-1</inkml:trace>
  <inkml:trace contextRef="#ctx0" brushRef="#br0" timeOffset="11455">6308 2894 24256,'14'-12'206,"5"2"-103,12 10 0,4-4-15,3-4 325,2-6-62,-3-5-6,-5-4 118,-7-4-251,-9-3-4,-8-1-10,-8 2-65,-11 4-300,-10 5-49,-8 6-25,-8 8-22,0 6 241,0 9 22,5 9 24,4 8 6,5 7 6,6 7-15,5 6 147,6 5-39,3-1-37,9-3-73,8-7-100,12-7-156,16-9-41,16-10-255,-22-11 0,3-3 270,5-4 1,1-3-443,4-4 0,0-2 671,1-4 1,-2-2 266,-3 0 0,-3-2-28,-5 1 1,-4-1 650,14-18 28,-20 4-42,-15 2 517,-10 4-822,-8 3 519,-3 4-1425,-6 5 123,-1 4-284,-3 5 116,-2 5 206,-4 6 276,-2 7 239,-2 12 269,-1 9 3,2 8 11,4 3-167,8-1-209,8-4-193,8-6-254,10-8-300,7-7-142,7-8 309,5-10 271,2-10 202,2-10 166,0-7 54,-4-4 74,-6 0 147,-5 1 2,-5 5-214,-6 6-248,-3 7-232,-3 8-228,-1 4-51,-3 4 542,-2 4-63,-4 7-9,-4 8 11,-1 7 5,0 6-10,4-1 44,3 1-9,11-4-632,10-3-44,13-4 70,10-6 205,9-6 147,2-10 127,-3-10 152,-6-9 180,-7-8 288,-8-4 58,-8-3-332,-9-2-227,-5-1-181,-4 1-111,-1 2-145,1 5-119,3 3-37,5 5 181,6 3 388,5 4 179,5 2 16,3 3-18,3 5-62,2 2-182,0 8-81,-2 5-78,0 14-180,-12-7-132,2 15 47,-7-8 25,2 7 0,3-1 13,3-2-462,2-2-1174,5-5-3388,6-7 4597,-3-8 1,-10-5 0,-8-3-1</inkml:trace>
  <inkml:trace contextRef="#ctx0" brushRef="#br0" timeOffset="12108">8051 2750 15746,'1'-4'6668,"-1"0"-4769,0 4-502,8-61-1122,-6 43 72,-1-18 1,-3 4-320,-5 27 73,-17 2-53,-6 14 103,-13 12-15,-4 16-96,23-7 1,3 2 341,-5 14-362,14-12 0,4-1-17,10 8-88,9 7-198,13-10-397,9-23 1,5-5 144,9 1 22,-9-10 1,0-5-818,18-20 732,-27 7 1,1-3 164,6-6 0,0-4 147,1-11 0,-3-5-195,-8 5 1,-3 0 556,-1-1 1,-5 0 194,-7 3 1,-3 2 687,-2-18 144,-5-8 314,-9 1-773,-1 17-409,-2 7 118,5 9-129,5 12 183,0 0-373,2 8 1014,1 9-1041,1 4 9,4 17 1,2 14 5,1 22-255,-5-23 0,-2 2 241,-1 5 1,0 0-332,-3 3 0,-1 1 320,1-1 1,-2 1 1,1-5 0,0-1 7,0-7 0,2-2 27,-1 13 90,2-23 12,2-16-102,1-11-2697,10-26 2681,-4 8 445,12-32-450,5 2-7,4 1 1,0 7-12,-1 20-27,9 16 27,-10 4 6,22 13-6,-26 3 12,20 18-17,-7 3-182,-12-10 1,-1 2 86,0 2 0,-2 2-813,0 8 0,-2 0-946,5 15 1433,-13-19 1,-4-3 0,-4-10 0,0-1 0</inkml:trace>
  <inkml:trace contextRef="#ctx0" brushRef="#br0" timeOffset="13185">9803 2526 13866,'-5'0'4268,"1"0"-1568,4 0-2151,-4-6-185,34-5-168,13-10-442,-13 11 0,3 0 305,22-8 0,1-1-386,-17 7 0,0-1 293,17-4 0,-1-1-137,-16 5 1,-1 2-267,-5 1 0,-2 2-1697,19-6-4324,-16 8 6458,-16 4 0,-10 3 0,-7 0 0</inkml:trace>
  <inkml:trace contextRef="#ctx0" brushRef="#br0" timeOffset="13408">10167 2454 11749,'-4'1'6766,"1"-1"-3114,3 0-3450,-3 33-79,2 4-92,-1 0 0,1 3-621,0 1 0,1 1 497,-1 5 1,1 1-197,-1 3 0,0 0-447,0 2 0,1-1-1382,0-2 1,2-2 2117,2 0 0,1-3 0,-1 4 0,4-13 0</inkml:trace>
  <inkml:trace contextRef="#ctx0" brushRef="#br0" timeOffset="13825">10633 2694 24906,'-23'-38'17,"9"14"-17,29 47 11,3 11-11,2 9-11,0 8-17,-5 3 16,-5-5 12,-5-8 12,-9-10 10,-5-11 6,-7-8 11,-5-7 17,-1-8 11,2-6 23,4-8 0,6-7-31,5 3 77,16-19 109,8 10 72,17-14-22,10 11-310,9 4-333,-25 18 0,0 1-10,2 2 0,0 1-535,2 0 1,-1 1-1764,2 0 1,-1 1 1813,25-6 1,-22 4-1,-16 4 1</inkml:trace>
  <inkml:trace contextRef="#ctx0" brushRef="#br0" timeOffset="14262">11286 2566 24687,'-39'5'90,"7"7"-68,31 14-10,0 3 10,6-2 6,3-5 78,12-3-44,-5-10 61,11-5-28,-4-12 113,24-22-51,-12-8-45,1-11-62,-22 13 79,-10 5-6,-10 8-5,-4 0 0,-17 4-57,-1 11-38,0 4-1,0 11 0,6 6-27,-4 10-1,3 8 6,1 18-11,10-14-11,1 21-57,10-18-111,7 12-584,19 2-138,12-13 290,6-8-1137,18-17-2763,-2-14 4522,-17-7 0,0-2 0,4 1 0,-5-9 0</inkml:trace>
  <inkml:trace contextRef="#ctx0" brushRef="#br0" timeOffset="14692">11783 2574 13855,'0'-3'8244,"0"0"-5801,0 3-2191,-50-16-146,34 18-44,-37-9 22,47 25 0,2 4 28,3 11-28,11-6-45,0-3 51,16-11 0,-1-11-29,9-7 29,8-11-28,-7-7 5,0-8-22,-17 7 55,-3-6 35,-9-4-85,-1 6 79,-8-6-23,-6 18-22,-6 0-11,-7 9-6,-7 5 34,-13 15-73,4 5-11,0 6 0,4 10-12,10 2-21,-1 15-7,8 4-14,16-21 1,3 0-25,6 12-46,4-17 1,6-2-482,19 2-135,-10-13 1,3-2-1499,3-3 0,2-3 2221,26 1 0,-20-6 0,-19-3 0</inkml:trace>
  <inkml:trace contextRef="#ctx0" brushRef="#br0" timeOffset="15108">12497 2482 15160,'-10'-6'4403,"2"1"-2421,8 5 623,0 0-2258,-23-19-162,8 25-107,-16-16 34,13 35-39,5 5-62,3-5 6,5 7 33,14-12-22,-1-5 79,18-2-23,-6-12-6,11-6 40,-6-8 45,-3-9-51,-4-6-28,-7-5 39,-4-2 45,-6 1 0,-7 2-17,-4 6-95,-2 8 17,-8 4-39,-7 8-34,5 3-56,-13 13-68,17 4-10,-3 6-1211,9 17 332,8-14-3485,7 23 4498,4-20 0,0-4 0,-3-10 0</inkml:trace>
  <inkml:trace contextRef="#ctx0" brushRef="#br0" timeOffset="15435">12539 2749 24609,'-44'29'128,"0"0"1,4-2 0,11-1-106,23 0-23,6 0 0,2-7 22,8 3 40,11-6 22,3-3 78,9-5 18,-5-17-79,-7-2 201,4-20-207,-15 13 208,4-27-85,-17 20-61,-8-10-90,-11 15-56,0 7-139,-23 5-763,10 11-8940,-15 5 9400,21 1 0,11-2 0,14-4 0</inkml:trace>
  <inkml:trace contextRef="#ctx0" brushRef="#br0" timeOffset="16752">1424 3540 10052,'-4'2'3433,"0"-1"-1708,4-1-1321,39 0-68,-6 0-177,1 0 1,4 0-245,-6 0 1,0 0 229,5 1 1,2-1-3,5 1 0,0-1-15,6 1 1,2 0-606,4-1 0,1 1 614,4-1 0,3 0-507,-20 0 0,2-1 1,0 0 460,2 0 1,1-1-1,1 1 6,2-1 0,1-1 0,0 1-11,3-1 0,0 0 1,0 0-13,1 0 1,0 0 0,1 1-540,0-1 0,0 0 0,0 0 519,1 0 0,0 0 0,0 1-17,1-1 1,1 1-1,-1 0-331,2-1 1,0 1 0,1 0 306,0 0 0,1 0 0,-1 0-8,-15 1 1,0-1 0,0 1-1,1 0-2,-1 0 0,1 0 0,0 0 0,-1 0 6,1 1 1,0-1 0,-1 1 0,1-1-2,0 1 0,0 0 1,0 0-1,-1 0 2,1 1 0,-1-1 0,1 1 0,-1 0 1,0 0 0,0 0 0,0-1 0,0 1-6,0 1 1,1-1 0,-1 1 0,0-1 1,1 0 0,0 0 0,0 0 0,0-1-2,0 1 1,1 0 0,0 0-1,1-1-4,-1 1 1,0-1-1,1 1 1,0-1 0,0 1 1,0-1 0,0 0 0,1 0 5,0 1 1,-1-1-1,1 1 1,0-1 2,0 0 0,0 1 0,0-1 0,0 0 1,-1 1 1,1-1 0,0 1 0,0 0-138,-1 0 1,0 0-1,0-1 1,-1 1 126,0 0 1,1 0 0,-2 0 0,1 0-3,-1 0 0,-1 0 0,1 0 0,-1 0-2,15 0 0,-1 1 0,1-1 2,-2 0 0,-1 0 0,0 0 7,0 0 1,-1 0 0,0 0-75,0 0 1,-1 1 0,0-1 67,-1 1 1,0 0 0,-1 1-4,-1-1 0,0 1 1,-1 0-1,-2 1 0,0 0 0,-1 0 134,-1 1 1,0 0 0,-1 1-132,-1-1 1,-1 2 0,-1 0 0,0 0 0,-1 0 0,0 1-2,-1 1 0,-1-1 0,-1 1 2,0-1 0,0 1 0,-1 0 3,20 3 1,-1 0 2,0 0 1,0-1-1,0-1 0,0 0-5,2 0 0,-1-1 0,1 0 0,0-1 2,0 0 1,0 0-6,-2-1 0,1 0 0,-2 0 0,0-1-3,0 0 0,-2-1 3,-13-1 0,2 0 0,-1-1 0,2 0 0,-1-1-3,5 0 1,1-1 2,-3 0 0,4 0 0,-2 0-2,-7-1 0,0 1 0,-1-1 5,2-1 1,1 1 0,-1-1-2,2 1 0,0-1 0,0 0 1,2-1 1,-1 1 0,1-1 1,1 0 1,0 0 0,1 1-6,0-2 0,0 1 0,0 0-4,1 0 0,0 0 1,1 1-5,0-2 1,0 1-1,0 0 6,2 0 0,-1 0 1,1 1-51,1-1 0,0 0 0,0 0 44,0 0 1,0 1 0,2-1-30,-7 1 1,2 0 0,0 0-1,-2 0-174,10 0 1,-2 1 0,0-1 19,-3 0 1,1 1 0,-1 0 190,3 0 0,0 0 0,-10 0 0,10 1 0,-18-1 0,1 0 0</inkml:trace>
  <inkml:trace contextRef="#ctx0" brushRef="#br0" timeOffset="101608">12754 5214 22677,'-4'-6'2234,"1"1"-1920,3 5-191,0 0 7,-16 4-52,13 29-28,-13 15-33,13-10 0,3 2-576,-1 2 1,-1-1 552,-1-8 1,2-1-183,1 16 0,3 1-685,1-15 0,3-1-180,2 15 0,2-1-229,9 8-3822,12-4 3244,-16-34-1920,9-11 3522,-19-17 2112,-3-38-184,-11 0-612,2 10 0,-2-2-151,-1 0 0,-1 0-11,0-4 0,-1-1-123,0-4 0,1-1-146,0-1 1,1 1-181,2 10 0,1-1 110,1-16 1,1 0-286,2 20 0,2-1-440,1-16 0,2 1 285,3 13 1,2 3-57,3 2 1,3 3-71,2 3 1,3 2 36,25-17-39,9 12 2,-23 22 1,1 4 201,2 2 0,1 4-204,0 5 0,0 3-6,-2 4 0,-1 3-3,-4 5 1,-3 2-4,10 31 12,-21 7 8,-18-27 1,-8 0 4,-8 2 1,-6-1 8,-12 2 1,-4-2-7,7-7 1,-4-1 12,-2 0 1,-3 0 0,2-2-413,1 0 0,1-1 377,-15 9 0,3 0-126,22-10 1,5 0-834,-4 14-8014,24-5 8990,15-7 0,0-10 0,1-6 0</inkml:trace>
  <inkml:trace contextRef="#ctx0" brushRef="#br0" timeOffset="103150">13515 5281 25158,'-29'-20'86,"0"1"1,-25 0-59,19 62-16,9-4-12,10-8 0,3 1 0,2 10-6,0 18 0,18-21-5,8-7 22,9-11 24,4-11 4,4-16-3358,9-23 3347,-13 2-72,11-23 128,-20 11-11,4-13-6,-6 1 79,-3 7 100,-5 13-33,-4 13-107,-4 11-44,-2 10 3289,-2 4-3329,-5 15 164,-4 8-175,-3 12-6,0 7-16,5 0 17,4-3-12,13-5 6,14-2 0,0-17-5,16-3 21,-9-19 1,11-11 0,-1-12 0,-1-13 0,-4-7 11,-9-4-6,-8 1 0,-8 4 12,-4 7-12,-3 9-22,2 5-5,1 9 5,12-2 0,-1 9 0,10-1-11,-4 9 11,0 5 0,-3 7 0,-2 10 0,-6 8 0,-2 5 0,-3 3-12,4 6 18,0-17-12,11 6-10,1-22 16,9-1 16,3-10-10,2-13 0,0-10 5,0-12 0,-4-7 17,-5-5 22,-8-1 23,-8 2-6,-7 3 6,-7 7-6,-2 6-5,-5 6-6,1 7-22,1 6-18,0 5-4,-1 9-12,-8 15 0,4 0 0,-6 21-12,10-6 1,2 11-28,6-1-129,13-7-168,12-5-258,19-8-760,17-8 928,-24-12 0,0-3 115,2-4 1,0-4 139,3-6 0,-4-4 227,10-9 157,-1-20 157,-31 11 117,-3-7 39,-7 3-15,-6 8-75,-2 5-133,-2 8 312,1 6-559,3 5-45,1 10-6,1 2 12,1 16 6,1 8 5,0 16 5,-3 7-16,-6 2 0,-1-2-17,-3-7 5,2-7 12,2-11 17,4-12 27,3-16-49,3-8 16,7-18 28,3-6-17,4-15 0,1-3 6,-2 3-6,4 1-28,-7 19-11,5 1 0,-8 18 6,5 1-1,10 20-5,-10-4 0,7 14 0,-10-3 12,0 1-12,5 6 5,4-6 12,7-6-17,7-7 0,6-11 0,6-11 6,3-10 5,-18 1 0,-1-2 11,10-13-153,-13 5 1,-4-3 152,0-21 0,-11 20 1,-1-2 16,-2 1 0,-3-1 39,-1-5 1,-1 2-12,0-15 39,-4 14 1,-2 3-12,-1 7 90,-4-24 256,-1 27-301,0 0-50,0 10-79,0 13-17,2 11-5,-5 20 0,-3 18 8,3 0 0,1 2 3,2-12 0,1 2-545,2 7 0,0 5 1,3-6 527,3 18-25,4-2 0,3 0-262,1-20 1,3 0-613,7 14 1,1-1 102,-7-17 1,0-2 812,7 6 0,-3-7 0,-8-14 0,2 1 0</inkml:trace>
  <inkml:trace contextRef="#ctx0" brushRef="#br0" timeOffset="103389">14998 5041 25444,'14'-11'375,"31"-2"-344,-7 8 0,3 1-667,7-2 0,0-1 591,-7 1 0,0 0-230,0 0 1,0 0-1101,-2 2 0,-1 1 1375,24-1 0,-25 4 0,-19 0 0</inkml:trace>
  <inkml:trace contextRef="#ctx0" brushRef="#br0" timeOffset="106424">8641 5479 21618,'-23'43'340,"1"1"0,-2 6 0,5-3-301,8-1-544,2-7 1,1 3 515,3-8 1,2 1-1841,0 17 1,3 0 1789,0-17 0,4 0-365,9 16 1,4-3 432,6-12-1158,1-6 1,6-4-2570,20-9-1018,-2-12 1,2-5 4715,-11-4 0,-1-2 0,-1 0 0,-4 0 0,-4-5 0</inkml:trace>
  <inkml:trace contextRef="#ctx0" brushRef="#br0" timeOffset="106801">9313 5885 23170,'-18'-20'185,"5"3"-85,20 36-4,7-9 16,15 2-23,7-8-10,9-11-46,-8 0 46,8-13 83,-6-9-89,-7 5 145,5-24-44,-28 20-90,3-7 39,-16 10-33,-15 10-51,-7 5 22,-16 12 1,0 13-40,9 4-16,-4 12-12,11 13 6,4-7-3,10-2 1,4 2-26,4 7-11,6 18-17,6-25-600,28 9-542,5-17-465,-5-10 1,3-2-1483,4-6 0,1-4 2687,-1-2 1,-2-1 0,16-2 0,-25-2 0</inkml:trace>
  <inkml:trace contextRef="#ctx0" brushRef="#br0" timeOffset="107176">10264 5696 24743,'-39'-43'0,"8"30"14,26 41 0,6 15-6,-6 6 1,-1 3-942,1-10 1,-1 1 0,-1 1 928,1 7 1,-1 0-1,1 2-6,1 2 1,0 1 0,1 1-46,1 2 1,1 0 0,1 0-187,1-1 0,1 0 1,0 0-492,1-2 0,-1 0 1,0-2-690,-1-2 0,-1-1 0,-1-2-246,1 5 1,-5-2-1941,-13 3 0,-6-9 6053,-18-11-729,9-18 0,0-10 92,5-19 0,3-10-331,0-12 1,6-7-851,2-12 0,6-5-270,5 15 1,2-3-1,3-1-52,4-10 1,4-3-1,1 4-987,0-4 1,2 3 758,5-7 0,4 5 9,-2 22 0,4 2 153,9-9 1,3 0-289,1 0 1,4 2-116,7-5 1,2 4-264,-6 11 1,1 2-782,0 2 0,1 2 833,2 1 0,-2 3 0,5-4 0,-8 7 0</inkml:trace>
  <inkml:trace contextRef="#ctx0" brushRef="#br0" timeOffset="107551">10612 6042 24984,'24'-37'36,"-1"0"1,1 1-1,8-18 1,-4 3-15,-11 15 1,-4 1-257,-1-5 0,-2 0 251,-2-2 0,-2 1 88,-1 9 1,-3 0-14,-1-5 1,-4 1 75,-9-1 140,-7-10-101,-3 24-78,4 9-101,5 7 234,4 14-245,-2 13-17,-3 23 0,5-11 0,0 3-1691,-1 9 1,0 4 1687,1 6 1,1 4-10,4-8 1,0 3 0,2-3-404,1 3 1,3 0 369,1-6 0,2 2 0,4-5-246,5-5 0,3-2-931,5 5 1,2-1-1907,1-9 0,2-5 3128,17 9 0,-18-20 0,-12-11 0</inkml:trace>
  <inkml:trace contextRef="#ctx0" brushRef="#br0" timeOffset="107751">10562 5839 25085,'49'-31'-1442,"-21"15"0,3 4-3084,7 3 0,1 2 3394,-2 0 0,-4 0 0,12-2 0,-21 3 0</inkml:trace>
  <inkml:trace contextRef="#ctx0" brushRef="#br0" timeOffset="108067">11521 5435 21612,'-3'-9'2224,"1"2"-1227,2 7-168,0 0-784,-20-6-6,2 18 12,-28 4-23,16 8 0,0 3-17,-15 10-103,12-9 1,1-1 97,1 6-6,2 4 22,14-8 34,17-7 118,21-2-107,0-9 34,25-1-12,-2-8-44,17-2-396,-28-2 0,0-1 99,2 1 0,1-1-1583,0-1 1,1 0 1834,-5 1 0,-2 0 0,9 0 0,-18 1 0</inkml:trace>
  <inkml:trace contextRef="#ctx0" brushRef="#br0" timeOffset="109757">16405 4954 17204,'0'-3'4134,"0"1"-2554,0 2-1457,-41-15-17,15 25-50,-7-7 0,0 3 40,-12 37-40,14-11 0,2 0-23,-12 14-22,15-15 1,4-1 4,6 3 29,3 3-6,12-14 152,21-3-113,8-13-229,24-2-339,-21-6 0,2-2-3145,6-2 1,0-1 3634,-1-1 0,-2 1 0,12-4 0,-21 5 0</inkml:trace>
  <inkml:trace contextRef="#ctx0" brushRef="#br0" timeOffset="110740">17495 5090 21170,'6'-57'1163,"-1"-1"0,0 7 0,-1 10-838,-3 19-342,-1 10-55,2 15 72,0 16 11,1 21 6,-1 21-522,-1-23 1,-2 2 518,-1 3 0,-1 3-9,-1 11 1,-2-1-4,2-18 1,-1-1 11,0 11 0,-1-2 284,-4-2-174,-2-1 235,-3-18-259,5-17 29,0-20-67,7-19-23,3-22-22,3 16 0,3-2-387,1-8 0,2-3 381,3-5 0,1-1 8,2-2 1,2 0-6,0 2 0,1 2-11,0 4 0,1 1 8,4 1 0,1 2-11,-8 17 0,0 1-11,7-4 0,1 3 669,7 3-719,9 2-1,-4 11-16,-5 9 16,-5 12-3105,-5 16 3162,-11-2 555,-4 21-539,-17-4 23,-12 15-29,5-25 1,-3 1-150,-3-1 1,-2-1 146,1-1 0,1-2 2,-21 17-10,12-11 5,13-9 3249,11-7-3243,8-2-1,9 1-5,8 2 430,12 0-436,10-2-5,11-2-11,9-2-244,-26-7 0,2 0 212,0-1 1,1-1-34,1-2 0,0-2-9,-1 0 1,0-3 39,-2-1 0,-1-3-158,25-17 220,-13-5 61,-13-3 79,-13 0 56,-8 6 61,-8 6 6,-4 6 450,-1 6-534,0 3 111,0 5-307,2 1-96,-1 3 46,2 7 66,-1 9-10,1 14-12,-1 14-39,2-11 0,1 1-84,1 16-247,1-15 1,1-1-2039,7 8-5473,4 5 7898,-1-13 0,-6-16 0,-4-11 0</inkml:trace>
  <inkml:trace contextRef="#ctx0" brushRef="#br0" timeOffset="110917">18477 4694 21377,'-4'-4'1742,"1"0"-6587,3 4 4845,7-24 0,-5 19 0,5-19 0</inkml:trace>
  <inkml:trace contextRef="#ctx0" brushRef="#br0" timeOffset="111390">18978 4758 18728,'0'-4'4901,"0"1"-4039,0 3-352,-68-40-269,27 30-455,-7-9 0,-1 4 264,-2 29 1,2 11-56,6 11-4,6 5-14,10 2-16,12-5 11,11-5 45,13-8 191,17-8-102,-3-7 510,20-16-364,-8-10 0,12-14 22,-2-7 1,-3-1-46,-7 2 101,-8 8-162,-10 9-100,-7 8-102,-6 7-44,-3 6 44,0 10 45,1 15 0,1 21-11,-2-16 0,-1 2-394,-1 5 1,-2 2 398,-1 5 1,-1 3-27,-2-5 1,-1 3 0,1-2-28,-2 3 1,0 1-643,0-1 1,-1 3 0,-1-4-104,-3 2 0,-2-2-594,-1-5 0,-4 3 0,0-4 9,-6 2 0,-2-4-266,-4-4 0,0-9-288,-6-19-2907,6-36 4177,19-6 1,3 4 0,7 10 0</inkml:trace>
  <inkml:trace contextRef="#ctx0" brushRef="#br0" timeOffset="112074">19388 4438 22932,'-1'41'41,"0"-1"0,-2 4 0,-3 0-30,-3 0 0,-2 1 3,-4 14 0,0 1 5,4-8 1,0-2-14,0-2 0,3-2-1,3-11 1,3-3 837,0 2-367,4-5 205,6-26-479,8-20-124,2-9 51,11-25-12,-1-2-69,-12 18 0,1-2 10,4-5 1,-1 1 52,-4 8 1,1 3-81,0-1 0,0 4-15,4 2 447,0 7-457,-3 12-6,19 11-6,-14 3 12,18 20-6,-22-9 0,15 22-6,-3-3-1698,-4-8 0,2-1 1698,11 10-359,-2-13 1,-1-4 380,-4-8 40,26-2 62,-21-37-62,1-10-31,-19 5 0,-3-5-5,-3-1 0,-3-1-134,-2 5 1,-1-1 118,0-11 1,0-3 8,1-7 0,0-1-3,-1 1 0,0 0-3,1 2 1,-2 2 19,-3 9 0,-2 6 2927,-7 0-2944,-1-1 1051,-9 23-1079,1 10-22,-8 11 11,6 9 421,2 19-393,9-2-6,6 2 1,4 2-4,1-6 1,2 0-372,5 16 1,2 0 331,3-5 1,2-3-814,2 2 1,2-3 731,-5-8 1,1-1-1062,8 10 0,1-2-2927,7 4 4117,-14-16 0,-1-2 0,-3-6 0,-10-12 0</inkml:trace>
  <inkml:trace contextRef="#ctx0" brushRef="#br0" timeOffset="112317">19901 4610 24628,'52'-19'174,"-1"-1"1,1 1 0,-4 1-1,-1 1 1,-4 3-69,0 5 1,-5 3 372,19-4-127,1-2-290,-37 8 122,6-2-268,-24 5-353,-2 1-2297,-7 4 2785,-2 1 0,1 0 1,0 0-1</inkml:trace>
  <inkml:trace contextRef="#ctx0" brushRef="#br0" timeOffset="113850">7146 7654 6387,'62'-8'490,"-1"1"0,1 0 0,-6 0 0,3 0 0,0 1 0,-2-1-65,7 0 1,-2 0 0,1 0-1309,-15 1 0,1 1 1,-1 0-1,2-1 1192,6 0 1,0-1-1,1 0 1,-1 1-71,-4 0 0,-1 0 1,0 0-1,4 0-97,-2 0 0,1 0 1,3 0-1,1-1 1,1 0 2,1 1 1,3-1 0,1-1-1,1 1 1,-1 0 0,-2 0-280,-3 1 1,-1 0-1,0 0 1,-1 0-1,0 0 1,1 0 165,-2 0 1,0-1 0,1 1-1,-1 0 1,0 0 0,1 0-67,0 0 0,1 1 1,0-1-1,0 0 0,-1 1 1,0-1 85,3 0 1,-1 0 0,0 1-1,0-1 1,4 0-161,-10 1 1,3-1-1,1 1 1,0-1-1,1 1 1,0-1-1,0 1 136,1-1 0,-1 1 0,0-1 0,1 1 0,1-1 0,1 0 0,2 0-22,-6 1 1,4-1 0,0 0 0,2 0-1,-1 0 1,1 1 0,-2-1 0,-2 0-1,-2 1 2,0 0 1,-3-1 0,-1 2 0,-1-1 0,0 0 0,3 0 0,3-1 1,0 1 1,3-1-1,3 1 1,1-1 0,0 0-1,1 0 1,-2 0 0,-2 0-1,-3 1 7,1-1 1,-2 1 0,-2 0-1,0 0 1,0 0 0,1 0-1,3 0-6,-5 0 1,2 1 0,0-1 0,1 0 0,2 0 0,0 0 0,0 0 0,2 0 0,0 0 1,-4 0 0,2 0 0,1 0 1,1 1-1,0-1 0,1 0 0,-1 1 1,1-1-1,-2 0 0,0 1 0,-1 0-7,1-1 0,-2 1 0,1 0 1,-1 0-1,-1 0 0,1 0 0,-1 0 1,0 0-1,0 0 0,0 0-3,5 0 0,0 0 0,-1-1 0,1 1 0,-1 0 1,0 0-1,0 0 0,-1 0 0,1 0 2,-3 1 0,0-1 0,1 0 0,-1 1 0,-1-1 0,1 1 0,-2-1 0,0 1 0,-1-1-1,7 0 1,-3 1 0,0-1 0,0 0 0,-1 1 0,3-1-1,1 0-3,-6 0 1,2 1 0,1-1 0,1 0 0,0 0 0,0 1 0,1-1 0,-1 0 0,-1 0 1,0 1 1,-1-1 0,1 0 0,-1 1 0,0-1-1,0 1 1,0-1 0,0 0 0,0 1-4,-1-1 0,-1 0 0,0 1 0,0-1 0,0 0 0,0 1 0,1-1 0,1 0 0,0 1-1,0-1 0,2 0 1,1 0-1,0 0 1,1 1-1,-1-1 1,0 0-1,-2 0 1,-2 1-1,-2-1 1,5 0 1,-3 1 0,-1-1 0,-2 1 0,1-1 0,1 1 0,3-1-1,-3 0 0,3 1 0,1-1 0,2 0 0,-1 0 0,0 0 0,-2 0 0,-2 1 0,-4-1 0,5 1 0,-4-1 0,-3 1 0,1-1 0,1 1 0,4-1 2,-2 0 1,3 0 0,2 0 0,1-1 0,1 1 0,-1-1-1,-2 1 1,-2 0 1,-1-1 0,-2 1 0,0 0 0,-2 0 0,1 0 0,-1 0 0,2 0 0,3-1 0,1 0 0,0 0 0,1 0 0,-3 0 0,-2 1 0,-4-1 14,9 0 0,-4 0 0,-3 0 0,1-1-9,3 1 1,1-1 0,-1 0 0,-4 0 295,-2-1 1,-4 1 0,2 0-224,13-2 0,3-1 0,-5 0-40,-3 1 0,-2 0 23,-10 1 1,2-1-1,-7 2-26,4-1 721,-9 2 1,-2-1-514,-9 2 2252,-4 1-2690,-12 1 2426,-10 2-3814,-3 0 1767,-2 0 0,1 0 0,3 0 1</inkml:trace>
  <inkml:trace contextRef="#ctx0" brushRef="#br0" timeOffset="136508">14646 9146 15810,'21'-49'1190,"0"0"1,0 0 0,-2 5 0,0 1-1,-8 7-522,-15-5-416,-3 15 117,-16 3 12,-17 13-213,-10 5-451,16 9 1,-2 3 324,0 5 0,1 2-26,6 0 1,0 3 19,-11 8 1,1 4-12,8-3 1,2 2-7,-7 7 1,1 2-4,7-1 1,4 0-17,7-2 0,5 0-48,9 1 1,6-2 58,7 8 23,29 0-6,4-29-6,-6-8 0,3-4 6,-4-5 0,-1-4-108,1 1 0,-2-4 122,0-6 0,-3-5 36,-1-4 0,-3-1-2,1-2 0,-3-1 86,1-4 0,-4 2 349,-1-13-259,-11 18 598,-6 11-693,-7 12 230,-10 19-364,3 1-1,-8 18 14,7-1 1,2 3-9,-6 13-595,1 3 1,-1 5 569,4-13 0,0 0-12,-2 13 1,0 4-367,5-10 0,1 1 0,1 0 375,1-3 0,1-1 0,1-2 0,-1 8 0,2-4 0,2-17 0,0-1 0</inkml:trace>
  <inkml:trace contextRef="#ctx0" brushRef="#br0" timeOffset="137665">13470 10309 15905,'3'-6'5500,"-1"1"-4211,-2 5-970,31-49 112,-32 54-56,8-23-249,-25 41 0,-13 17-53,-5 0 0,-4 3-669,9-10 1,-2 1 0,0 0 606,-4 4 0,0 0 0,0 1-9,-2 2 0,0 1 0,0 0-32,2 1 0,-1 2 0,2-1-116,3 1 1,0 0-1,3 0-338,4-3 1,2 1 0,2-1-2850,-4 14 1,6-3 3332,7-13 0,3-4 0,3-1 0,6-26 0</inkml:trace>
  <inkml:trace contextRef="#ctx0" brushRef="#br0" timeOffset="138232">15315 10094 24049,'-26'-38'237,"-1"0"0,2 0 0,8 16-220,16 24 39,7 8 17,3 12-6,11 14-22,6 12-34,-8-19 0,1 0-416,5 4 1,2 0 404,7 3 0,3-1-9,6 2 1,5-2-239,-6-7 1,4-2 0,-1 0-716,-6-4 1,-2-2-1,1 0-1617,17 8 0,-4-3 2579,-15-7 0,-6-3 0,-9-3 0,-4-2 0</inkml:trace>
  <inkml:trace contextRef="#ctx0" brushRef="#br0" timeOffset="141882">12262 11970 15911,'0'-3'5539,"0"1"-4558,0 2-785,-25-14 128,-1 38-223,-12-18-20,18 20 1,2 9-7,-5 12 1,2 1-65,6-14 0,-1 0-3,-4 14 1,3 0 2,10-12 0,3-2-283,4 21 272,4-17 0,5-1 11,23 10 73,3-17-73,13-16 1,2-7-1,2-4-115,4-4 1,2-7 137,-21-8 0,-3-4-365,-4 5 0,-2-1 347,2-5 1,-4-3 107,2-26-74,-15 19 46,-11-5 0,-6 0-73,-8 11 5,-28-22 5,2 28-5,-16-4-5,-5 4-475,29 7 0,0 1 464,-19-6-16,16 1 1,2 0 31,-7-9 613,-11-11-613,25 7 145,11 1-168,8 2 992,14-1-1002,12-1 10,16 0 7,12 3 287,-6 8-288,-9 9 0,1 3-11,10 6 0,-13 3 0,-1 2 6,4 10 0,0 20-1,-12 5 6,-10-4 1,-1 2-7,-5-3 1,-2 0-6,0 1 0,-2-1-31,-4 4 0,-1-1-607,-4 11-1591,3-16 0,-1-1 1381,-2 7 0,4-17 0,1-12 0</inkml:trace>
  <inkml:trace contextRef="#ctx0" brushRef="#br0" timeOffset="143675">16653 11163 24503,'15'-37'117,"-3"24"-100,-11 38 0,-4 16-9,0-2 1,-2 2-478,-1 3 0,-1 2 407,-2 1 1,1-1-466,0 0 0,1 0-106,1-3 0,2 0-829,2-5 0,1-1-7280,7 24 8742,3-21 0,-2-19 0,-1-13 0</inkml:trace>
  <inkml:trace contextRef="#ctx0" brushRef="#br0" timeOffset="144231">17030 11231 24357,'9'-42'250,"0"0"0,-2 4 0,0 9-110,-3 22-33,-2 2-39,0 3-46,-1 1 0,-1 4-10,-1 1 16,-2 5-23,0-4 1,-2 3-1,2-1 7,-3 3-1,-1 4 0,-2 6-5,-1 8-1,-2 12 1,-3 10-1,-1 10-164,8-29 0,2 2 156,1-2 1,1 2 2,3 2 0,3-1 0,3 11 5,15 6 29,6-30 33,9-3 28,5-13 73,7-28-112,-16 3 73,8-29 17,-21 5 11,-2-14-6,-8-3-1543,-11 25 1,-2 2 1481,-4-11 13,-15-10-13,3 29-45,-4-3-23,3 8-50,3 7-118,10 6 3148,3 4-5355,3 3 2364,0 1 1,0-1 0,1 1-1</inkml:trace>
  <inkml:trace contextRef="#ctx0" brushRef="#br0" timeOffset="145508">11522 12759 21814,'11'-13'1328,"-17"15"-1186,-14 16 1,-8 7-51,-6 3 1,-3 2-850,-7 4 1,-3 2 784,12-10 0,0 1 0,-2 0-380,0 1 1,-1 1 0,0 0 351,0 0 0,1 0 0,0 0-38,4-1 1,0 0 0,2 0-204,-9 11 0,5-1-480,10-5 1,6 0 720,4 22 0,11-27 0,10-8 0</inkml:trace>
  <inkml:trace contextRef="#ctx0" brushRef="#br0" timeOffset="146015">12899 12995 13301,'-6'-6'7091,"2"2"-5669,4 4-240,-36-68-941,27 49-62,-12-20 0,5 5-5,17 28-101,2 1-12,1 5 35,13 13-57,-5-1 28,16 21-22,-1 2-31,-7-8 0,2 1-284,4 3 0,2 1 244,5 2 1,3 0-722,4 0 1,2-1 107,5 0 1,2 0-3180,5-1 1,0-2 3817,-5-4 0,-4-2 0,-12-8 0,-5-2 0,6 1 0</inkml:trace>
  <inkml:trace contextRef="#ctx0" brushRef="#br0" timeOffset="150175">10057 13988 7738,'-5'-2'5243,"2"0"280,3 2-4750,-7 0-224,5 0-179,-5 0-62,6 0-236,-1 0-49,0 0 16,-5 3 22,-2 3 23,-6 5 84,-10 6-33,2-3-62,1 0 55,5-4-4,8-5-12,1-1 16,4-1-105,2-3 627,2 1-566,5-2-50,-1 1 55,9-3-55,-5 0 56,9-2-46,-4 0 7,8-2-34,-5 2 106,27-11-62,-7 5-27,16-7 28,-1 2 5,-7 3-45,0 1 40,9 2-40,-26 8 6,6 4 28,-21 8 23,-6 14-35,-3 1 113,-10 37-118,1-23 6,-4 8 0,0 4-369,3-19 1,0-1 334,-3 15 1,0 0-7,3-10 1,1-2-6,-2 18-23,3 2-817,3-8-3159,0-1 3939,4-5 0,-1-23 0,1-9 0</inkml:trace>
  <inkml:trace contextRef="#ctx0" brushRef="#br0" timeOffset="150392">9959 14583 24424,'18'-40'-230,"0"1"1,8-1-1,6 5-664,21 11 1,7 5-2384,-18 4 0,1 0 0,-1 1 2933,17-5 0,-5 2 0,-16 6 1,-4 1-1,5-1 0</inkml:trace>
  <inkml:trace contextRef="#ctx0" brushRef="#br0" timeOffset="162365">13341 13966 21097,'5'41'538,"-2"2"-393,-2 1-38,-2 1-23,-3-3 16,-1-7 75,-1-8 138,3-12 107,0-7-44,4-20-309,1 0 56,6-24-11,4 1-11,6-11-28,5-1 5,9-3-61,-9 18-17,9-3-6,-13 23 1,5 0-7,-2 9-32,-2 7-35,1 7-50,-2 8-67,2 4-162,-2 5-791,12 6-94,-2-7 448,0-4-1037,3-9-369,-7-10 235,7-2 1109,-3-12 964,-4-6 520,-3-8 678,-2 0 442,-4 3-201,-4 5-487,-3 5-258,-3 5-611,-3 4 157,0 4-139,1 5-119,0 4-61,2 7-50,5 5-29,0-4 23,2-2-16,3-5 21,0-7 46,4-1 61,6-15-40,-9 2 63,6-18 61,-10 1 123,0-10 95,-2-1 74,-6 0-12,-3 4-33,-3 0-359,0 13-56,-1 2-275,1 15-301,5 2-47,0 4-5537,17 10 6160,-4-1 0,1 0 0,-9-6 0</inkml:trace>
  <inkml:trace contextRef="#ctx0" brushRef="#br0" timeOffset="162999">14485 14116 24424,'46'-43'375,"-3"-2"-291,-26 18 0,-3-2-48,-2 0 1,0-1-710,-1-9 1,-2 0 695,1-16-1688,-7 18 0,-1 2 1699,-1 1 488,-4 2 1,-1 1-427,-2 2 10,-7-7-50,5 18 512,0 6-546,3 7 3370,0 3-3392,-6 21 6,-1 7-1,-7 27 1,3-8-241,6-11 1,0 2 231,4-4 0,1 2-3,-2 14 1,3 1 5,3-8 0,3-2-9,3 3 1,3-4-8,9 5-24,22 4 29,-15-27-11,33 6 22,-23-28 5,16-12 1,-20-7 5,6-23 0,-9-4-513,-6 4 0,-1-5 507,-4 5 1,0-1 5,1-10 1,-2 2-7,-6 18 1,-1 1 19,-1-3 0,-1 1 42,-1-14 0,-3 17 1,0 0 27,-1-14 414,-1 5-453,0 22-39,0 10 0,0 7 1087,0 11-1082,2 9 6,2 18 28,0 17-25,-2-16 0,0 2-12,0 7 1,-1 2-504,-1 5 1,1 0 483,0 2 0,1-1-76,1-1 1,3-1-300,2-5 0,3-2-362,-2-11 0,3-2-29,19 24 0,-18-36 0,2-2 0</inkml:trace>
  <inkml:trace contextRef="#ctx0" brushRef="#br0" timeOffset="165908">17291 11794 9750,'0'0'0</inkml:trace>
  <inkml:trace contextRef="#ctx0" brushRef="#br0" timeOffset="166575">17265 11855 15804,'-5'-3'4476,"1"2"-2085,4 1-2251,-22-29-11,27 22-62,-17-20 40,44 35-40,2 7-17,18 10-1732,-14-6 0,2 2 1688,-12-6 0,1 0 5,18 8 0,1 0-385,-12-6 1,0-1 381,12 4 1,2 1 7,2-1 1,1 0-12,-1 0 1,1 0-17,-1-2 0,-2-1-87,-7-2 0,-1 0-359,-9-4 0,-4-1-4859,7 2 5316,-20-5 0,-13-5 0,-3-2 0</inkml:trace>
  <inkml:trace contextRef="#ctx0" brushRef="#br0" timeOffset="167082">18561 12530 22381,'18'-39'394,"-1"-1"0,0 1 0,-5 16-58,-10 25-185,-1 23-106,-1-3 55,0 16-39,-11 20-61,-2-1-699,2-14 0,-1 1 327,3-5 0,0 0-740,2 0 0,1-1-1184,0 22 1724,7-24 0,1-4 0,-1-8 0,4 7 0</inkml:trace>
  <inkml:trace contextRef="#ctx0" brushRef="#br0" timeOffset="167314">18983 12438 17242,'25'10'527,"-4"10"370,-14 13 0,-4 6-886,4 18 532,-4-18 0,0 3-1501,1 4 1,1 3 957,-1 6 0,0-1 0,-1-13 0,0-4 0,1 14 0</inkml:trace>
  <inkml:trace contextRef="#ctx0" brushRef="#br0" timeOffset="200857">12586 6356 6949,'-3'-8'6441,"1"0"-4127,2 8 951,0 0-902,0-39-1909,-1 27-67,-1-29-90,0 38-79,1 1-39,0 0 1,1 1-164,6 10-10,1 1 5,6 12-5,1 1-12,3 1-11,2-1-5,2-3 22,3-5 22,-1-3 18,2-4 38,0-6 23,-1-7-6,1-7-22,1-8-6,0-4 6,-1-1 5,-3 3-11,-5 4-22,-4 6-22,0 3-18,-5 4 1,7 2-1,2 2-5,6 0 0,7 2 0,6 2 0,-7 0 12,16 2-12,-13-1 5,12 0 1,-12-3 16,-5 0 12,-3-4-1,-3-1-16,-2-4-6,0-2-39,3 2 17,-7 2-6,5 4 12,-8 5 5,3 3-6,1 4 12,2 1-1,1 0 1,3-1 0,2-2 5,3-4 0,5-3-5,4-6-1,5-4-5,1-5 0,-2-4 34,-7 0 55,-9 2 35,-9 1 16,-6-1-118,-3 6 0,0-4-10,1 7-7,5-2-5,5 3 0,2 1 0,2 3-11,-2 1 17,-1 4-1,-1 1-5,1 1-3392,8 1 3392,-7-4 0,13 0 0,-6-4 6,8-3-1,0-5 7,-2-3-1,-4 0 3409,-6 2-3381,-8 3-11,-6 3-17,-5 3-5,0 1-6,-1 1-11,5-1 5,5 1 17,4 0 12,6 0-18,2 0-10,5 0 5,-9 0 5,7 0-3380,-2 0 3386,-5-2 0,8-1-11,-11-2 0,5-3 0,0 1 0,-3 1-5,-3 2-12,-6 2 11,-4 1 3398,0 3-3386,0 2-6,2 1 11,4 2-11,1-1 11,3 0-11,8-1 0,-5-2 0,14 0 0,-2-2 12,30-3-12,-22-1 0,18-4 0,-38 3 5,8-2 12,-10 1 22,-1 1-28,-8 1 12,-1 1-18,-4 2 1,3-2-23,0 2 6,3-1-6,2 5 17,5 9 0,-5-1 0,8 11 0,-6-6 11,8 6-5,7 1 16,-1-8 40,5-4-28,-11-11-6,5-10-3398,12-14 3381,-6 3 6,20-13-682,-13 9 688,-6 4 61,-1-3 11,-18 10-17,0-2 40,0-3 6,-3 3 2978,-1 2-2984,2 4 1054,-4 3-1082,2 0-12,0-1-66,-2 4 16,5 0-17,-7 2 0,9 0 11,1 0-5,2-1 6,5-1-7,1-3-10,-4 1-6,21-4 6,-23 5-1,16-4-234,-28 5-2006,-4-3 2235,-9 1 0,2 1 0,-2 2 0</inkml:trace>
  <inkml:trace contextRef="#ctx0" brushRef="#br0" timeOffset="209390">8032 5331 8052,'54'-17'784,"0"-1"0,0 0 0,0 1 0,0 1 1,-2 1-625,-8 5 1,-2 1 0,2 1-1352,6-2 0,1 0 0,3 1 1228,4 0 1,3-1-1,0 1-32,-13 2 1,2 0 0,-1 0 0,1 0-6,2 0 0,0 0 0,0 0 0,0 1 0,1-1 0,-1 1 0,1-1 0,-2 1 2,0 0 1,-1 0 0,0 0 0,0 1 4,11-2 1,-1-1-1,-2 1-40,-7 1 1,-1 0 0,-4 0 127,10-1 0,-7 1 1334,10-3-891,-43 6-336,-42 6 16,-35 5-84,17-1 1,-5 1 676,-10 2 0,-3 0-755,16-2 0,-2 0 0,0 1-269,-4-1 0,-1 1 0,0 1 233,-4 1 1,-1 0-1,0 1 8,-3 0 0,0 0 1,0 1-3,13-3 1,1 0 0,0 0-1,-1 1 24,-14 2 1,0 1 0,1-1 12,4 0 0,1 1 1,1-2-360,7 0 1,2-1 0,2 1 331,-10 2 1,5-1-1309,14-3 1,5 0 1204,-1-1 464,35-4-241,32-10-496,14-6 0,5-3 346,-11 4 0,1-1-8,9-3 0,5-2 0,-1 1-119,-10 2 1,-1 2-1,2-1 105,-4 2 1,3-1 0,1-1 0,-1 1 3,1 1 1,1-1 0,0 0 0,-1 1 2,0 0 1,0 1 0,0-1-1,-1 1 1,14-3 1,-2 1 0,0 0 5,-5 1 0,-2 0 0,-1 1 685,13-2 1,-6 0-578,-15 3 1,-6 0 33,-3 0-213,-55 7 56,-13 6 0,-7 3 280,-1-1 0,-4 2 1,-3 0-256,4 0 0,-3 1 1,-1 0-1,-1 1-211,-7 2 1,-2 1 0,-1 0-1,-1 0 252,8-2 0,0 1 1,0 0-1,-1 0 1,1 0 4,0 1 1,0-1 0,-1 1 0,2 1 0,0-2-128,-8 4 1,1-1 0,1 0 0,3 0 83,-8 2 0,4 1 1,3-2-205,-4 2 0,8-1 148,-4 4 1518,52-13-1188,42-15-218,1-2 1,6-4 313,-4 1 1,3-2-1,2-1-525,9-4 1,4 0-1,2-2-687,-10 4 1,2 0-1,1-1 1,1 0 830,-4 2 0,3-2 0,0 1 0,-3 0 0,-4 2 0,4-1 0,-5 1 0,-1 1 0,0 0 0,-1 0 0,0 0 0</inkml:trace>
  <inkml:trace contextRef="#ctx0" brushRef="#br0" timeOffset="210654">17814 3819 8493,'-50'3'919,"0"-1"1,1 1-1,-1-1 1,0 1-1,4-1 1,2 1-503,-8-1 1,9 1-833,10-1 152,8 1 761,22 0 611,19 2-577,19-2-162,25 1-250,-19-4 1,4 0-847,10-2 0,3 0 744,-13 1 1,0-1 0,2-1-3,5 1 1,1-1 0,1 1-8,4-1 1,1 0-1,1 1-11,1 0 0,1 0 1,0 0-11,0 1 1,0 0 0,-1 0 11,-1 1 0,-2-1 0,0 1 9,-6 0 1,0 1-1,-1-1-2,-7 1 1,-1-1-1,-2 1 155,13 0 1,-7 0 252,8 0 512,-25 0-855,-43-1-161,-41 0 83,3 0 1,-5 1-964,5-1 1,0 1 962,-11 1 1,-2 0-21,3 0 1,-2 1 6,17 0 0,-1 0 1,-3 0 8,-10 1 1,-2 0 0,-3 1 3,5 1 0,-2 1 1,0 0-1,4 0-60,3 0 1,4 0 0,0 1-122,-7 1 1,-1 2-1,12-1-1429,-2 5 1163,25-2 829,19-3-253,7-4 583,28 1-566,-1-6-325,9-3 0,6-3 199,0-1 0,3-2-10,-5 1 0,3-1 0,5 0-23,7 0 1,7-1 0,2 1 0,-4 0-230,-11 2 1,-1 0-1,-1 1 1,2 0 213,7-1 1,2 0-1,-1 0 1,-5 2-7,-7 1 1,-3 1 0,-2 0 136,19 0 1,-3 1-149,-4 0 1,0 0 39,5 1 0,-2-1 604,-15-2 1,-6 1-280,3-3 135,-35-4-517,-38 0 99,0 3 0,-5 2 934,-14-1 0,-8 3-942,15 1 1,-5 0 0,-1 1 0,0 1-487,1 0 1,0 1 0,0 0 0,-1 0 469,0 0 0,0 0 0,0 0 0,0 1 11,-1 0 0,0 1 1,0 0-1,2 1-494,-11 0 1,2 1 0,1 1 450,5-1 1,1-1-1,2 1-90,-16 2 0,10 0-629,11 7 1331,35-8-296,15 7 2545,21-6-2607,27-2-184,-15-4 0,6-2 337,3-2 0,4-1 0,0-1-381,-1-1 1,0 1 0,0-1-4,2 0 0,0 0 1,1-1-16,1 0 0,0-1 0,-1 1-4,-9 2 1,-1-1-1,3 0 0,15-1 1,4-2 0,-3 1 27,-12 2 0,-3 0 1,-1 0 76,0 0 0,-2-1 1,-4 1 133,15-3 0,-30 1-615,-72-2 380,16 7 0,-2-1-1216,-13 0 1,-5 0 1235,6 4 1,-2 1 0,3-1 7,-2 1 0,-1 1 13,-7 1 1,-7 1-1,1 0-650,2 1 1,0 0 0,0 0 531,5 0 1,1 0 0,1 1-156,2 0 1,2 0 0,8 1 827,-4 7-395,39-4 197,43 0-345,-5-8 1,5-2-398,17 0 0,8-2 113,-18-1 0,4-1 1,2 0-1,-2-1-622,13-1 0,-1 0 1,3 0 869,-4-1 0,3 0 0,-1 0 0,-8 1 0,3-1 0,-6 1 0,-3 1 0,-1-1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3:39:07.4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13612 4090 20017,'1'-47'711,"0"-1"0,0 5 1,1 6-505,5 10 1543,1 1-1666,-2 14 412,1 1-502,0 14 279,3 14-262,2 20-5,-1 25-34,-7-22 0,-1 2-318,-2 6 0,-2 1-273,-1 3 0,-1 0-1087,0-1 1,2 1 1705,4 3 0,1-4 0,-1 6 0,8-9 0</inkml:trace>
  <inkml:trace contextRef="#ctx0" brushRef="#br0" timeOffset="567">14428 3904 19636,'2'-3'1293,"0"1"869,-2 2-1831,8 9-46,-6-3-44,6 9-22,-10-4-1,-3 0-39,-6 0-44,-6 0 16,-5-3-45,2-3 247,-15-9-100,9-10-63,-7-13-67,14-12-44,10-5-40,12 0-34,10 4-5,11 8 6,6 8 16,5 7-22,5 8-11,-8 5-28,22 17 17,-15 8-166,-12-1 0,-1 3 176,-7 3 1,-4 3-6,-3 4 1,-5 3-29,-6 4 0,-6 1-3,-6 5 1,-8 1-17,-5-3 1,-6 0-1,0-2-616,-2 5 0,-3-2 669,-1-1 0,-4 2 0,2-6 55,3-5 1,0-4 58,-4 2 1,0-5 115,-16 0-74,22-37-61,19-22-22,22-15-6,16-8-28,16 7-6,7 8-10,5 15-29,2 13 35,4 17-116,-26 2 0,0 4-558,1 4 1,0 3-2076,3 4 1,-2 2 2333,-4-1 1,-2-1 0,7 8 0,-17-12 0</inkml:trace>
  <inkml:trace contextRef="#ctx0" brushRef="#br0" timeOffset="1150">13506 5183 19092,'36'-41'1103,"-1"0"1,3-2 0,-9 9-774,-18 21 269,5-6-168,-13 13-207,-1 4 17,-11 15 0,-9 10 0,-4 5-118,-15 17-565,11-14 0,-4 5 1,0-2 483,-8 11 0,0 0-35,4-6 1,0 2-1,-2 2-30,6-5 1,-2 3 0,1 0 0,2-1-70,-5 7 1,1 0-1,2-1 0,0-2 1,2 1 0,1-2-328,5-3 1,2-1 0,1-1-2501,0 4 1,1-1 2918,-1 3 0,2-3 0,0-2 0,13-26 0</inkml:trace>
  <inkml:trace contextRef="#ctx0" brushRef="#br0" timeOffset="1533">13973 5155 22966,'-26'-51'655,"0"0"0,3 7 1,5 8-297,6 16-9,8 9-339,1 2 33,5 5-44,9 12 12,12 11-12,3 3-1663,7 5 0,2 2 1663,8 7 0,-4-5 0,9 5 0,-5-4-430,-7-6 0,1-1 424,0 0 1,6 2-1,2 1 1,-1-3-10,6 1 0,-1-2 0,6 0-513,-4-2 1,5 2-1,2-1 1,0 0 0,-5-1 317,-2-2 0,-3-1 0,0-1 0,4 2-1429,-1-1 1,6 2-1,2 1 1,-2-1 0,-4-2-1,-7-2 475,14 6 0,-6-3 0,-2 0 0,3 1 0,-15-5 0,-17-6 1</inkml:trace>
  <inkml:trace contextRef="#ctx0" brushRef="#br0" timeOffset="3450">12954 6104 20845,'0'-33'616,"-2"13"-224,-1 36 68,-7 14-62,-10 14-197,-1-9 1,-1 0-158,5-8 1,-1 0-324,-11 13 0,-2-1 332,10-10 1,0-2-26,-4 7 0,-1 0-18,4-3 1,0 0 8,-1 2 1,2-3-26,-6 9-195,-4 5-891,18-24-5905,-1-1 6997,7-9 0,5-6 0,1-3 0</inkml:trace>
  <inkml:trace contextRef="#ctx0" brushRef="#br0" timeOffset="4317">12431 7087 12701,'0'-4'7136,"0"1"-4755,0 3-1872,-78 21-307,31 17-895,12-17 0,-7 3 1,7 1 711,10 5 1,3 3-6,-5 11 0,2 3-14,3 2 0,3 1-11,3-10 0,1 2-6,6 0 0,1 3 0,5-5 85,6-6 1,5-2-86,2 13 0,5-3 11,6-12 1,4-5 13,4-5 1,1-3 33,2-5 0,0-5 120,30-6 45,-11-21 23,-13-16-96,-16-2 46,-13 7 1,-4-2 83,-6-14-144,-3 14 0,-3 1 76,-20-14-28,-15 9-100,2 16 55,-20 9-50,3 19-76,15 5 0,0 6-250,7 1 0,3 4 9,-4 9 0,5 1 966,-1 18-5638,17-8 1,4-2 2862,3-2 1,-1 13-1,9-44 1</inkml:trace>
  <inkml:trace contextRef="#ctx0" brushRef="#br0" timeOffset="5075">11559 8237 21405,'-41'26'375,"-1"0"0,0 0 1,1 0-1,1 1 1,2 1-264,-8 13 0,3 1-1637,9-9 0,0 0 0,1 1 1542,-8 8 0,-2 3-40,7-9 1,-3 4 0,0 1-1,2-3-173,0 2 0,1-2 0,-1 2-664,0 2 0,-3 3 1,1 0-1,4-3 860,2 0 0,3-2 0,4-4 0,-2 3 0,6-6 0,1 5 0</inkml:trace>
  <inkml:trace contextRef="#ctx0" brushRef="#br0" timeOffset="8018">9933 9643 21483,'1'-39'249,"0"1"1,0-23-189,-1 66 80,-2 10 33,-5 18 11,-9 18-118,5-17 0,-2 1-48,2-6 1,-1 2 2,-9 20 1,0 2-479,7-17 0,1 0 453,-5 15 0,1-1 3,9-17 0,2-2 34,2 13 196,11-19 201,8-15-45,11-19-134,9-15-104,-5-1 1,-1-2-59,14-15-9,-12 12 0,-1 1 48,3-4 878,2 0-962,-12 15-23,-12 11 29,-5 15-18,-5 2 68,-2 34-62,-4-1-22,2-9 0,-2 1-208,0-3 0,0 1 157,1 0 1,0 0-174,0 0 0,2 1-734,1-1 0,2 0-1904,5 17 2845,5-2 0,-4-30 0,0-2 0</inkml:trace>
  <inkml:trace contextRef="#ctx0" brushRef="#br0" timeOffset="8834">12655 8235 22772,'48'18'499,"5"16"-441,-25-2 1,0 6-794,5 6 1,0 3 749,-8-12 0,-1 1 0,1 1-442,2 2 1,0 0-1,0 0 408,1 1 1,1 1-1,0-1-88,0 0 1,1 0 0,0 0-294,0-1 1,0 0-1,-1 0-1064,0-1 0,-1 0 1,-1-1 1463,7 10 0,-3-3 0,-10-14 0,-4-4 0,1 3 0</inkml:trace>
  <inkml:trace contextRef="#ctx0" brushRef="#br0" timeOffset="9700">13616 9811 23763,'-26'-14'1020,"7"2"-864,24 6-116,1 1 16,12-5-23,4 1 1,13-1-12,6 0-5,15 4-11,-17 5-1,14 10 12,-19 11-3,-9 3 0,-1 5-3,-6 0 0,-1 2-14,-1 1 1,-2 2-21,-4 15 1,-4-2-415,-2 4 361,-1-2 1,-1 1-614,-2 12-434,-1-24 0,2 1 1123,-1-1 0,1-2 0,-1 3 0,1-6 0</inkml:trace>
  <inkml:trace contextRef="#ctx0" brushRef="#br0" timeOffset="9884">13684 10264 16868,'-7'-4'4011,"2"0"-2813,5 4-648,0 0-343,-32-74-146,46 39-457,-14-13 1,8-1-79,26 25 1,8 5-560,-7 1 0,2 1 1033,23-8 0,-5 2 0,-13 6 0,-11 6 0,0-1 0</inkml:trace>
  <inkml:trace contextRef="#ctx0" brushRef="#br0" timeOffset="18752">16452 6210 23528,'-13'-42'390,"-1"1"0,1-1 1,5 18-403,7 25 29,4 11-6,7 25-11,2 11-11,3 8-51,-7-22 1,0 1-550,-1-3 0,1 0 39,2 9 1,2 1-810,0-1 1,2-1-3503,0-2 0,0-1 4883,11 19 0,-10-23 0,-8-18 0</inkml:trace>
  <inkml:trace contextRef="#ctx0" brushRef="#br0" timeOffset="19258">16785 6243 19964,'-1'-46'311,"1"-1"1,0 4 0,8 7 319,29 7-586,-1 10 144,8 3-166,-8 11-18,-8 2 94,8 10-116,-5 4 248,7 11-304,5 18 0,-11 4 34,-5 0-50,-15 3 49,-14-12 119,-20 12 22,-7-13 56,-17-4-62,15-17 118,-6-7 34,13-10 72,-3-10-196,12-3-17,6-5-55,9 10 33,8 0-34,7 5 1,11 0-7,23 4-21,4 9-343,-17-1 1,0 2 319,17 8-6,-17-3 0,1 3-14,0 2 1,-2 2-4,-2 1 1,-1 1 14,-2 3 0,-6 1 24,-13 15-16,-16-12-268,-42 8-628,-3-18-1386,10-7 1,-1-2 2281,-23-3 0,24-4 0,18-2 0</inkml:trace>
  <inkml:trace contextRef="#ctx0" brushRef="#br0" timeOffset="20384">16981 7296 15149,'2'-6'4621,"-1"1"-2997,-1 5 202,0 0-1764,10-50 11,-25 61-45,11-40 0,-16 52 0,-7 18 0,2-7 0,-3 4-1148,-4 6 1,-5 5-1,2-1 1118,9-13 0,0-1 1,-1 2-13,-4 5 0,-2 3 0,0 1 0,2-4-376,1 0 1,2-3 0,-1 2 290,-4 6 0,-1 3 0,2-2-116,5-6 1,1 0-1,3-2-665,-4 11 1,5-4-377,8-14 0,3-1 1256,0 22 0,9-36 0,2 2 0</inkml:trace>
  <inkml:trace contextRef="#ctx0" brushRef="#br0" timeOffset="20690">17097 7221 18341,'0'-3'2588,"0"0"-1159,0 3-1205,77-49-23,-31 44-475,11-15 0,2 6 310,-23 25 1,-2 7-340,6 2 1,0 2 310,5 3 1,1 2-286,6 1 0,1 0 260,-14-9 0,1 0 1,2 0-85,2-1 0,2-1 0,0-1-846,2 0 1,0-1-1,-1-1 947,17 3 0,-7-2 0,2 1 0,-39-11 0</inkml:trace>
  <inkml:trace contextRef="#ctx0" brushRef="#br0" timeOffset="32648">17178 6355 17820,'-8'-14'1776,"0"3"-1367,5 11-118,-2 0-83,-2 0 60,-5 0-189,2 1 61,-9 2-6,4 3 0,-8 1-38,1 2-1,-3 2-73,8-3-5,-2 3 0,10-3 0,-3 3 5,1 2 6,-2 5-22,3-6 22,-3 7 0,5-6 0,-1 4 0,2 0 11,2 2 6,2-3-23,1-2 23,2 1 0,0-2-1,0 5 52,0 8-40,0-2-34,0-1 24,0 2 4,2-8 23,6 11-12,2-8 1,6 1-23,-4-8 45,4-1-5,-1-4-1,5 2 17,4-2 73,9 1-117,-10-4 49,13-1 7,-6-4-23,10-4-6,18-9-27,-4-4-23,-21 5 0,-2-1 5,10-4-3318,8-10 3329,-27 13 124,16-17-22,-25 14-6,3-8-90,-10 11 18,-3-4-35,-1 4 3398,-1-9-3419,0 8 32,-1-8-21,0 13 16,-1-6-17,-4 5-16,-8-3 0,-4 2 10,-5 0-10,5 4 11,-9-3-17,12 6 5,-17-7-10,13 7-12,-8-2-5,7 5 10,-1 1 7,5 1 5,-11 5 5,5 1 7,-10 3-1,7-1 0,0-2-5,7-2 16,-5-1 0,10-1-10,-6-1 4,6 0 1,3-1 11,-3-1 0,-5-2-17,-2-2 1,-4-3 10,3 0-11,6 1 6,-3-2 11,0-3-11,0-2-6,-2-2-5,5 3-1,1 1 1,5 1 16,-3-4-11,4 2-5,-3-8-6,3 6 6,-1-11-1,4 13 1,-1-12-6,2 10 0,2-4 0,-1 3-11,5 0 11,-1 6-12,8-6 12,-2 4 0,5-3 0,-2 4-5,0 1-1,-2 3-5,5-1 0,-1 3 11,8-2 11,0 2-11,3 0-6,2 1 6,0 0 6,0-1-6,-4 2-11,-2 1 5,-4 0-5,-4 3 0,-1 3 11,-4 0-11,7 10 11,-3 0 0,6 8-6,-1-2 6,-1 3 6,1-1-6,1 1 5,-3-4 1,-1-1 11,-4-3-12,-5-3 46,-1 6-18,-4-5-10,-4 7-18,-1-4 1,-4 1 16,1-2-11,2-4 17,-4 4-11,5-7 34,-10 9-18,4-6-5,-7 6-17,5-7 6,-9 7-11,10-9 5,-12 11-11,16-11 0,-9 9 6,11-8-1,-3 5-5,5-5 0,-3 7 6,1-3-6,-2 7-6,3-7-11,-4 7 12,4-8 10,-1 8-10,3-5 5,1-1-6,2 0 1,1-3-1,1 6 6,2-5-6,1 4-5,2-4 6,0-1-1,2 0 0,0-3 1,2 0-1,1-1 6,3-2 0,0 0 6,6-2 5,3-2-5,5 0-1,4-3 6,1-3 1,1-4 10,7-6-11,-13 5 6,10-7 11,-16 5 6,4-3-6,-3-2 5,-3-1-22,-5 3 23,5-6-6,-7 7-6,4-7 1,-5 7 11,-3-1-6,0 1 6,-3 0-18,-1 3 74,0-4-40,-3 5-22,0-5 6,-2 3-6,0 0-6,0-1 12,-2 1-6,-2 0-6,-3 3-16,-2-1 0,-2 2-12,-3 1 0,-3 1 1,-4 3-6,-2 1-1,-3 2 12,0 1 6,-3 1-6,1 2 0,6 0-6,-11 2 12,10-1-6,-14 4 0,7-2 0,-2 2 0,2-1 6,3 0-6,3-1 5,4-2 6,4-1 12,3-2-12,1-2-5,0 0-1,0-2 6,0-2 1,1-1-7,1 0 1,1 0-1,1 0 7,2 0-7,1 0-10,2 1-18,2 1-10,1 1-7,0 0-4,1 0 27,4-2-6,3 1 12,5-3 6,1 1-1,5-1-11,2 1-16,13-1 21,-10 2 1,15 1 0,-10 2-3392,16 3 3397,-14 0 1,11 3-1,-22-1-16,19 4 10,-15 0-4,9 3-1,-12 2 6,-1 4 5,-8-5 6,4 8-6,-6-6 1,3 4 5,0-1 0,-1 0 0,-2-2 3397,-2-2-3397,-3-1 23,-2-1 16,-6 1 0,-4 0-11,-6 2-5,-7-1-12,-2 0 0,-2-1 0,1-2 0,0-2 1,1-3 4,1-1-4,-1-2-1,-1-2-6,0 0-3385,-6-3 3380,9 2 5,-7-6 1,11 3 5,-3-4-11,1 0 11,4-1-16,3-1 3397,1-4-3387,3 4-5,1-5 0,1 5 0,0-3-5,1-1-7,1-3 7,1 5-6,2-4-6,0 6-6,3-4 7,2 1 10,7-6 6,-2 5 0,7-5 0,-4 6 6,2-3-1,1 1-5,0-3 6,-6 6 5,2-2 0,-5 3-5,2-1-1,-1-2 1,4-5 0,-2 0-1,1 1 18,-3 0 10,-4 4 12,-1-3-11,-3 2-12,-4 1-5,-4 0-12,-3 1 1,-3 0-6,0 0 17,-2-1-12,2 2-5,2 1 6,0 1 0,3 2-1,-5-1-5,0 1 0,-7 0-5,6 4 5,-4-1-6,-2 4 0,1 0 1,-7 1 10,5 0-5,0 0 0,7 0-11,-2 2 6,5 1 5,-5 3-6,-1 0-5,-5 5 5,6-4-5,-6 5 0,10-4-12,-6 6 1,5 0 0,-2 6 10,8-7 7,0 3-12,2-4 11,1 3 1,-1 4-1,3 8 6,1-8-17,3 8 1,3-10-1,9 8 17,4-6 0,7 3-6,-4-11 12,19 3-6,-16-10 0,24 2 5,-13-5 12,18-8 6,-11 1-12,-3-5 0,-8-1 0,-6 2-5,-1 1-12,-1 0 6,-7 3 0,-4 2 6,3 0-6,1 1 0,2 2-11,3-1 11,-4 3 0,-3 0 0,3 3-6,3 1 0,0 1 1,4 2-1,-9-3 6,6 7 0,-10-6-5,12 11 5,-13-8 0,9 12 0,-10-7-6,2 7 12,-6-7-1,-1 7 1,-3-10-1,-2 15-5,1-16 17,-5 14-17,2-14 6,-9 15-1,7-14 7,-10 11-1,2-6 11,-12 11-5,3-7-6,-5 2 12,6-10 5,3-3-12,1-3 1,1-1-6,-1-1-11,-1 0 6,-2 0 0,0 2-6,-1-1 5,0 0 1,6-1-6,1 0 22,-3-3-11,5 0-11,-4-1 12,1-4-7,3 1 6,-6-3-5,4 3 0,2-1-1,2 0 12,-2-3-17,5 1 17,-5-7-17,8 2-11,-1-6 5,3-2-11,3 0 0,3-2 6,3 0 11,6 2 0,2 0-5,4 2-1,0-1-5,2 0 11,1 0 0,0 1 0,-3 2 0,-5 5-196,0 0-852,-9 6-6805,2-2 7853,-5 4 0,-1 0 0,0 1 0</inkml:trace>
  <inkml:trace contextRef="#ctx0" brushRef="#br0" timeOffset="38149">15829 8996 10920,'2'-4'6833,"-1"0"-5309,-1 4-527,24-67-163,-13 39-481,3-12 0,0 3 180,-5 19-225,-4 8-174,-3 5-5,-1 6 39,-1 11-23,-3 11-27,-3 14-23,-6 12-39,-5 9-275,7-26 0,1 1 171,0 0 1,0 0-118,1 1 0,0 0-300,3-1 0,1-1-2313,-2 28-6189,9-8 8967,3-15 0,1-16 0,-2-12 0</inkml:trace>
  <inkml:trace contextRef="#ctx0" brushRef="#br0" timeOffset="38608">16459 8841 15205,'0'-3'5556,"0"0"-3360,0 3-2006,-36-5-22,15 21-16,-31 8-46,21 27-78,15-21 0,1 2-412,0 1 0,2 1 389,1 0 1,2 0-9,3-1 0,2 0 175,2 24-183,13-10 11,10-10 17,11-12 28,5-10 33,2-10 647,-1-14-579,-3-8 39,-6-11 27,-7-5 46,-8-1 5,-9 0-16,-9 5-34,-6 3-67,-9 5-57,-5 6-27,-5 7-29,-3 8-27,-3 9-34,0 8-90,2 7-644,6 4-6245,8 1 7007,8-6 0,7-10 0,4-6 0</inkml:trace>
  <inkml:trace contextRef="#ctx0" brushRef="#br0" timeOffset="41492">19075 8037 11183,'3'8'4150,"-1"-2"-1259,-2-6 122,0 0-2795,7-6-50,-1 5-39,7-4-28,-4 6 5,0 2 1,-3 2 39,-2 1 73,-3 0 55,-2 0 12,-4 0-6,-5-3-23,-5 0 29,-4-7-34,-1-8-67,0-10-57,4-11-38,7-4-51,7-3-22,10 5-11,7 5-23,7 8-6,6 9 18,1 8 5,5 11-6,4 13-5,5 15-3,-20-12 0,-2 3-6,0 3 1,-2 2-217,-3 2 1,-3 2 190,-4 3 0,-4 1 0,-7 2 0,-6 1-19,-12 14 0,-5-1-261,6-16 0,-3-2 314,-15 17 0,-2-4 61,12-23 0,0-3 62,-3 2 0,-1-3 96,-19 0-80,18-26 351,14-17-400,12-14 5,15-7-17,8 0-33,10 3-18,5 7-38,5 5-23,4 7-33,6 5-286,9 5-103,-24 6 1,2 2-864,4 0 0,1 1-2784,4 0 0,0 0 4114,-3 0 0,-3 0 0,12 0 0,-22 0 0</inkml:trace>
  <inkml:trace contextRef="#ctx0" brushRef="#br0" timeOffset="41848">19996 7959 18268,'-3'-5'4879,"2"1"-3742,1 4-1126,-58-32-5,39 33 8,-17-7 0,0 6 8,15 40-22,-7 17-200,16-27 1,2 0 176,-3 31 1,12-6 88,15-7-88,14-9 22,15-13 84,8-13 5,-17-17 1,0-5 33,21-16-280,-6-11 415,-17-12 44,-20 4 29,-4-14-9,-20 18 0,-4 1-193,-5-10-76,0 19 0,-2 3 104,-15 0-95,-3 5-158,-8-1-2547,-1 9 2643,17 8 0,9 3 0,16 3 0</inkml:trace>
  <inkml:trace contextRef="#ctx0" brushRef="#br0" timeOffset="44166">4320 3881 18649,'0'-4'2818,"0"0"-2494,0 4-206,-9 6-12,6 29-27,-6 21-845,8-12 1,2 4 790,-2 3 1,0 1-12,-1 3 0,-1-1 0,-1-2 0,-1-1-159,0-5 1,-2-2 222,0-8 1,-1-3 268,-10 12 62,0-23-180,-2-24-145,1-21-28,1-25-31,10 16 1,0-3 46,1-6 0,1-2-55,-1-5 0,2 0-3,-1-4 0,2 0-14,-1-3 0,2 0-3,0-1 0,1 1-6,3 1 1,1 1 32,4 4 1,2 2-51,3 4 1,4 4 2,3 4 1,3 5 2,2 4 1,3 4-115,2 4 0,2 3 117,1 5 0,1 4 3,0 2 0,-1 3-3,31 12 12,-6 12-23,-7 15-28,-12 11-17,-14 6 11,-11 4 34,-18 3 17,-1-31 0,-3 0 5,-5 0 1,-2 0 19,-1-3 0,-2-2 67,-21 18 47,3-17 24,4-15 976,5-16-1056,7-9 694,8-8-741,7-2 315,11 3-346,7 2 17,10 6-11,9 4 0,11 7 0,11 8-48,7 7-254,-26-2 0,-1 1 262,2 1 1,-2 2 33,0 1 1,-3 1-282,20 19 265,-21 4 16,-26 4-5,-29 4-6,3-23 0,-4-3-3,-5 1 1,-3-3-29,-2-2 1,-1-4-118,1-2 0,0-4-665,3-2 1,2-4 829,-21-16 0,26 8 0,11-10 0</inkml:trace>
  <inkml:trace contextRef="#ctx0" brushRef="#br0" timeOffset="44565">5525 3431 19473,'-6'-1'2728,"2"0"-1933,4 1-352,-72-13-214,38 16-173,-12-6 0,1 5 0,8 25-50,12 2-17,4 0-12,14 3 6,12-5 12,11 8-1,14 1 6,15-2-3,-18-18 1,2-1-300,5 0 0,0-1 296,3 0 1,1-1 5,1 0 0,0 0-6,-3-1 1,-2 1 5,19 12 11,-24 3-22,-35 7-17,-32 11-698,6-19 0,-4 0 681,-7 1 0,-1 0-78,-3-3 0,0-2-311,2-4 1,1-3-1088,7-5 1,1-3 1520,-14-3 0,24-6 0,16-3 0</inkml:trace>
  <inkml:trace contextRef="#ctx0" brushRef="#br0" timeOffset="44841">6061 3332 21719,'-4'-3'2436,"1"0"-2178,3 3-236,19-62-16,13 34-29,-5-11 1,5 2-402,2 22 0,2 6 362,2-2 1,2 1-345,7 1 0,-1 1-305,15-1-690,-25 5 0,-3 2 1401,-6 1 0,-6 1 0,-12 0 0</inkml:trace>
  <inkml:trace contextRef="#ctx0" brushRef="#br0" timeOffset="45029">6346 3137 25230,'-9'54'80,"-1"1"0,2 2 1,6 2-159,7-13 0,5 1 1,1 0-2154,-3-3 0,1-1 0,0 2 578,3 8 0,1 2 1,-1-3 1651,4 6 1,-2-6 0,-4-15 0,-1-6 0,3 6-1</inkml:trace>
  <inkml:trace contextRef="#ctx0" brushRef="#br0" timeOffset="45443">4028 5541 11842,'-47'19'708,"-1"0"0,0-1 0,-7 3 0,-1 0 0,8-3-63,-9 2-139,14-6 1,6-3 1474,17-5-1751,26-11-12,38-16-1142,3-1 1,5-3 993,-3 2 0,4-2 0,-9 4 0,5-2 0,2-1 0,0 1-3,2-1 1,0 0-1,3-1 1,2-1-292,-7 4 1,1 0-1,2-2 1,2 1 0,0-1-1,1 0 248,-5 3 0,0-1 0,1 0 0,1 1 0,1-1 0,1 0 0,2-1-140,-4 3 0,2-2 0,2 1 0,1-1 1,1 1-1,-2 0 0,0 0 0,-2 1 1,-3 0 126,10-2 0,-5 1 0,-1 0 0,0 1 1,2-1-1,3-1-127,-11 4 0,3 0 1,2-2-1,1 1 1,0 0-1,-1 0 0,-1 0 1,-3 1-1,-3 2 140,14-5 1,-6 1 0,-2 2 0,1-1-1,2 0-56,-3 0 0,1 0 1,1 0-1,1 0 1,-2 0-1,-1 1 43,3-1 0,-1 0 1,-1 1-1,-1 0 0,-2 1 75,3-1 0,-2 1 1,-2 0-1,-3 2-1186,1 1 0,-4 0 1,-4 2 1099,-2 1 0,-7 1 0,-5 3 0,-23 6 0</inkml:trace>
  <inkml:trace contextRef="#ctx0" brushRef="#br0" timeOffset="47475">13943 2459 11250,'-2'-3'4050,"1"1"-129,1 2-2969,16-64 196,-9 35-860,2-9 1,0 1 154,-4 16-275,-3 9 0,0 3-291,-2 4-45,3 14 218,2 16-5,3 25-28,-1 2 5,0 0 1,-1 4-1703,-1-12 1,-1 0 1682,1 8 0,1 3-3,-1 5 0,0-3-531,-2-21 0,0-3 534,0 8 0,0-1 14,-1 11 44,-2-24 527,-1-2 124,0-13 2484,-3-17-3162,1-6 71,-4-35 57,2 15-75,-1-13 0,0-4-8,2 13 1,1 0 493,-3-17 0,1-1-465,1 10 1,1 2 84,-2-21-124,2 9-136,2 26-262,0 8-80,0 11 238,3 26 56,5 20 93,0 15-133,-1-20 1,0 1 207,2 25 53,1-2 33,-2-16 678,1-2-545,-3-15 168,-1-6 107,-2-8-482,-9-39-61,-1-5-24,0 1 0,0-3-147,0 1 1,1-1 165,-1-3 0,2-1 15,-1 2 1,2 0-2,2 4 1,0 2 37,0-16-93,3 20-167,0 16 61,0 9 194,3 13-88,4 9 590,2 4-652,13 32-28,-5-4-188,-4-11 1,0 2 237,-2-2 0,-1 1-967,0 3 0,-1-1 771,-2-8 0,-1 0-920,-1 6 1,-1 0 730,-3-7 1,0-2 0,0 14 0,-2-10 0</inkml:trace>
  <inkml:trace contextRef="#ctx0" brushRef="#br0" timeOffset="48299">13635 3066 24247,'-10'-48'13,"-1"0"1,2 5 0,7 9 212,18 21 846,3 6-633,0 9-399,2 7-214,1 10-14,3 9 4,3 6 148,3 3-118,6-2-412,8-5-742,8-8 1203,-8-9 82,-9-11 0,-1-2 424,1-4 356,7-10 1,-2-4 409,-10-1-471,-1-4 0,-2-2 315,-3-9-77,3-12-193,-5 2-148,-6 6-138,-6 10-770,-5 11 829,-3 9-1070,-2 5 375,0 2 297,-2 12-431,-1 1-68,-4 13 86,-4 4 112,-2-4 109,-19 19 79,2-10 88,7-11 1,-3 1-278,-22 15 388,-6-5 96,25-19 0,-1-2 193,-32 5-147,2-8 42,6-15-507,7-8-109,9-13-325,4-8-221,5-6-190,5 1 118,8 4 183,6 9-68,6 10 617,1 9-320,2 4 641,-1 5 305,4 7-322,5 8-47,4 11-134,6 10-51,-2-6-135,14 20-24,-3-19-139,18 9-105,2-22 851,6-10 238,2-18 348,-3-13 242,-5-14-153,-7-10 235,-7-5-452,-8-5-862,-5 1 0,-6 2 0,-3 6 0,-2 12-155,-4 11-1019,-2 12-507,-2 9 319,0 5 1255,0 14 0,0-9 1,0 6-1</inkml:trace>
  <inkml:trace contextRef="#ctx0" brushRef="#br0" timeOffset="73992">3308 13423 16958,'2'-8'4576,"0"2"-3366,-2 6-650,0 0-509,21-56 133,-15 53 96,15-29-67,-24 81-163,0-16 1,-2 3-34,-3 4 0,-1 2-610,-2 3 0,-1 0 461,-1 2 0,0-1-296,1 1 0,1-1-785,2-3 0,1 0 1213,3-3 0,1-3 0,1 5 0,3-14 0</inkml:trace>
  <inkml:trace contextRef="#ctx0" brushRef="#br0" timeOffset="74391">3556 13115 20442,'-44'-6'244,"0"0"1,3 1-1,7 9-199,8 31-45,6-1-11,8-2 56,11-4 0,4-11 106,11-4 50,4-11-94,3-5 178,17-15-60,-8-5 66,10-13 57,-13 3 4,-10 0-27,-9 3-50,-9 3-74,-6 6-89,-6 5-84,-5 5-56,0 6-73,-3 7-106,1 7-610,-3 14 279,7-3-1882,-3 17 2420,7-1 0,4-12 0,2 0 0</inkml:trace>
  <inkml:trace contextRef="#ctx0" brushRef="#br0" timeOffset="74908">3869 13405 24811,'-19'-31'-51,"4"12"79,15 35 6,0 11-17,-1 11 5,-3 11-11,-1 9-6,1-27 1,-1 2-139,1-1 1,-1-1 149,-4 28 62,-1-6 33,2-19-34,2-8 226,4-18 105,1-6 11,0-2-207,1-6-107,0-11-89,0 0 11,-1-15-6,2 6 197,4-10-219,3 0 6,6 2 5,7-1-11,-5 13 11,7-1-11,-8 12-11,5 1 6,2 4-12,11 6 6,-9 4-6,18 10 6,-10 5-79,17 16-123,-10 1-268,1 9 54,-21-15-1219,-4 8-5607,-7-10 7253,-1 1 0,-4-12 0,-2-9 0</inkml:trace>
  <inkml:trace contextRef="#ctx0" brushRef="#br0" timeOffset="75608">4900 13520 19529,'7'-44'1226,"0"1"1,1 5 0,-4 7-594,-5 18-247,-2 7-235,-3 3-106,-8 8-11,-3 8-23,-3 4 11,-6 16-16,2 4-26,6-5 1,1 3-9,4-6 0,2 1-3,0 5 0,3-1-19,7 14-3370,12-10 3420,4-14 45,26-8 44,-5-16 34,19-13 73,-9-15-72,-11-2 69,-15 0 0,-3-2-13,-2-20-198,-6 15 1,-1-2 246,-4-23 7,-9 7-130,-1 18 3345,-13 4-3333,-9 13-107,-4 4-45,-4 6-78,11 9 34,8 5 121,0 9-906,3 19-515,4 7-1557,4 15-6262,16-6 8974,2-9 0,0-15 0,-5-12 1</inkml:trace>
  <inkml:trace contextRef="#ctx0" brushRef="#br0" timeOffset="75965">5341 13273 25214,'-19'33'22,"8"9"-11,15-10 1,4 1-532,0 3 1,0 0 435,1 2 0,-1 1-42,0 0 0,-1 1 5,-2 0 1,-1-1 84,-4-3 0,-3-2 499,-12 17-171,-7-22 179,-4-30-179,6-28-29,6-25-92,11 10 0,3-1-71,4-18-49,2 20 0,3 1-23,9-2-123,6-4 28,2 14-174,1 11-510,3 12-878,2 7-2006,2 12 3635,7 7 0,-20-4 0,0 1 0</inkml:trace>
  <inkml:trace contextRef="#ctx0" brushRef="#br0" timeOffset="76549">6204 13578 22038,'24'-29'2358,"-5"-2"-2022,-22 1-84,-6-1-17,-9 3-44,-6 7-51,-8 9-39,-7 12-34,-8 13-5,-7 11-37,25-7 0,-1 3-336,0 2 0,2 1 311,0 4 0,2 1-3,3 0 0,2 1-11,3 1 0,4 1-31,-5 28-5,12-5 11,16-9 33,12-15 29,15-16 5,13-25-6,-20-4 0,0-4-2,4-7 0,-2-4-151,1-7 0,-1-3 156,-2-3 0,-3-4-5,-2-5 0,-2-2-563,-2-3 1,-3-1 570,0 0 0,-2 1 25,-3 2 0,-1 3-147,-2 6 0,-2 3 189,-3 8 1,-1 2 44,-5-14-34,-2 18 762,-1 13-907,1 10 1117,1 6-1123,0 11-2878,-2 34 2923,0-7 0,0 4 0,0 4-248,1-8 1,0 0 87,1 15 1,0 2-298,1 2 0,3 1-879,3 0 1,5-1-460,2-3 0,5-3-1771,3-8 1,3-3 3189,-1-10 1,-1-5 0,7 3 0,-12-18 0</inkml:trace>
  <inkml:trace contextRef="#ctx0" brushRef="#br0" timeOffset="77291">6631 13497 24788,'-45'-18'231,"1"-1"1,4 3 0,6 9-187,6 34-28,11 3-12,7-1-5,9 0-5,9-2-1,9-6 1,11-7 16,8-7 22,6-11 18,5-10 5,1-12-11,-3-8 11,-4-4 16,-8-1 52,-8 5 88,-8 7-16,-10 10-112,-11 10-33,-12 6 5,-14 8-6,-9 4-5,-7 8-11,-1 4-18,3 4-10,6 5-6,8 4-6,6 15-5,11-15 0,6 15 0,15-20-3415,14 13 3426,0-17 0,22 4-5,-3-18-1132,-7-6 0,1-1 1142,15-1 0,-15-6 1,-1-4-80,11-12 91,12-10-6,-28 9 0,-1-1-3,0-2 1,-1-1-4,1-3 1,-2-1 8,1-1 0,-2-1 1114,-2 2 1,-2-2-1079,0-6 1,-3 1-12,2-7 0,-7-5 45,-12 22 3331,-4-1-3326,0-3 193,-3 4-170,-1-1-73,2 10 17,0-4 6,4 8-17,0-3-28,3 1-6,1 2-17,2 3-22,2 3 17,3 2 0,7 7 22,21 14-17,-8-2 3,-3 2 1,0 3 2,11 15-6,-14-12 1,0 2-146,-2-1 0,-1 1 112,-2 0 0,0 0-308,13 25-975,-5-1 1322,-5 3 0,-10-25 0,-5-3 0</inkml:trace>
  <inkml:trace contextRef="#ctx0" brushRef="#br0" timeOffset="78276">8925 12990 19894,'-1'-62'898,"0"0"0,-1 0 1,2 6-1,0 2 0,2 9-304,7-14-95,3 19-342,-4 18 8,-2 10-104,0 17 17,1 18 11,3 30-33,-5-9 0,-2 3-240,1-4 0,-3 4 214,-4 11 0,-3 7 0,0-5-620,0-10 1,-1 3 468,-3 2 1,-1 9 0,-2 1-1,2-6-853,1-9 1,0-5 0,1 4 322,0 0 0,0 3 0,0 1 0,2-4-2335,1 2 1,2-3 0,1-2 2985,3 10 0,2-6 0,0 10 0,4-34 0</inkml:trace>
  <inkml:trace contextRef="#ctx0" brushRef="#br0" timeOffset="78549">8464 13131 20979,'-7'-4'2544,"2"1"-1923,5 3-414,-41-69-89,38 42-90,-16-13 0,8 1-22,35 17-6,1 5-37,8 0 1,7-2-12,-2 3 1,4-1-725,0 0 0,4-1 0,0 0 689,0 2 1,0 0 0,2 1-64,1-1 1,0 0-1,1 1-130,-2 1 0,1 1 0,-1 0-412,-2 2 1,0 0 0,-2 1-4229,14-1 1,-3 1 4081,-16 3 0,-5 2 0,6 0 0,-30 5 0</inkml:trace>
  <inkml:trace contextRef="#ctx0" brushRef="#br0" timeOffset="79051">9149 13394 25926,'-5'-35'78,"-1"0"0,-2-20-83,8 55 5,0 0-6,3 3 12,4 2 5,6 7-17,5 6 6,7 8-11,5 10-11,4 11 19,-16-19 0,0 2-267,0 3 1,-1 1 244,-1 1 0,-2 1-12,-3-1 1,-3 1-35,-5-3 0,-4-1 82,-14 23 45,-12-15 28,-7-18-6,1-22-5,6-22-17,9-19-11,9-14-23,14-5 501,7 1-546,9 7-100,5 10-303,5 9-728,9 9-1254,11 6-1006,-21 10 0,1 1 2593,27-3 0,-20 3 0,-16 4 0</inkml:trace>
  <inkml:trace contextRef="#ctx0" brushRef="#br0" timeOffset="79441">10105 13338 18431,'-1'-8'4963,"0"1"-3782,1 7 186,0 0-1271,-59-48-63,29 45-19,-12-15 0,0 7 3,-2 46-14,19-13 0,1 2-151,1 2 1,1 2 133,3-2 0,3 1-14,-5 23 0,14-7 23,16-9 22,9-12 11,11-13 16,5-16 46,1-15 39,0-15 33,-5-12 6,-6-7 34,-6-1 44,-6 3 28,-5 15-44,-3 12-118,-3 16 210,-1 8-310,-4 26-12,1 3-23,-3 23-128,3 1-510,8 4-930,8 1-1341,0-25 1,4-3 2931,16 21 0,-8-18 0,-9-14 0</inkml:trace>
  <inkml:trace contextRef="#ctx0" brushRef="#br0" timeOffset="80132">10360 13415 23164,'-9'-49'928,"0"0"0,1 4 0,2 9-838,4 21-51,2 6-45,2 11-5,8 10 28,5 16-12,0 2 1,0 5-6,0-1 0,-1 1-552,3 12 0,0-1 552,-6-14 0,1-1 0,2 6 0,1-2 0,11 11 22,4 0 118,-5-21 123,-2-37-207,-8-8-6,-3-10 1,0-6 13,-2 3 1,-1-2-1128,5-21 1,-1-2 1078,-4 18 1,-1 1 8,2-12 1,-2 2-47,0-5 10,-2 11-140,-2 11-314,-1 26-1876,8 16 353,0 2 1988,17 23 0,-17-23 0,6 8 0</inkml:trace>
  <inkml:trace contextRef="#ctx0" brushRef="#br0" timeOffset="81119">11187 13473 22302,'-3'-9'2363,"1"1"-1366,2 8-823,0 0-157,4-42 16,11 27 12,0-33 73,8 35 33,-9-3-84,-3-1 79,-4-7-1,-5 3 1,-11-7-90,-3 9-17,-12 6-16,-2 8-7,5 7-4,-13 12-12,9 7-6,-12 16 12,8 6-12,8-4-11,-1 19 6,10-5-3,6-11 0,3 1-3,3-7 0,4-1-259,4 4 1,4-2 253,6-10 0,3-3-1,18 10-24,-9-18 0,3-4 41,5-7 1,1-5 5,0-1 0,0-4 17,8-12 0,-3-4-6,-1-13 3,-20 5 0,-6-4 8,-4-16-175,-7 17 1,-1-1 219,0-30 17,-5 7-16,-3 9-40,0 14 33,-1-2-38,8 15 466,3-5-489,8 12 78,3 5-72,-2 4 365,6 5-377,-2 5 6,13 15-5,-10-2-1,15 30 6,-23-22-6,1 5 1,0 2-1,1 6 3,-5-11 1,1 1-9,9 12-6,0-6 17,-1-9-6,-5-12 1,4-9 5,-3-17-6,10-11 6,1-16 11,3-12 0,-7 6 0,-7 8 1,0 0 10,1-12 0,-6 14 1,-2 0 44,-2-14 40,-8 6-46,-2 12 51,-7-1 23,-2 8-91,1 4 52,-3 1-68,8 14-28,-1-1-12,3 5-4,0 6 16,-2 6 5,0 10-5,1 0-5,3 23-7,10-7 1,7 20 0,13-7-350,8-2 349,5-3 1,4-3 6,-2-3-7,-8-2 1,-14-5-11,-12-3-1,-18-8-16,-14-6-106,-13-7-208,-6-8-426,-1-7-1232,6-8-5306,8-4 7317,11 0 0,9 7 0,6 5 0</inkml:trace>
  <inkml:trace contextRef="#ctx0" brushRef="#br0" timeOffset="81809">12864 13286 20649,'0'-4'4442,"0"1"-3383,0 3-936,-73-43-1025,35 40 927,-13-14 0,0 7 20,0 41-39,9 0 5,14-2 0,2 1 104,-3 12-121,11-12 1,2 0-1,5 13 207,16-7-206,10-8-1,25-9 12,-10-10 22,23-13 5,-16-11-5,9-13 17,-4-11 517,-5-7-445,-6-5 40,-8 0 22,-9 11 142,-7 11-253,-5 15-57,-4 10 0,0 8 11,-7 12-5,-5 24-17,-1 7 0,7-16 0,1 1-5,-1 20 5,9-6-12,12-8 7,15-10-1,17-12 6,15-15-305,-25-8 0,1-5 302,2-4 1,-1-5 4,1-6 1,-2-5 8,-2-6 1,-2-4-542,-1-7 0,-3-3 535,-10 13 1,-1-2-1,-2-1-392,1-2 0,-2-2 0,-1 0 398,-1 0 0,-2-1 1,-1 0 12,-1 3 0,-2 1 1,-3 1-229,-2-15 0,-5 4 265,-2 8 1,-4 4 167,-3 8 0,-3 3-128,-14-15 864,2 16-942,6 14 1264,5 13-1287,2 20-6,-3 24 3,8-7 0,0 5-348,-2 11 0,0 5 347,4-13 0,1 1 1,0 1-3,1 2 0,1 2 1,2 0-8,2-1 0,1 1 0,2-1-49,3-1 0,3 0 1,3-1-143,2-1 1,3-1 0,2-1-343,3-1 1,2-1 0,2-2-1925,1-1 0,1-3 0,1-1 1908,8 7 0,-2-4 0,10 6 0,-22-25 0</inkml:trace>
  <inkml:trace contextRef="#ctx0" brushRef="#br0" timeOffset="83265">15439 13253 16768,'19'-47'1166,"1"0"0,0 0 0,-2-1 0,0 1 1,-6 6-131,-7-11-348,-10-4-301,-9 20-5740,-26 20 5426,9 15 1301,-25 19-1256,11 16-71,16-10 1,0 3 154,-1 4 1,1 1-187,0 3 1,2 1-3,1 1 0,1 0-11,2 0 0,1 1 0,3-2 0,3 0-150,3-4 1,3-1 130,0 21 2934,18-16-2896,12-17 34,13-17 6,8-19-12,8-19-299,-22 10 1,0-3 276,0-4 0,0-3 17,3-11 0,-1 1-28,-10 14 0,-1 0 41,4-9 1,-2 3 874,-4 1-686,-2 1-85,-9 18-151,-7 15 440,-9 17-423,-7 13-17,-8 16 0,-3 10-235,14-23 1,2 1 229,0 0 0,1 2-9,3 6 0,2 0-14,-1 12 727,18 11-704,15-34 5,20-3 6,15-15-3,-17-19 0,0-6-378,-12 5 0,0-4 383,14-15 1,-3-6 2,-13 4 1,-3-1-7,7-11 1,-1-6 0,-8 5 0,0-4 0,-3 0-10,-2 4 1,-3-1-1,1 0-325,-1 0 1,-1 0 0,-1 0 330,-2 0 0,-1 0 1,-2 2 11,1-7 0,-2 0 3,1-7 0,-2 0-36,-2 9 1,-2 4 46,-3 9 0,-1 3 83,-4-14-89,-1 20 602,1 12-663,-2 15 1073,-5 17-1034,-9 22-9,5-8 1,-1 3-203,-3 9 0,0 2 194,-1 7 1,2 1-584,1 5 1,4 1 582,2 0 1,5 0-4,4-2 1,5 0-26,9 2 1,5-4 7,-4-18 1,2-3-42,12 7 0,4-7-325,15-7 302,-16-14 1,2-4-79,28-9 92,-20-15 1,-2-4 58,15-14 11,-15 3 1,-1-7 22,-4-7 0,-3-1-9,-7 13 0,0 0 20,8-18 0,-4 2 68,-6 6-35,-2 4 102,-6 7 815,-9 19-928,-3 3 1244,-13 18-1277,-8 9 0,-11 19-11,5-5-1,-3 18 6,7 6-16,5-9-4,10-13 1,5-1 2,11-4 291,3 4-279,15-17 11,14-18-6,6-10-6,3-7 9,-18-5 0,-1-2-2,1-5-1,-5 1 0,0-2 34,2-12-12,-6 8 74,-5 4-102,-14 25 7,-8 3-7,-5 12-10,-7 8 10,-2 10-10,2 16-1,9-3-5,11 5 0,14-15 5,13-7-5,-2-10-12,26-6 18,-11-14 5,-12 0 0,1-2 5,9-13 6,-17 2 1,0-3 10,12-20 6,-11 7 0,-2 0-5,6-14 10,-13 13 1,-4 3-12,-5 7 40,-1-17-51,-7 31-39,-2-3-67,1 13-68,0 4 51,2 3-532,5 14-313,9 3-556,12 12-985,14-1-3338,11 1 649,-6-8 5187,6-2 0,-31-15 0,0 0 0</inkml:trace>
  <inkml:trace contextRef="#ctx0" brushRef="#br0" timeOffset="84425">17640 12803 24615,'6'-40'761,"0"0"1,1-22-582,-34 62-85,-4 10-45,-20 10-11,1 12-28,25-13 1,0 2-7,1 0 1,2 2 5,-17 23-28,10-2 1,13-6 4,11-6 7,14-11 22,8-11-6,4-7 22,22-21-10,-10-5 16,16-17 11,-15 0-5,-2-2 0,-7 1-6,-7 10 135,0 0-17,-11 17-118,1 0-34,-10 14 23,-6 9-22,0 1 11,-15 24-6,5-4-17,-5 16-5,11-7 6,5-9-12,14 8 6,8-16-6,15 3 6,-3-15-6,23-14 22,-14-11 1,7-3 5,0-28 0,-15 5-5,3-8 11,-15 17 0,-2 1 33,2-5 17,4-12 12,-13 27-46,-6 11-44,-1 6 11,-1 8 0,-3 6 6,-2 8-6,1 9-6,0 4 6,4 0-6,6-3 6,7-4 0,2-8 17,18-3 0,-5-11-6,5-3 12,5-19 16,-13-5 28,8-17 45,-12 4 56,-8 2 34,-7 10-23,-3 9-112,-3 8 17,1 4-67,-1 6-12,2 6 7,3 10 4,6 14-16,8 14 0,-6-16 0,1 1 3,2 6 0,-1 1 0,1 4 0,-1 1-164,-3-8 0,-1 2 155,1 20 1,-2 3-642,-5-17 1,-2 1 598,0 18 1,-2-2 16,-3-21 0,-2-2-47,-6 1 0,-4-3 5,-18 4 50,-22-8 18,10-30-6,-1-23 11,24-21-12,11 3-2,10 2 0,4-2 6,4 11 0,2-1-439,6-14 1,5-1 443,4 10 0,3 2 6,4 1 0,2 2-128,2 0 1,0 2 130,1 0 0,0 1-6,-1-1 0,0 1 0,-1 0 0,0-1 2,-1 0 1,-2 0 0,-1 0 0,-2 1 8,-3-1 0,-1 1 6,9-14 1166,-4-11-1093,-19 21 0,1-11-18,-15 14-38,0 9 56,-12-5-46,4 11 974,-4-3-1013,6 11 628,3 3-644,0 5 11,-1 8-5,0 9-7,1 14-4,4 13 4,13 14-734,0-24 1,2-1 739,0-6 1,3 1-34,14 16 0,3 0-420,-10-15 1,0-1 254,9 13 0,-3-1-584,0 12-909,-23-11-6346,-29-11 8043,-11-11 0,5-10 0,10-7 0</inkml:trace>
  <inkml:trace contextRef="#ctx0" brushRef="#br0" timeOffset="85449">20587 12762 21192,'4'-63'1124,"0"1"0,-2 5 0,-7 9-693,-24 11-128,-8 13-135,-5 12-84,0 13-50,2 12-6,-2 13-6,2 9-5,0 5-6,5 1-5,7-3 0,9-5 16,9-9 62,9-10 112,9-9 0,12-13-67,15-8 5,10-10 29,4-3 33,-4 2 0,-7 5-17,-13 4-34,-10 8-72,-8 4-50,-5 5 5,-2 10 5,-4 13-5,-3 22-9,1 2 1,0 3-457,1-13 1,1 1 441,0 5 1,0 4 0,0-2-1,-1 8 1,0 2-10,0-7 1,0 4-1,0 0-697,-1 3 1,0 2 0,-1 0 651,1 3 1,-1 1 0,0 0-53,1-1 0,-1 1 0,0-1-823,-2 2 0,0-1 0,-1-4 912,1 0 1,-3-5 22,-5-2 1,-6-12 33,-15-31-9,3-31 0,1-10-30,12 12 0,1-3 159,-6-20 0,4-7-154,10-7 0,7 1 284,0 20 1,2-1-289,2-8 1,1-6 0,4 5-8,6 2 0,5 3 1188,4-10 1,5 2-1189,4 6 0,3 3-6,2 5 0,3 3-8,1 4 0,1 2-14,12-4 0,0 4 17,-15 8 0,0 2-9,16-8 1,-1 1-1,-16 8 1,0-1 16,8-5 0,0-1 6,-3-1 0,-2 1 11,-5 0 0,-2 1 42,12-22 22,-15 7 6,-12 5 237,-7 5-226,-3 5 1286,-2 5-1258,0 6 528,-2 5-651,1 5 6,-2 20 0,1 8-1,-1 24-10,1 11-1705,3-17 0,-1 0 1698,2 19-24,2-18 0,1-2-309,5 8-260,5 6-1042,0-12-8184,2-13 8715,-7-15 0,-2-8 1,-8-8-1</inkml:trace>
  <inkml:trace contextRef="#ctx0" brushRef="#br0" timeOffset="85648">20951 12489 24116,'-17'-44'410,"1"0"1,0 5 0,6 8-534,13 23 22,0 8-336,6 9-459,2 8-902,6 11-4985,1 8 6783,-1-3 0,-7-11 0,-5-10 0</inkml:trace>
  <inkml:trace contextRef="#ctx0" brushRef="#br0" timeOffset="85983">21167 12613 16829,'10'-3'6078,"-2"1"-5686,-8 2 252,0 0-549,25 37-22,-3 3-65,0-8 0,1 0-209,6 12 212,9-7-11,-5-11 17,7 2 151,-3-12 84,-13-13-106,-6-8 207,-6-16 258,-2-16-236,-2-7-101,-2-12-89,-5 8-123,0 13-6,-2 3 167,1 15-335,-1 0-795,0 9-454,5 8 313,1 3-2603,14 9 2803,12 4 0,-12-5 0,4 1 0</inkml:trace>
  <inkml:trace contextRef="#ctx0" brushRef="#br0" timeOffset="86349">21887 12707 17960,'10'0'5960,"-2"0"-5277,-8 0 208,0 0-818,-33 28-39,23-12-17,-23 20 11,33-18 5,7-5 57,11 1-6,5-6-17,10-9-33,-10-4 50,6-11 95,3-25-106,-6 1-34,0-11 67,-15 8 45,-7 14-61,-2 1 156,-15 5-89,-12 18-90,-11 8-44,1 8 16,-3 18-22,16-6-12,2 3 1,0 4-17,-1 16-12,-2 9-159,17-22 0,6 0-859,11 11-125,4 8-6126,26-11 7292,-4-17 0,-5-5 0,-12-10 0</inkml:trace>
  <inkml:trace contextRef="#ctx0" brushRef="#br0" timeOffset="86893">22297 12864 21411,'13'-58'1142,"1"1"1,-2 5 0,-3 7-583,-2 14-162,-5 5-124,-2 8-123,-3 6-83,-2 6-46,-4 6-5,-4 7-6,2 2 0,-11 19-11,11-2-5,-2 17-1,14-1 12,13 2-6,12 2 0,3-11-6,3 0-19,-2-8 0,1 0-71,6 11 6,-8-10 1,-6 1-236,-15-1-370,-26-6-738,-16-8-1760,-12-6-5058,-1-10 8251,9-5 0,16 0 0,11 2 0</inkml:trace>
  <inkml:trace contextRef="#ctx0" brushRef="#br0" timeOffset="87083">22185 12730 24878,'45'-14'1137,"-11"2"-907,-43 57-118,-5-5-84,-8 16-90,10-24 1,-1 0-368,0 0 1,1 2-2002,1 0 1,2 0 2429,-3 22 0,7-21 0,4-16 0</inkml:trace>
  <inkml:trace contextRef="#ctx0" brushRef="#br0" timeOffset="87661">23866 12659 20011,'14'-51'1478,"1"-1"1,-1 5 0,-5 3-819,-10-7-239,-7 11-225,-5 11-112,-6 13-56,-4 9-11,-1 14-12,-2 6-16,4 11-6,5 5-5,5 8 44,6 7-16,7 6-40,10 6 26,0-26 0,3-1 8,3 3 0,4-2-278,3 1 1,2-2 277,1 0 0,0 0 0,-1-4 0,-3-1 17,13 16 11,-19-12-6,-23-12-22,-22-9-33,-21-11 13,17-1 0,-1-2-333,-2-3 1,0-2 237,1-1 0,0-2-126,4 0 0,1 0-298,-17-14-1876,15 5 1621,17-1 1,8 13-1,7 1 1</inkml:trace>
  <inkml:trace contextRef="#ctx0" brushRef="#br0" timeOffset="88049">24336 12564 25247,'-49'8'82,"0"0"1,4 2-1,7 4-87,8 26 10,11 3 7,11 0-7,17-2-4228,24 0 4234,-3-16 403,-1-11 1,2-4-353,15-4 44,13-8 40,-7-12 50,-8-13 128,-10-20-228,-16 11 55,-8-19-45,-14 21-33,-5-4-34,-8 7 3341,-5 10-3369,-4 8 49,-2 7-195,-2 7-341,1 7-1042,1 7-5640,7 9 7158,8-3 0,8-9 0,4-9 0</inkml:trace>
  <inkml:trace contextRef="#ctx0" brushRef="#br0" timeOffset="88426">24667 12549 26474,'26'-8'-72,"-1"19"69,-13 17 0,-4 10-6,1 9 1,-1-1-1,-2-14 1,-1 0-23,-1 13 1,-2-1-37,0 7 44,-4 3 46,-3-19 55,-6-18-44,1-15 22,-3-15-3353,8-26 3330,1 6-86,6-5 1,3-1 74,6-11-28,0 16 1,1 0-17,5-3-96,9 6-268,0 17-606,14 3-504,-6 8 1,2 2-84,17 2-1219,-7 1 0,2 1 2741,-6 0 0,-3-1 1,16 3-1,-4-2 0</inkml:trace>
  <inkml:trace contextRef="#ctx0" brushRef="#br0" timeOffset="88665">25482 12544 19736,'-10'-58'2035,"0"1"0,2-4 1,1 3-1714,4 20 0,2 3-76,2-29 101,4 23-123,3 18-84,3-1-140,-4 13-56,1 18 51,-5 22 5,1 9-1677,-2 12 1,-2 2 1687,0 11-37,-2-14 0,1 8 0,-2-3-385,0-4 1,-1 0 315,1-3 0,-1 4 0,1-4-29,-1-2 1,1-2-280,1 5 0,0-2-1144,0 12-1041,2 0-4167,0-28 6755,0-19 0,0-11 0,0-2 0</inkml:trace>
  <inkml:trace contextRef="#ctx0" brushRef="#br0" timeOffset="89675">25310 12641 25057,'-12'-42'-1070,"17"11"664,27 29 0,10 9-149,-2-2 1,-1-1-78,-6 0 0,1 1 66,10-1 1,2 1-183,-7-1 1,2-1-57,9 0 0,2 0-50,3-1 0,-1-2 1005,-15-3 0,-2 0 664,22-5 1969,-40-14-1787,-20 11 840,-14-11 11,-14 8-1058,-4 2 90,0 2-448,0 6-169,1 5-213,-5 11-44,8 0 0,7 8-1,10 2-5,5 3-5,4 16 16,14-5-6,14 3 23,16-12 40,7-9-24,-7-8 96,17-15-16,-22-9 10,13-13-5,-21-7-23,-8-6-22,-10-1 11,-8 3-22,-10 7-28,-9 9-17,-9 10-22,-8 7-12,3 6-5,-23 16-28,14 5-3,12-5 0,2 3-126,-8 20-364,17 13 240,14-17-403,22 15-419,17-20 195,-8-13 1,2 0-1034,7-3 1,2-1-704,5-2 0,1-3 515,5-2 1,0-2 845,1-2 0,1-2 678,0-4 0,-1-2 904,-2-2 1,-3-2 1497,-4-4 1,-2-3 549,-7-2 0,-4-2 1821,10-25-1521,-20-4-1045,-16 5-1025,-7 12 554,-16-2-773,1 19 640,-15-3-891,-1 17-40,-15 18-51,15-1 6,-15 20 1,21-3-18,-3 10-22,10-1 293,10-2-288,16-6 20,13-5 3,16-10 17,12-9 5,9-15 12,5-14-6,-27 3 0,-1-4-398,0-5 1,-1-3 419,1-4 1,-2-4 24,-1-6 1,-2-1 16,-2-5 1,-2-1 10,-2-1 1,-4 0 5,-2 1 0,-3 1 20,-4 3 0,-2 2 2,-2 4 1,-3 3 57,-4-24-21,-4 15-78,-1 17-85,1 15-55,3 7 16,-2 11 822,-5 11-794,-8 17 1,-8 18-15,7-7 0,0 2 6,6-14 0,1 2-423,-7 20 0,2 3 302,9-17 1,2 0-186,-2 11 1,1 2-320,3-3 1,1 1-1804,3-4 0,1 0 2442,3-7 0,0-4 0,2 10 0,1-22 0</inkml:trace>
  <inkml:trace contextRef="#ctx0" brushRef="#br0" timeOffset="91042">28464 12686 20106,'22'-36'862,"1"-1"1,-1 1-1,10-16 1,-3 3-527,-11 14 0,-3 3 297,9-25-219,-11 16-217,-15 15-141,-13 13-28,-17 12-11,-18 12-3,9 6 0,-1 2-9,11-3 1,0 1-422,-15 12 1,1 4 398,14-6 0,3 1 3,-7 6 0,1 3 8,4-1 1,3 1-4,6-2 1,3-1-9,6-3 0,5-1-11,12 20 28,19-13 12,21-16-1,15-18-180,-25-10 1,1-4 179,3-6 1,0-4-93,1-5 1,0-4 105,-1-5 0,-1-3 3,-1-4 0,-1-3-14,-2-4 0,-1-1 5,-1-1 1,-1 0 16,-3 2 1,-2 0-320,-5 5 0,-2 1 353,-6 6 0,-3 2 53,0-19-39,-12 17 229,-1 17-414,-2 12 961,0 13-866,-3 13 0,-7 19-10,-8 20 160,7-21 0,0 2-150,-1 3 0,-1 1-372,1 2 0,1 0 297,2-1 0,2-1-57,4-2 1,2 0-190,4-4 1,4-2-234,13 26-157,17-15 6,15-15-17,10-15 134,6-20 468,-29-1 0,0-4 120,-1-4 1,-1-2 75,-1-1 0,-1-2 72,-4-2 1,-1 0 330,15-23 149,-8 2-12,-10 4 390,-9 6-401,-8 4 225,-5 12-728,-7 5 215,-5 9-295,-10 10 22,-6 7-72,-12 19-5,8 3 33,3 0 6,11 1 0,10-8-5,3 6 21,15-2 7,0-15 78,19-2-1,0-17-16,12-11 12,5-10-7,-18 1 1,0-2-34,9-9 17,-12 7 0,-3 0 89,2-7 40,1-1 11,-10 8-129,-8 12-112,-6 7 5,-4 7 29,-7 8-34,-5 7-17,-6 9 45,-4 15 0,10-12-11,2 12 22,13-16 12,9 4 10,11-6 46,28-7-18,3-14-38,3-7-1,2-20 17,-10-5-3,-18 8 1,0-4-9,4-13 0,-2-3-28,-5 1 0,-1-2-211,-1 0 1,-2-1 218,-1-5 0,-3 1-382,-4 7 0,-2-1 399,3-8 0,-2-2 48,-4-1 0,-3 2-15,-3 13 1,-1 3-11,-2 1 0,-2 3-15,-2 4-10,0 10-85,2 12-67,-5 9 511,-3 16-382,-10 23-6,3 3 109,4-7 0,2 2-98,2-2 1,3 2-34,-2 11 0,2 4-103,5-10 1,1 1-1,2-1-188,3 13 0,2-2 50,0-2 0,3-3-580,2-8 1,2-4-3515,7 10 3564,2-2 1,-8-23 0,-7-16-1</inkml:trace>
  <inkml:trace contextRef="#ctx0" brushRef="#br0" timeOffset="91574">29740 12423 16168,'-9'-4'5377,"1"1"-4612,-29-9 0,-5-1-603,19 7-196,-24-8 1,15 3 83,36 11-33,31 8-79,15 1 20,-2 0 0,3 1-184,-7-4 0,0 0 187,9 1 0,-1-2 30,-18-2 1,-1-1 11,7 0 0,1-2-1628,1-4 0,-2-1 1633,-7 2 1,0-1 61,14-8 0,-5-4-527,-6-5 591,2-6 197,-19 0 44,-14 6 391,-11-6-475,-10 7 2942,-14 4-3161,-5 10 973,5 4-1034,-2 11 1,0 3-12,0 1 2,-3 5 1,0 4-8,2 9-12,-2 9 11,14-8-10,9 4 16,16-6 61,8-2 85,16-6 28,13-14-90,-2-8 33,-5-6 1,0-4 95,11-9-93,-13 4 1,0-2 120,8-13-17,-7 3-129,-13 8 62,-5 5-68,-10 10-111,-1 2 16,-8 9 1,-4 9-57,-7 13-235,-5 11-39,4-3-1070,6-6 0,1 3 1406,2 22 0,-1-8 0,7-14 0</inkml:trace>
  <inkml:trace contextRef="#ctx0" brushRef="#br0" timeOffset="91741">30753 12824 25091,'0'-6'2582,"0"1"-2907,0 5-1305,-12-43 1630,1 44 0,-3-41 0,7 52 0</inkml:trace>
  <inkml:trace contextRef="#ctx0" brushRef="#br0" timeOffset="97708">2729 15564 12539,'-3'0'-2476,"0"0"2857,3 0-140,59-3-112,-29 2-180,14-1 0,7 0 171,-8 0 1,-1 0-322,-7 0 0,3 0 315,13-2 0,7-2 0,-2-1-672,-11 1 1,-2 0 0,2 0 598,8 0 0,1-2 1,3 1-546,-8 0 1,1 0 0,1 0 0,0 0 563,-4 0 1,0 1-1,1 0 1,2-1-11,0 0 0,2 0 1,1 0-1,2 0 1,2 0-45,2-1 1,2-1-1,1 1 1,2-1-1,-1 1 1,-2-1-291,-3 1 1,0 1 0,-1-1 0,0 0 0,0 0 0,0 0 284,0 0 1,0 0 0,0 0 0,0 0 0,0 0 0,0 0 8,2 0 0,1-1 0,0 0 1,0 1-1,-1-1 0,0 1-166,-6 0 0,0 0 0,-2 0 0,2 1 0,0-1 0,3-1 174,2 1 0,1-1 1,2 0-1,0 0 1,3-1-1,0 1 1,2-1-46,-11 2 1,2 0 0,1-1 0,0 1 0,2-1 0,0 0 0,-1 0-1,1 1 1,-2-1 0,0 1 36,2-1 0,0 1 0,0-1 0,-1 1 0,0 0 0,0 0 0,0 0 0,0-1 0,0 1-22,0 0 0,-1 0 1,0 0-1,0 0 0,0 0 1,0 0-1,0 0 0,0 0 1,1 1 11,-1-1 0,0 1 0,0-1 0,-1 1 0,2 0 0,-1 0 0,0 0 0,1 0 0,1 0 4,-4 0 0,0 0 1,1 0-1,0 1 1,0-1-1,1 0 1,-1 0-1,1 1 1,0-1-1,0 0 2,2 1 1,0-1 0,0 0 0,0 0 0,0 1-1,1-1 1,0 0 0,1 1 0,0-1 0,1 0-3,-6 1 1,2 0 0,0-1-1,1 1 1,1-1 0,-1 1-1,1-1 1,-1 1 0,0 0-1,-1 0 1,-1 0 0,-1 0-3,4 0 1,-2 1 0,-1-1 0,0 1 0,-1 0-1,1 0 1,-1-1 0,2 1 0,0 0 0,2 0-1,-3 0 1,1 0 0,1 0 0,1 0 0,1 0-1,-1 1 1,1-1 0,0 0 0,-1 0 0,0 0-1,-1 1 1,-2-1 1,7 0 1,-2 1-1,0-1 1,-1 0-1,0 1 1,0-1-1,0 1 1,1 0 0,0-1-1,2 1-1,-5 0 0,1 0 0,1-1 1,2 1-1,-1 0 0,1 0 1,-1 0-1,0 0 0,-2 0 1,-1 1-1,-2-1 0,-3 1-2,9-1 0,-4 1 1,-2-1-1,-1 1 1,-1 0-1,0 0 1,2 0-1,3 0 5,-6 0 1,2 0 0,0 0 0,2 1 0,-1-1-1,1 1 1,0-1 0,-2 1 0,0 0 0,-1-1 0,5 1 0,-2 0 0,-1 0 0,0 0 0,-1 0 0,2 0 0,1 0 0,1 0-9,-3 0 1,2 1 0,1-1 0,1 0 0,1 0 0,-1 0 0,0 0 0,-1 0 0,-1 0-1,-2 0 1,3 1 0,-1-1 1,-2 0-1,-1 1 1,0-1-1,1 1 0,0-1 1,2 1 3,1-1 0,0 1 0,1-1 0,0 1 0,1-1 0,1 1 1,-1-1-1,0 1 0,1-1 4,-7 1 0,1-1 0,0 1 1,0-1-1,0 1 0,0 0 1,0-1-1,1 1 0,-1-1 1,1 1-1,1-1 0,1 1 0,0-1 1,-1 1-1,1-1 0,0 1 1,0-1-1,0 1 0,-1-1 0,0 1-2,4-1 1,-1 1 0,0-1-1,0 0 1,-1 1 0,1-1-1,0 1 1,1-1 0,0 0 12,-6 1 1,1-1 0,2 1 0,0-1 0,1 1 0,-1-1 0,-1 1-1,-2-1 1,-2 1 0,-2-1 0,-3 1-4,9 0 1,-5-1 0,-4 1 0,1-1 0,2 1 0,7-1 1,-6 1 1,4 0 0,4-1 0,1 1 0,3-1 0,-1 0 0,0 1 0,-2-1 0,-3 1 0,-3-1 6,4 1 0,-3-1 0,-3 1 0,-1 0 0,1-1 0,2 1 0,4-1-12,-4 1 0,2-1 1,2 1-1,2 0 1,0-1-1,1 1 0,0-1 1,-1 1-1,-1-1 1,-2 1-9,0-1 1,-2 1 0,0 0 0,-1-1 0,0 1 0,0-1 0,0 1 0,1-1 0,1 1 1,-1-1 1,2 1 0,0-1 0,1 1 0,1-1-1,-2 1 1,0-1 0,-2 1 0,-2-1 0,-3 1-2,12-1 1,-5 0-1,-2 1 1,-1-1 0,3 0-1,3 0 13,-9 0 0,3 0 0,2 0 0,0 0 0,2 0 0,-1 0 0,-2-1 1,-1 1-1,-3 0 11,8 0 1,-3-1 0,-2 1 0,0 0 0,2-1 0,4 1-11,-10-1 1,2 1 0,3-1 0,0 1 0,2-1 0,-1 1 0,-1-1 0,-1 1 0,-3-1 5,6 1 1,-1-1 0,-1 1 0,-1 0-1,-1-1 1,1 1 0,-1 0-7,0-1 0,0 1 0,0 0 1,0-1-1,-1 1 0,0 0 0,1 0-5,-2 0 1,0 0-1,0 0 1,0 1-1,0-1 1,-1 1-1,1-1 0,7 1 0,0-1 0,1 1 0,-2-1 0,0 1 0,-3 0-5,-1 0 0,-3 0 0,-1 0 0,1 0 0,3 0 0,2 0 0,4 0 1,1 0-1,0 0 1,-3 0-1,-4 0-16,4 0 0,-4-1 0,-1 1 0,3-1 23,-7 0 0,2 0 1,1 0-1,1 0 0,-3 0 1,-2 0-30,8-1 0,-3-1 1,-1 1-1,-1-1 12,-4 0 0,1 0 0,-2-1 0,0 1-1295,13-3 0,0 1 1,-3-1 1295,-9 1 0,-1 1 0,-4-1 0,1 0 0,-6 1 0,6-1 0</inkml:trace>
  <inkml:trace contextRef="#ctx0" brushRef="#br0" timeOffset="99015">15198 15372 23887,'-14'21'375,"-4"22"-361,6 2 0,0 5-1172,-3 3 0,-1 0 978,-2 2 1,0-1-300,1 0 1,1 1-749,2-3 0,2 1-2397,4-4 0,2-1 3038,2-9 1,1-3-1,2 6 1,2-21 0</inkml:trace>
  <inkml:trace contextRef="#ctx0" brushRef="#br0" timeOffset="99326">15052 15657 13160,'-2'-57'1084,"0"-1"1,-1 0-1,2 5 1,0 0-1,2 5-813,4 0 1,3 4-154,2 3 0,4 1-71,5 4 1,3 3-18,3 4 1,3 2-14,2 5 0,4 4 14,5 5 0,1 4-9,-6 7 0,-2 3 1,26 7 668,-16 19-652,-18 3-22,0 13 219,-12 5-214,-14-15 1,-4 0 109,-7 13-116,-5-12 1,-6 0-6,1-11 1,-3-1-272,-8 6 1,-2 1 253,-3-2 0,-1 0-128,-7 1 0,3-3-37,15-8 0,1-1-1902,-29 11-4396,43-22 6469,6-1 0,7-4 0,3 0 0</inkml:trace>
  <inkml:trace contextRef="#ctx0" brushRef="#br0" timeOffset="101032">16042 15422 22923,'-38'-33'144,"0"-1"0,-1 4 0,3 13-72,2 32-32,-8 10-12,-5 15-28,18-11-17,0 21 6,23-29-6,3 14 17,13-18 22,8-1 45,17-8-11,0-13-28,2-2 17,0-15 6,-5-3-7,-8 4 1,-1-1-17,8-9 3,-10 5 0,-2 2-3,-6 4 78,5-10 57,-13 21-1,-3 2-106,-7 8 17,-9 9-23,-1 0 45,-13 12-16,5-2-12,-10 21-61,14-16 5,3 13-6,15-19-5,4-1 6,10 1-3381,15-5 3386,-3-3 6,22-3 22,-13-10-11,10-5-11,-3-8 33,0-14-16,-18 6 50,1-20-62,-20 22 29,1-18 10,-5 15 29,1-10-40,-1 7 3382,3-2-3393,5 9-16,5 1-12,0 6-11,13-1 0,-11 9 0,18-1 0,-19 9-11,15 15 11,-19-4 5,12 29-5,-14-20-5,10 29 5,-9-30 0,15 28 0,-13-33 5,13 13 1,-9-22-1,6-1 1,3-8 0,5-7-6,-3-2 16,17-18 1,-15 2 11,9-15-17,-19 9 129,-6-28-78,-12 32 11,-2-20 72,-11 26 74,-8-1-96,-1 4-61,-2 5-46,9 10 7,-6 11-23,5 9 5,-9 14 1,8-1-17,-4 28-12,11-16-27,1 20-12,15-16-22,12-6-61,14-5-46,11-12 7,9-10 94,-8-10-3,-7-9 1,0-5 36,13-13 53,-14 5 0,-2-3 17,-8 0 1,-4 0 24,17-26 34,-7 2 33,-10 6 40,-7 7-74,-8 13 158,-4 2-129,-2 12-56,-1-1-34,0 7-6,-2 14 1,1 4 0,-2 18-6,-1 2 0,1-5-6,1 16 6,1-17-6,2 9 6,2-16 12,-1-11 4,1-6 1,0-8 0,2-8-6,5-8 6,1-7 0,4-5-6,-1-4 0,3 1 6,-2 3-6,1 8 0,-3 7-11,-1 7 0,0 4 0,1 5 0,3 6 0,4 6 0,6 9 0,2 7 0,2 5 0,-1 1 0,-9-9-11,1 7 6,-12-15-1,3 2 6,-8-13-6,0-5-16,3-7 11,6-3-12,7-4 18,8 0 5,9-3 17,14-4-6,-14 4 11,12-9 12,-24 2 16,1-11 34,-3-22-56,-12 13-3,-3 6 1,-2 0 35,1-20-28,-3 21 1,-1-2 5,0 2 1,-2 1 49,0-27 18,-5 9 44,-2 9 51,-4 8-18,2 11-60,0 9-85,2 7-28,1 5 0,-4 10-16,-2 11 10,-6 19-5,-1 17-160,9-20 1,2 1 150,1 4 1,2 2-9,2 0 1,3 1-43,4-2 0,4 0-78,3-3 0,4-1-353,4-2 1,3-2 57,3-3 1,2-2-250,1-3 1,1-4-581,-1-4 1,1-3-7116,21 1 8376,-13-13 0,-18-3 0,-12-4 0</inkml:trace>
  <inkml:trace contextRef="#ctx0" brushRef="#br0" timeOffset="101233">17552 15096 19115,'-5'0'5455,"1"0"-4323,4 0-992,50-20-79,-2 12-975,0-3 0,1-1 889,-17 9 0,0 1-678,17-1 0,1 0-3083,-15 0 1,0 1 3785,11-1 0,-3 0 0,0 0 0,-20 2 0</inkml:trace>
  <inkml:trace contextRef="#ctx0" brushRef="#br0" timeOffset="101826">19143 15056 15720,'0'-5'6189,"0"2"-3343,0 3-2723,4-50-45,-4 39 57,-2-29 61,-16 59-17,-19 16-126,9-13 1,-4 2-392,-6 3 1,-3 0 376,-2 2 1,0 1-24,2-3 1,3 1-3,7-4 0,4-1 42,-5 17-16,23-17 55,24-4-11,21-14-45,23-1-231,-21-3 0,3-1 172,16-1 1,2 0-48,-17 0 0,0 0-250,21-1 1,0 1-1229,-17 1 1,-1 0 1544,16 0 0,-2 1 0,-24 0 0,-3-1 0,24 2 0</inkml:trace>
  <inkml:trace contextRef="#ctx0" brushRef="#br0" timeOffset="102981">20063 15355 20246,'12'-55'1215,"0"0"1,-4 10-1,0 9-694,0 17-409,-6 17-56,-1 4 84,-2 11-3381,-4 24 3280,1-5-93,-3 6 1,-1 3 92,-4 16-31,4-23 1,0 1-4,0 0 1,0-1-1,1-1 1,0-2 5,-4 21 23,-3 8 100,8-41-16,-1 1 101,3-15 3170,3-20-3355,0-6-12,1-19-22,2 6 0,4-20-16,4 0 10,-3 18 0,1-3 0,0-1 0,1-2 11,3-11 1,0 1-317,-4 16 0,1 1 288,9-22 1,2 2 5,-5 26 1,1 3-1,7-12 0,3 3-22,23-5 16,1 14 12,-11 14-173,7 10 179,-25 7-7,13 18 7,-21 3 5,1 16 0,-9-10-39,-13 23 16,0-25-1393,-8 4 0,-4-1 1416,-5-5 50,-8 1 0,-4 0-39,-14-3 11,15-8 1,0-3 22,-7-3-1901,2-10 1912,25-5 50,2-11-78,20 5 2145,8-4-2167,3 7 5,12 2-5,-10 4 321,22 3-333,-10 4 3398,15 6-3409,-8 4 6,3 1 6,-9-5-26,0-3 0,2-2 9,9-3 10,17 4 12,-19-13 0,-20-1 23,11-9 16,-9-12-5,-2-4 27,-4-7 57,-10 9 78,-4 6 39,-5 9-22,-3 6-135,0 3 45,-7 2-100,6 3-12,-5 5-5,4 2-1,-4 18-16,4-1-17,-2 15-62,5-2-206,7 2-432,7 2-707,11-2-1545,8-4 2980,7-6 0,-15-15 0,-3-6 0</inkml:trace>
  <inkml:trace contextRef="#ctx0" brushRef="#br0" timeOffset="103182">20949 15017 19490,'-3'-3'3730,"1"0"-4105,2 3-595,-35-27-777,31 31-2661,-22-15 4408,41 44 0,-6-15 0,0 1 0</inkml:trace>
  <inkml:trace contextRef="#ctx0" brushRef="#br0" timeOffset="103625">21235 15219 24984,'-37'-48'886,"-8"15"-752,-15 44-370,29-2 0,1 2 264,-23 13 154,12 4-210,15-1 78,13-1-83,16-3 10,11-4 12,13-6 290,7-6-257,5-7 34,1-7 23,-1-9 33,-3-8 50,-4-4 45,-5-2 51,-5 4 5,-7 5-72,-7 10-119,-3 5-49,-4 6-1,0 7-5,-4 12 22,-7 29-28,-1-9-292,-1-4 1,-3 2 282,1-8 1,-1 0-6,-4 11 1,-1 1-24,-2 1 1,0 1-96,0 2 1,0 0-236,0-1 1,-1-1-416,1-2 1,-1-2-409,1-6 1,0-3-3107,-19 9 4282,8-27 0,15-10 0,7-9 0</inkml:trace>
  <inkml:trace contextRef="#ctx0" brushRef="#br0" timeOffset="104325">21474 15012 20602,'45'-33'1039,"0"0"1,-1 1 0,-10 10-687,-22 22 304,-2 9-360,-10 14-61,-10 17-85,-10 15-460,5-21 0,-1 0 340,-3 4 0,0 1-9,-1 0 1,1 1-12,3-2 0,0 0-8,3-4 0,2 0 253,-4 22-244,9-13 60,3-17 225,6-12-162,5-19-63,9-12-27,10-15 0,9-10 68,-15 18 0,1-1-102,0-1 1,1 1-1,0 1 0,-1 1 6,17-13 5,-9 12 1,-9 10-18,-6 9 7,-3 5-7,2 6-5,-3 2 449,15 19-437,-4-1-12,13 13 5,-1-4 1,3-4-45,3-7 5,0-8 101,-2-9 12,-3-14-18,-2-12-5,-1-16-11,-1-12-322,-16 19 0,0-2 310,1-4 1,-1-2-9,1-4 1,1-1-15,0-4 0,-1 0 8,0 1 1,-1 0 16,-4 3 1,-1 3 8,3-15 117,-17 5-55,-10 26-18,-9-2-27,-3 16-29,2 9-21,4 11 592,6 11-593,4 12-5,6 13-4,5-10 1,2 1-8,2 17-306,1-12 0,2 0 255,7 16 14,-5-23 0,1 2-59,0-3 0,2-1-416,3 2 0,1-3-60,8 10-1619,16-4-6116,-4-29 8312,3-5 0,-12-5 0,-13-2 0</inkml:trace>
  <inkml:trace contextRef="#ctx0" brushRef="#br0" timeOffset="104542">22011 15059 25437,'46'-21'15,"-1"1"1,1 0 0,0 2 0,0 1-1,1 6-8,2 9 1,2 7 0,-4-1-406,5-2 0,-2 2 373,-5 0 1,1 1 0,-4 0-153,-4 0 1,-3-1-446,6 2 0,-1 0-4828,19 2 5450,-23-2 0,-20-2 0,-10-3 0</inkml:trace>
  <inkml:trace contextRef="#ctx0" brushRef="#br0" timeOffset="105748">14313 15124 12662,'6'-4'7808,"-1"1"-6184,-5 3 577,0 0-1999,-1-12-168,0 8 10,-3-3 68,-4 18 168,-20 19-179,3-7-17,-2-1 0,-4-1-329,4-4 0,-2-1 298,-10 5 1,-2 1-4,0-2 1,0 0-18,4-2 1,1 0-6,-18 11-17,22-8 1,19-5 10,10-5 6,12-3 17,12-3 585,22-2-636,-12-5 1,3 0-51,8 0 0,2 0-823,7-2 1,1 0 368,5 0 1,0 2-1312,2 0 1,0 1 1820,-7 0 0,-5 1 0,14 0 0,-29 0 0</inkml:trace>
  <inkml:trace contextRef="#ctx0" brushRef="#br0" timeOffset="106532">10758 15660 13814,'8'-44'1970,"-1"0"0,0 0 1,3-15-1,-2 6-805,1-4-364,-3 16-28,-3 14-498,0 12-97,-2 10-94,0 13 87,0 13-13,-2 25-1673,-6 0 0,-1 3 1540,3-13 1,-2 2-2,-2 3 0,-2 4 1,0-2-441,-1 3 0,0 0 408,-2 12 0,1 2-23,3-6 0,4 1-98,5 2 0,4-4 64,0-18 1,4-2-127,7 3 1,7-6-632,22-11 35,-11-11 1,3-5-984,5-7 0,3-5 1380,11-7 0,-2-2 0,7-4 1,-2-4-1</inkml:trace>
  <inkml:trace contextRef="#ctx0" brushRef="#br0" timeOffset="106941">11639 15713 25461,'-44'-18'84,"8"6"-73,34 25-5,4 0 5,5 0 11,7-2 6,6-5 11,3-2 12,3-9-6,2-4 16,-1-10 12,0-7 11,-4-6 0,-5-3 22,-6-2 118,-6-4-134,-6 15 61,-9 1-67,-6 19-33,-10 4-18,-7 12 1,-17 19-29,14-3-11,10-4 1,2 1 0,-2 13-1,-3 12-22,10 2-78,10 2-130,14-2-307,11-3-572,15-4-895,10-7-2416,12-9 4426,-19-17 0,-1-4 0,3 2 0,1-7 0</inkml:trace>
  <inkml:trace contextRef="#ctx0" brushRef="#br0" timeOffset="107308">12383 15461 25967,'-42'-38'136,"0"1"0,4 0 0,6 15-130,17 34 466,0 16-466,4 9 0,0 4-6,2-11 0,0 2-401,-5 23 1,0 3 391,3-16 1,1 1-501,-2 14 1,0 3 452,4-19 0,2 0 0,-1 3-204,1 9 1,2 2 0,-1-4 1,0 5 1,1-1-233,0-7 1,0 3 0,-1-5-490,-3-5 1,-1-3 387,-5 5 0,-2-3 456,-2-10 1,-5-8 644,-30-14-79,8-33-195,5-19-141,25 7 0,5-5 64,4 2 1,3-1-62,1-12 0,5-1-64,5 0 0,5 0-46,10-4 1,4 4-12,-7 17 1,2 3-104,11-7 0,1 3 593,14-1-1792,-7 11 1,2 2-57,-14 9 0,1 1 1196,24-6 1,-4 4-1,-18 7 1,17-2-1</inkml:trace>
  <inkml:trace contextRef="#ctx0" brushRef="#br0" timeOffset="107681">12618 15787 26542,'15'-45'42,"-1"13"0,2 2-26,6 2 4,-2-2 0,1-4-4,-5 0 1,-1-2-520,-1 0 1,-1-2 532,1-5 1,-4 1 8,-2-7 73,-8 0 394,-6 19-186,-7-6-231,2 16 250,-4 3-306,10 14-27,-1 0-6,0 10 531,-2 12-526,-5 20-5,4-2 0,1 4-3,1 0 1,1 2-4,0 12 0,2-1-5,2-17 0,2 0-93,4 15 1,3-2-71,3-1-857,12 8 1,3-2-118,1-17-1247,2-2 1,2-4 1936,-3-18 0,-4-2 0,-11-9 0</inkml:trace>
  <inkml:trace contextRef="#ctx0" brushRef="#br0" timeOffset="107925">12582 15571 25903,'46'-29'190,"-1"1"1,0 1-1,1 5-123,-4 13 1,0 4-323,-3-1 1,0 0 279,-6 0 0,-1 1 3,18-1 123,-16 2-487,-18 3-41,-7 2-2311,-12 4 2688,-4 0 0,2 0 0,-1-2 0</inkml:trace>
  <inkml:trace contextRef="#ctx0" brushRef="#br0" timeOffset="111015">10915 16988 7890,'0'-11'4632,"0"3"-2010,0 8-2016,0 0 703,29 7-1214,-3 7-34,29 9-21,-7 4-7,-12-12 1,1-1-339,-1-3 0,0-1 316,1-1 1,0-1 7,4-3 1,0-3 589,-8-2 1,1-2-604,9-1 0,1-3-9,-2-2 0,-1-3 3,10-7 0,-1-2 17,-7 2 0,-1-1-9,-1 0 0,-2-2 23,-2 1 0,-2 0 25,18-14-14,-15 11 0,1 1-11,-9 6 0,0 2-1351,2 1 0,-1 2 1370,4 4 73,1 6 6,-10 7-1144,16 7 1043,-14-1 120,23 10-126,-28-13 2183,25 7-2165,-10-11-7,14 0-2,-14-5 0,1-1-23,-4-2 1,0-2-7,0 1 1,0-1 0,1-3 0,-2-1 8,21-7 11,-16 5 1,0 0-12,10-1 51,10 1-1,-43 12 421,5 6-320,-18 5-67,1 6 57,5 2-85,-1-7 135,18 0 3235,-10-11-3364,23-1-23,13-10-39,7-2-323,-21 3 1,-1-1 308,-4 0 0,-1 0-3,17-7-331,9-8 342,-16 0-43,7-6 61,-10 0 10,-3 4-21,-16 12 27,7 5-11,-13 8 794,33 6-744,-21-2 28,10 4 1,2 0 33,10 2 279,11 1-316,-7-4 1,0-2-59,2-1-547,6 0 1,3-2 523,-20-3 1,-1-2-18,1 2 1,1-1 5,14-4 0,3-2-2,-17 3 1,0-1-1,1 0-2,2-1 1,0 0 0,0 0-3,-2 0 1,0 1 0,0 0 3,6-2 0,1 0 1,-3 2-8,4 0 1,-1 2 2,8-3 1,3 1 1,-18 4 1,0 1 0,-2 0 6,2 1 0,0 0 1,-3 0 0,3 1 0,-1-1 10,7 2 0,-1 0-3,1 1 1,-1-1-9,-11 1 0,-1 1 8,9 0 1,1 2-1,4 0 0,1 2-11,4 0 1,0 0-7,-4 0 1,2 0 1,-11-1 1,2 0-1,-3 0-4,4 1 0,0-1-3,8 2 0,3-1-4,-14-2 0,2-1 1,-3 0 5,3-1 1,0-1-7,-2 0 1,2-1-1,-2-1-5,8-2 1,-1-2-47,-3-2 1,0-1 57,6-7 0,-2-2-1,-17 5 1,-1 0 0,2-3 0,0-2-1,-4-1 1,-1 0-1488,0 2 0,0-1 1488,1 0 0,-1 0 3,16-5 760,-13 12-760,-8 6 68,11 4-74,-7 7 0,6 7 0,-6-2 11,2 0 0,0-1-11,5 1 3,8 1 0,5 0 0,-7-6 0,1-1-215,-2 0 1,1 0 208,11-2 0,0-3-3,-16-1 1,1-1-6,10-2 0,2-1-1,1-1 1,0-1-3,1-3 0,0-1 3,0 0 0,0-2 2,10-4 1,-2 0 8,-19 4 0,-1 1 1181,15-6 0,-2 1-1176,-18 6 1,-1 1 5,9-1 0,1 1-3,-1 3 1,-1 1 2,0 1 1,-1 2-7,-10 0 1,0 2-269,16 3 1,0 1 268,-16 1 0,1 0-1,14 4 1,0 0-1,-9 0 1,-2 0-6,2 0 0,-2 0-11,23 5-1,-13-3 1,2-2 14,-12-3 0,1 0-379,19 2 0,3 0 376,-6-3 0,0-2-336,5-1 1,0-1 335,3 0 0,-1-1-3,1-3 1,0 0-4,-3-1 1,0-2-57,-3-2 1,-2-1 63,-2-2 1,-3-2 1,-3-2 1,-3-1-2,-10 4 0,0-2 295,8-8 0,2-1-293,-6 4 1,1 1 2,8-4 1,1 2-7,-10 5 1,0 2-3,3 4 0,0 1-6,-6 4 1,0 1 2,9 0 0,1-1 627,-1 2 0,0 1-613,0 0 0,-1-1 206,1 1 0,0 0-201,2 0 1,-1 0-3,3 0 0,0-1 3,3 0 0,0-1-9,2-1 1,2-1-384,2 0 1,1-1 366,2-1 0,0-1-12,2 1 0,0-1-98,0 1 1,-1 0-908,-2 0 0,-2 1 495,-9 1 1,-5 1 0,11-1 0,-27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3:44:55.0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5087 3503 14023,'0'-5'4204,"-1"-26"0,-1-6-3566,-1 7-148,0-16 0,-1-2 255,-1 2-180,0-6-183,2 9-136,2 13-145,0 13-107,1 9 1,3 11 5,6 14-23,6 16-16,3 20 11,-11-19 0,-1 1-427,0 6 0,-3 1 382,-1 4 0,-3 0-11,-2 3 0,-3 0 31,-1 0 0,-3 0 33,-2-4 1,-1-1 38,-1-8 1,0-2 193,-9 10 33,4-26-78,8-30-39,5-21-28,11-24-62,1 22 0,4 0-309,3-4 0,4 1 273,2 1 0,4 1-12,1 3 1,3 1-17,2 4 0,2 2-17,1 3 0,2 3-14,3 2 0,1 3-17,1 2 0,2 3-17,-1 2 1,2 2-9,-2 2 0,-1 1-3,-1 2 0,-1 0-73,26 0 823,-15 1-604,-19 1 89,-16 0-49,-13 2-23,-9 1 27,-11 4 611,-6 6-672,-4 7-28,4 6-16,8 2-18,8 3-16,10-3 5,12-3 11,9-5 17,10-6 34,7-6 0,5-6 28,0-9 72,-4-7 46,-9-9 16,-11-6-17,-10-4-50,-15-3-33,-9 1 5,-23-1-51,9 14 23,-17 1 0,17 15-44,1 0-102,11 4-11,10 0 45,13 0 23,13 0 5,18-3-40,3-1 1,2-1 34,13-3-101,-16 3 1,-1 1 77,13-2 22,2 1 28,10 1-5,-15 2 22,-18 2 29,-17 4 32,-16 8 1,-10 7-11,-10 10-57,5-1 1,0 0-6,-3 7 228,-2 14-245,24-12 11,6-15 6,14 15 6,8-21 11,11-1 5,4-9 23,-1-11 45,-2-8 16,-4-13 17,-6-8 34,-9-7 0,-9-3 5,-10-2 6,-10 2-33,-6 4-51,-8 7-23,-3 6-38,-2 10-46,-2 7-27,10 6-169,0 6-217,14 7-511,5 7-1674,12 9 2621,14 10 0,-9-16 0,2 1 0</inkml:trace>
  <inkml:trace contextRef="#ctx0" brushRef="#br0" timeOffset="343">6894 3661 24312,'-5'0'2353,"2"0"-1804,3 0-219,-28-68-218,29 26-963,-10-10 1,3-2 878,23 4-23,-4 12 1,1-2-221,-1 3 1,-1-1 216,3-11 1,-1-3 22,1-9 1,-2-1-21,-4 13 1,-2 1 16,-1-2 1,-2 4 5,-6-2 16,-5 12 1,-2 20 0,-4 4 1176,3 14-1221,-3 17 971,3 6-976,-6 31-7,10-25 1,0 3-70,-1 23 0,2 5-733,4-6 1,3 2 550,1-11 0,2 1 0,1-3-110,2 3 1,3-1-1054,5 9 1,3-1 932,0-8 1,0-3-1,-6-11 1,0-2-1,12 20 1</inkml:trace>
  <inkml:trace contextRef="#ctx0" brushRef="#br0" timeOffset="533">6716 3277 22335,'-6'-3'3255,"2"1"-2740,4 2-532,-4-63-162,51 25-59,-23-4 0,4 2-1542,24 18 0,7 8-752,-2 1 1,0 2 2046,-4 1 0,-3 1 0,-15 3 1,-5 1-1,7-1 0</inkml:trace>
  <inkml:trace contextRef="#ctx0" brushRef="#br0" timeOffset="744">7829 3000 26144,'-39'-19'582,"1"1"1,-13-19-634,62 17-170,14 3 0,6 2-152,-1 5 1,2 1-891,17-5 0,3 2-583,-2 5 1,-2 2 1265,-4 2 0,-3 1 1,10 0-1,-26 2 0</inkml:trace>
  <inkml:trace contextRef="#ctx0" brushRef="#br0" timeOffset="916">7899 3208 27852,'32'-43'-1981,"-1"0"0,11 0 0,3 9 1981,-7 21 0,1 4 0,-5 0 0,-4 2 0,-7 1 0</inkml:trace>
  <inkml:trace contextRef="#ctx0" brushRef="#br0" timeOffset="1558">8784 3037 24956,'-25'-39'123,"0"-1"0,0 1 1,10 17-113,18 29 23,5 13 39,2 18-6,-2 16-50,-2-5 0,-8-7 0,-3 1-276,0-12 0,-2 1 270,-3 12 1,0-1 127,-7 7-77,-1-3 229,12-32 0,-2-5-179,12-30-28,6-19-48,0 9 1,0-1-130,4-6 1,1-1 109,3-2 0,1 0 5,1 1 0,0 2-2,1 3 0,0 3-84,17-17 64,-5 15-22,-2 13-28,0 10-29,3 6-78,4 13-83,-1 12-102,-4 16-202,-9 17-11,-17-21 1,-2 2-746,-2 3 1,-2 1 1299,-2 5 0,0-2 0,-1 6 0,0-6 0</inkml:trace>
  <inkml:trace contextRef="#ctx0" brushRef="#br0" timeOffset="1900">9363 3304 19313,'26'-58'1544,"0"1"0,-3 6 0,-4 9-934,-9 19-33,-6 11-633,-2 8 125,0 7-58,2 9 77,2 11-65,-1 13 176,2 7-204,-3-8-6,8 15-6,1-20 39,10 7 73,0-20 68,3-11 22,-1-17-34,3-10 17,1-14-3370,1-9 3365,-5-5-390,-12 10 1,-2-1 243,0-7 0,-2-16 11,-8 35-23,0 5-117,-4 1-302,1 11 2759,-1 9-4110,2 12 1765,7 11 0,-5-8 0,6 2 0</inkml:trace>
  <inkml:trace contextRef="#ctx0" brushRef="#br0" timeOffset="2483">9984 3579 26922,'6'-57'177,"0"1"1,-5 13-1,5 3-146,14 4 0,5 2-743,-6 6 0,1 0 723,6-10 1,1-3-12,0-2 0,-1-2-3,-1 0 0,0 0 20,-4 1 0,-2 1-6,-4 4 0,-2 3 0,3-24 512,-11 18-456,-7 16 206,-2 14-306,-1 7-1,-1 10 40,-3 11 756,-5 18-762,-6 20 0,8-19 0,0 1-387,0 4 1,1 2 380,0 1 1,2 1-7,2 0 1,3 0-3,2-2 0,5 1-36,11 3 0,3-2 24,-5-13 1,4-3-9,14 6 1,6-6-509,24-9 536,-20-12 1,1-6 10,2-9 1,-2-7 11,-1-6 0,-3-6 2,-1-8 1,-3-6-9,-3-6 0,-4-4-442,-10 13 1,-1-3 0,-1 0 439,-2-4 1,-1-1-1,0 0 0,-2-1 1,0-1-1,-1 1 11,-2 2 1,0 1 0,0 0-188,0-13 0,-2 3 231,-2 11 1,-2 3 92,-6-16 33,-5 22-167,2 19 582,-1 11-594,2 21-11,-5 19 5,4-5 1,1 3-174,-2 10 1,0 3 158,0 6 1,2 4-72,3-7 0,1 3 0,1-4-30,0 4 1,2-1-209,4-3 1,2 3 0,3-5-1282,7 1 0,3-2 1599,2 5 0,1-3 0,-5-15 0,-2-5 0,5 4 0</inkml:trace>
  <inkml:trace contextRef="#ctx0" brushRef="#br0" timeOffset="8892">5098 6443 19036,'0'-6'4335,"0"2"-2638,0 4-1870,0-44 61,0 41 162,0-23-33,-2 61-28,-2 15-40,0 11-289,2-28 1,1 1-8,-1 1 0,2 0-401,2 0 1,2 0-1323,1-3 0,2 0 2070,17 25 0,-10-26 0,0-10 0</inkml:trace>
  <inkml:trace contextRef="#ctx0" brushRef="#br0" timeOffset="9277">5519 6441 24995,'-19'-48'0,"-5"24"34,-4 74-23,14-20 0,0 2-449,2 1 0,2 0 429,2-2 1,4 0-20,4 23 304,14-13-214,9-13 261,7-13-54,2-17-50,1-16-40,1-15 6,0-13 5,-3-8 165,-6-3-170,-6 1 11,-7 7-11,-6 8-45,-10 8-50,-5 7-46,-7 6-105,-6 4-124,-4 6-241,-6 4-105,-6 11-1088,-7 10-4582,0 14 5353,9 1 0,15-9 0,12-9 0</inkml:trace>
  <inkml:trace contextRef="#ctx0" brushRef="#br0" timeOffset="10626">5058 6577 22319,'-1'-47'535,"0"0"1,1 2 0,1 8-318,2 21 40,3-6-129,-1 8-62,0 3-62,-3 9-234,-1 1 279,0 22-11,0 4-27,1 25-40,-1-10 28,0 15-6,1-10 3,0-11 0,1 1 20,2 10-17,3 16-17,-5-39 17,1 11 34,-3-22 380,-1-1 192,0-6-141,0-7-309,0-6-122,0-3-6,-3-16 6,-1-19-6,-1-6-575,2 17 1,0 1 552,0-12-200,1 10 0,-1 3 205,1 5 22,-2-19 18,3 38-85,-1 1-139,2 7 1119,0 2-1086,0 5 624,0 18-462,2 9-33,0 17 5,0 1-10,-2-9-7,3 15 23,0-20 0,1 6-11,1-13 84,-2-18 156,-1 0 180,0-10-106,-2-14-287,1-9 12,-2-7-5,-3-16 22,-5-15-34,1 11-530,2 13 0,1 3 541,1 3 18,-2-11-18,5 25-44,-2-1-90,2 14-118,0 4 90,0 5 1223,3 10-1055,4 12-17,3 12-11,1 8-23,1 6 12,-4-10-3,-3-1 0,-1 0-3,-1-4-31,0 0 1,-2-1-440,0-11-1306,0 0-8038,1-14 9347,0-6 0,-1-6 0,1-1 0</inkml:trace>
  <inkml:trace contextRef="#ctx0" brushRef="#br0" timeOffset="11910">2160 7053 20336,'-2'-54'1415,"1"-1"0,-1 8 0,-1 6-939,-6 11-353,3 15-252,0 12 45,3 14 96,1 16-18,0 23-14,2-18 1,0 3-356,0 3 1,1 2 16,2 1 0,1 0-626,3-1 1,2 0 983,6 1 0,0-3 0,2 4 0,3-7 0</inkml:trace>
  <inkml:trace contextRef="#ctx0" brushRef="#br0" timeOffset="12126">2523 6508 21495,'-42'-16'218,"0"1"1,4 1 0,11 3-870,22 9-396,12 14-902,5 9-482,5 7 1583,6 21 0,-14-30 0,2 11 0</inkml:trace>
  <inkml:trace contextRef="#ctx0" brushRef="#br0" timeOffset="12810">2852 6872 19792,'0'-6'4167,"0"2"-4027,0 4-168,-3-22 40,5 23-1,7 4-11,3 29 0,3 8 5,-3 4 1,-7-6 11,0 8 72,-3-6 74,-2-19 240,0-8-84,-2-19-84,0-11 52,-2-25-153,4-5-5,4-15-96,2 20-10,8-2-18,1 15-5,6-1-22,3 11 5,10 12 6,-9 6 11,15 13-22,-10 3 22,9 11-17,5 10 17,-8-3-23,2 4 12,-16-16 17,-4-6 95,-10-11-23,1-9-61,0-24 50,-1-9-22,0-8 72,-4-8 12,-4 6-28,-4 11 0,0 0 50,-5-19 11,-5 3-94,6 27-3365,0 9 3286,6 11-62,-1 3 62,3 12 16,3 10-16,0 2 0,9 15-6,5 1 3,1-7 0,2 1-3,0-4 0,3 0-201,4 5 1,2-1 136,-3-5 0,0-2 8,13 16-67,-2 6-162,-22-8 212,-8-6 2863,-35 6-3446,-9-25 113,-10 1-1983,-3-12 2543,10-14 0,12 7 0,6-6 0</inkml:trace>
  <inkml:trace contextRef="#ctx0" brushRef="#br0" timeOffset="13676">3608 6874 24458,'30'-3'616,"5"-7"-504,-10-4 45,15-12-22,-9 1 10,1-6-55,-18 9 50,-2-6-28,-8 7 241,-1-10-269,-3 15 50,-4 0-106,1 13 0,-5 1-28,1 2-6,-11 10 12,1 3-6,-7 12-34,5 3 18,5-4-35,4 9 23,6-5 0,5 6-39,16 3 50,4-10 6,5-6 11,11-10 22,-12-10-27,5-1 50,-3-13 11,-13-1-28,3-3 39,-7-2 6,-3 2-45,2-5-6,2-2-28,1 3 1,0 4-1,5 3 1,7 5 33,-4 2-3420,20 9 3380,-21 5 46,21 20-45,-24-9 0,12 21 11,-11-10 0,7 14 22,-3-10 3370,0-4-3381,-10-17 51,1-9-57,-5-8 74,21-22-18,-5-5-27,-6 4 0,0-2 10,4-16-5,-9 1 1,-2-1-590,0-4 569,-2 1 1,-2-2 16,-3 10 1,-2 2-1,-1 0 1,-1 0-15,0 4 1,-1 2 195,-9-22-128,7 32 173,-6-13-201,8 28-51,-3-1 477,4 10-544,0 11 45,2 13 11,4 19-6,2 16-350,-2-25 1,2 0 333,0 5 0,1-1-79,3 3 0,1 0-87,3 3 1,1-2 35,-2-9 1,1 0-815,14 13 0,2-2-350,-11-18 0,1-3-2642,6 9 1,-1-4 3935,-3-5 0,-13-15 1,-9-7-1</inkml:trace>
  <inkml:trace contextRef="#ctx0" brushRef="#br0" timeOffset="13859">4276 6707 24508,'38'-30'-1203,"0"0"1,4 1 0,1 4-3714,2 10 1,0 4 3390,-10 1 0,-3 1 0,13-4 0,-33 10 0</inkml:trace>
  <inkml:trace contextRef="#ctx0" brushRef="#br0" timeOffset="14116">4866 6165 23444,'-3'-1'3014,"1"0"-2639,2 1-325,-27 54-42,19-24 1,0 4-634,-4 4 1,-3 5-1,3 1 621,3-2 0,3 0 1,0 1-24,0 3 1,0 1 0,1 0-47,1 0 1,1 0-1,2-1-114,3-1 1,1-1-1,4-2-424,5 14 1,8-5-726,5-10 0,7-6-3580,3-10 1,2-7 3697,20 1 1,-17-14 0,-29-5 0</inkml:trace>
  <inkml:trace contextRef="#ctx0" brushRef="#br0" timeOffset="14559">6320 6193 22811,'-26'-52'1135,"0"0"0,4 6 1,2 8-688,5 12-207,7 11-213,4 7-107,3 8 51,5 12 56,8 18-17,10 27-602,-7-16 1,1 5 570,-1 8 0,-2 4-580,-6-14 0,0 1 0,-3 1 411,-1 3 1,-3 1 0,-2 1-507,-3 2 0,-2 0 1,-4 0 694,-4 4 0,-3 1 0,1-6 0,2-4 0,0-4 0,-3-7 0,0 1 0</inkml:trace>
  <inkml:trace contextRef="#ctx0" brushRef="#br0" timeOffset="15099">2131 8036 12405,'-61'15'810,"0"-1"0,0 1 0,9-3 0,1 0 0,6-2 206,2-1 1,7-2 81,-3-5-83,36-15-852,40-15-93,1 5 0,9 0-885,-3 3 1,4-1 0,4 0 829,-4 2 1,2 0-1,2 0 1,3-1-369,-5 3 1,2 0-1,1 0 1,2 0-1,0 0 357,-4 2 1,0 0 0,2 0 0,0 1-1,1-1 1,0 1-261,4-1 0,0 1 1,2 0-1,-1 0 0,1 1 1,1 0 258,-7 1 0,0 1 0,1 0 0,-1 0 1,1 1-1,1 0 0,-1 0-164,1 0 1,1 0-1,-1 1 1,1 0-1,0 0 1,-1 0-1,1 0 164,1 1 0,-1 0 0,0 0 1,1 0-1,-1 0 0,1 1 0,-1 0-46,0 0 0,0 0 0,0 1 0,0-1 1,0 1-1,-1 0 0,1 0 46,-2 1 0,0-1 0,-1 1 1,1 0-1,-1 0 0,0 0 1,0 0-6,6 0 0,0 0 0,-1 0 0,0 0 0,-1 0 0,0 0-1,5 0 1,0 0 0,-1 0 0,-1 1 0,-1-1 38,-7 0 1,0 1 0,-2-1-1,-1 1 1,-1-1-155,2 1 1,-2 0-1,-1-1 1,-4 1-85,23-3 1,-8 1 201,-24 3 0,-5 0 0,-5 0 0,-22 2 0</inkml:trace>
  <inkml:trace contextRef="#ctx0" brushRef="#br0" timeOffset="16460">7474 6443 22498,'11'-34'-273,"-1"0"0,5 2 0,4 6-1,36 5-227,-14 11 0,1 2-401,6 4 84,11 8 342,-36 14 336,-28 17 185,-24 14 27,4-20 1,-3 0-479,-5 5 0,-2-1 568,-2 0 1,0 0-18,2-1 1,1-1-54,5-4 1,3-1-59,-8 10 261,15-2-199,24-21 10,13 1-72,21-21-34,13-10-20,-21 2 0,1-1-236,2-3 0,-1-1 231,-1-1 0,-2-2 25,-4 1 0,-2-3 802,9-25-617,-17 0 62,-17 0 195,-12 5 152,-9 6-46,-3 6 35,-1 7 490,1 6-541,1 5-51,3 6-178,4 4-191,6 3-112,5 1 5,4 6 1,4 6 5,7 9-5,10 7-12,12 7-16,9 10-384,-17-19 0,-1 3 291,-1 4 1,-2 3-287,-3 3 1,-3 3-1566,-6 5 0,-3 0 1966,-6-5 0,-2-2 0,-2 14 0,-3-26 0</inkml:trace>
  <inkml:trace contextRef="#ctx0" brushRef="#br0" timeOffset="18966">21291 3394 18594,'13'-42'1124,"0"-1"0,0 1 1,4-17-1,-3 10-440,-6 20-370,-5 8-227,-3 18-137,-6 12 195,-8 15-89,-13 20-67,9-15 0,1 3-45,-5 11 0,2 1-193,6-13 1,1 1 18,-1 15 1,2 1-281,8-15 1,2 0-584,-2 10 1,3 0-2459,2-2 0,1-2 3551,1-5 0,0-3 0,2 6 0,-1-18 0</inkml:trace>
  <inkml:trace contextRef="#ctx0" brushRef="#br0" timeOffset="19350">21740 3486 10164,'4'-8'8110,"-2"2"-5791,-2 6-902,28-64-672,-21 46-630,8-18 0,-6 8-59,-18 29-11,-9 9-17,-7 9 0,-4 11-11,1 6-6,5 4 6,10 9-12,6-16 34,11 9 57,9-22 83,10 1 62,9-10 190,14-15-291,-12-3 157,13-16 201,-16-15-330,-6 7 129,-3-22-89,-17 16 66,-6-15-201,-3 17 16,-10-3-77,-2 24-113,-8 2-347,-18 15 94,9 5-436,4 4 1,-1 4 789,3 2 0,2 0 0,-11 6 0,2 1 0</inkml:trace>
  <inkml:trace contextRef="#ctx0" brushRef="#br0" timeOffset="21066">2350 8999 17468,'0'-10'2198,"-6"-24"0,-4-5-679,0 5-884,-4-9 1,0 1-171,0 16-348,1 8-83,6 13-101,3 11 61,-3 17-5,-2 15 0,-1 8-188,4-7 0,0 0-2176,-2 13 0,1-3 1490,3 15-3938,14-5 4470,0-12 1,2-8 0,-4-19 0</inkml:trace>
  <inkml:trace contextRef="#ctx0" brushRef="#br0" timeOffset="21460">2478 8562 18425,'-3'-4'3159,"2"1"-2828,1 3-326,-31 3-10,23 8 16,-22 3 11,35 8 73,2-8 130,6-3-46,-4-8 253,3-7-91,-1-7-111,2-10-57,-1-7 57,-6-10-146,-4 12 56,-9-6-56,-8 18-28,-11 2 28,-21 14-73,5 8-39,0 4-151,16 7-168,19-4-560,11 9-1088,21-1-2978,16 1 4973,4-3 0,-15-10 0,-12-5 0</inkml:trace>
  <inkml:trace contextRef="#ctx0" brushRef="#br0" timeOffset="22166">2815 8729 24631,'-23'35'28,"6"5"-33,26 16-6,-2 4-2005,-4 3 2010,-2-14 1,-1 5 651,-2-11-540,0-9 694,-1-8-172,2-22-326,1-14-252,0-1 1131,0-30-1114,3 0-22,4-22-487,7 5 465,8 0-35,-1 16 1,8-2 17,1 14-1,-1 6-27,2 9-6,-10 20 6,-4 4 519,2 17-497,-5 3 0,6 23 0,-6-14-11,-1-7 0,1-1 11,-1-6 5,17 16 29,-14-29 50,5 0 17,-6-20-12,-1-12 23,1-15-61,-4 1 16,-6 2 0,-1-3 17,-1-19-266,-3 15 0,-1 0 328,-2-21-239,-4 10 199,1 18 129,-2 6-151,4 17-61,-1 1-51,4 7 485,0 5-469,2 2 265,6 11-281,11 18 50,8 10-192,-7-14 0,1 2 150,1-1 1,-1-1-9,15 21-14,-8-12 0,0 0-93,2 13 68,-10-17 0,-5 2-174,-20 18 107,-6-23-219,-27-1-364,8-24-795,-7-10-3305,9-16 4817,10-7 0,10 6 0,6 7 0</inkml:trace>
  <inkml:trace contextRef="#ctx0" brushRef="#br0" timeOffset="22999">3653 8823 20817,'0'4'3887,"0"-1"-2397,0-3-1439,47-47-29,-26 27 3,14-14 1,1-2 69,-11 10 28,7-10-11,-18 8 0,-7 3-45,-5 6 96,-11-2-85,-3 12-11,-9-3-33,0 8-23,-1 3 0,1 6-22,-3 5 0,2 9 5,0 8-5,4 5-11,6 4 5,4 5-6,7 0 1,9 0 22,9-6 0,15-7-22,9-10 27,5-8 23,-3-9-11,-5-8 11,-7-6 34,-6-6 10,-4-4 7,-3-4-18,-3-2-27,0 1-28,3 1-6,5 3-6,5 5-5,6 6 0,3 7 11,3 8 5,5 12-5,2 15 0,-23-9 0,-1 3-9,1 3 1,-2 2 2,-1 0 1,-1 1 5,-1-1 0,-1-1 0,15 20 17,-5-11 33,-1-14-33,-11-12 56,5-18-34,0-15 12,6-19-341,-12 14 1,-2-2 325,0-6 0,-3-3 0,-1-4 1,-2-1-6,-2-5 0,-2-2 5,-3-1 1,-2 0-4,-2 1 1,-1 1 5,-3 6 0,0 1 14,-2 7 1,-1 2 74,-9-15 24,4 18-35,2 14-78,6 10-50,4 4-11,2 9 651,1 12-634,5 18-18,2 20 14,-2-22 1,2 2-296,0 3 1,1 0 286,1 2 0,2-1-42,2 0 0,2 0-115,3-1 1,2-1-205,1-2 0,2 0-457,2-4 1,1-2-1130,-1-4 1,2-2 1963,22 9 0,-21-17 0,-8-9 0</inkml:trace>
  <inkml:trace contextRef="#ctx0" brushRef="#br0" timeOffset="23175">4561 8737 25903,'-13'-49'-30,"0"0"0,5 3 1,12 7-193,20 21 1,8 5-896,3-3 1,3 2-285,3-1 1,2 1 687,8 0 0,-3 1 1,6-2-1,-5 2 0</inkml:trace>
  <inkml:trace contextRef="#ctx0" brushRef="#br0" timeOffset="23426">5371 8118 28149,'-25'-26'56,"1"0"0,-17-11-51,26 59 1,4 14-6,-2 0 0,1 2-989,-2 15 1,0 4 976,4 4 1,4 1-6,4-18 0,2-1 1,4 1-24,2-1 1,3-1 0,4-1-64,3 0 1,4-2-1,2-2-196,5-1 1,2-2-1,3-2-713,2-3 0,2-2 0,0-3 500,14 6 0,-4-5 0,-13-9 0,-5-4 0,4 0 0</inkml:trace>
  <inkml:trace contextRef="#ctx0" brushRef="#br0" timeOffset="24376">6164 8319 24167,'-20'-43'429,"-1"1"1,0 4-1,-1 14-390,-14 41-11,-6 18-22,19-9 0,1 3-647,0 6 1,1 2 646,2 4 0,2 2-9,4 0 0,2 1-3,3-1 1,3-1-12,4 20-3,6-29 1,4-1 32,29 19-45,-8-27 1,2-2 25,-5-3 1,0-4 16,10-6 1,-3-4 11,-3-7 339,14-10-266,-15-11 72,4-23-17,-14-1-17,-8-10-5,-19 13-11,-9 9-74,-2 13 29,-19 12-62,1 19 12,-19 13-34,6 14 652,11-2-781,5 20-246,24-20-293,11 11-1432,24-20-4336,21-10 6447,5-9 0,-17-5 0,-12-3 0</inkml:trace>
  <inkml:trace contextRef="#ctx0" brushRef="#br0" timeOffset="24627">6673 8145 24165,'-27'-38'479,"1"1"0,-1 0 0,-8-5 0,10 7-507,22 14 405,18 36-366,13 18-11,-7-5 0,1 5-231,5 8 0,-1 5 236,2 9 1,-2 3-483,-8-15 0,0 1 0,-2 1 413,-1 3 1,-1 1 0,-2 1-279,-1 1 1,-2 0-1,-3 1-2388,-4 1 0,-3 0 1,-2-2 2366,-2-7 0,-2 0 1,-1-4-1,-1 2 0,-2-5 1,-7 3-1</inkml:trace>
  <inkml:trace contextRef="#ctx0" brushRef="#br0" timeOffset="35083">22018 2459 17960,'-7'0'3938,"2"0"-3405,5 0-455,0 0-11,-7-37-16,35 23-40,13-31-456,1 35 1,6 5 450,7-4 0,0 0-15,-9 1 1,1-1 11,1 1 1,3-2 0,-3 1 1,0-1 1,0-1-1,-5 1 1,3 0 0,-4 0 8,2-3 0,-6 1 81,20-11 45,-24-1-56,-20 0-45,-18-5-11,-13-1 17,-16-2 0,-9 3 0,-7 5 33,1 4-5,5 4 119,9 4 203,10 4 845,12 3-979,6 4 92,7 0 715,7 6-652,6 4-12,8 6-158,4 6-256,6 6-18,4 7 57,3 8-323,-19-17 1,-1 2-179,-1 2 0,-2 2 101,-1 2 1,-4 2-247,-3 0 1,-3 0-670,-4 1 1,-4 0 1291,-4 2 1,-2-3 0,-1 5-1,-5-6 1</inkml:trace>
  <inkml:trace contextRef="#ctx0" brushRef="#br0" timeOffset="35900">24097 2058 19967,'0'-3'2726,"0"0"-995,0 3-553,-75 3-4664,31 28 3901,-2-22 0,2 4-128,20 15 1,6 3 578,-3 14-493,2 11-12,11-3-322,17-8-648,14-9-103,14-12-216,12-12 79,9-15 645,-26-4 1,0-3-1072,10-9 0,-1-2 1043,14-11 193,-19 9 0,-2-2 2458,-1-6-2079,1-2 69,-13 8-211,-10 12-253,-7 7 214,-5 12 3288,-3 6-3285,0 11-44,0 7-313,11 13 1,0-17-5,11 4 35,4-20-209,8-3 180,15-2-92,8-10 250,-18-4 1,-1-2 184,14-9 11,-17 1 0,-4-2 173,-1-15 21,-2-10-3286,-13-10 3032,-10 19 147,-11-7-118,-4 24-174,-3 0-216,2 9-336,0 6-830,0 11-5118,-2 10 6693,1 4 1,6-5-1,4-6 1</inkml:trace>
  <inkml:trace contextRef="#ctx0" brushRef="#br0" timeOffset="36299">24959 2046 27565,'-3'-3'298,"1"1"-702,2 2 1464,30 8-733,5 17-537,10-2 203,0 21-317,-21-11-181,5 10 304,-7-4 0,-7-6-682,-8-15 294,-10-8 785,-7-17-247,-9-7 349,-8-20-149,3 0-86,0-9-82,13 16-34,6-1-50,7 11-400,9-1-202,20 5 415,7 6 479,5 2-1070,10 3-1002,-2 0 296,-17 1 1,2 0-1067,5-1 1,-1 0 2089,11-1 0,-8 1 0,-37 1 1</inkml:trace>
  <inkml:trace contextRef="#ctx0" brushRef="#br0" timeOffset="36616">25601 2036 21375,'-4'-11'5404,"1"2"-6272,3 9 6035,0 0-4349,-44-37-1127,34 27-75,-26-22 225,46 38-420,14 13 1232,3 6-447,-4-2 1,0 1-1040,9 11 255,-2-1 0,-3 0 202,-8-7-76,12 23-13,-28-36-151,-15 2 1040,-8-12 596,-16-7-318,7-5 229,-13-21-522,18 3-184,-5-12-186,19 7-330,14 4-617,15 4 263,4 8-651,39 3 389,-8 8-418,-11 2 1,1 1-3304,-3 2 0,0 1 4874,-4-1 1,-2 0 0,11 2 0,-20 0 0</inkml:trace>
  <inkml:trace contextRef="#ctx0" brushRef="#br0" timeOffset="37576">26246 2038 32767,'-51'-17'0,"10"3"0,49 15 0,4 1 0,12 1 0,-2-1 0,24 0 0,-13-5 0,12-6 0,-18-6 0,-10-7 0,-8-4 0,-12 0 0,-4 5 0,-22-2 0,1 13 0,-16-1 0,13 10 0,-8 14 0,16 7 0,-5 15 0,13 5 0,5 3 0,9 4 0,12-1 0,3-10 0,9-8 0,6-3-1008,22 10 109,-10-11 1,1-2 687,-5-10 1,-1-3 494,-3-3 1,-1-5 522,19-13 264,-14-12-292,-10-12-779,-10 3 0,1-21 0,-10 17 0,2-14-644,-5 20-318,-1 9 936,-1 8-517,0 7 597,2 5 1269,3 8-949,6 9-107,6 11-131,5 11-177,2 4-193,-1 1-218,0-4-373,-2-5-918,-4-10 1289,-4-9 372,-2-10 467,-1-12 327,8-18-352,-6 2 49,12-21 17,-7 10-50,5-8 149,-1 7 134,-7 11-659,2 3 0,-8 13 0,3 0 0,-1 6 0,6 8 0,11 8 0,11 8 0,12 7 0,2 1 0,2-3 0,-8-6 0,-7-9 0,-11-9-33,-9-14-271,-7-10-248,-7-15-222,-4-12 141,-4-13 150,0 26 0,-1-1 82,0-25 209,1 17 0,0 0-295,-1-9 243,-1 19 1,0 2 40,-5-3 79,-1 16 197,1 9 169,-1 8 590,3 3 1668,-5 9-1582,0 12-435,-2 20-183,2 18-587,7-22 1,3 1 85,4 6 1,4 0-450,4 2 1,3 1-671,6-2 0,3 0-1408,1-3 0,3-2 2619,3-3 0,-1-4 1,3 4-1,-4-11 1</inkml:trace>
  <inkml:trace contextRef="#ctx0" brushRef="#br0" timeOffset="37800">27120 1835 32767,'53'-23'0,"-1"0"0,0 0 0,-1 2 0,0 0 0,-3 5 0,7 6 0,-3 3 0,-2 0 0,-3 1 0,-6 0 0,-3 1 0,15-1 0,-23 2 0,-17 4-2414,-13 8 2266,-6 2 0,1-1 0,-1-2 1</inkml:trace>
  <inkml:trace contextRef="#ctx0" brushRef="#br0" timeOffset="39584">27953 2046 20279,'-4'-2'2632,"0"0"3582,4 2-3272,-4-56-4294,3 38 434,-4-41 103,5 54 145,0 3-1036,0 2 912,5 12 181,0 4-5069,4 7 5979,1 10-98,-4-2-170,2 18-61,-5-9-31,0 4 8,-5-21 242,-4 0 318,2-14 956,-3 1 118,5-8 905,0-7-1657,1-1-692,-2-22-127,2 8-177,-2-39-337,3 14 82,-1 11 1,1-1-749,1-23-369,1 14 1204,6-1 865,7 11 411,4 4 292,9 8 564,2 15 786,3 9-204,-4 3-1567,10 17-810,-13-2 0,10 15 0,-7-2 0,8 11 0,-11-14 0,11 7-625,-15-19-241,0-1 696,-7-9 686,-4-10 629,0-11-1145,3-9 0,-1-13 0,-2-8 0,-5-7-29,-5-4-1175,-3 12-499,-4-11-1495,3 26 714,0-6-1121,11 21 4106,11 12 1,-8 1 0,5 4 0</inkml:trace>
  <inkml:trace contextRef="#ctx0" brushRef="#br0" timeOffset="39985">28986 1992 32767,'-38'28'0,"1"0"0,2-2 0,11 0 0,29 13-1339,1-11-1033,16 1 2016,-3-18 1040,5 1 8,6-16-226,13-16 152,0-6 202,4-15-33,-20 0-787,-11-2 0,-14 0 0,-11 4 0,-10 6-2135,-9 7 1066,-3 9 516,-1 8 825,8 4 74,-6 16 5,13 3-3260,-2 13 3075,11-2 1,6-8-1,2-7 1</inkml:trace>
  <inkml:trace contextRef="#ctx0" brushRef="#br0" timeOffset="40812">29487 2054 32767,'-57'-17'0,"1"-1"0,7 3 0,7 10 0,11 34 0,15 2 0,10 0 0,13-5-304,6-5-199,12-8-175,11-7 1126,6-11 53,7-11 35,3-14-536,-25 11 0,-1-3 0,0-3 0,-1-2 0,-1-3 0,-3-3 0,-1-3 0,-1-1 0,-3-2 0,-2-2 0,-1 1 0,-2 0-78,-3 3 0,-1 0-1829,2-25 389,-6 13 134,-5 15-80,-1 14 199,0 11 607,-1 8 2364,1 11-1588,-1 11-189,0 14-114,2 11 65,6 8-28,5 8 49,-2-28 0,3-1-106,1 2 1,3-2-930,2 0 1,2-2 1022,2-4 1,2-1 515,22 14 575,0-17 639,-8-13 724,-6-16 221,-6-10-837,-4-9-1218,-3-4-509,-2 1 0,-5 2 0,-4 7-700,-4 7-1313,-9 7 888,-4 9 1419,-7 8 393,1 6-308,5 4-332,6 1-324,12-2-34,7-3 1089,11-7-289,12-5-200,9-11 637,6-8-389,-1-11-537,-8-10 0,-11-10 0,-13-7 0,-9-4 0,-16 5 0,-12 8-1543,-17 11 519,-13 11 986,-6 10 813,1 13 954,7 12-1628,11 14-101,11 17 0,12 16 0,12-26 0,3 3 0,5 2 0,4 1-393,7 2 0,3-1-2111,8 3 1,3-2 2196,-1-4 1,-1-4 0,-7-10 0,-3-4 0,4 5 0</inkml:trace>
  <inkml:trace contextRef="#ctx0" brushRef="#br0" timeOffset="58377">6037 9117 10237,'-52'20'2091,"1"1"0,5-3 0,8-3-1895,13-6-431,13-4 218,18-5 107,25-11-62,12-3-28,5-4-34,12-2-28,-9 7-114,-19 6 1,0 0 91,24-2 50,-9 4-5,-8 4 50,-16 2 151,-6 3 174,-14 0 180,-8 7-253,-9 0-67,-13 5-123,2-3 306,-14 6-261,-1 0 44,-13 7 23,22-12 0,2 0-67,-9 3-68,3-2-212,29-12 94,5-4 113,12-6-22,10-7 33,24-12-56,-10 5 5,-7 4 1,1 1 11,10-7-12,11-5-44,-7 6-56,-9 7 78,-14 7 45,-17 13-84,-21 12 22,-18 15 42,9-10 1,-1 1-292,-6 3 0,-1 1 342,-1 0 0,-1 1 30,2-2 1,1-1-51,6-5 1,2-1-147,-7 5 57,18-13 167,22-17 18,28-23-112,-2 3-26,0 0 0,3-2-84,-6 7 0,2-2-1763,2 0 0,3-1 0,-1 0 1318,6-3 0,-2 2 0,-3 2 0,-4 3 0,-6 4 0</inkml:trace>
  <inkml:trace contextRef="#ctx0" brushRef="#br0" timeOffset="66298">10109 7740 22502,'-20'-38'39,"0"1"0,0 0 1,9 16 161,16 33-196,8 12-16,2 2-12,1 2 1,1 2 0,9 17-238,-6-13 0,1 1 251,-4-6 1,1-2 2,20 21 40,-3-13-12,-9-16 264,-1-10 5,-5-20-21,1-13-74,2-21 5,-4-12-117,-5 7-25,-5 11 0,-1 0-42,3-14-54,-4 17 1,0 0-328,5-9-532,-1 13-527,1 12-2621,4 10 4044,7 7 0,-10 3 0,2 0 0</inkml:trace>
  <inkml:trace contextRef="#ctx0" brushRef="#br0" timeOffset="67213">10926 7470 8718,'2'-5'7490,"0"1"-2299,-2 4-4894,13-60 106,-12 45-189,9-45-108,-16 60-55,2 0-6,1 0-12,1 0 6,1 0-33,-1 0-12,2 1-5,-2 0 0,-1 1 0,0 0 11,-2 3 0,-2 0 0,0-1 39,-7 6-5,1-2 16,-7 5 6,1-3-6,1 2-33,0-1 6,1 3 27,0 7 0,-2 10 34,-4 11 23,-2 9-40,-1 5-28,4 0-22,8-9-6,7-10 17,11-10 84,2-11 157,7-7-101,-3-9 230,12-21-236,-2-7 23,9-23 22,-5-4-33,-5-4-18,-6 0 7,-7 6 33,-3 9 6,-3 14-62,0 12-90,0 9-89,0 6-45,0 3 39,0 4 57,1 6-12,2 12-23,2 11 6,3 11 12,3 5-18,3 1 1,6-5 22,9-7 0,6-10 22,5-11 23,3-12 0,-1-17 0,1-16 16,0-15-282,-22 16 1,-2-2 287,-1-3 0,-2-2-19,-2-3 0,-2-2-18,-2-3 1,-3-3 11,-2-4 0,-2-2-569,-1-3 1,-3-1 562,-1-3 1,-3 0 10,0 3 1,-2 0-238,-1 5 1,-2 2 242,1 7 1,0 3 74,-8-18 7,5 21 391,2 19-582,6 9 1120,1 9-1058,3 17-6,0 23-3,2-8 0,0 4-196,1 9 0,1 4 188,2 4 0,3 2 0,2 0 0,2 0-26,4-2 1,4-2-79,4-5 0,5-2-221,2-6 0,4-4-600,3-4 1,2-6-2994,2-6 0,0-5 3316,-6-4 0,-2-4 0,0-1 0,-23-6 1</inkml:trace>
  <inkml:trace contextRef="#ctx0" brushRef="#br0" timeOffset="67646">11939 6933 16062,'1'-6'5925,"0"1"-4423,6-56-606,-5 34-597,1-9 1,1 1 103,-4 20-217,0 7-181,-2 6-5,-3 11 62,-6 12 11,-10 19-37,6-12 1,-2 1-334,-3 7 1,-1 0 296,-2 1 0,2 1 0,1-2 0,3-1-17,4-5 1,2-1 16,1 15 11,11-17 51,18-7-40,7-14 0,21-6-44,7-12-51,-22 1 0,1-1-149,1-1 1,0 0-675,0-2 0,1 1 896,2-2 0,-3 2 0,4-2 0,-5 1 0</inkml:trace>
  <inkml:trace contextRef="#ctx0" brushRef="#br0" timeOffset="68915">12924 6366 21646,'-49'29'213,"1"1"0,4-1 0,8 3-202,21-3 0,5 2-3,1 1 1,3 1-32,0 0 1,3-1-90,6 32-34,10-6-145,13-8-140,15-10-5767,13-14 5811,-6-12-1095,-5-14 1,2-7-2254,-11-2 0,-1-3 3735,11-2 0,-2 0 0,2-8 0,-21 9 0</inkml:trace>
  <inkml:trace contextRef="#ctx0" brushRef="#br0" timeOffset="69464">13366 6394 14045,'0'-6'6235,"0"2"-3452,0 4-2788,-4-42 50,6 41 5,-1-23 45,6 57-33,-1 12 11,-3 7-29,-8 7-16,-5-1 45,-9-3 241,-7-6-124,7-22 236,-2-8-90,10-25-202,1-2 197,-2-32-185,7-4-93,2 9 0,0-3 6,3 1 0,1 0 11,1 1 0,2 0-40,-1 2 1,2 2 9,6-21-1,0 13-45,-1 14 6,1 12-28,3 8 6,-2 8-6,17 17 5,-3 4 12,18 17 17,-4 1-17,6 1 5,2-4-292,5-8 309,-2-9 6,-5-10 22,-11-11 45,-11-11 5,-10-11-10,-7-11-1,-7-10-16,-9-8-12,-8-10-33,6 29 0,-1 0-1,0 0 1,0 2 6,-10-22-40,5 14 248,5 14-684,6 10-797,3 8-1909,8 4 3159,10 9 0,-6-5 0,4 4 0</inkml:trace>
  <inkml:trace contextRef="#ctx0" brushRef="#br0" timeOffset="69673">14122 6254 23086,'-4'0'1741,"1"0"-2250,3 0-1474,-13-28-5663,16 25 7646,-11-21 0,16 28 0,-4-1 0</inkml:trace>
  <inkml:trace contextRef="#ctx0" brushRef="#br0" timeOffset="70039">14267 6050 24217,'22'28'34,"2"2"-23,6 6 11,0-2-5,2-4 45,-1-10 190,-3-8 140,-4-14-51,-5-12 69,-5-26-282,-7 9 85,-2-24-67,-5 16-90,-3-9-51,-1 4-117,0 9-274,4 11-343,8 10-519,9 10-1004,11 10-2089,10 5-3853,5 9 8194,-4-2 0,-15-5 0,-10-6 0</inkml:trace>
  <inkml:trace contextRef="#ctx0" brushRef="#br0" timeOffset="70656">15093 5949 19154,'0'-5'4805,"0"2"-4374,-13-24 1,-6-6 140,2 7-390,-3-10 0,-2 2 58,0 16-223,7 9-17,-5 4-11,4 14 22,-5 9 0,-1 13-22,1 8-11,5 5-6,7 1 5,8-3 12,11-6 11,10-7 23,18-9-1,-8-11 68,20-19-23,-29-2 34,16-21-1,-19-1 1,1-11-11,-9-4 55,-5-2-89,-3 19 45,-4 4-78,0 22-57,0 3 23,-3 11 16,0 9 1,0 12 0,1 9-12,2 1 17,9-4 12,6-7-3404,29-10 3414,-9-9-109,-1-10 1,2-5 103,18-15-1044,-14-5 0,0-4 1055,-12 9 1,-3-3 21,7-15 1,-6-6-290,-12-4 1,-5-1 241,2 9 0,-2-2 6,-5-2 1,-2-3-1,-2 2 16,-4-5 1,-2 2 828,-3-11 1,-3 0-754,-4 4 0,-2 3-39,4 17 0,-1 4 146,-14-14-152,8 30-89,7 14-1,3 6-16,3 30 50,8-5-14,1 6 1,3 4 977,3 0 0,2 1-1042,2 15 0,2 3-220,-1-14 0,0 0 1,0 1 4,2 2 0,0 1 0,1 2-325,2-5 1,1 2 0,0-1 0,0-2-24,-1-2 1,-1-2 0,4 2 629,10 16 0,4 3 0,-6-12 0,2-4 0,-7-15 0,-1 1 0</inkml:trace>
  <inkml:trace contextRef="#ctx0" brushRef="#br0" timeOffset="71147">10680 8373 17972,'-41'2'1775,"-1"0"1,-19-9-1205,99-29-437,-8 13 1,4-2-1014,4 1 1,5-1 0,1 0 891,9-2 0,3 1 1,-2 0-11,-4 3 1,-2 0 0,4 0 11,0 1 0,4-1 1,1 1-1,1-1-23,-6 3 0,1 0 1,1 1-1,0-1 0,1 0-350,1 0 1,1-1 0,1 1 0,1-1 0,1 0 357,-3 1 0,1-1 0,2 0 0,0 1 0,-1-1 0,-2 1-329,-4 2 1,-2 1 0,1-1-1,-2 1 1,-1 0 0,0 0 316,1 0 1,-3 1 0,0-1 0,1 0 0,2 0-1,-1-1 1,2-1 0,2 0 0,-1 0 0,-1 0 0,-1 0-239,3-1 1,-2 0-1,0 0 1,0 0 0,3-1 254,-1-1 1,1 1-1,2-2 1,0 1 0,1-2-1,1 1-2,-4 1 0,2-1 0,1-1 1,0 0-1,-1 1 0,0 0 1,-3 1-63,1-1 0,-2 1 0,-1 1 0,0 0 0,0-1 0,0 1 68,3-1 0,0-1 1,1 0-1,-1 1 1,-3 0-1,-2 1-16,4-1 1,-4 1-1,-2 0 1,-1 1 52,4-2 1,-2 0 0,-4 1 555,6-3 0,-7 0-266,10-8-179,-29 14 1469,-17 7-1789,-9 7 1534,-5 0-6821,-6 3 5450,-3 3 0,5-2 0,4 1 0</inkml:trace>
  <inkml:trace contextRef="#ctx0" brushRef="#br0" timeOffset="73114">12986 8086 10190,'-16'-56'1775,"0"0"0,2 6 1,0 6 1802,0-3-3002,3 19 811,4 15-1449,1 9 659,2 13-547,-2 14 2295,-2 23-2331,2-15 0,1 2-17,-2 6 1,2 1-343,0 3 0,1 1 311,0 0 0,3 0-70,4-2 1,2 0-231,3-3 1,3-3-42,5-4 0,3-5-914,29 13-1792,8-22-1005,-25-20 1,1-5 4085,25-11 0,-21-1 0,-16 6 0</inkml:trace>
  <inkml:trace contextRef="#ctx0" brushRef="#br0" timeOffset="73507">13435 7939 22274,'-15'10'89,"4"-1"40,16-3 263,6-3-207,-2-2 179,6-6-50,-2-7-107,3-11-50,0-9 72,-1-15-100,-6 7-56,-3 3 140,-4 9 50,-3 15-45,-2 2-145,-4 8-62,-5 12-16,-6 12-18,-1 16 18,-1 12 5,5 9-364,5 0 347,5-4-62,8-7-105,8-8-208,11-5-465,13-8-868,-6-15-1,3-2-4631,31-1 3873,-30-6 0,-1-4 1724,24-7 0,-33 2 0,-3 0 0</inkml:trace>
  <inkml:trace contextRef="#ctx0" brushRef="#br0" timeOffset="73747">14034 7832 9229,'2'-10'9308,"-1"2"-8070,-1-26 0,-4-7 381,-8 2-774,0-14 1,-3 1-454,-7 20 174,-12-1-213,18 23-224,1 3-151,7 4 5,5 14 34,7 9 0,0 8-1713,5 4 0,0 2 1690,2 9-621,2 13 0,-1 4 610,-5-17 0,-1-1-305,0 0 0,1 3 0,-1-2 266,0 1 0,-1 0-511,4 11 1,1 0-210,-1-8 1,0 0-827,1 10 0,-1 2-2406,-4-2 0,-2-2 4008,-5-9 0,-2-6 0,-2 11 0,-3-26 0</inkml:trace>
  <inkml:trace contextRef="#ctx0" brushRef="#br0" timeOffset="73890">13840 8774 9223,'-7'-6'4915,"-18"-30"0,1-10-3285,11-12-1981,-1 19 1,-2-4-1,6 1 471,13-2 1,7 2-77,5-8 1,6 1-137,8-2 0,2 4 2,-5 7 0,1 1-201,12-4 0,-1 4-263,3 1-399,-7 5 1,3-2-3964,0-1 1,0-1 4779,-3 5 1,-2 0 0,-3 3 0,-4 4 0,-5 6 0</inkml:trace>
  <inkml:trace contextRef="#ctx0" brushRef="#br0" timeOffset="74240">14400 7581 24917,'-19'-22'583,"5"5"-443,15 13 39,6-8-67,0-4 17,3-13-51,-5-4-16,-3-7-23,-4 5 90,-10-13 17,1 23-6,-7-5-40,6 20-49,4 6-57,4 3-39,1 5 40,3 8-6,-1 12 22,5 14-28,4 11 0,2-6 6,10 15-26,-6-28 1,2 1-45,2 0 0,1 1-421,5 3 1,3-2-68,-2-7 1,1-3-423,17 11-3776,10-4 4767,-22-17 0,-5-3 0,-14-7 0</inkml:trace>
  <inkml:trace contextRef="#ctx0" brushRef="#br0" timeOffset="74440">14308 7667 19652,'-5'0'4615,"1"0"-3825,4 0-392,34-76-319,-8 45-1457,-3-1 0,5-8 0,-1 9 1411,21 0-13,3 3 0,2-1 132,-20 12 0,-1 1-391,13-6 1,-3 1-1957,3 2-7636,-21 9 9307,-15 8 1,-9 2-1,-1 1 1</inkml:trace>
  <inkml:trace contextRef="#ctx0" brushRef="#br0" timeOffset="83099">20989 4166 23730,'5'-52'101,"-15"22"-68,-33 63-22,13-10 1,-2 2-1142,-5 6 1,-2 2 1137,-5 4 1,-2 2-28,14-11 0,-1 1 1,-1 0-79,0 1 0,-1 1 0,0 0-344,1 0 1,0 1-1,1-1-1916,1 1 1,1 0 0,2-1 2356,-8 9 0,5-4 0,-7 11 0,22-22 0</inkml:trace>
  <inkml:trace contextRef="#ctx0" brushRef="#br0" timeOffset="83665">20098 5343 22727,'-27'-48'348,"-12"22"-281,-4 55-25,10-6 0,-2 3-1190,-7 5 1,-1 3 1172,-4 3 0,0 2-17,2 1 1,0 2-167,6-1 0,2 0 152,7-3 0,3 0 207,8-6 0,3-1-251,-1 22-6,14-12 16,12-11 1165,6-11-1052,9-10 991,5-17-969,6-10 0,0-13 268,-3-6-145,-8-1 46,-10 4-12,-8 6-45,-21 6-185,3 11 1,-24 3 5,3 16-6,-12 5-39,0 10-3604,-1 10 3458,18-10-464,1 9-611,21-11-885,10 3-1557,15-7 3680,20-8 0,-16-4 0,5-5 0</inkml:trace>
  <inkml:trace contextRef="#ctx0" brushRef="#br0" timeOffset="84076">20033 5400 15531,'-11'-43'1475,"0"1"1,0-1 0,-10-19 0,-5 9-865,-20 11-432,-4 13-67,18 23 0,-2 6-9,0 6 1,-2 4-1140,-13 5 0,-2 4 1117,-4 6 0,-2 6-38,8 1 0,-1 4 0,4-2-29,-4 3 0,1 2 4,3 2 1,0 5 0,4-1-390,14-11 1,3 0 0,0 2 377,-5 7 1,0 4 0,2 0-14,3-1 0,2 0 1,3 2-87,4 6 0,2 1 1,5-3 46,5 11 0,6-2 42,1-5 1,9-4-18,16-13 0,8-8-151,2-10 1,9-6 160,6-3 1,8-3 0,1-3-267,-3-3 1,1-4 0,2-3 272,-3-1 0,2-2 1,1-2-1,-5-1 8,-1-1 1,-3-2 0,1-3 6,-6 0 1,2-3 0,-1-1-1,-3-2 14,2-4 0,-3-2 1,0-5 5,0-3 0,2-4 0,-1-2 0,-5-1-238,-8 5 0,-2 0 1,-2-1-1,-2 0 224,7-12 1,-2 0 0,-6-1 27,-9 3 1,-4-1 0,-5 3 85,-5-9 1,-6 2-85,-1 11 1,-4-1-1,-6 2 13,-9-1 1,-7 2 0,-2 4-55,0 7 1,-3 4 0,-3 2-269,-9 0 0,-4 3 0,0 5-158,4 7 1,-1 4 0,2 2-1002,-11 2 0,1 4 1420,-5 3 0,8 3 0,10 1 0,3 1 0</inkml:trace>
  <inkml:trace contextRef="#ctx0" brushRef="#br0" timeOffset="245742">10539 8226 16538,'46'-33'274,"0"1"1,3-1-1,2 2-227,3 3 1,2 2-1302,-15 8 0,0-1 0,-1 1 1262,9-3 1,1-1 0,4 0 0,4-2 1,-5 2-13,-8 4 0,-2 1 1,-2 1 0,1-1 0,-5 3 98,13-6-2102,-35 14 1956,-6 0 845,-28 10-849,-11 7 1,-4 2-164,-22 8 211,14-3 0,-7 5 1,3-1-110,-3 2 0,0 0 111,11-5 1,-1 0-1,-3 2 13,-14 8 1,-2 1-1,6-3 2,14-7 0,-1 0 6,-10 7 0,-5 2 0,7-2 16,13-8 1,4 0 1192,-5 2 0,2 0-1265,-11 8 39,21-12 146,16-9 330,34-21-303,20-12-120,-5 2 1,5-3-317,-10 5 1,1-1 0,0 0 282,11-6 0,2 0 8,-7 4 0,2-2 0,0 1 3,0-1 1,0 1 0,1 0-8,-2 1 0,-1 0 1,1-1 23,0 1 1,0-1-1,-5 3 1112,-6 2 0,-5 2-1064,1-2-148,-37 11-43,-50 26 95,3 0-586,1 4 1,-5 5 601,10-3 1,-1 2 5,7-4 1,-2 0-1,1 1 8,0-1 0,0 1 0,2 0-2,-16 8 0,4-1 453,11-5 0,4 0-610,-9 12 571,33-15-263,33-13-61,34-22-110,-24 6 1,3-3-746,17-9 0,8-5 1,-1-1-495,-7 4 1,-1-1 0,3-1 1067,-3 2 0,3-2 0,0 0 0,-6 3 0,12-7 0,-8 5 0,-20 8 1,1 1-1</inkml:trace>
  <inkml:trace contextRef="#ctx0" brushRef="#br0" timeOffset="248585">24199 2985 13201,'-48'-20'1249,"1"0"0,4 2 0,9 4 390,21 7-1539,6 4 311,5 2-271,8 1 321,12 2-214,21 1-155,-8-1 0,3-1-196,12 1 0,1-1 126,-5-1 1,2 0 8,-3-1 1,4-1 0,0-1-467,-4 1 0,1-1 1,5-1 445,9-1 0,6-1 0,2 0 0,-1 0-666,-2 0 0,0 0 1,0 0-1,4 0 648,-13 1 1,4 0-1,0-1 1,1 1 0,-2 0-1,-3 0-223,8-1 1,-3 1 0,0 0 0,6 0 219,-11 1 0,4-1 1,3 0-1,1 0 1,-1 0-1,-1 1 1,-3-1-228,8 1 1,-5-1 0,0 1-1,2 0 1,3-1 227,-10 1 1,2 0 0,1 0-1,2-1 1,1 1 0,-1 0-1,-1-1 1,-2 1-117,10-1 0,-2 1 0,0-1 0,-1 1 0,0-1 0,1 0 119,0 0 0,1 0 1,0 0-1,0-1 1,-3 1-1,-1 0 103,0 0 1,-3 0 0,-1 0 0,2-1 0,2 0-136,-4 1 0,3-2 1,2 1-1,1-1 1,-2 0-1,-1 0 1,-5 0-152,3 0 0,-3 0 0,-3 0 0,2-1 0,3 0 135,-4 1 1,2 0-1,2-1 1,1 0-1,-1 0 1,-2 1-1,-2-1 19,5-1 1,-2 0-1,-2 0 1,0 0-1,-1 0-14,9-1 0,-1 0 0,-1-1 0,-1 1 243,-6 1 0,-1-1 0,-1 1 0,-1 0-196,9-2 0,-2 1 0,-2 0 4,-7 1 0,-2 1 0,-1 0-8,10-2 0,-2 1-42,-5 3 1,-5 0-154,9-1-385,-3 3-6701,-30 4 7287,-1 0 0,-9 0 0,-5 0 0</inkml:trace>
  <inkml:trace contextRef="#ctx0" brushRef="#br0" timeOffset="268602">2424 10950 16762,'6'-55'1409,"-1"-1"0,0 0 0,0 7 1,0 1-1,-2 10-675,-2 5-387,0 16-336,-1 11-16,0 8 72,0 26-45,0 11-22,0 11-148,0-16 1,0 2-72,0 7 1,0 0-1917,1 3 0,1 0 1535,-1-1 1,2 0-3028,2-4 0,2-2 3074,5 9 0,-1-7 0,-4-22 1</inkml:trace>
  <inkml:trace contextRef="#ctx0" brushRef="#br0" timeOffset="268973">2721 10413 21489,'-48'-14'452,"0"-1"0,5 3 0,8 9-413,14 22-28,9 9-11,9 16-11,6-13 6,9 12-7,-1-26 40,20 11 129,-10-19-34,7 2 157,-8-20-78,-5-14-23,5-16 12,-4-14 10,-6-3-19,-8 24 0,-1 1-64,-4-9 106,-5-2-118,3 29-235,-8-1-27,7 13-80,-5 10-60,3 16-326,-1 20-621,4 16-665,8-20 1,5 1-2982,1-5 0,3-2 4889,4 3 0,0-5 0,5 0 0,-8-16 0</inkml:trace>
  <inkml:trace contextRef="#ctx0" brushRef="#br0" timeOffset="269660">3074 10601 20901,'-2'-48'1230,"0"-1"1,1 7-1,-1 6-1034,-1 14-257,1 11-40,3 10 106,5 12 51,7 13-50,6 15-56,1 13 61,-3 9-331,-11-27 0,-1 0 317,0 2 1,-2 0-4,-1 0 1,0-1-7,2 28 29,-1-14 258,0-17-124,-2-18 45,0-18-179,1-17 134,6-30-67,-1 9-36,1 8 0,2 0 30,7-11-578,10-11 550,-3 15-22,-2 15 0,1 3 593,11 0-610,17-5-5,-8 21-23,-2 15 39,-3 11-16,-5 13-17,-4 7 22,-6 4-11,-7-9-17,11 18-5,-13-31 33,18 15 73,-13-29 22,5-10 23,0-16 625,-2-17-631,0-17-11,-12 13 0,-1-2-529,2-16 517,-7 13 1,-2 1 140,-4-9 17,-5-8 44,-5 12-50,-3 13-73,3 11-61,1 11-118,5 7-28,3 5-34,2 2 497,2 8-458,7 10 23,7 13 28,9 12-39,8 7 0,-14-22 0,1 1-20,3 1 0,1 0-48,2 1 1,1 1-201,1-1 1,0 0 180,-2-1 0,-1 0-182,10 22-95,-17-8-790,-36-5 442,-1-16-2229,-33-3 2952,6-16 0,15-2 0,3-3 0</inkml:trace>
  <inkml:trace contextRef="#ctx0" brushRef="#br0" timeOffset="270543">4332 10512 26161,'48'-19'470,"-1"-5"-386,-13-7 0,-4-2 0,-6-2 17,-10 1-17,-7 0 0,-11 1 39,-4 5 12,-6 7-40,-2 8-39,-1 7-51,0 7-10,1 7 16,0 9-5,1 8 22,2 8-17,5 7-28,4 6 11,8 4-10,8-4-18,20 2 23,-5-21-6,23 1 23,-13-22-12,11-3 17,-1-21-5,-16 3 16,1-25 17,-16 5-27,0-11 10,-6-2 23,-3 4 5,-4 7 17,1 7-39,-1 8-11,3 4-17,10 3-11,-2 6 22,17-1-11,-3 8-17,10 6 23,1 9 16,-1 13 1,-4 10-23,-2 8 0,-6 3-11,-3-1 11,-5-4 11,-3-8 0,-4-12 11,-1-12 12,2-16-12,1-7 1,14-24-1,3-9-228,-11 12 1,0-3 221,3-16 1,-2-2-498,-6 17 0,-2-1 500,2-19 1,-4 1 22,-6 23 0,-3 2-126,0-7 0,-3 1 230,-8-23 79,-11 10-225,5 22 0,-2 5 0,13 19 0,0 2 369,3 15-369,2 13 0,2 8 0,1-1 0,0 3 0,0 0 0,0 4 0,0 2 0,-1 4 0,1 0-1077,0 17 0,1 1 1077,-1-14 0,1 1 0,0-1 0,6 12 0,1-5-92,-1-12 1,3-3 91,8 2 0,5-5-427,19 4-102,-17-21 0,2-6-1829,3-12 0,-1-7 2358,14-12 0,-11-5 0,-21 7 0</inkml:trace>
  <inkml:trace contextRef="#ctx0" brushRef="#br0" timeOffset="270750">5299 10264 26950,'-2'-44'-330,"22"3"-469,24 21 1,11 4-4118,-6 0 1,1 0 4562,7-1 1,-5 1 0,3 0 0,-24 7-1</inkml:trace>
  <inkml:trace contextRef="#ctx0" brushRef="#br0" timeOffset="271934">6467 9933 13984,'0'-9'3579,"0"-24"0,0-5-1960,0 2-1048,0-5 0,0 0 376,0 13-325,0 12-325,-2 11-101,-5 25-17,-6 20-123,3-6 0,0 4-471,-2 8 1,0 2 433,1 6 1,1 3-63,4-10 0,2 3 1,1-3-31,0 3 0,4-2-232,6 17 0,7-5-281,5-28 0,4-6-571,7 5 1,5-6-3760,4-8 1,0-7 4352,20-2 1,-18-8-1,-30-3 1</inkml:trace>
  <inkml:trace contextRef="#ctx0" brushRef="#br0" timeOffset="272352">6973 10160 18359,'10'-52'1034,"-1"0"1,0 0 0,3-14 0,-3 10-318,-7 8-5349,-1 10 4901,0 8 1893,0-6-1511,1 22 497,0 0-1076,-1 9 103,-1 5-41,-4 22 3286,2-6-3364,-7 31-33,1-6-102,-2 18-229,6-26 1,1 0-279,0 2 1,2 0-1370,4-1 1,1-1 1954,6 20 0,0-21 0,-3-18 0</inkml:trace>
  <inkml:trace contextRef="#ctx0" brushRef="#br0" timeOffset="272952">7707 9794 19244,'3'-6'4911,"-1"1"-3353,-2 5-1037,24-63-12,-22 39-467,11-12 0,-6 5 65,-27 21-85,-3 7-11,-5 3-22,-11 7 33,-5 8-44,0 3 0,-2 6 22,17 0 0,11-3 11,-1 8-22,4 6 22,0 2-17,3 8 12,8-10-12,2-8 17,2 3-27,4-9 49,0 3-22,6-2-5,-3-8 5,1-4 0,-3-6 6,-4-3 224,2 0-73,-1-8-118,3-7-16,5-13-6,5-7-6,6-4-10,6 2-40,3 5 39,7 7 6,-11 11-6,2 5-22,0 14-6,-4 8 22,11 13 7,-9 9-29,-6 6 6,-9-7-45,-8 25 16,-9-27-92,-7 6 1,-6 1-367,-18 8-641,8-14 1,-2-2 298,-12 3-8643,-11-11 9483,28-20 0,-1-2 0,20-5 0</inkml:trace>
  <inkml:trace contextRef="#ctx0" brushRef="#br0" timeOffset="273176">7870 9486 18470,'4'-7'6357,"-1"2"-5370,-3 5 200,0 0-874,73-29-94,-33 50-158,12-16 1,1 6-783,-21 27 1,-6 10 725,5 4 1,-1 3-3,-9-12 1,-2 2 0,-2-2-13,5 12 1,-4 3-118,-9-11 0,-1 6 0,-3 1 0,-2-3-376,-5 1 0,-4-1 0,-2 2-1956,1 1 0,-2 4 1,-1-1-1,-1-5 1939,-2-7 0,-1-3 0,-1-4 0,-4 5 0,2-9 0,6-14 1</inkml:trace>
  <inkml:trace contextRef="#ctx0" brushRef="#br0" timeOffset="280835">21921 4069 23741,'19'3'353,"-5"-5"-325,10 24 0,4 9-12,-3-10 1,3-2-1029,11 8 1,3 0 999,6 1 1,4-2-38,-3-4 1,4 0 0,-4-1-443,5 1 1,0 0 271,-2-2 1,4 2 0,-3-2-4698,7 5 1,-3-1 4046,-12-5 0,-2-1 0,-1 0 1,-10-3-1,-21-11 0</inkml:trace>
  <inkml:trace contextRef="#ctx0" brushRef="#br0" timeOffset="283785">23580 5042 25562,'0'-42'212,"0"17"-189,0 47-1,1 14-67,2 13-151,3 8-96,0-24 1,2 0-862,2 2 1,3 0 1152,5 5 0,1-3 0,3 5 0,1-6 0</inkml:trace>
  <inkml:trace contextRef="#ctx0" brushRef="#br0" timeOffset="284401">24616 4877 25450,'-32'-15'37,"-1"0"0,1 1 1,0 8-10,-25 28-6,14-7-3,9-3 1,0-2 25,-9 1 39,-7 0 6,10-5-1,14-3-44,11-2-34,9 1 0,4 2 1,0 2 10,0 5-5,-1 5 0,0 5 11,-1 5-6,0 6-5,-1 1 5,2 0-5,0-3 0,2-4 11,1-6 5,0-5 63,0-7 172,0-4 91,1-5-118,1-5-85,5-12-122,0 2 5,9-15-16,3 8-1,10-6-5,6 5-17,3 6-6,2 8-5,1 5 5,-1 9 1,1 9 5,-3 12-11,-2 8-6,-6 5-6,-5 4-44,-8 2-112,-10 2-163,-17 0-431,-8-19 0,-4-2-308,-15 8-1737,1-13 1,-1-5 1969,-8-3 0,6-3 0,18-6 0</inkml:trace>
  <inkml:trace contextRef="#ctx0" brushRef="#br0" timeOffset="285210">24526 4633 16006,'0'-10'2988,"-18"-37"0,-8-4-2528,0 21-546,2-3 0,-5-7 0,-2 11 304,0 18 1,-4 8-12,-22-1 0,-5 6-112,4 4 1,0 4-624,9 2 1,-2 2 0,2 2 577,2 3 0,1 2 1,0 2-5,-4 3 1,0 2 0,-1 2-23,-2 3 0,0 2 1,1 2-16,12-7 1,1 0 0,0 2 0,1 0-272,2 2 1,1 1 0,1 1 0,2 1 261,-7 13 0,3 2 0,5-2-4,6-9 0,3-2 0,5 4-17,1 15 1,6 4 0,4-6 8,4-11 1,5-2-349,3 8 0,4 4 1,4-6 286,11-4 0,9-4-545,6-3 1,7 0 0,3-4 587,-2-5 0,3-5 1,3-1 9,-2-6 0,5 0 1,0-3-1,-3-3 99,1-1 1,-2-3 0,5-3-87,-4-4 0,4-2 0,3-3 1,0 0-1,-5-2 22,-1 0 1,-3-2-1,0-2 1,3-1-131,3-1 0,4-1 1,2-1-1,-2-2 0,-4-2 146,0-3 0,-3-1 0,-3-2 0,-1-2 6,-4-1 1,-1-2 0,-3-1 0,-3 1-18,1-2 1,-4-1-1,-2-3 28,-1-7 1,-2-3 0,-4-3-19,-7 0 0,-4-1 0,-1-1 16,0 0 1,-2-1 0,-3-1 294,-3-4 0,-3-1 0,-6 3-288,-10-8 1,-9 5-21,-10 4 1,-5 5-43,3 12 1,-5 3-440,-6 6 0,-8 2 0,1 3 95,-9 4 0,-2 3-1163,1 1 0,-4 1 0,2 4 1512,14 6 1,1 2-1,5 2 1,-5-1-1,6 1 1,-8 5 0</inkml:trace>
  <inkml:trace contextRef="#ctx0" brushRef="#br0" timeOffset="286877">2852 12763 16622,'-15'-51'2074,"0"0"0,0 2 1,1 7-983,2 16-521,-1 4-464,6 14-57,3 11 56,1 29-27,-1 16-468,1-9 1,-1 4 360,0 1 0,0 0-107,1 4 1,1-2-9,-1-9 1,1-1-528,3 7 1,2-1-1703,2-10 0,2-1 2372,0 2 0,1-1 0,5 6 0,-5-19 0</inkml:trace>
  <inkml:trace contextRef="#ctx0" brushRef="#br0" timeOffset="287245">3089 12213 22498,'-47'28'65,"1"-1"0,5-7 1,9 3-2888,17 10 0,8 0 2822,-1-1 1398,3 25-1359,11-37 1022,4 2-893,0-17 392,8-18-313,-5-9-57,6-19 34,-4-4-34,-6-2 3359,-3 2-3403,-5 9-79,-2 11 107,-4 6-219,2 13-106,-4 5 11,2 14-129,-1 14-325,1 14-923,3 12-63,5-8 776,14 15 1,-10-39-1,9 9 1</inkml:trace>
  <inkml:trace contextRef="#ctx0" brushRef="#br0" timeOffset="287960">3534 12398 21394,'0'-5'3809,"0"2"-3148,0 3-678,6-23 28,6 35 6,2-19 0,0 35 0,-4 12 0,0 2-23,-3 14 0,-2 5-478,-6-21 0,-1-1 495,0 16 0,-2-1-3,1-20 1,-1-4 159,-7 23 95,6-36-28,1-6-162,3-17 50,3-33-67,2 12-6,4-10 1,2-2 5,8-10-6,-4 14 1,1 0 5,9-10-22,-1 11 940,-2 11-997,1 10 23,-1 8 0,4 12 0,1 11 23,2 16-12,-2 13 6,-2 8-34,-6-10 6,-3-14 0,3-2-17,17 5 22,0 1 45,4-22-5,-15-26-6,6-14 28,-1-22-328,-15 18 1,-2-2 338,-2-4 0,-1-1-17,-2-1 1,-2-1-147,-1 1 1,-2 0 193,-1 4 0,0 1 92,-3-23 6,-2 16-61,-2 12-51,-1 11-22,1 9 566,1 5-628,3 4 318,1 1-346,1 5 56,3 8-4,5 10-37,2-1-3,20 26 4,1-9-336,-6-11 1,3 2 327,-1-4 1,1 0-15,2 0 0,-1 0 1,15 17-4,-17-12 1,-4 1-3,-4 11-85,-10-10 1,-5-1 95,-9 0-156,-22 1-528,0-25-1568,-8-7-2570,9-10 4850,0-11 0,17 9 0,0-1 0</inkml:trace>
  <inkml:trace contextRef="#ctx0" brushRef="#br0" timeOffset="288960">4773 12610 27023,'5'-38'71,"0"1"0,0 2 0,1 4-43,8 6 90,-1 2 55,-5 3-5,-4 5-45,-5 3-39,-5 2 6,-8 2-79,2 4 0,-6 1-16,7 3-29,-5 4 23,1 5 0,-3 8-12,1 7 23,0 8-16,3 3 4,4 3-10,5 0-17,5-3 28,8-4 5,8-6-11,12-6 0,9-7-11,9-6 12,4-6 32,0-7-10,-4-6 28,-6-5 33,-7-4 17,-8-3 11,-10-1-33,-8 0-6,-4 2-12,-3 2 12,0 1 6,0 2 0,-1 2 16,1 1-28,0 0-22,1 0-5,5 1-29,4-2 6,7 0 0,5-1-5,5 2 16,2 5-6,1 5-5,2 8 0,0 9-22,-2 9 11,-2 9 5,-2 6-5,-2 2 28,2 0-12,2-2-5,2-5 6,0-4-17,-3-8 5,-1-7 1,-1-8 10,0-12 18,7-19-12,-10 2 22,8-28-261,-15 3 231,-5 16 0,-1-2-265,-1-1 0,-2-2 262,-1 1 0,-2 0 0,-1 2 0,-2 1-63,-1 3 1,-3 1 62,-5-24 0,-5 10 0,-1 8 0,1 8 245,2 8-245,3 6 531,3 8-531,3 4 136,2 11-136,0 11 0,1 6 0,3 25 0,2 6-225,0-18 1,1 4 224,5 13 0,2 1-935,1-6 0,2-1 920,-1 0 1,4-2-378,3-3 0,2-3-474,-3-11 0,2-1-675,3 3 1,2-1 1540,21 9 0,-23-19 0,-9-12 0</inkml:trace>
  <inkml:trace contextRef="#ctx0" brushRef="#br0" timeOffset="289177">5661 12277 25679,'-41'-10'612,"-1"0"0,6 2 1,9 0-367,19-2-94,9 0-85,20-10-45,9-1-11,25-7-254,-9 9 240,-15 8 0,1 1-87,18-5-327,-15 7 0,-1-1-837,9-1 427,5 1 0,-36 7 0,1-1 0</inkml:trace>
  <inkml:trace contextRef="#ctx0" brushRef="#br0" timeOffset="291244">6604 11883 22521,'6'-39'857,"0"0"0,3-22-615,-9 62-119,-3 12 160,-3 18-20,-4 23-159,2-16 0,0 3-604,-1 9 1,0 2 513,1 5 0,2 2-14,1 1 0,3 0-31,6-2 0,5-1-110,4-5 1,6-3-859,7-5 0,5-3-2863,6-5 1,2-4 3861,-1-6 0,-2-4 0,12 3 0,-20-13 0</inkml:trace>
  <inkml:trace contextRef="#ctx0" brushRef="#br0" timeOffset="297285">2750 12938 8041,'-1'-3'8458,"1"1"-5993,0 2-175,-7-63-1197,5 29-693,-2-8 0,1 1 233,5 6-353,-1 12 179,3 5-212,-3 12-174,1 1-45,0 9 44,1 10-27,0 3 73,5 21-6,-2 17-62,-1 6-293,-2-24 1,-1 0 264,0 22-16,2-8-1,0-16 40,1-4 124,-3-20 262,1 1-67,-3-15-218,0-10 423,-2-3-496,-3-20-12,-3-22-39,2 26 1,1-2-259,-2-7 0,0 0 264,0 5 0,0 4-5,-4-18 5,-3-2-11,8 31 11,-4-7-45,7 22-6,1 2 540,1 7-478,4 20-3425,2 10 3386,0 9-81,-1-8 0,0 2 58,-2 18 26,0-15 0,0 0 3,1 18-1,-1-10 12,1-14 50,-2-13 118,-1-12 3267,0-8-3413,0-5 304,-6-22-332,2 8 17,-2-11 0,1-4-11,0-13-3,1 12 0,2 0 3,3-7-12,2 5-5,3 22-5,-1 4-12,1 13 11,1 12-38,2 11-354,0 11-2235,3 5 2633,-2-4 0,-3-14 0,-2-11 0</inkml:trace>
  <inkml:trace contextRef="#ctx0" brushRef="#br0" timeOffset="302443">7600 11800 9688,'-3'0'8911,"0"0"-6783,3 0-716,-60 1-538,41 0-583,-14-1 0,2 1 141,24 3-46,-2 4-28,-3 3-50,-4 2-67,0 3-83,1-3-2,2-2-16,4-3-56,4-4-16,3-2 133,2-2-89,5-2 6,8-4-57,12-7-5,15-8-16,12-5-38,-22 12 1,1 0-174,2 1 1,0 2 167,1 0 1,-1 2 13,30-1-6,-17 5-21,3 24 32,-26 10 18,2 29-23,-21-25 0,-5 2-1027,-7 16 1,-2-1 1018,3-15 0,-2 1-1,-5 14 1,-1-1-541,-2 9 437,8-24 0,1-1-577,-1 19-1775,11-15 1826,10-16 1,-4-10 0,3-9-1</inkml:trace>
  <inkml:trace contextRef="#ctx0" brushRef="#br0" timeOffset="302660">7567 12217 24032,'23'-39'-369,"19"-5"117,1 20 0,6 0-1482,1-1 1,2-1-659,0 1 1,1-2 2391,2-2 0,-4 2 0,-20 11 0,-4 2 0,20-14 0</inkml:trace>
  <inkml:trace contextRef="#ctx0" brushRef="#br0" timeOffset="302867">8208 11435 26922,'-9'15'168,"15"12"-154,13-1 0,6 2-669,0 6 1,0 3 657,1 3 0,-3 4-562,-4 5 1,-4 4 79,-6 7 0,-7 4 479,-8-12 0,-4 3 0,0-6 0,3-4 0,-1-4 0,-7 2 0,0 0 0</inkml:trace>
  <inkml:trace contextRef="#ctx0" brushRef="#br0" timeOffset="320417">22933 2511 6865,'-10'0'6626,"1"0"-5556,9 0-107,0 0-167,-55-17-309,40 12-319,-40-14-118,56 16 40,9-1 61,12-2 34,18-1-6,23-1-415,-20 4 0,4 0 300,10-1 1,4 1-559,-14 1 0,2-1 1,1 1 526,6-1 1,0 1-1,2-1-472,-12 2 0,2-1 1,0 0-1,0 0 458,3 0 1,1 0 0,0 0-1,0 0-2,3 0 0,0 0 0,1 1 0,0-1 6,2 1 1,-1-1 0,2 1 0,-1-1 4,3 1 0,0 0 0,0 0 0,1 0-482,1 0 0,0 0 0,1 0 0,0 0 466,-12 0 1,1 1-1,0-1 0,0 0 1,0 1-1,1-1 0,0 1 1,0-1-1,0 1 1,0 0 46,0-1 1,1 0-1,0 1 1,-1-1 0,1 1-195,-1-1 1,0 0 0,-1 1 0,1-1 0,0 0 239,-1 0 1,0 0 0,0 0 0,-1 0-1,1 0 5,-1 0 0,-1-1 0,0 1 0,0-1 1,0 1 28,13-2 1,-2 1-1,1 0 1,0-1-39,-1 1 0,-1-1 1,1 0-1,-1 1-150,1-1 1,-1 1 0,1-1 0,-1 1 140,0 0 1,0-1-1,0 1 1,0 0 32,0 0 0,0 0 0,-1 0 0,0 1-75,0-1 0,-1 1 0,0-1 0,-1 1-20,-1 0 1,1 0-1,-2 0 1,1 0-16,-3 1 0,0 0 0,-1-1 1,0 1-7,-2 0 1,0 0 0,-1 0 0,0-1 39,14 1 0,-1 0 0,0-1-35,-3 1 1,0 1 0,0-1 291,-1 0 1,-1 0 0,0 1-168,0-1 0,-1 1 1,0 0 1,-1 0 0,-1 0 0,0 0 33,-2 0 0,-2 0 0,0 0-32,-4 0 1,0 0 0,-2 0 631,15 0 1,-3-1-531,-8 0 1,-2-2 927,-8 0 0,-1-1-486,23-8-266,-10-1 106,-9-2 1694,-9 1-1601,-8 0 1652,-8 3-1311,-6 2 673,-4 1-1511,-3 3-130,-2 2-2105,-1 2 2165,-4 1 1,2 0 0,-3 0 0</inkml:trace>
  <inkml:trace contextRef="#ctx0" brushRef="#br0" timeOffset="322267">18599 4343 14936,'-16'-46'1794,"0"0"0,-2-3 1,3 8-1157,6 18-688,-2-3-169,8 20-122,3 10 402,8 10-16,7 14-34,2 1-17,3 3 1,1 0 11,3 7 13,5 10 1,2 4-463,-11-19 1,0-1 417,8 16 0,1 1-26,-6-10 1,0-2-1,-3-3 1,0-1-22,8 17-164,-1-1-421,-15-15 399,-4-6 29,-17-9 54,-18-17 153,-4-5 95,-11-6 0,-3-4 28,-1-1 47,-3-3 1,-2-2 159,-5-4 98,23 8 1,0 0-49,-23-13 189,12 4-155,14 7-207,14 6-246,9 5-516,5 4 616,14 13-11,-4-2 383,28 28-377,-7-8-17,-7-8 0,2 1 86,4-1 1,0-1 165,24 9-1231,1-5 1365,2-15-16,-9-11-34,16-12-208,-13-2-22,-18-2 1,0-3-64,19-18 122,-14 8 0,-1-2-26,-10 7 1,-1 0 3,-1-1 0,-3 1-20,-4-2 106,-4 0-207,-8 15 23,2-7 1008,-5 12-1378,2 0-521,-3 4-5528,4 9 6357,-2 2 0,1-1 0,-2 0 0</inkml:trace>
  <inkml:trace contextRef="#ctx0" brushRef="#br0" timeOffset="323394">16005 3020 24340,'-52'-25'-111,"1"0"0,1 6 0,9 13 286,16 43 200,10-9 0,0 3-662,-1 5 1,2 4 335,1 14 1,2 1-50,3-17 0,2 1-62,4 16 0,5-2-73,5-20 1,4-3 2,5 7 0,4 0-141,3-6 1,6-4-2012,13-3 0,2-5 2006,-13-5 0,2-5 25,16-5 0,2-6 313,-18-7 1,-1-4-75,7-5 1,0-4-23,-6-3 0,-3-2 270,-6-1 1,-3-2 44,-5 1 1,-4-2 492,2-26-326,-9 3-64,-5 10 2887,-3 10-3358,-1 13 41,1 11-441,0 8 503,2 11-115,1 7 62,4 12-51,9 14-26,7-4-37,3-2 13,11-9 56,1-12 356,13-3-3363,9-18 3354,-19-2 294,2-22 211,-26 0-2196,-2-26 1846,-7 16 69,-11-18-515,-9 15 26,-3 2 1889,-2 7-2148,5 15-310,6 10-687,2 3 3744,3 4-5276,1 15-29,2-1 2870,0 14 1,0-15 0,0-1-1</inkml:trace>
  <inkml:trace contextRef="#ctx0" brushRef="#br0" timeOffset="323766">16820 3041 21023,'-4'-5'2484,"0"2"-2381,4 3 954,8-14-172,18 26-861,13-4 4,-13 9 0,1 5-123,-1-1 0,-1 0 23,19 21 136,-11-4-53,-15-5-376,-13-9 11,-17-7 504,-11-9-36,-10-10 89,-3-11-103,1-11-37,6-10-137,10-6-55,10-2-96,16 2 40,13 4-203,14 4-487,9 5-1217,-14 13 0,0 2-324,12-6 2623,17-3 0,-41 15 0,4-2 0</inkml:trace>
  <inkml:trace contextRef="#ctx0" brushRef="#br0" timeOffset="325010">17196 2802 28300,'-33'-46'-2921,"18"18"2495,62 56 862,-8-3-370,-7-2 0,0 1-660,13 10 545,-18-12 1,-1 1-116,13 19-96,-17 5 547,-23-13 477,-10-6 69,-21-14 564,1-10-130,-13-14-630,16 0 8,0-25-718,21 15 548,3-18-589,15 10 237,11-4-448,21-4 930,-10 14-265,18-3-301,-16 13 383,11-2-735,1 1-1922,12-1 1554,-20 5-221,7-1 123,-30 7 587,-3 1 47,-7 1 1308,-11 10 246,-3 3-470,-7 11-785,3-5 107,-1 3-36,9-3-279,4-3-365,4-2 290,13-8-279,-4-5 390,17-7 153,-3-9 405,14-19-101,-14 7 380,1-25-318,-21 29 148,-3-23-569,-12 17-386,-10-9-639,-7 13-293,-10 8 305,7 13-2977,-16 13 3967,21 0 47,-21 19 681,30-11 67,-6 34-60,17-26-244,3 21-449,12-15-678,17 10-550,-2-8 538,4-11 1,4-4-427,13-5 457,11 0 404,-6-14 771,-14-14 484,-7 2 3806,-5-24-3689,-22 9-653,0-6-257,-6-8-436,-1 15 273,1-9-805,-1 15-473,5 7 146,-1 6 626,4 4 902,49 21-602,-21 0 33,3 0 0,0 2-27,-2 11-216,-5-2-50,-2-3-195,-13-11 30,1-4-361,-7-12 1303,1-3 378,10-22-303,-7 7 281,16-35-69,-13 16-560,5-18 370,-10 22-346,0-1-546,-6 23-240,1-1 305,-3 13 530,5 2-385,1 2 356,25 2-401,-1-2 112,21-3 66,-7-7 75,-3-8 146,-7-9-124,-8-7 199,-10-7 20,-8-7-244,-12-7-202,-12-6-275,2 26 0,-2 2-189,-13-21 247,9 22 1,-2 1-525,-14-14 242,4 6 147,3 11 159,16 18 190,5 7 593,4 10 606,6 16-728,5 16-11,10 17-287,-8-24 0,2 0-66,1 2 1,2 1-339,2 2 1,2-2 150,2 0 0,1-2-213,2-2 0,1-2-46,0-6 1,1-2-669,25 9-1315,-8-15-818,-14-14 3582,-6-10 0,-17 2 0,-1-2 0</inkml:trace>
  <inkml:trace contextRef="#ctx0" brushRef="#br0" timeOffset="325194">18405 2240 26982,'-4'1'5260,"0"0"-4735,4-1-525,81-52 0,-51 37 0,2 0 0,9-8 0,5-4 0,-2 4 0,0 4 0,-2 2 0,-5 2 0,-1 0-1475,17-7 1636,-20 9 1,-18 7 0,-11 5-1</inkml:trace>
  <inkml:trace contextRef="#ctx0" brushRef="#br0" timeOffset="328026">21721 4491 10349,'-2'-5'4290,"0"2"-3400,2 3-743,-10-26-35,12 34-62,-9-21 163,17 66 16,-2-5-111,-2-10 0,1 3-344,-2-2 1,1 1 351,-1 6 0,1 2-11,-1 4 0,0 2-73,-1 5 0,1 0-673,-1 4 1,1 0 678,-1-20 1,-1 1 0,1-1 35,0 2 0,0-1 0,1 0 0,0 1 0,0 0 0,1 0-23,0 1 1,1 0 0,0 0-19,1 1 0,1 0 0,0 0-8,2 2 1,0 0-1,1 1-556,2 0 1,-1 0-1,2 1 558,0 1 1,1 0-1,1 0 15,0 1 1,0 0-1,1 1 11,0 1 1,1 1 0,-1 0 14,1 2 1,1 0-1,-1 0-24,-4-13 1,1 0 0,0 1 0,0-1-395,0 1 0,0 0 0,1 0 0,0 0 383,1 0 0,0 0 1,0-1-1,1 0 7,1 0 1,0 0-1,1 0 1,0-1-14,1 0 1,0-1 0,1 1 0,1-1-5,0-1 1,1 0 0,0-1-1,2-1 17,0 1 1,1-1-1,1-1 1,1-1 7,1 0 1,1-1 0,0-1 0,2-1 12,2 0 1,1-1-1,1 0 1,1-2 10,2 0 1,1-1-1,1-1 1,1-1 1,3 0 0,0-2 0,1 0 0,1-2-13,2 0 1,2-2-1,0-2 1,0 0-18,3-2 1,0-1 0,1-1 0,0-2-309,2-1 1,1-2-1,0-1 1,1-2 282,1-1 1,1-1-1,0-1 1,0-2-210,-12-3 1,1 0 0,0-1 0,1-2 0,-1 0 99,0 0 0,1-1 1,0-1-1,0-1 0,-1-1-402,0 0 1,0-2-1,0 0 1,0 0-1,-1-1 437,2-2 0,2-1 1,-1 0-1,-3 0 1,-4 1-1,3 0 1,-4 1-1,-2-1 1,12-5-1,1-1 1</inkml:trace>
  <inkml:trace contextRef="#ctx0" brushRef="#br0" timeOffset="328410">26827 5276 18425,'-8'0'451,"-33"25"1,-9 13-248,22-13 0,-1 2-1276,-12 9 1,-8 4 0,5 1 1119,11-8 1,4-1-1,-1 2-24,-4 2 1,1 2-1,-1 0-15,-2 3 1,0 0-1,0 1-21,0 1 1,-2 0 0,1 0-49,-1 2 1,-1-1-1,0 0-116,0-1 1,0 0 0,0 0-572,0-1 0,0-1 0,0 0 747,-1 0 0,0 1 0,3-5 0,4-4 0,4-2 0,3-5 0,1 0 0</inkml:trace>
  <inkml:trace contextRef="#ctx0" brushRef="#br0" timeOffset="328643">25307 5861 18128,'51'-17'386,"-1"1"1,2 3 0,-3 10-118,-9 17 0,-1 6-1498,11 4 0,2 2 1307,-11-5 1,1 1-1,2 1-28,4 3 1,2 1-1,3 1-644,-3-2 0,4 2 0,1 0 0,-5-2 601,1 0 1,-4-2-1,4 1-6,1-1 1,4 1-1,0 0 1,-5-3-167,-3-4 1,-3-2-1,1 0-730,10 4 1,1-1 0,-2-1 680,-8-4 0,-3 0 1,-4-2-1,2 0 1,-7-3-1,3 1 1</inkml:trace>
  <inkml:trace contextRef="#ctx0" brushRef="#br0" timeOffset="334843">19309 2181 18987,'-24'-45'-1221,"5"10"1044,20 43 878,3 11-348,5 33-161,0-10-101,-2-4 1,-1 1 115,3 17-27,-3-16 0,-1 2-15,-2-10 1,0-1 128,2 24 164,-6-15 445,-2-23-120,0 1 566,-2-14-162,-5-16-1257,-2-9-31,-5-20-27,4 5 25,-3-23 32,9 22 0,1-2-5,-1-1 0,2-1-4,-1 2 0,1-1-154,3 0 0,1 3 657,1-4-27,1-6-54,4 20-15,-1 18 209,3-1 389,3 13-477,4 6-373,-1 3-181,9 14-217,8 13-175,5 3 48,-13-17 0,2-1-319,18 12-153,-8-13 713,4-5 890,-8-13 87,-5-4 599,1-25 208,-18-9-732,1-8-65,-7-14-233,-8 1-476,2 18 0,-1-3-31,-4-7 0,-2-1-186,3 9 1,0 1-94,-1-1 1,0 4-538,-2-2-249,4 18-611,3 11 391,2 8 737,3 19-2129,7 7-6544,11 16 9052,4-6 1,-5-14 0,-5-10 0</inkml:trace>
  <inkml:trace contextRef="#ctx0" brushRef="#br0" timeOffset="335267">20183 1900 19236,'0'-3'3480,"0"0"-1491,0 3-652,-46-22-1871,25 31 2429,-38-6-1238,35 41-325,0 9-438,5-10 1003,0 17-240,13-24-1145,3 11 874,10-20-2281,1-13 1382,4-5 253,-2-13 1473,6-11-166,2-12-309,0-12 56,-1-7-84,-6 9 485,-6-22-1195,-11 19 0,-7-14-971,-10 21-1561,-3 11 940,-1 11 341,1 7 1025,10 7 412,3 9 317,10 8-1851,3 11-1713,8 6-2787,11 2 5705,3-7 0,-5-12 1,-7-11-1</inkml:trace>
  <inkml:trace contextRef="#ctx0" brushRef="#br0" timeOffset="336077">20546 1892 31001,'-45'-39'-1552,"0"0"1,4 2 0,8 14 294,15 31 4641,5 10-2287,0 13-1027,5 9-407,3 5-71,5-2-530,6-6 1139,6-8-458,3-10-1599,2-9 1524,1-11 1149,0-16 536,1-18-452,0-20-534,-9 22 0,-2-2 50,-1-3 0,-1-1 100,-2-3 1,-1 1-92,-2-3 1,0 0-425,-2 0 1,0 1-543,-1 2 0,0 1-267,-1 4 1,-1 3-248,-3-20 306,0 18 2992,2 16-3230,2 10-42,0 12 3092,2 12-2004,0 15 310,1 16-269,2 12-126,1-25 1,1 0-60,2 2 0,3-1-65,1-1 1,4 0-11,1-2 0,2-2-1173,2-1 1,1-2 203,24 16 417,1-12 529,-3-15 664,-6-14 774,-6-13 1037,-6-13 64,-6-6-1038,-5-4-1319,-4 5 0,-3 5 0,-4 10 0,-1 7 0,-1 4 0,2 7-615,2 4-1352,4 5-3738,4 1 4578,4-1 497,3-4 688,1-3 540,1-7 819,-2-8 1760,-1-11-573,-3-10-414,-7-9-2190,-9-6 0,-11-3 0,-10 2 0,-8 6 0,-3 10-1154,-12 11-380,16 10 535,-10 12 623,18 11 976,-1 12 216,6 12-20,10 12-150,5 11-513,4-26 0,3 0-712,2 3 0,2 0 187,3 0 1,3 1-442,2-1 0,2 0-1696,3 0-1,0-1 2274,-2-5 1,0-3-1,6 8 1,-11-17 0</inkml:trace>
  <inkml:trace contextRef="#ctx0" brushRef="#br0" timeOffset="345768">19558 6131 9178,'0'-6'4397,"0"1"-1048,0 5-2962,-67-11-4650,43 10 4173,-13-5 1,3 2 388,26 10-444,6-1 50,3 3 83,4 1 40,5 1 34,2-2 3464,3-2-3324,4-3-56,2-1-90,7-7 5,5-2-16,8-7-23,4 0 6,0-2 6,-5 4 246,-14 2 62,-11 5 509,-12 3-890,-13 2 11,-14 6 56,-14 3 0,-13 7 50,-7 4 51,0 2-61,5-1-114,12-4-211,15-6-186,14-5 169,8-4 436,12-2 113,6-4-152,14-5-95,6-4-23,4-4 46,0 0-23,-10 4 73,6-2 174,-18 9 386,3-1 72,-14 5-610,-6 1-425,-22 5 280,7 0 72,-40 15-11,18 0-22,-16 10-45,16-7-101,13-4-173,10-8-23,9-5 415,8-3 341,8-3-106,9-5-169,12-5-49,6-8-34,5-2-23,-2-1-67,-5 5-369,-8 5-3009,-10 6 3395,-9 5 0,-6 1 0,-2 1 0</inkml:trace>
  <inkml:trace contextRef="#ctx0" brushRef="#br0" timeOffset="352060">13886 10275 14941,'-7'0'2639,"2"0"-320,5 0-1737,-63-7 616,40 3-1100,-12 0 0,5 0 14,23 2-151,7 1 0,3-2 22,5-1 51,20-3-23,-3 3-5,26-2-12,-4 10-177,-14 1 1,0 3 184,1 3 1,1 4-3,0 4 0,0 2-3,-2 5 1,-1 1-4,-1 3 0,-2 1-25,-2 1 1,-2 0-66,-3-1 1,-1 0-202,-3-2 1,-1 1-1821,-1 5 0,-2 0-2157,4 11 4274,-3 9 0,-12-40 0,-1-1 0</inkml:trace>
  <inkml:trace contextRef="#ctx0" brushRef="#br0" timeOffset="352278">14015 10871 18750,'5'-59'59,"1"1"0,6 16 0,4 1 0,5 6-101,19 2 0,4 6-1218,0-3 0,2 1 997,6-2 0,0 2-1667,-7 5 1,0 2 1929,4-2 0,-3 2 0,-14 7 0,-4 2 0,2 1 0</inkml:trace>
  <inkml:trace contextRef="#ctx0" brushRef="#br0" timeOffset="356417">19972 5970 22218,'-40'-27'-51,"16"16"96,41 47-17,11 14-14,-11-20 0,1 1-343,4 5 0,3 0 357,2 2 0,4-1-401,4 3 1,4-2 321,3-1 1,3-2-164,3 0 1,1-2-1008,0-1 1,-1-1 1220,1 2 0,-5-2 0,6 3 0,-13-5 0</inkml:trace>
  <inkml:trace contextRef="#ctx0" brushRef="#br0" timeOffset="357278">20738 7002 23063,'-2'-43'52,"1"1"1,-6 6-1,7 8-41,36 18-16,-10 11-6,9 8-6,2 12-1699,-10 3 1,-2 2 1703,11 14-8,-9-4 1,0 3-230,-10-11 0,-1 2 215,5 6 1,-2 2-37,-1-1 0,-3 1-1238,-2 4 1,-1-1 881,0 15-656,-7-22 0,-2-2-6356,-6 1 7438,-2 1 0,0-17 0,1-9 0</inkml:trace>
  <inkml:trace contextRef="#ctx0" brushRef="#br0" timeOffset="357866">20730 7448 14992,'-2'-3'4067,"0"1"-2981,2 2-800,36-72-158,-1 36-578,-2-10 0,4 1 450,-6 25 0,1 5-28,1-2 0,0 1 20,1 1 1,-1 0-184,-2 0 1,0 0-1182,22-16-1675,-14-2-4061,-15-14 5490,-12 14 878,-20-25 925,-1 32 482,-18-24 800,0 16 417,4 9 1,-2 1-473,-10-8 386,3 10 0,0 4-969,2 5-269,0 3 0,-2 2 168,-16 4-196,5 7 0,0 2-257,-18 5-96,8 9 0,2 3-519,6 5 393,4 3 0,-1 5 39,15-4 1,2 4-43,-1 6 1,0 4 0,2-1-46,-2 2 1,4 3-10,3 8 0,2 7 1,4-8 0,6-17 0,3-1 8,2 8 1,3 6 0,3-5-29,5-3 1,6-2-1,6-2 1,4 0 0,0-3 24,2 1 1,5-3-3,13-4 0,10-3 0,-2-6-332,5-8 1,3-5 329,-2-1 0,5 0 1,-4-4-421,2-4 0,0-6 511,-3-7 1,2-6 0,-7 1-23,-11 1 1,-1-4 35,-3-3 1,6-6-1,-2-2 1,-7 1-1,2-14 1,-5-1-78,-5 11 0,0-3 1,-4-1 23,-8-1 0,-4-1 1,-4 0 10,-1-10 1,-7-2 14,-4 1 1,-4-4 0,-3 3-23,1 10 0,-2 1 0,-3 1-590,-6-5 0,-2 1 0,0 5 564,-2 4 0,-2 6-14,-8-2 0,-3 5-22,6 11 1,-1 3-268,-7-3 1,-3 4 274,-12 6 0,3 3 0,0-1 0,-9 8 0</inkml:trace>
  <inkml:trace contextRef="#ctx0" brushRef="#br0" timeOffset="365060">15785 4213 12047,'-56'22'240,"0"1"1,0-1 0,9-4-1,3-1 1,6-3 437,-18 6 1679,19-11-1896,19-5-219,9-2 51,22-6 305,36-14-225,-8 1 1,9-4-1,-1 0-1337,-2 1 0,1 0 0,1-1 1046,-5 2 1,2-1 0,0 0-1,0 1-37,-1 0 1,1 0 0,-1 1-1,-1 0-601,11-4 1,-1 1-1,1 0 600,-1 0 0,1 0 0,2-1-258,-5 3 0,2-1 0,1-1 0,1 0 285,-7 3 1,1-1-1,1 0 1,0 0 0,1 0-296,2-2 0,1 1 0,0-1 1,2-1-1,1 0 232,-3 1 1,2-1-1,1-1 1,0 1-1,0-1 1,-2 2-4,-5 0 1,0 1-1,0 0 1,-1 0 0,-1 1-1,-1 0-2,0 0 0,-1 0 1,0 1-1,-1 0 1,3-2-45,7-2 0,3-1 0,0-1 0,-1 1 0,-1 1 115,1-2 0,-1 2 0,-1-1 1,5-1-115,-6 2 1,3-1-1,2-2 1,1 1-1,-1 0 1,-3 0 56,1 0 1,-1 1-1,-1 0 1,0 0-1,1-1-3,-6 3 1,2-1-1,0 0 1,0 0 0,-4 1-1,-2 2 8,0-1 1,-4 1-1,-1 1 1,1-1 94,4-1 1,1-1 0,-1 1 0,-2 1-87,1-1 1,-3 1 0,2-1 84,1 0 1,2-1 0,1 0 0,-2 0-59,2-1 1,-2 1-1,1 1 82,3-2 1,-1 0 0,-4 2 61,-5 2 0,-2 2 16,-1 1 0,-3 0 2383,7-3-926,-8 3 1683,-15 6-3177,-16 7-50,-7 3-24,-1 2 0,-1-2 0,2 2 1</inkml:trace>
  <inkml:trace contextRef="#ctx0" brushRef="#br0" timeOffset="481692">21924 3906 24575,'17'-20'0,"2"2"0,10-3 0,15-11 0,-11 8 0,5-4 0,-20 15 0,-6 5 0,-10 7 0,-21 20 0,-19 16 0,9-7 0,-6 5 0,2-2-553,-7 5 0,-2 3 553,2-4 0,-7 6 0,0-1 0,5-4-1102,7-7 0,2-3 1,-1 1 1101,-12 10 0,-3 1 0,1-1 0,6-6 0,2-2 0,2-3-367,2 0 1,0-2 366,-17 10 0,6-4 0,14-11 0,3-4 875,19-10-875,3-4 3336,7-8-3336,31-29 0,6 1 0,0 2 0,4-3-854,-1 5 0,1-1 854,8-6 0,2-2 0,-14 11 0,0-1 0,0 0 0,-1 2 0,-1 0 0,0 0 0,15-11 0,0-2-1970,-12 10 0,1-1 1,-3 2 1969,0 3 0,-1 1 0,6-8 0,-2 3 0,-5 5 0,-10 7 0,-6 4 0,-5 6 1766,-3 4-1766,-15 12 6784,-11 10-6784,-14 13 0,-6 3 0,8-7 0,0 1 0,-13 11 0,-1 1 0,2-2 0,1-1 0,10-8 0,0-1 0,-3 2 0,2-3 0,2-1 0,18-19 0,13-15 0,11-13 0,7-8 0,7-4 0,7-8 0,3-2 0,-1 0 0,0-1 0,2 3 0,0 1 0,-4 3 0,-2 4 0,11-10 0,-17 18 0,-3 2 0,-2 6 0,-12 16 0,-14 15 0,-18 22 0,6-10 0,-2 3 0,-4 3 0,-1 2-220,0 3 0,-2 2 220,-8 11 0,1 0-622,9-16 0,2-1 622,-7 9 0,2-3 0,-2 0 0,-1 0 0,6-8 0,4-5 0,10-27 412,8-15-412,16-28 0,-2 12 0,4-3-292,4-5 0,3-1 292,4-7 0,2 0-1139,2-2 0,2 0 1139,3 0 0,0 2 0,-2 5 0,-1 4 0,-2 4 0,0 3 0,1 0 0,-1 3 0,11-5 0,-17 11 0,-1 3 0,-3 5 0,-4 4 0,-23 22 0,-15 14 0,-5 3 0,3-2 0,-1 1-29,-17 18 0,-2 2 29,10-9 0,0 0 0,0 0 0,0 1 620,3-3 1,1-1-621,2-4 0,1-1-91,4-5 1,1-1 90,-15 17 0,7-8 0,16-18 1797,2-6-1797,11-17 1124,3-5-1124,9-11 211,-3 8-211,4-3 0,-6 13 0,-1-1 0,-1 3 0,-3 1 0,0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3:57:38.2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1942 2210 12547,'0'-4'6167,"0"1"-4968,0 3-824,-70-19 470,10 37-610,5-16 1,-2 6-2004,5 26 0,7 7 1813,16-15 0,3 0 19,-11 15 0,5-1 1121,7-1-1169,11-10 1,1 1 6,5 9 27,11 7 6,4-20 905,21-7-687,0-24-61,19-15-134,-11-7 35,4-19 1,-2-5-87,-19 24 0,-1-1-284,7-11 1,2-7 0,-5 2 300,-7 0 0,-3 1-28,1-1 0,-2-2 16,-1-14 1,-3 0-6,-4 12 0,-1-2 16,-1 6 1,0-3 0,-1 3 22,-2-7 1,-2 3 27,0 2 0,-2 4 28,-5 4 2156,0 13-2212,3 17-106,2 6 39,1 15 22,4 18 0,-1 4-1518,2 7 1,-1 2 1478,3 7 11,2-11 1,2 7-1,2-4 69,2-1 1,3-1-140,6 18 1,2 1-155,0-12 1,0-4 24,-5-9 1,2-3-440,3 4 0,1-4-2101,14 8 2745,-6-20 0,-1-2 0,1 1 0,3-12 0</inkml:trace>
  <inkml:trace contextRef="#ctx0" brushRef="#br0" timeOffset="887">2281 2054 23455,'-15'-29'400,"0"0"1,-9-20-283,23 44-45,1 2 291,-1 3-146,1-1-61,-1-3-51,-2-3-11,-1-5 35,-2-2-13,-2 0-38,1 4-23,0 5-56,4 3-23,0 5 18,2 2-1,1 23-5,5 3 0,4 20 11,8 1-6,4 3 3,-9-25 1,0 0 4,1 2 1,0 1-161,0 1 1,-1-1 148,-1-1 1,-2-1-8,4 22-18,-12-14 40,-7-17 33,-25-9-22,6-16 56,-11-10-17,16-16 280,10-10-330,10-7 22,10-2 0,10 3-33,7 8-1,5 7-16,4 8-29,3 7-38,2 6 10,2 3-44,2 1-45,2 2 33,2-2 40,1-1 84,-7 0 78,-11-2 17,-14 0 6,-10-1 45,-9-1 21,-4 2-55,-5 2-67,-1 3 5,-8 8-56,6 4 12,-4 6-1,9 2 6,8 1-11,9-1 0,9 0 5,10-3-16,8-6 22,8-4 11,5-11-6,-9 0 7,12-19 32,-24 2 18,6-13 22,-19 2 50,-7 3 118,-5 3 79,-3 8-79,-2 8-129,-2 7-89,-4 12-6,-2 10 0,-6 16-17,-5 16 0,10-17 0,0 2-313,-1 4 1,2 3 293,1 3 0,2 2-4,1 3 1,3 1-37,4 3 1,3 0-777,4 4 0,3-1 37,3 3 0,3-1-1863,3-1 1,1-2 2649,-3-9 0,0-4 0,6 10 0,-11-28 0</inkml:trace>
  <inkml:trace contextRef="#ctx0" brushRef="#br0" timeOffset="1977">3604 2074 16476,'-9'-5'4705,"2"1"-3080,7 4 55,0 0-1669,-14-37 11,18 33 12,-7-21-17,25 48-12,4 9 1,2 7-17,1 8-1699,-12-16 0,-2 0 1693,4 12 0,-2 14 17,-25-28 34,-9 3-6,-13-11-2224,-8-11 2230,11-10 2290,-2-11-2251,16-9-28,3-11-40,7-6-16,12-6-11,22-9-12,-3 15-14,-1 13 1,4 1-76,16-1 1578,-17 10 0,1 1-1707,29-5-79,-4 8-33,-2 5-12,-4 3 141,-5 2 84,-8 1 167,-16-1 147,-8 1 190,-12-1-29,-1-1-128,-2-1 475,-3 0-374,-3 0-252,0 2 56,-10 11-85,10-2 43,-6 14-76,11-3 23,3 6 0,10-1-6,19 2 0,-5-9 0,21-2 16,-7-11 1,12-6 39,2-8 6,-6-10 11,-8-10 39,-12-6 16,-8-5-3268,-10-13 3259,-4 16-129,-12-22 74,3 39-17,-6-9-13,4 24-111,2 2-11,0 6 3004,2 7-3467,4 10 842,2-1-1501,8 9-745,4-5-2028,8 5 3983,7-1 0,-14-13 0,0-3 0</inkml:trace>
  <inkml:trace contextRef="#ctx0" brushRef="#br0" timeOffset="2378">4639 2077 13474,'4'-5'7612,"-1"1"-2178,-3 4-5172,-6-53-268,5 43-113,-4-39 17,5 64 59,4 4 64,0 12-1,2 6-245,4 12 34,-3-14 71,5 12 106,-2-18-3365,-1-4 3422,-3-8 146,-3-22-197,-2-4 13,1-9 51,3-9 28,0-6 45,8-23-57,1 7-38,0 3 50,4 8 3336,5 9-3398,3 6-10,7 5-12,-3 16-6,4 10 0,-7 3 18,6 15-52,-1 13-111,0 3-302,1 12 21,-14-18-2631,9 16-12,-13-27 3075,9 15 0,-17-29 0,0-2 0</inkml:trace>
  <inkml:trace contextRef="#ctx0" brushRef="#br0" timeOffset="2776">5520 1935 21243,'3'-47'1110,"1"1"1,-1 3 0,-1 9-814,-2 17 230,-1 5-460,-2 10-27,-9 15-35,1-2 12,-11 21-17,7-4-6,1 0 6,4 16-16,17-10 16,-2 0 5,13-9 1,-9-20 44,14-5 1,-7-13 275,10-11-195,-8-10 21,-3-4-74,-7 8 196,-3-11-72,-6 16-23,-3-7-78,-5 15-332,-2 8 195,-3 6 19,2 5-78,-5 9-611,2 15 152,3-4-3021,2 28 3575,8-10 0,0-6 0,2-9 0</inkml:trace>
  <inkml:trace contextRef="#ctx0" brushRef="#br0" timeOffset="3094">5596 2105 20604,'-10'6'2991,"2"0"-1434,8-6-1322,0 0 80,-65 22-254,43-10-50,-15 3 1,5 1 10,25 0 17,12 1-33,5 0-17,8-1 11,4-2 11,3-5 0,0-4 28,1-3 62,-1-7 39,-4-5 34,-5-8 44,-7-5-16,-4-2-79,-11 1-50,-7 3-45,-8 4-56,-6 6-213,-2 6-806,1 6-3956,2 8 5003,5 4 0,9-4 0,5-2 0</inkml:trace>
  <inkml:trace contextRef="#ctx0" brushRef="#br0" timeOffset="3601">0 2997 12461,'53'-18'2842,"-15"9"0,5 2-2540,3 3 1,5 1 0,1 1-1678,7 0 1,1-1 0,1 1 1528,-9 1 0,0-1 0,2 1 0,3-1-48,-7 1 1,4 1-1,2-1 1,-1 0-1,0 1 1,-4-1-420,9 0 0,-3 1 0,0-1 0,5 1 382,-3-1 0,4 1 0,3 0 0,0 0 0,-2 0 0,-3 0 13,-2 0 0,-3 1 0,-2 0 0,2-1 0,3 1-126,0 0 1,3 0 0,1 0 0,1 0 0,1 0 0,-2 0 79,-7 0 0,-1 1 0,0-1 0,1 0 0,0 1 0,-1-1 0,1 1-159,0-1 1,0 1 0,-1 0-1,1-1 1,0 1 0,0 0-1,0 0 146,-1-1 0,1 1 1,0-1-1,-1 1 0,0 0 1,1-1-1,-1 1-35,8 0 0,0 0 0,0 0 0,0 0 0,0 0 0,0 0 19,-2 0 0,1 0 1,-1 0-1,0 0 1,0 0-1,0 0 2,-2 0 0,0 0 1,0-1-1,-1 1 1,1 0-1,-2 0 7,-1 0 1,0 0 0,0 0-1,-1 0 1,0-1 0,-1 1-51,9 0 0,0 0 1,-1 0-1,-1 0 1,0 0-101,-4 0 1,0 0 0,0 0 0,-2 0-1,0 0-443,9 0 0,-1 0 0,-1-1 1,0 1 576,-2 0 0,1-1 0,-4 0 0,-4 0 0,10 1 0,-6-1 0,-10 0 0,1-1 0</inkml:trace>
  <inkml:trace contextRef="#ctx0" brushRef="#br0" timeOffset="4377">6443 1988 9038,'2'-6'5545,"-1"1"-2722,-1 5-829,11-59-851,-9 39-634,8-41-330,-15 57-16,-5 12 61,-9 11-17,-5 13-50,-2 9-68,3 2-21,9-1 5,8-5 50,11-5 85,6-9 88,9-8 220,11-9-354,-8-7 124,12-11 38,-13-8-30,5-10-13,-6-5 95,-9-10-235,-7 13 39,-11-10-68,-5 19-3429,-14-2 3259,7 9 57,-7 6 90,16 8-98,-4 2-216,7 7-866,2 5-3010,2 11 4142,2-1 0,-1-9 1,1-9-1</inkml:trace>
  <inkml:trace contextRef="#ctx0" brushRef="#br0" timeOffset="9820">3079 4553 24301,'-39'-38'73,"7"22"-135,33 67-22,2-8-409,0-10 1,2-1-1626,5 12-7713,6 16 9153,-3-23 1,-5-17 0,-4-10-1</inkml:trace>
  <inkml:trace contextRef="#ctx0" brushRef="#br0" timeOffset="10186">3276 4116 22655,'-30'15'28,"0"-1"0,-13 17-23,51 3 12,13-1 5,-5-15 79,11-4 67,-8-18 17,5-10-17,-3-13 151,-4-22-173,-8 12 111,-5-16-55,-12 22-28,-7-5-40,-7 10-89,-3 10-62,1 11-50,2 14-90,3 12-224,6 13-442,8 11-746,14 7-2066,12 1 2956,-3-23 1,0-2 0,3 2-1,1-3 1</inkml:trace>
  <inkml:trace contextRef="#ctx0" brushRef="#br0" timeOffset="10869">3583 4317 24654,'-11'-34'61,"9"21"-55,17 48 16,2 16 1,-3 7-18,-6-20 1,-2-2-6,2 13 0,2 12 6,-5-36 218,0-2-118,-2-14 62,2-28-123,-2 2 73,6-33 39,0 4-68,1 8 1,1 1-40,4-15 0,1 14 1,3 2-23,7 4-22,5-4-6,2 18 33,6 13-33,-7 4 23,26 18-23,-33-3 5,21 21-16,-21-4 22,6 19-11,-13-15 0,1 15 0,-14-33 34,3 7 117,-4-21-28,1-10-106,5-14 28,9-27 11,0-2-17,0-3 68,-7-1 10,-8 8 23,-5 15 0,-1-2 101,-5-17-79,-6 1-72,1 17-51,3 13 17,3 5-73,4 10-5,1 4 28,3 11 16,6 9-11,1 2 12,20 23-23,-9-19-12,6 6 1,4 2 6,14 8-605,-11-10 1,1-1 581,14 11-62,-16-10 0,-3 1-22,-3 0-191,-9 2 1,-8 1-521,-23-4-908,-17 10 84,-5-25 1647,-16-9 0,33-7 0,-7-1 0</inkml:trace>
  <inkml:trace contextRef="#ctx0" brushRef="#br0" timeOffset="11742">4707 4132 19400,'3'3'4195,"-1"0"-2884,-2-3-1087,24 12-135,-12-9 57,27 10 34,-6-21-63,2-1-10,5-9 16,-14-2 28,-6-2-100,-9 4-3331,-6-13 3330,-5 15 107,-9-16-56,-2 19-1,-10-3-44,-1 11-28,-2 9 0,-2 6 3392,0 10-3414,3 8 0,4 5-6,7-5-12,5 19 7,9-12-6,7 14-17,14-10 0,13-5 22,13-7 6,8-10-17,-1-10 28,-9-13 23,-11-9 0,-12-9-1,-9-7 6,-4-3-5,-6-2 5,2 2 6,0 4-23,3 4 6,3 6-11,6 2-17,5 5-6,12 18 1,2 8 5,4 6 0,-4 3 0,-2 4 0,-7 15-6,-2 1 1,-1-2 5,-2-5 0,-3-9 22,-2-12 17,0-12 12,3-14-6,6-14-29,-4-4 18,-4-2 0,0-4-9,-6 7 0,-2-3-381,6-15 0,-2-2 373,-6 7 0,-2 0 8,-2 1 0,-2 0-104,-2 6 1,-1 1 173,-6-23 17,-4 11 50,-3 11 17,1 9-33,2 9 671,3 9-789,2 4 220,0 12-248,0 11 6,0 5-12,0 6 1,1 3-1,0 22-321,3-13 0,3 1 254,4-5 1,3 0-79,5 1-1,3 0-148,4 0 1,2-1-216,4-1 0,1-2-314,0-5 0,1-2-1252,-3-6 0,-1-4 2081,11 3 0,-17-14 0,-12-6 0</inkml:trace>
  <inkml:trace contextRef="#ctx0" brushRef="#br0" timeOffset="11935">5618 4066 20173,'-6'-1'4593,"0"1"-3960,6 0-342,0 0-285,-26-57-62,38 35-99,-12-11 1,5 2-943,56 17-950,-23 8 0,1 1 1690,10 0 0,-2 1 0,7 0 0,-5 0 0</inkml:trace>
  <inkml:trace contextRef="#ctx0" brushRef="#br0" timeOffset="12370">6637 3767 20134,'9'-47'1184,"0"0"1,0-1-1,2-20 1,-5 14-546,-12 31-252,-2 3-231,0 12-116,1 14 4,-4 15 24,-4 22-54,6-14 0,-1 4 0,1 6 0,0 2-519,1 3 0,2 2 479,0 3 1,3 0-17,3 0 0,3 0-433,4-2 0,4-2 177,6-3 1,6-3-274,6-5 0,6-4-664,5-6 0,4-5-3347,5-5 1,0-6 4016,-4-5 1,-3-3 0,14-1 0,-27-5 0</inkml:trace>
  <inkml:trace contextRef="#ctx0" brushRef="#br0" timeOffset="12586">7312 3779 19238,'-4'-6'5248,"2"2"-4660,-16-24 0,-3-5 185,4 8-544,-5-11 1,1 2 11,13 20-157,5 8-112,2 4 11,1 10 17,9 20 6,-3-2-17,13 27-45,-2-9-517,6 14 228,-10-29 1,2 0-1477,6 5 1,0-1-2700,8 10 4520,8 2 0,-26-33 0,-2-3 0</inkml:trace>
  <inkml:trace contextRef="#ctx0" brushRef="#br0" timeOffset="12976">7672 3703 24038,'2'-45'702,"0"0"0,2 3 0,-6 12-517,-8 24-174,4 7 11,-4 9-22,2 10 6,-3 13 5,1 8 0,4 16-27,7-9 10,5-3 6,14-9 0,8-15 11,14-1 17,15-15-11,-17-9 67,16-25-45,-36 9 40,10-25 27,-21 10 12,-1-13-34,-10 0 44,-11-2-94,1 20 22,-11 4-39,-6 24-45,-2 8 5,-1 5-167,-2 22 5,19-14-627,-5 22-1014,18-15-4778,12 5 6604,6-9 0,-1-9 0,-5-8 0</inkml:trace>
  <inkml:trace contextRef="#ctx0" brushRef="#br0" timeOffset="13227">8048 3305 27096,'-27'-41'28,"21"19"-39,44 50 13,-11-5 1,0 3-773,2 5 0,0 3 742,1 4 0,-3 5-103,-6-5 1,-2 4-1,-2-2-87,1 3 0,-3 1-587,-4-1 0,-1 4 0,-4-4-4111,-6 0 1,-2-2 3962,1-1 0,-1-3 0,-5 11 0,4-36 0</inkml:trace>
  <inkml:trace contextRef="#ctx0" brushRef="#br0" timeOffset="13742">3010 5306 18372,'53'-4'125,"0"-1"1,-1 1 0,1 0 0,-1-1-1,4 0 1,1 0 0,-1-1 0,-1 0-1,-3 0-1081,-3-2 0,-3 0 1,0-1-1,3 1 1022,4-2 0,3 1 0,2-1 1,1 0-1,-2 0-356,-3 1 0,-1 0 0,0 0 0,1 0 0,3-1 311,2 0 1,1 0-1,2-1 1,1 1-1,2-1 1,1 0-80,-13 2 1,2 0-1,1 0 1,0 0-1,2-1 1,-1 1-1,0-1 1,-1 1 0,-1 0 68,2 0 0,-1-1 0,1 1 0,-2 0 1,1-1-1,-1 1 0,0 0 0,0 0-164,7-1 0,0-1 1,0 1-1,-1 0 1,1 0-1,-2 0 1,1 0 163,-4 0 0,1 0 0,0 0 1,-2 1-1,1-1 0,-3 0 0,0 1-52,10-2 0,-4 0 0,0 0 0,1 1 1,1-2 55,-1 2 1,0-1 0,2 0 0,0 0 0,1-1 0,-1 1 0,-5 2 1,0-1 0,2-1 0,-1 1 0,-2 1 0,-1-1 0,-3 1-15,1 0 0,-4 0 0,-1 1 0,0 0 1,3-1-56,2 1 1,5-1 0,1 0 0,-2 0-1,-5 2 1,-8 0-307,13-1 1,-5 1 458,5 1 0,3-1 1,-14 2-1,-11 2 0,1 1 1</inkml:trace>
  <inkml:trace contextRef="#ctx0" brushRef="#br0" timeOffset="29631">20401 2009 18924,'0'-5'3955,"0"1"-3076,0 4-610,-29 17-29,12 15-167,-4-6 0,-1 4-664,8 5 0,3 2 546,-2 2 0,1 2-134,1 1 0,3 1-395,1 0 0,2-1-1443,5-1 1,3-1 2016,3 0 0,2-4 0,2 6 0,3-11 0</inkml:trace>
  <inkml:trace contextRef="#ctx0" brushRef="#br0" timeOffset="30017">20859 2080 24458,'-31'38'23,"0"1"1,0-1 0,-11 15 0,12-5-1,28 0-1,13-7 156,11-8-99,11-9 135,3-10 17,1-13-1,0-12-56,-2-14-29,-1-11-5,-3-11-13,-9 9-21,-10 8 1,-3-1 44,-1-9-11,-2-16-6,-12 20-55,-7 8-74,-10 6-16,-6 5-78,-7 6-259,-5 4-620,-3 4-3922,-1 4 4890,7 2 0,15-1 0,10 1 0</inkml:trace>
  <inkml:trace contextRef="#ctx0" brushRef="#br0" timeOffset="31101">20916 1748 12006,'-29'-55'1911,"-1"1"1,-2 6 0,-3 10-1464,-1 25 0,-2 8-1197,-5 2 1,-2 4 983,-5 5 0,-2 4-8,-4 5 0,-2 4-91,16-2 0,-1 2 0,1 2-303,-4 4 0,1 3 0,0 2 286,-3 3 1,1 3-1,1 2-375,-1 3 1,1 3 0,1 1 271,12-10 1,1 1 0,1 1 0,1 1-2,-7 12 0,2 2 0,4 0-12,3-2 1,4 1 0,5 1-17,5 6 0,5 2 0,4-4 13,1 1 0,8-2-232,7-6 0,7 1 0,5-7 316,16-1 0,8-6-23,-5-6 1,5 1 0,2-4-243,7-1 0,4-4 1,1-2 217,-12-7 1,2-1 0,0-2 0,1-1 5,1-2 1,0-2-1,0-1 1,0-3 3,-1-1 1,1-3-1,-1-1 1,0-2 5,-3-2 0,0-1 0,-1-3 1,-1 0-53,12-8 0,-2-2 0,-1-3 92,-6-1 1,-1-3-1,-3-4-87,1-10 1,-2-5 0,-5 2 85,1-2 1,-5-3 13,-9 2 1,-2-5-1,-5 3 177,-7 0 1,-5-1-133,2-10 1,-5-1-51,-7 4 0,-6 3-34,-5 3 0,-7 4 0,-9 3 1,-7 4-21,-7 3 1,-6 4-48,13 13 0,-3 3 0,-1 1 132,-1 2 1,-2 1-1,0 3-323,2 1 1,-1 2 0,-1 2-1270,-1 2 0,0 1 0,2 2 1460,-2 1 0,3 2 0,-21 2 0,44 1 0</inkml:trace>
  <inkml:trace contextRef="#ctx0" brushRef="#br0" timeOffset="61077">18808 1989 22571,'-7'-41'905,"0"0"0,1 3 1,1 10-603,5 22-186,0 4-61,0 3 6,2 5-6,8 9-28,10 10-11,13 10-40,13 5-366,-18-19 1,2 0 242,3-1 1,3 0-231,1-1 1,2-1-603,-1-1 1,0-1-2751,-1-1 1,-3-2 3727,20 7 0,-23-8 0,-17-8 0</inkml:trace>
  <inkml:trace contextRef="#ctx0" brushRef="#br0" timeOffset="61543">18850 1813 24228,'-16'31'177,"0"1"1,0-2-1,1-2-31,-2 9-34,-4-1-39,-6 1 5,-3-2-11,-1-2-16,4-6-18,7-7 113,7-10 157,8-6-90,4-11-90,0-7-11,-1-11-34,-1-9 6,0-4-17,2-4-16,3-1-12,4 2-45,5 2 1,5 7 22,5 6-12,6 3-10,9 3 5,10 2-12,8 2-55,5 3-283,-23 9 0,-1 1-283,13 0-2465,11 9 3098,-28 8 0,-8-4 0,-7 1 0</inkml:trace>
  <inkml:trace contextRef="#ctx0" brushRef="#br0" timeOffset="62742">16049 1845 17641,'0'-5'4622,"0"2"-1498,0 3-2983,-19-32-124,12 29 39,-19-11-17,14 46-5,-4 18-32,8-13 1,2 1-42,1-4 0,1-2-34,1 31-202,14-16-106,12-19-84,18 0-50,-7-20 0,4-4 67,-3-4 0,0-3 195,1-1 1,-1-2-375,-1-6 0,-2-3-633,17-14 907,-20 10 0,0-3 353,-3-7 0,-2-2 437,7-24-78,-10 2 593,-17 5 117,-9 14-15,-2-6 346,-5 0-639,3 13-184,0 3-392,5 16-22,2 4-202,1 3-12,0 5 79,1 13 0,2 6-5,-1 5 10,3 7-5,1-3-5,4 18-18,-1-10 18,1-1 5,-5-21 156,-1-8 326,-3-8-460,-8-18-33,4 5 17,-9-23-1,7 5 35,0-19-35,4 4-5,2-7-11,5 16-23,3 7-5,0 10-34,8 5 45,7 6-5,6 1-18,9 7 18,-3 7 5,-8 2 17,7 9 11,1 1-23,4 0-16,7-3 11,-16-10 28,4-7 50,-7-17-61,-4-6 45,-4-17 27,-13-4-10,-3-6-46,-6 10 46,-3-8 50,-6 8-23,0 4-22,0 7-73,5 19-201,3 7-113,2 2-3281,2 3 3584,2 1 0,-1 0 0,2 0 0</inkml:trace>
  <inkml:trace contextRef="#ctx0" brushRef="#br0" timeOffset="106227">19763 3041 9593,'36'-45'2914,"-1"0"0,2-1 1,-4 7-1167,-7 12-405,0 0-580,-13 15-416,-8 9 45,-10 14 73,-8 12-45,-14 19-238,8-14 0,-3 2-541,-5 6 0,-2 1 457,-4 6 0,-2 0-701,-4 5 1,-1 0 641,11-14 0,-1 0 0,-1 1-22,-1 1 0,-1 1 0,0-1-1,-2 1 1,0 0 0,0-1-10,2-1 1,-1 0 0,1-1-33,2-3 1,1-1 0,0-2-397,-6 9 0,1-2-338,8-8 0,3-2 717,-5 12 1,14-19-1,12-9 1</inkml:trace>
  <inkml:trace contextRef="#ctx0" brushRef="#br0" timeOffset="107351">18498 4235 24766,'-35'-12'344,"0"0"1,-21-6-250,60 14-16,5-3-68,5 0-5,1-1-18,13 3 12,-12 3-5,17 5 5,-7 8 5,10 11-49,9 23 27,-8 3 22,-4 3 1,-11 8-56,-11-8-80,-5-13 1,-1 1-386,-4 24-65,-4-29 1,-2-2-435,-6 6-8676,-21 12 9690,10-25 0,-3 3 0,15-18 0</inkml:trace>
  <inkml:trace contextRef="#ctx0" brushRef="#br0" timeOffset="107569">18472 4677 13586,'-2'-3'7505,"0"0"-4301,2 3-3332,-4-53-80,26 29-8,-7-11 1,4 1-160,13 17 0,5 5-861,3-4 0,0-1 841,-7 4 0,0-1-1613,16-7 0,-1-2-2908,-19 7 1,-1 0 4834,7-3 1,-3 1 0,-4-1-1,-21 13 1</inkml:trace>
  <inkml:trace contextRef="#ctx0" brushRef="#br0" timeOffset="107918">18996 4029 16784,'-52'-28'1546,"0"1"0,10 3 0,2 5-913,1 12 0,2 5-1238,-23 6 837,13 3 1,-2 4-21,3 5 1,0 6-62,-5 6 1,0 4-100,14-6 0,1 2 0,0 2-602,0 3 1,0 2-1,2 2 546,0 3 1,2 2-1,2 1-4,2 2 1,2 1 0,3 1-5,3 0 1,3 1 0,1-2 2,-1 8 1,6 1-20,8-7 0,4 2 0,5-4 3,8-2 0,5-3 17,1-3 1,3 1 0,5-6-153,20 1 1,8-9 172,-13-11 0,2-3 0,2-3-10,4-2 1,3-3 0,-1-3 3,4-3 1,1-4 0,-1-2 23,2-4 1,0-3 0,-1-3-767,0-4 0,-2-3 0,-1-3 779,-2-2 1,-2-4 0,-3-2-4,-3-2 0,-3-2 0,-3-3-161,-4-1 0,-3-2 0,-4-2 148,-3-1 0,-4-2 0,-3 0 3,-3 0 1,-3 0 0,-3-1 9,-3 4 0,-2-1 1,-4 2-20,-3 3 0,-3 2 1,-4 1 76,-8-13 1,-8 5-372,-9 7 0,-8 6-1123,-8 6 1,-5 6 1394,2 6 0,3 4 0,13 6 0,3 2 0,-8 2 0</inkml:trace>
  <inkml:trace contextRef="#ctx0" brushRef="#br0" timeOffset="176434">16281 2433 12976,'-10'4'2234,"3"-2"-1327,-25 10 1,-4 2 559,12-5-1038,-14 4 0,4 0-110,26-11-207,6-2 415,13-8-270,15-10-173,-1 1 0,4-2-1142,12-8 0,2-1 1049,-4 3 1,2-2-16,-3 3 0,3-2 0,2 0-38,2-2 0,2-1 1,1 0 34,0 0 1,1 0 0,1-1-338,-9 5 0,1 0 0,-1 0 0,-2 1 343,3 0 1,-4 0-1,0 2-91,11-9 0,-3 2 190,-11 7 1,-4 2 44,5-3-62,-26 11-195,-26 16 117,-19 11 20,6-1 0,-3 4 16,-7 5 1,-3 3-464,-7 5 0,-1 1 455,9-5 0,-2 1-9,0 1 0,-4 2 0,3-1 54,-2 1 1,0 1-68,4-2 0,-3 1 0,4-1-12,3-2 1,4 0-26,-2 3 1,2 0-64,10-5 1,2 1-80,-18 22-129,11-5-118,19-22 3051,12-11-2329,10-8 1510,14-17-1650,19-16-100,-13 6 0,2-4-363,6-5 0,1-3 320,6-2 1,-2-1-3,-8 8 0,0-1 3,-4 4 1,3-1 0,-2 2 4,-3 1 1,-1 2 13,11-10 1,-2 2 212,1-4 23,-20 13-376,-19 13-83,-20 14 128,-24 15 59,11-2 0,-4 3-989,-1 2 1,-5 3-1,2-1 1014,-5 3 0,0 1 0,7-5 1,-1 1-1,1 0 117,-9 6 1,1 0-101,9-6 0,-1 1 0,1 0-9,-14 11 1,1-1-29,2 0 1,6-2-98,3 2-196,20-12 66,14-12 253,15-11-28,20-21-76,-1 1 0,4-3 501,15-12 1,4-4-1131,-7 7 1,2-2 0,1 0-2562,4-2 0,1 0 0,-2 1 2789,-10 7 0,-1 1 0,-3 3 0,5-5 0,-7 7 1,-14 9-1</inkml:trace>
  <inkml:trace contextRef="#ctx0" brushRef="#br0" timeOffset="178635">16908 4334 21763,'-28'-21'51,"14"12"-40,39 33-5,11 7-12,11 6-17,-19-17 1,1 1-238,3 1 1,0-1-60,1 1 0,-1-1-701,-2-1 1,-2-1-5450,15 14 5659,-18-9 0,-13-11 0,-9-7 0</inkml:trace>
  <inkml:trace contextRef="#ctx0" brushRef="#br0" timeOffset="179017">16917 4320 17456,'-3'-2'3048,"1"1"-2326,2 1-638,-60 31-34,40-5-39,-13 0 1,2 3 21,22 12-5,3-2 11,1-6 12,2-9 83,2-10 477,0-6 330,1-7-426,3-10-324,4-13 5,4-17-79,5-14-320,-6 23 1,0-1 236,11-27-6,2 8-17,-1 12-33,1 13-29,0 9-72,5 7-67,5 4-270,4 8-4665,12 13 5125,-13 1 0,-7 0 0,-19-9 0</inkml:trace>
  <inkml:trace contextRef="#ctx0" brushRef="#br0" timeOffset="179601">15448 4110 16516,'-1'-4'4318,"-1"1"-4036,-24-10 1,-11 1-330,-5 8 254,-4-6 1,-3 4-82,14 18 0,4 4-82,-13 9-13,16-1 0,3 2-3,0 19-14,10-7 0,3 2-31,4-6 0,4 0-31,4 7 1,4-3-48,10 8-163,25 0-134,8-18 126,-15-14 0,4-2-714,24-4 0,2-6 243,-13-3 0,-1-4-1993,9 0 0,-4-4 1310,-20-1 1,-5-4-6428,23-20 7548,-14 3 0,-5 3 0,-18 13 1</inkml:trace>
  <inkml:trace contextRef="#ctx0" brushRef="#br0" timeOffset="180101">15710 4069 22671,'12'-17'163,"-3"5"-68,10 40-11,-3 1-11,2 10 5,-6 0 113,-6 2-102,-6-14 174,-6-2 62,-3-17-78,-4-3-79,-2-13-34,-1-6-33,2-13-34,2-10-5,4-9 55,6-15-5,8 10-45,5-2-16,6 21-40,-2 11 23,12 5-18,-4 10-21,13 1 16,-1 10-5,5 6 5,-5 2-17,11 8 40,-4-4-9,-11-6 0,1 0 31,16 2 12,-6-3 134,-18-13 5,-13-10-73,-2-11 62,-7-24-101,-9-1-50,0 18 0,-2 0-270,-15-23 253,3 12 22,-3-5-56,6 10-150,4 6-690,4 8-4430,10 18 5276,2 9 0,0-2 0,1 2 0</inkml:trace>
  <inkml:trace contextRef="#ctx0" brushRef="#br0" timeOffset="238385">19040 4829 24447,'-19'-33'246,"0"-1"0,-10-14-55,38 62-46,9 17-55,13 17-582,-10-18 1,1 3 510,4 5 1,2 0-31,3 4 0,1 1-63,2-1 1,1 1-641,1-1 1,-1 0-119,-1-2 1,-1 0-2796,-2-1 0,-2-1 3627,-6-6 0,-3-2 0,4 7 0,-12-18 0</inkml:trace>
  <inkml:trace contextRef="#ctx0" brushRef="#br0" timeOffset="239052">19956 5954 16986,'-4'-7'3109,"1"1"-2289,-13-28 0,-5-5 184,0 9-733,-4-14 1,-3 3 25,-1 22-107,-2 9-44,-4 15-23,-4 13-28,-2 15-11,1 12-59,22-19 0,1 1-357,-10 29 332,11-3-16,9-6 16,13-9 11,9-11 22,11-9 57,5-9 61,3-12 23,-1-11-6,-1-12 332,-4-8-343,-5-4 39,-6 2 62,-5 6-1,-6 11-89,-3 9-100,-3 6-108,0 4 18,0 7 39,2 19-17,-1-1 17,1 31-40,-3-4-311,0-16 0,0 2 236,-1 1 0,1 2-1967,1 11 1,0-2 1778,1-16 1,2 0-698,2 11 0,2-4-3409,11-3 4392,7-4 0,-11-17 0,-1-13 0</inkml:trace>
  <inkml:trace contextRef="#ctx0" brushRef="#br0" timeOffset="239469">20053 5699 13827,'-37'-51'2597,"1"0"0,0 6 0,0 9-2261,-7 16 107,-14 11-68,7 12-146,12 8 1,0 2-106,-13 10-2767,9 14 0,4 5 2761,6 5-31,4 5 0,0 7-23,11-10 0,3 2-53,1-5 0,0 3 1,1 2 63,2-5 1,2 4 0,0-1 0,2-1-119,-1 9 0,2-3 0,1 0 16,1-2 1,0-1 0,4-3-69,8 11 0,6-8-99,3-17 1,5-3 70,6 4 0,7-5-15,19-6 1,6-9 67,-4-8 0,3-7 580,-9-3 1,2-3-1,-4-3-535,5-4 0,-3-5 89,-10 0 1,1-4 0,-2-1-65,5-10 0,-2-5 35,-3-3 1,1-6-1,-4 3-1,1-3 0,-5-4 12,-12 8 0,0-7 0,-2 0 0,-5 7-4,-3 0 0,-3 0 40,0-8 0,0-7 1,-5 5 48,-5 4 1,-6 2 110,-2 4 0,-4-2 0,-1 2-203,-10-6 1,-5 3-99,-8-2 0,-4 7-53,13 17 0,-2 4-857,-7 1 0,-1 3 969,5 8 0,2 1 0,-14-4 0,8 6 0</inkml:trace>
  <inkml:trace contextRef="#ctx0" brushRef="#br0" timeOffset="285857">21073 2793 21584,'-28'-43'1088,"0"1"1,2 3 0,8 11-871,15 23-156,2 4-34,14 9 28,8 5-28,21 11-23,14 3-1704,-11-6 1,2 0 1698,-12-7 0,0 1-6,23 7 1,2 0-353,-14-8 1,0-1 166,11 4 1,1 1-639,-3-1 1,-3 1-3737,-7 0 0,-4 1 4153,-9-3 1,-6 1-1,4 3 1,-18-8-1</inkml:trace>
  <inkml:trace contextRef="#ctx0" brushRef="#br0" timeOffset="286333">22299 3423 17680,'-1'-5'4510,"0"1"-2875,1 4-1601,-5-44-1,4 39 34,0-22-16,6 61-6,4 17-79,-1-12 0,0 1-282,1-2 0,0 0-1332,3 8 1,1 0-3269,-1-9 1,0-4 3233,6 15 0,-5-20 0,-10-21 0</inkml:trace>
  <inkml:trace contextRef="#ctx0" brushRef="#br0" timeOffset="286973">23114 3241 17053,'0'-5'4649,"1"1"-2476,-1 4-1988,21-58 67,-25 43-235,17-42 22,-52 69-5,1 4-18,9-1 1,-1 0-5,-12 8-10,13-4 1,3 2 14,-6 8 0,-9 12-6,20-9 11,7-5-22,7-7 23,4 1 5,3-2-6,2 0 1,3 0 21,3-6-27,-2-3 67,4 4-22,-4-4-6,3 5 22,-3-4 1,-3-2 5,-1 0-40,-1-3 91,-1 0-11,0-3 77,0 1 270,0-4-371,5-8-72,2-3 6,7-10 5,5 1-11,6-1-45,3 4 12,-5 4 22,14 3-6,-8 6-11,15 0 0,-6 7 0,0 4-23,-4 5-21,-7 5-29,-11 4-118,-15 5-212,-18 5-337,-17 6 113,9-16 0,-1-1-543,-20 13-541,17-13 0,0-2 1711,-13 9 0,11-7 0,10-6 0</inkml:trace>
  <inkml:trace contextRef="#ctx0" brushRef="#br0" timeOffset="287433">22844 2884 10219,'-53'-7'1697,"0"-1"0,0 1 0,1 0 1,0 2-1,2 3-989,-13 6 1,3 4-746,2 2 0,0 3 393,5 4 0,1 3-382,6 3 1,3 5 291,3 4 0,4 5-341,2 6 1,6 6 188,1 7 1,5 5-67,8-15 1,4 2 0,1 1-21,1 4 0,2 2 0,2 0-452,2 2 1,3 1 0,2 0 417,1 0 1,3-1-1,3-1-32,3-3 1,2 0 0,4-3-4,2-4 0,4-2 0,5-3 16,3-4 1,4-3 0,4-5 3,6-2 1,4-4 0,3-4 6,-8-6 0,1-3 0,1-2 0,2-2-366,4-1 0,1-1 1,1-3-1,0-1 387,2-3 0,1-1 0,0-2 0,0-2 0,1-2 0,-1-1 0,0-2 0,-1-2 9,-2-1 1,-1-3 0,-2-2 0,-1-2 11,-4 0 0,-1-2 0,-2-2 0,-2-2-141,6-9 1,-3-4-1,-5-3 159,-7 0 1,-4-3 0,-5-3-19,-5-1 0,-4-1 0,-5-2-10,-2-2 1,-4 0 0,-3-1 9,-3 1 0,-3-1 0,-2 2 39,-2 1 0,-3 2 1,-2 2 65,-3 4 0,-2 3 0,-5 1-77,-9-1 0,-5 3 0,1 4 67,-4-1 1,-3 5-121,-1 7 1,-6 2 0,1 5-141,-7 5 0,-1 5-224,8 1 1,-2 2 0,0 1-1931,-2 5 0,-1 1 0,2 3 2250,5-1 1,2 2 0,3 0-1,-3 2 1,6 1 0,-6 2 0</inkml:trace>
  <inkml:trace contextRef="#ctx0" brushRef="#br0" timeOffset="5.48681E6">17903 5204 24575,'-11'0'0,"-6"4"0,-17 8 0,1 2 0,-12 8 0,15-7 0,-3 0 0,9-5 0,0 0 0,5-4 0,4-2 0,-2-2 0,7-2 0,-3 0 0,6 0 0,-2 0 0,-3 1 0,-6 10 0,1-4 0,0 7 0,6-5 0,0 0 0,-1 1 0,3-2 0,1 0 0,3-1 0,3-4 0,1 0 0</inkml:trace>
  <inkml:trace contextRef="#ctx0" brushRef="#br0" timeOffset="5.48847E6">16753 5459 24575,'0'25'0,"0"2"0,0 7 0,0-1 0,0-8 0,0 1 0,0-3 0,0-1 0,0-2 0,0-6 0,0 0 0,0-7 0,1 0 0,2-1 0,5-2 0,2 1 0,3 1 0,8-1 0,-6-2 0,6-2 0,-6-1 0,0 0 0,1 0 0,-5 0 0,0 0 0,-3-1 0,-2-7 0,3-10 0,-2-11 0,1-9 0,1-4 0,0-2 0,1 0 0,1 2 0,2-1 0,-4 16 0,0 1 0,-3 13 0,0 2 0,1 1 0,-1 1 0,-1 0 0,0 1 0,-2 2 0,-1 0 0,0 0 0,1 3 0,0 4 0,7 18 0,-1 3 0,7 19 0,6 16 0,-3-8-245,-7-16 0,0 0 245,5 17 0,0 5 0,-1-3 0,1 0 0,-2-7 0,-2-7 0,0-1 0,-5-17 0,0 3 0,-4-16 0,1-1 0,-3-4 0,1-2 0</inkml:trace>
  <inkml:trace contextRef="#ctx0" brushRef="#br0" timeOffset="5.49104E6">16980 5169 24575,'-7'-3'0,"1"1"0,-2 1 0,-1 1 0,-4 0 0,-3 0 0,-3 0 0,-8 0 0,2 0 0,-5 0 0,6 0 0,-1 0 0,-3 3 0,-1 3 0,-3 6 0,-11 16 0,13-8 0,-7 10 0,12-11 0,2-1 0,-3 3 0,2-1 0,2-2 0,1-1 0,3-4 0,2-1 0,2-2 0,-3 3 0,5-2 0,-6 6 0,5-2 0,0 3 0,2 4 0,0 1 0,1 13 0,4-9 0,-1 6 0,5-10 0,1 0 0,0 8 0,0 1 0,1 6 0,0 2 0,0 2 0,0 14 0,3-1 0,3 1 0,2-25 0,2-1 0,8 8 0,8 10 0,-6-18 0,11 11 0,-7-13 0,9 10 0,-7-14 0,5 5 0,1-1 0,2-1 0,-1-2 0,-4-4 0,3 1 0,-10-8 0,4 0 0,-9-8 0,2 1 0,2 0 0,3 1 0,20-2 0,-8-1 0,24-3 0,-26-2 0,5 0 0,-13 0 0,0 0 0,-1 0 0,1-2 0,-2-3 0,0-4 0,5-12 0,-10 7 0,4-8 0,-12 12 0,1-2 0,0 0 0,4-9 0,-4 4 0,4-7 0,-4 5 0,-1 1 0,1-1 0,1 0 0,-1 1 0,-1 0 0,-2 3 0,-2 4 0,0 2 0,-2 3 0,-2-6 0,-2-5 0,-1-2 0,2-2 0,-1 2 0,1 0 0,0-1 0,-2-1 0,0 1 0,0 1 0,0 0 0,0 0 0,0-2 0,0-5 0,0-1 0,0-1 0,0 3 0,0 4 0,0-1 0,0 9 0,0 0 0,-1 7 0,-2-3 0,0-2 0,-6-16 0,2 4 0,-5-9 0,4 10 0,0 5 0,2 1 0,1 2 0,0 2 0,1 1 0,1 2 0,0 2 0,-3-5 0,1 3 0,-4-8 0,0 4 0,0-2 0,-2-1 0,1 1 0,1 2 0,0 2 0,4 4 0,1 1 0,0 3 0,0 0 0,-2-2 0,-1-1 0,-3-1 0,-1-2 0,-3-1 0,-3-2 0,7 4 0,-3-1 0,5 4 0,0 2 0,-2-1 0,-3-1 0,3 1 0,-6-2 0,4 1 0,-3-1 0,0-1 0,2 0 0,1 1 0,2 0 0,-1 0 0,4 3 0,-2-1 0,2 1 0,-2-1 0,-2 0 0,0-3 0,0 1 0,0-1 0,3 1 0,0 0 0,1 1 0,0-1 0,0 2 0,0-1 0,1 1 0,-2-1 0,0-1 0,-2-3 0,3 3 0,1-1 0,2 2 0,0 7 0,1-3 0,1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4:50:30.9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2320 2998 18173,'-3'-7'2213,"0"-34"0,1-11-1362,8-1-3558,-5-1 0,2 0 2903,11 7 1571,10 11-1515,3 6-101,11 1-56,-9 15 972,26 20-988,-16 13-57,-8 0 0,0 2 23,4 19-12,-16-9 1,-3 2 0,-8-2 0,-2 2 1407,0 7 1,-4 1-1406,-5-1 1,-5-2-6,-1-3 0,-2-3 53,-16 19 78,5-18 253,8-15 38,8-15-246,9-17-117,9-16-29,4-1 1,1-3-28,9-15-20,-4 8 0,0 0 607,5-14-582,-11 21 0,-1 1 17,11-22 6,-8 16 10,-6 16-60,-6 12-24,-1 7 35,1 11-18,5 10 7,7 30 27,-2 6-296,0 6 252,-4 0-1,0-14-11,10 8-5,10-9-62,-2-25 0,3-3-196,17 2-772,-3-11 1,3-6-666,-6-6 0,1-4 1334,-1 0 0,4-2 1,-5 2-1,-3-1 1,-4 0-1,1-1 1,0-1-1</inkml:trace>
  <inkml:trace contextRef="#ctx0" brushRef="#br0" timeOffset="200">3915 2588 19983,'-7'0'4021,"2"0"-3371,5 0-348,0 0-481,18-32-515,29 15-807,-10-5 1,3 0 953,-1 13 1,2 3-2526,12-3 0,0 1 2537,-17 3 1,-2 1-1,26-4 1,-28 5-1</inkml:trace>
  <inkml:trace contextRef="#ctx0" brushRef="#br0" timeOffset="392">4165 2852 22464,'-56'30'1083,"0"-1"0,7-3 0,5-3-831,4 1 39,23-11-145,23-11 16,25-10-128,21-6-60,-1-2 1,5-1-275,0 1 1,1-1-1022,-8 3 0,2 0 0,0 1 1321,-1 0 0,0 2 0,-4 0 0,-4 1 0,-3 1 0,-2 1 0,0 1 0</inkml:trace>
  <inkml:trace contextRef="#ctx0" brushRef="#br0" timeOffset="876">5555 2785 24178,'-30'-36'213,"5"9"-253,83 7-363,2 4-273,-29 9 1,1-1-734,14-2 0,1 1 661,0 0 0,-3 1 0,18-4 1,-5 2-1</inkml:trace>
  <inkml:trace contextRef="#ctx0" brushRef="#br0" timeOffset="1133">6454 2370 26110,'-13'-22'84,"-2"36"-84,9 15 0,2 8-17,-3 9 1,0 1-557,0-3 1,1 1-148,1 1 1,3-1-2329,4 0 1,3-2 2299,2-7 0,1-4 1,6 7-1,-3-22 0</inkml:trace>
  <inkml:trace contextRef="#ctx0" brushRef="#br0" timeOffset="1684">6809 2612 19865,'-6'-8'2885,"1"1"-1905,5 7 56,0 0-913,12-27 17,-9 20 17,9-22 5,-11 29 12,-1-2-56,2-3-34,1-6-34,2-10-38,5-11 21,4-9 18,7-3-23,3 4-23,5 7 18,0 9-18,2 9 1,2 7-6,2 12-17,-1 11-33,-3 16 22,-12 13 22,-11 11-472,-14-22 0,-3-1 483,-12 23-2,-13-5 0,-7 1-3,8-13 0,-2-1 5,-5 9 1,-3 0 16,-7-3 1,2-5-9,18-19 0,1-1 33,-9 3 1,1-3 87,-2-10-23,18-15-62,12-2 73,19-19-78,9 4-34,19-10-5,12 5 365,-20 16 1,2 1-383,4 2 0,1 0-351,3 3 1,1 1 131,3 1 1,1 1-531,2 2 1,1 0-2322,3 1 1,0-1 2458,-6 2 0,-3 0 0,13-1 0,-26 1 0</inkml:trace>
  <inkml:trace contextRef="#ctx0" brushRef="#br0" timeOffset="2167">7830 2477 24917,'-9'-47'256,"0"1"0,1 5 0,6 5-161,18 10-67,1 8 22,19-2-27,-4 9-23,20 0-11,-5 8 11,3 9 0,1 6 0,-5 10-28,-5 8-23,-11 5-10,-17 5-1,-22 2 34,-20 1 28,-17-2-136,19-22 1,-2-1 146,1-2 1,-1-1 21,-25 7 40,5-8 17,9-8 27,10-10 6,11-3-50,9-7-22,6-1-7,9 0-27,7 1 276,13 4-293,12 3 17,13 4-11,10 12-365,-27-2 0,0 2 362,3 6 0,-1 1-43,21 11 32,-15 3 0,-3 2-26,-9-3-36,-6 1 0,-11 1-367,-38-5-961,-10-7 1,-4-2-1093,7-6 0,-1-1 1858,-19 2 1,4-3-1,16-4 1,0 0 0</inkml:trace>
  <inkml:trace contextRef="#ctx0" brushRef="#br0" timeOffset="20941">3494 4675 8634,'-2'-8'4249,"-4"-24"0,1-6-2171,-1-10-1723,-1 0 1,2-1 523,0-12-77,3 13-404,1 13-40,1 14-319,0 10-28,5 13 12,-1 4-1,9 18 0,2 11 1,6 19-23,-11-21 0,-1 0 5,0 3 1,-1 0-9,-2 6 0,-2-2 15,2 11 49,-6 5 421,-4-37-174,-1-2 95,-5-17-252,3-17-95,0-4 45,4-20-11,2-2-46,4-19 12,1 22 0,2 0-11,4-22-34,2 5 23,0 23-45,0 17 0,6 0-12,4 9-44,15 10 33,-10 4-83,19 14-158,-14 4-263,-8 1 1,-1 2-1144,13 25-137,-18-21 1,-2 1 1717,7 20 0,-12-24 1,-3-8-1</inkml:trace>
  <inkml:trace contextRef="#ctx0" brushRef="#br0" timeOffset="21308">4094 4535 13351,'0'-3'7264,"0"0"-6513,0 3-634,13-18-16,3 13 6,13-13-68,-5 16 39,5-6 23,-6-5 56,7-14-5,-10-2-23,-4-12-68,-12 13 62,-6-12 34,-6 9 28,-4-5 22,-4 9 0,-3 10-173,5 9-12,-3 8 12,6 10-17,-4 19-28,6-5 16,2 29 1,5-27-17,6 23-269,19-9-252,13 2-410,-6-19 1,3-2-538,6-4 1,0-3-460,-3-2 0,-1-3 1938,11 0 0,-7-2 0,-19-4 0,-4-1 0</inkml:trace>
  <inkml:trace contextRef="#ctx0" brushRef="#br0" timeOffset="21841">5059 4248 18683,'-2'-51'1245,"0"1"1,-4-1-1,-6 11-825,-10 25-151,-17-1-106,-2 18-57,-6 11-67,9 4-17,12 4 1,1 3-17,-3 18-6,9-11 0,3 2-12,1 24-4,12-3 10,12-8 6,11-10 11,11-12 12,-5-11 105,18-14-10,-14-13 33,12-11-39,-16-1 196,-1-10 331,-8-3-292,-2 1-78,-4-1-56,-6 17-157,-2 10-39,-3 5-12,2 14 18,0 15-23,0 23-9,0 1 1,-1 5 5,1 4 0,-1 1-688,0 3 0,2 2 666,0-12 1,1 1 0,2-1-558,1-3 0,2 0 0,0 1 412,4 13 0,0 3 0,0-1-73,0-1 0,0 0 1,-1-1 88,-3-4 1,0-2 0,-5-2 164,-4 13 1,-9-8 20,-5-16 0,-8-10 83,-5-13 0,-5-10-37,-2-14 0,-1-9-2,-1-8 0,2-7-193,-1-11 0,4-6 159,3-9 0,3-2 147,5 10 1,5-4-179,5-1 0,3-4 1,3 2 89,5-1 1,5 1-138,-2 3 1,2-2-1,4 4-135,10-5 1,4 5-694,5 4 1,3 3-1235,5 4 1,2 4 2097,-3 5 0,0 5 0,11-7 0,-20 17 0</inkml:trace>
  <inkml:trace contextRef="#ctx0" brushRef="#br0" timeOffset="22217">5729 4191 16768,'-3'-1'3747,"0"0"-2179,3 1-1580,63-64-172,-13 38-427,-11 2 1,7-6 0,-3 8-757,-10 14 1,0 3 1366,19-1 0,-5 1 0,-19 2 0,11 1 0</inkml:trace>
  <inkml:trace contextRef="#ctx0" brushRef="#br0" timeOffset="22392">5903 4436 23987,'43'-35'-478,"0"0"0,3 0 0,-4 6 0,-2 10 0,-3 2 0</inkml:trace>
  <inkml:trace contextRef="#ctx0" brushRef="#br0" timeOffset="22859">6609 4197 12070,'4'-58'1773,"-1"0"0,1-1 1,-2 6-1,-1 1 0,-2 5-1123,-3 1 0,-3 5-208,-1 6 1,-1 2 201,-7-17 90,4 18-639,4 15-4,5 16-57,5 18 16,7 19-33,10 23-563,-5-19 1,-1 3 542,4 9 0,-1 3-12,-5-14 0,-1 2 0,-2 1-52,1 3 0,-2 2 0,0 0-122,-1 1 1,-2 1-1,0-1-181,0-2 1,0 0-1,-1-1-818,2 15 1,0-4-2594,-1-10 1,-1-6 3072,2 15 0,-4-29 0,-1-16 1</inkml:trace>
  <inkml:trace contextRef="#ctx0" brushRef="#br0" timeOffset="23992">6576 4377 19115,'-7'-50'574,"0"1"1,2 4 0,8 8-597,25 10-152,18 4-47,-17 11 0,4 2-403,4 0 0,2 1 16,1 0 0,1 1-659,0 1 1,0 0-149,-4 0 1,-2 1-318,23-7 2219,-18-7 1267,-23 2-668,-14 0 1228,-20 1 895,-7 3-2330,4 3 732,-5-2-312,15 5-605,2 1-526,4 1-117,9 4-29,9 1-28,14 5 6,14 7-11,7 13-34,3 12-11,-8 10-510,-14 8 493,-17 6 37,-21-23 0,-4-1 30,-6 11 7,-3-19 1,-3-5 71,-8-7 84,-4-5 22,9-18 174,17-32-297,11 9-12,11-18 12,14 14-33,8 0-7,-10 13 1,2 0-14,8-1 0,1 2-6,-2 4 0,-1 0-127,0 2 0,0 2 113,0 1 0,-1 1-5,19-6 22,8-2 11,-7-4 0,-22 9 507,-8-5-490,-18 11 20,-2-1-43,-5 5-5,-6 5 0,-4 8 281,0 3-287,0 12-5,5 1 39,2 17-5,11-9-35,7 4 29,12-15-6,-1-8 12,10-5-34,-1-8 44,11-8 57,11-16-6,-12-6-6,-3-3 113,-15-3 33,-13 5-33,-3-7-68,-11 2-39,-5 7-51,-6 5-21,1 7-68,5 6-73,4 4-274,5 14-203,4 4 181,3 5-919,11 8-735,9-4-385,14 5 128,-11-14 1,3-1 576,24 3 1630,-24-9 0,-2-1 370,5-2 1635,-5-3 1311,-18-1 426,-3 1-2902,-8-1 880,-9 4-1182,2-1 297,-10 6-521,10-3-6,-1 1 106,8-4 35,14-2-225,9-6-55,5-1-12,10-12 39,-7 0 67,2-10 1,-12-4-85,-11 5 68,-10-7 33,-16 6-56,-4 3-39,-5 7 78,-11 12-106,17 6-16,-12 6 4,12 7 12,-4 19 0,7 6-28,4 15-5,13-1-29,5-10-240,17 6-704,-2-24 1,4-1 977,5 1 0,1-1 0,16 12 0,-12-16 0</inkml:trace>
  <inkml:trace contextRef="#ctx0" brushRef="#br0" timeOffset="25935">4011 6935 19092,'-12'-54'1417,"1"-1"0,1 3 0,3 6-1260,3-2 28,12-1-90,8 15-22,24-7-51,-10 16 23,21 4 11,-8 25-56,-6 2 6,11 25-1,-23 7-318,-2 20 324,-16-25 0,-3 2 3,-5 1 0,-4 0 11,-2-1 0,-2-1 6,-3-2 0,-1-2 25,-11 17 67,7-14 213,8-17 101,11-25-347,3-4 101,14-29-6,4 0-104,-8 14 0,1-3 17,3-8 0,0 0-31,6-14-6,-9 18 1,-1 1 62,-1 0 318,1-5-324,-6 14-23,-5 9-101,-3 9-22,0 6 17,0 6 22,2 11 0,3 10-22,6 10-11,13 18-12,5-9-529,3-1 468,14-9-96,0-15-27,-16-9 0,2-2-791,9-5 1,2-4-1286,-4-5 1,1-3 1879,4-2 0,-4-2 0,5-5 0,-19 5 0</inkml:trace>
  <inkml:trace contextRef="#ctx0" brushRef="#br0" timeOffset="26151">5240 6476 22083,'44'-30'-572,"1"0"1,-1 1 0,0 7-168,-7 12 0,0 5-2096,2 1 1,-2 2-1764,9 4 4598,-3 7 0,-34-4 0,-1 1 0</inkml:trace>
  <inkml:trace contextRef="#ctx0" brushRef="#br0" timeOffset="26325">5415 6682 15020,'-5'5'7982,"1"-1"-6890,4-4 73,0 0-666,-20 26-421,25-26-72,-4 15-6,27-30-140,27-9-1448,0 2 0,6-2-3328,-8 3 1,1 0 3633,-12 4 1,1 1 0,-5 1 0,17-6-1,-39 15 1</inkml:trace>
  <inkml:trace contextRef="#ctx0" brushRef="#br0" timeOffset="28284">6470 6230 17948,'-1'-45'765,"0"-1"1,1 6 0,-1 9 1090,1 19-1951,0 12 798,1 6-663,2 19-12,1 15-73,2 23-107,-3-25 1,0 3-1093,0 18 1,1-1-412,-2-16 0,1 0 1655,0 15 0,1-7 0,-2-17 0,1-3 0</inkml:trace>
  <inkml:trace contextRef="#ctx0" brushRef="#br0" timeOffset="28858">7066 6193 17014,'3'-4'3092,"0"1"-706,-3 3-2128,42-23 78,-35 22-118,22-13-44,-59 35-57,-3-4-44,-2 0 118,5-11 38,9-7 23,-2-9 73,2-15-179,9-4-62,3-12-51,12 14 6,11-5-27,7 10-7,20-3 6,-1 12 1,13 5-12,-15 11-6,11 11 6,-11 11-1735,-13 2 0,-2 3 1684,4 15-106,-19 6 1,-8 1-405,-13-1 409,-5 0 1,-6 1 84,-1-17 0,-4-1 125,-13 10 1,-2-2 53,8-11 0,1-5 53,-2-3 1,3-7-9,0-9 123,10-18-96,16-10-32,9-13-23,23-13-84,9 10-23,14-1-22,-11 20 6,12 1-57,14 7-44,-9 2-479,-1 3 0,1 2 268,-16 2 0,-1 0-2368,9-1 0,0 0 2674,-3 1 0,-5-1 0,-7 0 0,0 1 0</inkml:trace>
  <inkml:trace contextRef="#ctx0" brushRef="#br0" timeOffset="29351">7970 5938 24346,'10'-51'216,"-1"1"1,0 3-1,6 10-165,20 23-40,-5 6 34,24 3-45,-12 11 0,-11 0 0,1 4 0,17 19-34,-5 13-4313,-14 9 4286,-14-7 274,-17-10 1,-7-1-237,-18 12 26,5-12 0,-4-2 11,-1-7 0,0-3 59,-25 13 28,6-10 39,11-14 33,13-14-43,10-8 3187,14-10-3272,11-1 456,11 1-461,8 6-40,-4 6 16,13 5-16,-1 9-6,-7 4 1,0 3 33,13 8-31,-15-1 1,-2 4-21,-1 11 1,-5 7-1,-19-1-21,-26-5-97,-7-15 1,-4-3-84,-19 6-202,5-9 1,-1-3-1044,12-4 1,0-1 1468,-13 1 0,2-1 0,-5 0 0,7-2 0</inkml:trace>
  <inkml:trace contextRef="#ctx0" brushRef="#br0" timeOffset="43818">1055 7604 20767,'-5'-41'453,"1"-1"1,-2 4 0,-4 9-415,-10 24-39,-1 2 28,-6 9-84,-16 20 11,14-6-56,-16 22-45,28-15 1,0 8 72,9-8-3493,8 6 3533,4-16 16,16 20 28,3-12-11,17 13-5,-10-10-7,-4-6 1,2 0-11,12 7 19,-12-8 0,0-1 14,8 8 45,-13-3-5,-15-6-2224,-32 10 2195,2-12 968,-13 3 1,-4 0-963,-18 2-14,15-6 0,-2-2 3,10-4 0,0-3-2183,-26 2 2093,20-4-2296,6-14-5484,25-3 7853,4-7 0,8 7 0,3 4 0</inkml:trace>
  <inkml:trace contextRef="#ctx0" brushRef="#br0" timeOffset="44068">1479 7535 17070,'0'-3'3540,"1"0"-1008,-1 3-2493,9-13-11,-5 20-45,16 23-16,-12 6-77,2 13 1,-1 4-132,-4-16 1,0 1-823,1 17 0,-1 0 674,-2-18 0,-1-1-905,1 5 0,-2-3-4554,1 13 5848,-1-2 0,-1-22 0,0-16 0</inkml:trace>
  <inkml:trace contextRef="#ctx0" brushRef="#br0" timeOffset="45074">1488 7942 10063,'-2'-4'8794,"1"1"-7674,1 3-1131,35-35-11,-15 26 10,17-10 1,4 2 22,10 14-150,-12 0 0,0-1 184,23-8 78,-16 0 90,-5-6 419,-16-3-49,-5-3 27,-9-3-43,-11 5 97,-5 2-367,-4 2-28,-2 3-123,-3 7-85,-3 5-33,-4 12-5,-5 12-1,-3 15-39,0 10 6,8-7-6,6 9-33,17-6 27,9-4 18,13-5 10,8-20 29,1-8 11,1-14 5,-10-2 57,4-25 33,-16 6 16,2-16-94,-14 17 168,-14-8-85,-3 16-22,-9-3-78,7 14 17,-6 5-40,8 10-22,-7 8-11,8 14-11,2 14-29,3 12 20,7-22 1,2 2-208,4 1 1,2 0 77,2 1 0,5 0-154,4 0 1,5-1-222,4-2 1,5-2-195,5-2 1,4-4-238,2-5 0,2-4-113,0-4 1,0-5 274,-4-7 1,-3-4 293,24-17 924,-16-14 461,-14-9 357,-10-2 269,-6 2-11,-5 6-298,-4 9-345,-2 8-360,-2 10-7,-1 6-491,-1 8 22,-1 11-11,-1 13-3392,-2 15 3409,-3 13-14,2-22 0,0 2-185,-1 1 0,-1 2 170,-1 0 1,-1 0 19,0-1 1,0-3 69,-13 23 118,4-19 34,1-19-90,3-19-78,2-18-12,0-19 23,1-18 1313,6 22 1,0-3-1379,1-3 1,-1-1 2,1-1 0,1-1 6,1 1 0,1 1 5,1 1 1,0 1-9,2 3 0,1-1-1362,6-3 1,1 1 1364,5-11-35,1 21 0,4 3 18,9 2-11,10 1-23,4 10-16,0 12 33,2 16-11,-2 15 0,-5 18 171,-13 9-140,-17-25 0,-4 0 2,-6 0 1,-6 0-1,-3-2 1,-5-2-9,-5-1 1,-3-3-15,-3-3 0,-1-2-50,0-4 0,-2-4-432,-26 4-1125,6-16-3871,14-10 5495,14-5 0,14 4 0,8 5 0</inkml:trace>
  <inkml:trace contextRef="#ctx0" brushRef="#br0" timeOffset="45318">2796 8025 19008,'-4'0'3299,"1"0"-2358,3 0-1075,43-50-253,-13 28-196,3-9 1,1 1-3109,10 10 3691,3 0 0,-23 9 0,-1 2 0</inkml:trace>
  <inkml:trace contextRef="#ctx0" brushRef="#br0" timeOffset="45508">3344 7636 23355,'-10'44'-23,"1"-1"1,-1 1-1,-3 5 1,3-1-502,9-3 1,2-1-3074,-3-9 1,-2-2 2464,0 5 0,0-2 0,-3 11 0,0-20 0</inkml:trace>
  <inkml:trace contextRef="#ctx0" brushRef="#br0" timeOffset="45834">399 9060 15320,'-46'15'319,"1"1"0,-1 0 1,1 0-1,-13 4 1,2-1-1,16-5 6,19-8 199,23-2-70,40-14-271,-3 0 0,9-3 0,1 0-1156,4-2 0,2 0 1,1-1 988,-11 4 1,1-2 0,0 1 0,3 0-417,8-2 0,2 0 0,1 1 0,-1 0 425,-3 1 0,-1 2 1,1-1-1,2 1-22,0-1 0,2 1 1,1 0-1,3 0 1,1 0-14,-10 3 0,3 0 1,2 0-1,0 0 1,0 0-1,-3 1 1,-3 0 2,5 0 0,-5 1 0,0 0 1,0 0-1,4 0-23,-6 1 0,3 0 1,2 1-1,1-1 1,-2 1-1,-2 0 1,-4 1-163,10 0 0,-4 1 0,-2 1 0,3-1-317,-4 0 1,1 1-1,0-1 1,1 1 0,-2 0 334,12 1 0,0 0 0,-3 0 0,-6 0 0,-10 0 0,-4 0 1,-2 0-1,11 1 0,-1 0 0</inkml:trace>
  <inkml:trace contextRef="#ctx0" brushRef="#br0" timeOffset="46991">4679 8381 12673,'-11'-1'5181,"2"0"-3394,9 1-673,0 0-716,-5-67 140,9 27-230,-1-12 0,4-2-299,13 3 154,10-5-51,-2 21-3,-5 11-53,3 4-45,1 11-11,3 2-6,7 13-11,-4 13 12,-6 4 195,1 20-196,-18-13 1,-3 2 22,6 21-23,-14-3 0,-4 0-333,-10 6 353,3-17 0,-1-1 8,-5 2 68,-1-7 324,9-17 18,0-4-158,4-10-95,4-10-11,1-6 317,0-3-406,1-1-12,0 1-28,0 3-39,0 3-22,0 4 27,0 1-16,0 4-11,0 0 27,3 1-5,2-3 17,5-1-11,0-1 38,13-8-27,-5 0-6,8-8 1,-8 0-12,-3-3 16,-4-4 7,-3 5 22,2-13 11,-4 12-23,3-13 12,0 9-23,-2 7 6,4-2 68,-3 8-24,-1 3-21,-2 5-39,-5 7-12,0 3 28,-4 12-28,-2 6-12,-5 16 12,1 5-22,3 4 22,3 3 34,4-12-6,12 15-12,6-19-32,14 12-18,6-16-5,8-6-1,-5-8-271,-6-8 0,3-3-1005,21-6-674,-15-1 0,2-2 1990,-1-6 0,-4-1 0,5-2 0,-4-2 0</inkml:trace>
  <inkml:trace contextRef="#ctx0" brushRef="#br0" timeOffset="47558">5609 8069 14813,'-5'-4'5993,"1"0"-4419,4 4 123,0 0-1759,-42-45 62,40 38 12,-24-30-1,61 52-11,16 2-6,-18-6 1,1-1-305,5 2 0,0-1 307,1 2 0,0 0-14,-2 1 1,-3 1-79,18 16 90,-22 1-3158,-27 4 3163,-13-8-157,-14-4 0,-6-1 157,-21 11 0,12-9 0,-1-1-3,8-5 0,1-1 317,-21 11-661,18-5-586,18-9-2769,22-6 3702,11-7 0,-3-2 0,-2-2 0</inkml:trace>
  <inkml:trace contextRef="#ctx0" brushRef="#br0" timeOffset="48075">6542 8146 18327,'-4'-59'1618,"0"0"1,0 7 0,1 8-1042,0 12-144,1 13-321,1 8-130,0 6 57,5 32-23,-1-11-16,3 37-6,-3-11-227,-1 16 188,-2 5-39,0-3-118,-2-4-414,0-8-1966,0-9 2582,2-10 0,0-13 0,0-7 0</inkml:trace>
  <inkml:trace contextRef="#ctx0" brushRef="#br0" timeOffset="48759">6647 8124 8438,'-5'-11'4532,"2"3"-1278,3 8 2285,0 0-4939,-28-60-118,21 41-211,-8-16 1,2 4-115,12 23 224,-2 0-275,2 6 23,-2-1-95,0 3-34,-5 4 5,-4 6 23,-13 18-17,2 5-5,-1 4 11,5 6-17,5-7 0,0 23-11,6-11-23,3-2 12,8-9 27,6-10 6,6 2 34,8-5 50,14-9-22,2-10-28,2-8 5,3-12 23,-7-6 22,7-10-8,-21 7 0,-2-3 25,9-22-56,-8-3 56,-12-2-3286,-12 2 3259,-2 10 94,-20-11-78,-2 33-67,-6-3-6,3 16 8,-10 14 0,0 5-36,3 2 0,-4 2 0,4 1-28,22 1-117,4 4-533,8-6-3906,10 10 4584,3-10 0,1-2 0,-3-10 0</inkml:trace>
  <inkml:trace contextRef="#ctx0" brushRef="#br0" timeOffset="49575">7535 8191 19535,'1'-48'1148,"-1"0"0,0 8 0,1 5-386,8 4-493,-5 18-202,1-2-39,-3 16-11,-1 11 5,2 15 1,-1 15-51,1 10 16,2 3 18,3-3 0,7-8-1,-1-14 130,18-4-12,-3-18-17,20-6-33,7-19-534,-21 3 1,2-3 479,7-5 1,1-2 2,5-3 1,-2-1-9,-9 5 0,1-1 10,-2-1 0,1-2 0,-2 1 4,3-2 0,-1 1-11,-2 1 0,2-2 0,-3 2-6,-2 3 0,-1 0-3,9-3 1,-2 1-65,2 2-218,10-3-482,-32 20-823,-11 15-1816,-14 12 3395,-13 17 0,7-15 0,-6 1 0</inkml:trace>
  <inkml:trace contextRef="#ctx0" brushRef="#br0" timeOffset="50642">6268 7294 16605,'50'-17'34,"1"0"1,-1 0 0,5 0 0,0 0 0,2 2-22,1 1 0,1 3 0,1-1-1155,-8 2 0,1 1 0,0-1 0,2 1 1158,3-2 1,2 1 0,0-1 0,0 1-2,-9 1 1,0 0 0,0 1 0,1-1 0,0 0-5,0 0 0,0 0 0,0 0 0,1 0 1,-1 0 1,-1 0 0,0-1 1,1 1-1,-2 0 1,1 0-6,9-1 1,-1-1-1,-1 1 1,2-1 10,2 1 1,0-1-1,0 0 1,-4 1-4,5-1 1,-4 1 0,-2 0-12,-5 1 1,-1 0 0,-5 1-3,4-1 0,-7 2 1231,-4 0-1811,3 0-1511,-31 4 2088,-7 3 0,-6 1 0,-3 1 0</inkml:trace>
  <inkml:trace contextRef="#ctx0" brushRef="#br0" timeOffset="52667">4412 9959 22212,'20'-54'1019,"-3"9"-739,-9 31-16,-3-2-197,-1 5 22,0-5-10,-1 4-23,2-5-17,1-3-17,2-4-5,0-1 17,1-2-6,0-2 5,0-3 18,0-6 10,0-9 1,0-9-214,-4 25 1,-1-1 184,1-4 1,-2-1-3,1 1 0,0-1-3,0 3 0,-1 1 67,1-18 28,-1 19-84,-4 17-44,-3 14 10,-3 16 12,-7 17 11,-5 24-17,3-2-417,2 0 1,1 3 396,5-15 1,0 0 5,-2 19 1,2 1-172,4-15 0,2-3 129,4-4 0,2-2-104,3-5 1,3-2-647,21 20-1233,12-15 2028,12-16 0,-24-10 0,-1-9 0</inkml:trace>
  <inkml:trace contextRef="#ctx0" brushRef="#br0" timeOffset="53775">5066 9749 8293,'5'-5'6766,"-1"0"-5046,-4 5 2408,0 0-2941,28-63-363,-21 31-544,7-9 0,-4 0 106,-18 10-67,-7 7-117,-6 6-79,-14 8-84,-2 13-22,-2 5 0,-9 19-6,7 8-8,15-12 0,1 3-26,-1 7 1,2 3 2,8-3 1,2 0-1547,-8 22 1544,19-15-23,14-18 51,9-8 50,14-1 17,20-19-57,-15-4 18,-10-4 0,-1-4 5,7-17-172,-14 11 0,-1-3 169,-1-1 1,-3-2-18,-1-2 1,-2-3 14,-1-10 0,-1 1-1,2-17-11,-7 19 1,0 2 22,-2-3 1481,0-5-1498,-2 17 89,0 2-111,-2 19 5,1-1-11,0 10 383,1 7-383,4 8-11,7 27 11,-2-8-9,-2-2 1,-1 2-8,6 18-1728,-4-9 0,0 1 1604,4 17-288,-5-19 0,0-2-2037,4 8 2465,10 8 0,-12-26 0,3-8 0</inkml:trace>
  <inkml:trace contextRef="#ctx0" brushRef="#br0" timeOffset="54008">5751 9534 23758,'38'-48'-146,"0"0"0,0 4 1,1 11-180,15 25-247,-20 5 1,1 3-1798,-2 6 0,-2 1-1333,21 4 2569,-21 4 1,-5 1 0,-13-5 0,3 4 0</inkml:trace>
  <inkml:trace contextRef="#ctx0" brushRef="#br0" timeOffset="54158">5883 9724 22646,'47'-24'-1102,"0"0"1,7-3-1,-3 3 198,-20 11 0,-3 2 1,22-10-1,-32 13 0</inkml:trace>
  <inkml:trace contextRef="#ctx0" brushRef="#br0" timeOffset="56001">7163 9125 18408,'-2'-3'2874,"0"0"-1305,2 3-1385,-24 33-105,18-1-62,-18 21-12,24 5-61,0-21-510,0 3 0,0 2-6292,0 17 6858,0-21 0,0-2 0,0 0 0,0-18 0</inkml:trace>
  <inkml:trace contextRef="#ctx0" brushRef="#br0" timeOffset="56557">7551 9219 22811,'50'-29'751,"-11"7"-454,-37 26-174,-6-1 17,-5 4 5,-5-2 107,-9 0-156,6-4 111,-4-8-45,11-6-44,2-11-68,4-7-16,10-5-17,8 1-6,16 2-17,-6 14 1,18 1-12,-8 14 17,24 10 0,-9 12-190,-20-3 1,-2 5 122,9 29 17,-12-4-23,-16-13 0,-6 2-28,-7-3 1,-6 1-29,-5 9 0,-5 1 45,-4-7 0,-4 1 0,1-3 87,-3 1 0,-1-2 55,-12 9 1,-1-7 176,-5-11 208,-7-13-3536,22-21 3154,10-9 74,21-20-112,13 15-23,2-6 242,14 11-231,13 8-11,10 3-73,-15 5 0,0 2-118,18 3-232,-15 1 1,0 1-1002,-3 1 1,1 1 1423,15 1 0,-1 1 0,5 1 0,-3-1 0</inkml:trace>
  <inkml:trace contextRef="#ctx0" brushRef="#br0" timeOffset="57085">8506 9155 18924,'-2'-3'3787,"-1"0"-2970,3 3-503,10-79-225,-2 54 3,6-24 1,6 4-54,10 29-16,15-1-12,-7 10-45,-1 8 29,-8 4-3387,15 19 3381,-20-7-21,2 6 1,-1 3-64,0 8-6,2 19 39,-19-10 68,-18-3 5,-4-10 51,-31 6-29,17-20 51,-30 8 45,21-18 134,-9-4-78,17-10-28,10-5-51,21-4 3345,11 0-3429,3 3-1,19-1 2,17 6-1,8 2-16,2 4-6,-23 8 0,-2 4-34,14 10-19,-18-3 0,-2 2-26,2 9-262,-26 18 77,-30-13 82,1-9 0,-5-2-534,-8-2 1,-4-3 157,-3-1 1,-3-2-661,0 0 0,0-2 1218,-1-4 0,3-1 0,-5 1 0,11-6 0</inkml:trace>
  <inkml:trace contextRef="#ctx0" brushRef="#br0" timeOffset="57358">9812 9130 20621,'9'-2'3260,"-2"0"-2255,-7 2-568,0 0-367,-10 24-59,1-6 27,-20 36-128,8-22 0,-1 1-380,-1 1 0,-2 2-1549,-5 7 0,0-2-2897,6-8 1,2-4 3685,-9 14 1,13-19 0,13-18 0</inkml:trace>
  <inkml:trace contextRef="#ctx0" brushRef="#br0" timeOffset="57758">9383 9080 18604,'-3'-6'4028,"0"2"-2891,3 4-1092,-17-28 0,10 39-17,-12-15-28,16 46 0,6 0 16,10-4-4,11-8-1,11-9 34,3-10 5,1-10 12,-3-13 38,-4-9 57,-8-9 0,-10-6 39,-9-1 45,-13 0-23,-8 4-72,-10 6-50,-2 8-57,-1 9-50,4 5-29,4 10-100,6 8-437,5 12-1736,5 11 2313,8 10 0,-2-19 0,5-1 0</inkml:trace>
  <inkml:trace contextRef="#ctx0" brushRef="#br0" timeOffset="58150">10163 9424 20940,'-4'0'3221,"2"0"-2627,2 0-561,-60 8-16,42 8-6,-14-5 0,3 3 1,25 16-1,8 0 0,8-1-22,10-4 22,7-7 39,3-7 6,1-8 45,-3-12 34,-4-8 56,-8-11 77,-7-6-27,-11-5-39,-10 0-29,-10 2-61,-7 7-50,-4 8-62,2 8-62,3 8-324,5 6-1524,5 7 1910,1 6 0,7-4 0,2 0 0</inkml:trace>
  <inkml:trace contextRef="#ctx0" brushRef="#br0" timeOffset="59251">11044 9041 17977,'1'-4'4913,"-1"2"-3816,0 2-1035,-4 6 72,-13 35-111,3-10-43,-4 12 1,0 5-88,8-17 1,1 0-1476,-5 14 0,3 1 394,0 13-1925,11-26 0,3-2 3113,7 7 0,-1-8 0,0-15 0</inkml:trace>
  <inkml:trace contextRef="#ctx0" brushRef="#br0" timeOffset="59642">11505 9174 15860,'0'-5'5780,"0"2"-3461,0 3-2167,-63-4-119,42 11 6,-20 4 1,2 5-24,26 10 12,-8 27-16,16-18-35,12 16 23,11-14-5,16 0-1,-3-20 28,18-7-5,-23-12 34,29-20 16,-27-6 62,7-19 33,-17 0-67,-10 6 174,-9-20-95,-7 21-11,-5-14-40,-6 22-62,-2 9-49,2 12-46,-14 7-89,8 11-387,-12 8-1394,10 9 1904,7 8 0,9-13 0,7-1 0</inkml:trace>
  <inkml:trace contextRef="#ctx0" brushRef="#br0" timeOffset="60258">12093 9188 25494,'37'-36'-139,"0"0"1,2 3 0,1 10-159,-2 21 1,1 8-896,0-1 0,1 1 489,-3 2 0,-2 2-748,24 11 705,-14 0-5,-21-1 769,-20-1 156,-26 1 369,-23 1-53,12-9 0,-2-1-56,-5 2 0,-1-1 123,0 1 1,0 0-197,4 0 0,2-1-47,-17 11 503,23-5-688,21-3-39,24-6-57,18-4-61,20-7 0,-22-1 0,0-1 0,2-3 0,-1-1-11,26-13 22,-10-7 23,-13-8 27,-14-10 387,-10 6-370,-15 6 1,-3-2 105,-10-14-150,3 15 1,-2 0 430,-12-11 50,3 11-10,6 11-85,6 9-174,5 8-123,5 4-44,2 5 222,6 8-290,5 12 28,8 13-11,5 16-308,-11-19 1,1 1 282,-1 3 0,0 2-65,-1 3 1,-1 0-256,-3 0 1,-2 0-494,-5-2 1,-3-2-1779,-6-1 0,-4-3 2616,-15 17 0,5-21 0,8-15 0</inkml:trace>
  <inkml:trace contextRef="#ctx0" brushRef="#br0" timeOffset="61001">13228 9122 16801,'-1'-4'3255,"-1"0"-2612,9-27 1,4-7-504,1 13-45,3-18 1,5 1 44,8 20-23,10-1 12,1 7-44,1 8-18,0 4-28,-3 5-16,-1 8-18,-4 8 1,-2 8-17,-4 5-28,-4 2-51,-8 1 11,-5-1 56,-13-2 51,-10-3 85,-10-3 61,-5-4 123,-1-8 162,3-5 84,3-7 11,8-4-66,3-2-180,7 0-196,4 2-112,5 2 33,8 1 12,10 3-28,13 6-6,10 7-17,10 8-11,-25-8 1,1 1-26,-1 0 0,0 1-93,20 20 35,-14-1-52,-22 0 102,-17-13 0,-32-2-152,-13-15-28,14-3 1,0-1-373,-2-1 0,1-1-4314,-3-2 1,2 0 4653,-13 0 1,13-2 0,26 3-1</inkml:trace>
  <inkml:trace contextRef="#ctx0" brushRef="#br0" timeOffset="61301">13470 9632 24077,'31'-14'-185,"6"2"120,4 6 1,4 1-135,0 0 1,1 2-752,3 1 1,0 1 422,-10-1 1,1 1-3698,17 4 1,-5 1 3650,-14 2 1,3 2-1,-32-5 1</inkml:trace>
  <inkml:trace contextRef="#ctx0" brushRef="#br0" timeOffset="61518">13458 9817 23450,'58'-10'315,"1"1"1,-4 0-1,-5 1-298,-7-1 39,8 0-34,-15 3-481,13-3-2487,-14 2 2946,-5 1 0,-17 3 0,-7 1 0</inkml:trace>
  <inkml:trace contextRef="#ctx0" brushRef="#br0" timeOffset="68768">4711 10876 17591,'-4'-4'3506,"1"0"-2385,3 4-1110,-25-28 0,22 30 12,-13-5 5,31 37-28,0 5-6,5 13-28,-6 3-386,-7-18 0,-1 3 372,0 2 0,-4 1 25,-8 8 1,-2-3 36,3-14 0,-1-3 39,-9 5 1,-2-4 226,-4-10 157,-3-5 89,4-24-235,10-14-156,4-8 61,13-20-95,5 0-79,-3 18 0,3-1-36,5-5 0,3 2-62,-3 7 1,2 2-98,20-19-617,7 15-1423,4 11-1724,-16 9 1,2 0 3936,-2 3 0,-3 2 0,12-1 0,-20 4 0</inkml:trace>
  <inkml:trace contextRef="#ctx0" brushRef="#br0" timeOffset="69757">5302 11174 23159,'44'-42'173,"-1"0"1,-3 2-1,-6 5-72,-2 6 106,-7-6 118,-14 0-274,-7 9-23,-12-4-17,-14 23 17,-12 1-23,2 7 29,-10 5-17,6 11-23,7-3 1,-5 21-1,23-14-5,-7 25-17,12-7 0,0 22 22,7-21-55,17 20 21,7-32 12,8 4-11,14-13 42,-16-13 0,2-4 11,1-2 0,0-2 0,8-4 0,-2-3 8,-9-4 1,-2-1 5,14-12 33,-2-10 57,-17-4-12,-6 0 12,-7-6-1,-13 13-21,-4 4-57,-2 9 129,-5-3-151,8 14 27,-6-5-21,8 9 5,-1-1-17,1 3 11,1 0-22,0 2 0,0-2 0,0 2 0,1-2 0,-1 2 17,1-2-6,0 2 6,0-3 12,0 2-7,-1 0-16,1 0 16,-1 2-16,1-1 44,-1 0-33,2 0 39,-1-1 50,1-1-78,0 1 101,-1 0-218,0 1 105,1 7-10,1-1-17,3 10 16,2 9-27,3 5 28,1 11-1,1-1-10,-2-7 5,6 8-17,7-4 6,-3-5 16,18 3 18,-13-22 16,9 0-22,-13-12 50,5-15 28,-10-5 17,3-17-17,-8-5-28,-3-7-44,-3 7 94,2-20-89,1 24-33,3-12-40,1 21-39,2 8-45,-2 9-1148,14 5-1462,-1 5-5013,15 6 7752,-7 3 0,-12 0 0,-8-3 0</inkml:trace>
  <inkml:trace contextRef="#ctx0" brushRef="#br0" timeOffset="69985">6581 10912 18588,'-3'0'4783,"0"0"-3472,3 0-1742,34-60 72,-8 41-1364,20-19 0,7 4-966,-17 26 1,2 5 2116,11-3 0,-2 0 0,1 2 0,-23 3 0</inkml:trace>
  <inkml:trace contextRef="#ctx0" brushRef="#br0" timeOffset="70191">6915 11111 22380,'-46'27'842,"-1"-1"0,7-4 0,9-4-624,20-10-61,19-11-95,16-7-46,5-2-66,5-1 0,4-1-127,-8 3 1,2 0-695,16-5 0,2 1-322,-6 2 0,-1 1-1720,3 0 1,-1 0 2912,-5 2 0,-4 2 0,12-4 0,-23 6 0</inkml:trace>
  <inkml:trace contextRef="#ctx0" brushRef="#br0" timeOffset="71341">8149 10917 14012,'0'-6'6598,"0"2"-5137,0 4-631,-7-61-315,1 43-392,0-16 1,-3 6 21,-12 33-106,5 3 12,-14 19-12,4 6-17,-9 16-270,18-21 1,0 1 244,3 1 0,1 2-22,3 5 0,3-1 8,1 11-44,18 9 21,15-30 24,15 1 35,-10-17 1,2-6 36,26-6-28,-4-8 39,-8-19 45,-18-3-180,1-14 236,-14-7-68,-14 16 1,-3 1-39,-3-14 13,-4 15 1,-1 3 98,-9-3 483,-7-3-495,-11 11-100,3 15-50,0 8-46,4 14-22,7 7 113,-3 9-1244,6 13 190,9-12 997,11 29 0,0-40 0,6 14 0</inkml:trace>
  <inkml:trace contextRef="#ctx0" brushRef="#br0" timeOffset="71834">8946 10897 25102,'-5'-13'78,"-6"11"-72,-9 30-45,-9 13-113,0-3-318,4-4 0,-2 1-877,3-4 1,-1-1 707,1 0 0,0 0-969,0-3 1,0-3-5160,-14 1 5697,6-6-661,3-35 2067,22-13 45,0-10 880,11-13 1819,2-10-1347,1 11-156,-3 11 0,0 3-76,-1 5 2474,0-5-3079,-4 19-359,-1 11-346,0 2-163,2 5-6,18 21-16,-4-5-23,25 26-5,-3-7-1719,-3-8 0,0 1 1651,15 10-1411,-4-9 0,-1-3 925,-6-4-1082,-2-3 0,0-2-5899,-6-7 7557,4 2 0,-21-11 0,-7-1 0</inkml:trace>
  <inkml:trace contextRef="#ctx0" brushRef="#br0" timeOffset="72040">8967 10808 24323,'45'18'135,"-5"7"-202,-21 20-241,-4 4-818,-7 2-2391,-12 3 3517,-14 3 0,7-26 0,-5-4 0</inkml:trace>
  <inkml:trace contextRef="#ctx0" brushRef="#br0" timeOffset="72234">8597 11134 12662,'-3'-3'7444,"1"2"-6705,2 1-733,71-43-34,-36 33 0,2 1-589,3-7 1,3-4-1,-1 5 410,11 4 0,-1 3-471,-6 0 1,-2-1-1721,1-1 1,-1 0 2367,-7 1 1,-2 0 0,9-2 0,-22 4 0</inkml:trace>
  <inkml:trace contextRef="#ctx0" brushRef="#br0" timeOffset="72451">9552 10722 18308,'-4'-5'5786,"1"1"-4240,3 4-1524,-8-4 1,6 13-18,-6 6 12,8 21-28,-2 8-230,1 8-952,-2 4-3109,3 2-1310,1-12 5612,4-3 0,-2-27 0,0-1 0</inkml:trace>
  <inkml:trace contextRef="#ctx0" brushRef="#br0" timeOffset="72851">9980 10856 24732,'-33'0'106,"0"1"1,-23 10-85,39 29-22,6-4 0,6 17-16,12-18 10,9 12-16,10-20 22,10-11 16,7-9 24,7-14 38,3-10 45,-2-13 56,-11-10-200,-14-8 206,-13-2-18,-13-1 12,-11 5-17,-11 7-66,-10 7-35,-7 9-27,-2 8-45,0 8-45,6 9-107,5 9-240,7 12-1586,9 8-6429,7 6 8418,8-5 0,2-11 0,1-11 0</inkml:trace>
  <inkml:trace contextRef="#ctx0" brushRef="#br0" timeOffset="73085">10777 10765 20867,'0'-5'4296,"0"2"-3253,0 3-1021,-9-23 12,10 33-40,-4-6 17,13 44-72,0 13-96,-6-27 0,-1 1-559,-1 2 0,-1 0-415,1 1 0,-1 0 1131,1 2 0,0-2 0,0 5 0,2-7 0</inkml:trace>
  <inkml:trace contextRef="#ctx0" brushRef="#br0" timeOffset="73300">10449 11025 24564,'42'-10'25,"0"1"1,0-1 0,5 1 0,0 0 0,-3 2-40,1 4 0,-2 1-1131,11-2 0,1-1 568,-3 0 0,-2-1 577,0-2 0,-4-1 0,4-1 0,-10 0 0</inkml:trace>
  <inkml:trace contextRef="#ctx0" brushRef="#br0" timeOffset="74790">11644 10762 16280,'-1'-5'3204,"0"2"-6848,1 3 3946,-14-67 1561,18 30-1787,-6-6 0,5 2-15,21 7-50,0 16 866,9 4-872,5 9-16,1 6 6,2 12-1,-11 13-28,-5 13-27,-5 10 5,-8-8-107,-7-6 0,-4-1 46,-4 3 27,-6 3 0,-3 0 85,-15 2 27,-6 6 68,-8-15 3644,2-16-3342,2-5-17,5-15-100,20-11-118,8-10-51,12-3-28,8 2-44,2 7 5,22 1-22,-17 12-3415,35 0 3398,-30 10-61,6 5 1,1 4 38,8 13-1,-13-6 1,0 3-51,9 22-11,-14 4 56,-13-11-89,-31 14 89,0-28-40,-14 0 1,-6-3-151,-16-4-93,13-7 0,1-3-328,-10-2 639,-8-23 0,40 12 0,-8-12 0</inkml:trace>
  <inkml:trace contextRef="#ctx0" brushRef="#br0" timeOffset="75041">12543 10697 19876,'-3'0'3109,"0"0"-2510,3 0-621,67-47-40,-34 33-577,4-2 1,9-4 0,-4 6-180,-8 11 0,-1 3-1190,18 0 0,-1 1 2008,-14 0 0,-3 2 0,9 1 0,-20 0 0</inkml:trace>
  <inkml:trace contextRef="#ctx0" brushRef="#br0" timeOffset="75400">12738 10885 15356,'-4'3'6581,"1"-2"-5886,3-1-689,75-15-46,-43 5 1,2 0-697,22-6 0,2-2 657,-18 1 1,-5-3-73,12-19 139,-16-5 1,-16 8 427,-21-18-208,-9 19 94,-10-13 96,1 14 184,7 6 90,6 6 603,8 6-1029,1 7 427,2 3-623,1 5-16,5 7-12,7 9-22,11 17-11,9 15-431,-14-17 1,0 2 130,-1 5 0,-1 1-969,-3 2 1,-4 2 653,-4 6 0,-4-4 0,0 7 0,-8-7 1</inkml:trace>
  <inkml:trace contextRef="#ctx0" brushRef="#br0" timeOffset="76634">13708 10739 9867,'0'-8'5539,"0"2"-2391,0 6-336,0 0-2213,10-64-117,8 37-300,-5-13 0,4 2 59,20 15-73,4 3-61,3 4-46,2 6-55,-4 5-17,-3 7 5,-4 6-50,-1 10-28,-1 7-90,-2 7-178,-3 14 256,-14-13-49,-11 14 89,-20-15 45,-16 5 50,5-16 0,-2-3 11,-12 6 26,12-10 0,1-3 181,-2-2 107,-2-2 73,11-5-34,9-6 12,7-7-298,6 2 68,6-6-56,4 6-51,8-3-33,7 4-28,17 2-28,-10 3 11,22 5-6,-13 9-1699,-4 1 1,-1 2 1710,15 9-6,-9 3 0,-3 1 5,-8 0-13,-7-1 0,-4 1-37,-13 8 39,-26 13 17,-19-12-457,5-17 0,-3-4 440,-22 1-28,18-9 1,-1-3 1356,7-1 0,0-2-2054,-14-3 1,1-2-744,-14-3 1474,27-4 0,6-1 0,14 3 0,0-4 0</inkml:trace>
  <inkml:trace contextRef="#ctx0" brushRef="#br0" timeOffset="77034">13789 11495 18955,'55'-12'-6,"1"1"1,0 0-1,-3 2-137,-12 6 1,-2 0 511,-7 1 1,2 0-2776,25-1 1,-3 1-1556,-5 1 3704,-4-1 0,-5 2 0,-26 0 0,-2 0 0</inkml:trace>
  <inkml:trace contextRef="#ctx0" brushRef="#br0" timeOffset="77285">13859 11645 22587,'42'-14'224,"-1"1"0,0 0 0,-2 2-106,8 0-2772,-13 3 0,-1 1 2761,-1 0 1486,27-6-1397,-18 4-184,-2 0 567,-2 0-6393,-18 2 5814,-8 2 0,-6 2 0,-4 1 0</inkml:trace>
  <inkml:trace contextRef="#ctx0" brushRef="#br0" timeOffset="95584">4683 12696 14353,'-1'6'3507,"1"-2"1646,0-4-4739,-12-50-100,7 28-205,-3-9 0,1-1 9,4 7-51,0-3-61,9-2-6,6 1-17,12 0-17,8 4-16,7 5-45,1 9 44,3 8 40,0 15 6,-1 9 16,-6 16-6,-7 8 7,-11 6-12,-10 4-331,-10 2 336,-7-2-5,-7-4 28,-2-8 17,0-10 50,5-12 140,5-10 1,5-9-124,3-13 291,2-12-347,5-15-16,7-12-35,6-7 23,4 1 23,2 4-29,0 7-5,0 9-23,-2 9-5,-3 8-23,-3 9-16,-1 4 28,-1 8-1,2 7 29,2 9 22,-2 11-39,-2 8 11,-2 4-6,-2-1-11,0-3-16,4-5-68,9-7-185,12-6-604,18-8-386,-19-9 0,2-3 1276,14-5 0,-3-1 0,8-1 0,0-4 0</inkml:trace>
  <inkml:trace contextRef="#ctx0" brushRef="#br0" timeOffset="95801">5843 12386 19978,'49'-23'-689,"1"1"0,0 0 0,-3 2 0,0 0 1,-3 7-2082,1 7 1,-2 5 2769,0 2 0,-3 1 0,5-1 0,-13 5 0</inkml:trace>
  <inkml:trace contextRef="#ctx0" brushRef="#br0" timeOffset="95974">6083 12646 21819,'57'-11'-413,"0"-1"1,-3 1 0,-3-1-1515,-12-1 0,-1-1 849,2-1 1,-3 2 0,4-3 0,-7 3 0</inkml:trace>
  <inkml:trace contextRef="#ctx0" brushRef="#br0" timeOffset="98934">7656 12508 12802,'2'-7'7433,"-1"1"-6812,7-25 1,1-4 17,-3 13-494,4-15 1,-1 5-45,-6 26 0,-1 10 39,-2 12-34,1 14 12,-4 16-73,0-3 13,-4-3 1,-2 2-34,1-11 1,-1 1-309,-2 13 1,-1 0 290,1-10 1,1-3 35,-6 24 7,3-18 330,-1-6 139,7-21-66,-1 0-236,3-21-106,1-11-39,1-15-34,1-14-27,2-11 76,2 25 0,1-1-82,0-2 0,2-2-6,1-2 0,2 0-6,0-1 0,1 1 6,1 3 0,1 1 8,1 4 1,1 2-14,14-21-64,4 12 35,2 12-16,3 12 22,2 10 6,2 16 16,4 12-22,2 15 6,-23-13 0,0 2 36,-3 2 0,-1 2-23,-2 1 1,-3 1 3,3 18-4,-13-13 1,-3 0-14,-10 10-121,-7 16 149,-8-24 44,1-13 34,5-10-5,5-14-23,7-13 432,4-14-460,6-14-11,7-9-17,9-3 6,5 0-6,3 7 11,1 8-11,0 9 210,2 8-188,3 7-44,5 6-45,5 8-68,4 11-184,4 12-252,-3 12 75,-25-13 1,-1 2-410,-3 2 0,-2 1-529,-1 1 0,-3 1-3360,10 29-1574,-7-2 4492,-1-10 1876,-1-12 0,0-14 0,1-13 0,2-14 0,4-12 3057,4-10 612,3-9-572,2-6-587,-2-3-622,-3 0-477,-8 5-363,-7 6-298,-9 10-285,-8 8-319,-2 9 100,-15 5-162,4 10-34,-11 7-10,4 11-29,1 6-17,3 5 12,8 0-12,6-1 17,7-4-16,8-5 10,3-7 35,6-7 4,0-6 46,3-8 0,-2-8 22,1-8 11,-3-7-28,-3-3 11,-3-2 29,-2 4 33,-3 7-28,-1 8-79,-3 6-49,0 5 10,-4 9-22,-2 6 11,-5 13-16,0 4-12,4 3 0,3-2-11,10-5 22,9-4 12,13-7-12,9-7-16,9-11 33,5-15 6,-23 3 0,-1-5-347,1-4 0,0-4 338,1-5 1,0-2-1,-1-5 1,-1-3-9,0-4 0,-1-2 8,-2-3 1,0-1-514,-2 0 1,-1 0 540,-3 5 1,-1 0 8,-3 7 0,-3 1-22,3-20 111,-9 15-22,-9 14-28,-4 11 531,-3 10-621,-3 10 1114,-1 15-1125,-3 14 23,0 18-4,9-17 1,1 3-305,0 4 1,2 3 295,-1 2 0,2 1-36,1 2 0,1 0-62,0-1 1,2-1-77,1-3 1,2 0-157,0-4 0,1-1-784,5 27-723,1-13-3461,-1-14 5304,-2-14 0,-3-11 0,-1-7 0</inkml:trace>
  <inkml:trace contextRef="#ctx0" brushRef="#br0" timeOffset="99474">9033 12347 11390,'-2'-3'7747,"1"0"-6145,1 3-1513,86-68-2689,-34 40 2609,-13 2 1,7-5-1,-3 3 27,3 6 1,-2 3-12,-6-1 0,-1 0-14,-2 1 1,-2-2 327,-6 2 1,-3-1-139,6-10 621,0-6-329,-11 3 453,-9 2-654,-6 12 195,-3 0-112,-1 13 1267,0 0-1581,-1 26-10,-3 10-29,-2 14-5,1-13 0,-1 2-102,0-1 0,0 0 99,-1 9 0,-2 2 0,-3 7 0,0-2 5,1-8 1,1-2-12,-1-4 1,0-2 24,-7 12 35,6-19 16,1-3 319,4-11-162,4-13-185,4-5 34,5-16 367,6-4-412,7-10 33,12-8-11,-2 10-33,6 2-17,-13 18-29,4 5 24,-6 7-7,11 6 1,-10 4-6,12 22-6,-20-10 6,8 23-134,-14-9-415,-2 9-969,-2-1-8290,2 1 9808,1-16 0,1-5 0,-3-17 0</inkml:trace>
  <inkml:trace contextRef="#ctx0" brushRef="#br0" timeOffset="99674">10222 12400 20571,'-4'-2'4654,"1"0"-3813,3 2-1261,-17-45-1317,20 34 1737,-7-30 0,13 42 0,3 4 0</inkml:trace>
  <inkml:trace contextRef="#ctx0" brushRef="#br0" timeOffset="100171">10656 12244 18947,'-2'-36'2430,"-1"-1"1,3-13-2073,-1 5 1,1 1 145,4-1-67,-2 16-280,-1 13 62,-12 11-203,1 9 7,-21 18-23,-1 15 5,10-6 1,0 3-247,3-5 1,0 3 238,0 9 0,-1 5 0,3-3 2,2-7 0,0 3-32,-2 12 0,-1 13 0,0 1 0,3-9-897,2-3 1,2 0 739,1 0 0,-1 9 0,1 0 0,3-7-302,3-10 0,3-5 0,0 2-133,0 9 0,-1 1 1,1-2-114,1 5 1,-1-2-917,-4 4 1,-3-6 1736,-2-13 796,-25 3-220,7-53-200,-7-6 565,0-33-286,19 12 0,2-5-684,2-2 0,2-2 244,0-12 1,5 0-132,8 10 0,5 1-76,2 2 1,3 3-65,-1 10 0,3 2 8,11-10 1,3 2-88,-5 14 1,2 2 27,12-11 1,3 1-82,-3 8 1,1 4-222,4 0 1,0 2-102,-9 4 0,2 2 148,20-5 0,-4 3 0,-16 5 0,25-7 0</inkml:trace>
  <inkml:trace contextRef="#ctx0" brushRef="#br0" timeOffset="101234">10681 12699 24850,'28'-18'91,"1"0"1,-1 0-1,0-1-35,23-16-28,-9 3-3,-8 0 1,-1-3-668,-9 7 0,-1-2 650,11-14 1,-1-3-15,-8 7 0,-3 0 17,-2 1 1,-2 0-7,-4 3 1,-1 0 8,-3 4 0,-2 1 460,3-20-379,-5 12 269,-3 11-258,-2 12-44,-1 7-56,-2 9 670,-6 11-654,-9 14-22,-10 20 3,11-16 0,-1 3-200,-1 3 0,0 2 194,2 1 0,1 0 9,-6 22-1,14-19 1,2 1-45,8 12 2,0-16 1,4-1-143,15 13-130,9-9-99,7-11-74,7-13 45,4-10 135,5-14 190,2-10 112,0-12 56,-5-7 106,-9-2 85,-10-2 105,-13 3 63,-8 5-74,-13 7-111,-8 8-45,-7 7 366,-5 6-484,-1 7-16,-2 7-29,0 9-33,0 6 0,5 5 5,6 2-5,7 0 11,11-3-11,7-6 11,10-7 0,5-8 0,1-6 5,3-11-10,-1-8 16,0-10 6,-3-8 5,-4-6 0,-3-3 18,-1 1 21,-2 6-10,-4 9-29,-2 9-5,-3 7-23,0 6 6,6 3-5,6 1-1,9 3 12,7 4-6,4 3 5,0 6-22,1 5-16,-1 6-18,-3 6 1,-9 3 39,-11-1 5,-12-1 1,-10-2 5,-3-2-12,-2-2 18,2-5-12,4-4-5,10-4 11,5-5-5,11-3 16,6-6 0,5-7 0,1-7 12,-1-7 5,-4-7 33,-4-3 12,-10 0 17,-6 0 16,-13 3-39,-7 3 0,-11 4-16,-4 4-46,-3 5 7,1 6-18,0 4-28,1 6-100,3 4-359,2 5-924,7 0-2963,6 4 4380,6-4 0,3-4 0,1-4 0</inkml:trace>
  <inkml:trace contextRef="#ctx0" brushRef="#br0" timeOffset="101668">12408 12374 25068,'6'-42'330,"0"0"1,-1 4 0,0 9-286,1 22-12,1 3-16,5 7-28,5 7 11,8 10-17,3 12-11,2 12-17,-2 11-45,-16-25 1,-2 2-37,-1 1 0,-3 0-42,-3 28 112,-15-11 90,-24-15-17,9-18 139,-22-15-94,32-8 78,-5-16-17,20-6-44,12-14 27,12-5-50,1 17 0,2 2-28,12-11-17,-8 14 0,0 3-33,11-1-28,11-2-275,0 7-1882,7 4 324,-21 7 1035,8 2 0,-34 4 0,3 1 0</inkml:trace>
  <inkml:trace contextRef="#ctx0" brushRef="#br0" timeOffset="101951">13308 12108 17994,'1'-6'6856,"0"2"-5674,-1 4-1092,-17-29-4185,-14 61 4123,-3-33 0,7 36 0,2 14 27,6-12 0,1 1-50,-4 14 1,2 3-6,3 1 0,4 3-8,7-12 1,2 1 0,4-1-2,3 11 1,3-1-4,2-4 1,3-3-87,6-8 0,6-4-989,7-9 1,3-4-3830,0-1 1,2-4 3694,-2-3 1,-1-5 0,2-6-1,-24-6 1</inkml:trace>
  <inkml:trace contextRef="#ctx0" brushRef="#br0" timeOffset="104574">13660 12298 22884,'19'-39'358,"1"1"1,-3 0-1,-3 14-229,-10 26-28,1 6 50,3 9-16,1 10-40,-3 22-56,-5 1-306,-4 3 211,-11 4-218,-5-9-505,3-12 1,0 0-248,-6 11-3595,6-14 1,0-4 4620,4-8 0,-1 2 0,10-18 0</inkml:trace>
  <inkml:trace contextRef="#ctx0" brushRef="#br0" timeOffset="105168">14074 12347 16196,'2'-3'6089,"-1"0"-5305,-1 3-571,25-25 0,-14 22-68,18-18 6,-23 29 6,-4 1-95,-3-2 106,-5 6-62,-1-6 45,-3 2 40,3-6-29,1-5-100,2-1 50,0-8-3398,2-12 3309,4 4 44,12-22-39,5 15 0,13-9-17,-9 14 23,18 1-23,-19 11-2280,27 0 2269,-29 10 2252,24 12-2263,-27-2 0,18 29 5,-22-18-22,4 39-34,-26-16-285,-2-11 1,-3 0 290,-19 15-53,-7-10 0,-2-1 81,-6 2 41,13-14 0,-4 1 0,4-4 21,-9 2-111,3-7 0,3-4 167,13-9 2975,-6-12-2919,30-14-67,11-4 10,15-7 812,9 9-862,6 4-17,15 4-27,-16 8-6,19 2 563,-30 6-927,33 9-6,-29-3-1193,4 3 0,1 2-8257,9 1 8354,4 3 1,-22-8 0,-21-6 0</inkml:trace>
  <inkml:trace contextRef="#ctx0" brushRef="#br0" timeOffset="105884">14865 12392 1705,'-7'-6'6576,"2"2"-1820,5 4 284,0 0-3311,23-53-1213,-15 33-35,5-10 1,1 0-280,-8 17 2052,4 1-2181,5-1-51,4 2 12,5 1-1,2 4-21,2 3-24,0 3 24,-1 7 21,0 5-27,-4 7 5,-3 5-5,-8 6-46,-7 2 29,-12 4 17,-8-2-6,-9 0 33,-5-3-5,-2-4 17,1-6 90,3-7 111,6-6-33,4-10-62,6-7 28,5-6-33,3-4-40,8-2-11,3 1-44,8 3-29,-2 5 18,15 3-40,-3 6-6,18 5-22,1 9 68,7 10-18,-23-8 0,1 3-175,1 0 1,-1 2 140,-2 0 1,-2 1-11,15 16-7,-18-3 7,-23-2 11,-10-10-118,-39 3 0,15-14-252,-11-2 1,-5-3-505,17-5 0,-1-2-538,-16-2 0,1-1-795,17 0 1,2-1 2217,-29-11 0,38 11 0,2 0 0</inkml:trace>
  <inkml:trace contextRef="#ctx0" brushRef="#br0" timeOffset="107401">14739 12723 20470,'14'-22'638,"-5"5"-464,-16 21 22,-2 1-39,0 3-40,-1 1-66,3 0 5,1 0 11,3 1-22,0 1 11,2 1-28,1-2 0,0-3 129,0-4 476,0-2-325,4-6-129,1-3-95,2-3 90,1-3-12,-2 2 6,0-2 84,-2 2-112,-1 4-89,-2 3 5,-2 4-45,-1 0-11,-2 1 11,-3 2 6,-5 6-23,1 1 1,-1 2-7,4 2 7,4-2-12,1 2 23,3-4-1,0-2-5,0-5 34,3-1-17,0-2 27,9-6-21,-7 0 22,9-12-29,-9 9 29,3-8 28,-6 10 11,0-2-73,-2 5 17,-2 2-28,0 2-11,-7 6 17,4-1-12,-7 9-5,7-5 0,-1 5 22,5-5-6,2-3-5,3-2 34,8-2-17,2-3-6,3-2 23,-2-4 27,-4-1-33,-3 1 62,-3 1-79,-3 3-140,-4 0-280,-4 2-11,-1 1-1736,-6 2 2156,1 3 0,4-3 0,1 2 0</inkml:trace>
  <inkml:trace contextRef="#ctx0" brushRef="#br0" timeOffset="108057">15665 11942 14538,'-3'-3'6677,"0"0"-3720,3 3-2632,-34-44-112,25 32-56,-25-31-129,34 42-12,3 1 18,3 3-12,8 5-5,11 10-22,9 11 5,-1-1-6,-5 1 0,1 4 0,-8-6 1,0 2-406,9 14 0,-1 2 400,-7-5 0,-2 1-20,-2 2 0,-2-2 0,-4-8 1,-4 1-180,-3 15 0,-6 0-81,-9 4-723,-12 5 0,-6-2-302,-9-8-1961,5-15 0,-5 2 0,4-5 1682,-10 3 1,11-10-1,4-4 1,17-12-1</inkml:trace>
  <inkml:trace contextRef="#ctx0" brushRef="#br0" timeOffset="109568">16507 12273 19776,'34'-13'-564,"1"0"0,2 2 0,2 4-1484,9 10 1,0 4-478,-13-3 0,0 1 2525,13 3 0,-6-1 0,-16-2 0,-3 1 0</inkml:trace>
  <inkml:trace contextRef="#ctx0" brushRef="#br0" timeOffset="109940">16618 12473 18224,'-37'10'722,"0"0"1,-19 7-325,79-17-381,-3 1-40,34-5-78,-17 0 1,0-2 27,25-3-160,-14 1 1,-1 0 159,9-4 78,-22 2 1,-2-1 33,5-3 140,-12-16-111,-25 14 105,-12-18 169,-7 8 492,-16-19 57,8 6 44,-1-4 175,15 14-830,6 10 134,5 4-151,2 7-229,4 3-23,3 7-5,7 12-6,-1 3-6,11 35-72,-8-5-12,3 12-437,-13-18 1,-3-1-3248,-9 20 2046,3-24 0,-3-1 1728,-17 20 0,11-35 0,-1-1 0</inkml:trace>
  <inkml:trace contextRef="#ctx0" brushRef="#br0" timeOffset="111157">7986 12970 12337,'-32'24'364,"0"0"0,0-2 0,13-5-123,23-12 90,-2-1 111,-1 0-28,-2 1-128,-2 0-96,-2-2-66,1-1-57,2-1-157,1 0 157,6-1 68,3 0 196,9 0 397,9 0 117,13-1-245,15-2-413,-19 1 1,3-1-601,8-1 0,2 0 449,-8 1 1,4-1 6,8 0 0,6 0 0,-2 0-23,-10 1 1,-1 0 0,3 0-775,3 0 1,4-1-1,1 1 1,-2 0 753,-4 0 0,-1 1 0,0 0 0,1 0 1,3 0 0,1 0 1,0 1-1,-3-1-366,6 1 0,-3 0 0,5 0 369,-7 0 1,4 1-1,2 0 1,0 0-1,-5 1-295,-1-1 0,-2 1 0,-1 0 0,4-1 293,3 1 0,5 0 1,1-1-1,0 1 1,-3 0-245,3 1 0,-1-1 0,-1 1 1,0 0 241,-1 0 0,0-1 0,0 1 0,-1 0 0,-2-1 0,0 1 0,0 0 0,-1 0 92,-2 0 0,-1 0 0,1 0 0,-2 0-90,-2 0 1,-1-1 0,0 1 0,-1 0-4,12 0 1,-1 0 0,-1-1 4,-5 0 0,-1 1 0,-2-2 272,16 1 1,-4 0-255,-9-2 1,-4 0 890,-10 0 0,-3 0-672,13-3 1993,-21-1-1898,-16 2 1358,-11-1-1879,-6 2 686,-5-2-1947,-1 2-5407,2-1 6853,4 0 0,3 1 0,3 0 0</inkml:trace>
  <inkml:trace contextRef="#ctx0" brushRef="#br0" timeOffset="112384">18267 12307 17322,'-3'-5'2185,"1"0"1791,2 5-3875,-28-54-101,20 40 23,-22-33 5,29 56-23,-6 15 1,-3 6-79,-14 25-95,5-14-846,-2-2 0,0-1-6424,-5 10 7438,9-17 0,1-2 0,1 1 0,8-16 0</inkml:trace>
  <inkml:trace contextRef="#ctx0" brushRef="#br0" timeOffset="113001">18718 12329 18280,'0'-4'3091,"0"1"-816,0 3-2225,6-22 1,-4 21-18,4-16 102,-12 34-91,1-8 57,-17 13-11,4-10 67,-9 3-51,10-9 258,-2-5-146,11-8-78,0-7-44,11-9-40,5-5-34,3 4 17,8-7 12,4 3-12,3 2-16,5 3-18,-5 15 7,0 3-1,-6 7-17,14 10-5,-10 7 5,5 6-27,-2 23 5,-18-8-1683,-7-8 1,-3 1 1688,-12 12-43,-14-7 1,-9-1-395,3-8 0,-3-2 438,1-1 1,-3 2-1,0-3 24,-14 5 0,1-5 39,2-3 0,1-4 28,7-6 0,2-3 98,-19-6-28,24-14-16,19-10-1,22-7-50,14-2-45,4 7 11,27-1-34,-13 15 12,21 0 0,-10 18-17,0 9 2976,-12 3-3122,-12-1 1,-2 3-730,5 11-1566,6 15 2441,-21-8 0,-7-20 0,-7-3 0</inkml:trace>
  <inkml:trace contextRef="#ctx0" brushRef="#br0" timeOffset="114157">18055 12368 7582,'3'-4'7684,"-1"0"-1685,-2 4-5405,51-46-56,-30 30-314,9-11 0,-1 2 151,-14 16-56,-4 0 6,-3 2-56,-2 1-6,-2 0 0,-2-1-44,0 1-18,-1-2-38,0 1-34,2 0-17,-1 1-45,1 1-5,-3 2-51,1 2 0,-7 14 6,-3 7 0,-8 18-11,-4 8-23,-1 6-373,-1 5 396,1 1-12,2-1-5,1-4-43,2-7 93,2-8-16,2-9 5,2-9 56,3-8 50,2-7 371,2-7-443,2-6 33,0-9-84,0-10 12,4-10-12,4-8-6,4-6 18,4-6-364,2-1 364,0 2-7,-1 7-21,-1 8 5,-2 9 0,-2 8 17,-2 9-12,-4 8-27,-2 5 379,-1 11-351,-1 10 5,-5 14-11,-3 14-22,-7 8 16,-4 4-293,-1 1 288,1-5 8,1-6-2,2-10 5,4-9 28,3-11 61,4-9 12,3-8 254,2-11-327,5-10-20,5-15 3,5-10 12,6-9-29,3-3 12,3 2 5,-3 12 0,-7 14-28,-8 15-22,-6 8 34,-5 10 16,-6 10-11,-5 10 17,-7 11-29,-4 6-77,0 2-292,0 2-1109,3-2-6200,5-1 7690,4-11 0,7-15 0,3-12 0</inkml:trace>
  <inkml:trace contextRef="#ctx0" brushRef="#br0" timeOffset="114540">17997 12376 24575,'0'0'0</inkml:trace>
  <inkml:trace contextRef="#ctx0" brushRef="#br0" timeOffset="123750">1564 14077 12298,'0'0'0</inkml:trace>
  <inkml:trace contextRef="#ctx0" brushRef="#br0" timeOffset="151517">1485 14067 22711,'-30'-17'207,"0"0"0,-27-4-157,30 28 23,-8 12-17,7 2-39,-6 9 17,-1 15-23,15-14 11,-2 26-27,18-32-12,11 30 28,2-33-5,27 24 16,-6-24-16,16 9-1,-13-14 51,14 6-39,-20-8 28,6 4 16,-20-4-10,-15 0-12,-5-2 62,-28 14-73,11-13 16,-8 1 1,-5-2 6,-13-3-21,12-4 1,0-1-14,-12-3-39,-6-11-68,20-6-559,-6-19 33,19 8-8828,10-18 9444,19 23 0,-2-1 0,3 14 0</inkml:trace>
  <inkml:trace contextRef="#ctx0" brushRef="#br0" timeOffset="151858">1873 14076 25281,'1'-34'6,"-1"18"-6,1 43-9,2 5 1,1 1-15,2 5-170,4 11 0,1 3-650,-2-20 1,0 1 33,3 13 0,0 0-183,1 9-7790,-5 4 3752,-9-34 5030,-4 6 0,1-25 0,-1-1 0</inkml:trace>
  <inkml:trace contextRef="#ctx0" brushRef="#br0" timeOffset="152850">1811 14465 23041,'-12'-30'5,"1"0"1,6-21-45,49 41-45,17-3-578,-26 5 0,1 0 583,3-2 1,-1 0 8,1-1 0,-2-2 36,18-6 80,-22 4 0,-2-1 21,3-4 365,9-6-157,-25 9 66,-8 6-201,-7 6 681,-5 3-569,-10 5 181,-3 4-259,-9 5-107,4 6-39,2 2-11,5 0-6,7-1 0,7-2 17,7-4 23,9-5 5,7-4-6,7-7 45,1-7 57,-2-6 60,-4-8 57,-8-4 51,-6-1-158,-7 5 253,-9-7-214,-5 14-66,-6-5-74,-3 13-33,-1 5-5,-3 10-23,-1 7 0,-1 11 0,1 8 0,4 9-45,7 6-78,6 5-185,17 2-482,16-1 82,-5-27 1,4-3 18,6-1 1,3-2-939,4-3 1,3-3-18,0-3 0,0-4 660,-2-5 1,-3-3 731,18-5 870,-26-9 1,-2-3 1285,2-14 258,9-17-290,-20 7-517,-7 2-359,-5 5 117,-3 8-513,-2 7 428,-2 9-820,1 6-28,-2 4-185,-2 8-6,-1 10 5,-2 16 12,-3 16-1,0 12-11,6-26 1,-1 1-443,0 2 0,1 1 434,0 0 0,0 0 2,1-3 1,0-2 0,-2 22 11,0-20 34,0-19-23,-1-17 11,0-18-22,-1-18-11,0-21 88,3 19 1,0-2-84,1-6 0,0-3 6,0-4 0,1 0 8,2 0 1,1 2-4,1 4 1,2 3 5,0 8 1,2 3-7,6-15 1,2 16 0,3 11-23,4 5 22,9 7-21,8 4 752,6 10-736,2 9-34,-1 14 6,-10 10 23,-13 7 16,-24 5-39,-22 1-67,-20-6-54,17-25 1,-2-3-749,-30 8-1785,8-12 2682,12-21 0,20 5 0,9-10 0</inkml:trace>
  <inkml:trace contextRef="#ctx0" brushRef="#br0" timeOffset="153092">3328 14300 22151,'-4'1'3763,"1"0"-3399,3-1-436,0-23-214,13 11-1613,18-23 348,0 21 1551,25-7 0,-39 14 0,8-2 0</inkml:trace>
  <inkml:trace contextRef="#ctx0" brushRef="#br0" timeOffset="153490">3688 14077 20044,'-4'0'4694,"1"0"-4145,3 0-336,-19-65-112,21 41-65,-10-15 1,5 4 7,20 21-27,2 5 6,3 5-35,3 6 24,-5 3-35,12 18-10,-10 3 16,5 16-11,-14 3 11,-13 7 23,-17 6-385,2-28 1,-5-1 389,-3 0 1,-3-1-1579,-5 3 0,0-2 1572,-10 9 6,-1 2-11,31-25 6,2 0 5,13-9-16,23-4 5,0-4-9,15-2 1,4 0-9,5-1-138,3 0 0,3 0-170,-15 3 0,-1-1-529,11 0 0,1-1-2854,-4 1 0,-1 1 3708,-8 0 0,-4 1 0,7-1 0,-23 2 0</inkml:trace>
  <inkml:trace contextRef="#ctx0" brushRef="#br0" timeOffset="153901">222 15392 19892,'45'-30'147,"1"1"1,-1-1 0,9-1 0,2 1 0,0 5-98,-10 11 1,-1 3 0,5-1-929,-2 0 1,6 0 0,2-1 0,0 0-1,-4 1 895,-1 1 0,-5 0 0,3 1 0,5-1 6,-2 1 0,7-1 0,4 0 0,1 0 1,-1 1-1,-3 0 0,-7 1-12,2 1 0,-7 1 0,0 0 1,8-1 0,-3 2 0,5-2 0,5 1 0,1-1 0,0 1 0,-2 0 0,-4 1-53,5 0 0,-4 1 0,0 1 0,0 0 0,6 0 59,-11 0 1,3 1 0,2 0 0,2 0 0,0 0 0,-2 0 0,-1 0 0,-4 0-133,11 0 1,-3 0-1,-3 1 1,2-1-1,2 1 118,-9 1 1,4-1 0,0 0 0,1 1 0,-2 0 0,-3 0 0,-5 0 4,6 0 1,-6 1 0,-2 0 0,2 0-128,6-1 1,0 1-1,0 0 1,-3-1 100,2 1 0,-2 1 1,-5-1 518,4 1 1,-7 0-7661,-1 2 7158,-34-1 0,-13 0 0,-4-2 0</inkml:trace>
  <inkml:trace contextRef="#ctx0" brushRef="#br0" timeOffset="156041">6023 14214 15698,'0'-10'3229,"3"-29"0,1-6-2238,4 8-641,-2-11 0,2 1 171,5 17-202,-3 9-167,-4 10-108,-2 7-16,-3 8 28,-3 10 6,-2 14-23,-4 15-39,-3 10-214,5-22 1,0 1 159,-1 2 1,2 0-191,0 2 1,1 0-488,1 0 1,1-1-1236,1-2 0,2-2 1966,5 25 0,-3-27 0,3-10 0</inkml:trace>
  <inkml:trace contextRef="#ctx0" brushRef="#br0" timeOffset="156601">6519 14010 23310,'34'-3'212,"-1"1"1,19 1 95,-53 17-11,-9 0-22,-9-2-7,-5-5 24,-3-4-34,2-12-51,4-7-33,6-15-34,7-8-23,12-10-55,10-2-29,8 5 7,5 8-29,0 11 6,2 9-6,5 9-6,3 6-16,6 14-6,2 12 23,-2 17-307,-24-17 0,-4 4 284,-3 4 1,-5 2-26,-9 4 0,-7 1-42,-5 5 0,-7 0 22,-8 4 1,-6-2-435,-4 1 0,-3-3 529,-1-4 1,-1-4 30,3-7 1,0-5 16,5-7 0,2-7 110,-17-7-62,18-17-85,17-12 510,15-3-554,10 2 1045,8 4-1034,9 7-11,8 5 6,10 4-45,11 3-341,-23 3 1,1 0 29,4 0 0,1 0-594,2 1 0,0-1-3279,3 0 0,-2 1 4223,-4-2 0,-3 1 0,11 0 0,-21-1 0</inkml:trace>
  <inkml:trace contextRef="#ctx0" brushRef="#br0" timeOffset="156951">7368 13921 19288,'-4'-6'5948,"1"1"-5342,3 5-86,0 0-508,-46-45 10,35 39 17,-31-29-11,51 54 6,9 7-29,11 6 18,12 5-142,-16-18 1,3 2 120,12 8 1,1 0-245,-12-8 0,0-1 239,15 12 0,-3 0 15,4 13-4,-21-18 0,-4 1-8,3 23 0,-28-6 12,-18-6-12,-18-8-28,-5-6-112,1-7-1127,4-8 170,17-5-8734,3-7 8090,17 1 1,0-2 0,4 2 0</inkml:trace>
  <inkml:trace contextRef="#ctx0" brushRef="#br0" timeOffset="157358">8227 14115 20523,'0'-4'4868,"0"1"-3924,0 3-904,-39-18 2,14 30-25,-32-6-17,33 26 24,3 10-35,13-8 55,12 15-105,13-11 44,6-6-28,17-10 28,-2-14 23,12-1-1,-2-15 113,-1-15-28,-17-9-40,-8-3 51,-18-11-12,-12-1-10,-7-14-37,-2 25 0,-1 3-25,-9-11 5,-16-1-16,16 29-40,-4 3-151,7 8-1619,0 18-4788,5 3 6592,-1 7 0,10-11 0,5-5 0</inkml:trace>
  <inkml:trace contextRef="#ctx0" brushRef="#br0" timeOffset="157951">9293 14286 21304,'-7'-57'1417,"-1"1"1,1 10-1,2 6-1025,6 5-218,0 22-152,-1 7 6,2 7-6,0 8 18,3 18-57,3 10 22,6 20-16,5-1-6,7 2 29,7-8-1,6-12 6,3-12 16,2-14 12,2-15-34,-6-6-14,-1-9 1,2-4-1189,-7 4 0,2-2 1191,0 0 0,2-2 0,1 1 0,17-8 0,1 0-311,-14 10 1,1 0-1,1 2 311,3 0 0,2 1 0,-1 2 0,2 1 0,0 2 0,0 2-17,-4 1 1,1 1-1,-2 2-116,-1 2 1,0 0-1,-4 1-46,-1 1 0,-3 2-510,-1 1 0,-6 2-2201,-15 6-1686,-3 0 4006,-13 1 0,2-8 0,-2-1 0</inkml:trace>
  <inkml:trace contextRef="#ctx0" brushRef="#br0" timeOffset="159301">6264 15964 22649,'-2'11'1590,"11"-12"-1287,24-38-68,7-10-146,-20 22 1,0-3-675,6-12 1,-1 0 614,-8 11 1,-1-1 2,8-18 1,-2-3-12,-8 14 1,-1 0 5,4-9 0,-1-2 3,-2 3 0,-2 2 116,-1 4 1,-2 2-112,-2 5 0,-2 1 26,1-21 5,-9 14-56,-6 12-33,-7 13 0,-6 13 1032,-4 19-1022,-7 18-5,13-9 1,0 4-282,-1 6 1,1 2 280,-1 4 1,3 4-4,1 15 0,3-1 26,4-17 0,2-1-37,2 16 0,5-1-87,4-23 0,3-2-196,3 7 1,3-1-300,4-4 0,4-2-477,4-4 1,3-2-3827,12-2 1,2-4 4750,-9-6 1,-1-3-1,25 5 1,-33-13-1</inkml:trace>
  <inkml:trace contextRef="#ctx0" brushRef="#br0" timeOffset="159758">7179 15592 13693,'0'-3'6872,"0"0"-3954,0 3-2722,-68-20-84,37 28-64,-12-12 0,1 6-9,12 33-28,2 6-45,4 11 18,10-7 4,5-5-21,16-9 16,6-14 39,9-1 23,7-9 50,2-15 51,11-21-79,-13 1 8,-7 2 1,-2-3-401,4-24 392,-9 15 1,-1-3 10,-1-5 0,-1-3 104,2-14 0,0 2-92,-5 18 0,-1 0 120,4-11 0,-1 3 216,-1-1 27,0-8-257,-4 25-106,-3 10-73,-3 18-17,0 7 0,0 9 459,0 12-459,0 19-8,0-2 0,-1 3 2,0-1 0,0 1-361,0 1 0,0 0 294,-1 2 0,1-2-140,0-9 1,1 0-287,1 5 0,2 0-554,1-5 1,3-1 1052,7-2 0,2-4 0,0 3 0,7-6 0</inkml:trace>
  <inkml:trace contextRef="#ctx0" brushRef="#br0" timeOffset="159991">7946 15513 18975,'-4'-3'4945,"1"2"-4530,3 1-606,69-48-402,-19 29 332,-4-8 1,3 2-1995,-2 15 0,-3 6-7576,13 0 8390,-22 1 1,-4 1 0,-3 2 0,-22 0 0</inkml:trace>
  <inkml:trace contextRef="#ctx0" brushRef="#br0" timeOffset="160184">8099 15685 21332,'-6'2'4280,"2"0"-3513,4-2-722,43-7-73,-5-5-112,0 3 0,2-2-571,-7-1 0,-2 0-275,4-1 1,0 0-2862,23-7 3847,-24 8 0,-4 1 0,-4 3 0,1 0 0</inkml:trace>
  <inkml:trace contextRef="#ctx0" brushRef="#br0" timeOffset="161574">9563 15210 16936,'0'-5'5707,"1"2"-4032,-1 3-1378,20-14-40,-16 28-89,8 0-106,-27 40-62,1-21 0,-1 0-427,-3 5 1,0 0 68,-2 3 0,1 0-740,1-2 0,2 1-3240,4-5 0,2-1 3547,-2 16 1,9-23 0,3-16 0</inkml:trace>
  <inkml:trace contextRef="#ctx0" brushRef="#br0" timeOffset="162141">10018 15242 24895,'8'-19'268,"-2"8"-161,-9 25-34,-3 1-6,-7 0 1,-5-1 27,-3-4 45,0-4 39,2-13-78,6-7-56,4-6 11,9-12 56,8 3 0,6-9-45,7 5-11,11 2-39,-11 13 11,11 3-23,-12 12-10,6 7-7,1 12-27,-1 13 28,-5 13 11,-7 12-11,-13-23 0,-5 1-318,-4 4 0,-5 1 270,-7 4 0,-4 1-436,-6 1 1,-3 0 477,-3-1 0,-2-2 31,1-6 0,0-3-95,3-7 1,1-5 231,-21 1 34,15-23-146,19-5 45,15-23-45,11 14 508,14-14-513,6 13 920,12-3-954,19 2 5,-15 9-30,-10 6 0,1 1-121,16 3-143,-18 2 1,2 0-429,-1 2 0,1-1-4199,6 1 1,-1-1 2457,8 2 0,-4-3 1,-35-2-1</inkml:trace>
  <inkml:trace contextRef="#ctx0" brushRef="#br0" timeOffset="162374">11134 15222 18592,'4'-12'4363,"-1"3"-2964,-3 9-498,0 0-861,-15 14 357,-1 11-358,-20 19-42,18-17 1,-2 1-321,-8 10 1,-1 0-56,3-4 0,1 0-73,0-2 0,0 0-2028,3-4 1,2-3 1808,-4 2 1,4-5 0,12-12 0</inkml:trace>
  <inkml:trace contextRef="#ctx0" brushRef="#br0" timeOffset="162758">10675 15219 19546,'-3'-4'4873,"0"0"-3910,3 4-935,-30-12-22,17 24 0,-20-12-12,27 41-11,9-13 12,6 11-2,10-14 2,9-7 10,-4-8 2,8-5 21,-4-14-12,-6 2 68,0-22 6,-18 3 22,-8-11-56,-3 11 134,-22-7-122,9 21-29,-14-5-28,17 17-22,-3 6-34,6 5-168,-1 8-857,6 4-4822,5 3 5892,6-3 0,0-7 0,1-8 0</inkml:trace>
  <inkml:trace contextRef="#ctx0" brushRef="#br0" timeOffset="163151">11399 15482 25965,'-33'23'15,"0"-1"0,4-2 0,6 0-38,18 6 34,4-7-22,11 2 11,5-9 11,12 1-16,4-8 22,3-5 11,-2-7 56,-9-5 33,-9-7-50,-8 2 135,-14-15-90,-6 10 0,-12-9-56,-4 12-39,2 8-23,4 6-162,8 3-459,6 4-1378,6 3-578,3-1 2583,4 2 0,-3-5 0,3 1 0</inkml:trace>
  <inkml:trace contextRef="#ctx0" brushRef="#br0" timeOffset="163390">11914 15217 24307,'0'-5'2447,"0"2"-1959,0 3-466,6-2-22,-4 22 0,3 7-39,-5 11-163,-2-4 1,-1 0-1278,-3 19-672,1-16 0,1 1 2151,-1 22 0,3-27 0,2-10 0</inkml:trace>
  <inkml:trace contextRef="#ctx0" brushRef="#br0" timeOffset="163774">12331 15332 18358,'0'-6'6576,"0"1"-5024,0 5-1496,-43-20-6,23 29-44,-30-19-12,33 52 0,11-10-10,3 17-18,16-8-50,10-6 22,12-7 29,5-9 16,3-10 39,-4-10-16,-3-10 39,-9-13 22,-7-9 28,-8-8 28,-6-5-33,-5-1 28,-2 3-12,-4 6-39,-7 9-16,-8 9-40,-5 11-22,-4 4-73,-3 7-381,0 6-1664,3 6-7702,7 3 8723,8-5 1,7-3 0,6-7 0</inkml:trace>
  <inkml:trace contextRef="#ctx0" brushRef="#br0" timeOffset="164574">13053 15092 25387,'52'-9'-125,"-1"0"0,-1 2 0,-4 4-356,14 9-259,-5 6-77,-13 3 139,-16 3 364,-22 3 280,-25 3 169,-24 7-3,14-12 0,-4-1-321,-3 3 0,-2-1 519,-1 1 1,1 0 16,2-1 0,0-1-100,7-2 0,1-1 168,-13 9-146,18-10-22,16-9-46,19-4-111,18-9-68,24-3-28,-18 2 1,2-1 159,3-1 1,1 0-186,-1-1 0,0-2 23,-5-1 0,-2-2 13,18-22 27,-20-8 18,-18-3 62,-19-3 0,-14-1-261,-8-1 345,-3 3 62,5 9 33,6 10 350,7 13-580,8 10 63,3 7-119,4 9 312,7 8-312,7 14-10,13 12-7,-9-15 1,1 1-447,5 3 0,-1 2 399,1 2 0,-1 2-70,-3-1 0,-2 2-394,-5-1 1,-5 1-254,-6-3 0,-5-1-2428,-5-1 0,-4-3 3204,-16 18 0,7-20 0,8-13 0</inkml:trace>
  <inkml:trace contextRef="#ctx0" brushRef="#br0" timeOffset="165073">14170 15194 18700,'-1'-3'5993,"1"1"-5640,0 2 118,-3-63-158,7 30-207,-2-8 1,3 1-17,12 10-68,6 7 1,4 9-12,3 6-6,1 11-16,-1 9 22,-3 12 1,-8 14-35,-7 10-22,-14 11-229,-5-27 1,-3 1 248,-5 1 0,-3 0 19,-3 0 1,-3 0-1,-5 5 1,-1-1 5,9-13 0,1-1 5,-6 6 1,2-2 16,3-2 1,3-2 16,11-10-6,15-8-21,11-4 4,18-5-16,14-2 6,-19 0 0,2 0-141,6 0 1,1 0 111,7 1 1,2 1-202,7 0 0,1 1-902,-15 1 1,0 0 0,2 1 1125,4-1 0,0 1 0,-3 0 0,-5 0 0,-2 0 0,-5 0 0,0 0 0</inkml:trace>
  <inkml:trace contextRef="#ctx0" brushRef="#br0" timeOffset="167017">6518 16745 23355,'3'-43'242,"0"1"1,-1 2 0,5 14-215,9 29 33,6 16-16,1 19-51,1 17-234,-14-22 0,0 3 215,-2 2 0,-2 1-20,-1 2 0,-2 0-201,-1 1 0,-2-1 243,-2-2 0,-3-1 3,-1-4 0,-1-3 6,-11 15 72,0-19 57,3-15-23,6-20 363,4-11-340,6-19-62,8-10 5,11-8-36,-6 26 0,2 1-51,3 2 1,2 0-59,2 3 0,1 1-82,1 3 1,1 2-526,29-11-693,4 7-311,-28 14 1,0 2-3290,20-3 4967,2 4 0,-33 4 0,-1 0 0</inkml:trace>
  <inkml:trace contextRef="#ctx0" brushRef="#br0" timeOffset="167690">7234 16882 24603,'25'-25'50,"0"1"1,20-17 33,-24 28 51,-4 0-18,-8-3-55,-4-2-29,-10 1 7,-4 0-12,-6 5-23,-2 4 18,-5 4-40,8 4 17,-5 5 11,8 5-39,0 7-17,2 4 6,5 7 11,4 5 22,7 6-22,6 2 0,12-1-89,20 4 66,-9-17-13,-7-11 0,1-3-76,10-5 61,7-4 62,-6-12 40,-5-9 10,-4-10 57,-6-5 89,-5-3 12,-9 2-23,-5 5 0,-5 9-67,-1 9-84,-1 6-17,0 8-6,-1 5-5,1 8 11,4 13 17,4-1-23,4 0-22,9-4 23,2-8 21,9 0-4,3-7-18,10-11 0,-14-6 96,11-15 50,-15-2 84,3-12 39,-7 0-5,-8 0-17,-8 4-90,-4 6-62,-2 6-72,-1 8-56,0 5-45,0 4-302,5 3-124,0 0-8385,15 4 8047,-6-2 0,2 2 0,-10-3 0</inkml:trace>
  <inkml:trace contextRef="#ctx0" brushRef="#br0" timeOffset="169624">14359 11515 5739,'0'0'0</inkml:trace>
  <inkml:trace contextRef="#ctx0" brushRef="#br0" timeOffset="182449">8380 16815 16690,'41'-20'50,"-1"0"1,1 0-1,17-7 1,-5 5-135,-20 15 0,-3 3-286,2-1 0,0 1-1526,27-1 1896,-6 2 0,-26 2 0,-8 1 0</inkml:trace>
  <inkml:trace contextRef="#ctx0" brushRef="#br0" timeOffset="182665">8508 17058 23394,'39'-19'-28,"0"0"0,0 1 0,18-9 0,-2 4-222,-16 11 1,-3 3-232,24-6-2995,-14 4 0,-1 1 2061,6-2 0,5-1 0,-35 9 0</inkml:trace>
  <inkml:trace contextRef="#ctx0" brushRef="#br0" timeOffset="185048">4456 11613 14068,'-39'4'336,"0"0"0,-23 4-347,61-7 352,5 3 102,5 0 0,11 1-141,8-1-117,13-1-68,14-1-507,-20-2 0,3-1 390,6-1 0,3-1-26,6-1 1,2-2-9,5 0 1,1-1-286,-19 2 1,1 1-1,-1-1 315,1 0 0,-1 0 1,1 1-23,17-2 1,-1 1-31,-6 0 0,-3 1-14,-9 1 0,-3 0 54,13 0 139,-25 2-39,-22 1 677,-18 3-727,-13 0 992,-10 3-1038,-7 1 12,-4 0 12,-6 1-427,-7 1 437,27-4 1,-1 1-1,-3 0 0,-1 0 26,-2 2 0,0 0 5,0 0 0,0 1-25,1 0 0,2 1-11,2-1 0,2 0-17,-22 8-73,16-4-112,17-2 135,12-4 162,12-1-34,9-2 12,11-1 453,11-1-459,11-3-11,11-4-65,-21 1 1,0-1-303,5-1 1,1-1 181,2-1 0,1-1-727,2 0 1,1 0-753,1 0 1,1-1 1590,7-1 0,-4 1 0,8-1 0,-6 1 0</inkml:trace>
  <inkml:trace contextRef="#ctx0" brushRef="#br0" timeOffset="186958">9859 16518 17300,'16'-54'866,"-1"-1"0,1 5 1,1 9-554,9 14-94,5 6-124,-6 7-5582,16 4 5515,-21 7 1426,27 7-1454,-20 9 0,13 13-28,-11 5-6,-8-3 866,-4 8-877,-13 0 67,-10 0 23,-12 4 3437,-12-12-3326,-4-4-55,4-7 431,-13-3-313,23-9 493,-16-1-332,25-8-150,-1-2-107,11-3-72,6 0-23,6 2-12,10 2-27,7 3 28,8 3-17,5 7-6,8 6 18,3 8-392,3 7 369,-3 6-28,-7 1-1,-16-6-16,-18 11-5,-27-14 33,-18 10 17,-22-11 2,24-16 1,-1-2-43,-1-1 1,1-1-129,0-2 0,2-2-673,-23-5-2431,12-10-2099,19-3 5382,11-8 0,10 14 0,2 0 0</inkml:trace>
  <inkml:trace contextRef="#ctx0" brushRef="#br0" timeOffset="187676">10967 16422 11334,'1'-7'8150,"-1"1"-6733,0 6-151,0 0-1008,33-30-45,-16 40-68,28-14-72,-26 50-45,-2 5-117,-5 4-242,-6 0-470,-8 1-1299,-6-4-3434,-8-7 5534,-4-9 0,8-18 0,1-7 0</inkml:trace>
  <inkml:trace contextRef="#ctx0" brushRef="#br0" timeOffset="188248">10811 16624 11312,'-2'-2'8363,"-1"0"-5989,3 2-2233,-12-29-68,21 21-45,1-21 5,46 28-44,-12 1-462,-4-1 1,1 0 402,-8-1 0,0 0-135,8-2 1,2 0-553,-2-1 0,0-2-316,-5 0 0,-1 0-2097,21-11 253,-21 1 1477,-17 2 1227,-17 4 1374,-13 3-298,-6 3 1174,-3 3-329,4 0-229,5 5-152,3 4-150,0 6-281,-1 5-292,-4 4-167,-5 2-84,-5 2-135,-7 0-145,-11-2-1786,11-10 1,-1-1 1650,-15 3-158,12-7 0,0-1 85,-9-3 124,-5-3 39,13-10 28,15-10 56,12-12 3282,13-7-3248,7-3 460,9 3-348,2 10-11,0 9-62,-2 9-79,-2 7-39,2 8-11,4 7-17,5 9-22,5 7-48,-9-7 1,0 0-38,11 9-114,-9-8 0,1-1-675,10 4-1193,11 5-7781,3-2 8035,-20-12 1,-6-5-1,-22-10 1</inkml:trace>
  <inkml:trace contextRef="#ctx0" brushRef="#br0" timeOffset="188492">11789 16485 18280,'0'-5'5338,"-1"2"-3826,1 3-1473,10-28 17,-5 39-6,7-12-22,-8 49-22,-3 8-157,-2 4-381,0-21 0,0 0-392,0 14-1202,1-17 1,3-1 1695,7 5 1,-3-11 0,2-8 0</inkml:trace>
  <inkml:trace contextRef="#ctx0" brushRef="#br0" timeOffset="188909">12185 16578 24413,'-11'-57'325,"-2"16"-275,3 58-5,-2 16-39,4-7-12,2 19-16,5-12-1,7 8-5,14 4-17,7-13 23,3-3 5,6-13 28,-6-11 12,8-5 22,2-18 11,-10-7-12,-5-6 68,-10-8 34,-9 3 112,-5-18-90,-9 11-22,-12 1-23,-12 19-78,2 9 28,-14 6-62,2 5-28,1 5-196,3 4-672,19 6-118,9-2-5696,6 5 6699,7-6 0,-2-2 0,2-3 0</inkml:trace>
  <inkml:trace contextRef="#ctx0" brushRef="#br0" timeOffset="191298">13196 16474 14387,'2'-7'6402,"-1"2"-4800,-1 5 650,0 0-2012,17-44-156,-13 33-67,13-32 28,-17 53 17,0 12-3432,-6 29 3387,3-10-211,-4 1 1,1-1 182,2-4-29,0-2 0,2 1-49,6 9-242,5 16 62,0-22-1663,5 8 481,-9-32-2440,3 6 3891,-6-14 0,-1-3 0,-1-2 0</inkml:trace>
  <inkml:trace contextRef="#ctx0" brushRef="#br0" timeOffset="191641">12926 16676 21355,'15'-20'638,"13"2"-560,12 12-5,-8 1 1,2 0 26,8 0 1,2-1-1646,2 0 0,1 1 1617,9-1 1,-1 0 8,-11 2 1,-3 1 930,20-3-860,0 1 515,-19 1-505,-9 1 57,-10 1-57,-19 1 1646,-4 1-2216,-4 2-40,2 0-1883,-5 1 2331,5 0 0,0-2 0,1 0 0</inkml:trace>
  <inkml:trace contextRef="#ctx0" brushRef="#br0" timeOffset="193666">14110 16384 21237,'52'-15'1143,"-7"4"-1003,-29 19-67,-3-2 28,-4 1 84,-4 0 16,-10 0-94,-8 1-46,-11 1 1,-7-3 5,-4-2 11,2-5 12,5-6-12,8-6-33,10-9-11,6-6 39,14-14-57,-3 13 35,15-10 22,-3 19-23,8-1-16,2 7-6,10 7-17,-11 6-6,13 10 1,-12 9-6,10 15-6,-1 10 14,-19-9 1,-2 1-20,3 15-31,-12-12 0,-7 0-508,-24 15 446,2-19 0,-4 1 12,-8 0 0,-6-2 97,-12 3 1,-1-3 30,16-11 1,1-3 75,-9 1 0,3-6 140,6-13-12,5-10-44,15-11 0,28-14-117,10 6-62,10 0 5,15 11-2992,14 5 2975,-10 3-22,-3 5 1,2 2-303,-17 1 1,0 1 259,7 1 1,1 0-225,2 1 0,0 1-456,-6-1 0,0 1-1130,11 0 1,1 0-3048,-2-2 1,-1 0 4844,-7 0 1,-3-1 0,9 0 0,-23 0 0</inkml:trace>
  <inkml:trace contextRef="#ctx0" brushRef="#br0" timeOffset="193899">15140 16425 23049,'33'-28'-32,"1"-1"1,-1 1 0,4 2-1,2 2 1,-2 7-325,2 12 1,-1 6 2,0-1 0,-1 0-1089,-1 2 0,-1 1 1442,21 6 0,-16-3 0,-9 1 0</inkml:trace>
  <inkml:trace contextRef="#ctx0" brushRef="#br0" timeOffset="194342">15318 16555 15692,'-7'1'6923,"2"-1"-6183,5 0-376,0 0-364,5-7-56,33 1-17,3-5-3,-6 6 1,2 2-37,11-3-140,11-2-96,-17-3-16,8-5-90,-11-17 308,-18-4 135,-12-14 45,-15 14 134,-17-8 314,-16 3-241,6 7 154,5 9 0,1 3-143,6 5 576,-15-12-553,26 21 173,-3-1-409,11 8-11,6 2-6,9 5-10,12 8-12,1 2 5,0 3 1,2 4-29,13 16-217,-10-9 1,-1 3 219,-8-3 1,-2 1-32,-4 0 1,-2 0-56,1 17-460,-17 12-324,-12-24-1429,-11 13-7512,-2-19 9306,8-10 0,6-9 0,10-8 1</inkml:trace>
  <inkml:trace contextRef="#ctx0" brushRef="#br0" timeOffset="194942">16229 16272 22062,'50'-27'140,"0"0"0,-3 1 0,-6 10-84,-6 23 83,1 7-145,-4 8 42,-2 8-87,-6 7-5,-6 5-58,-8 0-98,-8-2 94,-12-5 0,-10-6 67,-12-4 57,-4-7 50,-3-4 12,11-6 128,-1-4 241,11-6-185,4-5-95,6-6-23,15-5-16,6 0-1,8 4-33,-1 5 84,13 5-117,-5 7-29,14 5-5,-3 9-17,-8 1-11,16 19 11,-17-7-34,5 13 0,-23-11-16,-21-5-40,-15-4-5,-14-3 11,-10-4 6,-2-3-191,-1-5-397,6-3-954,8-9-5073,12-7 6693,11-5 0,7 4 0,6 5 0</inkml:trace>
  <inkml:trace contextRef="#ctx0" brushRef="#br0" timeOffset="195350">16978 16362 24279,'14'-40'154,"-1"-1"1,0 4 0,3 10-110,17 21-11,1 5-1,-1 9-16,-4 7-6,-5 11 6,-4 10-22,-3 8-18,-6 9 6,-6 1 17,-14 0-16,-11-5 10,-12-6 12,-6-5 16,3-7-16,5-6-1,11-7 23,9-6-5,13-4-7,13-4-10,18 0-12,18-1 9,-17-1 0,1 0-458,7 0 0,1 1 264,4 0 1,1-1-1096,2 0 1,0 0 1285,-7-1 0,-4 0 0,12-1 0,-25 0 0</inkml:trace>
  <inkml:trace contextRef="#ctx0" brushRef="#br0" timeOffset="212683">6603 18280 19994,'-3'-34'2280,"0"4"-1888,3 10-135,1-2-105,1-5-52,2-5-32,5-1-29,4 0-6,5 3 7,6 4-1,1 5-22,9 5-1,-11 6-21,10 4-29,-12 12-5,7 8 5,-2 14 6,-4 12-28,-8 10-304,-9 9 349,-6-28 0,-3 1-23,-8 30 18,-4-6-3266,0-8 3265,7-21 39,2-5 107,7-18 95,1-4 17,5-9 177,7-13-222,10-16-23,10-15 1282,-13 22 1,2-1-1403,2-2 1,0 0-10,0 1 1,0 0 5,-2 3 1,-1 1 89,13-22-11,-8 8 33,-8 8 57,-6 10 0,-7 10-74,-2 6-77,-3 5 569,-1 3-670,-2 3-6,-3 8 16,-4 10 23,-2 11-5,-2 19-63,7-14 52,2 15-18,7-20-67,8 6-45,11-6-268,15-5-331,16-6-228,-19-12 0,3-2-220,6-1 0,1-2-2795,4-2 1,1-1 3352,-5-2 1,-3-1 0,12-1 0,-24-1 0</inkml:trace>
  <inkml:trace contextRef="#ctx0" brushRef="#br0" timeOffset="212924">7906 17893 18028,'-4'0'5523,"1"0"-4538,3 0-1024,22-42-118,10 27-81,-4-8 0,3 1-333,1 16 0,1 6-782,1-2 0,0 1-2700,-1 2 1,-1 0 4052,19 3 0,-27-2 0,-16-1 0</inkml:trace>
  <inkml:trace contextRef="#ctx0" brushRef="#br0" timeOffset="213090">8003 18139 24071,'39'-15'-2427,"0"0"0,19-6 0,1-1 1483,-10 4 1,-2 1 0,-1 1-1,-6 2 1,-3 2 0</inkml:trace>
  <inkml:trace contextRef="#ctx0" brushRef="#br0" timeOffset="218766">9609 17901 10584,'0'-8'4811,"0"2"-2296,0 6 442,0 0-2167,10-66-151,-6 41-396,1-13 1,0 1 148,-2 19-84,-2 3-39,0 0-62,0 0-55,0 0 21,-1 2 1,1 1-40,-1 5-33,-1 2-17,0 3-22,-1 1-34,0 1-17,0 0-34,-1 3 1,-2 8 5,-5 13 0,-5 17 40,-5 16-136,9-24 1,-1 2 98,1 0 0,-1 1-12,1-1 1,1 0 3,1-3 0,0-1 10,-5 24-49,6-10 22,3-4 39,3-17-28,0-4 67,2-14 0,0-2 6,2-11 219,2-7-225,3-14 23,4-9-12,2-11 1,3-8-29,-8 25 0,2-1 3,4-13 1,0 0-32,4-11 3,-7 21 1,0 2 35,1-3-5,-1 4 28,2-4-39,-6 16-6,-1 5 0,-6 12-11,1 1-16,-1 15 4,-4 20 18,-2 15-301,-3 3 264,2-20 1,-2 0-4,-7 20 20,6-19 0,-1 1-59,-8 26 73,9-27 0,1-2 0,-3 9-11,-1 6 22,7-27-22,0 0 28,3-10-28,2-10 28,1-4 311,3-13-323,3-10 68,6-18-45,7-14 8,-5 19 1,0-2-458,-1 6 0,-1 1 426,0 1 1,0 2-401,3-22 406,-6 21 11,-2-2-5,-3 14-39,-2 12 11,-4 11 829,0 8-829,-7 16 491,-6 14-480,0-4 0,0 3-11,0-2 0,1 0-6,-1 0 0,2 0-14,1-3 1,1 0-3413,-5 26 3404,4-12 39,2 8-33,7-29 33,2-3 39,0-9 0,1-10 28,4-12 0,6-20-27,3-8-7,5-19-38,-5 16 27,2-6 3359,-7 19-3734,0 3-1030,-10 15 1383,-10 16 0,4-3 0,-3 5 0</inkml:trace>
  <inkml:trace contextRef="#ctx0" brushRef="#br0" timeOffset="221550">12724 1610 12169,'1'-3'1552,"0"0"1993,-1 3-2739,-8 26-50,3-4-133,-9 27-175,5-5-107,-4 12-391,4-23 0,0 3 128,-3 4 0,-1 1-500,-2 4 0,-2 2 467,-1 5 0,-1 0-3,-1 4 0,0 1-14,6-16 0,1-1 0,0 2 0,-1 0 0,2 1 0,-1 1-4,1 0 0,0 1 1,1 1-456,-1 0 1,0 1 0,0 1 456,0 0 0,0 1 0,0 0 4,-2 3 0,0 1 0,0-3-10,3-8 1,-1-2-1,0 3 13,-3 6 1,-1 4 0,-1 0 0,2-6-23,-2 7 0,-2 0 3,5-10 1,-3 6 0,-1 3-1,1-2 1,1-6 0,-1 3 0,1-4 0,-1 2-7,0 1 0,-1 3 1,-1 0-1,2-3 12,-1 3 1,0-2 0,2-1 1,0-2 1,0-1-1,2 0-3,-6 16 1,3-1-235,2-6 1,2-3 230,2-6 1,3-1-3,2-8 0,2-1 89,3 21-58,9-10 6,8-8-1,10-6-22,-1-8 68,28 6-57,-4-10-25,-11-6 0,2 0-6,-1-4 1,1-1-1,5-1 0,2-1 44,4-1 0,2-1-52,5 0 0,2 0 3,-18-2 1,1-1 0,0 1 18,3 0 1,-1 0-1,1 0-18,0 1 0,1 0 0,0 1 3,0 0 0,1 0 1,-1 1-8,0 0 0,-1 2 0,1-1-4,-1 1 0,0 0 1,0 1-1,-1 1 0,0 0 1,-1 1-3,1 0 0,0 0 1,-1 1 6,1 1 1,-1 0 0,1 1 0,1 0 0,0 0 0,0 0-4,0 1 0,1 1 0,1-1 6,0 1 0,1 0 0,0-1-300,0 1 0,1 0 1,0 0 296,0 0 1,1 0 0,0 1-2,0-1 0,0 1 0,0 0-8,0 0 1,1 1 0,-1 0 5,-1 1 0,1 0 0,-1 0-2,-1 1 1,0 0-1,0 0 9,-1 0 1,-1 1 0,0 1 1,-1-2 1,0 2-1,0-1-5,-1 1 0,1 0 0,-1 0 1,1 1 1,0 0 0,0 0-257,0 0 1,1 0-1,-1 1 256,2 0 1,0 1 0,-1 0 5,1 0 1,1 0-1,-1 0-219,1 1 0,0 0 1,0 0 209,1 0 0,-1-1 0,1 1 3,1 0 1,-1-1 0,1 1-4,-1-1 0,1 1 0,-1-1 2,1 1 0,0 0 0,-1 0-12,-1 0 1,0 1 0,0-1 7,-1 1 0,0 0 0,-1 0 4,-1-1 0,0 1 0,-1 0-6,0-1 0,-1 1 0,0 0 90,-2-1 1,1 0 0,0 1-89,8 6 0,1 0 0,-3-2 7,3 2 0,0-1-2,-5-2 1,3 0 0,-3-1 1,2-1 1,-1 0-22,-7-5 1,1 1 0,0 0 17,-1-1 0,0 1 0,0 0 3,-1 0 1,-1 0 0,0 1 1,-2-1 1,0 1-1,0 0 241,14 12 1,-2 1-275,-3-1 1,-2 2 8,-5 0 1,-2 0 21,-4 1 1,-2 1-756,1 11 1,-3 0 752,-9-16 0,-3 1-12,4 15 1,-2 0 334,-10-15 0,-2 0-312,2 24 0,0 2-9,-4-19 1,-1 0 82,-2 0 0,0 2 0,0-2-80,-2 5 0,0 0-5,1 13 0,-1 3-56,0-22 1,0 1-1,0 0 51,0 1 0,-1-1 1,1 1 4,-1 0 1,0 0 0,0 1-3,-1 0 1,1 0 0,-2 0 15,0 2 0,0 0 0,-1 0 5,0 1 0,0 1 1,-1-1-8,0 1 0,-1 0 0,1 0 9,-1 0 0,1 0 1,-1 1-7,0 12 1,0 1 0,0-3-19,2-17 0,0-3 0,0 4 9,-1 16 0,0 4 1,0-4-5,1-17 1,0-2-1,0 2 377,-1 10 1,-1 3-1,-1-1-347,1 0 1,0 0 0,-2 3 7,1-6 0,-1 2 1,0 0-1,1-3-23,0-1 1,-1-4 0,1 3 2,-1 1 1,-1 4 0,0 0 0,-1-3 22,-2 10 1,-1-2 0,1-1-34,2-9 0,0 0 0,0 1 2,-1 0 1,-1 3-1,0 0 1,1-1-592,-3 9 0,0-1 0,1 0 594,2-13 0,0 0 1,0 1-1,0-1-7,-3 14 0,0-2 1,0 0-92,1-3 0,-1 0 0,2-3 96,1-8 1,0-1 0,0 1 3,-2 10 1,0 2 0,-1 0-5,1-2 1,0 0 0,0 1 12,2-9 1,0 2-1,1 0 1,0-4-21,0-1 1,1-3-1,0 2 0,-3 13 1,1 4-1,0-4 16,2 1 0,1-1-7,0-10 1,1 3 0,-1 0-283,0 8 0,-1 2 0,1-4 283,0 3 1,-1-1-3,1-5 0,0 2 0,1-4 163,-1 0 1,0-2-145,-1 13 1,0 1-4,0-4 1,1-1-3,1-3 0,0-1-9,1 6 1,0-2-12,2-19 0,1-1 6,0 12 0,0-3 1564,2 9-1561,0-22 0,1 1-478,2 1 1,0-2 474,0 10 1987,5 6-1976,-1-26 721,1 0-615,-1-9 265,-3-7-220,1-13 3286,-2-3-3432,1-4 34,0-3-27,-2 3 4,-1-4 1,0-2-45,-1 6 6,0-3-6,0 6 17,1 0-45,0 3 50,0 3-28,0 2 23,-1 11-11,0 2-12,-3 13-11,0-2 17,1 0-22,1 5 22,1-12 11,0 15 6,1-4-17,-1 3 6,0-1 10,0 6-10,1-14-17,-1 20 5,4 0-11,1 3 6,2-2 17,5 3-12,-5-22 34,8 19-17,-8-22-11,2 5 12,-5-11-24,-1-1 12,-1-2-11,-2 6 0,-2 4 22,-2 7-11,-3 8 6,-4 17-40,2-3 12,1 0-1,5 0-5,5 4 23,3 5 2,-2-21 0,1 0-216,0-3 1,-1 1 221,0 4 0,-1 0-20,-1-7 0,-2 1 22,-4 22 1,-1-1 6,-3 4-9,1-16 1,-1 6 0,0-3 4,0-3 1,0-1-480,-2 9 1,-1 0 442,1 0 0,0 0 14,-1 7 0,1 1-3,3-16 0,1-1 1,0 3-830,-1 7 0,0 2 0,1-3 801,1 1 1,0 0-173,2-2 0,1 2 1,1-3-1890,1 0 0,0-3 100,0 12 1,0-3 2005,2-16 0,0-7 0,0-7 0,0-3 0</inkml:trace>
  <inkml:trace contextRef="#ctx0" brushRef="#br0" timeOffset="222574">17368 2637 20911,'-3'-62'1133,"0"0"0,-1 7 1,0 8-703,-2 16 84,0 14-510,2 8 53,3 10-58,0 14 22,1 21-16,-1 25-520,0-19 0,-1 2 427,-1 7 0,0 2-213,-1 5 0,-1 1-613,1 2 1,-1 0-3396,0-1 1,0-1 4307,2-10 0,1-4 0,-1 11 0,2-27 0</inkml:trace>
  <inkml:trace contextRef="#ctx0" brushRef="#br0" timeOffset="223016">18027 2708 21691,'-18'-52'1004,"0"0"1,2 6-1,2 8-651,3 15-151,2 10-174,3 7-68,0 8 35,2 1-1,-2 10 6,4 3 6,1 8-17,9 2 5,9 3 0,31 8-277,-8-10 274,-1-6 1,2-1-393,-9-5 0,1 1 379,8 3 0,0 2-15,-3-1 1,-3 1-15,-5-2 1,-4 2-40,6 16 57,-21-2 22,-29-2-1,-19-1 12,9-15 0,-2-3-3,-3 1 1,-1-2-178,-7 3 1,1-1-196,-12 3-1630,-8 3 2005,36-13 0,5-2 0,8-3 0</inkml:trace>
  <inkml:trace contextRef="#ctx0" brushRef="#br0" timeOffset="224116">13700 2500 14650,'3'-5'6268,"0"0"-5092,-3 5 387,0 0-1457,-25-40-89,14 30 0,-35-25-17,29 42-62,-27 22-38,19-4 10,-7 15 51,18-15-28,9 9 44,11-11 12,8 9 17,9-4-34,10 3-23,10 5 31,-17-15 1,0 0 13,19 13 3,-14-11 1,-2 0 13,-1 2 51,4 9 22,-39-15-23,-21-1-16,-24-1-37,18-8 1,-1-1-293,-1 0 1,-1 0 244,2-2 0,0-1-247,-21 2-4097,16-11 3162,17-4 1121,14-32 0,7 26 1,3-17-1</inkml:trace>
  <inkml:trace contextRef="#ctx0" brushRef="#br0" timeOffset="224366">13981 2364 23881,'3'-23'22,"-2"6"-33,-1 49 6,3 2-40,4 22-230,4 3-201,-3-26 0,0 1-661,2 1 0,0 1-1854,0 1 0,0-2 2991,9 25 0,-7-24 0,-5-17 0</inkml:trace>
  <inkml:trace contextRef="#ctx0" brushRef="#br0" timeOffset="225390">14017 2810 15524,'-1'-3'6099,"0"1"-5342,1 2-779,33-49-45,3 31 39,-3-10 0,3 1-6,-4 19 0,1 4-11,-1-3 0,-1 1 11,24-9 62,-12-1 46,-13-2 32,-15 0 62,-8 1 45,-11 4 168,-7 2-291,1 6 66,-9 2 7,5 6-62,-6 4-45,1 6-28,2 4-23,5 4-5,6 2 0,7 1-5,7-1 10,9-2 18,5-6 27,4-5 28,1-8 34,-1-12 45,-2-6 17,-2-11 16,-8-5 34,-6-3 51,-11 0-163,-3 10 106,-10 0 46,-5 11-175,1 3-89,-6 6-5,7 13-12,-2 9-17,1 14 1,2 8-23,7 9-62,6 5-224,11 1-257,11-1-90,15-5-990,13-8 973,-18-24 0,3-3-114,1-3 0,1-3-1455,31-3 1256,-8-15 1170,-11-11 605,-13-12 499,-12-7 285,-9-6-28,-6-1-251,-2 4-751,-1 13 559,-1 0-615,0 15 280,0-2-662,0 13 123,0 2-189,2 10 5,3 6 17,2 15 17,2 14-23,-2 14-8,-4-24 0,-2 0-14,0 2 0,-2-1 28,-2 29-11,0-11 11,0-14 84,1-15 191,1-12 27,0-7-190,-1-10-89,0-5-29,-2-10-28,1-7 18,1-8 4,1-8 1,3-6 6,3-1-7,7 2-16,6 6-5,6 8 10,2 8-21,2 7-1,1 9 6,0 7-1,0 8 7,2 10 10,-2 13-10,-4 12 10,-9 9 1,-15 3-1683,-12-20 1,-5-1 1682,-9 10-76,-1-14 1,-4-3 29,-18-1-30,15-9 0,-1-2-115,1-3 1,-1-3-646,-29-4-1001,13-14 1831,12-18 0,19 13 0,9-4 0</inkml:trace>
  <inkml:trace contextRef="#ctx0" brushRef="#br0" timeOffset="225691">15398 2712 20599,'-4'0'3024,"1"0"-2027,3 0-1019,15-32-191,9 20-526,20-25-1211,6 26-6221,4 0 8171,-8 3 0,-17 2 0,-13 3 0</inkml:trace>
  <inkml:trace contextRef="#ctx0" brushRef="#br0" timeOffset="226207">15744 2481 19770,'-3'0'3209,"1"0"-1142,2 0-1994,31-56 39,-5 31-98,-6-6 0,1 1 19,13 13-27,-21 12-29,12-1 7,-14 7-7,9 7-10,-5 7-29,8 20 40,-8-8-40,0 32 56,-15-30-5,-10 25 28,-10-21 61,-20 11-44,4-13 67,-6-3-12,18-15 315,-3-6-264,16-6 196,-6-6-196,12-2-56,0-7-56,5 5 17,2-1-73,8 2 17,6 2-6,4 0-39,19 13 56,-7 8 6,8 3-29,9 21-33,-21-8 23,5 6-1,-25 9-106,-20-15 22,-5 5-464,-24-9-2252,-16-11-2082,25-9 1,-1-2 4479,-2 0 1,2-2 0,-1-2 0,14-1 0</inkml:trace>
  <inkml:trace contextRef="#ctx0" brushRef="#br0" timeOffset="226834">14788 2811 23013,'14'-46'621,"0"0"1,-2 6 0,-2 7-118,-9 12 40,-1 6-371,1 4-150,-1 3-63,0 9 52,0 12 4,0 14 1,-2 22-447,-1-14 0,-1 2 441,-2 9 0,-2 2 0,-2 8 0,-2 1-14,-2 4 1,-1 0-10,2 1 1,-1-1-70,3-3 0,2-1-323,2-7 1,2-2-1538,4-8 0,1-4 1941,5 15 0,0-25 0,-1-16 0</inkml:trace>
  <inkml:trace contextRef="#ctx0" brushRef="#br0" timeOffset="228473">19236 2705 12757,'0'-10'4128,"0"3"-683,0 7-1339,0 0-2117,-16-22 39,-2 26 50,-22-6-16,-6 39-51,20-14 0,-1 2-3,2 2 1,1 1-6,3-1 0,4 2 19,4 4 1,4 0 5,2 9 36,15-9 0,6-3-8,6-6-8,4-4 0,5-3 103,16-3 190,13-4 393,4-17-342,-15-10-213,-6-6 163,-11-14-56,-13 0-34,-1-15-135,-11 17 1,-4-2-79,-2 5 1,-2 0-1,-4-29 17,-11 12-3426,-5 16 3337,2 7-348,-16 7-342,13 17-1187,-13 8-1042,11 3 2952,-2 10 0,17-11 0,0 1 0</inkml:trace>
  <inkml:trace contextRef="#ctx0" brushRef="#br0" timeOffset="230590">17648 4690 23791,'24'-38'234,"1"0"0,-1 1 0,11-17 0,-4 5-134,-12 21 1,-1 1-26,-1-2 1,0-3 8,2-11 0,-2 0-625,-5 13 0,-1-1 592,3-15 0,-3 0 72,-3-13-65,-4 24 1,-1 0 390,-5-25-365,-10 7-62,2 23 191,-11 3-247,9 20-3351,-7 3 3329,6 8 154,-13 29-81,11-8-20,1 6 0,-1 4-36,-6 23 22,10-20 0,1 3 14,2-1 1,2 0-10,2 0 1,4-2-17,4 0 0,3-2-98,3-2 0,4 0-255,3-3 0,4-1-342,3-1 1,3-2-961,4-3 0,2-3 1683,7-1 0,-1-4 0,5 3 0,-3-8 0</inkml:trace>
  <inkml:trace contextRef="#ctx0" brushRef="#br0" timeOffset="231101">18553 4406 13653,'3'-9'7186,"0"2"-5499,-3 7-724,0 0-341,-5-64-141,-3 39-319,1-12 1,-3 3-23,-12 22-67,-6 7-34,-7 10-28,-6 10-5,-2 12-17,0 9 11,5 7-34,6 2 0,13 0 18,13-3-29,17-8-17,14-7 12,14-10 22,8-9 56,9-15-264,2-11 266,-28 1 1,-1-3-11,0-4 0,-3-4 38,3-12 1,-3-3-254,-8 13 1,-2-2 244,4-16 1,-3 0 19,-7 15 1,-2 1 13,2-7 0,1 1 0,-3 5 0,1 1 67,5-16-11,-5 13 291,-3 14-319,-2 10-107,-4 8-33,1 4-2890,-2 19 2924,-1-2-23,-3 29 0,-4 1 11,3-15 1,0 2-223,-2 2 1,1 1 140,1 1 1,0 1-152,2 0 0,0 0-312,4-2 1,3 0-627,2-3 0,4-1-1674,4-4 0,3-3-6981,22 17 9576,-8-18 0,-9-12 1,-15-11-1</inkml:trace>
  <inkml:trace contextRef="#ctx0" brushRef="#br0" timeOffset="231316">19285 4308 24335,'28'-29'-1606,"1"0"0,2 3 1,3 6-2952,5 15 1,1 5 3423,-4 0 1,-2 0 0,9 1 0,-20 0 0</inkml:trace>
  <inkml:trace contextRef="#ctx0" brushRef="#br0" timeOffset="231499">19371 4500 16269,'-8'5'5859,"1"-2"-5422,7-3 1058,0 0-1220,-24 28-578,41-27-1136,-4 17-455,36-29 1894,-9 2 0,-3 1 0,-8 1 0,12-1 0</inkml:trace>
  <inkml:trace contextRef="#ctx0" brushRef="#br0" timeOffset="232456">20556 4370 16982,'12'-46'1282,"-1"1"1,1-1 0,2-9 0,-1 2-925,-2 6 1,-1 3 128,2-7 573,-6 19-1083,-2 16 215,-4 17-192,-3 18 0,-5 17-5,-5 22-243,4-23 0,-1 1 228,-2 6 1,0-2-26,2-6 0,-1 1-560,-5 20 1,-1 0-883,8-16 0,0 0 1487,-5 20 0,2-2 0,3-7 0,4-9 0</inkml:trace>
  <inkml:trace contextRef="#ctx0" brushRef="#br0" timeOffset="232723">21776 4377 21411,'0'-4'2924,"0"1"-2348,0 3-564,-65 7-1,20 21-988,-7-7 1,1 2 942,23 0 0,3 3-428,-15 13 0,1 1-540,14-14 0,0 1-1642,-8 9 1,3 0 2643,-3 6 0,18-20 0,9-12 0</inkml:trace>
  <inkml:trace contextRef="#ctx0" brushRef="#br0" timeOffset="233116">21363 4200 17776,'-5'-4'3937,"2"0"-2777,3 4-1138,-67-19-16,43 27-3,-16-11 0,4 6 2,21 31-22,6 3 1,7 0 32,9-2 24,7-6 44,7-8 84,3-10 33,1-9-33,2-11 107,1-9 72,-6-8-112,-6-4-67,-7-5-17,-5 2-11,-5 1-56,-5 8-84,-4 6-95,-1 9-79,-3 8 6,0 14-156,-1 11-567,0 16-1439,5 14 2330,6-19 0,1-1 0,1 5 0,2-2 0</inkml:trace>
  <inkml:trace contextRef="#ctx0" brushRef="#br0" timeOffset="233483">21954 4693 19944,'0'-3'3668,"0"0"-2777,0 3-841,-64-15-56,38 19 0,-12-8 1,3 4 0,18 22-12,7 3 22,4 3-27,9-1-17,7-1 0,10-3 11,6-5 84,6-7 67,1-6 67,0-12 101,-5-6 52,-7-11-91,-9-5-84,-7-1-40,-12 0-66,-5 3-51,-7 3-22,-1 5-157,1 6-505,4 5-1471,7 5 2144,9 6 0,6 2 0</inkml:trace>
  <inkml:trace contextRef="#ctx0" brushRef="#br0" timeOffset="233734">22754 4288 26217,'-25'-18'-23,"-3"22"-13,12 26 0,2 9-146,-2 1 0,0 1-426,0 1 0,0 0-961,3-2 1,1 1 436,4-1 0,1-3 0,-1 4 0,7-9 0</inkml:trace>
  <inkml:trace contextRef="#ctx0" brushRef="#br0" timeOffset="234117">23063 4405 24592,'-45'3'11,"7"9"-27,21 24 27,5 6-6,11-10-16,10 6-11,17-2 44,6-14 51,12-5-17,-14-12 95,9-13 68,-9-7 72,3-14 135,-5-22-163,-14-1-140,-4-3 96,-16 2-46,-8 15-66,-13-5-57,-18 10-61,13 15-56,-13 5-163,22 16-761,-1 9-3160,10 13 4151,6 3 0,6-7 0,2-8 0</inkml:trace>
  <inkml:trace contextRef="#ctx0" brushRef="#br0" timeOffset="235256">24024 4199 17557,'-3'-2'2275,"2"0"-1631,1 2-919,100-24-1448,-60 21 0,4 0 1553,10-3 0,7-2 1,-3 3 20,6 8 1,-5 3 117,-4 0 0,-3 2-384,-13-1 1,-4 2 375,2 9-79,-46 1 130,-16-4 46,-8-3 1,-5 0 170,-11 2 1,-3 1 258,0 1 0,-1 0-216,-9 3 0,3 0-84,18-5 0,3 0 473,-16 10-538,26-9 510,25 0-454,11-9 17,40 4-168,6-7-333,-12-2 1,1-1 304,-11 0 0,0-2 34,13-3 0,0-4 897,9-11-828,-18 4 1,-2-4 148,0-25 61,-16-9-21,-12-9-141,-8 30 0,-2 0 40,-4-20 243,-2 18 0,-1 0 378,-4-10-622,-1-1-38,8 22 49,7 17 472,1 4-729,4 5 320,6 12-264,8 14-5,9 12-1,-10-13 0,0 1-10,11 18-52,-6-5 1,-2 2-62,-9-12 1,-2 2-441,4 12 0,-5 2 84,-10-10 1,-6-2-474,-4-2 0,-4-3-1460,-4-3 0,-3-2 2418,-25 15 0,21-20 0,6-6 0</inkml:trace>
  <inkml:trace contextRef="#ctx0" brushRef="#br0" timeOffset="235583">25520 4249 20979,'0'-8'3770,"0"2"-3384,5-27 1,3-4 151,-3 12-437,3-13 0,-1 3 123,-3 25-247,-3 8 29,0 10 22,-1 16-11,-4 18-17,-3 18 11,1-25 0,-1 2-196,-1 3 0,0 0 196,-1 1 0,-1 0-289,0-2 0,-1 0 281,0-4 0,0-1-15,-8 14-188,-8 7 172,7-24-224,-7 7-1233,8-17 1485,5-9 0,6-6 0,4-3 0</inkml:trace>
  <inkml:trace contextRef="#ctx0" brushRef="#br0" timeOffset="236806">18357 5654 24715,'0'-44'45,"8"23"-45,20 62-5,2 12-18,-5-6-53,-10-9 1,-4 4-90,-7-1 0,-3-1-109,2 0 0,-4 0 201,-8 6 1,-6-4 38,-20 3 37,13-21 0,-3-3 125,-23 4-27,13-18 374,3-33-127,28-26-248,0-1-16,14 15 0,6 0-11,18-13-454,-10 20 1,3 1 388,3 3 1,2 3-46,3 2 1,3 3-65,1 3 1,2 2-147,3 2 1,0 1-275,1 3 0,1 0-619,-1 3 1,-1 0 1139,1 1 0,-4 2 0,5-1 0,-10 3 0</inkml:trace>
  <inkml:trace contextRef="#ctx0" brushRef="#br0" timeOffset="237350">18926 5914 24252,'40'-17'56,"0"0"0,0 0 0,15-8 0,-5 3-5,6-4 129,-6-4-130,-12-3 51,-12-2 55,-15 3-83,-17 4 10,-12 8 1,-20 6-56,10 7 84,-11 7-56,18 7-17,-4 6-34,3 8 40,2 7 6,3 4-12,5 14-39,6-14-6,11 16 6,9-16-5,14 8-7,12 0-32,8-3-392,4-4 436,-1-10 23,-5-10 16,-9-14 56,-8-13 39,-7-12 6,-7-11 6,-4-8 22,-2-5-6,-1 2 34,2 7 12,-1 11-96,0 9 340,-1 9-430,1 5-11,4 3-16,5 3-6,8 3-17,8 3-101,9 3-252,5 5-560,3-1-1249,0-1 2190,-1-3 0,-23-4 0,-6-3 0</inkml:trace>
  <inkml:trace contextRef="#ctx0" brushRef="#br0" timeOffset="238407">19580 5615 24004,'9'-39'403,"1"0"0,-2 1 1,-1 9 11,-6 20-337,0 2-16,-1 2-118,0 4 67,2 8-5,3 4-1,5 12-16,11 16-6,-4-9 17,15 21-11,-8-12 0,6 13 22,-1-1-17,0 5 6,-10-20-5,3 9 16,-15-31 39,2 4 130,-6-14 301,4-6-257,1-8-78,5-12-73,0 0 39,5-15-6,-1 1-45,-4 6 1,0-1-6,10-21-22,0-4-40,-9 26 12,-2 6-23,-6 13-95,2 3-202,-2 4-694,3 9 45,-1 1-3193,6 15 3308,-5-2 0,0-4 0,-5-4 0</inkml:trace>
  <inkml:trace contextRef="#ctx0" brushRef="#br0" timeOffset="238668">20391 5998 23931,'12'-44'104,"0"-1"1,7 0 0,4 10-94,14 22-28,21-2-89,-3 9-258,4 4-2141,2 3 1070,-13 2 1435,11 7 0,-38-5 0,6 3 0</inkml:trace>
  <inkml:trace contextRef="#ctx0" brushRef="#br0" timeOffset="238856">20535 6145 16936,'-4'2'6934,"1"-1"-5371,3-1-1591,32-7-18,-11 3-416,17-3 0,6-1-2053,16-1 2326,-13 2 1,-1-1 0,-2 2 0,-6-1 0</inkml:trace>
  <inkml:trace contextRef="#ctx0" brushRef="#br0" timeOffset="245067">21770 5897 21629,'17'-34'552,"0"0"1,-1 1 0,0 5-306,3 0-118,4 1-51,1 4-39,1 2-39,3 6-17,1 6-5,1 5-34,1 9 28,-1 8 17,-1 12-23,-4 9-33,-5 7-51,-9 3-10,-11 3 49,-13-2 90,-11-5 29,-6-6 21,-2-8 130,1-7 111,4-8 79,7-6 16,7-8-77,7-3-108,3-6-100,7 0-78,2 0-17,8 3-34,4 2 11,7 3-10,6 5-12,9 8 0,6 9-6,7 10-203,-25-10 0,-1 2 156,-1 0 0,-1 1-154,15 22 28,-16-6 44,-24-6 6,-24-10-16,-21-7-79,-13-6-224,-2-4-1048,8-4 1524,16-5 0,18 3 0,11-3 0</inkml:trace>
  <inkml:trace contextRef="#ctx0" brushRef="#br0" timeOffset="245534">22787 5974 22559,'20'-43'157,"-1"-1"0,0 5 0,2 9-168,10 18-6,2 6-6,0 9 7,-1 7-1,-1 10-17,-3 8-100,-1 17 61,-12-11-56,-8 18-16,-22-15-18,-16 12-79,9-26 0,-5 0 287,-2-2 0,-1-1 16,-1-2 1,0-2 36,1-1 0,0-2 132,-20 7-62,12-5-34,15-5 224,12-5-61,14-2-202,4-2 451,16 0-518,8-1-90,17 0-195,15 0-455,-25 0 1,1 1-757,5-1 1,2 1 1467,6-1 0,-2 1 0,8 0 0,-8-1 0</inkml:trace>
  <inkml:trace contextRef="#ctx0" brushRef="#br0" timeOffset="245767">23859 6111 18863,'2'-8'4324,"0"1"-3042,-2 7-621,0 0-644,-8 0-29,-13 23-10,-2-9-202,-21 29-571,-1-13-721,15-11 0,-3-1-2010,-1 0 1,-1-2 3525,4-2 0,3-2 0,-8 2 0,17-8 0</inkml:trace>
  <inkml:trace contextRef="#ctx0" brushRef="#br0" timeOffset="245977">23397 6151 18857,'0'-50'1672,"0"1"1,1 8 0,0 8-1292,1 17-252,3 13-118,1 3 17,7 6 11,6 8-27,21 23-21,-18-15 1,2 1-280,7 10 0,0 0 243,-7-9 0,-1 1-154,6 6 1,0 2-1024,-3-3 1,-2 0-559,15 18 1136,-19-14 1,-4-5 0,-9-14 0,-1 8 0</inkml:trace>
  <inkml:trace contextRef="#ctx0" brushRef="#br0" timeOffset="246456">23703 6124 24295,'4'-41'508,"0"1"0,-1 2 0,3 9-413,2 22-67,3 2-22,-5 4 0,6 5-6,-5 3-6,1 1-22,-4 10-34,-3-5 34,-1 4-5,-3-4 33,0-7 17,-2 0 5,2-5 6,-1-2-17,2-1 6,-3-5 22,1-5-11,-1-4-11,0-4 17,2 5-6,-1 2-28,3 6 11,0 3-28,1 2-11,0 2 22,-1 7 6,1-1-11,-2 20 0,-1 1 11,-1 16-34,1 4-89,2 3-22,0-10-1262,-4 21 528,1-29-1432,-4 2 1,-2-2-737,-1-8 3047,-15 15 0,18-30 0,-4 1 0</inkml:trace>
  <inkml:trace contextRef="#ctx0" brushRef="#br0" timeOffset="246640">23233 6267 23203,'56'-13'213,"0"-1"0,0 1 0,-3 4-208,-11 7 1,-1 2-1148,4 1 0,-2 0 1080,-9 0 0,1 0-1120,16 3 1,0 0 1181,-14-1 0,-2-1 0,-1 1 0,-2 0 0,6-1 0</inkml:trace>
  <inkml:trace contextRef="#ctx0" brushRef="#br0" timeOffset="246883">24346 6108 26687,'2'-12'28,"0"14"-11,-2 36-23,0 7-22,0 2-190,-1 2-628,-2-1-1265,2 0-5815,0-4 7926,1-10 0,0-15 0,0-9 0</inkml:trace>
  <inkml:trace contextRef="#ctx0" brushRef="#br0" timeOffset="247274">24829 6287 20559,'-2'-6'4352,"1"2"-3046,1 4-1267,-37-40-5,7 54-29,-18-37-5,15 73 11,19-8-22,1 11-39,13 1 39,13-3-12,9-5-5,10-10 28,4-11 11,3-12 23,1-11 5,-1-12 23,-1-11 11,-4-10-40,-4-13-1682,-16 13 1,-2-1 1688,3-13-71,-5-18 81,-17 27-55,-9-6-46,-16 4-178,-10 7-762,-5 8-3088,0 9 4079,11 8 0,15 5 0,12 1 0</inkml:trace>
  <inkml:trace contextRef="#ctx0" brushRef="#br0" timeOffset="249057">25672 6085 24122,'6'6'33,"1"30"-2886,-4-5 1,-1 3 2813,0 1 0,0 1-180,-1 1 1,-1 0-4,-4 26-1731,3-25 1,-1 0 1952,-1-2 0,-1-3 0,1 3 0,0-10 0</inkml:trace>
  <inkml:trace contextRef="#ctx0" brushRef="#br0" timeOffset="249283">25381 6332 21026,'48'-12'60,"-1"-1"0,0 0 0,5-4 1,0 5-73,7 10 1,-1 4-515,-14 0 0,0 1 285,12 0 0,0 0-597,-5 1 1,1 0 837,3-1 0,-4 0 0,0 0 0,-2-2 0</inkml:trace>
  <inkml:trace contextRef="#ctx0" brushRef="#br0" timeOffset="249566">26770 6085 21909,'0'-3'2963,"0"0"-1825,0 3-1122,-2 14 29,-4 16-20,0 0 1,0 3-12,0-1 0,-1 2-17,0 5 0,-1 0 0,3-7 0,1 0-120,-3 31-174,3-16-4503,2 14 4800,1-31 0,1 4 0,-1-24 0</inkml:trace>
  <inkml:trace contextRef="#ctx0" brushRef="#br0" timeOffset="250600">27257 6332 22375,'57'-23'11,"1"-1"0,0 2 0,0 7-151,-9 14 0,0 5-1147,1-1 1,0 2 745,-3 2 1,-3 2-653,-7 1 0,-3 1-2889,11 15-3065,-28 1 6609,-33 0 538,-24-3 20,10-12 1,-3-2-21,-3-1 0,-2 0 0,-1 0 0,0 0 1652,1-1 0,1 1 471,3-1 0,1 0 829,-18 8-1116,18-4-452,15-4 986,12-3-1558,15-3-560,12-2-179,21-2-56,17-1-29,-24 0 1,1 0 131,1-1 0,0-2-145,-1 0 0,-2-1 19,26-13-22,-15-7 11,-16-7 23,-16-7 27,-13-4 46,-11-1 139,-7 1 119,-3 4 27,3 7 146,7 8 44,6 7-151,4 7-140,3 5-162,0 4-73,2 6-5,3 8-40,5 12 6,4 13-29,1 13 7,-3 12-1,-9-27 1,-2 2-370,-4 1 1,-3 1 27,-3 1 0,-3-1-415,-3-1 0,-3 0-1294,0-3 1,0-2 2083,-11 18 0,12-21 0,8-16 0</inkml:trace>
  <inkml:trace contextRef="#ctx0" brushRef="#br0" timeOffset="252773">28400 6291 23215,'0'-53'688,"5"7"-643,9 31 17,17-11-62,-2 7-6,15-5-11,-4 10 6,0 7-28,-1 5-56,-4 8 22,-4 7 45,-4 9 17,-9 1-6,-2 16 6,-11-8-17,-6 13 17,-13-9 16,-10-3 23,-7-5 6,-2-5 39,0-7 78,6-6 84,7-5 11,8-5-50,7-5-50,3-4-56,6-4-85,0 3-16,7 0-39,7 6 16,4 1-5,9 10 16,-1 7 12,4 13 0,2 7-6,-7-2-67,3 17 67,-20-16 51,-2 10-23,-23-15-28,-14-8-27,-16-9-96,-11-5-404,-6-12-1141,-1-5-6359,6-10 7196,15 2 0,18 5 0,12 7 0</inkml:trace>
  <inkml:trace contextRef="#ctx0" brushRef="#br0" timeOffset="253307">29342 6407 24161,'16'-58'588,"1"8"-521,-1 27-61,6 1-45,9 2 27,8 6-21,5 7-40,3 7 11,-4 9 18,-5 7-7,-7 10 1,-11 7 27,-9 6 1,-17 5-17,-17 2 16,-18 0-264,15-25 1,-1-2 289,-2 0 0,1-3 30,-24 11 6,9-7-11,14-7 0,12-5 40,10-4 44,5-3 523,5 0-613,8-1-106,12 2-134,13 2-242,13 1-424,11 1-199,-25-3 1,1-1-336,3 0 1,1-1 1417,6-4 0,-2-1 0,5 3 0,-5-7 0</inkml:trace>
  <inkml:trace contextRef="#ctx0" brushRef="#br0" timeOffset="253533">30180 6310 14325,'1'-3'8218,"1"1"-5199,-2 2-2896,24-42-112,-17 34-5,17-24 10,-24 54-10,0 16-6,-1 15-129,1-20 1,-1 1 27,2 3 0,0 1-342,1 3 1,0-1-1274,0 2 1,-1 0 1715,-1 2 0,-1-4 0,0 7 0,-4-11 0</inkml:trace>
  <inkml:trace contextRef="#ctx0" brushRef="#br0" timeOffset="259907">19525 7559 18179,'0'-4'3159,"0"0"-2577,12-25 1,3-8-230,-3 9-90,6-18 1,2-1 27,-1 8-129,7-7 1,11 1-119,-3 14-10,6 5-34,-15 16 6,6 6-18,-2 9-27,21 17 39,-15-2-17,-7 8 1,-2 3 4,-7 1 12,-4 0 0,-2 3-16,-7 12 10,-10-11 0,-4 1 12,-13 19-380,2-27 1,-2-2 401,-9 2 17,-5-7 89,16-12 90,1-3-11,14-15-101,15-10-62,4-6 51,20-17 22,1 0-52,-6 6 0,1-3 7,-5 6 1,0-2-1,2-4 1,-1 0-251,-7 9 0,-2 1 245,7-12 83,1-6-55,-14 23-22,2-5-40,-9 18 730,-3 5-774,-1 3 532,-1 14-538,0 7 0,0 16 0,0 9-6,0 3 0,1-7 23,10 19-12,-1-29-190,9 4 0,3-2-225,5-6-1063,13 3 0,3-2-863,5-6 1668,6-2 1,-1-2 0,-19-8 0,16 3-1</inkml:trace>
  <inkml:trace contextRef="#ctx0" brushRef="#br0" timeOffset="260141">20717 7372 22951,'39'-23'-119,"0"0"0,0 0 0,18-8 0,-1 9-234,-14 19 0,-1 6-757,0 0 1,1 3-782,-4 1 1,-1 2-2221,15 9 4111,-13 4 0,-30-17 0,-3-1 0</inkml:trace>
  <inkml:trace contextRef="#ctx0" brushRef="#br0" timeOffset="260323">20850 7615 24099,'35'4'-89,"8"-3"-454,17-11-357,-28 6 1,1 0-3299,2-1 1,-1 1 3134,23-3 0,-22 3 0,-17 1 0</inkml:trace>
  <inkml:trace contextRef="#ctx0" brushRef="#br0" timeOffset="264449">22144 7250 22004,'-6'-34'238,"0"-1"1,-13-12 2,-18 67-73,-12 15-112,21-12 0,0 3-633,-2 5 0,1 1 625,2 3 0,2 1-12,3-1 0,3 1-16,5-3 0,4 1-4,0 27 290,19-7-267,16-5 17,18-8-31,-16-24 1,3-2-122,2-3 0,1-3 157,2-2 1,0-4 19,-1-5 1,-1-4 21,-1-2 1,-2-3 159,21-23 17,-12-11-56,-13-9-56,-14-6-39,-12-2-28,-11 2-80,-9 6 40,-7 8-10,0 8 856,2 10-1014,4 10-330,3 10-1108,1 8-4309,-3 13 5854,2 2 0,7-1 0,4-5 0</inkml:trace>
  <inkml:trace contextRef="#ctx0" brushRef="#br0" timeOffset="290266">19694 9551 20218,'-1'-46'817,"0"1"1,0 3 0,2 11-655,4 21-124,2 6-28,4 10-22,4 13 17,3 19-18,2 17-16,-10-21 0,-2 2-95,1 12 0,-3 0-217,-1-14 1,-2 0 247,-1 15 0,-4-3 24,-8 9 61,-6 5 153,-9-18 106,-1-19 34,1-15-74,5-18-77,10-14-34,9-15-40,13-10-55,11-1 169,15 1-279,-14 27 1,2 2-124,4 2 0,2 3-263,2 1 0,2 3-633,1 3 0,1 1-1893,-1 2 0,-1 2 3016,24-1 0,-25 4 0,-17 0 0</inkml:trace>
  <inkml:trace contextRef="#ctx0" brushRef="#br0" timeOffset="291375">20265 9726 21803,'58'-22'31,"-1"0"1,-4 1 0,-5 3 18,2 2-11,-10-2 40,-10-2 17,-12 0-35,-9 1-10,-12 2-34,-8 5-1,-12 5 113,-28 12-62,17 1 12,-14 9 78,21 2-29,2 6-38,-4 8-3448,4 12 3369,11-12 6,5 16-1,14-15-10,9 9-6,13-4 11,-1-16 0,3-2-11,12 6-8,-6-9 0,1-4 13,15-2-5,-18-6 0,0-2 17,29-11 5,-3-10 26,-29-2 0,-2-2 2,9-11 3,-16 5 0,-4-1 93,-1-17-79,-7 17 0,-1-3 73,-2-7 0,-2 1-11,2-15 25,-4 17 0,-1 2 210,-1-6 3331,0-8-3460,3 9 1,2 3-180,1 15 67,4-1-106,-5 18-40,0-2 34,-4 13-5,-8 35-6,2-11 5,-3 9 1,0 1-518,-2 2 512,1-3 0,2 1-3,1-8 0,2 0-22,-1 7 0,2 0-73,0-2 0,1-1-353,4 4 0,1-2-3,1 13-257,0-18 1,1-2-1682,0 3-2072,0 2-5315,-9-11 9443,-5-12 336,-4-10 497,-9-14-497,1-8 495,-8-6 4339,-1-4 935,-4-7-3276,10 7-1547,4 1 325,13 3-503,18-1-673,-1 4-11,33-11-95,-2 14-439,10-3 388,10 4-38,-6 5 40,-22 5 1,3 0 6,3 0 0,1 0 42,18-6 22,-6 1 56,-23 3 135,-17 2-168,-6 3 50,-14 2 45,-7 4 388,-1 2-338,-5 6-22,7 5 6,-2 15-102,7-1-16,6 9-6,12-6-22,2-7-11,26 5-6,-12-15 14,7-2 0,3-3 8,10-4 34,18-5-28,-25-6 185,8-20-6,-20 0 39,7-16 96,-17 3 72,-7 2-234,-6 11 156,-11-2-235,0 15-79,-6-3-72,7 11-35,3 4 1,3 5-358,1 6-835,5 4-5875,14 12 2262,-1-8 4890,12 5 0,-20-16 0,0 0 0</inkml:trace>
  <inkml:trace contextRef="#ctx0" brushRef="#br0" timeOffset="292025">21899 9648 16964,'-1'-3'5892,"0"1"-4626,1 2-1266,26-16-6,-2 22-5,23-6-23,-18 22-72,2 13-157,-15 9 50,-5 2 73,-16 7 101,-16-18 61,-13-9 1,2-13 89,-12-7-17,21-11-62,-2-7-44,21-9-62,18-5-83,14-3-158,14 0-196,10 3-412,4 1 452,1 2 223,1-1 225,-2 0 78,-4-2 101,-6 3 151,-12 3 113,-11 5-18,-11 6-207,-7 5-123,-4 4 33,-1 7 339,-3 6-372,-1 10-28,-2 7-6,1 6 6,1 3-11,1 1 5,0-2-17,2-4 17,-2-8 113,0-8 329,2-9-341,-1-6 62,2-12 33,5-8 23,3-12-6,11-8 0,9-4-56,11 1-61,8 4-418,6 8 390,-2 9-46,0 9-33,-2 7-5,1 12 16,1 10-28,-9 3-31,-11 3 1,-2 3-340,8 18-751,-12-12 1,-2 4 1109,-10-3 0,-3-2 0,2 4 0,-6-3 0</inkml:trace>
  <inkml:trace contextRef="#ctx0" brushRef="#br0" timeOffset="292674">24118 9737 18980,'16'-53'918,"0"1"1,0 0-1,-2 5 1,-1 1-1,-1 6-588,0 4 1,-2 5 90,5-14 191,-5 20-567,-4 14 126,0 12-148,-1 15 10,2 16-33,0 21 8,-3-19 1,0 3-341,-2 4 0,0 3 242,0 3 1,-2 2-130,-1 1 0,-2 2-260,0 0 0,0 0-341,-2-2 0,-1-2-581,1-4 1,-2-2-2104,-1-7 1,-1-4 3503,-7 12 0,4-21 0,4-13 0</inkml:trace>
  <inkml:trace contextRef="#ctx0" brushRef="#br0" timeOffset="293424">24061 9909 12897,'-2'-5'7327,"1"0"-6174,1 5-683,-8-63-335,14 42-138,-5-15 0,5 3-64,25 24-51,13 3-111,12 3 63,-24 3 1,1 0-73,1 0 0,1 0-242,0 0 1,-1 0 330,-2-1 1,0-1 42,26-6 162,-11-3 235,-13-4 190,-13 1 124,-12 0 78,-5 2 57,-3 1 466,-1 2-640,0 2-275,0 3-190,0 3-39,6 11-51,5 4-17,18 24 6,-7-10-17,15 20-50,-16-9-56,1 12 5,-10-1 40,-14-5 95,-10-10 56,-10-13-1,-4-12 40,-1-12 45,6-8-17,8-10-61,15-13-68,6 9 11,18-12-11,4 14 6,11-4 28,3 4-28,-3 6 0,-4 6-12,-7 4-27,-8 6 16,-7 5-16,-3 7 27,-4 9-10,-1 7-12,-2 5 6,0 3-23,1 0 40,6 1 5,-3-15 0,7 0-5,0-16-6,8-2 22,6-10 40,5-7 27,3-12 124,9-16-123,-16 9 106,6-17 118,-20 17-23,-1-7-84,-8 4-44,-5 4-141,-4 12-22,1 3-117,-1 11-399,5 5 68,-1 3-2840,16 18 1199,-7-5 2089,17 21 0,-20-25 0,5 7 0</inkml:trace>
  <inkml:trace contextRef="#ctx0" brushRef="#br0" timeOffset="293792">25591 9955 18930,'-3'0'4957,"1"0"-3921,2 0-1014,4-3 0,15 3-10,20-4-1,-3 2-6,16-5 57,-13-10-40,-7 2 62,2-15 56,-20 5 158,-3-12-125,-13 10-33,-12 1-72,-4 14 21,-9 5 12,-3 7-67,5 4 27,-8 10-22,4 15-5,0 9-23,2 3-34,15-10 1,4 1-28,3 16-12,7-14 1,4 0-477,22 19-479,-7-29 1,3-3-2931,18 10 3947,5-8 0,-29-17 0,-1-1 0</inkml:trace>
  <inkml:trace contextRef="#ctx0" brushRef="#br0" timeOffset="294541">26283 9883 16790,'4'0'3327,"-1"0"566,-3 0-3770,1-20-50,-6 7 0,-3-19 11,-9 9 0,-3-5 44,2-4 1,5-6 6,8-2 10,14-3-27,9 2-57,14 4-61,6 8 0,6 10 34,6 10-28,3 9 10,2 13-21,-3 11 10,-6 14 18,-12 11-268,-21-19 0,-4 1 262,-4 5 0,-5 0 5,-5 4 1,-4 0-7,-5 2 1,-3 0-6,-4 0 1,-4-1-6,-1-1 0,-1-1-105,1-1 1,0-2-644,4-1 0,1 0 742,3 0 0,3-2 0,-1 3 0,7-4 0</inkml:trace>
  <inkml:trace contextRef="#ctx0" brushRef="#br0" timeOffset="294765">26379 10686 28334,'9'-53'-891,"1"10"-1803,4 42 2694,3 1 0,-7 0 0,0-1 0</inkml:trace>
  <inkml:trace contextRef="#ctx0" brushRef="#br0" timeOffset="296309">27126 10162 18228,'-54'-11'1424,"0"-1"1,7 2 0,11 2-1100,24 5-12,23 1-151,23 2-109,-3-1 1,4 1-676,12 2 0,5 0 630,9 1 1,4 0-411,-15 0 1,1 1 0,1 0 406,4 0 1,1 1 0,0 0-8,1 0 0,1 0 0,0 0 0,-2 0 0,0 1 1,0-1-7,-5 0 1,-1 0-1,-1-1-2,-6 0 1,-2 0 0,-1-1-173,10 0 0,-3 0 140,-11-1 0,-3-1-114,12 0-595,-22 0-414,-16-1 927,-42 3-1134,-10-1 445,4-1 0,-3 0 378,-1 0 0,0 0 151,-6-1 1,-1 0 405,-5 1 1,-1-1 192,-4 0 1,-1 0-301,20 0 1,0 0 0,-1 0 411,0 0 1,0-1 0,1 1 212,-21-2 0,2 1-468,3-1 1,0 0 434,4 0 0,2-1-380,4 1 0,1 0 128,6-1 0,2 0 268,5 1 0,3 0-308,-15-1 1219,19 2-1303,16-1 1205,22 2-1182,19-3-1403,10 2 1,3 0 1278,-10 0 1,3 1 1,4-1 1,5 1 0,-1 0-413,11 0 1,1 1 402,-8 0 1,3 1-1,-1 0-9,2 0 0,1 1 0,-1 0-13,0 1 0,0 1 0,1 0-36,7 3 0,2 0 1,-5 0 11,2 1 1,-2 0-13,-8 1 1,1 0-1,-6 1-254,-6-1 1,-3 2-29,4 1 1,-4 1-51,6 6 292,-86-13 106,4-7 19,-6-3 0,-5-3 967,4-1 0,-1-1-866,-7-1 1,-4-1-41,10 2 0,-3-1 0,-2 0 68,4 1 0,-2-1 1,0 1-1,3-1-85,2 2 1,3-1-1,-2 0 54,-16-2 1,-2-1 0,7 1 44,7 2 0,4-1 3,-7-1 0,3-1 158,13 3 1,4 0 23,-7-5-342,25 5-22,24 4 17,19 2-11,28 4-9,-18 0 0,6 1-633,1 2 0,4 0 1,-2 0 629,5 1 1,2 1-5,3 0 1,4 1 0,-2 0 175,-13-2 1,-2 1 0,2-1-181,11 3 1,3 0 0,1 0-541,-8-1 1,3 0 0,-1 1-1,-3-2 541,-3 1 0,-3-1 0,2 0-15,14 2 0,2 0 0,-7-1-279,-7-1 1,-4-1 303,8 2 0,-2-1 920,-12-1 0,-5-1-928,6 1 334,-25-3-497,-57-9 152,10 1 0,-5 0 22,-1 0 0,-5-1 0,-2 0 387,-4-1 0,-2 0 1,1 1-386,7 0 0,1 0 0,-5 0 16,-5 0 0,-5 0 0,0-1 0,3 2 6,3 0 1,2 1-1,-2-1-13,1 1 0,-3-1 1,0 1-1,4 0 329,-17 0 0,6 1-301,14 0 1,5 1 117,-15 0-96,31 0 34,11 1-39,31-2-39,-2 2 6,37-3-18,-10 2-212,14 1 0,8 1 210,-11 0 0,3 1-1,-8 1 1,6 0 0,1 1 0,-5 0-5,-5-1 0,-4 1 0,3 0 7,18 2 1,3 2 0,-5-1 81,-2 0 0,0 1-74,-3-1 0,3 0 0,-5 0 1,-6-1 0,-3 0 56,9-1 0,-10-1 8,-29-3-106,-3-1-308,-20-2-750,-10-1-6212,-17-1 7298,-1 3 0,12 1 0,10 1 0</inkml:trace>
  <inkml:trace contextRef="#ctx0" brushRef="#br0" timeOffset="297841">27374 9485 13424,'2'-4'5881,"-1"1"-2151,-1 3-3702,13-29-28,-8 28 23,17-1-6,-11 35 5,7 20-33,-2-6-17,-1 1 0,-5-3 5,-4-4 29,-13-10 33,-7-10 34,-12-11 56,-2-11 89,3-11 1,9-9-85,9-7-61,17-3-40,12 0-55,16 4-12,10 5-313,11 7 204,-28 10 1,2 1-318,0 2 1,1 0-947,-2 2 0,1 1 1406,1 1 0,-2 1 0,3-1 0,-5 3 0</inkml:trace>
  <inkml:trace contextRef="#ctx0" brushRef="#br0" timeOffset="298498">27900 9670 23674,'56'-7'59,"-1"-1"1,-4 0 0,-6-1-10,-3-3 6,-7-6-16,-9-3-35,-12-5 1,-7-5 5,-13 1-5,-11 2 38,-11 9-16,-17 8-28,14 9 17,-11 9-28,20 6 17,-3 9-1,6 6 6,4 4-27,7 5-12,7 1 39,11 1-34,13 0-21,14 0-304,11-4 202,-20-19 1,1-2-393,30 6-207,-1-10-34,-7-13 174,-5-8 331,-8-10 257,-6-6 112,-6-6 146,-7-1 213,-5 4 212,-4 7 119,-5 8 33,-3 7-560,-2 5-158,0 2-66,-2 12-28,2 2-23,0 13 34,5 0-34,5 2 17,8-1 45,4-5 50,2-7 73,1-7-28,0-12 5,-2-7 12,-1-10-22,-2-5-51,-3-5-90,-1-2-11,0 1-84,2 4-251,4 8-679,2 8-2593,2 9 3624,3 11 0,-14-3 0,-2 3 0</inkml:trace>
  <inkml:trace contextRef="#ctx0" brushRef="#br0" timeOffset="298732">29431 9729 20481,'-3'-2'2862,"0"1"-2643,3 1-180,-46 25-33,18-2-51,-6-1 0,-2 2-448,-5 15-1972,-6 1-7366,0-1 8927,12-12 0,13-11 0,16-12 0</inkml:trace>
  <inkml:trace contextRef="#ctx0" brushRef="#br0" timeOffset="298941">29108 9750 23769,'28'-18'17,"0"0"0,23 0-62,-24 59-241,-8-11 1,1 2-519,-2-4 0,1 0-134,-1-1 0,1 0 938,19 21 0,-25-31 0,6 5 0</inkml:trace>
  <inkml:trace contextRef="#ctx0" brushRef="#br0" timeOffset="299199">29655 9911 20050,'-3'-2'3949,"0"1"-3255,3 1-649,38-13-40,-17 9 3,10-3 1,3 1 2,7 7-39,13 0-190,-2-1-678,-3-3-2437,-5 0 3333,-8-4 0,-16 3 0,-6 0 0</inkml:trace>
  <inkml:trace contextRef="#ctx0" brushRef="#br0" timeOffset="299581">30284 9730 22795,'41'-33'1551,"-7"5"-1260,-30 23-157,-1-1 326,5-12-247,-3 4-112,1-5 78,-2 7-45,-2 7-106,-1 1-72,0 2 49,-4 9 1,1-1 27,-4 12-21,-2 9-18,0 5 6,-3 12-17,3-2-11,1-6-588,-3 18-1042,3-16-5052,-4 14 6275,3-19 1,3-14 0,3-10 0</inkml:trace>
  <inkml:trace contextRef="#ctx0" brushRef="#br0" timeOffset="301641">26736 11504 18403,'-2'0'3047,"-1"0"-790,3 0-2133,56-28-74,-12 21-269,3-7 1,5 1 52,0 12 1,-2 4-107,-14-2 1,1 0-1959,19 1 1,-1 1 1438,6 1 0,-9 0 0,-24-3 0</inkml:trace>
  <inkml:trace contextRef="#ctx0" brushRef="#br0" timeOffset="302048">27735 11340 24071,'-3'-47'523,"-1"0"0,2 3 0,5 10-428,12 18-72,2 7 5,6 9-28,2 12 5,19 21 1,-1 10-488,-15-11 1,-2 0 481,11 17-3,-16-16 1,0 2-305,-6-6 1,-2 0 264,2 7 0,-4 0-29,-8 1 0,-5-2 65,-19 12 12,-11-14 11,-19-24 11,11-18 39,-8-15-61,22-9-6,12-3 5,24 0 863,11 8-913,17-4-225,12 7-567,-11 13 0,3 3-603,-2 2 1,0 3-120,0-1 1,-1 2 1558,-2 2 0,-6 1 0,-16 0 0,-2 0 0</inkml:trace>
  <inkml:trace contextRef="#ctx0" brushRef="#br0" timeOffset="302824">28664 11408 25320,'-22'6'45,"5"2"-11,20 12 22,4-1 79,4-6-51,-1-5 123,8-7-106,-4-9-12,7-8-55,-7-1 61,2-17-61,-9 16 27,1-17 23,-7 17 28,0-5-78,-2 9 39,-1 0-73,1 10 22,0 0-33,1 2-84,0 2 106,-3 5 0,0-2-17,-2 5 6,1-5 6,0 0-6,1-1 0,2-1 134,0 0-134,-1-1 6,0 0-6,-1 0-22,-4 0 16,2 0 6,-4 0 11,3 0 6,0 0-34,2 0 12,-1 3-12,-1 3-11,-2 5 33,-2 5-5,1-1 17,-5 15-22,7-13 21,-7 18-16,7-10-22,1 15-6,6-4 22,10 5 1,3-15-51,33 11 11,-16-18-440,11 0 1,3-1-2137,13-5 2279,-13-6 0,-2-1 0,-4-3 0,-6-3 0</inkml:trace>
  <inkml:trace contextRef="#ctx0" brushRef="#br0" timeOffset="303224">29064 11415 25858,'30'-35'68,"-8"16"-46,-25 47 6,0 8 11,4 5-39,11 2 23,11 0 10,12-5 18,8-8 49,4-12 46,-1-12 11,-3-17-34,-5-12-39,-4-13 34,-2-9-40,-6 0-22,-6 3 6,-6 8-40,-5 9-28,-2 8-5,-3 8-146,5 4-179,3 7-677,11 7-713,6 10-5342,6 14 6374,-2 0 1,-12-8-1,-9-11 1</inkml:trace>
  <inkml:trace contextRef="#ctx0" brushRef="#br0" timeOffset="303548">27407 11863 18274,'-54'-2'93,"-1"1"0,1 0 0,7 0 0,2 1 0,4 1 231,6 1 1,6 2 990,3 5-744,42 0 96,40 1-345,-8-6 0,5 0-703,-7-1 0,2 0 0,1 0 519,9 0 0,2 0 0,2 0-611,-12 1 0,2-1 1,0 1-1,1 0 513,3 1 1,1-1 0,0 2 0,1 0-19,1 0 0,1 1 1,0 0-1,-1 0-20,1 1 1,-1 0 0,1 1 0,-2-1-349,-2 1 1,0-1 0,-1 1 0,-1 0 199,10 2 1,-2 0-1,-2 0-449,-11-2 1,-2 0 0,-2-1-1863,4 1 1,-6 0 2632,6 2 1,-29-7 0,-16-2 0</inkml:trace>
  <inkml:trace contextRef="#ctx0" brushRef="#br0" timeOffset="303857">27358 12168 23752,'49'-13'257,"0"0"1,-1 0 0,3 2-1,-1 0 1,1 4-206,-3 3 0,-1 3 1,2 2-1074,4-1 0,1 2 0,1 1 1058,3 0 1,1 0-1,1 1-512,1 1 0,0 1 0,1 1 482,-1-1 1,0 1-1,-1-1-7,-3 0 0,-1 1 0,-1-2 71,-5 0 1,-1 0-1,-2-1-7,14 0 1,-4 0 44,-9-1 0,-4-2 25,-9 0 1,-3-2 100,15-3-72,-15-1 1127,-10-5-1329,-7 0 1718,-5-3-3914,0-3 2516,0-9 1,-5 12-1,1-3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B742-E16A-7478-230D-14ADDE92C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4EC43-7DFE-FE0E-9C24-5B38C090A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2F540-44E5-01B0-E24E-329E9EE8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A58C-E5BA-CB46-8D10-1078F22E410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8E5C4-555F-A4A8-8193-F17B2B058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A46E-1588-D2A5-9C92-95B43579E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95B9-4645-8E44-84EB-1E6A2432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55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45F95-7449-B751-59EB-CE587EE62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3332E-87BE-ACFD-77FB-8EE0B9741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DC138-0977-44C1-2ADA-3D4CAB26E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A58C-E5BA-CB46-8D10-1078F22E410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B8981-9959-70C3-8377-D4E36B9D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B75D4-6C2B-077F-5DEA-0E2983F46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95B9-4645-8E44-84EB-1E6A2432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5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8B7E-0765-8451-025B-18DA29039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01D85-9B67-C36C-2593-88C1E7296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BB116-6990-D614-8A35-A9595D229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A58C-E5BA-CB46-8D10-1078F22E410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76FD7-2139-CCF6-30B1-AEE8C54CF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3A041-A99C-EDB3-2B15-3C893012A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95B9-4645-8E44-84EB-1E6A2432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7FED4-ABF1-2782-8779-98C55F8BB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5E7CF-1CB4-C9E2-6759-044546F84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482AC-02D9-73B6-2774-D30FDEBB1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DA784-237E-82DD-CFBE-2D6D0CE16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A58C-E5BA-CB46-8D10-1078F22E410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F7192-35C2-F7A1-E993-6D1DE6EF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347E8-4373-829B-2C2E-06058729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95B9-4645-8E44-84EB-1E6A2432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0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FE873-01D1-E763-7324-40A347320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6FB7C-F634-B3E2-0665-8CBEAA545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E1285-8E5F-FB85-C693-7EE807C57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51BC88-45D7-779D-8D70-82AC129CD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3E6537-6345-89C7-C33A-16F2D7547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EB3A1B-7D40-6661-4EFC-8C52F1A2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A58C-E5BA-CB46-8D10-1078F22E410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F4143-ED64-7190-F3F3-64AF6759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3235B-6800-4091-CE52-7DAAB9BC8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95B9-4645-8E44-84EB-1E6A2432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1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DB0D7-5F5F-328F-4363-7A17EF378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16CE2-879A-EF51-9981-26D60D59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A58C-E5BA-CB46-8D10-1078F22E410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85EE9-65C8-5881-8212-92B35D6F8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8AC20-232F-9ADE-5544-07282B0D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95B9-4645-8E44-84EB-1E6A2432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36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1C545-A15D-F68A-B041-C73F5ABB8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A58C-E5BA-CB46-8D10-1078F22E410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97489-1451-7128-AACB-2E144C0DC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BB212-BFD3-2780-C1CC-7527DAFF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95B9-4645-8E44-84EB-1E6A2432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9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5AF6-D43C-7B75-E61C-720A87A03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0F216-C180-790B-5B3F-964337349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2B127-FC62-23E8-DC72-5DCE9E4E9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55777-EE3A-8B24-6C01-D6BAC46EE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A58C-E5BA-CB46-8D10-1078F22E410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79B41-3EAB-BECA-CDF2-33097766B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D7AC3-FCB9-6DB0-CE5E-0F2C0E3D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95B9-4645-8E44-84EB-1E6A2432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71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D4D20-1FC5-DC09-9956-75FA3FC5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7C82C0-6535-EB38-EE0E-AB2A4511C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F592E-CCC5-3CD3-29C6-F979FC989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6899-79ED-1F1A-5418-07943673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A58C-E5BA-CB46-8D10-1078F22E410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A21CA-D60C-8258-64FD-E784E3B80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06268-BC51-F159-EA93-B5F289FD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95B9-4645-8E44-84EB-1E6A2432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40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A70F-0377-2C0F-10D6-1D566150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E3CA7-4571-0082-CA7A-7CB06F868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DD07C-D0CF-9119-95B5-B74FDF5D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A58C-E5BA-CB46-8D10-1078F22E410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D5BD8-C0EA-85D9-6CE7-8BB404109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586F2-8EAF-F339-97CF-6072EEED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95B9-4645-8E44-84EB-1E6A2432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79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601733-EB77-57FF-7536-9F5DBD307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92FF0-D80F-FDAD-F1B1-8C30D0526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41769-E4FE-EF30-895D-6142C4353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A58C-E5BA-CB46-8D10-1078F22E410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9481B-1493-A9F9-C8F6-A6EAEA90E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54923-C99D-A997-D38F-5B7A5ACC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D95B9-4645-8E44-84EB-1E6A2432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8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944273-6579-F1CF-2C6C-856A2FDA3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C5828-F88D-43B9-8F83-439011012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2D7DD-5B6B-F780-9187-B1205FB73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0A58C-E5BA-CB46-8D10-1078F22E410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DF012-DE6A-2E68-9712-D5B9A84AC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E04EB-9AFA-4763-A223-CD2A926D8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D95B9-4645-8E44-84EB-1E6A2432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3FB012D8-BCC6-21C4-241C-6EF5ED5A05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437230-6466-EF7C-1D50-FE2AF0876DF9}"/>
                  </a:ext>
                </a:extLst>
              </p14:cNvPr>
              <p14:cNvContentPartPr/>
              <p14:nvPr/>
            </p14:nvContentPartPr>
            <p14:xfrm>
              <a:off x="627840" y="1854720"/>
              <a:ext cx="5588640" cy="1272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437230-6466-EF7C-1D50-FE2AF0876D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8480" y="1845360"/>
                <a:ext cx="5607360" cy="129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7918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E955C05-009A-67EB-6529-3E513F3444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D101C97-B54A-C363-69A2-F8B149B592EB}"/>
                  </a:ext>
                </a:extLst>
              </p14:cNvPr>
              <p14:cNvContentPartPr/>
              <p14:nvPr/>
            </p14:nvContentPartPr>
            <p14:xfrm>
              <a:off x="509760" y="812880"/>
              <a:ext cx="7519320" cy="4476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D101C97-B54A-C363-69A2-F8B149B592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400" y="803520"/>
                <a:ext cx="7538040" cy="449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360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391D8-AE79-F6C6-DB0E-799B2F00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DDA14-79DC-C525-4636-7227C76F7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25D54B6D-943A-095C-9A6F-F772CF5932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18A663C-4017-A486-B204-B1ED4C5073AB}"/>
                  </a:ext>
                </a:extLst>
              </p14:cNvPr>
              <p14:cNvContentPartPr/>
              <p14:nvPr/>
            </p14:nvContentPartPr>
            <p14:xfrm>
              <a:off x="980280" y="806040"/>
              <a:ext cx="10091160" cy="5355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18A663C-4017-A486-B204-B1ED4C5073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0920" y="796680"/>
                <a:ext cx="10109880" cy="537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789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4C7F44-0C42-9F49-0F0E-E77C28C6F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0234A48-D674-EDBB-F1BF-BBC94F135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E62A937-593A-2312-F273-6D3263031A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64AEB6F-BF4C-04D6-0BB1-BD2626BFB41B}"/>
                  </a:ext>
                </a:extLst>
              </p14:cNvPr>
              <p14:cNvContentPartPr/>
              <p14:nvPr/>
            </p14:nvContentPartPr>
            <p14:xfrm>
              <a:off x="604440" y="452520"/>
              <a:ext cx="10315080" cy="4301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64AEB6F-BF4C-04D6-0BB1-BD2626BFB4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5080" y="443160"/>
                <a:ext cx="10333800" cy="432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7070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FE88A-98C9-704B-38D4-BB23A8E4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B3AF900-ED8C-D633-A9C2-D0E3D2931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B0E5E0E-7899-F5CF-2B71-FC45DD00A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ED5C10B-CA52-62DB-0152-C06BE526BAA6}"/>
                  </a:ext>
                </a:extLst>
              </p14:cNvPr>
              <p14:cNvContentPartPr/>
              <p14:nvPr/>
            </p14:nvContentPartPr>
            <p14:xfrm>
              <a:off x="0" y="491040"/>
              <a:ext cx="8582400" cy="1962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ED5C10B-CA52-62DB-0152-C06BE526BA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481680"/>
                <a:ext cx="8601120" cy="198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1181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E2745-3527-D1FB-8F7F-ABDFEE3CB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368631-E989-CDC4-BCA0-BACC8058E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05E7AB1-784E-22B1-E77A-8FFC0C2F3F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68E4029-0261-3F1D-97AF-BA27C07E3987}"/>
                  </a:ext>
                </a:extLst>
              </p14:cNvPr>
              <p14:cNvContentPartPr/>
              <p14:nvPr/>
            </p14:nvContentPartPr>
            <p14:xfrm>
              <a:off x="15120" y="577440"/>
              <a:ext cx="10926720" cy="6053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68E4029-0261-3F1D-97AF-BA27C07E39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60" y="568080"/>
                <a:ext cx="10945440" cy="607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1302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2540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2025-11-12T13:26:58Z</dcterms:created>
  <dcterms:modified xsi:type="dcterms:W3CDTF">2025-11-14T07:47:27Z</dcterms:modified>
</cp:coreProperties>
</file>