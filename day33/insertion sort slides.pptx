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865"/>
  </p:normalViewPr>
  <p:slideViewPr>
    <p:cSldViewPr snapToGrid="0">
      <p:cViewPr varScale="1">
        <p:scale>
          <a:sx n="122" d="100"/>
          <a:sy n="12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3:39:05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6672 6795 26156,'-23'-41'-230,"0"0"1,2 3 0,5 9-179,11 21 915,2 2-562,0 2 118,2 2-50,0 1-121,1 5 184,1 3 470,0 8 371,2 3-360,2 20-106,1-5-378,1 14 342,-2-12 208,2 1-806,-1-2-85,3-2-37,1-2 4,1-2-58,3-3-289,1-3 95,2-3-79,2-5 135,0-4 359,5-6 322,2-2 197,4-9 306,4-6-1430,5-10 1902,5-6 452,5-7-823,-22 16 1,0-1-78,2-2 0,1 0-267,1-2 0,-1 0-271,2-1 1,0 0-174,-1-1 0,1-1 0,-2 2 0,1-1 0,-1 0 0,-1 0 0,-1 2 0,0 0 0,-1 0 0,-1 1 0,-1 1 0,-1 1 0,19-19 0,-3 4 0,-6 5 0,-5 5 0,-7 6 0,-4 6 0,-7 5 0,-3 4 0,-4 3-120,-3 2-1204,0 3-550,-1 4 1678,1 5 1,0-4-1,-1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3:39:11.8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1087 2352 23815,'-42'-16'350,"1"0"1,3 3 0,10-1-308,24 5 332,3 0-280,7 0 316,18-6-266,1 4-40,16-5-156,-1 6 143,5 0-3287,7 0 3273,4 1-27,4 1-457,-28 3 0,1 2 400,1-1 1,0 0-5,1 0 0,1 1-5,0 0 0,1 0-1052,19-2 1,0 0 953,-14 2 1,2 0-210,3 0 1,4-1 0,-5 1-773,-5 1 1,-2 0 447,10-1 0,0 1-1879,-10 1 1,-3 1 2574,17-1 1,-10 1-1,-25 0 1</inkml:trace>
  <inkml:trace contextRef="#ctx0" brushRef="#br0" timeOffset="1036">1633 2214 20690,'-5'0'3417,"2"0"313,3 0-3696,-21-6-136,20 13-124,-14 0 206,25 16-217,1 4-3450,-1 4 3387,-1 4-151,-1 25-521,-4-12 427,-2-2 1,-2 0-301,-4 14 214,1-21 1,0 1-1559,-7 16 380,-2-2-278,-2-2-53,-1-4 220,-1-5 472,0-7 608,1-5 625,1-6 708,1-6 503,2-5 377,0-6 251,3-3 79,0-4 2686,3-5-2972,0-1-230,1-7-240,1-2-196,0-2-146,1-2 979,1-10-1248,0 8-78,1-7-68,2 10-78,0 2 1048,4 2-1121,1 0-28,4 2 0,2 2-11,5 1 6,2 2-17,4 1-12,4 0-10,4 1-23,4-1-3403,3 1 3375,4-1-17,1 1-9,1-2 26,0 0-205,-2-1 199,-3 0 0,-1-1 1,-6 0 3310,-3-1-3260,-5-2 39,-4-1 11,-6-1 28,-4-2 23,-4 0 28,-4 0 214,-2-5-147,-3 5 22,-2-4 513,-4 2-463,1 5-5,0-4 0,2 7-33,2 2-40,0 1-39,1 2-45,1 2 0,1 1-67,3 9 23,0 0-1,7 18 0,-3-6-10,2 9-1,-2-6 0,-2 2-3386,1 2 3375,0 1-1703,-1 0 1719,0 0-1707,0 0 1691,1-2 6,1 5-12,-1-9 17,0 1-16,-3-13 22,-1-3 1719,1-4-1686,-2-1 1726,2-5-1731,0-2-12,1-6-16,2-1-170,5-16 197,-1 6 12,3-10 40,4-2-24,0 1-38,2 1-6,-1 7 17,4 6 3251,6 6-3296,-1 2 17,1 7-22,-10 4 5,-1 2 11,-1 3-17,0 5 23,0 2-11,-2 4 360,4 12-355,0 8-5,-2 1 0,-1 0-6,-5-12 0,0-1 11,7 6-11,-4-11 11,4 4 6,-5-11-17,0-4 22,1-2-11,-3-4 6,3-6-6,-4-4 23,1-5-17,0-4 5,2-2-3391,1-4 3385,-1-3-67,3-17 135,-4-8-22,-1 0-846,-6 3 857,-2 15 17,-2 2-18,0 2 2919,0 1-2930,0 4-10,0 2-2825,0 3 2808,0 2 854,0 0-888,1 8 0,-1 0 0,1 7 0,-1 1 0,3 4 0,0 2 3392,3 5-3392,4 9 0,6 7 0,2 3 0,2 2 0,4 6 0,3 6 0,-8-14 0,2 1-336,-1 0 1,0 1 335,0 0 0,-1-1 0,6 15 0,-10-5 0,-11-17 0,-6-1-85,-11 7-3186,-1-10 3120,-8 4-348,-4-7-492,-2-6-1350,-6-1-639,10-10-6520,6-4 9500,10-1 0,3 2 0,3 2 0</inkml:trace>
  <inkml:trace contextRef="#ctx0" brushRef="#br0" timeOffset="1968">3163 2721 21439,'5'-3'2957,"-2"1"-106,-3 2-2800,16-9-12,-6 8 28,23-6-28,-13 9-5,8 0-6,-6-1-6,1-1 6,11-3-3409,-7 0 3393,10-3 16,-11-2-28,-1-1 22,-2-1 12,-4-1-12,-4 0 6,-6-2 6,-3 0-12,-3 0 28,-5-6-33,-9-1-6,0 1 23,-8 3-17,3 8-17,-1 1 22,-1 4-16,1 0 16,0 2 3398,0 0-3403,3 2-28,-1 1 33,-1 5-3408,4 1 3391,-2 5 1,6-2-6,1 4 11,1 0 28,0 3-27,1 0-12,1 1 22,2 12 0,3 3-10,4 0-24,5-1 29,15-2-11,-1-7-29,13 5 40,12-3 3008,-10-7-3008,14 2-39,-4-5 22,-13-7 22,8 1-5,-8-8-6,-12-2 0,3-3 6,-15-2 6,-4-3-7,-3-2-27,-2-1 28,-2-3-6,-1 0 6,0-3 0,-1-1-6,1-2 0,-1 0-11,0-2 39,4 0-27,2 1-7,2 0 1,3 2-17,2 3 27,8-3 1,-5 7-6,6-2 6,-2 7-22,-4 3-12,4 1 22,-5 2 368,-1 2-340,6 6-33,-4 0 0,5 8 17,1 8 0,2 9-11,1 2-12,-1 5 12,0 4-12,-5-10 17,5 10-11,-6-14 6,1-2 22,10 11-23,-4-12-559,7 7 554,-8-15-22,0-3 27,1-2 1,-1-4 0,1-2-109,-1-4 114,1-1-5,-1-6 16,0-3-22,-1-5 51,7-15-28,-7 3-23,3-14-452,-11 5 452,-3-5 0,-1-6 0,-1-4 0,-2-4 0,-1-3 0,-4 16 0,0-2 0,-1-1 0,-1 0 0,-1 0 0,-1 0-1335,0 5 0,-2 2 1335,-4-12 0,-2 3-76,1 4 76,-2 5 0,2 5 0,1 4 0,2 5 0,1 5 0,1 4 315,2 4-315,0 3 3311,1 3-3311,1 0 246,-1 7-246,1 2 0,0 8 0,2 4 0,1 6 0,2 6 0,3 28-739,-2-9 739,-2-15 0,0 1-1143,2 19 1143,0 4 0,0 1 0,1 1 0,1-1 0,1-2 0,2-2 0,0-4-256,0-18 0,1 1-170,2-1 1,0 0 89,0-1 0,1-2-633,13 23-3300,-2-16-5185,-11-14 9609,4-2 1,-15-16 0,-1-3 0</inkml:trace>
  <inkml:trace contextRef="#ctx0" brushRef="#br0" timeOffset="2358">4546 2862 23396,'30'-34'22,"2"8"-28,-2 25 12,2 1 814,3-2-826,0 2 771,1-4-804,11 0 22,-12-1 0,7-3 11,-18 1 12,-2-2 0,-4-2 485,2-7-452,-9 4 973,1-5-967,-8 5 28,-3 1 483,-1 0-428,0 0 52,-3 1-6,0 0 22,-2 2 6,-1-2-18,1 2-4,0 1-12,-1 0-55,2 0-113,0 2 0,0 1 0,2 1 0,0 2 0,2 2 0,-1-1 0,1 12 0,0-1 0,0 12 0,1-2 0,1 4 0,2 3 0,2 3 0,0 2 0,1 1 0,0-1 0,2 0 0,-1-1-270,2-1-212,-2-3-257,1-1-370,-2-3-1120,-1-2-7602,0-4 9026,-4-3 1,0-7 0,-1-3-1</inkml:trace>
  <inkml:trace contextRef="#ctx0" brushRef="#br0" timeOffset="2549">5216 2467 26486,'-14'-37'46,"0"-1"1,-1 1 0,7 13-75,9 23-17,1 0-11,2 3-67,3 2-40,3 4-94,1 3-135,3 4-208,2 2-235,0 2-346,1 1-640,0 1-1237,-2 0 3058,1 4 0,-7-13 0,-2 0 0</inkml:trace>
  <inkml:trace contextRef="#ctx0" brushRef="#br0" timeOffset="2967">5641 2616 19632,'-46'-22'28,"0"-1"0,4 1 0,7 11 28,17 27-39,1 0 1471,-3 13-1483,6-5-5,-1 9-5,9-6 10,2 0-33,2 1 28,1-1 0,4-1 1066,3-1-1060,14 9-23,1-10 6,11 6 1582,-4-14-1583,2-1-4,2-2-1,0-4-40,12-4 63,-10-6 5,5-4-2020,-16-7 2015,-4-2 2036,2-15-2047,-7 4 16,1-11 6,-7 6 687,-3-1-671,-2-2 1,-1-1-6,-1 0 50,-1 1-22,-6-7-22,0 11 44,-12-10 3348,4 21-3409,-5-1 11,4 10-23,-6 4-10,6 2-1,-3 3 0,8 3 1,2 1-6,0 6-6,0 2-45,-3 11-22,4-2-45,-1 8-78,6-5-118,1 1-128,2 1-202,4 1-213,4-1-320,5-1-750,5-2-1366,5-4-5931,4-3 1713,0-3 7522,-3-5 0,-11-4 0,-6-2 0</inkml:trace>
  <inkml:trace contextRef="#ctx0" brushRef="#br0" timeOffset="3302">6019 2721 25836,'11'-45'410,"0"1"1,-1 3 0,-2 8-14,-6 20-5,3-2-95,-2 6-247,-1 1 1,0 5-29,-1 5 51,0 3-50,1 4-12,0 6 6,2 18 0,-3 12-9,0-13 0,0 0-3388,-1 24 3374,-1-1-2274,1-17 2275,0-1-1529,2-2 1545,2-3-22,6 4 28,-1-12-12,1 0 23,-5-16 28,-1-4-5,-1-4 5,2-6 1512,4-14-1568,6-15 0,7-17 0,-3 6 2269,1 0-2269,-6 14 3392,1 3-3392,0 1 0,1 3-3392,-1 3 3392,-1 4 0,5 1 0,1 7 0,0 2 0,-1 11-2269,-3 4 2269,0 7-49,15 14 49,10 11 0,4 3 925,-21-20 1,1 1-1739,6 3 1,1-1-2110,-7-6 0,0 1 2922,13 10 0,-2-3 0,-7-6 0,-2-1 0</inkml:trace>
  <inkml:trace contextRef="#ctx0" brushRef="#br0" timeOffset="4954">7630 2701 19142,'2'-44'565,"0"-1"1,1 7 0,-3 7 1242,-10 9-1590,1 9 559,-1 1-637,-1 3 292,0 1-343,-2 3 1002,0 2-1024,-1 1-22,-1 2-1,1 2-10,0 2-12,0 4 6,1 3-22,1 1 16,1 3-10,1 0-1,2 3-11,1 1 5,1 9 1,3-6 0,1 7-1,3-9 1,2 0-6,2 0 11,5 2-11,1-1 0,3 1 0,2-2 11,2 0 6,3-1-11,2-1 10,2-1-16,1 0-5,1-3 10,0-1 1,-3-2-12,-3-2 18,-3 0 10,-8-3 23,-2-1 5,-9-3-11,-4 0-5,-6-1-12,-7 0-5,-5 1-6,-6-1 1,-3 0-7,-2 0 6,-1-1-725,-1 1 714,1-1-6,1 0 1,-5-2-1,12 0-11,0-1-11,15 0-39,4 1-67,2 0-157,3-1-231,2 0-475,1 0-997,4-2-3063,4 0 4389,8-2 0,-7 3 0,1 0 0</inkml:trace>
  <inkml:trace contextRef="#ctx0" brushRef="#br0" timeOffset="5363">8170 2681 25107,'-41'-22'192,"-1"1"0,3 0 0,7 7-91,15 14 456,-7 8-518,7 1-17,-4 7-3974,8 0 3975,1 4 850,3 2-879,2 2 162,2 2-150,3-1-408,3 1 425,4-2-18,4 0 1,7-3-6,4 1 11,4-4-11,4-1 11,1-3 38,13 0-26,-13-7 10,8-1 1,-15-7 0,-3-4 38,-2-4 1,-3-4 0,-2-2 22,-3-4 51,-2-13-73,-4 6-1,-3-10-10,-4 9 0,-5 0-23,-4 1 415,-2 2-426,-2 2 33,-10-5-61,7 10 11,-5-2-11,11 11 0,2 2 12,3 1 3368,3 2-3402,2 2-17,2 0-23,0 1-22,2 3-39,3 0-95,2 4-85,4 2-190,4 1-229,3 1-303,3 2-605,3 0-1361,2 1-6122,-3-1 9113,-3-1 0,-8-6 0,-5-3 0</inkml:trace>
  <inkml:trace contextRef="#ctx0" brushRef="#br0" timeOffset="5703">8451 2605 22094,'-3'-3'3484,"0"0"-1820,3 3-1664,-13-36 0,18 33 11,-5-24-11,21 43 0,3 3 0,1 2 0,2 3-6,1 2-11,-1 3-44,11 15 10,-13-9 7,5 9 4,-18-16-32,-7-2 55,-4-5 0,-7-4 11,-5-4 18,-7-5-1,-4-2-11,-3-4 22,-2-4 17,3-2-5,0-5 16,4-4 23,-2-14-34,9 3 1,1-11-7,9 8-5,2-2-11,4 1-11,3 0 5,5 1-28,3 2 11,14-5-10,-6 9-29,11-3-45,-7 11-89,1 4-118,2 3-145,2 3-1328,14 4-8061,15 13 7914,-15-5 1,-5 5 0,-34-10 0</inkml:trace>
  <inkml:trace contextRef="#ctx0" brushRef="#br0" timeOffset="6030">9063 2895 23987,'-5'1'2051,"1"-1"-6866,4 0 5056,19-61-79,-6 32 562,2-10 0,1 0-662,8 7-12,2-1-748,4 1 726,0-2 0,-2 0 11,0-2-11,-3 0-101,-3-2 123,2-18-33,-9 11 2123,1-14-2129,-10 18 6,-3 3 16,-2 4 29,-3 6-2316,-3 4 2321,-2 6 1096,-3 4-1079,0 5-28,0 3-5,0 3 96,2 2-158,1 3 343,1 3-265,-4 12-22,3 1 22,-3 10-11,5-1-11,-1 6 3136,4 3-3181,0 6 347,1 2-347,1 4 0,2 1 0,1 3-723,4-1 723,2 3 0,3-1 0,1 3-63,3 0-265,-1-16 1,1 1-1190,3 2 1,1-1 146,1 0 1,0-2-3547,-2-4 1,-1-5 4320,3 3 0,-10-17 1,-6-8-1</inkml:trace>
  <inkml:trace contextRef="#ctx0" brushRef="#br0" timeOffset="6231">9152 2653 17594,'-6'-5'1776,"2"1"1156,4 4-2086,0 0 205,-18-65-961,19 42 306,-7-14 1,4 2-352,20 22-28,6 0-11,4 2 2367,6 2-2379,4 1-396,5 3 318,4 1-118,3 1-481,-13 3 0,0-1-4432,21 2 236,-22 0 1,-2 0 4878,4 2 0,-18-1 0,-9-1 0</inkml:trace>
  <inkml:trace contextRef="#ctx0" brushRef="#br0" timeOffset="7237">383 3737 14017,'-53'1'403,"1"0"0,5 1 1,6 0 17,15-1 55,4 2 78,3-2-39,6 1 135,2 0-404,7-1 68,2 2 129,8-1 50,6 2 212,23 2-464,1 0-524,21 1 406,-16-5 0,2 1-823,9-1 0,5 1 726,-7-1 0,3 0 0,-1-1-19,-7 1 1,-1-1 0,1 1-906,2-1 0,0 0 1,-2 0 925,9 0 0,0-1 8,3 1 0,4-1-378,-15 0 1,4-1 0,2 1 0,-3-1 369,7 0 0,-2 0 0,3 0-310,-1 0 0,2 0 0,2-1 0,1 1 303,-5-1 0,2 0 1,0 0-1,0 0 1,-2 0-154,3-1 1,-2 1-1,1 0 1,2 0 138,-9 0 0,1 0 1,2 0-1,1-1 1,1 1-1,-1 0 16,4 0 0,2-1 1,0 1-1,-1 0 1,0 0-1,-2-1-8,0 1 1,-3 0 0,0 0 0,1 0 0,3 0-28,1 0 1,2 0 0,2 0-1,0-1 1,1 1 0,-1 0 41,-8 1 1,1-1-1,0 1 1,0 0-1,-1-1 1,-1 1-1,-1 0-3,9-1 0,-3 1 0,-1-1 0,1 1 0,3-1-7,-9 1 0,2 0 0,1 0 0,0 0 0,1 0 0,0 0 0,-1 0 16,0 1 1,1-1 0,-1 0 0,1 1 0,-2-1 0,0 1-1,-3 0-17,9-1 0,-3 1 0,-1-1 0,1 1 1,3 0-8,-9 0 1,3 0 0,1-1 0,0 1 0,-1 0-1,-1 0 1,-4 0 5,4 1 0,-4-1 0,0 1 0,-2 0 0,1 0 11,13 0 0,-1 0 1,1 0-1,-2 0 7,0 1 1,-1 0-1,0 1 1,0-1 0,-2 0 1,0 1 0,0-1 0,-1 1-1,-1 0 1,0 0 0,-1 0 0,0 0-3,-2 0 0,-1 0 0,1 0 0,-2 1-7,0-1 0,-2 0 0,1 1 0,-1 0 125,14 0 1,0 1 0,-2 0-126,-1 0 0,-2 0 0,0 0 48,-2 1 0,0-1 0,-2 0-61,-2 1 0,-1-1 0,0 1-6,-3-1 0,0 1 1,-1 0-7,-2-1 1,-2 1 0,0-1-7,18 4 1,-3-1-18,-4 0 0,-1 0-36,-5 0 0,-1 0 53,-5-1 0,-1 0-283,-5-1 0,-1 0-1176,23 5-1591,-11-2-5729,-13-4 8782,-11-1 0,-12-3 0,-6 0 0</inkml:trace>
  <inkml:trace contextRef="#ctx0" brushRef="#br0" timeOffset="8012">10899 2389 18849,'-37'-7'97,"0"-1"0,3 1 0,5 7 1127,9 22-1163,0 1-22,0 1-16,3 1-1,3-1-22,3 0 863,5-3-846,3-1-1,3-1 12,5-2 12,3-3 32,5-1 507,3-4-484,2-1 6,3-3-34,1-3 1256,1 0-1200,1-6-69,0-2 103,1-4 0,-2-4-6,-1-2-5,-4-2-1,-1-1 62,-4-2 61,-2-12-161,-6 9-18,-3-8 51,-15 4-61,-1 7-46,-9-4 1,0 11-6,0 0-28,-3 3 11,0 0-11,0 2 516,-7 2-555,11 3-39,-3 1-40,12 3-61,2 3-96,2 4-128,2 4-253,2 3-391,2 4-701,1 2-1540,2 4-6543,2-1 9248,-1-3 0,0-9 0,1-4 1</inkml:trace>
  <inkml:trace contextRef="#ctx0" brushRef="#br0" timeOffset="8371">10927 2890 22900,'-32'14'61,"-1"0"1,-19 11-28,52-11 533,2 0-539,2 0 0,3-1 11,2 0 196,2-2-173,0-2 28,2-1 44,-1-2 56,1-2 57,0-2 22,-2-1-17,0-4 60,-1-2-127,1-3 264,-3-4-152,3-8-185,-6 3-6,0-6-27,-5 6-12,-2-1-6,-3 2-33,-5 0 0,-3 2-16,-3-1-24,-2 3 18,-3 0-23,-10 1-39,2 2-39,1 3-79,7 2-94,12 4-180,2 0-343,2 4-676,2 0-1826,2 5-5960,2-1 9253,1 0 0,-1-4 0,1-1 0</inkml:trace>
  <inkml:trace contextRef="#ctx0" brushRef="#br0" timeOffset="8938">11351 2803 20033,'-44'0'704,"1"0"0,3 0 0,7 0-217,17 0-173,4 0-135,3 0-78,4 0 16,2 1 51,2 0 90,2 1 347,5 0-140,8 1-297,1-1-40,6-1-16,-1-1-22,2 0-3425,4 0 3396,4 0-1109,4-1 1076,4 0-298,23-4 284,-27 2 0,0-1-908,0 1 1,0 0 893,26-3 11,-22 2 1793,-6 1-1810,-4 0 1011,-6 1-1038,-7 1-79,-5 0-416,-6 1-9303,-12 1 10228,1 0 1,-3 0 0,6 0-1</inkml:trace>
  <inkml:trace contextRef="#ctx0" brushRef="#br0" timeOffset="37485">9545 3632 21870,'-42'4'813,"0"1"1,-1-1-1,-16 3 1,17-3-511,35-5 168,4 0-180,29 1-6,15 0-184,17 1-1493,-25 0 1,0-1 1453,26 1-29,-26-1 1,0 0-1025,4 0 1,0-1 1010,2-1 0,1 1-1,2-2 1,1 0-255,0 0 0,3-2 248,-1 1 0,4-1 0,-1 0-11,9-1 1,1 0-307,-8 0 1,3 0-1,0 0 311,5 0 1,1 0 0,-3 0-202,-11 2 1,-2-1 0,2 1 185,12-2 1,3 0 0,-5 1 347,2 0 0,-3 1-402,-4 0 1,0 1-82,-5 0 0,-2 2-196,-4 0 1,-3 0-1040,24 0-4565,-15 2 5752,-11 3 0,-21-3 1,-7 1-1</inkml:trace>
  <inkml:trace contextRef="#ctx0" brushRef="#br0" timeOffset="41692">8457 3907 12003,'-44'1'1038,"-1"1"0,4 0 0,7-1-366,15 0-145,1 0 1164,3-1-1299,1 1 796,-1 0-863,6-1 200,0 0-307,5 1 683,2-1-447,1 1-269,5 1 185,10 0-3622,3 1 3370,10-2-2297,1 0 2257,6-1-169,6 0 142,6-2-7,7-1-658,6-3 625,-25 2 0,1 0 3,2-1 0,1 0-9,4 0 1,0 0 5,2-1 1,3 0-22,-1 0 1,4-1 0,-3 0-19,10-1 0,0 0 41,-7 1 1,2-1-1,-3 0-139,6 0 0,-3 1-182,2-1 0,0 1-336,0 0 0,-1 0-1040,-1 2 1,-1-1-2594,-5 1 1,-2 0 4276,-5 2 0,-5-1 0,3 0 0,-16 3 0</inkml:trace>
  <inkml:trace contextRef="#ctx0" brushRef="#br0" timeOffset="46826">6004 5191 20959,'-23'-40'270,"0"1"1,2 2 0,5 12-226,11 24 896,2 2-930,1 4 17,-2 11-17,1 3-3638,1 9 3627,0-3 0,1 4 892,1 1-942,0 3-169,2 2 23,1 1-168,2 2-2455,1 0 1631,1 0-744,1-1 152,2-1-6386,-1-3 7637,0-8 1,-5-11 0,-1-7 0</inkml:trace>
  <inkml:trace contextRef="#ctx0" brushRef="#br0" timeOffset="47143">5934 5536 11977,'-25'-55'1075,"-1"-1"1,8 15-1,0-1 1,3 6-404,-3-18-412,7 20 1,1 0 103,-2-9-90,4 2 1149,3 3-1300,2 2-39,5 4-45,4 4 872,4 2-883,6 5 17,17-2-28,-5 9 200,14 0-212,-7 10 1,2 3 0,1 5-18,2 3 7,-1 7-6,-1 3-1,-1 5 12,0 3-5,-2 4-12,-1 4-5,-3 4-40,-3 3-8,-15-11 0,-2 2 8,1 17 165,-8 15-126,-17-18 23,-11-1 0,-11-2 17,-8-3 0,-6-4 5,-4-4 3,14-12 1,-2-1-10,11-5 1,0-1 3,-9 3 0,1-2 24,-11 1 7,5-6 350,5-3-362,5-3 6,-1-12-68,12 0 162,2-10-621,18-8-262,9 5-847,11-10-2778,8 9-5462,2 1 9549,-1 4 0,-11 9 0,-6 4 1</inkml:trace>
  <inkml:trace contextRef="#ctx0" brushRef="#br0" timeOffset="47386">6774 5249 21713,'-4'-4'2017,"1"1"167,3 3-2217,-30-29 33,25 29-6,-22-19-27,32 38-85,1 3-145,0 2-242,1 3-340,0 2-488,1 1-992,0 1-6422,-1 1 8747,3 1 0,-6-15 0,1-2 0</inkml:trace>
  <inkml:trace contextRef="#ctx0" brushRef="#br0" timeOffset="47593">6817 5045 22639,'-26'-45'356,"0"0"1,1 4 0,6 8-200,11 17 342,1 3-499,3 4 109,1 4-170,2 2 66,0 3-73,3 3 148,2 3-338,4 6-3571,1 4 3045,3 2-714,1 4-356,3 2-1943,0 3-4482,-1-2 8279,-1-2 0,-8-11 0,-1-5 0</inkml:trace>
  <inkml:trace contextRef="#ctx0" brushRef="#br0" timeOffset="47926">7016 5257 21075,'0'-5'2173,"0"1"-818,0 4-1355,14-6 0,-6 13 12,12 0-12,-10 13 0,0 2-6,1 0 0,0-1 12,0 1 5,0-3 0,0-2-5,-1-2 5,0-3 45,3-1 17,-6-5 17,2-1-1,-5-7-16,0-4-17,1-5 0,1-5 17,1-5 16,0-4 13,2-3 10,-1-1 17,0-3-1156,0 1 1139,-1 0-22,0 0-34,-1 2-841,0 1 802,0 3-28,0 3-17,0 1-405,1 6 265,2 1-327,0 5-177,3 4 539,1 3-1648,2 2-1491,1 4 3272,4 5 0,-9-4 0,-1 1 0</inkml:trace>
  <inkml:trace contextRef="#ctx0" brushRef="#br0" timeOffset="48123">7752 5234 20772,'5'-1'3081,"-1"0"-364,-4 1-2762,-34-53 22,25 45 1,-26-37-23,35 59-61,0 3-90,0 3-191,2 3-4486,1 2 3904,2 2-59,1 2-1890,0 1 2918,2 4 0,-5-16 0,1-1 0</inkml:trace>
  <inkml:trace contextRef="#ctx0" brushRef="#br0" timeOffset="48302">7792 4928 22480,'-43'-36'143,"1"0"1,4 3 0,8 9-177,20 20 397,4 2-509,4 2 88,2 4-408,4 3-594,4 6-1136,6 3-7636,12 11 8005,-7-10 0,0 2 0,-13-14 0</inkml:trace>
  <inkml:trace contextRef="#ctx0" brushRef="#br0" timeOffset="48759">8326 5122 17504,'-47'-27'93,"0"0"1,-2 3-1,6 9 2440,16 22-2528,-11 7 1,11 2-1081,-1 5 1069,2 2-11,-7 16 962,8 6-957,3 0 2205,10-1-2204,9-15-6,2-2 0,4-1 18,2-5-24,5-2 18,3-6 5,3-3 0,1-4 11,4-3 0,0-3-1577,2-5 1583,1-3-1673,0-7 1684,2-5-565,-2-4 565,0-4 12,0-5-7,-3-3 12,0-3 880,-4-3-878,-6 8 1,-1-1-3,4-19 385,-6 18 0,0-1-379,0-11 27,-2 1 12,-1 5 857,-2 3-824,-1 7 12,-2 4-6,0 5-1,-2 5-16,-1 5-28,-2 2 2666,-2 4-2733,1 3 196,0 4-213,0 5 1882,1 4-1888,0 6-5,0 4 11,0 4 120,1 19-131,2-6-17,2 15-6,4-12-384,3 4 222,5 0-191,3 3-257,5 0-219,3 1-302,5-1-453,2-2-880,5-1-2101,2-5 4599,5 1 0,-20-19 0,-1-3 0</inkml:trace>
  <inkml:trace contextRef="#ctx0" brushRef="#br0" timeOffset="49124">8686 5280 23954,'-8'-42'528,"0"1"1,1 2-1,1 10-203,0 19-67,1 3-74,0 2-66,-1 2-34,-2 1-67,0 8-17,-2 4 5,3 4-10,3 3-1,3-5 6,1 2-5,2 0 5,1-2-6,4 2 6,4-2-6,10 3 1,-3-6 5,8 1 5,-7-7 1,0-2 22,7-7 17,-1-8-17,-1-2 5,-5-7 1,-9 5 5,-2-3 0,-2-1 1,-1-1 4,-2-1 7,-2 1 83,-2-9-50,-1 8 6,-4-4 22,0 10 5,-4 3 107,-4-1-95,-5 6-84,0 2-17,-2 5 0,4 5-17,0 3 6,-9 12-23,7-1 1,-5 9-422,10-2 416,2 3-11,2 2-6,5 4-258,6 18-957,16 7-12,5 1-2547,5-21 1,5-3 3801,-5-11 0,0-2 0,20 16 0,-16-18 0</inkml:trace>
  <inkml:trace contextRef="#ctx0" brushRef="#br0" timeOffset="49968">10230 5516 25791,'-15'-48'235,"4"8"40,15 36-213,-2-1 72,1 1-73,-2 0 43,1 0-48,0-1 104,-1 0-76,0-7-51,-1-1-5,0-6 34,-3-13-34,0 3-834,-3-14 822,1 6 1,0-5-17,-1-6 0,0-4 0,0-3 0,-1-4 11,3 19 1,0-1-4,-1 1 0,-1 1-2,1 0 0,-1 2 5,-5-21-6,2 26 1,-1 5-6,1 6 0,-1 4 0,2 4-17,0 5-11,3 4-11,0 3-6,-2 15 34,3 2 11,-3 16 0,3 3-1387,-1 9 1387,2 9 5,0 7 0,2-27 1,1 2-12,-1 2 1,1 0-4,0 4 1,0 0-28,1 2 0,0 0-57,0 2 1,0 0-96,1 0 1,0 2-323,0-4 0,1 3 0,-1-3-101,1 8 1,1-1 38,-1-7 1,0 1 0,1-3-1011,0 3 0,0-3-2770,1-5 0,-1 0 3686,4 22 1,-4-28 0,-1-13-1</inkml:trace>
  <inkml:trace contextRef="#ctx0" brushRef="#br0" timeOffset="50641">9947 5586 16863,'-23'-49'1982,"0"0"1,2 4 0,2 7-1451,4 15-162,1 3-118,2 4-90,3 2-72,2 2-45,4 2-56,5-2-57,14 2 29,4 0-28,14 1-93,4 2 1,1 0 19,15-4-1680,3-1 1,1-1 1730,3-4 52,-22 5 1,0-1-553,13-8 556,-3-4 16,-1-3 22,-5-6 1,-2-3 22,-5-3 22,-3-1 29,-6 0 206,-1-14-89,-10 15 23,-1-8 33,-10 21-294,-2 2 367,-2 4 16,-1 4 2,0 3-63,-2 3-73,0 4 2871,0 3-3022,0 2 722,0 2-784,2 4 570,0 5-547,0 20-11,0 1 5,0 17 11,1-3-3397,1 5 3398,1 6-1,2 2-620,-2 5 598,1 1 0,-3-30 0,-1-1-342,0 0 0,1 0 342,-1 30 0,-2-5 0,2-7 0,-2-8 0,2-8 11,0-8 1,0-8 38,0-5 51,0-6 2768,0-4-2757,0-4 758,1-6-842,3-5-17,3-8 0,2-3 6,4-5-6,2-2 6,3-2 0,1 1-1,1 1 1121,-1 2-1120,1 3-6,-3 5-17,0 4-3380,-2 4 3386,-1 4 6,0 3 10,-1 3-16,0 2 0,0 2-16,1 1 10,1 3-11,0 1-2274,1 1 2291,1 0 1967,1-1-1961,2 1-6,0-1 5,2-1-16,1-1 22,1-3-5,0 0 5,1-2 11,-1-3 1,1-3 38,7-12-10,-9 2-6,4-8-6,-12 4-6,-4-1 12,-2 0 0,-4-1 3326,-3-5-3309,-4 8 33,-4-2 564,-11 6-547,2 6-23,-5 0-22,5 5-16,0 2-1,0 1-27,1 0-7,0 3-10,3 1-12,0 3 1,4 3-12,0 10-5,4-2-74,4 20-105,5-12-191,6 10-280,4-8-415,2 2-986,3 1-1120,3 0 3193,6 6 0,-14-18 0,0-1 0</inkml:trace>
  <inkml:trace contextRef="#ctx0" brushRef="#br0" timeOffset="51242">12715 5138 18140,'-4'-44'571,"0"1"0,0 3 0,0 8 1180,1 16-1476,0 4 982,0 3-1145,0 4 541,1 3-641,0 1 1546,0 5-1525,0 2-5,-3 7 6,0 3 544,-3 5-561,0 4-1664,-2 4 1653,0 3 10,-1 2-99,-1 3 95,-2 1 4,0 3-2288,-1-1 2289,-1-1-6,-4 10-367,5-15 372,-3 4 1133,9-21-953,2-4-50,3-8 68,1-1-85,2-15 2484,0-26-2601,1 2-1,2-21-2085,3 13 2085,2-3 11,3-5-302,0-3 297,2-4-669,0 0 663,0 0 1,1 3 4,-2 4-4,0 4 4,0 5 1,-2 6 0,1 5 2337,-2 6-2342,1 4-12,1 4 0,0 4 0,2 4 372,2 3-383,11 5 963,-3 4-963,10 4 22,-6 6-16,1 5-1,2 6 6,-1 5-384,-1 6 370,-8-5 0,-2 2-3273,7 21 3253,-9-18 1,-1 2-135,-3 4 0,-2-1-2357,4 21 2228,-6-19 0,0-1-2127,0 15 940,0-2-1597,1-2-1993,0-5 5074,2 0 0,-5-23 0,0-3 0</inkml:trace>
  <inkml:trace contextRef="#ctx0" brushRef="#br0" timeOffset="51794">12667 5258 21295,'19'-41'-68,"0"0"1,11 0 0,6 10-180,3 19 1,4 7-306,11-4 1,1 0 97,-10 3 0,-3 1-142,-3 1 0,-2 0-2715,20 0 975,-21 0-307,2 1-509,-22-1 1864,-9-3 3331,-10-5-536,-4 0 403,-7-2 2546,1-2-960,-1-2-136,-2-4-2458,5 4-152,3 4 387,3 1-689,2 4-67,0-1-73,1 5-72,1 1-1,1 1-190,0 2-34,3 2 6,2 2 0,13 9-12,8 6 1,1 3-6,3 4-662,-8-3 645,0 2 17,0 1-66,-1 2 66,-1 1 5,-2-1-10,-3 0-1,-3-2 12,-4 7-1,-5-11 1,-6 5 27,-9-9-10,-3-7 656,-6 0-645,5-8-6,0-1 150,-6-8-111,7-1 6,-3-6 78,5-8-73,6 4 17,0-7 57,5-4-68,9-2-40,8-11-32,15 2-7,12 3-1072,-4 12 1045,4 7-17,-11 8-34,2 2-61,-1 2-85,0 1-3204,-1 3 2891,-1 1-1070,11 2-1344,-2 2 123,-1-1-1686,-9 3-3400,-15-2 7518,-3 0 1,-6-2-1,-2 0 1</inkml:trace>
  <inkml:trace contextRef="#ctx0" brushRef="#br0" timeOffset="52866">13819 4875 26060,'-22'-54'39,"9"13"-28,36 58 1,-2-3-24,10 10 7,5 7-1,-7-3-1889,9 8 1895,-13-7-5,-3-1 570,2 15-610,-10 2 23,-2-2-36,-14-7 53,-4-16 16,-6-4-6,-3-4 961,-2-4-922,-11-4-27,7-5 17,-7-5-3260,11-4 3265,3-4 318,0-12-268,5-5-44,2-2-11,6 0-6,4 11-17,4 0-5,13-5-1,9 3-10,3 2-347,3 7 318,-9 8-16,2 4-23,2-1-33,0 4 2909,3-1-3071,1 2-652,24 3 214,-24-1 1,2 2-321,0-1 0,0 0 479,1 1 1,-1 0-1017,1-1 1,-1 1-331,18 1 876,-20-3 0,-1 1-1263,9-2 371,-4-1 469,-5-2 723,-5-2 2471,0-6 178,-12 0 376,-2-6 2133,-11-3-2794,-6 2 56,-2-5-40,-12-3-1047,2 5 106,-6-4-291,4 7 831,-1 2-931,-1 2-51,-3 2-50,0 2-51,0 2-56,0 3-50,0 1-28,1 2-17,2 3-11,1 4-6,1 4 11,-7 11-11,1 8 1,0 1-24,4 2 12,10-10 0,1 1 0,3 1 0,3-1-11,1-1 0,5-1 0,2-1-15,7-3 14,1-1 1,4-4-22,10-2 27,-4-5 6,6-2 28,0-15-17,-9 1 0,8-11 1,-11 3-1,-1-4 0,-2 0 17,-1-1-17,-1-2 17,-2 1 17,-2 0 5,-3 2 18,-1 1 21,-3 3 12,-1 2 11,-1 3 11,-1 3-33,0 3-29,-2 3 342,0 2-386,0 2-6,0 1-6,0 3 1,1 3-17,-1 10 11,1-2 0,1 8 0,1-5 5,2 1-10,5 9 5,7 1 0,3-1-6,4-4-5,0-9 11,2-3-6,2 0 1,3-4 5,-2-1 0,1-4-6,-2-2 12,-2-4-6,-1-3 11,-2-4-5,-2-4 5,-1-2 0,-3-1 6,-2-2 0,-1-1 5,-3 1 6,-2 1 6,-3 2 16,-1 0-5,-2 3-6,-3 2-5,0 1-12,-3 3-5,1 1 0,1 2-23,1 2 6,1 2-11,1 0 11,0 4-6,1 0 1,4 8-1,0-3 12,4 3-18,7-1 7,-4-2-1,6 2 6,-3-4 0,0-1 11,1-2 1,1-1 4,-2-2 1,0 0-17,0-3 6,-1-2 11,0-3-1,-1-3 1,0-3 6,0-1 5,-1-4 11,-1 0 22,-1-1 12,-2 0 28,-1 0 33,0 2 12,-2 2 11,-1 1 0,-2 2-23,1 2-99,-2 2-35,1 1 0,-1 4 0,0 0 0,0 2 0,0 6 0,0 4 0,-1 8 0,-1 5 0,-2 4 0,-2 6-277,-1 4 277,-2 5 0,0 3 0,0 5-793,0 4 793,3 6 0,4-26 0,1 0-146,0 2 0,1 1-145,2 1 0,0 0-194,0 0 1,2 2-1589,3 14 1,1 0 1815,-1-9 0,-1-2 0,1-4 1,-2-3-1,2 1 0</inkml:trace>
  <inkml:trace contextRef="#ctx0" brushRef="#br0" timeOffset="53268">16285 4936 24352,'-3'-43'409,"0"1"0,1 4 0,-2 8 144,-3 19-441,1 4 59,1 3-149,0 2-22,1 3-5,0 2 16,-1 4-11,0 5 5,-1 4 62,-1 3-73,1 4-44,-5 15-46,3-7 73,-3 13-341,5-12-168,0 2-342,3 1-521,2 1-890,2 0-2481,3-3 4766,5 0 0,-3-15 0,0-3 0</inkml:trace>
  <inkml:trace contextRef="#ctx0" brushRef="#br0" timeOffset="53649">16418 4544 21966,'-40'-27'33,"0"1"1,2 0 0,10 12 1368,20 19-1380,2 4 517,-2 8-534,3-2-5,0 5 11,4-4-5,0-1 0,2 0-1,1-2-5,1 0 11,3-2 1,0-1 16,1-3 373,2 0-277,-1-4 4,0-1 980,2-6-1018,-3-1 11,2-5-6,-3-1 11,-1-1-22,0-2-22,-1-1-17,-1 0-17,1-1 5,-1 0 1,-1 0 44,-1-3-33,0 5 0,0-2-12,-2 9 1,0 1-23,-2 3-11,-2 1-45,-3 2 17,0 5 0,-3 2-100,-2 12-40,4-1-135,-1 8-991,3 7 84,4-5-610,1 11-1877,2-8 3697,0 6 0,0-17 0,0 0 0</inkml:trace>
  <inkml:trace contextRef="#ctx0" brushRef="#br0" timeOffset="54032">16642 4825 21338,'2'-5'2845,"-1"1"-5800,-1 4 2944,14-55 397,-10 45-386,10-38 990,-14 70-979,-1 11-6,-4 17-5,-1-6-11,-2 2 6,-2 2-1122,4-11 1132,-3 11 2392,4-11-2386,0-7-1628,2-6 1701,1-12 12,2-10 4,0-4-27,1-2-28,1-5-11,2-5-6,2-3 0,2-4 0,3-3-967,0-2 972,2 0-10,9-12 5,-4 10 5,6-7 2269,0 8-2285,-6 8 0,6-2-6,-3 10-5,-5 5-12,5 1 3379,-2 8-3373,-4 2-6,3 5-3322,-5 3 3317,-1 3-1376,0 4 1370,-1 1-196,5 17-1226,1 6-2258,0 1-3506,-1 0 7203,-5-11 0,-5-17 0,0 0 0</inkml:trace>
  <inkml:trace contextRef="#ctx0" brushRef="#br0" timeOffset="54481">18412 5141 22386,'19'-51'423,"0"-1"1,-1 4 0,-2 3-175,-6 10 1,-1 1-330,2-6 1,-1-2 233,3-13 0,-2-2 22,-1-1 1,-1 0-12,-3 1 0,-2 3-98,-1 13 1,-2 2 49,-1-24 68,-2 22 682,-2 12-827,0 5 355,0 14-406,2 10-1,-1 14 12,-1 3 0,-1 15 0,-3 26-231,4-21 1,-1 4 224,-1 15 1,0 2-826,0-8 0,0-1 825,0 0 1,0 1-26,-3 4 0,1-1-20,2-10 1,-1 0-59,-2 14 0,1 0-1239,2-14 1,0-2 983,0 2 0,0 0-180,1 0 1,1-1-461,0-2 0,0 2 1004,0 18 0,0-5 0,1-2 0,1-19 0,0 1 0</inkml:trace>
  <inkml:trace contextRef="#ctx0" brushRef="#br0" timeOffset="55158">18316 5106 21780,'-13'-54'889,"-1"1"0,2 4 0,0 7-475,1 9-2016,1 2 1815,2 2-67,2 2 543,4 3-633,4 4 290,10-2-352,12 8 6,3 3-471,7 7 466,-6 5-12,3 2-5,2 2 5,3 3-6,1-1 1,2 2-2286,-1-1 2263,2-1-11,12 0-478,-14-4 545,8 0 6,-10-9 0,-12 1 5,5-5 6,-14-1 17,-2 0 318,-1-1-290,-4 0 3268,-2-3-3173,-3 5 842,-1-1-702,-8 5-212,0 4-29,-7 0-17,1 3-22,-1 2 6,-2 2-17,0 5-6,2 1-11,0 4 11,2 0-17,1 2 12,1 10-6,4-7 0,2 7 0,3-10 0,2-1-6,3 0 6,4-2 6,8 2 11,-3-6 0,6 0 5,-4-8 6,2 0 6,0-4-6,2-2 0,0-4-6,1-4 0,1-2-5,2-2 22,8-9-22,-8 4 0,5-4 28,-7 3 0,-9 9-6,0-2 6,-9 9-12,-3 3-16,-1 2 0,0 0-12,-3 2 1,-4 6-6,-2 0-6,0 6 6,2-2 0,1 1 0,2 2 0,2 0 6,2 2-6,1-1 0,3 1-6,2 0-5,11 5 11,-2-5 11,17 7-5,-9-12 5,17 2 0,-14-9 1,5 0 10,-10-7 6,-2-2 6,-1-4 10,-2-4 7,-3-1-12,-1-4 0,-3 0 0,-3-4-5,-2 0 0,-3-1-12,-3 1 6,-2-2-17,-3 3 12,-1 1-7,-3-4-10,1 6-12,1 2-16,4 8-45,4 7-118,0 1-112,5 5-207,2 2-409,7 6-2778,16 6-2700,-3-2 5543,16 8 0,-26-15 0,1 0 0</inkml:trace>
  <inkml:trace contextRef="#ctx0" brushRef="#br0" timeOffset="55525">19820 4798 24069,'-41'-35'18,"0"1"1,3 1 0,7 14 1356,16 27-1370,-1 4 1,0 2 514,-4 9-520,5-5-6,-1 6 266,9-7-260,3 6 833,3-6-838,5 4-1,4-7 6,6-1 0,5-1 6,4 0-1,5-2-5,3-2 6,3-2 0,1-2 5,0-3-587,-1-1 598,-3-5 17,-2-1 17,-2-4-188,-6-3 199,-4-2 1,-4-1-12,-5-3-17,-4-1 0,-2-1 0,-5 0-11,-3-1 0,-4 1-5,-3 1-1,-2 2 0,-1 1-5,-1 2-6,2 2-11,-1 2 0,2 3-5,1 3-12,1 2-22,1 2-34,1 2 469,0 3-855,2 2-282,0 4-1091,3 4-3943,0 0 5775,2 4 0,2-9 0,0 0 0</inkml:trace>
  <inkml:trace contextRef="#ctx0" brushRef="#br0" timeOffset="56199">20980 5124 15695,'16'-52'502,"0"1"0,-2 3 1,-2 7 1487,-7 10-1626,-1 4 1232,-1 5-1361,-1 6-78,-2 5-85,1 4 957,-1 4-1018,-1 12 23,-2 4-12,-2 14-5,-2 6-6,-3 7-17,0 6 1969,0 4-1963,0 2 0,1 3 0,1 0 0,1 2-6,1 1 3,2-15 1,1 0 4,1-10 1,0 1-6,-1 10 1,1-1-9,1 16-1,0-4 7,1-6-6,0-9 11,0-8 5,0-10 966,0-10-966,-2-6 278,-2-8-283,0-7 0,-3-7 0,0-9 6,-5-27-1,3 6-410,2 13 0,1-2 400,-1-21-195,1-5 200,3 29 0,2-1 5,-1-3 1,2 1 2,-1-3 1,2 0-4,0-1 1,1-1-9,1-1 0,1-1 3,1 1 0,1-1-3,0 1 1,2 0-4,-1 0 0,2 1 9,-1 2 0,2 1-3,0 1 0,0 1-3,1 1 0,1 2 3,0 2 0,0 0 0,14-25-5,1 6 5,1 4-11,0 6-6,1 5-6,0 6-38,12 4 27,-11 12 6,10 2 0,-13 13 0,-2 3 0,1 8 11,-3 4-11,8 20 12,-10-4 777,2 15-783,-13-10 1082,-5 0-1099,-3 2-3322,-8 0 3293,-6-1-253,-9-1 254,-8-3 6,-7-2 16,4-12 0,-1-2-1505,-20 9 1527,18-11 1,-2-1-54,2-4 1,1-1-1600,-17 5 1423,-8 2-191,25-9 1400,7-2-2217,7-4-504,8 0-1011,6-3 2775,4 0 0,3-1 0,0 0 0</inkml:trace>
  <inkml:trace contextRef="#ctx0" brushRef="#br0" timeOffset="57394">21765 4742 25774,'-23'-36'86,"-1"0"0,3 0 0,2 14-52,5 26-23,0 2 0,-4 6 0,2 0 0,0 3 1,-1 1-1,0 4-4263,0 0 4252,0 2 860,-1 11-871,8 0 5,2 1 0,12-6-2262,5-9 2268,6-2-822,4-3 834,4-1 1888,13-3-1827,3-5 22,9-10-50,-12-3 6,-6-8-1,-12 2-5,-3-2 0,-1-1-6,-1-2 0,-2 0 6,-2-1 2803,1-8-2775,-2 1-34,-1 1 1879,-3 8-1862,-2 9 5,-2 3 35,0 1-63,0 3-38,0 1 10,-4 5 1,-1 2-6,-2 4-6,-4 7 6,2-2 0,-3 6 0,5-3 0,0-1 0,2 9-17,2 0 12,7 7 10,1-10-10,7-2 5,-1-9-3381,8 3 3398,-5-8-1960,5 1 1960,-6-6 28,4-5-17,-4-2 0,3-3 39,-2-9-39,-4 2 0,1-6-11,-6 3 0,-1 0 738,-1-3-750,0-1-402,1-13 403,-1 8 5,1-7-5,-1 12 2573,0 3-2573,1 3-1,-1 0 1691,4-1-1702,3 2-39,7-1 23,-1 7 5,4 3 11,-4 4 764,3 1-769,0 0 5,2 2-16,6 5 11,1 6 0,-3 2-6,0 11 11,-15-7 12,2 16-6,-9-12 0,0 9 5,-3-1-10,-1-6 10,0 4 1,1-9 5,0-1 6,0-2-17,1-1 0,1-1 0,2-3-6,1 0 12,3-2-6,-1-1 11,2-1-5,1-2-1,1-1 1,11-2 5,-4-1-5,7-3-1,-6-3 7,1-3-1,0-2-6,0-3-5,6-10-3386,-7 2 3386,4-10-63,-6-7 74,-1-6-5,1-10-1,-7 12 6,-3 6 1,-5 3-1,0 9-6,-1-7 12,0-2-11,0 8-1,1-9 1,2-2 5,-2 10 0,2-7 3364,-3 6-3358,1 6 108,-2 2-114,0 6-5,0 7 5,-1 1 0,0 0-11,0 2 0,0 0 0,1 2 12,-1 0-7,1-1 1,0 0-6,0 0 5,0-1 1,1 0 0,-1 1-1,1 0 12,-1-1-17,1 1 0,-1-1 0,-1 2 0,0 0-6,-2-1 1,0 2-1,-2-1 1,1 1 5,0 0-12,-1 0 12,1 1 0,-2 0 6,3 0-6,-1 0 6,3 0-18,0-1-16,-2 6 28,-1 0 0,-8 18 0,-4 10 0,0 5-996,-3 7 996,5-8-5,1 1-1,2 1-231,2 0 226,3 19-6,9 3-388,3-23 0,2 0 321,3-2 0,3 0-140,2-3 0,1-1-129,12 16-151,-3-9-386,-8-18-85,-2-3-481,-2-5-112,-2-2-3916,-3-6 5484,-2-2 0,-4-3 0,-1-1 0</inkml:trace>
  <inkml:trace contextRef="#ctx0" brushRef="#br0" timeOffset="57866">22386 4734 12993,'-6'-5'5040,"2"2"-3555,4 3 1971,0 0-3451,27-55-1825,-3 41 1823,-1-15 0,3 3 8,14 27-553,2 1 542,-1 1-180,0 1 185,-2-1 1,-1 0-6,-3-1 0,-3-2 0,-3 1 1219,7-7-1196,-5-5 5,-2-4 5,-8-2-16,-11 3 1098,-2 0-1092,-2-1 252,-2 1-225,-2 0 17,0 0 23,-2 3 16,0-1 40,0 2 44,0 0 46,0 0 32,-2 1 12,1 0-11,-1 2-28,0-1-23,0 1-38,-1 1-6,1 1-51,0 1-28,0 0 40,0 2-102,1 1-10,0 0-23,-1 4 5,2 2 1,-1 3-6,1 1 17,0 3-1,1 1 7,2 2-1,3 1-16,3 1-6,3 3 5,2 1-5,3 1 0,1 2 0,2 0 0,1 1 0,-1 1 0,1 0 0,-2 0-5,-2 0-6,-2-2-12,-6-1-10,-4-3-35,-2 0-60,-8-4-80,-3-1-122,-8-3-141,-3-2-151,-4-2-246,-1-1-313,-3-4-478,0 0-850,-2-2-930,1-5-364,-1-2 364,1-4-1639,4-1 5078,5 0 0,9 6 0,4 1 0</inkml:trace>
  <inkml:trace contextRef="#ctx0" brushRef="#br0" timeOffset="58018">22815 4622 12169,'2'-5'6694,"0"1"-433,-2 4-6210,24-57-789,-17 43 738,17-40 255,-24 59-250,0 4 6,0 4 1,-1 4-18,-1 3-33,-2 2-185,-1 4-3584,-2 2 2139,0 3-3944,-1 1-4218,1-2 9457,0-4 1,4-12 0,1-7-1</inkml:trace>
  <inkml:trace contextRef="#ctx0" brushRef="#br0" timeOffset="61583">24633 4427 12309,'0'-9'6475,"0"1"-4655,0 8 354,0 0-2079,-15-54-1965,4 39 1943,-16-39-6,7 53 6,-3 3 13,-3 0-30,-2 3-2777,0 2 2749,1 2-17,2 1 0,1 2-11,4 0 6,3 1 0,3 1-6,2 0 5,2 1-5,3 0 954,3-1-948,2 9-1,2-6 328,4 8-339,3-9 6,3 1 0,3 0 3398,2-1-3393,3 0 1,1 0-6,2 1 0,1-1-6,11 9 6,-7-7-1113,6 5 1113,-12-8-533,-3-2 533,-3-1 6,-4-2 16,-3-1 12,-4-2 5,-5-1 12,-3 0-7,-5-2-4,-6 0-1,-5-1 0,-4-2-5,-2 0-6,-2-1-6,-1-2 6,0-1 1042,1-2-1058,3-1-7,1-1-22,2-1-39,3 0-106,4 1-364,5 0-92,5 3-2065,2-1 1835,6 3 0,-1-1 0,2 2 0</inkml:trace>
  <inkml:trace contextRef="#ctx0" brushRef="#br0" timeOffset="62001">24947 4544 18330,'0'-4'2560,"0"0"1383,0 4-3949,1-48 12,-4 40 11,0-33-12,-5 54 7,0 4-7,-2 2-5,1 2 6,1 1-6,0 0 5,3 0-3397,0-1 3392,3 1-1806,1-2 1817,1 0-1670,4-2 1665,1-1-38,4-1 48,3-2 7,2-2 16,0-2 6,3-3 39,-1-3 1786,6-3-1752,-6-5-1,4-2 1770,-10-6-1786,0 0 0,-3-4-17,-3-1-6,-1-2-11,-3-2 6,-3-1-17,-3 0 0,-5-1-11,-1 0 82,-2 2-71,-9-6-33,6 7-6,-5-3-6,8 10-6,2 3-10,3 2-40,2 2-17,2 4-22,3 0-28,0 4-50,0 2-135,2 3 2154,0 12-3369,4-3-1132,2 9-6155,4-7 7951,-1-2 0,-4-8 0,-1-3 0</inkml:trace>
  <inkml:trace contextRef="#ctx0" brushRef="#br0" timeOffset="62381">25287 4495 21618,'-2'-3'1843,"0"1"-432,2 2-1394,46 22-1340,-24-6 1328,7 0 1,0 3 0,-7 4 139,0 0-145,-3 1 0,-1 0 6,-4 0-12,0 10 1,-7-10 10,-4 4 6,-8-13 6,-5-4 0,-5-4 5,-3-3 1011,-1-2-988,-1-3 223,0-3-195,1-5 0,4-4-1,3-2-9,4-2 4,2-3 67,4-9-72,2 5-12,4-6-11,4 8-16,2 2-1,4 0-16,0 2-1,12-2-10,-6 6-6,10-2-3404,-8 8 3382,2 2-51,2 1-62,1 3-560,17 1 79,-9 1-264,12 0-2346,1 0-583,-11 0 3348,13 0 1,-32 0 0,-1 0 0</inkml:trace>
  <inkml:trace contextRef="#ctx0" brushRef="#br0" timeOffset="62584">25979 4200 23948,'-1'-40'429,"-1"0"1,1 3-1,0 10-204,1 22-96,0 3-57,0 0-49,0 10-6,0 2 5,0 11 0,1 4-5,1 7-6,1 4 1,2 7-921,-1-9 1,0 1 914,3 23-9,-2-21 0,0 3-64,-1 1 0,0-2-118,0 23 28,-1-22 0,-1 0-313,-1 13-275,-1-1-1122,0-4-2878,0 13 4745,-1-14 0,0-9 0,-1-20 0</inkml:trace>
  <inkml:trace contextRef="#ctx0" brushRef="#br0" timeOffset="62798">25757 4556 21551,'-11'-39'5,"0"1"1,-1-23 834,32 59-880,7 4-172,26 8 16,-6-1 3,-15-1 0,1 0-194,19 5-377,-1 1 35,2 1-273,-3-1-230,0-1-353,-5-2-1009,-3 0-1198,-4-3 3221,-1 0 1,-18-4-1,-3 0 1</inkml:trace>
  <inkml:trace contextRef="#ctx0" brushRef="#br0" timeOffset="63567">26379 4537 10601,'-4'-3'8631,"1"1"-3629,3 2-4980,-46-31-707,35 23 719,-35-21 226,49 33-232,2 1 112,2 1-123,3 2-6,1 0 0,3 0 369,1 0-363,1 0 5,3-1 6,0 0-5,3-1 5,0-2 5,1 0-5,-1-2 17,-1-2 0,-2 0 5,-1-2 6,-2 0 0,-3-4-5,-2-1 33,0-7-45,-5 3-5,-1-5-1,-4 5-5,-1 0-11,-3 0 0,-2 0-12,-4 1 7,-3 1 10,-3 1 12,-3 1-1,-3 2 62,-12 1-55,7 2 11,-18 8-35,19 1-4,-6 6-12,12-1 5,1 2 1,1 1-17,-1 10-1,7-5 7,1 8-12,8-9 0,5 0-11,4 0-12,6 1-44,6 0-56,5 1-435,5-1 290,6 1-68,4-2-45,5 0-72,3-3-1367,3-2 1226,1-2-17,1-4 79,-1-3 157,-3-2 112,-3-4 112,-5-4-101,-5-3 269,-5-4 45,-4-2 28,-3-3 33,-3 0 34,-2-2 51,-3 0 27,-1 0 12,-3-1 16,-1 1 6,-3 0 315,-2 2-303,-3 1 1246,-1 2-1286,-4 2 229,-4 2-251,-4 2-12,-6 2 6,-4 3-5,-5 1-18,-3 2-21,-3 4 55,-16 5-867,13 2 700,-8 5-12,18-2-6,3 2-11,5 1-308,3 1 302,5 1-5,3 0 6,3 1-1,6 7 7,3-7-1,7 6 0,2-11 11,3-2 6,3-2 0,1-4-5,2-2 16,0-3-5,2-3 5,-1-3 11,-1-4 6,0-4 6,-3-3 16,-1-5-11,-2-2-5,-3-4-6,-2-3-6,-1-6 29,1-22-1139,-5 8 1077,-3 17 0,0-1 28,0-18 27,0 1 36,-1 1 43,-1 4 22,-2 6 18,0 4 742,-1-4-742,1 14-29,0-3 347,1 11-442,0 7-33,-1 1-23,0 7 1188,-1 1-1204,1 6 96,0 3-85,-1 8-12,0 5 12,0 6-285,-2 7 279,0 7-1692,-2 6 1681,1 5-1,1 5-856,2 1 818,0 3-102,2-2-144,2-1-113,2-1-387,3-1-705,1-1-1249,3-1 2134,5 5 0,-13-40 1,0-4-1</inkml:trace>
  <inkml:trace contextRef="#ctx0" brushRef="#br0" timeOffset="65006">28640 4577 19669,'29'-48'592,"0"0"1,-3 5 0,-6 5 866,-14 12-1235,-3 3-77,-3 2-3490,-4 4 3393,-4 4 924,-4 2-1034,-5 3 101,-4 3 353,-4 3 58,-5 3 60,-3 5-1,-2 5 276,-2 4-373,0 5-842,1 1 743,2 4-377,2 0 2532,4 2-2646,2 1-19,4 1-2818,4 1 2823,4-1-15,5 1-1535,3-1 1401,3-1 566,5 0-594,10 8 58,1-11 47,8 5 72,-2-14 77,0-4 87,1-5 341,0-3-149,1-4 19,0-5-8,1-3 2408,0-5-2474,-1-4-36,-1-1 2823,-1-3-2874,-2-1-23,0-2-22,-2 1-9,-1-2 6,-1 2 30,-3 0 6,0 2 26,-2 1 24,-2 3 116,1 0-98,-4 7-15,0 0-22,-2 7-51,0 2 87,-1 0-87,-2 7 120,-1 1 39,-1 7-28,-2 1 15,0 4-27,-1 2 8,1 1-182,1 2 141,0 0-135,2 1-66,1 1 9,2 0-38,2-1-26,3 0 19,2-4-7,3-1 5,0-5 16,1-2-66,7-5 120,-3-4 40,6-4 63,-4-5-20,1-4 29,2-5-4,1-1-21,10-13-4,-9 5-18,7-10 8,-4-3-2,-6 8 12,4-8 13,-10 13 17,0 1 9,-3 3 15,0 1-2,-2 4-2,-2 1 7,0 4-13,-2 3-3,-2 2-8,0 2-16,-1 1-15,0 1 44,-1 4-65,1 1 7,-1 5-3,0 4 5,0 0-6,0 4 0,0 1-13,-2 1-4,0 0 71,-1 0-7,-1 0-19,0-2 1,1-1-6,0-2 12,1 1 5,2-7 17,-1 2 39,1-8 151,0-1-111,2-1-28,1-3-28,4-3-5,10-7-34,-1 0 5,19-11-11,-12 8 12,20-10-602,-19 11 584,8-2-10,-13 7-1,-2 2 1,-1 2-12,-2 2 0,0 1-5,-2 2-6,1 1 5,-1 2-5,5 7 6,-4 1-6,5 4-23,-6-1-27,0 1-45,1 1-96,2 2-89,1 0-2914,2 2 2707,3 0-1750,2 1 1509,2-2-1622,18 7 1202,-7-8-146,13 2-129,-12-10-189,-2-4 508,-1-2 421,-1-2 515,7-10 504,-12 0 846,13-17-347,-21 6 106,3-8 72,-9 6 13,-3-1 1315,0-2-1422,-2 2 538,0-12-853,-5 9 530,0-7-378,-9 5-487,-1 7 89,-14-8-212,1 16-34,-9-2-23,4 8-10,-3 4-23,-1 1 0,-2 3-12,1 3-4,-1 4 19,2 3-26,0 3-5,2 1 0,2 2-5,3 1-1,3 2 3191,4 0-3208,4 10 6,4-7 1,4 8-7,13-3 18,1-9 10,9 4-5,-1-11 17,2-4 5,2-4 1,1-2-1,2-6 135,1-3-73,13-12-33,-11-1-671,8-11 677,-16 3-18,-2-6 8,-8 5 1,0-3 8,6-20-553,-7 15 0,-1-2 558,4-21-5,-4 13 0,-1 0-17,-1 11 1,0 0 13,2-10 0,0 0 93,2-11-873,-2 6 935,-3 6-593,-3 5 581,-2 7-28,-1 4-33,-1 5 462,0 5-524,0 5-28,0 4 1252,0 4-1319,-1 3 1081,-1 5-1065,-2 6 856,-1 6-839,-2 9-5,-1 10-784,-1 8 789,1 12-969,0 8 955,5-27 0,0 2-752,2 2 0,-1 1 749,1 2 1,0 2-25,2-3 0,1 3 1,1 1-220,2 1 1,0 1 0,1-1-861,0 1 0,0 0 0,1-1 405,2-2 0,0-1 0,-1-3-4138,2 0 0,-2-3 4788,1-3 0,-2-3 0,2 3 0,-4-15 0</inkml:trace>
  <inkml:trace contextRef="#ctx0" brushRef="#br0" timeOffset="66631">2731 6643 9313,'0'-7'4197,"-1"-29"1,0-5-3128,0 13-650,0-14 1,-1 0 850,2 9-767,-1 10-51,0-5-37,1 11-24,0 3-45,0 2-39,0 3-79,0 3-72,0 2 22,0 3-78,-1 5 34,-2 4 10,-2 7-5,-3 6-33,-4 6-848,-2 5 808,-2 7-17,-2 2-11,0 5-11,0 0-5,2 2-6,3-1-6,4-3-6,4-2 1,4-3-6,6-6-260,4-3 260,7-6 5,4-3-5,2-6 11,3-3-5,3-6 5,3-3 0,3-6 6,1-4-3036,2-6 3041,1-5-5,0-5-905,-1-3 911,-3-4 191,-1-2-192,-4-2 6,-3-2-363,-3 0 358,-3-1-1,-4 2-5,-3-1 0,-2 2 11,-4 1 2210,-1-7-2216,-4 11 1,0-3 5,-3 14 1247,-1 3-1253,-2 3 403,1 4-425,0 1 880,1 4-1065,0 1 419,2 6-615,2 3-325,1 6-475,4 1-718,1 2-1938,4 3-4783,-1-2 8620,-1-1 0,-4-8 0,-3-3 0</inkml:trace>
  <inkml:trace contextRef="#ctx0" brushRef="#br0" timeOffset="67348">3555 6490 17613,'0'-4'3277,"0"0"845,0 4-4094,-31-41 11,23 37-11,-23-28 0,32 48 0,1 3-5,1 3-6,2 1 5,0 2-5,0 1-12,0 1 7,1-1-7,-1 2 1,0-2-6,1 0 5,-1-1-5,1-3 0,-1-2 0,0-4 12,-1-3 10,0-4 51,-1-4 45,-1-2 134,-1-2-179,-1-6-40,0-1 1,0-6-17,0-2 5,0-3 1,-1-3-7,0-1 1,0-2 0,0 0-6,2-2 0,1 1 6,3 0-6,2 2 1,1 1-7,2 2 1,1 3-6,2 2 0,0 3 11,9 2-11,-5 4 0,6 0 0,-7 5 0,1 1 0,-1 3 6,-1 2-1,-1 4-5,-2 2 0,0 3 6,-2 1-6,2 13 0,-5-6-6,3 10 6,-6-10 0,2 0-5,-2-2 10,2 0-5,0-3 0,2-2 0,-2-2-5,2-4 10,-2-2 12,0-4 11,0-2 0,1-3 6,1-4-6,2-4-6,3-5 0,2-4-10,3-3 4,2-3 7,-1-1-1,1 0 1,-2-2-313,-2 0 318,-2-1 6,-2 0 0,-3 0-1,-3 2 6,-3 1 12,-1 2-1,-2 2 12,-1 3 22,-2 2 5,-2 2 12,-1 3 6,0 1-23,0 3 306,2 1-346,0 2-4,1 1-24,0 1-21,2 1 5,5 8 5,1-1-5,5 8 17,8 7-6,-3-4 1,8 10-7,-5-5-5,3 1-5,1 0 10,2 1-5,2 0-5,0-1 5,1 0 0,-3-2-339,0 0 328,-4-1 5,-4-1-11,-4-2-5,-6 0-17,-3-2-34,-8 0-56,-4 1-100,-7-1-107,-5 1-3418,-4-2 3132,-2-2-161,-1 0-186,2-4-302,1-2-281,3-2-1859,3-2 3411,1-2 0,9 0 0,1 0 0</inkml:trace>
  <inkml:trace contextRef="#ctx0" brushRef="#br0" timeOffset="67768">4702 6396 25444,'-41'-4'80,"1"-1"0,2 1 1,9 5-42,16 12-11,2 2 0,1 2-17,1 2 6,2 1-6,2 0-4262,1 1 4251,3 0-154,1-1 159,3 0-20,4-1 21,6-1 0,3-2-1,6 0 6,3-3 6,5-2 0,4-2 11,2-3-1930,0-3 1947,-1-1 1001,-4-4-973,-4-2 735,-6-3-730,-3-4 26,-6-2-26,-3-2-5,-4-3 0,-2-1-6,-2-1-16,-5-2-1,-2 0-16,-5 0 306,-3 0-306,-3 0 146,0 1-146,-1 3-6,0 0-6,0 5 6,-1 1-5,-1 3-1,2 3-11,-2 2 1,4 1-18,0 3-11,-2 0-44,2 6 2982,2 0-3140,6 6-234,7-1-337,3 1-471,3 3-811,6 0-2611,4 2 4683,5 1 0,-9-8 0,0 0 0</inkml:trace>
  <inkml:trace contextRef="#ctx0" brushRef="#br0" timeOffset="68132">4982 6415 20056,'-2'-5'3299,"1"1"-129,1 4-3159,-29-42 0,25 37-5,-13-19 11,39 53-1,2 2-10,2 5-3387,-7-9 3376,0 2-1931,-1 1 1936,-1 1-75,3 12 58,-9-11 12,2 6 5,-11-16 0,-2-4 5,-4-3 12,-3-5-6,-4-2 6,-1-5 2407,0-1-2401,1-6-507,0-3 495,3-5 82,0-2-82,2-4-11,1 0 22,3-3 6,1 0 6,2-2-2280,3 1 2257,2-1 2257,4 1-2273,9-5-6,-3 7-6,8-2-39,-5 10-90,1 2-173,2 2-219,1 2-285,0 1-2622,2 2 1574,1 0 397,3 1 1474,7 1 0,-17 0 0,0 0 0</inkml:trace>
  <inkml:trace contextRef="#ctx0" brushRef="#br0" timeOffset="68373">5671 6125 18113,'-10'-46'506,"0"0"0,0 3 1,2 8 2076,4 13-2365,1 2 1237,1 3-1304,2 4 718,0 2-785,0 4 2510,0 4-2577,0 3 210,0 15-222,1 3 6,0 14-5,1-1-611,-2 7 605,1 5 0,0 3 0,0 4-5,0 1-1,0-14 0,1 1-1845,0 18 1842,0-19 1,1-1-37,2 12-586,2-15 1,1 0 205,8 15 94,-5-17 1,2-3-639,8 7-515,1-3-8347,5 0 8758,-9-12 0,-1-3 0,-13-13 0</inkml:trace>
  <inkml:trace contextRef="#ctx0" brushRef="#br0" timeOffset="69348">5550 6429 19204,'37'-21'-13,"0"0"0,-7 2 0,-2 5-38,19 14-44,-13 0 1615,-1 0-1699,1 0-106,-2-1-102,1 0-218,-2 0-235,0 0-163,-1-1-2241,-3 0 2455,-2 1 329,-6-1 1349,-4-1-833,-5 0 1133,-5-1-1004,-3 1 321,-3-1 530,-5-1 3061,0 1-3324,-6 0 644,-2 0-834,2 2-85,-4 0 303,-1 1-465,4 0-62,-5 2-49,6 1-68,0 1-68,2 2-27,2 0-12,2 4-33,3-2 0,2 4 0,5 1 0,2-3-12,6 4 6,1-5 1,3 0-7,3-2 1,1-1 16,12-2 17,-1-3-11,1-3 12,-7-4-7,-12-1 12,-2-2 0,-2-2-6,-3-1 6,-2-1-6,-2-2 6,-1-2-6,-1 1 6,-2-2-6,-3 1 39,-5-9-33,1 6 22,-4-4 12,3 10 16,-1 4 0,-2 1-11,-1 5 28,-10 2-73,4 6-22,-6 3-6,8 5 1,0 4-7,2 2 6,2 1-11,2 3 0,4 1-5,2 4-1,2 0 1,2 1-7,2 1-32,5 13-74,8 1 23,3 1-673,8-6 578,0-14-6,7-3-123,7-2-73,8-3-11,6-4-192,9-4-461,-29-4 0,0-2 739,2 0 1,0 0-76,1-2 0,-1-1 0,-1 0 0,0-1-174,29-7 79,-5-3 375,-25 2 0,-2-1 213,9-7 89,-1-7 96,-25 8 61,-8 0 39,-3 0 41,-4 0 527,-2-1-528,-3 1-29,-3 0 1478,0 1-1556,-2 1-39,-1 0-17,-1 1-16,-2 2 201,-11-1-252,6 5-33,-9 1-34,8 6-34,-1 2-22,-1 3-17,1 3-17,0 3-11,1 4-11,2 0-12,1 3 1,3 1-12,2 2 17,3 1-11,2 11 0,4-6-11,2 7 6,5-11-1,7 8 6,1-9-6,6 5 6,-1-13-5,2-2 10,1-4 7,9-5-1,-6-6 6,7-6-6,-8-5 11,-1-5-5,-1-2 0,-1-3 0,-3-4 5,-1-2-988,-3-3 989,-2-5 5,-3-3 5,0-5 18,-2-3 10,0-1 12,-2-1 22,0 1 29,-1 6 21,1 4 23,-1 6-167,-1 6 172,-1 4-10,0 5-12,-2 5-17,1 4-27,0 4-35,1 3 936,0 2-980,1 2 182,0 7-199,0 2-6,0 9-5,0 6 0,0 7 0,0 8-224,1 6 219,0 9-1613,1 5 1615,0-26 0,0 1-3,0 1 1,1 0-4,1 1 1,0 0-9,1 0 0,-1 1-39,1-1 0,1 0-109,1 1 0,0 0-174,0-1 0,2 0-190,1 0 0,1-1-670,0-1 0,2 1 1199,3 3 0,-1-3 0,2 3 0,0-3 0</inkml:trace>
  <inkml:trace contextRef="#ctx0" brushRef="#br0" timeOffset="70298">8101 6647 19098,'0'-7'2828,"0"2"-1243,0 5 516,0 0-2079,-10-35-5,4 37 0,-8-24-11,5 48-18,0 2-3408,1 2 3303,0 4-203,1 0-702,2 3-439,1-1-2124,2 1 3585,1 5 0,1-21 0,0 0 0</inkml:trace>
  <inkml:trace contextRef="#ctx0" brushRef="#br0" timeOffset="70601">8805 6330 20837,'19'-50'690,"-1"0"1,-1 4 0,-3 8 526,-3 9-780,-3 7-100,-4 6 258,-2 5-522,-2 6 84,0 5-112,-2 7 11,-3 7 374,-3 10-318,-10 24-557,1-6 462,5-12 0,-1 1-842,-2 6 1,0-1 835,3-6 0,0 1-8,-4 10 0,0 1 0,4-9 0,0-1-1336,1 2 1,0 0 1326,0 2 0,1 0-5,0-1 0,2 1-182,0 1 1,1-1 113,2-1 1,0 0-79,2-1 1,1 0-348,2 28-616,6-5 39,6-7-448,3-7-1204,2-7-1679,0-6-3810,-2-8 8222,-4-7 0,-5-8 0,-3-4 0</inkml:trace>
  <inkml:trace contextRef="#ctx0" brushRef="#br0" timeOffset="71156">8532 6801 16012,'-10'-4'4240,"2"0"-3115,8 4-195,0 0-280,-60-29-1146,41 19 639,-15-6 0,5 1 255,25 9-325,4 3-45,4-1-17,6 0 12,7 0-12,6 0-2673,24-3 2662,-5 3 6,18-4-192,-9 3 186,2-1-435,4-1 421,-15 2 0,1-1-534,-11 2 0,0-1 539,11-1 1,-2-1 3,13-4 2167,-4-1-2162,-5 0 12,-6-2 10,-7 2 17,-7-1 12,-7 2 220,-7 0-198,-6 1 511,-2 0-500,-5 1 0,-3 1 1698,-3 1-1670,-5 2 689,-11 1-644,3 2-6,-8 1-17,8 3-27,-1 2-11,0 2-24,2 4-10,1 2-17,1 2-23,0 1 1,3 3-7,-3 9-10,7-5-12,-1 7 18,8-9-12,3-1 5,2 0 1,4-1-6,2-1 5,5-3 7,2-3-1,2-1 34,10-4-6,-4-2 56,16-8-45,-16-4-216,7-7 211,-10-1 44,6-12-38,-7 5-503,4-8 508,-9 8 5,-3 2 12,-1 1 17,-2 1 33,-3 3 17,-1 3 5,-1 3 1,-1 2 167,-1 2-218,0 3 480,0 0-503,0 3-72,-3 4 0,1 1 0,-4 6 0,1 1 0,0 2-5,0 2-1,1 1-5,1 2-17,2 1-34,1 1-55,1 0-130,2 2-195,3 0-1289,7 11 157,0-9-1340,5 6-2827,-2-12-3008,-1-3 8749,0-5 0,-7-5 0,-4-3 0</inkml:trace>
  <inkml:trace contextRef="#ctx0" brushRef="#br0" timeOffset="71393">9641 6534 18509,'2'-10'3882,"-1"2"-2946,9-54-1944,-4 33 1332,1-10 1,0 1 191,-1 11 461,-2 5-641,0 4-56,0 3 256,-3 4-334,1 3-56,-2 2-57,1 4 912,-1 1-995,0 5 5,-1 3 0,0 7 0,-1 3-5,-2 4 5,0 4-11,-2 4 0,0 4 6,0 4-3404,-2 2 3398,0 3-17,0 3-260,2 1 98,1-12 0,1 1-236,1 18-231,0-18 0,2 0-284,3 10-364,2-3-381,5-5-710,4-6-1984,4-4-3848,-2-8 8217,-1-5 0,-7-8 0,-2-2 0</inkml:trace>
  <inkml:trace contextRef="#ctx0" brushRef="#br0" timeOffset="72039">9901 6720 17126,'13'-44'1291,"0"0"0,0 0 0,4-11 0,-4 9-747,-5 10 189,-5 18 56,-2 1-405,0 6-171,-1 3-29,-1 5-94,-1 3 99,-1 0-150,-3 3 0,-2 2 1,-2 4 10,-2 5 6,-2 1 0,-3 3 0,-1 3-487,-2 2 475,-1 1-4,-1 2-7,-1 0 1,0 1-1,-1-1 7,1-1-1,0-1 0,3-2 0,1-3-5,4-4-12,4-2-11,4-4 6,3-3 6,2-1 16,2-2 482,4-1-476,2-1-1,7 0-10,4-1-12,6 0 1,3 0-12,3 0 6,2 0-17,0-1 5,1 1 7,-1-1-7,1 0 1,-1 0 5,1-1-11,0 0 6,-1-1-1,-1 0-5,-2-1 0,-2-1 0,-3-1 0,-1 0 11,-4-2-5,-3 0 5,-3-3 0,-4 1-5,-2-3 11,-3 2-6,-2-1 0,-1 0 0,-1 2 1,-2 1 10,-1 0-5,-3 2 5,-1 1 1,-1 2 10,-1 0 6,-1 2 12,-1-1 22,0 2 16,0 1-5,0 0-17,2 0-5,-4 5-45,6 0 16,-2 10-21,7-5-1,0 5-11,3-4 11,2-1 0,1 0 0,4-1 6,3 0 6,2-1-1,2-2 6,4-2 6,1-2 27,13-5-38,-9-1 10,6-5-5,-11-1 0,-2-2 6,-2 0-6,-2 0 5,-3-3-5,-2 1 6,-2-2-6,-3 0 17,-1-7-23,-3 6-5,-2-4 0,-3 9-6,-3 2 6,-1 1-6,-3 2 6,-1 1 0,-2 2-1,-3 2 1,0 1 0,0 2 0,-1 3 0,1 2-12,0 2 6,-6 10-11,9-2-5,-4 7-18,11 7 12,5-4 0,3 11-6,7-9-28,5 2-50,6 0-570,5-1 340,7 1-223,6-1-399,7 1-2190,6 0 3137,-16-13 0,-2 0 0,4 1 0,-1-1 0</inkml:trace>
  <inkml:trace contextRef="#ctx0" brushRef="#br0" timeOffset="72424">11104 6868 23814,'-5'-2'1966,"2"1"56,3 1-2006,14-67-3202,-1 40 3191,-1-13 1,2 1 16,8 17 893,0-1-904,-2-2 0,-3-3 1,-2-2 16,-2-5-2296,-3-1 2279,-3-5 6,-2-2-1046,-3-17 1052,-3 14 83,-3-8-101,-2 22-71,-1 5 77,1 4 1,-1 5 2291,2 5-2298,2 4-10,0 5 1577,2 2-1583,-1 1 1547,1 5-1536,-1 3 201,-1 9-196,0 4 7,0 8-7,-2 6-5,0 5 6,-1 7-12,0 3-528,-1 5 540,-1 2-946,0 4 940,-1 2-527,6-30 0,-1 1 521,1 0 0,0 0-5,1 1 0,0 0-14,1 0 0,0 1-65,2 0 0,0 0-86,2-1 0,1 1-174,1-1 0,1 0-244,2-1 1,1-1-276,0-1 1,2 0-3064,12 24 3761,6 2 0,-14-29 1,0-4-1</inkml:trace>
  <inkml:trace contextRef="#ctx0" brushRef="#br0" timeOffset="73081">10963 6885 17675,'-4'-45'147,"-1"0"1,1 4 0,7 8 2455,31 13-2564,-4 6-11,12-3 0,-8 7-6,1 1 631,2-1-641,3 0-18,0 0 6,3 0-6,0-2 1,1 0 16,-1-3-5,-2-3-1,-1-2 6,10-17-11,-14 7 6,7-11-6,-19 12 11,-4 2 0,-4 3 12,-4 4-1,-4 4 79,-1 1 773,-4 5-589,-1 2 2168,-2 6-2336,-2 1-10,0 2-12,-2 3 610,1 3-588,-2 4 1,1 4-12,-1 3-22,2 6-11,-1 5-28,1 5-825,0 5 824,0 6 7,1 3-6,0 3-29,1 3 1,-1 1 0,1 1-6,-1-2 0,0-3-5,0-2 0,1-5-6,0-6 11,1 2 6,0-16 44,0-1 34,0-16 6,0-4-6,0-3-27,0-5 785,1-3-842,1-7 6,3-5-6,2-2 23,8-19-23,-1 9 0,6-9-5,-4 15-1,0 2 6,7-2-16,-6 7 10,3 0-10,-3 9 10,-5 5-5,4 1-5,-6 4 10,2 2-5,-1 1 0,2 3 12,1 2-12,1 0-6,3 0 12,0-1-18,1 0 18,2-2 0,0-2-12,0-1 12,-2-1-1,1-3 6,-2-3 12,-1-4-1,-3-3 1,0-4 5,-3-2-6,-1-2 6,-4-2 0,-1-2 34,-3-10-23,-1 10 0,-2-5 17,-2 14 11,-2 4 6,-1 2 11,0 3-22,-1 2-18,-1 2-21,1 1-6,-1 2-12,-1 3 6,0 3-5,0 4 5,1 3-11,1 2 0,2 3-11,2 2 0,1 3-168,2 15-1087,10 9-380,3 0 890,14 4 1,-14-32-1,1 0 1</inkml:trace>
  <inkml:trace contextRef="#ctx0" brushRef="#br0" timeOffset="74836">13692 6420 15857,'-49'-26'354,"0"1"1,-1 4 0,6 12 1511,16 23-1766,-8 13 1436,13 3-1474,1 5-6,0 9-17,1 6 497,-1 6-525,11-25 1,1 1-4,-1 1 1,0 2-9,-5 18 0,0 2 181,4-12 0,0 1-198,-4 14 1,0 0-15,6-15 0,1-1 13,0 1 0,1 0-50,1 0 1,1 1-45,0-1 0,2 0-1046,0-1 1,1 1 991,0-2 1,0-1 0,0-1 0,1-2 142,-1-2 1,0-1-118,-4 25 73,-3-10 61,-2-13 1797,-2-10-1690,-9-13-51,5-14 536,-5-12-553,7-15 3023,2-8-3022,1-9 44,4-5 1,3-2-1559,2 17 1,0 1 1507,0-22 0,1 2 51,5-4-991,2 4 990,4 2-73,2 5 51,1 4-17,3 4-22,3 5 152,4 2-163,3 1 1960,5 3-1960,4 1-1,4 1-5,4 3 1145,2 0-1150,2 4 5,2 2-3,-14 7 0,1 0-2,18-3 5,-19 5 0,-1 0-12,10-1-4,-2-1-1,10-5 17,-14 3-851,7-7 862,-18 4 1,-3-3-1,-2-1-6,-4-1 12,-1-2 6,-2 1 10,-1 0 6,-1 2 17,-3 3 28,-1 2 185,-1-1 73,-3 4 745,-2 2-963,-3 4 159,-1 5-222,-3-1 1130,-4 6-1141,1 1-11,-4 6 34,-2 10-51,2 7-22,0 2-11,4 2 0,5-8-34,2 0-3459,2 0 3213,0 2-440,3-2-2590,7 12 3321,2-7 0,-3-4 0,-2-13 0</inkml:trace>
  <inkml:trace contextRef="#ctx0" brushRef="#br0" timeOffset="75039">13971 6512 21713,'-6'-5'1535,"1"0"-1059,5 5 258,0 0-1339,-9-32-885,13 29-3249,-3-23 4739,19 39 0,-9-6 0,1 0 0</inkml:trace>
  <inkml:trace contextRef="#ctx0" brushRef="#br0" timeOffset="75657">14155 6648 25903,'32'18'8,"-1"-1"1,21 16-9,-40 5-6,-6-9-22,-4 22-5,-14-11 22,-2-1-1,-7-7 12,-3-11 12,5-8 16,-3-1 28,8-10-28,6-6 0,2-4 50,8-13-28,4 1 1,6-8-6,4 7-1,2-2-4,4 2-12,2-2-337,2 3 326,1-1 0,1 2-1,2 1-4,-2 1-7,1 2 1,1 0-1,0 0 1,0 3 0,-2-1 10,-2 2 1,-3 0 34,3-1-12,-11 2 6,1-1 11,-11 4 336,-2 1-347,-2 0-6,-1 0-5,-1-1-1,-1 2 1,-2-1 0,-2 1 38,-3-1-21,1 1-1,-2 0 23,3 1 0,1 2 11,0-2 0,1 2 0,1-1-11,0 1-12,1 0 12,1 1-51,1 1-16,0 0 5,-1 0-16,1 3 10,-2 3-5,0 3 6,-2 2-1,0 3-5,-1 11 0,1-5-5,1 9 5,3-7-6,2 4 6,3 0-5,4 2-1,6 0 0,15 13 1,-1-10-2741,13 10 2735,-6-13 2,-6-7 1,0 1-951,14 10 945,-16-11 0,-1-1-153,2 4 94,-12-4-16,-9-4-57,-15-3-50,-11-3-67,-13 0-90,-11-2 1916,-5 0-2179,-5-2-215,1-2-418,1-3-1300,4 0 2549,0-4 0,24 2 0,2-2 0</inkml:trace>
  <inkml:trace contextRef="#ctx0" brushRef="#br0" timeOffset="76059">14978 7008 23590,'-5'3'1955,"2"0"-393,3-3-1472,14-67-2929,-5 40 2867,2-13 0,1 0 28,0 15 387,1-4-409,-1-3-6,-1-4 6,-1-3-6,-3-3-6,-1-3 0,-2-3 1,-2-1-1,-2 7 1,-1-1-1,-2-7-121,1 13 0,0 3 122,-3 8 10,0 6-112,1 4 135,1 4 1348,1 5-1359,0 1 371,1 4-394,0 0 927,0 6-944,1 3 168,0 7-162,0 4-5,1 7 5,0 6-5,1 5-1151,2 7 1145,-2 4 0,2 5-11,-1 3 2,-1-13 1,1 1 2,-1-11 1,1 1-596,0 10 0,1 0 573,5 15-17,0 1-39,3-1-101,0-3-112,3 0-112,0-5-257,3-4-449,1-5-632,0-5-2918,-1-8 4665,0-2 0,-9-14 0,0-3 0</inkml:trace>
  <inkml:trace contextRef="#ctx0" brushRef="#br0" timeOffset="76241">15027 6795 21234,'48'-33'-256,"1"1"1,-4 2-1,-3 9-1044,5 21-2396,3 1 3696,9 1 0,-27 0 0,-2 0 0</inkml:trace>
  <inkml:trace contextRef="#ctx0" brushRef="#br0" timeOffset="77064">16260 6832 21500,'-11'0'2095,"2"0"-1451,9 0 1188,0 0-1815,1-49-6,4 34 0,3-37 6,4 47-11,3 0-1,-1 1 7,1 0-1,0-1 0,-2 0 6,0-1 0,-1-2 11,2-2-12,-4-1 1,1-1-17,-6 0 11,0 0 1,-2-2-1,-1-1 6,-1 1-6,-1 0-6,-1 1 1,-2 2 5,-1 2-11,-2 2 6,-1 3-1,-5 1 1,1 3 0,-5 2-1,2 4 6,-3 3 1,0 3-1,-1 1 11,1 2-3403,1 2 3409,1 3-918,2 1 923,0 1-136,2 2 131,2 2 0,1 0 0,1 2-11,2-1 5,2 2-11,1-1 1,1 0-1924,3 0 1918,3 0 1608,4-1-1609,4-1 862,13 3-856,-4-9 1,9 2 10,-7-14 144,-1-2-138,0-4 0,0-3 5,-1-4-10,2-5 3202,1-5-3186,15-16-22,-9 3-579,9-13 579,-14 8 0,-3-4 5,-1-3-5,-2-5 6,-2-3-1,0-3 0,-1-3 1,-2-1-1515,-3 16 1,-1-1 1507,3-21-5,-5 22 1,0 1-430,1-10 446,-4 3 6,-1 6 0,-3 2-31,-2 6 30,0 4 18,-1 5 697,-1 6-698,-1 5-16,0 3-6,1 4 3101,0 2-3124,0 2 740,0 6-734,-2 3 0,-2 7 0,-2 6-5,-2 8-1,-2 4-5,-2 5 0,0 6-788,3-8 0,1 1 783,-5 23 2,6-18 0,0-1-3,0 20 3,5-30 1,0 0 2,1 0 0,0-1-11,-1 31 2,3-19 1,0-1-2863,4 20 2846,-1-23 0,1-2-115,7 11-129,4-6-924,10 3 157,-2-17-392,7-1-645,-7-19-1080,2-5-1860,1-9 5013,4-4 0,-14 2 0,1-1 0</inkml:trace>
  <inkml:trace contextRef="#ctx0" brushRef="#br0" timeOffset="78838">16973 6844 11351,'0'-6'7837,"0"1"-1032,0 5-6497,-12-61-62,9 45-67,-8-45-67,11 60 0,0 1-100,4 3-1,0 0 0,5 3 0,1 0-5,1 0 5,2-1-5,-1-1 10,1 0 1,0-1 22,4-2-33,-4 0 16,3-3-5,-6-2 0,1-2 0,-2-2 0,2-2-1,-2-2 29,8-13-28,-8 8 5,5-10 6,-10 12 0,-2 0 0,0 1 0,-2 0 6,0 2-6,-1 0-6,-1 2 12,-4 1-23,-1 2 12,-2 1-1,-2 3-5,-1 1 0,0 1-6,-1 2 0,0 2 0,0 2 0,-1 4-5,2 3 0,-1 1-6,0 4 0,0 1-6,1 2 0,0 3 1,2 1-1,2 2 6,2 1-320,1 0 314,3 2-5,1-2 0,2 0-6,3-1 0,3-1-16,5-2-12,2-2-123,13 2 17,-5-7-68,9-1-61,-8-10-17,3-4 12,0-3 27,1-3 73,1-3-3229,0-4 3330,-1-2 50,-1-2 14,-1-1 26,-3-3 5,-2-2 11,-1-2 6,-3-1 0,-2-2 23,-1 0 16,-2 0 11,-2 1 18,-1 2 21,-3 2 18,-2 4 21,-1 1 3288,-1 3-3276,-1 3 334,0 2-357,0 3-16,0 2-39,0 1-6,0 2-73,3 14-11,-2-2 11,4 24-5,-4-10-379,1 12 373,-2-8-6,-1 3 12,-1 0-6,-1 0 5,-1-1 1,1-1-6,0-2 5,1 7 1,2-12 0,-1 4-1,2-15 34,0-5 6,1-3 6,1-3 378,2-5-396,1-2-5,2-6-3403,1-3 3386,1-4-109,1-1 114,0-2 1,-1-1 0,0-2 5,0 0-10,0-2 4,1 0 1,-1 0 0,0 3-6,0 0 0,4-1-11,-3 8 0,3-1 0,-4 9 3332,0 3-3332,0 2 0,2 1 182,1 2-177,1 0-5,0 3-5,6 6-7,2 5 12,-1 4 0,-2 2-5,-8 0 5,-2 0-11,0 11 5,-4-9 6,-1 7 0,-3-11 0,-1-2 0,0-2 0,-1-3 0,0-1 0,0-4 6,0 0 5,1-4 28,0 0-33,3-5-1,4-4-5,2-3 6,4-3-6,-2 2 11,0-1-11,2-2 0,0 0 0,1 0 0,1 0 6,0 2-6,1 1 0,0 2-12,8 0 1,-7 5 6,6 0-7,-10 5 7,0 0 5,-1 3-11,-1 2-1,1 4 7,1 0-1,1 3 6,2 0-5,0 2-1,3 0 6,1 0-11,1-1 11,0 0-6,0-2-5,-2-2 0,0-2 0,-2-2-6,0-3 6,-2 0 5,0-4 6,4-7 0,-4 0 0,4-7 6,-7 2-1,0-1-5,-1-2 0,-1-2 0,-1-1 11,4-13 1,-4 7-12,3-7 0,-4 11 0,-2 3 0,-2 2 11,-2 2 6,-1 2-6,-1 2 0,-2 1 0,-2 3 0,-3 0 1,-3 3-1,-2 0-6,-1 3 12,-1 0-6,-1 1-5,0 1-6,0 3-6,2 2 1,1 2 5,0 2 11,2 1 0,1 2 0,2 3 1,0 0-12,2 3-6,1 1-11,2 11 6,3-6 0,2 8 0,4-10-6,4 0-17,3-3-5,3 0-34,3-3-385,2-1 222,4-3-44,1-3-386,14-3 285,-10-3-340,9-4 368,-15-5 90,-2-2 117,-2-5 79,-1 0 39,-4-2 28,-1-1 17,-2-3 11,-2-2 22,-1-1 90,-1-12-17,-1 8 23,-1-9 470,-1 5-426,-2 9 6,1-4 6,-2 10-12,1 3-22,-1 2 304,1 3-315,0 1-76,-1 2-19,3 3-23,-2 4 6,1 4-6,-1 3 6,2 3-17,-2 4 5,0 2-10,0 3-1,-2 1-5,-1 2-6,-1-1-11,0 1 6,-1-3-1,1 0-5,-2-3 0,1-2 6,0-3-1,-1-4 12,2-3 45,-1-2 11,1-4 83,0 0-122,0-8-23,0 0 0,1-7 1,0-1-1,3-2 0,1-4 6,1 0-17,1-2 5,1 1 1,0 0 5,0 3-5,0 2-1,0 5 1,-1 3-12,1 4 6,-1 1-5,1 2 5,0 2 0,0 2 5,3 3-10,0 2 10,2 2-10,3 0 5,0 1-6,11 5 6,-5-4 0,5 2 0,-7-7 6,0-1-6,3-1 0,3-1 5,3-2-1031,3 0 1037,1-2-603,1 0 598,-1-3-334,-1-1 339,-1-6 11,-3-4-5,-3-4 0,-4-4-17,-1-5 0,-4-5-6,0-2 6,-3-5 12,-2-1-1,-2-2-2749,-2 0 2755,-2 1-6,-3 0-320,-1 3 326,-1-1 96,0 3-101,0 1 4,0 2 7,-1 3 5,0 2 219,0 5-196,-2 4-7,2 4 2732,-1 4-2754,0 5 1489,1 3-1511,0 2 486,-1 4-475,-1 4-5,-1 5-1,-2 5 1,-2 5 0,0 4 5,-2 5 6,1 4-1,0 4-473,2 3 451,2 5-853,2 3 853,2 4-11,0 3 6,5 2-1679,2 2 1673,8 0 6,3 0-3,-6-31 0,1 0-12,1-1 1,1 0-92,15 27-872,2-5 513,1-3-291,0-7-415,-3-6-806,-1-7-4069,-4-6 6057,1-5 0,-13-10 0,-1-1 0</inkml:trace>
  <inkml:trace contextRef="#ctx0" brushRef="#br0" timeOffset="79010">19372 6480 21103,'-2'-4'1888,"0"1"-85,2 3-1730,62-38-1853,-30 26 1780,9-9 0,1 3-45,-2 15-167,2 2-466,3 0-985,2 1-4207,2 1-3210,-5 1 8287,-5 0 0,-19-1 1,-8 0-1</inkml:trace>
  <inkml:trace contextRef="#ctx0" brushRef="#br0" timeOffset="80348">21296 6473 22633,'-35'-38'222,"-1"0"0,4 0 0,7 15-149,21 26 11,1 5 11,1 6 11,0 8-10,-2 7-12,-1 7-17,-2 6-3006,-1 8 2961,-2 5-5,-3 6-14,6-28 0,0 0-3,-1 2 0,0 0-3,-1 1 0,0 1-6,0 1 1,-1 0-1,0 1 1,0 1-20,1-2 0,-1 3-95,-4 16 0,0 2-26,3-15 1,1 0-90,-3 14 0,0-2-84,4-17 0,0-4-17,0 0 0,1-1-221,-9 25 224,0-9 196,1-13 129,-1-10 27,0-12 808,0-8-801,-5-18 22,7-5 22,-1-15 39,11-2 29,2-5-115,5-5 115,3-4 966,5-2-989,5-1-6,3 0 12,3-1-12,2 1-11,3 1-11,1 2-16,1 1 4,2 3 1,3 0-62,-12 15 1,0 1-10,14-17 1,0 3-25,8-2-17,1 3-23,3 3-19,-13 15 0,1 2 8,18-10 39,-18 13 1,-1 2-23,10-1 16,-3 4 7,-3 1 10,-3 2 18,8-4 22,-12 3-1,6-4 18,-16 4 1046,-3-2-1013,-2 0 23,-2 0 16,-2-1 6,-1-1 22,-2 0 34,0-2 56,-2 2 73,-1 1 22,-1 1 6,-3 3-22,0 1 327,-1 3-423,-1 1 802,0 1-863,0 2-146,-2 4 5,1 3 1,-2 6-1,1 2 1,1 4-12,1 1 6,4 15 0,1-6-5,4 12 5,0-9 0,0 1-1638,0 2 1644,0 1-6,-1-1 0,-1-1 0,-1-1 5,-2-1 1,-2 8-1,-1-12-5,-4 5 12,-1-16 4,-3-2 1,-3-5 11,0-3 1638,-2-2-1638,-1-2 6,0-1-12,0-2 6,0-2 0,2-2-6,0-3 1,3-2-6,0-2-1,4-1 1,0-1-6,2 0 1,2 0-1,3 0-11,2 1 5,5 0-5,4 0 6,3-1-6,3 2 0,3-2 6,2 2-1,4 0-5,1 1 0,2 1 0,1 0 0,0 0 0,1 0-369,-1 1 363,-1-1 6,-2 1 17,9-7-11,-11 5 5,6-5-5,-14 6-1,-3-2 12,-1 1 5,-3 1 6,-4-1 51,1-2-29,-6 3 17,1-2 12,-5 4 16,1 2 23,-1 0 357,0 1-374,-1 1 17,-1 0-85,-1 3-10,-2-1-1,-1 2-11,-2 1 0,-7 6-5,1 0 0,-4 7-6,4 0 5,2 2-5,0 2 0,2 1 0,2 3 0,2 0 0,3 2 0,1-2 0,2 1 0,5 7 0,3-8 0,15 13 0,-4-16 0,11 3 0,-4-8 11,14-2-481,-9-5 487,9-3 6,-14-8 10,-2-2 1,-2-5-1,-3-3 7,-3-4-12,-4-1 0,-4-3 0,-3-2-6,-3-4 12,-1-1-6,-3-2-286,-3 0 286,-4 1-11,-2 1 5,-3 2-5,-1 4 5,-1 3 468,-1 2-479,-1 4 0,1 3-11,-1 2 0,1 4 6,0 2-12,3 2 6,1 2 283,1 3-294,2 2-6,0 3-5,2 3-40,0 1-67,3 5-145,2 0-952,3 15 172,5-6-463,4 10-1369,5-9 2886,4 3 0,-8-15 0,0 0 0</inkml:trace>
  <inkml:trace contextRef="#ctx0" brushRef="#br0" timeOffset="80981">22772 6751 22195,'9'-40'313,"0"0"1,-1 3 0,-1 8-174,-1 21 635,-1 1-719,0 2 806,1 3-846,0 0 444,0 2-449,1 5 948,1 2-948,-1 5 1,-1 5-12,-1 3 557,-3 4-557,0 3 6,-3 1-331,-2 2 336,-2 0-11,-2-1 0,-1 0 0,-1-1 0,1-2 6,0-2 5,0-4-11,2-2 11,0-3-5,2-4 10,0-3 24,2-4 21,1-1 393,1-3-420,1-4-23,2-2 11,2-7-11,3 0 6,0-3 0,2-1 0,0-1-6,0-1 0,0-1-5,0 0 5,0 0 17,4-9-11,-4 7-6,4-6 6,1 6-12,-4 6-5,4-2 6,-4 9-6,1 3-6,1 2 6,0 2 0,1 0 0,1 4 0,0 0 0,0 4-5,0 1 5,-1 3 5,0 1 1,-1 1-6,3 8 0,-4-3-6,0 5 1,-6-6 5,-3-1-6,-2-1 6,0 0 0,-1 0 0,-1-1 0,0-2 0,-1-1 6,-1 0 5,2-4 11,-1-1 29,2-3 94,0-2-128,0-5-6,2 0 6,0-6-6,2-1 1,0 0 10,3-11-16,-1 6-3387,2-8 3386,-2 7 1,1 0 5,1 2-5,6-4-6,-1 6 5,4 0 1,-2 6-6,0 3 0,1 3 0,2 0 6,9 2-6,-5 3-6,6 2-325,-9 4 326,-1 1-1,0 4 6,-1 0-106,13 37-68,-14-21-679,7 27 125,-20-28-572,-2 1-1478,-4-1-6828,-2-3 10356,-2-4 0,3-11 0,1-5 0</inkml:trace>
  <inkml:trace contextRef="#ctx0" brushRef="#br0" timeOffset="81623">24527 6780 20296,'3'-10'2532,"-1"1"-1759,-2 9-107,20-72-1279,-13 44 826,4-14 0,-1 2 112,-6 22 299,-3 4-439,0 6 124,-1 2-247,1 4-12,-1 1-33,-1 7 604,0 2-599,-2 7-11,-1 4 12,-2 2-12,-1 4 6,0 3-6,-2 1 11,-3 16-983,4-11 961,-1 12 11,6-16-570,1 0 565,5-2 0,3-3-1,3-1-135,4-4 147,1-4 6,3-3 10,-1-6 905,0-3-893,0-3 608,0-6-625,1-3 11,1-6-17,1-5 17,0-4-5,1-3 0,-1-3-526,0-1 514,-2-3 6,0-1 0,-2-1 6,5-15-23,-6 14 0,3-9 0,-8 20-5,-1 4 0,-3 3-6,0 5-23,-2 3-27,-1 4-68,0 3-78,0 2-140,0 1-190,2 4 444,1 2-1033,2 4-453,4 2-958,1 1-2678,3 1 5204,4 3 0,-9-9 0,0 1 0</inkml:trace>
  <inkml:trace contextRef="#ctx0" brushRef="#br0" timeOffset="82298">25237 6643 20699,'0'-7'2801,"1"1"-2045,-1 6 1104,0 0-1810,6 23 1,-2-8-12,6 22-5,-4-14-6,0 2-6,0-1-5,-1 0-6,-1 0 11,-2-1-10,-1-1 4,-1-2 1,0-1 0,-3-2 17,0-2 10,-3-4 12,2-2 12,-1-3 10,2-2 0,-1-3-5,3-1-17,0-4-22,1-3-12,0-6 1,1-2-12,2-2 6,1-2-1,4-1 1,1-3-6,2 0-5,1-2 5,1 0-486,2-1 492,0 0 5,2 2-5,0 1 0,-1 4-1,1 2 1,-2 2-6,0 4 1,-1 2-12,-2 4 0,1 2 0,-1 2 492,0 2-492,0 2-6,1 2 6,1 4-5,-1 3 5,1 1 0,0 2-6,-2 1 6,-1 2 6,-1 1-6,-1 1 0,0 9-6,-3-8 6,0 6-6,-3-12 12,0-1-17,-1-3 11,0-1-6,1-4 12,0-1 11,2-3-6,1-1 11,2-3-11,3-2-11,4-3 12,0-4-7,4-1 1,-1-3 11,2-1-6,1-2 11,8-15-5,-7 5-1349,7-12 1354,-10 10 0,-1-3 6,-2 1-5,0-1-280,-4 2 280,-2 0 5,-2 4 5,-4 1-10,-2 2 5,0 3 0,-2 2 0,-2 4 0,1 1 1301,-2 4-1301,1 2 316,0 3-328,1 2-10,0 2-12,1 0 6,0 7 6,2 0-12,2 6 12,2 2-12,2 2 6,7 15-11,-1-4 11,4 12-1191,-2-7 1185,0 3-5,2 1 0,1 2 5,-1 1 1,1 0-7,-3-3 7,-3-1-6,-5-3-64,-4-4 52,-6-4-16,-5-3-39,-6-2-73,-8-3-118,-6-3-179,-5-2-280,-5-4-826,-2-2-994,-3-3 2548,-6-2 0,22 0 0,2 0 0</inkml:trace>
  <inkml:trace contextRef="#ctx0" brushRef="#br0" timeOffset="82906">26430 6732 15737,'41'-18'1103,"1"-1"0,-4 3 1,-7 0-336,-16 1 1054,-2 0-1234,-1 1-79,-4-1-3518,-2 2 3395,-2-1 879,-2 1-984,-2 1 428,0 1-497,-1 1-27,-1 1-28,-2 1 3358,1 3-3425,-1 0-34,0 3 5,-4 0-44,1 3 6,-4 2-1,-1 3-16,-2 4-1,-2 2-5,-1 3 0,-3 2 11,2 2-5,-1 2-6,2 3 0,1 1-3398,2 2 3398,4 0-5,3 1-1,4 1 6,3-1-5,5-1 5,4 0 0,5-2-2263,4-1 2268,2-3-717,2-2 728,0-4 7,0-4 10,-2-6-416,-3-3 427,-2-6 1647,-2-3-1652,0-7 0,-2-3 0,-1-3 1,-2-2-1,-2-4-6,-4-1 29,-2-19-45,-4 9 0,-1-15 423,-2 15-407,-1 1 2414,0 1-2419,-1 2-11,0 4-11,1 4 11,0 4 968,0 5-985,-3 2 79,4 8-101,-2 1 899,3 6-899,0 3 377,-1 4-417,0 4-61,-1 2-179,1 4-270,1 2-363,4 3-3076,5 15-5068,3-10 9079,2 5 0,-3-21 0,-2-6 0</inkml:trace>
  <inkml:trace contextRef="#ctx0" brushRef="#br0" timeOffset="83273">26848 6622 25828,'-2'-40'119,"0"0"1,-1 2 0,5 11-87,6 23-10,3 2-12,2 2 160,3 5-166,2 3 1,3 6-6,3 4 0,0 4 0,2 5-4159,-1 1 4154,-1 5 5,-2 1 868,-2 2-874,-2 0-356,-5-2 362,-3-1 0,-5-3 0,-2-3 0,-6-3 6,-4-6 5,-6-3 3209,-13-5-3198,4-5 0,-9-3 6,11-8 0,1-2 6,3-6-6,4-2-6,3-2 12,3-2 611,3-2-611,2-1-6,1-2-244,4-2 239,2 0-12,5 0 6,12-9-17,-3 10 5,8-4-5,-5 14-5,0 3-23,1 3-56,0 3-79,-1 3-134,1 2-184,-2 2-209,2 2-217,-1 1-308,1 3-566,-1 1-1681,2 1 3462,3 2 0,-13-6 0,-1 1 0</inkml:trace>
  <inkml:trace contextRef="#ctx0" brushRef="#br0" timeOffset="83522">27584 6372 18644,'0'-7'4274,"0"1"-3289,0 6-161,0 0 347,1-76-779,0 51-244,0-19 0,1 4 76,0 27-67,1 2-45,0 4-50,1 2-12,1 5-50,0 4 11,3 7 1,0 6-1,0 6 0,0 7-565,1 4 554,-1 7 0,1 3 0,-2 5-11,-1 3 5,-1 3-1581,-1 0 1581,-1 1 0,-2-1-25,-2-17 1,0 0-65,-4 18-9,2-20 0,-2 0-260,-3 8-183,-2-2-249,-1-5-369,0-5-655,0-7-2527,0-7 4347,-1-4 0,5-8 0,1-1 0</inkml:trace>
  <inkml:trace contextRef="#ctx0" brushRef="#br0" timeOffset="83707">27375 6621 21874,'1'-39'50,"0"0"1,5-24 518,15 62-574,2 2 681,3 2-710,3 3 332,2 3-426,3 2 662,2 2-1335,18 5 101,-13-3-252,13 4-2179,-6-3-433,-13-4-4462,5 0 7393,-19-7 0,-11-2 1,-4-2-1</inkml:trace>
  <inkml:trace contextRef="#ctx0" brushRef="#br0" timeOffset="84074">27968 6601 13306,'0'-6'6929,"0"1"-1188,0 5-5713,-28-22 0,21 16 0,-21-16 0,31 22 6,3 2-6,5 1-12,3 1 1,5 1-6,3 1 6,2 0-6,3-1-5,0 1 5,-1-2 6,0 0 0,-2-3 5,-1 0 12,-3-1 5,-2-1 6,-2-1-17,-3-4 5,-2-1 1,-2-2 0,-1 0 5,-3-2 0,-2-1-11,-1 0 22,-5-7-22,-2 4-11,-4-3 6,-2 5-1,-2 2-5,-1 1 5,-2 1 1,0 2-1,-1 1-5,1 3-6,1 1-5,-1 1-1,2 2-5,1 1 6,0 3 16,-2 8-11,5 0-11,-3 6-5,6-2-18,0 3 1,2 1-51,3 15-11,1-7-562,5 11 361,2-10-191,5 3-214,4 0-167,4 1-268,5 0-349,6 0-503,5 0-1170,6-3 3147,-5-10 0,-1-2 0,-2-1 0,15 4 0</inkml:trace>
  <inkml:trace contextRef="#ctx0" brushRef="#br0" timeOffset="84514">28583 6866 14919,'3'-7'5752,"-1"1"-4660,-2 6-206,20-66-2630,-13 36 2060,5-11 1,-2-1 198,-7 12 397,-1 1-565,-1 3-49,-3 0-46,-3 4 424,-3 1-502,-3 4-34,-2 2-28,-2 3 1272,-5 2-1316,-2 4-270,-3 2 242,-3 3-7,-2 2-10,-4 3-1,2 4-5,0 2-6,1 2-11,3 2 17,1 1-6,4 1-5,2 1-71,4 2 60,3 1-1,3 0 6,4 1-6,4 0 1,1-1 5,3 0-6,4-3 6,1 0 0,6-3 6,2-3-1,4-3 470,1-3-469,5-3 5,1-1 0,3-5 6,1-2 5,1-6-381,-1-4 382,-1-4 10,-2-3-5,-2-4-11,-2-4-740,-1-4 734,-1-5 0,-1-3-1332,-1-3 1349,0-1 0,0-1 11,-2 1 1,-2 2 4,-2 5-460,-3-11 495,-2 15 10,-3-6-10,-3 18 276,-1 3-288,0 6 587,0 2-621,0 6 1394,0 2-1432,0 3 710,0 2-710,-2 8-1,-4 14 1,-1 6-717,-3 14 716,1-4 0,-2 7 3,5-8 1,0 2 2,-4 23-548,5-19 1,0 0 535,2-10 1,2-1-12,-1 0 1,1 2-121,1 15 1,2 1-63,1-12 1,1 0-1284,2 12 1,2-1 921,2-13 1,1-3-306,1 2 0,3-2-1815,0 1 0,2-1 2686,4 4 0,-1-3 0,2 4 0,1-4 0</inkml:trace>
  <inkml:trace contextRef="#ctx0" brushRef="#br0" timeOffset="85266">30157 6668 22257,'4'-9'1753,"-1"1"-1143,-3 8-67,19-59-88,-13 37-1518,4-13 0,-1 2 1315,-8 21 460,-1 3-622,-1 4-45,0 3-29,-3 2 7,0 6-18,-2 5 1,-2 7-6,-2 8-2757,0 5 2757,0 7 0,0 6 1185,1 3-1190,1 5-1,0 1-1274,2 4 1269,1 2-6,1 1 11,2 0 6,1-1-5,1-4-1809,2-3 1808,1-4 0,0-5 1413,0-5-1401,-1-8 78,-1-7-68,-1-8 1192,-2-6-1213,0-5 3144,-3-6-3133,-2-5-12,1-8 18,-2-8-12,-1-6-6,0-6-3,3 5 1,0-3-9,0-6 1,0-1-239,0-1 0,1 0 249,0-3 1,1 1 5,1 9 0,0 1 5,0-2 1,1 0-4,0-1 1,1 0 8,0 0 1,0 0-7,0 0 1,1 1-3,0 1 0,1 0 2,0 1 1,2 2 5,2-30 0,5 5 0,2 4-5,2 5-6,3 5 0,12-10-6,-5 18 1,8-6-23,-7 19 0,5 4-417,24 1 406,-8 9 11,17 6 6,-17 10-1,-4 9-578,-2 4 567,-4 6-2707,3 17 2724,-15-7 6,-1 12 166,-23 2-139,-9-12-179,-13 10 174,-8-18-17,-9-3-840,-6-2 841,-6-4-1,-4-2 12,-2-3-6,-1-3 0,1-1 0,0-1 2,21-5 1,1 0-8,-16 3-1,-8 3-28,27-7 347,7 0-459,5-1-123,6 1 213,5-1-611,5 0 1152,3 2-1761,7 0 548,18 4-3680,3-1-3668,10 0 7541,-10-5 0,-12-4 0,-6 0 0</inkml:trace>
  <inkml:trace contextRef="#ctx0" brushRef="#br0" timeOffset="86221">30968 6554 23081,'5'-40'474,"-1"0"0,1 2 1,-2 11-124,-4 21-217,0 3-7,-2 1-82,1 1-1,-3 0-39,0 3 94,-4 3-88,-1 3 6,-5 4-3398,-1 2 3392,-3 3-1363,0 1 1363,-1 2-128,0 1 123,0 0-12,1 0 0,-2 10 2659,7-9-2659,-1 7 2008,11-5-1997,2-7 243,5 3-175,5-8-17,2-5 5,5-1 1,0-5-12,1-3-5,2-2 0,2-4 0,0-1-3387,0-2 3387,-1-2-961,0 0 960,-3-2 12,-1 0 0,-1-1 12,-1-1-1,-1 1 6,-1 0 5,-1 1 0,-1 1 113,0-1 2812,-5 4-2925,1 2 1440,-5 6-1512,0 1 5,-3 5-11,-2 0 6,-3 5-12,-4 6 0,3-2 1,-3 6-1,2 2 1,4-3 5,-1 5-6,5-5 6,0 8 0,4-6 6,6 12-6,0-14 0,6 4 0,-2-11 0,1-1 11,0-3-6,1-2 7,-1-2 10,0-1-11,0-4 12,-1-1-7,-2-3 7,1-3-1,-2-1 1,-1-1 5,-1-4-12,-2 0-4,0-2-7,-1-3 6,-2 1 6,2-3-6,-2 1 1,2-1-1,-2 1 6,5-6-12,-3 8-5,6-9 0,-4 16 0,3-2-5,-2 7 5,0 1 0,2 2-6,-1 2 0,2 1-10,6 1 16,-4 2-6,4 1 0,-4 2-5,1 2 0,7 10 5,-5-3 6,6 8-5,-7-4-1,1 2-5,4 10 11,-5-6-6,4 9-203,-8-11 204,1 0-1,-1-1 6,-1-3 0,0 0 11,-1-4-5,-1 0-1,2-3 7,-1-4 4,1-2 29,1-5 170,-1-3-193,10-7-5,-7-1-6,6-6 1,-5 3 4,1-2 7,5-13-6,-5 3-1,4-10-519,-5 6 514,1-2-3219,0-4 3219,1-2-11,-1 0-566,0-1 583,0 0-12,-2 2-68,3-16 74,-6 14-115,1-11 116,-6 17 4,-2 3 1,-1 3 0,-1 2 563,0 5-569,0 2-2011,0 5 2011,-1 3 97,0 4-119,-1 2 2156,1 3-2167,-1 1 11,0 2-1,-2 2 3246,-1 5-3234,-3 4 479,-3 5-468,-1 5-11,-4 4-582,0 6 582,-1 3-11,0 5 5,1 4 1,1 2-1055,1 2 1048,3 4 7,2 3-1426,4 3 1387,2 0-57,6 2-129,4 1-179,8 0-218,7-2 179,-8-30 0,1-1-3110,17 26 1979,6-5-1171,0-6 2644,7-3 1,-22-20-1,0-3 1</inkml:trace>
  <inkml:trace contextRef="#ctx0" brushRef="#br0" timeOffset="86431">31439 6303 22038,'62'-15'13,"-1"0"0,-3 1 1,-5 5-26,6 15-49,4 0-49,-32-2 1,1-1-666,-1 1 0,1 0-51,0 0 0,-1 0-5990,31 4 6816,-27-3 0,-3 0 0,3-1 0,-2 0 0</inkml:trace>
  <inkml:trace contextRef="#ctx0" brushRef="#br0" timeOffset="88746">1455 7692 21663,'-28'-24'386,"1"0"1,-20-16-202,34 37-34,-1 0-28,-1 2-16,0 0-18,0 0-10,-1 4-6,0 2 61,-9 13-84,3 0-326,-7 11 321,5-2-1003,1 3 991,-2 3-16,2 3-6,0 0-5,3 1-1,2-4-5,5-3-5,4-5-1,5-4-5,9 0 22,2-8 12,17-1-1,-3-9-5,12-4-6,-6-5 6,3-4 0,2-5 5,1-2 294,-1-3-288,-3-1-11,-1-3 17,-4-1 1024,-3-1-974,3-12-39,-9 9 11,2-9 5,-10 13 7,-3-1 16,-2 2 11,-1 0 17,-1 3 33,-1 3 29,-2 2 11,-1 5-12,-1 1-38,-1 4-39,1 3-46,-1 2-16,0 2-12,-1 2-5,0 3 5,-1 6-5,0 1-11,0 3-1,1 2 1,1 1-3398,2 2 3392,1 1 0,2 1-6,0 1 1,2 1-7,1 1-32,7 11-29,-1-8-57,7 5-99,-1-13-79,4-3-2403,3-3 2106,3-4 2102,2-3-2400,3-4-82,1-3-107,1-5-46,0-4 13,-1-5-2133,-3-3 2558,-2-3 2015,-4-2-1461,-2-1-1899,-4-1 2208,-5 1-170,-2 0 393,-4 0 124,-1 0 128,-2 0 2855,0-10-2704,-1 8 474,0-8-614,0 11 439,1-6-657,0 9-62,3-3 3109,-3 11-3243,1 3 689,0 1-868,-1 3-23,2 1 12,-1 3-6,1 3 12,1 2-3393,2 3 3398,0 3-105,1 4 99,-2 2 6,1 4-22,-2 1-1,-2 3-10,0 1-1,-2 0-11,0 1 0,0-1-5,0-2 0,0 7-6,0-12 33,0 6 23,0-18 3343,0-2-3338,0-7-21,1-4-18,1-5 161,2-5-150,8-14-16,-3 4 17,7-8 5,-4 8 67,8-9-38,-4 7 10,6-5 6,-8 12-6,1 3 7,-2 3 21,3 1-89,-5 5 0,1 1-11,-5 6 10,3 3-4,-2 3-1,3 3 0,-4 4-5,0 2-1,-1 2-10,0 3-18,2 9-16,1-6-174,10 13-23,-2-16-139,7 4-118,-1-10-117,3-3-107,3-3-44,3-3-63,4-2 23,2-7-1123,3-2 1398,-2-4 195,-2-4-27,9-8 437,-14 4 78,3-6-2840,-17 5 3002,-4 1-155,-4-1 295,-3 1 1340,-1-9-1284,-4 7-27,0-5-28,-5 9 103,0 2-165,-4 1 3192,-2 3-3316,-1 2-66,-1 3 375,-2 3-448,-1 1 94,-11 9-150,4 1-12,-8 9 17,-5 11-50,9-4-23,-7 9 6,12-9-11,5 0-6,3 1 0,3-2 0,5 0 0,1-2-6,4-2 6,3-1-6,8 1 6,1-8 6,15 2-6,-7-11-6,8-3 1,-6-6 5,0-5 11,1-3-5,-1-3 5,0-3 17,5-14-17,-7 6-1861,4-11 1861,-11 8-11,-2-2 17,-2-3-1,-2-2 52,0-21-12,-3 13 11,1-13 17,-3 21 33,-1 4 35,-1 4 212,0-2-180,-1 13-16,0-2 84,-2 13-179,2 4-39,-2 2-17,1 3 1872,-1 8-1883,0 2 11,-1 10-12,-2 18 1,1-5 2,2 2 1,0 2-1401,1 11 1392,0-15 0,1 1-6,2 5 1,0-1-23,3 22-6,-1-20 1,2 2-368,4 2 1,2-1-51,-3-10 0,1 1-373,6 11 1,2-2-1597,-3-13 1,1-2 1833,5 4 0,0-3 0,1 2 1,0-2-1</inkml:trace>
  <inkml:trace contextRef="#ctx0" brushRef="#br0" timeOffset="89470">3934 8089 20643,'-10'-50'472,"1"-1"1,1 5 0,0 8-160,2 14-61,-1 6 1458,2 3-1576,1 4 537,0 4-632,2 3 303,0 3-331,2 9 975,-1 3-969,1 11-6,-1 5 0,-1 5 1,0 7 2,-2-8 0,0 1-1527,-4 20 1516,3-18 0,-2 2 0,-1 3 0,-1-2 13,-4 22-10,4-21 0,0 0-6,-3 12-6,0-3-697,-3 12 708,5-20-5,-3 6 6,7-24 16,1-6 12,1-6-1,1-5 1,0-1 1381,1-6-1404,0-4 807,1-4-818,-1-6 5,2-4 1,-1-5-6,2-3 11,1-5-28,6-22-3,0 14 1,0-3-461,-1 9 1,-1-1 476,3-8 0,-1 3 3,0-6 0,0 2 12,1 0-7,0 1 1,0 0 5,2 1-5,0 2 10,0 3-4,1 3-7,0 4-5,0 3-5,2 4-1,0 3 0,11-3 6,-2 9-206,7-3 201,-4 10-1,0 3-5,2 2 16,0 2-10,-2 3 943,-1 4-932,-3 4-17,-3 6-1,1 15 1,-9-4-283,-1 11 289,-9-8-6,-7 2-6,-4 1-6,-7 0 12,-6-1 11,-4-2-5,-2-1 5,-3-3-17,0-3 0,-1-2-312,2-1 267,1-5-33,2-1-56,2-4-347,3-2 157,3-4-186,5-1-252,3-3-69,4-2-916,4-3-1018,4-3 2782,6-3 0,-4 5 0,4 0 0</inkml:trace>
  <inkml:trace contextRef="#ctx0" brushRef="#br0" timeOffset="89859">4407 7785 26088,'-22'-24'95,"4"6"-78,12 42-11,2-2-1,-1 3 1,2 2-6,1 1 5,1 0-5,1 0 0,3-2 0,1-2 0,5-3 0,2-2 6,2-3-6,2-3 11,1-3-5,2-3 11,-1-4 11,1-2 0,0-3 5,-1-4 18,10-11-23,-7-1-6,8-7-304,-10 3 322,-1-2 4,-1-2-4,-4-2-1,-2 0-6,-3-1 7,-2 0-7,-2 2-5,-2 1 0,0 2-17,-1 4 6,0 1-11,0 5-6,0 2-17,0 4-11,0 4-17,0 1 69,0 3-377,3 4-229,1 1-253,4 7-335,0 1-360,1 3-738,1 2-2633,1 2-4930,-2-1 9339,-1-1 0,-4-9 0,-1-4 0</inkml:trace>
  <inkml:trace contextRef="#ctx0" brushRef="#br0" timeOffset="90195">4954 8116 17962,'10'3'2980,"-3"-1"-969,-7-2-572,0 0-1271,6-65 30,-1 38-151,0-11 1,1-3 115,6 2-96,-3 7-17,5-15-5,-6 12-6,0-3-5,0-2 0,-1-1 357,0-1-351,-3 0 10,-1 2 12,-2 5 809,0 5-765,-2 5 23,-1 6 0,-2 4-17,-2 5 341,1 3-391,-1 3-18,0 1-10,1 2-23,-2 4 0,-1 3 1,-1 4-12,-1 4 28,0 4-12,-1 3-4,2 3 10,0 4-16,3 3-12,0 4-1428,2 5 1428,2 2 1,0 3-1,2 3 1,3 0-891,1 1 874,4 0-17,0-2-17,2-1-62,1-1-123,2-1-179,1 0-179,2-2-263,1-2-1832,7 8-488,-6-16 3182,5 6 0,-15-27 0,-1-1 0</inkml:trace>
  <inkml:trace contextRef="#ctx0" brushRef="#br0" timeOffset="90401">4881 7895 24069,'34'-41'17,"0"0"0,-7 4 0,0 9-17,14 20 0,-10 3-23,-1 1-49,-1 1-152,-3 1-320,-2 1-565,-3 0 1279,5 1 0,-15 0 0,4 0 0</inkml:trace>
  <inkml:trace contextRef="#ctx0" brushRef="#br0" timeOffset="90870">6099 7976 14265,'6'-50'759,"0"0"1,-2 5 0,0 7 348,-2 10-671,-1 7 1332,-1 5-1500,0 4 955,-1 4-1089,0 3 2379,0 3-2492,0 3 2319,-2 12-2324,0 0-6,-1 13 0,0 0 0,-1 3-11,0 5-5,-1 0-18,0 3-173,0 16-2438,3-13 2034,0 12-1937,9-4-2226,3-14 19,6 9 4744,5-16 0,-10-13 0,2-2 0</inkml:trace>
  <inkml:trace contextRef="#ctx0" brushRef="#br0" timeOffset="91203">6402 7659 23360,'-51'6'129,"10"-2"-107,41 16-5,0-5 6,0-2-12,0 1 11,0-4-5,0 0 5,0-3 29,0-2 94,0-1 113,1-2 548,-1-2-638,3-10-117,-2 2-12,2-10 0,1 5 40,1-10-40,-1 6 22,3-11-38,-5 13-11,1 0-12,-3 9-18,1 2-195,-1 2-55,0 10-304,0 0-592,0 8-1088,0-1 1404,0 3 0,0-13 0,0 0 0</inkml:trace>
  <inkml:trace contextRef="#ctx0" brushRef="#br0" timeOffset="91611">6661 7849 26402,'-4'-43'34,"1"14"271,3 53-293,0 14-12,0-6 11,0 21-849,0-23 838,0 8 0,1-17 18,0-2-7,1-3 132,-1-3-132,1-4 90,0-3-28,0-3 704,1-5-732,-1-3 265,3-4-287,0-5-7,1-2 1,0-2 6,2-3-12,0-3 11,3-2-11,3-3 12,4 0-809,2-1 809,4 0-1,2 4 6,1 2-11,1 4-408,-3 5 413,5 1-11,-11 8-5,2 1 0,-7 11-1,-5 2-5,3 8 0,-4 4 0,-2 4-17,1 4-61,0 19-135,-2-10-1147,3 13 531,-1-14-370,3 1-1338,2-1 2537,6 6 0,-8-21 0,0 0 0</inkml:trace>
  <inkml:trace contextRef="#ctx0" brushRef="#br0" timeOffset="92078">7891 7967 19382,'8'-9'1743,"-2"2"-71,-6 7-1028,0 0 264,18-60-594,-13 37-20,4-12 1,-1 2-94,-10 16 138,-2 4-199,-3 0 520,-2 4-570,-3 1-18,-2 4-21,-2 1-6,-2 2-6,-2 4-17,-1 2 1,0 5-12,0 4-11,2 1 0,2 4 0,3 1 5,4 3-5,4 11 0,3-6 0,5 7-5,4-11-711,5-1 716,4 1-6,4-2-99,3 2 99,2-1 1,2 0-462,2-1 467,1 0 0,3-1-2975,2-2 2970,0 0-1,10 5 196,-15-8-190,3 4 73,-19-9-73,-7 0 342,-5-3-325,-9 1 3244,-6 0-3250,-7 0-11,-6 1-17,-6-2 17,-3 1-1267,-4-2 1256,2-2-17,-2-2-642,3-2 558,2-2-101,2-2-151,3-3-241,4-3-364,4-3-817,6-2 1871,7-10 1,4 13 0,4-6 0</inkml:trace>
  <inkml:trace contextRef="#ctx0" brushRef="#br0" timeOffset="92471">8277 7990 21898,'-3'-5'2459,"2"2"-571,1 3-1855,-36 33-10,24-15-6,-26 29-6,33-24-568,2 1 557,2-1 188,0-1-188,3-1 5,3-1 88,3-2-82,3-2-11,1-2 17,0-4 16,2-4 1,-2-3 16,0-1-16,1-5 293,-1-3-293,1-3 5,1-5-6,-1-2 18,-1-1-6,-1-3 5,-2-1 0,-3-1-10,-3-2 4,-2-1 1,-4 0-6,-2 1 17,-3 1-5,-3 1 10,0 4 1,-2 1-12,1 4-5,-1 3-17,0 3-5,2 2-12,2 2-11,1 2-11,2 0-1,2 2-4,1 1-208,3 7-180,3-1-335,3 5-482,5-3-801,4 1-3226,2-1 5248,5 2 0,-10-6 0,-1 0 0</inkml:trace>
  <inkml:trace contextRef="#ctx0" brushRef="#br0" timeOffset="92819">8509 7998 26900,'52'3'0,"-6"5"0,-28 15-432,0 1 438,-3 1 128,-2 0-139,-3 0-7,-2-1 83,-5 0-71,-1-2 6,-4-2 11,-3-4-6,-3-2 11,-5-5-5,0-3 5,-3-4 1,2 0-1,0-5 6,3-3 6,2-4 209,1-3-220,3-2-1,1-3-5,3 0 0,1-2-1,4 0-4,3-1-7,3 1-5,3 0 6,1 2-12,2 1 1,2 3-7,-1 2-32,0 1-46,1 2-106,-1 2-151,1 1-180,0 2-207,-1 0-229,1 2-224,0 0-404,2 1-862,1 0-1972,3-1 4425,4 0 0,-14 0 0,1 1 0</inkml:trace>
  <inkml:trace contextRef="#ctx0" brushRef="#br0" timeOffset="93052">9184 7855 24916,'-12'-44'494,"-1"-1"1,2 4 0,2 8-5,6 18-188,2 0-13,0 2-93,1 0-17,0 4-37,0 2-41,1 2-29,1 2-32,3 2 66,0 2-84,1 4 6,0 4-5,3 6-7,-2 6 1,2 5 11,0 24-11,-3-6-220,-2 16 203,-3-13-1509,-3 1 1503,-3 1 1,-2 0-2831,-1 0 2808,-1 0-23,3-1-381,1-2 186,2-4-202,3-5-224,0-3-258,0-5-2387,1-5-100,1-6 3221,0-3 0,0-8 0,-1-2 0</inkml:trace>
  <inkml:trace contextRef="#ctx0" brushRef="#br0" timeOffset="93645">9091 8089 16112,'-7'-4'5153,"1"1"-4066,6 3 1433,0 0-2497,-19-36-12,24 27 0,-11-27-5,29 36-18,3 0-21,3-1-46,3 1-77,2-1-550,18-2-3302,-13 0 3157,11-2-1381,-19 1 939,-2-2-161,-3 0 261,-4-1 347,-2-1 415,-4 1 358,-5-1 706,-2-1 22,-5 1 3068,-1 0-2602,-5 2 2845,-4-1-3019,-1 1-3,-2 0-311,0 1-107,0 1-78,0 1-66,-1 0-41,0 0-44,-1 1-51,1 1-38,-1 0 94,-5 3-212,4 2-23,-4 2-34,8 1-10,1 2-6,2 0-6,3 2 0,0-1-5,4 2-1,3 1 6,3-1 1,13 5-7,-3-5-10,10 2 16,-5-7-11,0 0 11,0-3-5,-1-3-3398,-1 0 3392,-3-1-204,-2-2 215,-2-2 34,2-7-23,-7 0 1,0-5-1,-8 0-5,0 0 5,-3-3 1,-2-2-1,-5-1 29,-6-10 2959,2 9-2988,-4-6 12,5 12-6,-1 4 303,-1 3-286,-9 2-23,5 5 6,-7 2-11,9 4-6,0 2-5,1 5-6,1 1-6,-2 11-16,1 7-12,2 1-11,6 2-61,5-9-90,4 2-3411,2-1 3159,5 2-567,10 11-105,11 4 67,-5-14 0,2-1 50,-2-5 1,2-2-62,5 0 0,2-4-1266,21 4-1899,5-4 4229,-24-8 0,-3-2 0,4 0 0,-2-1 0</inkml:trace>
  <inkml:trace contextRef="#ctx0" brushRef="#br0" timeOffset="94053">10058 8162 16361,'-24'-51'476,"0"0"0,4 8 1,2 6 1837,-8 12-2107,9 10 1432,0 1-1499,2 4-44,1 1-35,2 4-27,-1 3 930,-6 6-930,2 2 5,-16 13-11,13-4 3225,-15 14-3241,17-10-7,-3 5 514,11-7-513,1 7-6,5-6 5,1 3-5,4-8 6,3-2-12,2-1 12,4-2-6,2-2 0,3-3 6,3-1-6,3-3 0,15-7 0,-8-1-3387,11-8 3387,-11 2 6,-1-4-391,-1-2 396,-2-3 1,-1-2 4,-3-3-4,-1-5 4,-2-4-4,-1-4 10,-1-5 6,-2 0 14,-6 15 0,0-1 31,1-12 11,0-8 134,-7 15-89,-2 15-6,-1 0 6,-1 13 45,-2 5-135,4 2-17,-2 2 17,1 8 3177,0 0-3188,-3 19-17,1-3-5,-2 14-12,1-3-3,2-3 1,-1 1-61,-2 22 63,2-16 1,0 0-6,0 20-29,2-17 1,0 1-6,1-9 1,1-1-1052,1 10 0,1 0 648,5 16-247,7-1-666,4-1-1488,4-1 2849,-7-25 0,-1-2 0,2 2 0,0-2 0</inkml:trace>
  <inkml:trace contextRef="#ctx0" brushRef="#br0" timeOffset="94888">11906 8077 20767,'2'-52'791,"0"0"1,0 5 0,0 7-243,-2 9-90,0 5-95,0 6 790,-1 4-941,0 6 224,-1 4-364,1 3 125,1 2-187,0 7 6,0 3 496,0 9-497,2 4 1,0 6 0,-1 5-6,0 4 12,-1 4-1,-5 3 6,-2-8 0,-1 1-500,-10 22 483,5-19 0,0 1-699,2-11 1,-1 0 695,1 0 1,-1 1-9,1-2 0,-1 2 3,-3 10 0,1 1-3,-4 18 0,7-22 0,2-2 5,3 9 1,2-5-122,2-6 116,2-7 5,0-6 12,0-7 28,0-5 438,0-5-387,0-2 1370,2-11-1455,0-1 143,2-10-149,1-2 1,1-4-6,1-5 0,0-4 0,1-3-211,0-3 211,-1 0 0,-1-3-1661,1 0 1661,-2 1-12,0 0 12,-1 3-5,0 1-55,-1 3 65,1 1 1,0 0-279,0 1 278,1 1 174,0 0-168,0 2 1325,1-1-1331,2 0-5,0 2 0,1 1 0,2 3 6,1 2-12,2 3 6,3 2-5,0 4-1,3 3 76,0 3-76,10 3-5,-6 3 11,5 2 334,-8 6-345,-1 0 5,-1 7-5,-1 1 11,0 4-6,-3 3-3064,-1 3 3070,-3 1-6,-3 3-145,-3-1 145,-3 1 1,-4 0 5,-5 1 0,-7-2 0,-5 0 0,-7-1-12,-18 7 12,6-8 0,-13 4-5,-2-6-561,13-7 538,-9 2-50,18-10-102,5-1-139,3-3-291,6-2-393,5 0-797,8-1 0,4 0 1</inkml:trace>
  <inkml:trace contextRef="#ctx0" brushRef="#br0" timeOffset="95970">12566 8147 18358,'0'-4'3821,"0"1"542,0 3-4285,-20-55-33,11 41 5,-19-39-11,17 56-11,-4 4 17,-9 11-28,4-1-596,-8 7 585,8-3 5,2 0-5,1 2-1,3-1-5,4 0-5,3 0-1,3-2 17,2-1 1,4-2 4,2-1 1,3-2-17,2-1 0,2-4 607,0-1-602,2-4 1,0-2 11,2-1-12,1-4 1,1-1-6,2-4 0,1-3 11,0-2 0,-1-1 6,0-2 6,-4-2 5,1 0-6,-4 0 0,0-1-5,-3 1 6,0-1-1,-2 3 12,-2 1-1,0 3 6,-3 1 17,0 4 12,-1 1-1,-1 2-17,0 2 23,0 1-51,-3 4-5,-1 2-11,-2 3-1,-2 2 7,1 2-12,0 1 0,-1 1 0,2 2 0,1 0 0,1 1 0,2 0-6,1 0 12,1-1-1,2-1 12,1 0-11,3-3 5,1 0-11,3-1-6,-2-2 12,2-2-6,-3-2 11,0-2 0,-1-2-5,0 0 5,-1-2-5,2-1-1,5-6-10,-2 0 5,3-5 0,-3 2 5,-1-3 18,0-1-12,0-2 0,0-1 0,-1-1-5,1 1-1,-1-2 1,0 2-3387,0 1 3387,1 2-1,-1 0 7,0 3-12,0 1 5,0 2 1,1 1-6,1 2 0,1 1 0,1 2 0,0 2 0,2 1 0,-1 1-6,1 3 3398,0 4-3397,0 4 10,1 4-5,-1 3 6,-1 3-12,-2 1 6,-3 2-5,-1 0 10,-3 0 1,-2-2 5,-1 0 0,0-2-11,2-1 6,-1-1-12,4-1 6,0-2 0,2-3 0,1-2 6,0-3 5,2-3-5,-1-2 5,1-2-6,2-4 7,0-2-7,2-4 1,1-3-1,0-3-10,1-3-1,-1-2 1,0-4 5,-1-1 5,0-3 1,-1-2 5,-2 0-11,1-1 11,-2 2 0,-2 0 6,-1 3-6,-3 1 1,-1 1-1,-2 2 6,-1 1 11,-1 1-6,0 2 0,-1 0 6,-1 2 0,-1 0 12,1 3-1,1 0 0,0 2 0,1 1 0,-1 2 12,1 2-6,0 1-17,0 2 0,0 1-28,0 1 5,-1 8-5,1 0 0,0 7 6,0-1-1,1 1-5,1 2 0,2-1 6,1 1-6,0 0 0,0 0 0,2 9-6,-3-6 6,1 8 0,-4-6 0,0 2-397,-1 0 397,0 2 0,0-1 0,0 2 0,0 0 5,0-1 12,0 10-11,1-9-6,2 6-6,4-2 1,0-9 5,2 6 0,-1-12-6,-1-1 6,-1-2 0,1 1 6,-3-6-12,-1 0 404,-1-5-348,-2-1-50,2-3-11,-1 1-40,0-3-117,0 1-201,1-1-337,0 1-3242,5-4-5826,-3 2 9774,3-1 0,-5 4 0,0 1 0</inkml:trace>
  <inkml:trace contextRef="#ctx0" brushRef="#br0" timeOffset="96477">13249 8218 24559,'14'-40'266,"-1"0"1,0 4 0,-4 4 36,-9 0-1098,0 6 918,0-9-11,0 10 278,0 0-272,1 2 10,0 0 12,0 3-3072,0 0 3072,1 3-246,0 1 218,-1 4 363,2 0-413,-1 5 1,0 0-35,0 4 3255,-2 1-3271,2 1 377,0 3-378,-1 2 6,3 11-6,-2 0 6,1 10-6,-3-3-766,0 1 772,0 3-6,-2 1-5,0 2-1,-2 1-354,2 1 354,0 1-130,1 14 114,3-11 6,2 10-79,9-4-45,0-10-129,6 7-615,4-4 184,-6-9 469,4 5-3264,-5-9-1344,-7-8-3860,1 0 8688,-7-10 0,-2-1 0,-1-2 0</inkml:trace>
  <inkml:trace contextRef="#ctx0" brushRef="#br0" timeOffset="96678">13192 8170 22959,'45'-35'24,"-1"0"0,-3 3 0,-3 8-24,-1 21-16,0 0-130,3 0-369,0 2-729,2-1-2710,0 0 4049,3 0 0,-20 1 0,-3-1 1</inkml:trace>
  <inkml:trace contextRef="#ctx0" brushRef="#br0" timeOffset="97419">14865 8222 19088,'-5'-55'1012,"0"1"0,1 4 0,1 6-250,1 8-518,1 5 204,1 5 289,0 5-518,0 6 139,0 3-274,1 6 198,1 3-226,0 1 449,2 7-326,3 11-78,0 4 6,1 13-373,-3-1 355,-2 6-1157,-1 3 1124,-3 4 6,-3 3-17,-3 2-1,-5 1-10,-3 3-6,-2-1-11,-2 1-6,0-4 6,0-3-6,1-4 0,0-3-5,0-7-284,2-3 295,1-5 5,2-5 23,3-6 28,2-5 5,3-5 304,2-2-332,2-6 1122,0-3-1156,1-5-4,2-5-1,0-5-6,4-1 1,2-4 5,1 0 91,2-2-91,1-1 6,0-1-6,2 1 0,-1 0-5,2 2-1,0 3-10,0 1-1,2 4 1,-1 2-7,2 4 18,-1 3-6,1 3-6,0 3 6,1 2-11,0 2 11,1 1 249,1 3-238,-1 2-6,0 6-5,0 2 0,-2 4-5,-1 4 5,-1 3 0,-2 3-11,-2 1 5,-2 0 0,-4 0-5,-2-1 17,-2-1-6,-4-3 0,-5-1 5,-6-3 1,-6-1-12,-7-4 6,-4-1-268,-3-4 268,-5-1-6,-1-4-5,-2-3-17,1 0-39,3-2-51,4-2-106,7-2-185,7-3-229,7 0-298,6 0-386,8-1-773,7-1-2749,8 0 4844,10-2 0,-12 6 0,2 0 0</inkml:trace>
  <inkml:trace contextRef="#ctx0" brushRef="#br0" timeOffset="97805">15303 8357 17132,'2'-3'5052,"-1"1"-403,-1 2-4604,-8-21-1,6 20-16,-5-14-5,7 26-1,1 1 1,3 2-12,3 0 6,3 1-6,3 0 0,2-1 0,5 0-5,3 0-1,2-1 1,3-2-6,2-1-6,-2-2 12,1-4 0,-2-1-1,-2-3 6,-1-2-5,-3-3 0,-2-3 5,-2-3 6,-2-2-6,-1-3 0,-2-1 6,-1-1 0,-1-2-6,-1 0 11,0 2 6,-2 0 17,0 4 33,-2 2 18,-1 3 16,-2 3-12,0 3 18,-2 1-73,-7 8 5,-1 3 12,-8 9-6,-2 5-17,-3 4-11,-3 5-6,0 2-618,0 4 601,3 1 1,1 2-6,4 0 0,3 3-11,3 0-12,2 3-38,4 1-158,2 1-257,5 3-308,3 1-667,5 1-2772,2 1-5608,0-6 9093,-1-7 1,-5-20 0,-4-10 0</inkml:trace>
  <inkml:trace contextRef="#ctx0" brushRef="#br0" timeOffset="98595">17754 8032 18245,'-39'-38'282,"0"0"0,4 1 0,5 13 2296,15 25-2511,3 5-17,0 5 1180,2 6-1168,0 5-18,2 7 1,0 5 260,0 8-283,2 6 1428,0 7-1428,-1 5-8,4-28 0,0 1-8,-1 0 0,1 3-1003,-3 16 1,1 1 990,1-11 1,0 0-4,0 14 1,-1-2-9,2-14 1,-1-1-15,2 0 0,-2-1-20,1 1 1,-1-1-31,-1 0 0,0-2-14,-2 0 0,0-1-3,-1-2 0,-2-2-54,-11 26 62,-4-9-587,-12-3 677,8-21-45,-8-5 23,14-21-1,3-9-5,3-8 12,4-9 16,4-7-1647,4-5 1670,5-5-1,5-3 1035,4-2-1026,3 12 0,1 0-9,11-21-99,-7 20 1,1 1 93,11-14-6,2 0 6,1 3-11,1 4 5,-1 5-6,-1 4 1,-2 3-6,14-6 0,-10 11-1571,11-4 1571,-13 12 801,0 3-807,-1 1-90,-2 1 84,-3 3 1,-4 0 28,-3 2-6,-4 0 0,-3-1 12,-2 2 5,-2-1 427,-1 2-388,-2 2 2449,-1 0-2404,-1 3 1770,0 1-1479,-2 1 316,0 7-652,-2 1 419,0 8-430,0-1 77,-2 10-100,1-2-16,-1 10-6,1-5-5,1 1-12,-2 14-11,3-9-27,-1 11-68,2-14-152,2 0-212,2-1-342,3 0-559,1-2-1357,0-2 2734,2-1 0,-5-11 0,0-2 0</inkml:trace>
  <inkml:trace contextRef="#ctx0" brushRef="#br0" timeOffset="98785">18016 8120 20699,'20'-19'-1057,"-2"9"0,-11 21 0,-1-1 0</inkml:trace>
  <inkml:trace contextRef="#ctx0" brushRef="#br0" timeOffset="99435">18231 8231 25970,'-4'50'80,"-1"0"1,0-5-1,3-6-24,11-2-800,-3-11 760,3 8-4,-3-15 244,-1-3-244,-2-4 135,0-2-85,-1-4 50,-1-3 16,-1-1 136,0-7-220,0-2 1,-1-6 56,0-10-45,1 4-6,1-9 51,6-5-56,1 5-159,7-8 148,-1 10-6,3 1-11,1 3 0,1 4-1,0 2-4,-1 5-1,0 3-11,-1 2 5,7 4-5,2 5 6,0 4 0,-1 5-12,-8 1 527,-1 3-582,0 2-35,-2 2-66,-1 1-51,-1 2-22,-1 0-566,7 13 348,-2-10-556,16 18 522,-10-22-407,9 5 446,-9-14 95,0-3 124,-2-5 128,-2-3 78,-1-6 57,-3-2 39,0-5 50,-2-3-3214,-2-2 3315,0-3 39,-2-1 291,0-2-213,-1-1 12,1 0 11,-1-1 0,0 0-33,-1-1-51,-1 1-28,0-1-22,-1 2-23,0 0-11,0 2-11,0 0-17,0 2-6,-1 2-5,-1 3-6,1 2-16,-2 2-18,0 4 3359,0 2-3414,-1 1 11,0 3-57,-1 5 7,-2 1 10,-2 7 29,-5 8-45,1-3 11,-4 9-6,3-7 17,-1 13-33,3-7-360,1 10 348,5-10-3274,4 2 3274,4 1 1,5-1-236,5 0 218,4-1-16,2 0-56,1-2-107,2-1-2270,1-2 1862,1-2-381,1-2-633,1-3-1249,-1-2 3383,4-2 1,-16-6-1,0-1 1</inkml:trace>
  <inkml:trace contextRef="#ctx0" brushRef="#br0" timeOffset="100528">19197 8393 12651,'6'-2'5326,"-1"0"1205,-5 2-6262,17-60-1271,-14 41 1105,6-15 1,-4 2 64,-11 23 382,-2 0-404,-1 1 186,-2 0-209,-1 2-11,0 1-11,-2 1 619,0 1-653,-1 1-6,-1 1-5,0 1-11,-1 1 0,1 3-11,1 2-1,-1 2 6,1 2-11,-1 2 12,0 1-12,0 3-6,0 1 0,1 2-16,0 3 0,2 1 5,0 0-11,2 2 5,2-1-5,2 0 0,3-2 6,1 1-6,3-3 0,4 0 0,2-2 0,5 0 0,2-1 0,3-1-216,2-4 222,2 0 5,1-4-5,2-2 10,0-3-4,2-2-12,0-3 11,0-2 0,0-4 6,0-2 0,-2-3-1,0-1-4,-3-3 4,0-2-4,-4-1 4,0-3 1,-2-4 0,-2-3 0,-1-4-12,-1-2-940,-1-4 941,-2 0 5,-1-2 11,-1 1 1,-1 0-1,-2 1-5,-1 3 5,-1 2 6,0 2 6,0 4 16,-2 1 6,1 4 17,-1 2 95,1-2-95,1 8-12,0-1-10,0 10 178,0 2-201,0 2 950,1 1-956,2 5-10,-1 2-1,0 5 0,-1 3 11,-2 3 6,-3 4-5,-2 2 5,-4 3-11,0 3-1,-2 1 1,0 3-6,1 0-5,0 2-582,3 2 598,0 0-10,4 1-1,2 1-6,1 0-10,3 0-1,1 0 1,3-2 5,2-2 0,2-1-12,2-3 1,2-1 0,1-2-173,3-3 173,2-1-17,1-4-17,2-3-11,-1-5-11,-1-4-17,-1-5-5,1-4-18,0-4 1,0-6 16,0-4 6,0-2 23,-2-5 21,1-1 18,-2-3-690,-1-2 718,0 1 0,-2 0-1,0 1 6,-2 1 6,-2 3 6,-2 1 10,-3 2 450,-1 2-433,-2 2 168,-1 3-145,0 1 5,-1 3 6,0 2 750,-1 1-762,0 2 73,0 2-83,0 1-51,0 5 11,-1 1-11,-1 6 6,0 2-11,-1 3-6,1 2-6,1 3 1,0 0 5,1 2-17,1 0 0,1 1-11,1 0-34,3 0-66,1 0-124,2 0-208,-1-1-296,2 0-392,1-3-571,0-1-3569,0-4 5288,1-1 0,-5-7 0,-1-2 0</inkml:trace>
  <inkml:trace contextRef="#ctx0" brushRef="#br0" timeOffset="100711">19816 8138 20072,'0'-6'3221,"0"0"-2695,0 6-22,0 0-1332,24-16-197,-15 22-4129,21 3 5154,-22 23 0,-1-5 0,-4-12 0</inkml:trace>
  <inkml:trace contextRef="#ctx0" brushRef="#br0" timeOffset="101106">20058 8312 19081,'1'-4'5959,"1"1"-4289,-2 3-1648,3-17 34,-4 21-45,0 0-5,-3 19-6,-3 11 5,4-10 1,-1 1-6,1-2 11,0 1-11,0-2-3392,1-1 3398,-1-2-6,0-2 5,1-4 7,0-2 21,1-4 57,0-3 27,1-2 91,0-1-158,1-7 3370,2-1-3375,8-13-17,0 4-11,6-7-1,-3 5 7,2-1-1,1-1-5,0 1 28,10-7-34,-7 8 0,7-4-3397,-10 11 3397,-1 3-355,-2 3 339,-2 2-103,0 1 103,-2 2 5,0 3-11,-1 0 5,0 5-5,-1 2 3095,7 13-3179,-4-7 433,4 9-1055,2-3 146,-2-3-180,8 6 102,2-7-342,5 1-416,7 0-1491,5-1-501,4 0-2273,2-2-365,-3-2 5520,-7-4 0,-18-4 0,-9-3 0</inkml:trace>
  <inkml:trace contextRef="#ctx0" brushRef="#br0" timeOffset="101585">20952 8525 20370,'-5'-42'638,"-1"0"1,1 4-1,-1 7-3988,-2 14 3659,-2 4 1367,-4 3-1474,-1 3-45,-3 3-29,-3 2-38,-2 2-17,0 5-1177,0 1 1149,0 5-123,1 1 106,2 2 5,0 2-10,1 0 2037,-4 10-2043,5 3-17,1 1 11,10 7-5,5-16 37,3 5-32,1-10 0,2-2 6,2-2 3088,1-2-2915,6-4-44,-2-2 22,5-7-11,0-3 973,0-5-996,2-4-5,0-1 0,0-2 5,-2 1 1,0-1-7,-3 2-16,-1 1-11,-2 3-21,-2 2-80,-2 1 0,-1 3 0,-3 3 0,-1 1 0,-1 9 0,0 2 0,-2 10 0,0 2 0,-7 23 0,0-6-1131,-5 19 1131,3-22 0,0 1-1625,-9 23 1625,6-18 0,-1 1 0,3-10 0,-1 2-593,-6 20 1,-1 2 592,5-13 0,-1 4-40,-1 7 1,-2 6-1,3-4-1157,1-3 0,1-1 1064,3-6 0,-1 3 1,2-5-78,0 3 0,1-4-492,2-3 0,1-1 570,0-6 1,1 0 461,-3 18-403,-1-14 51,-2-13 720,-4-12-670,-3-9 56,-14-20-34,6-3 6,-9-16 1527,12 2-1527,2-5-11,3-4-1,2-3-10,4-4-6,3-2-6,4-5-5,5-1-17,9-1-5,6-1-78,-3 31 0,1-1 15,3 2 1,2-1-487,3 1 0,1 0 162,2 1 0,1 1-320,3 1 1,1 1-964,1-1 0,0 2-3241,-1 3 1,-1 1 4681,21-13 1,-23 16-1,-11 7 1</inkml:trace>
  <inkml:trace contextRef="#ctx0" brushRef="#br0" timeOffset="102482">22898 8344 14840,'27'-47'1801,"-1"1"1,-2-2 0,-6 6-1090,-13 12-141,-5-3-112,-5 13 582,-3 5-716,-4 2-67,0 5 168,-2 2-264,-2 4 87,-2 2-126,-2 4 1,-2 2 88,-15 15-122,8-1-662,-13 10 651,11-4-1,-3 4-16,-1 3-6,-2 1-17,0 2-11,0 0-6,1 2-16,3-3-3053,3 2 3047,4-3-6,3 14-223,9-14 229,4 9 5,12-16-33,16 5 39,1-10-11,14 3 407,-2-15-395,2-3-12,3-4 5,0-3 2505,1-3-2499,0-4 0,1-3 0,-1-5-11,0-1 6,-3-3 0,-1-1-1,-2-1 6,-3-1 1,-4 0 90,-2 1-85,-4 1 11,-4 2 57,-4 2-40,-3 4 378,-3 1-367,-1 4 641,-2 2-663,-1 3 277,0 0-288,-2 5-6,-2 2 5,-2 5 0,-2 2 1,0 2-6,0 2-1,0 1 1,3 1-11,0 2-1,3 0 1,1 2 0,2 0 5,4 0 0,3 0 0,7 0 6,5-3-6,5-1 0,6-3-463,4-1 457,4-3 7,2-1-1,2-4 0,-1-3 11,-2-2-5,-3-4 6,-6-3 10,-5-5 34,0-15-33,-9 4-12,-2-12-460,-11 7 466,-2-2 39,-7-13-39,-3 10 6,-7-9 11,-1 15 11,-5 2 5,-1 1 18,-3 4-7,1 2 1,-1 4-17,2 3-17,0 4-5,2 3-17,2 2-6,1 2 442,1 2-453,-1 4 5,2 2-5,-1 2-5,2 2 10,0 2-10,1 1-12,2 0-11,2 2-67,2 0-101,4 1 320,2-1-717,4 1-332,4 0-447,6 0-8459,11 3 9311,-8-7 1,3-3 0,-14-9 0</inkml:trace>
  <inkml:trace contextRef="#ctx0" brushRef="#br0" timeOffset="102903">23516 8369 26777,'23'-55'95,"-4"13"-67,-17 47 11,1 4-28,4 4 6,1 3-6,3 4-5,1 2-6,3 2 11,-1 2-11,3 2-1447,0 1 1452,-1 2 1,0 1-292,-1 0 286,-2 1 0,-2-1 0,-3-1 0,-2-2 0,-2-4 5,-2-3 1,-3-3 0,-3-4-83,-4-3 100,-4-3 27,-11-3-22,5-4 0,-7-2 1385,9-4-1385,1-2 324,4-4-330,1-1 113,2-3-113,4-2-10,0-2 10,3-4-11,2-2 0,4-3-5,4-2 0,4-1-1,4-1 6,2 0 1,5 1-410,2 2 398,2 3-5,1 4-12,0 3-28,1 5-50,0 3-90,0 3-129,2 2-128,-1 3-107,1 1-202,0 2-257,0 3-425,-1 1-1015,-1 3-3053,-1-1 4686,1 1 0,-15-4 0,-2 0 0</inkml:trace>
  <inkml:trace contextRef="#ctx0" brushRef="#br0" timeOffset="103267">24182 8323 24239,'21'-28'22,"0"1"1,14-14 1043,-31 50-1038,1 4-6,0 4-5,1 4-3549,-2 3 3532,2 4 564,-3 0-553,2 3 375,-1 13-386,0-9 0,0 8 0,0-14 0,0-2 0,0-2 6,-2-2-1,0-3 1,-2-4 3202,-1-3-3197,-2-4-5,-2-4 5,-2-3 572,-2-1-567,0-4-4,-1-3 4,0-4-16,0-2 17,0-2-6,2-1 1,1-3-1,2 1 0,1-2-5,2-11-1,6 8-10,4-8-1,4 11-5,6 1-6,2 3-17,3 2-55,2 3-113,2 2-156,1 2-180,1 2-3582,0 1 3168,2 3-757,-1-1-598,1 1-3368,-1 2-2961,-1 0 8389,-6 0 0,-11 0 0,-5-2 1</inkml:trace>
  <inkml:trace contextRef="#ctx0" brushRef="#br0" timeOffset="103645">24725 8460 17837,'-3'0'4823,"1"0"-348,2 0-4441,-16-12-17,16 8-1,-9-10-4,22 12-12,3-2 11,4 2 0,2-2-5,1 1-1,2 0 1,-1-1-1,0-1 1,-3 0 5,0-1 0,-3-1 1,-1-3-1,-1-1 0,-3-2 0,-1-3 0,-2 2-16,-2-2 5,-3 2 50,-18-24-44,4 22 5,-17-15-5,8 29 10,-2 1 18,-10 4-265,6 1 242,-6 4 0,10 2 11,2 2-10,2 2-1,2 2-17,1 2 6,3 2-5,1 3-1,2 0 0,3 2-38,2 12-12,6-9-292,10 19-49,1-20 40,7 8-483,-2-12-107,4-1-838,1-1-1547,6-2 2813,8 0 1,-18-9-1,0-1 1</inkml:trace>
  <inkml:trace contextRef="#ctx0" brushRef="#br0" timeOffset="104136">25448 8449 17613,'0'-5'4486,"0"1"-497,0 4-3866,-50-39-563,30 35 493,-11-14 0,2 4 31,11 29 241,-11 10-275,6-3 80,-7 9-102,11-6-457,1 1 445,3 2 260,4 0-264,3 1-7,3-1 6,3 0-5,3-3 5,4-1 6,4-2-11,7-1 5,4-3 0,4-3 5,4-3-5,1-4 0,4-4-5,1-2-1,2-5-5,0-3 6,-1-4 0,1-4-792,-1-3 792,-1-5 5,14-20 0,-11 4-504,-14 10 1,0 0 498,8-18 5,2-5-17,-1-4 6,-15 26 0,-1-1 3,0 0 0,1-1-3,-1 1 0,0-1 11,0 0 0,0 0 3,-1 1 0,0 1 14,13-28 6,-4 5 11,-3 6-37,-4 5 70,-2 5 23,-4 5 11,-3 6 6,-3 3-1,-2 5 688,-1 4-727,-1 3 1494,0 5-1550,-1 2 70,1 2-86,-2 7 5,-3 3-11,-3 9 6,-4 4-1,-4 7 1,-4 5-6,-3 7-511,-2 6 511,-2 5-1291,0 5 1297,13-26 0,1 0-950,1 1 0,0 0 947,2 1 0,0 1-6,2 0 0,0-1-6,3 2 1,0-1-1,2-1 1,0 1-354,2-2 1,2 2 260,5 11 1,2-1-15,-1-10 0,2-2-70,4 9 1,2-2-337,10 8-482,-8-19 0,0-1-1113,8 8-4007,6 2 6168,-13-21 1,-9-9-1,-2-3 1</inkml:trace>
  <inkml:trace contextRef="#ctx0" brushRef="#br0" timeOffset="104294">25619 8441 25157,'46'-33'-32,"-1"0"1,-2 2-1,-3 8-405,3 19-3513,6 1-497,4 1 4447,-19 1 0,-3 1 0,3-1 0,0 1 0</inkml:trace>
  <inkml:trace contextRef="#ctx0" brushRef="#br0" timeOffset="104719">27328 8579 20673,'15'-50'554,"0"0"1,-1 5-1,-4 7-251,-6 19 1416,-2 3-1518,0 5-44,-1 4 503,-1 3-570,0 2 226,-1 6-299,-3 3 938,-2 8-938,-4 4 0,-2 3 0,-3 3-12,0 3 1,-1 1-6,0 2-527,0 1 499,2 1-68,2 0-144,4 1-231,2 0-330,3-2-370,3-1-469,3-2-2523,3-1 4129,6-1 1,-5-12-1,0-2 1</inkml:trace>
  <inkml:trace contextRef="#ctx0" brushRef="#br0" timeOffset="104917">27616 8187 22459,'23'-8'-1113,"-9"-6"0,-7 27 0</inkml:trace>
  <inkml:trace contextRef="#ctx0" brushRef="#br0" timeOffset="105811">27880 8448 21870,'0'-5'2145,"0"2"46,0 3-2158,1 8 1,-3 6-1,-1 10-5,-4 3-5,-2 2-1,-1-1-5,0 3 0,-1-2 0,0 0-331,0-2 325,1-4 6,1-2-1,1-5 12,1-4 0,1-3 124,1-3-57,3-3 62,0-3-124,6-8 315,1 0-331,5-8-1,0 0-4,3-3 21,10-12-16,-3 5-267,7-9 267,-4 9 0,2 2 0,0 1 11,11-4-23,-8 8-457,7 0 447,-13 11 5,-1 3 0,-2 3-6,-1 2 6,-1 3-5,-1 2-1,1 5-5,-1 1-6,0 3 238,-2 1-272,-2 1-22,-2 2-44,-1 0-57,-2 1-78,-2 0-101,0 2-95,0 0-39,1 2-96,3-1-3050,3 0 2782,5 1-492,5-1 396,6-1-5,5-1 84,3-3-432,1-2 740,0-4 268,-4-3 236,-1-5-237,-5-1 489,-3-6 2846,-2-3-2606,-1-4 92,-2-3 532,0-1-450,0-2 23,0-2-11,0-1-28,-1-3-51,0-3-106,-3-2-152,-2-4 51,-2-1-22,-3-2-1,-3 1 12,-1 2-22,-3 2 298,-3 2-366,-3 6-62,-6 3-33,-6 4-22,-4 4-23,-5 5-5,-5 2-17,-3 3-2990,-3 3 2962,0 3-11,-1 4 655,0 4-678,2 3 6,3 3-497,3 1 486,2 4 0,6 0-6,3 3 0,4 1-6,5 2-2038,4 0 2044,3 0 1485,4-1-1490,4-2-1,3-2-5,13 2 11,-1-8 0,10 0 609,-4-11-609,2-3-5,2-3-1,1-4-5,0-4 0,1-3 3098,-1-6-3081,0-2 5,-2-4-129,-2-5 124,-1-3-1,-2-6-16,-2-4 5,-1-5 1,-1-3 5,0-3 11,0-1-5,0-1 8,-7 17 0,0 0 14,6-17 0,-8 20 0,-1 2 33,1-7 12,-4 5 5,-1 5-16,-2 4 11,-2 3-12,0 5-5,-1 4-22,0 5-17,-1 2-6,1 3 0,-5 12-5,-1 1-1,-5 12-5,-1 1 0,-2 4 17,-4 6-17,-1 4-1082,-1 3 1099,-1 4-11,2 2 5,1 2-22,2 0-289,3-1 267,2-2-23,3-2-56,4-3-84,1-2-118,4-4-134,3-4-246,5-3-1552,14 2 330,-3-10-2139,11 0 4055,-4-13 0,-13-4 0,0-2 0</inkml:trace>
  <inkml:trace contextRef="#ctx0" brushRef="#br0" timeOffset="106213">29221 8542 17652,'2'-4'4644,"0"1"-1188,-2 3-3445,3-23-5,-3 22 11,3-17-6,-5 34 0,2-4-5,3 5-1,4-4 18,10 6-12,-1-6-6,7 4 7,-4-7-1,0-2 6,0-3-3387,0-2 3398,-1-2 6,-1-2-1,0-4 12,-1-3-6,-2-5 0,1-4 6,-2-2-6,-2-4 6,-2-1 0,-1-1 5,-4 0 6,-2 0 68,-5-7-46,-3 9 12,-5-7-1,-3 13 1,-3 1-12,-1 3-22,-2 3-5,0 2 3374,-1 4-3380,-9 3-28,7 4-6,-8 3 0,9 6-11,0 2 6,0 4-1,0 2 7,2 3-3404,2 3 3392,0 2-318,4 3 306,1 17 12,7-10-637,1 13 620,7-16-17,4 1-134,5-2 11,5-2-123,5-1-151,5-4-168,3-2-236,5-3-257,3-3-2975,21-3-4799,-17-7 8866,9-2 0,-34-6 0,-6-1 0</inkml:trace>
  <inkml:trace contextRef="#ctx0" brushRef="#br0" timeOffset="106594">29944 8594 13205,'0'-7'6481,"1"2"-5014,-1 5 2678,0 0-4123,-5-55 6,-1 45 29,-14-33-40,4 57-1,-10 9-10,4-2 11,-10 16-12,7-7 18,-7 10-12,12-14 6,2-1-23,1-3-27,-1-2-3432,1-3 3330,0-2-1813,0-3 1561,-1-2-212,2-2-263,1-4-276,2-2-273,1-2 2345,1-3-2520,2-4 2823,2-3-2162,2-2 444,2-1 324,1-2 207,1-1 202,1-3 241,2-1 297,2-1 347,3-2 134,0 1 18,2 1-96,0 1-224,0 4-112,1 2-118,-1 3-89,-2 2-124,1 2-106,-2 1-128,0 2-113,-2 1-83,1 2-52,-3 0-21,3 2-6,0 4-12,3 3 6,3 7-33,11 17-28,7 13-973,-8-14 0,0 0 658,13 22-352,-1-4-616,-12-18-1378,-1-3 2711,1 3 0,-10-16 0,-1-1 0</inkml:trace>
  <inkml:trace contextRef="#ctx0" brushRef="#br0" timeOffset="106761">30199 8930 26329,'22'-25'0,"-3"4"0</inkml:trace>
  <inkml:trace contextRef="#ctx0" brushRef="#br0" timeOffset="111530">1560 9809 20140,'-45'-10'675,"1"0"1,3 1 0,7 3-480,14 10-61,0 3-40,0 4-22,2 0-23,1 4-5,-1 1-11,2 4-12,-1 0-5,2 2-6,0 1-11,-2 8 0,6-7 0,0 4 0,9-11 0,3-2 0,4-2-3375,4-2 3397,4-1 12,1-3 5,4-2-5,2-3-6,2-1 5,2-4-10,0-1 10,0-4 6,0-1-5,-3-1 22,-1 0 146,-1-3-90,-8 3 3397,-2-2-3430,-7 6-18,-6 0-27,-2 3-6,-5 0 0,-5 3 11,-4 0 11,-3 3 12,-4 4 0,-2 3-873,-3 3 884,0 2-1,0 2 7,-1 1-6,2 2-6,2 2-17,1 0-16,5 1-6,2-1-18,4 2 2,3-3-12,4-1 0,2-2 0,5-1-6,1-2 6,4-2-11,3 0 5,3-2-11,6-2-16,3-2-40,6-2-285,22-2 27,-6-5-109,18-3-182,-12-3-308,2-3-369,1-2-701,3-3-1176,2-2 3176,-22 7 0,-2 1 0,3-1 0,-1-1 0</inkml:trace>
  <inkml:trace contextRef="#ctx0" brushRef="#br0" timeOffset="111911">2078 9949 13821,'0'-3'5406,"0"1"138,0 2-5398,-50 48-4865,30-22 4747,-10 6 0,1 1 6,14-3 1275,2 0-1298,2-3-5,3-1 744,2 0-767,2-2-11,1 0-33,2-2-46,-1 0-61,1-2-112,-1-1-145,-1-2-135,-2-4-79,-1-2 40,0-4 128,-1-3 2945,0-4-2642,0-4 90,-1-4 78,1-5 56,-1-5 62,0-3 50,-1-3 50,1-2-3352,-1-2 3437,1 0-412,0 0 496,1 1 27,1 2 1,2 3-70,-1 3 19,2 3-39,0 4-45,1 3-44,1 3-62,0 1 3076,0 4-3150,1-1 622,9 13-700,-1-2 69,10 10-75,0-2 1,3 2-17,4 1-11,3 2-3415,3-1 3314,4 1-123,4-2-303,2 0-145,2-1-454,0 1-2773,0-1 3910,5 4 0,-23-11 0,-1 0 0</inkml:trace>
  <inkml:trace contextRef="#ctx0" brushRef="#br0" timeOffset="112219">735 10864 13779,'-51'19'558,"0"-1"1,9-2-1,8-3 2097,15-4-2527,15-6 1444,6 0-1382,7-2 860,8-1-888,10-1 3117,10-4-3178,10-4-535,12-3 467,-24 4 1,1 0-540,4 0 0,2-1 531,4 0 0,2 0 0,2-1 1,2 0-7,4-1 1,1 2-1013,3-2 0,1 2 1002,-19 2 1,1 1-1,-1-1-4,2 2 1,1-1 0,-1 1-1,2-1 1,0 1 0,-1 0 1,1 0 1,0 1-1,-1 0-2,1 0 1,-1 1 0,0 0-6,-1-1 0,-1 1 0,0 0 0,18 0 0,-2 0-1015,-3 0 0,-3 0 984,-5 0 0,-2 1-64,-6 1 0,-2 0-878,24-1-220,-17 2-1496,-14 0 2689,-12 2 0,-10-2 0,-5 2 0</inkml:trace>
  <inkml:trace contextRef="#ctx0" brushRef="#br0" timeOffset="121847">4931 10028 16829,'0'-6'4632,"0"2"-3550,0 4-724,-21-63-95,10 43-165,-3-15 0,-1 3 53,2 26-39,-1 3-16,-2 2-12,-3 1-12,-2 5 7,-2 2-6,-2 6-4252,-2 3 4252,-3 4-6,0 3 860,-2 4-871,-1 3-145,1 1 128,0 3-11,4 0-6,2 1-5,5-2 0,3 1-12,6-2-5,4-3 6,5-2-12,1-3 18,5-3-7,2-2 1,4-3 3331,4-4-3321,2-2 1,3-4 6,1-2 10,2-3 6,2-5-5,1-3 5,0-5 6,0-3-11,-2-2 5,-2-3-6,-1-1 224,-3-2-218,-1-1 0,-1-2-5,-3-2-1111,-1 0 1110,-3-2 6,-2 1 1,-1 0 4,-1 2 7,0 2-25,-2-4 74,-1 9 24,0-1 4,0 11-27,0 3-17,-1 3 1067,0 2-1123,0 1 119,-1 4-135,0 3-7,-2 6-5,1 2 6,-1 4-1,1 3-5,0 2 6,-1 3 0,1 1-6,0 2 5,2-1-5,0 0 6,1-1-6,3-3 0,2-1 0,5-3 0,2-2 0,2-4 5,3-1 1,1-2 0,3-4-1,0-3 6,1-2 6,0-2-6,0-3-3386,-2-3 3398,-1-4-549,-1-1 554,-2-2 5,-1-3 1,-2 0-375,-1-3 357,-2 0 7,-1-2-6,-1 1-59,-2-1 64,0 0-10,-2 3 4,-1 0 512,-1 2-517,-1 2 11,0 1-5,0 1 409,-1 1-409,1 1-6,0 0-5,1 1 72,0-1-66,1 0-7,0 0 1,1 1 3386,1 1-3392,-1 1 17,4 0-17,-3 3 0,1-1-6,-2 3 6,1 1 0,-1 0-6,3 1 12,0 0-12,1-1 12,2 1-6,8-2 0,-2 1 6,7-2-6,-5 0 5,2 1-5,0 0 6,0 0-6,-1 2-6,-3 0 6,-1 0 0,1 5 6,-4 4-1,-1 3-5,-5 2 12,-4-2-12,-1 1 5,-1 1-5,0 0 0,0 2 0,0-1 0,0 1-5,0-1-1,0 0 12,2 1-12,2-1 12,0 0-1,2-2-10,0 0 5,2-1 5,-1-2-5,2 1 11,-1-3-11,1 0 12,-1-1-1,5-2 0,-4-1 6,3-2 5,-2-2-5,0-3 0,3-2 0,2-3-1,2-3-4,1-2 4,1-1 1,0-3-3398,1-1 3393,-2-3 4,-1 0 1,-1-2 0,-1 0 5,-3 0-5,-3 1 6,-2 1-7,-3 0 7,-2 2 16,-5-6-22,-2 6-6,-4-4 0,-1 8 0,-2 2 6,0-1-6,-2 3 1,2 0-1,2 3 0,0 0 0,3 2 3392,1 2-3391,1 1 4,2 1-10,0 0-6,2 2 6,8 2-6,-3 0 0,11 5 0,-5-1 11,3 1-17,-1-1 6,0-1 6,1 1-12,2-1 12,2-1-6,3-2 0,3-1 0,2 0-6,17-2 12,4-4-382,0 0 382,-4-3-6,-18 2 11,-4 2 6,-6 0 22,-4 2 17,-6 0 11,-1 1 51,-2 0-57,0 0 354,-3 0-404,0 0-11,-2 1 12,0 0-1,0 1 0,0 1-11,0 2 11,1 2-5,-1 2-1,1 2 1,-1 0 5,2 2 6,-1 1-6,1 0 6,0 10-23,1-6 12,1 8-6,0-7 0,0 0 11,0 1-5,0 1-23,1 0-33,2 0-102,1 0-167,3 1-818,8 11-84,-2-8-851,9 8-3994,-2-11 6066,7 0 0,-13-11 0,1 0 0</inkml:trace>
  <inkml:trace contextRef="#ctx0" brushRef="#br0" timeOffset="122091">6603 9896 24437,'4'-34'-246,"5"6"5,21 26-134,1 0-146,2 2-184,1 0-366,-1 0-430,-1 0-795,-2 1-1742,-2 1-12,-4 2 0,-5 1 4082,-4-1 1,-8-1 0,-3-2 0</inkml:trace>
  <inkml:trace contextRef="#ctx0" brushRef="#br0" timeOffset="122250">6774 10021 17551,'-43'28'651,"-1"0"1,5-3-1,9-6 1702,23-16-2078,4-2 881,2 0-1128,11-4-22,1-1-62,13-3-90,2-1-156,4-1-107,5-1-593,4 0-377,4-1-9,5 1-1578,5 0 2966,-18 4 0,-2 1 0,4 0 0,0-1 0</inkml:trace>
  <inkml:trace contextRef="#ctx0" brushRef="#br0" timeOffset="122891">8546 9736 15294,'0'-4'4090,"0"1"1230,0 3-5213,-49-44-2740,31 33 2672,-11-12 0,0 3 11,13 20 811,-3 0-822,-1 0 430,-3 2-447,-1 0 6,-4 0-404,0 0 399,-2 0-6,0 1-1,1 0-4,1 0 1404,2 0-1399,2 0 0,3-1-1,3 0 1,4 0 6,3 0 5,3-1-5,2 0 464,1 0-470,2-1-1,0 1 1,1 0 0,0 2 11,0-1 6,1 4 10,-2 0 18,2 2 11,-2 3 22,1 3 17,-1 2 11,-1 5 12,-2 4 5,-1 4-766,-3 3 755,-2 5-17,0 2-17,-2 5-17,1 0-11,0 3-11,4-1-11,2-1-6,3 0-11,2-2-16,4-2-7,3-1 1,5-4-6,4-1 0,4-3-6,5-1-5,5-5-6,7-2 0,7-4-33,7-1-68,9-4-1238,-26-8 0,2-1 1090,3-1 0,2-1-183,2 0 1,2-1-331,2-2 1,2 1-1636,2-1 0,1-1 2197,10-2 0,-3 0 0,5 2 0,-1-4 0</inkml:trace>
  <inkml:trace contextRef="#ctx0" brushRef="#br0" timeOffset="123719">10324 9759 14885,'0'-3'4538,"0"0"329,0 3-4733,-61-52-2639,36 43 2575,-12-17 0,-1 6 53,13 32-11,-2 4 0,-3 5-11,-1 4 0,-2 5-11,0 3-6,1 4-11,0 3-17,3 1-11,3 1-11,3 2-6,5-2-6,5 0-11,5-3 0,4-2 1,5-2-7,6-3-5,4-4 804,8-2-787,16 3-6,-4-10-6,12 2 12,-11-13-6,0-3 438,-1-3-421,-2-3 0,-3-3 0,-2-5 6,-4-4 5,-2-3 51,0-12 1369,-7 4-1425,-1-9 5,-7 8 6,-3 1-17,-5 0 17,-1 3 22,-14-6-34,2 8 1,-10-2 16,-8 8-27,6 7-1,-9 0-5,11 5 5,1 4-10,2 1-1,3 5-11,2 3-3387,3 2 3382,3 2-1,4 1-33,1 13-34,5-6-100,2 8-197,6-9-297,5 1-487,6 1-794,5-2-3368,5 2 5316,7 0 0,-15-12 0,1 0 0</inkml:trace>
  <inkml:trace contextRef="#ctx0" brushRef="#br0" timeOffset="123952">10710 10176 21360,'0'-6'2370,"0"2"498,0 4-2812,-14-33-40,8 35 7,-13-21-12,13 43-11,-3 2 0,0 3-22,-1 0-3443,0 1 3269,2 0-263,1 0-664,4 0-255,1 0-879,4-1-3176,4 0 5433,4 2 0,-3-14 0,0-2 0</inkml:trace>
  <inkml:trace contextRef="#ctx0" brushRef="#br0" timeOffset="124549">11377 10025 21345,'-7'-42'424,"0"-1"0,1 5 0,0 7 1138,4 20-1361,0 3 446,1 3-530,0 2 214,0 1-281,-1 2 793,0 3-793,-4 3 12,0 5 0,-4 4-1,-2 3 1,-2 5 5,-2 1-11,-1 2-17,-1 2-3386,0 0 3364,1 2-1939,1 0 1933,1 0-6,3 0 1,3-1 5,2-2-11,5-3 6,3-2-6,5-2 0,5-3 0,6-2-6,4-2 6,4-3 0,4-1 1456,2-3-1456,3-2 0,1-2 0,1-1-455,-2-1 461,0-4-12,-4-1 2939,-4-5-2927,-2-1 5,-5-1-5,-2-2 673,-5-2-679,-3-1 0,-4-1 0,-3-1 0,-4 0 0,-3 0 6,-5 0-1,-6 1 7,-2 0 716,-4 1-722,-3 0-1,-2 2-5,-2 0 12,-1 1-7,2 1-329,0 0 330,5 0 0,1 1 5,5-1-11,2 0 11,5 1-5,1-2-1,4 2 6,2-2-5,2 1 0,1 0-1,5 0-5,2 1 335,5 0-335,2 0 0,2 1 0,2 1 0,2 1 0,1 2 6,-1 2-6,1 1 5,-1 2 1,-1 1-6,-1 1 6,-1 3-6,1 1 0,-2 4 0,0 2 5,-1 2-10,-2 3 5,-3 1 11,-2 3-22,-3 2 11,-2 2-6,-2 2-11,-3 2 17,-3 0-11,-4 2 0,-4 0-253,-2 0 185,-1 1-89,-1-1-719,1 1 344,0-1-332,2-1-536,3-2-712,4-1-2621,3 0 4744,4 1 0,1-12 0,0-1 0</inkml:trace>
  <inkml:trace contextRef="#ctx0" brushRef="#br0" timeOffset="124795">12088 10101 22223,'-3'-2'2128,"1"1"-223,2 1-1883,-37 56-2191,26-33 2172,-10 11 0,2 0-9,15-14 642,0 2-781,2-1-945,0 12-1436,1-7 2526,1 11 0,0-23 0,0-1 0</inkml:trace>
  <inkml:trace contextRef="#ctx0" brushRef="#br0" timeOffset="125428">12460 9921 20425,'-3'-1'2073,"1"0"1439,2 1-3389,-14-24-34,10 17 1,-10-19-12,14 22-16,0 0 5,2-2-11,1-1-11,3-1-6,1-1-5,2-2-12,2-1-11,1-2 6,1 1-6,2 0-11,2 0 12,0 2-7,2 0-5,0 3 6,0 1-6,0 2 5,0 3 1,-2 0-6,-2 1-6,-2 2 6,-3 2-5,0 2 5,0 3 0,-1 0-6,1 3 12,1 0-6,0 2 0,0 1 0,0 1 0,-1 0 0,0 1 0,-3-1-6,-2 1 12,-2-1-6,-2 1 0,-4 1 0,-2 0 5,-5 0-5,-3-1-5,-2-1 5,-2-2 0,-1-2 0,0 0 17,-2-3-12,2-1 12,0-3-6,1-2 6,3-1 11,2-1-11,2-2 11,3-2-6,2-3 1,3 0-1,0-2 6,2 1-6,0 0-5,0 0 0,1 1-6,2 0 17,4-1-17,0 3-5,2 1-6,-2 3 6,2 0-6,0 2 0,0 2 0,1 2 5,0 5-5,1 2-5,0 3-1,1 2 0,-1 2 6,1 3 0,1 1-5,0 1 5,0 0 0,-1 0 0,-2-1 0,-3-1-6,-3-2 6,-3-1 0,-6-1 0,-2-2-5,-9 0-12,-3-1-22,-4-2-34,-4 0-84,-1-3-129,-1-3-201,1-2-320,2-2-498,0-2-1680,4-1 2985,0-3 0,10 1 0,3-1 0</inkml:trace>
  <inkml:trace contextRef="#ctx0" brushRef="#br0" timeOffset="125668">13200 10179 21015,'-31'46'0,"0"0"0,2-4 0,5-5 1302,10-14-1660,-1 1-331,-1 0-857,0 0-8285,2-3 9558,1-3 0,7-8 0,3-5 0</inkml:trace>
  <inkml:trace contextRef="#ctx0" brushRef="#br0" timeOffset="126409">13914 9967 18632,'3'0'3485,"0"0"189,-3 0-3579,-2-10 6,2 8 0,-2-8 5,1 10-22,0 0-33,-1 0-12,-1 0-28,-2 0 6,-1-1-11,-2 0 5,-2-1 0,-1 1-11,-1-1 11,0 0-5,0-1-1,0 1 12,1-2-6,0-1 12,2-1-6,0-2-1,2-2 1,2 0 6,1-2-12,3-1 6,0 0-6,3-1 0,2 1 0,2 0 0,8-5-11,-3 6 12,6-3-12,-5 10 0,2 1 0,-1 3 0,2 0 0,0 2 0,2 3 0,1 3 0,1 4 0,0 2 0,-1 3 0,-1 2 0,-3 2 0,-3 3-6,-5 1-11,-2 2-5,-3 2 11,-5-1-12,-6 3 18,-8 0-2546,-7 3 2546,-7-1-1,-7 2-5,-6 1 0,-3 1-667,22-18 0,-1 0 673,-25 17-1,1-3 12,4-5-1,8-5 6,6-7 12,8-7-446,7-4 451,7-5 0,5-4 0,2-3 0,6-5 0,4 0 61,11-9-38,0 7 5,9-6-660,-6 10 654,1 1 571,2 2-576,0 1-17,1 2-6,0 2-5,0 1-11,1 1 5,0 1-6,1 2 29,0 3-40,1 2 1,1 3-7,0 1-21,0 1-34,1 1-2031,-1 1 1801,-2 0 1700,0 2-3173,11 8-280,-8-6-3221,10 7 5271,-5-7 0,-16-8 0,0-2 0</inkml:trace>
  <inkml:trace contextRef="#ctx0" brushRef="#br0" timeOffset="126585">14372 10341 19899,'1'-7'3579,"1"2"-2605,-2 5 1496,0 0-2453,15-41-11,-14 39-6,10-28 5,-21 59-21,3-4-46,-2 7-660,4 4-354,2-9-1187,1 9 1415,1-10 0,1-12 0,0-1 0</inkml:trace>
  <inkml:trace contextRef="#ctx0" brushRef="#br0" timeOffset="127258">14898 10020 18180,'17'-50'922,"-1"0"1,0 4-1,-3 6-322,-3 6-3424,0 4 3211,-2 3-46,0 3 1454,-2 5-1520,0 2 919,-2 4-992,-2 3 546,0 3-597,-1 2 3258,-1 3-3398,1 2 28,-3 11-5,-2 1-6,-3 12-3398,-2 0 3398,-4 5-5,-1 2-517,-2 5 506,-1 1-1,0 2-11,-1 0-644,2 1 644,2-1 0,4-2 0,2-1 0,4-3 0,3-1-283,3-3 283,3-3 2621,3-4-2621,4-2 654,1-5-654,2-4 5,1-4 997,1-3-996,3-4 512,13-10-495,8-8-9,-13 2 0,0 0-748,16-14 746,-1-3 16,-17 10-6,-2 1 12,-3 0-6,-5 3 0,-2 2 5,-3 4 46,-1 1-18,-4 6-50,-2 1 1,-3 4 816,-1 1-817,0 3 23,-1 2-12,-1 3-5,-2 3 22,-3 9-39,0-3 0,-2 8-5,1-6-6,1 3 16,-1 2-16,0 0-17,0 1-39,0 2-112,2 1-135,0 2-1114,3 19-275,1-9-3213,4-7 1,1-1 2936,0 0 0,3-1 0,-5-24 0</inkml:trace>
  <inkml:trace contextRef="#ctx0" brushRef="#br0" timeOffset="127458">15748 10333 22991,'1'-6'3063,"0"1"-1612,-1 5-1446,-2-32-10,-1 32-18,-3-21-55,-1 42-118,-1 3-230,2 2-1719,-2 14-645,4-10 2633,0 12 1,4-27-1,0-2 1</inkml:trace>
  <inkml:trace contextRef="#ctx0" brushRef="#br0" timeOffset="128136">16585 10050 21472,'0'-6'2191,"0"0"-1452,0 6 622,0 0-1120,12-63-763,-9 44 606,4-16 0,-2 4 78,-4 25 146,-1 2-202,0 0-33,0 2-28,-2 0-12,-2 0-10,-1 0 539,-3 1-546,-1 0 1,-4 0-6,-2 1 1,-3-1-7,-2 1 6,-1 0-5,-3 0 5,1 0 0,0 0-5,0 1 5,2 0-16,2 1 10,1 2 1,3-2-1,2 2 1,1-1-6,1-1 0,2 1 6,2-1-1,1 0-5,0-1 11,2 0-11,1 1 0,0-1 0,1 2 0,-1-1 6,0 1-6,0 1 11,0 0-5,-1 2-1,0 0 7,-2 2-1,0 0 11,-4 5-16,2-3 5,-1 5 0,1-4 0,2 1 1,-1 1 10,0 1-11,1 0 0,0 1 1,0 0-1,0 1 6,1 0 5,0 0-11,0 0 0,1-2 6,0-1-11,1-1-1,1-2 7,0-1-7,1-2 1,1-2 16,0-1 1,0-1 16,0-1 666,0-2-643,0-3-23,0-1-16,1-5-1,3 1 0,0-2-16,2-1 0,1 0-1,2 0 1,1 1-1,1 0 1,1 2 0,1 0-6,1 3 5,0 0-5,0 3 6,1 0-1,-1 2 1,0 0-6,0 0 0,0 3 0,-2 2-11,1 4 11,-2 3 0,0 2 0,-1 4-6,0 0 1,-2 3 5,-2 0-6,-1 2 6,-2-1-6,-2 0 1,-2 0-1,-2 0 1,-2-1-18,-10 7 12,1-7-28,-7 5-12,3-11-414,-1-2 314,-2-1-90,-1-1-123,0-2-168,-1-2-247,0-3-459,1-1-1114,2-2 2352,2-1 0,8 0 0,3-1 0</inkml:trace>
  <inkml:trace contextRef="#ctx0" brushRef="#br0" timeOffset="128442">16476 10004 18754,'47'-21'212,"0"0"1,-4 3 0,-6 3 1574,-13 8-1580,-2 2-16,-1-1-39,-1 0 1038,-1 1-1056,-2 0 0,-1 0 1,-3 1 591,-2 0-591,-3 0 1613,-1 1-1631,-3 0 433,0 1-444,-2 1-16,0 0-594,-1 1-297,-4 3-1042,1 0 1843,-3 5 0,4-4 0,-1 0 0</inkml:trace>
  <inkml:trace contextRef="#ctx0" brushRef="#br0" timeOffset="130161">17401 9725 15659,'-10'3'1601,"1"-1"-632,9-2 2616,0 0-3434,-18 0-61,13-1 34,-13 1 21,19 0-5,3 0 6,3 0-40,5 0-22,3 0-17,4 0-11,5-1-3403,1-1 3392,2-1-11,1 0-55,1-1 49,-1 2 0,-1-2-6,-2 2 1,-2 0-6,-4 0 5,-4 1-5,-4 1 5,-3-1 6,-4 1 3354,-2 0-3231,-1 0 14,-1 4-69,-1-1-24,0 4-10,0-1 0,0 0 5,0 2 0,0 0 90,-1 7-79,1-2 6,-1 6 0,1-4-5,1 1 5,0 3-17,0 1-6,0 3 1,0 1-17,0 2 5,0 1-11,0 3-5,0 1-605,0 1 605,-3 2-6,0 0 5,-3 1-10,-1 0-7,-2 2 7,-1-1-1,-3 1 1,-1 1-1,-3-2 6,-2 0-11,-2-3 5,-3-2-5,-4-3 0,-3-2-6,-5-4 0,-4-2-11,-4-4-11,-3-3-34,-3-3-1042,-1-3 807,-1-3-594,2-1-2638,3-3-5797,7 0 9309,9-2 0,16 1 0,6 0 0</inkml:trace>
  <inkml:trace contextRef="#ctx0" brushRef="#br0" timeOffset="133695">9895 10794 13211,'-5'0'1960,"0"0"969,5 0-2177,-63 3-170,35-1-173,-17 0 0,1 1-2515,16-2 2419,-5 0 748,16 1-759,5-2 330,5 0-453,3 0 107,3 0-218,8 0 1292,-1 0-1321,9 0-11,-1-1-6,3 0-5,3-1 0,2 2 0,3-2-6,0 2 6,16-1-17,-9 1 0,11-1-6,2 1 6,-10-1-240,12 0 234,-16-1 6,-1 1 6,5-1-6,-10 0 6,1 0 16,-13 1 23,-6 1 251,-2-1-235,-3 1-21,-2 0-18,-4 0-16,-2 0 5,-6 0-6,-4 0 12,-3 0-6,-5 0-11,-3 1 12,-2 1-7,-4 0 1,0 1 5,-2 0 11,0 0-400,0 0 394,0 1 7,2 0-1,1-1 6,3 0-5,5 0-12,5 0-11,7-1-11,4-1 5,4 0 6,3-1 446,0 0-418,7 0-6,1 0-10,6-1 10,1 0-16,3-3-1,3 0 6,2 0 1,18-5-12,-6 2-554,13-1 554,-10 1-6,1 2 6,0-1-6,-2 3 1,-2 0 5,-4 2-247,-5 0 242,-5 0 5,-5 1 0,-6 0 0,-3 0 39,-4 0-28,-14 3-5,1-1-1,-13 2 1,1 0 5,-4 0-5,-2 1 39,-2-1-40,-1 1-5,0 0 11,-1 0-11,1 0 102,-1-1-96,1 1-6,2-2 11,0 0 0,2 0-3169,2-1 3169,3 1 336,2-2-341,4 1 117,4-1-100,2 0-23,5-1 5,2 1 3387,4-1-3386,5 0-1,3 0 1,7 0 0,6-2-6,4 1 0,6-2 5,3 0-5,2 0 6,0-1-3404,1-1 3398,-2 1 0,-1-1-2274,10 1 2274,-14 0 0,6 1 6,-18 1 5,-4 0 17,-4 0 11,-4 1 12,-3 0 2262,-2 0-2313,-5 0 3381,-2-1-3381,-7 0 5,-2 1-5,-5 0 6,-2 0-6,-4 1 0,-4 0 0,-2 0-238,-4 1 250,-1 0 4,-3 1 1,-1 0 17,0 0 16,2 1 23,4 0 28,5-1 22,6-1 0,8 0-16,5-1-29,6 1-22,3-1-6,2 0-10,3 0 231,5 0-243,5-1-12,6-1 7,5 0-6,3-1-6,7 0 6,1-1-12,4 0-500,0 0 500,2 0 1,0-1-6,0 0 6,-1 1-6,0 1 0,-3-1-547,-3 2 547,-4-1 0,-4 0 6,-7 1 61,-36 0 406,2 3-468,-34 2 1,-6 4-893,9-1 892,-16 3-5,17-3 11,0 1 1,2-1-1,2 0-2536,-7 1 2553,17-3 5,-1 1 18,19-3 44,6-2-56,3 0 23,2 0 572,11-2-623,0-1-5,10-2-6,2 0 3392,2 0-3375,17-2-12,-9 2-5,9-1 6,-12 2-6,0 0 0,-2 1-6,1-1-11,0 2-3414,-1 0 3330,-1 2-151,-1-1-2576,5 3 2828,-7 1 0,-4 0 0,-11 0 0</inkml:trace>
  <inkml:trace contextRef="#ctx0" brushRef="#br0" timeOffset="135682">11352 10923 11843,'-9'-1'1907,"2"0"-894,7 1 3712,0 0-8942,-60-26 4313,43 19-7,-16-8 0,4 3 1005,25 10-1050,1 1 17,1 0 1305,1 0-1302,6 0 3,-1 1 3525,7 0-3407,-3 0 6,0 0 1,2 0 4,0 0 85,8 0-83,-4 0-125,8-1-52,5 0-75,-3 0-1,9 0-5,-5 0 1,1 1-7,3-1 1,1 1 110,3-1 0,0 0-6,3 1-937,1 0 937,0 0-11,3 0-3083,-1 0 3077,1-1-1270,0 1 1271,-1 0 5,0-1-6,0 1 6,-1-1-11,-1 1 0,1 0 5,-1 0 17,22 0-373,-29 0 1,1 0 338,0 0 1,0 0 11,29 1-6,-19 0 6,-2 1-1130,2 0 1124,-3-1-6,0 2 1551,-2-1-1550,15 1 5,-14-1 872,13 2-872,-17-3-5,2 1 916,-2-1-917,2 1 1,0-1 2937,2 0-2943,2-1 11,1 1 1,3-1-675,-1 1 668,2-1 1,0 0 2,-14 0 1,1 0-2905,19 0 2901,-21 1 1,2-1-6,0 0 0,-2 0-1393,18 0 1396,-17 0 0,-1 0-1477,13 0 1486,-1 0-12,2 0-10,-13 0 1,1 0 9,18 0 3,-18 0 0,0 1-3,14-1 6,-1 0-6,0 0 0,0 1 0,0 0 16,-1 1 1,-1-1-6,-1 1 1,-1 0-12,-1 0 1039,-2 1-1039,-2-1 1041,-2 2-1041,-3-1 2486,-2 1-2492,-3 0 12,-3 0-1763,-2-1 1757,-4 1 63,-2-2-63,-2-1 365,6 0-365,-4-1 0,7 1 0,-4-1 3071,2 0-3066,3 0-5,2 0 6,20 0-12,9 2 90,2-1-84,-1 2-975,-19-1 970,-1 0-69,8 1 74,-12-1-2740,16 0 2740,-25-1 0,5-1 472,-14 0-461,-2 0 768,0-1-774,0 0-5,2-2 66,7-1-66,-3 1 6,5-1-6,-6 1 0,1 2 0,0-1 5,2 1-10,0 0 3397,2 0-3392,9 1-6,-8 1 6,5 0 6,-11 1-12,-2 0 12,0-2-1,-2 1-5,-2-1 0,-3 1 6,4-1 0,-3 0-6,4 0 0,-2 0-6,4 0 12,1 0-6,2 0 0,14 0 11,5 1-11,2 1-849,-2 2 843,-12 0 0,-2 1 18,-3 0-12,-4 0 11,-4-2-6,-3-1 18,-3 0 22,-3-1 854,-2-1-798,-1 1-90,0-2 0,1 0-11,0-2 0,2 2 0,2-1 0,2 0 0,1 1 6,3 0 5,8-2-5,-4 2 5,6-2-11,-8 2 6,1-1-1,-2 1-5,-2 0 0,-1 0 6,-1 0-6,-2 0 0,-1 1 0,-2 0 5,-1 0 1,-2 0-6,1 0 0,-1 0 0,1 0 11,1 0-11,-1 0 0,1 0 0,0 0 0,-1 0 0,0 0 6,-1 1-1,1 1 7,0 0 10,1 3-16,-1-1 5,0 0 0,1 0 0,-1-1 34,2 2-6,0-3 0,1 3 6,1-4-11,2 0-6,1 1-6,1-2 1,2 0 10,-1 0 6,0 0 17,-1 0 17,-3 0 11,-1 0 0,-3 0-5,0 0-23,-3-1-17,1-1-28,-2 0-39,-2-1-84,-3-1-269,-4 0-890,-2-1 1271,-4-1 0,7 3 0,0 0 0</inkml:trace>
  <inkml:trace contextRef="#ctx0" brushRef="#br0" timeOffset="137001">9742 11256 16006,'1'-7'3383,"-1"2"-2168,0 5 1250,7-66-2006,-5 45-283,2-16 1,-1 3 361,-3 21-342,0 6-73,0 0-62,0 5-27,0 2-17,0 5 11,0 1 0,0 7-6,0 2 6,-2 3-5,0 3-1,-2 3-5,0 2 0,-3 2-1,-1 1-4,-3 0-7,-2 1 6,-3-1-5,-2 0 0,-2 0-6,-2-2 0,-1 0 5,-2-3-5,-1-2 6,0-4-6,0-2 11,-15-1-5,10-7-1,-11-1 1,14-6 16,2-4 1,2-2-1,3-4-5,4-4 0,1-2 11,3-1 5,2-2-3391,2 0 3391,3 0-111,2 0 111,2 2 7,1 1-1,0 2 6,1 2 11,0 3 11,0 0 0,0 4 3328,1 0-3356,-1 3 189,1 1-200,-1 5-6,0 2 6,1 6 0,0 2 6,0 0-1,0 3-10,0 1 5,1 0-6,1 2 0,2-2 1,2 1 22,9 4-23,-1-5 12,8 2-6,-2-9 5,4-3 6,3-3-5,2-2-6,3-3-6,1-2 12,0-4-12,0-3 6,0-4-5,0-1-1,-1-2-5,-2-1 0,-1 0 16,7-6-10,-11 6-12,4-4 0,-14 9 6,-3 2-6,-3 1 0,-2 3 1,-3-1-12,-1 4-12,-2-1-38,0 2-1053,-2 0-365,2 3-1590,-1 1 3058,2 5 0,-2-4 0,-1 0 0</inkml:trace>
  <inkml:trace contextRef="#ctx0" brushRef="#br0" timeOffset="137584">8882 12284 23742,'17'-42'268,"-1"1"1,0 2 0,-6 9 139,-11 20-296,-1-1-39,-2 1 65,-2 2-105,-2 2 28,-2 2-39,-3 2 145,-14 4-156,3 3-3375,-24 11 3375,15-2 0,-10 7-538,12-3 544,0 0-12,0 2 12,2 0-11,3 1-2091,5-1 2085,5 1-361,5-2 366,5 1 7,4-1-7,3 0 1915,11 7-1920,7 1 5,5 0 1,5-4 5,5-1-5,-6-7-1580,21 10 1574,-20-12-11,18 7 1808,-22-8-1797,5 3 0,-17-6 11,-5 0 12,-4 0-6,-9-1-6,-4 1 0,-10 0-1594,-6 1 1594,-6 0 1,-5 1-362,-4-2 361,-4 0 0,-2-1 0,-1-1 6,-1-2-11,2-2 11,3-2-6,2 0-1208,-7-8 1191,17 2 117,-2-7-189,21 3 198,6-2-378,3 0 1404,7-1-1863,3-1-352,7 0-438,4-1-823,6 0-1905,3-1 4235,8-2 0,-17 8 0,1 1 0</inkml:trace>
  <inkml:trace contextRef="#ctx0" brushRef="#br0" timeOffset="137974">9011 12334 22670,'17'-5'472,"-9"9"731,-18 6-1147,-4 7 390,5-3-395,-4 9-29,5-4 202,0 6-212,5-7 662,2-1-674,2 0 6,2-1 11,11 4-12,0-7 1,10 2 5,-2-8-11,2-3 23,16-2-12,-9-2 28,21-9-11,-25 0 67,9-15-33,-21 5-1,-1-6 7,-10 6-1,-3 0 17,-1 0 0,-5 0 84,-10-6-101,-1 6 0,-9-4 34,-6 6-67,8 6-6,-9-2-6,14 8 0,0 2-5,3 2-11,1 0-1,0 1-5,1 3 0,1 1 0,1 4-39,-3 4-45,5 0-532,0 9-134,6-8-567,4 4-1002,4-6 2319,14 4 0,-11-8 0,7 2 0</inkml:trace>
  <inkml:trace contextRef="#ctx0" brushRef="#br0" timeOffset="138359">9424 12309 21511,'-4'-8'2885,"1"2"-2202,3 6 897,0 0-1557,12-20-18,-1 19 6,13-12 1,-6 27-1,9 13-11,-7-4 5,4 9 1,-10-6-474,-2 1 473,-1 1-10,-2 12 5,-4-9-6,-6 6 12,-6-14-1,-5-2-5,-3-5 12,-3-1-12,0-4-3224,0-5 3229,1-2 7,1-3 4,3-3 335,-1-10-334,6 0-1,1-9 18,8-5-17,3 5-12,3-9 7,3 10-12,3 0 0,1 0 3392,2 2-3404,10-5-21,-4 7-40,9-2-33,-8 8-458,2 1 301,1 1-95,0 1-130,1 1-173,1 0-230,-2 0-1831,13-2 566,-9 0-617,8-1-1546,-11 3-1937,-5 0 5447,-4 0 1,-9 4 0,-4 0 0</inkml:trace>
  <inkml:trace contextRef="#ctx0" brushRef="#br0" timeOffset="138555">10052 12155 15614,'0'-5'5701,"0"2"-452,0 3-5171,-1-57-50,0 44-5,0-40 5,0 61 0,-1 5 0,0 5-6,0 5 6,-1 4-17,-1 4 1,0 2 4,-3 16-16,2-10 6,-2 11-85,3-16 1,0 1-1022,0 9 851,1-9 0,0-1-491,1 3-302,2-1-492,3-1 1534,6 10 0,-4-25 0,3 6 0</inkml:trace>
  <inkml:trace contextRef="#ctx0" brushRef="#br0" timeOffset="139531">9897 12380 24529,'26'-22'-48,"0"-1"0,21-14-47,-20 37 507,4 1-608,2-1-56,1 1-634,2 0 454,-1-1-60,0 1-7,-2-1 62,-3 0 146,-3-1 131,-5 0 116,-3-1 352,-4-1-202,-4 0 45,-4 0 62,-2 0 613,-2 1-551,-2-1 336,0 1-292,-2-1 11,-2 2 12,-1-2-29,-3 2-16,0 0-33,-2 0-18,-2 1-16,-2 0-17,-2 1-23,0 1-33,-1 2-34,0 1-39,1 2-17,1 0-27,1 2-29,4 0 6,1 1-12,4 0 12,2 1-11,1-2-1,3 1-5,3-2 0,3 0 11,4-1 1,1-1-7,2-1 1,2-1-6,1-2-6,1-1 6,-1-1 6,0-1 11,-1-3-6,-3-2 0,1-3 0,-2-2 6,-2-1 5,-1 0 6,-3-2 0,-2 0 6,-3-1-6,-1 0 0,-3 0 0,-1 0 0,-2 1 0,-1 1 0,-2 1 6,0 2-6,-1 1 0,-1 2 5,0 1 1,-1 4 5,-1 1 0,-1 1 0,-1 3-11,1 3-11,-1 3 0,1 2-11,1 2-1,2 2-5,0 1 0,2 2 6,2 1-12,2 1 1,2 2-12,0-1-28,5 0-33,2 0-57,4 0-55,4 0-68,3 0-156,4 1-57,3 0-240,5 1-1620,3-2 1110,4 0-812,3-3-493,2-1 241,2-4 251,0-4 954,-1-4 789,-1-2 240,-1-5 207,-3-3 292,-2-5 414,-3-4 432,-4-3 162,-5-2 39,-3-4-139,-2-2 722,2-15-1249,-6 9 645,2-10-892,-8 13-89,-3 2 323,-2-3-524,-4 9-62,-4 0-46,-3 12-33,-4 2-16,-4 4-6,-2 1-12,-4 2 1,-1 2-17,-3 2-29,0 4-10,0 1-28,2 3-6,3 0-12,3 2-4,4 1-7,3 0 480,3 1-485,2-1 0,4 0 0,1 0 0,3-2 0,2-1 0,4-2-6,4-1 1,3-4-1,4-1-5,2-3-6,3-1 0,1-3 0,1-3 6,-2-4 6,1-3 5,-3-2-6,0-2 12,-2-2-1,-2-3 1,0-1-1,-3-4-3385,0-2 3391,-2-2 0,-2-3 6,-1-4 0,-2-1 5,0-2-670,-2 0 699,0 2 16,-2 2 17,0 5-193,-1 3 255,0 6 11,-2 5-6,0 4 2909,0 5-2925,0 3-96,0 2-28,0 9 6,-1 2-6,0 9 11,-3 5 1,0 5-2271,-2 5 2270,-2 6 1,-3 4 189,-1 3-201,-2 3-5,-2 1-1107,-1 0 1090,0 1-28,0-1-135,2 2-195,1-1-253,5 1-2282,3 0 994,4 0-3731,7-2 5713,6 3 0,-3-26 1,1-1-1</inkml:trace>
  <inkml:trace contextRef="#ctx0" brushRef="#br0" timeOffset="140608">13106 11719 17339,'1'-4'2823,"-1"2"1282,0 2-3853,7-13-145,-9 19-18,4-4-5,-10 24-5,-3 3-29,1 2-603,-2 0 581,2 1 5,0 11-16,6-12-6,0 7 12,13-8-1,0-10 0,11 2 40,11-10-23,-4-6-5,10-3 5,-11-8 0,-1-4 7,0-5 4,-2-4 220,-1-2-220,-2-3 6,-2-2 6,-2-1-3265,-3-3 3276,-2 0 0,-3-2-93,-2 0 87,-3 1-5,-1 2-12,-1 3-5,-3 2 264,-3-2-292,0 8 3338,-3-1-3388,3 11 132,3 3-317,-1 1 22,8 8-135,1 1-235,7 6-3711,4 0 3012,5 2-556,3 0-1373,1 1-2547,2 0 5741,1 2 0,-13-8 0,-2 0 0</inkml:trace>
  <inkml:trace contextRef="#ctx0" brushRef="#br0" timeOffset="141259">13766 11747 14437,'0'-4'5025,"0"0"738,0 4-5645,-5-29-67,2 30-1,-4-18-11,5 38-5,0 2-12,-1 3 1,2 0-7,-2 2-4,1-1 4,0 1 1,-1-2-3398,1-1 3398,-3-2-6,1-2 6,-1-2 0,0-2 0,0-5 28,0-3 50,3-3-6,0-3 3410,1-2-3426,1-5-45,3-3 11,8-14-17,3 1 1,6-9 33,10-6-17,-6 8-597,10-8 692,-11 12 12,0 1 0,-2 4-40,0 1-61,-2 4-23,1 2-11,0 2-5,-1 5-6,-2 1 0,-2 3 6,-2 3-1,-1 3 1,-2 3-6,3 10 636,-5-4-636,3 7-6,2 20 12,-6-17 0,5 17-6,-7-25 5,1-2 1,0-1-12,0-3 12,1-2-1,0-2-5,2-2 6,0-2-6,7-4 11,-2-4-11,5-4 11,-4-3-5,0-2-6,2-2 22,11-23-10,-11 12 10,8-17-506,-15 17 506,-2 0 0,-2 1 6,-2 1 6,-2 4 50,-2-5-45,0 8 6,-2 0-6,-1 8 12,0 4-7,1 1-10,-1 2-6,2 3 484,1-1-506,0 5 0,0 0-1,1 6 1,2-1-17,2 2 11,2 3 0,0 0-6,1 2 6,3 1 6,0 3-18,2 1 12,1 2 6,1-1-12,3 2-406,0-1 407,1 0-1,-1-1 6,-1-1 0,-2-1-11,2 6 0,-8-6 5,-1 4-33,-10-9-23,-4 0-67,-6-1-139,-4-1-231,-4 0-374,-1-2-590,-1-2-213,1-2-3539,3-1 5215,0-2 0,10-2 0,0-1 0</inkml:trace>
  <inkml:trace contextRef="#ctx0" brushRef="#br0" timeOffset="141692">14877 11763 26390,'-17'-11'314,"1"6"-247,1 17-11,2 2-17,0 1-16,1 0 5,1 2-11,2 0-6,1 1 0,2 0-5,2 1 5,2-1 0,1-1-11,1 0 6,3-2-1,3 0 6,5-1-11,3-1 6,4-1 0,3-2-6,2-2 5,1-2 6,-1-4 1,-2 0 10,-1-5 0,-3-2 6,-2-3 6,-2-4 0,-2-3-1,-3-1 6,-3-4-5,-2-1-6,-2-3 11,-3-2-11,-3-1 6,-3-2-208,-3 2 197,-2-1 22,-1 4-1,0 0-4,-2 4 4,1 1-27,0 5 6,2 1-12,1 4-11,3 2 207,0 4-213,3 1 6,1 2-5,0 4-1,1 2-44,-1 3-40,3 2-100,0 1-202,3 2-241,4 0-426,2 2-672,5 0-1954,1 1-6146,-1-1 9114,0-3 1,-7-6 0,-1-3 0</inkml:trace>
  <inkml:trace contextRef="#ctx0" brushRef="#br0" timeOffset="142040">15182 11774 25800,'11'-26'51,"1"10"-29,4 35 6,1 2-5,-1 2 5,0 1-5042,-1 2 5014,0 0 1432,-2 1-1443,2 11 11,-5-10 0,-2 8 888,-6-14-882,-4-2-6,-4-3 5,-4-3-10,-5-2-2132,-1-4 2137,0-2 2258,0-4-2247,2-1 0,1-4 6,2-2-6,3-5 11,1-2 1,2-4-6,3-1-1,1-4 7,5-1-2275,3-3 2280,5 1 1954,3-1-1959,3 1-7,3 0-16,2 3 0,1 2 0,2 3-28,-1 3-39,1 4-257,0 2-85,2 3-409,-1 2-694,1 1-1457,1 1 2969,5 1 0,-16 0 0,0 1 0</inkml:trace>
  <inkml:trace contextRef="#ctx0" brushRef="#br0" timeOffset="142891">15848 11966 20224,'15'-57'1185,"0"0"1,-1 4-1,-4 7-614,-7 8-61,-1-2-62,-1 1 286,-7-11-163,-2 8-151,-4-2-268,3 21-40,2 10-45,4 10-34,1 1-10,0 3 16,-1 9-22,-1 2 0,0 11 5,1 0-5,-1 5 0,0 5-388,-2 5 371,0 4 0,0 3-1145,1 2 1151,0 2-6,2 0-2892,0 0 2864,0-1-22,0 1-127,0-3-378,-3 17-27,2-18-376,-3 9-2840,0-12-1601,2-16-4432,-2 1 9649,4-16 1,1-6-1,1-3 1</inkml:trace>
  <inkml:trace contextRef="#ctx0" brushRef="#br0" timeOffset="143890">15696 11863 20201,'-5'-2'3081,"1"1"-1463,4 1-1635,53-5-913,-25 7 879,8-3 1,1 1-101,-1 8-67,2 0-96,0-1-123,0 0-77,-3-2-203,-2-2-885,6-1 863,-12-1 156,4-3 180,-12 0 161,2-7 304,-5 1 90,1-3 128,-7 1 820,-2 1-484,-3-2 305,-2 1 693,-1-3-925,-4 3-129,-1-2 274,-7 1-503,1 4-35,-4-2-37,3 5-30,1 1-44,-1 1-39,2 2-46,0 0-38,2 0-23,0 3-11,1 2 0,0 3-5,2 3-7,0 1-4,1 2-1,2 1 0,-1 2 11,4 0-10,1 0 4,10 5-10,0-6 0,5 3-1,-3-9 1,-1-2 5,-1-1-5,0-4 10,-1-1-4,1-3-1,-1-2 6,7-7-1,-6 0-4,5-6 4,-8 3 1,-2-1 6,-2-2-1,-1-2 0,-2 1 12,-2-2 0,-1 3 5,-1-2-6,0 3 35,-4-6-35,0 8 6,-5-3 6,0 8 11,-5 2 6,-1 1 11,-5 3 61,-13 0-89,5 4-12,-8 2-5,11 3-11,1 3-6,3 2-5,3 3 0,-3 10-1,9-3-5,-3 7-5,10-5-1,1-1-5,3 2-12,1-1-10,5 1-23,3-2-151,15 8 27,-1-8-1218,13 5 1090,-2-11-6,5-1-639,7-2 589,7-2-118,7-2-323,-26-5 0,1 0 555,1-1 1,0 0-584,2-1 0,0 0 713,-2-1 0,0 0-29,-1-1 1,0-1-47,28 0-96,-8-4 106,-6-3 152,-9-5 128,-6-3 372,-7-3-232,-5-1 79,-5-2 1002,-4 0-902,-3 0 1577,-5-1-1583,-2 2 276,-7-8-393,-1 8-27,-8-5 892,0 9-949,-3 1-33,-3 3 262,-1 2-196,-14 2-144,8 4 30,-10 2 3,4 11-85,9 0-10,-4 8-12,12-2-10,2 2-1,4 1 0,2 1 0,4 2-5,2 0-1,3 1 1,4-2-6,5 2 0,3-4-6,14 5 6,-6-9-665,11 1 670,-9-10 1,0-3 0,0-1 5,-2-5 0,0-2 11,4-15-16,-6 2-212,2-11 223,-8 4 6,-3-4 5,-2-5-691,-2-3 685,0-5 12,-4-4 0,1-4 5,-1-4 6,0-3 5,0 0 0,0 0-567,1 3 601,0 5 22,1 5 23,0 8 0,-1 7-6,0 5 0,-1 6-111,0 6 176,-1 3-188,0 3 653,0 4-653,-1 1 1312,1 7-1312,1 3 0,-1 8 0,2 5 0,-1 7 0,-1 5-3057,0 8 3057,-3 6 0,-3 6-469,-5 5 469,3-28 0,0 3 0,-4 13 0,-1 4-1390,0 5 0,1 0 704,0 0 0,1 1-1633,2-3 0,2-1 2239,3-8 0,2-5 0,0 4 0,1-1 0</inkml:trace>
  <inkml:trace contextRef="#ctx0" brushRef="#br0" timeOffset="153130">2066 13224 17994,'-2'-43'1178,"1"1"0,-1 4 0,1 7-264,0 13-696,-1 8-106,1 2-67,0 6-11,0 4 16,0 3 17,-1 6 12,-1 6-12,-1 6-6,-2 5-16,-1 5-6,-1 3-5,0 3-830,-1 2 813,-1 1 5,1 1-5,-1-1-6,1-1 6,1-1 0,0-4 5,0-3 6,0-3 11,0-4 23,1-5 28,1-5 55,1-4 247,-1-4-61,0-7-247,1-5-23,0-8 808,1-5-830,0-6 12,0-3-7,0-6 7,1-2-744,1-3 738,-1-4-6,1-1 0,0-1 6,0-1 0,0 1 5,1 2-5,1 1 0,0 3 16,3 2-10,2 2 0,3 3-280,2 3 252,1 3-1,3 3-5,0 5-14,2 3 8,1 4 0,1 4-11,4 3 0,0 2 6,1 5-1,2 4 1,0 5 16,15 16-11,-8-4-563,-5-1 1,1 2 551,7 7-3,-12-11 1,0 0-15,10 10-11,1 1-34,0 1-2328,-2 1 2205,-2 1-151,-2 0-434,-4 0-54,-4-1-396,-5-1-495,-6-1-1220,-4-2-2991,-7-2 5926,-5 0 0,2-15 0,-2-1 0</inkml:trace>
  <inkml:trace contextRef="#ctx0" brushRef="#br0" timeOffset="153584">2164 13489 14253,'-4'-3'3735,"0"1"-128,4 2-3579,23-60-5665,-4 41 5645,0-15 0,2 3 9,13 21 1175,1 0-1175,4 1-6,1-1 0,2-1 513,0 0-529,0 1-6,1-2-12,-1 1-33,14-7 23,-16 4 5,9-4 5,-23 5 23,-3 2 11,-6-1 29,-4 1 77,-4-2 3063,-5 4-3107,-3-2 277,-5 5-288,-4 1 576,-2 0-576,-3 2 11,-2 1 28,-1 1 28,-1 0 39,0 1 33,1 0 12,0 1-6,2 0-28,2 1-27,1 1-29,2 0-39,2 0-23,4 1-21,0-1 4,2 2-4,0 0 16,1 1 5,3 2 1,0 0 22,5 2 67,6 7-78,-1-3-12,7 5-10,-4-3-1,4 0-16,0 2-1,3 0-5,-1 2 0,3 0-5,0-1-6,0 1-6,7 7-11,-9-6-6,2 7-11,-14-8-22,-4 0-39,-3 0-51,-2 0-106,-7 1-202,-3 0-358,-7-1-528,-3-1-1012,-5-1-2493,0-3-3669,0-4 7649,4-3 0,8-5 0,5-1 0</inkml:trace>
  <inkml:trace contextRef="#ctx0" brushRef="#br0" timeOffset="153801">2767 13136 23579,'-9'27'280,"0"2"-230,2-2-16,0 2-18,1 2-16,-1 1-5716,1 1 5570,1-1 975,1 0-1591,2-3-510,0 0-1169,4-3-1864,2-2-3709,2-3 7481,1-5 0,-4-8 0,-1-3 0</inkml:trace>
  <inkml:trace contextRef="#ctx0" brushRef="#br0" timeOffset="155500">3289 13201 14930,'0'-5'5316,"0"1"-785,0 4-4408,-41-37-67,25 33-5,-33-25-1,35 44-16,0 2-6,0 3-12,0 1-4,0 3-7,2 2 6,1 1-11,3 1-5,3 0-29,1 11-11,4-10-139,8 14 4,1-21-72,9 3-106,-2-11-129,4-2-68,2-2-128,3-2-163,4-4 23,2-2 5,1-2-11,1-3 106,-1-4-486,12-11 917,-14 2 203,8-7 122,-17 3 68,-1 0 84,-2-1 84,-2-1-3292,-2 0 3527,-1 0-521,-2 2 778,-2-1 970,0-2-896,-4 7-90,-1-1-112,-4 10-129,0 1 2957,-2 2-3159,0 1-66,-2 2-57,0 1 929,-2 0-928,-1 3-124,0 0-12,-1 4-16,2 1-5,1 1-6,1 0-6,1 2 0,2 0-5,0 1-6,1-1 0,3 0 0,0 0-3392,4-2 3397,0 0 1,3-3-6,-1 0 5,8-3-5,-4-1 0,5-1-2262,-4-4 2262,0-2 1653,-1-3-1648,0-1 11,5-9-10,-6 2 11,5-6-6,-8 4 11,-1-1 6,-2 0-5,-3-1 16,-2 0 0,0 0 0,-1-1 6,-2 2 3134,-3-7-3123,-1 9 0,-2-4 0,2 12 0,-1 2 919,0 4-941,0 1 5,-2 2-11,-1 4 6,-3 1-12,0 7-3381,-2 1 3376,0 4-6,1 2 6,-5 13-11,4-6-1,-2 10 1,7-9-6,2-1 0,0 2-6,4-1-11,2-1-11,1-1-28,3-1-44,3-1-40,3-1-303,11 6 135,0-8-17,8 3-2364,-3-11 2303,2-3-402,3-3 480,1-3 101,1-3 55,-1-4 46,-1-3 1758,-4-5-1680,-1-1 34,-4-4 16,0-2 17,-3-2 6,-1-3 22,0-1-416,0-1 461,-2 1 507,4-10-417,-6 10 274,2-11-202,-9 18 1,-1-1-23,-2 10 157,-2 1 2569,0 3-2871,1 1 1648,-1 3-1749,2 1 16,1 3-11,2 2 6,2 4-6,0 1 6,0 3 0,-1 2-17,0 4 11,-2 2-3397,0 1 3386,-3 0 5,-1 1-5,0 0 0,0 8 0,0-9 0,0 4 12,0-10-12,0-6 11,0-1 3409,1-7-3409,1-4 0,1-3-5,3-4-1,1-3 7,2-4-12,3 0 5,7-12-5,-2 7 0,4-6 0,3 5 0,-7 6 11,5-1-3403,-10 9 3398,-2 2 0,-3 3-12,-2 1 0,-1 1 6,-2 1 0,1 1 0,-2 2 0,2 2 0,-1 2 3392,0 2-3392,1 1-16,2 7-1,1-3-11,3 4-11,0-6-23,1 0-291,20 8 118,-9-9-34,17 4 61,-13-10-221,3-3 239,3-1 22,2-2-62,1-2-100,11-5 206,-14-2 80,6-4 94,-13-5 6,-6 2 230,11-24-152,-16 18 196,8-22-139,-16 24 10,0-5 209,-6 7-3,-2 6-256,-4 1-33,-2 8-18,-3 2-4,-4 4-1,-3 3-6,-5 3-5,-2 4-565,-3 2 548,-1 3-17,-1 2-10,0 2-7,3 2-10,2-1-18,4 1 6,5-1-337,4 0 332,5 0-12,3-2 0,3-2-119,2-2 119,3-3 1,3-1 10,12-3-5,-2-2 0,8-3 540,-2-3-540,2-5 6,1-2-1,15-13-5,-10 2-111,11-11 111,-12 4 0,12-22 6,-9 8-637,-12 10 1,0 0 635,7-17 7,-1-5-12,0-4 11,-3-3-6,-1-1 1,-2 1 5,-4 3 12,-4 7-816,-4-10 866,-5 19-127,-8-10 150,0 28 10,-5-1 413,1 12-463,2 5 1236,1 1-1275,2 4 1033,1 2-1038,-1 3 309,1 4-299,-4 16-10,1-1-377,-3 12 370,2-5 7,-1 4-7,-1 2 1,1 5-646,-2 3 646,1 2 5,-3 1-11,1-1 11,-3-1-11,-2 14 0,5-16 0,0 10-11,7-10 6,6-15-1,2 6-5,3-17 351,2-3-363,3-3 671,0-4-676,3-4-6,1-2 6,2-5-5,1-4 5,0-4 5,1-4-5,0-4 11,-1-1 6,-1-2 11,0-2 6,0 0-1,-2-2 12,7-11-11,-8 9 5,5-6 28,-8 6-5,-5 10 5,-1-1 17,-4 10 0,-2 3-6,0 2 62,0 2-100,-2 6-7,1 1 6,-3 5-11,1 1 0,-1 0 0,2 2 0,-1 0-5,1 2-1,1 0 6,1 0-22,0 1-6,3 1-51,1-2-49,3 2-152,1-3-202,1 0-128,2-1-427,2-1-425,1-2-1988,2-3 3450,2-1 0,-13-5 0,0-1 0</inkml:trace>
  <inkml:trace contextRef="#ctx0" brushRef="#br0" timeOffset="155685">5414 12848 21047,'-4'-3'3170,"1"0"-2056,3 3-1270,-18-14-124,16 15-230,-12-8-481,20 19-640,-1 2-1780,0 2-5527,-1 0 8938,-2-3 0,-1-5 0,-1-4 0</inkml:trace>
  <inkml:trace contextRef="#ctx0" brushRef="#br0" timeOffset="156599">5604 13047 21131,'4'-8'3506,"0"1"-2929,-4 7 465,0 0-1008,-21 49-6,13-28-20,-4 9 0,0 0 9,6-10-610,-1 1 616,0 0-12,-1-2 6,2-1-6,-1-1 0,1-2 6,1-4 5,1-1 638,0-3-581,2-3 44,0-2 196,1-2-263,0-6 0,2 0 0,1-7 17,2 1 17,2-3-1,1 1-5,1-3 11,3 1-16,0-2-6,2 0 5,1 0-5,2 2 0,0 0-1,1 2-10,-2 1 0,-1 3-12,-3 2-11,-2 2-16,0 3-7,-1 0-4,-2 3-7,1 0 6,-2 3-11,-1 2 0,0 4 0,-1 2 0,0 3 0,-1 1 0,0 2-11,1 1-11,-1 1-40,1 0-22,1 0-45,2-1-55,2 1-57,4-2-118,4 0-21,4-3 32,4-1-49,4-3-175,5-2 157,3-2-106,4-1 6,1-3-45,3-1-770,-2-1 580,-2-1 89,-4-3 145,-5-3 231,-5-3 257,-4-2 89,-3-3-267,-2-2 402,-1-2 79,-1-1 83,-1-2 102,-1-1 67,-1-1-2969,-2 0 2962,0-1-109,-2 2 3,-1 0-28,-3 2-27,-1 1 390,-3 3-480,-2 2-39,-2 2-45,-4 2 201,-2 3-241,-3 2-22,-2 4-16,-3 1 3289,-3 4-3295,-1 1-6,-2 6-11,-2 2 0,2 2-22,1 2-6,1 1-17,1 1-11,3 2 0,2 1-3096,2 0 3080,3 0-1,3 1-6,3-2-5,2 0 6,2-2-6,2-1 6,3-3-1,3-2 1,2 0 5,1-4 0,-1 0 6,1-4 17,-2-2 3386,-1 0-3381,-1-2 6,0-1 11,-2-1 11,2-1 17,-2-2 22,0 1 1,-2 1-29,0 0-22,-1 1 7,-1 1-63,1 5 0,-1 2 0,0 6 0,0 13 0,0-2 0,-1 12 0,-1 15-3311,-2-6 3311,1-12 0,0 2 0,-4 22-513,3-25 0,-1 1 513,0 2 0,-2 0 0,0 3 0,-1 0 0,-2 2 0,0 0 0,-1 1 0,-1 0 0,-1 1 0,-1-1 0,0 1 0,-1-1 0,-1 1 0,-1-1 0,0-1 0,-1-1-32,0 0 1,-1-2-33,0-2 0,-1-1 2,0-2 0,-1-2 26,2-3 0,-3-2 13,-7 2 1,0-3 22,-15 6-17,-10-4-17,19-19-16,4-8-12,3-8-16,5-8-23,6-7-44,6-8-63,6-7-83,5-5-112,8-8-129,9-4 187,-6 26 1,2-1-65,3 0 0,0 0-31,2-2 1,1 1-18,2-1 1,0 0 19,1 2 0,1 0 3,-1 1 0,1 0-56,-1 3 0,1 0-2146,6-8 0,0 1 874,-8 10 1,0 1-1822,3-6 1,-1 3 3582,2-1 0,-13 14 0,-5 6 0</inkml:trace>
  <inkml:trace contextRef="#ctx0" brushRef="#br0" timeOffset="156998">6740 13198 19553,'-4'-32'252,"0"0"0,-4-20 2284,5 51-2514,-2 4 1193,-2 3-1192,-3 4-1,-2 4-5,-4 3 0,-2 4-6,1 1-5,0 3-1,3-1-1893,3 0 1894,4-1-6,3 0 1326,2-3-1321,3-2 1,4-1 0,4-3 5,2-2-11,2-3 17,1-2-1,1-4 3222,1-1-3216,-1-4 0,0-2-5,-1-4 512,-1-4-495,0-1-6,-1-3 5,-1-1-10,-2-3 16,-2 0 6,-1-2-1,-2 3 1,-2 0 6,-1 2 5,-1 2 5,-1 2 6,-1 3-16,-3 2-1,0 2-22,-1 1-11,0 2 0,-1 1-17,1 1 0,1 1-11,-1 0-23,1 1-33,0 3-73,0 2-146,0 3-246,0 2-386,0 4-651,-2 2-1797,-1 2 3366,-2 4 0,3-9 0,1-2 0</inkml:trace>
  <inkml:trace contextRef="#ctx0" brushRef="#br0" timeOffset="157316">6690 13461 23779,'-17'34'89,"1"-1"1,-10 22 1116,32-47-1173,1 0 1,1 0-17,0-1 423,0 0-423,1-1-1,-1 0-10,-1 0 227,0-1-221,-2-1 709,-1-1-676,0-1 16,-2-1 1,0-1 5,-1-2-22,0-2 5,0-3 6,-1-3 11,1-3 29,-1-1 16,0-1 11,-2-2 112,0-6-134,-2 5-17,0-3-11,0 8-12,0 2-16,-1 3-11,1 2-18,-1 1-16,1 2-16,0 2-40,-1 1-118,0 2-285,-1 3-527,1 3-1198,1 3 1336,0 3 0,2-6 0,0 1 0</inkml:trace>
  <inkml:trace contextRef="#ctx0" brushRef="#br0" timeOffset="157908">2059 14274 6223,'-43'6'542,"-1"0"0,0 1 0,-16 2 0,5-1 600,-4 0-78,4 0 581,5-2-961,5 0-388,4-2 63,8 0 939,6-2-1091,8 0 1826,4-2-1999,7 1 953,4-1-931,3 1 3186,4 0-3136,2 2 870,13 2-802,0-3 235,28 1-180,-9-4-1422,20-2 1411,-5-5-27,9-1-110,-27 3 0,2-1-8,3 0 0,2 0-15,3 0 1,2-2-14,3 1 0,2-1-892,1 0 0,4-1 884,-1 1 0,6-1 1,1 0-602,-10 2 1,1 0 0,1 1-1,0-1 574,1 0 0,0 0 0,0 1 0,0 0-270,1 0 0,0 0 0,0 0 1,-3 2 273,3-1 1,-2 1 0,-1 0-257,3-1 0,0 1 1,1 0 250,-1 0 0,1 0 1,3 0-96,-10 1 1,2 0-1,2-1 1,0 1-1,-3-1 90,1 1 0,-3 1 1,0-1-1,3 0 0,0 0 1,2 0-1,1-1 1,-1 1-1,-4 0 5,12 0 1,-4 0-1,3 0-78,0 0 1,3 0-1,1 0 1,-5 0 77,3 0 0,-3 0 1,1 0 71,-5 1 1,2-1 0,0 1 0,-2 0-73,10-1 1,-3 0-1,-4 1-6,-14 0 1,-3 0 0,1 1-1,7-1 1,2-1 0,-6 1 4,-4 0 1,-5 0 14,23-3 33,-13 0 44,-14 0 1326,-10-1-1336,-13 1 1729,-3-1-1807,-11 0 2558,0 1-2783,-4-1-1695,-1 1-298,0 1 2208,-3-2 0,6 4 0,-1-1 0</inkml:trace>
  <inkml:trace contextRef="#ctx0" brushRef="#br0" timeOffset="162459">9689 13429 17748,'-4'-1'2722,"1"0"-521,3 1-1999,-64-7-23,37 11-101,-11-5 1,-2 4 207,-1 23-1791,8-3 1636,3 2 1,-1 2-20,-7 10-65,13-11 1,0 0 25,-9 17-12,2 2-5,1 2-11,3 3 0,4-1-11,3 0 5,4-4-11,5-2 22,6 12-33,4-16 11,9 7 0,5-19 6,7-3-6,4-2 0,5-4-12,4-3-4,3-3-1,2-5 0,0-4 28,14-6-16,-14-4 10,9-7 259,-20-1-247,-3-3 0,-5 0 11,-4-3 5,-4 1 12,-4-1 0,-4 2 11,-4 1-11,-4 0-2710,-4 1 2704,-6 2-5,-2 0-168,-4 3 151,-3 1 0,-2 2-6,-2 3-11,0 2-1607,0 3 1596,0 0 5,1 3-132,0 2 110,2 2 2038,2 4-2038,2 1-23,1 3-167,-6 11-141,8-5-2486,-10 19-5176,16-17 7892,0 3 0,9-16 1,3-4-1</inkml:trace>
  <inkml:trace contextRef="#ctx0" brushRef="#br0" timeOffset="166551">10473 13587 18190,'-6'-4'1451,"1"0"1529,5 4-2123,0 0-532,-63-39-599,46 29 380,-18-12 1,6 4 44,26 16 273,2 2-402,2 4-5,2 0 17,3 4-12,1 0 1,2 2 409,1 0-410,3 2 0,3 1 6,1 1-3397,4 0 3386,3 1-552,3 0 547,3 0 4,2 0 1,2 0-11,-2 1 5,14 9-11,-14-6 11,7 8 0,-17-8-5,-4 0 0,-4 2-51,-6-1 56,-4 1 6,-3-2 5,-6 1 6,-4-3 28,-16 8-28,3-7-11,-11 5 3100,6-8-3106,-1-1 817,-1-2-816,2 1-1,0-2-11,4 1 5,2-2 72,5 1-100,2-2-38,4-1-74,3 0-178,3-2-522,2 0-1333,2-2 2168,6-1 0,-4-1 0,4-2 0</inkml:trace>
  <inkml:trace contextRef="#ctx0" brushRef="#br0" timeOffset="172690">11615 13648 16695,'0'-3'1103,"0"1"2722,0 2-3640,-52-7 17,31 12 17,-40-2 190,36 27-247,7-4-431,-8 12 387,9-7-18,2 2-4,2 2-24,2 0-3998,4-1 3982,3-2-583,2-2 572,4-2 39,10 8-45,1-9 11,11 5-5,-2-13-6,4-2 0,2-3 93,4-2-104,4-3-11,1-1 479,4-4-479,1-1 11,18-4 782,-15-3-799,8-3-523,-22-3 535,-4-2-148,-3-1 142,-4-2 0,-3 0-6,-3-1 0,-2 0 6,-3 0-6,-4 1 6,-2 0 2227,-2 1-2238,-3 1-1,-3 0-5,-4 1 0,-4 0 0,-3 1 0,-2 1 6,-2 0 5,-2-1-11,-3 1-2037,0 0 2026,-2 1 545,-12-2-540,10 4 6,-8-1 152,13 5-152,2 0 12,2 1-1,1 1-6,3 0 7,1-1-7,2-1 6,1-1 6,2-1-6,2-1 1,2-3-1,1-2 3392,2-2-3392,1-3 0,2-1-5,2-4 0,2-1-1,5-1 6,11-12 1,-3 9-7,10-7 6,-5 12 1,0 2-734,3 2 739,-1 4-3157,0 2 3162,-1 3 29,6 3-7,-3 10-27,-2 2 6,-7 9 5,-9 1 0,-1 4 0,-2 3 0,-3 1 28,1 17-40,-2-9-4,-1 10-12,-4 2-6,1-9 98,-2 9-176,2-14-145,0-3 2830,1 0-3895,0 0-1854,2-2 3148,0 3 0,0-14 0,0-1 0</inkml:trace>
  <inkml:trace contextRef="#ctx0" brushRef="#br0" timeOffset="173179">13615 13560 19064,'0'-4'2162,"0"1"986,0 3-3047,-71 67-2543,36-32 2455,6-7 0,-5 5 0,4-4 15,-10 11-17,-2 3-16,1-3-43,14-12 1,-1 1 163,3-2 1,-1 1-1579,-6 11 0,2-1-666,-6 9-2867,6-1 4995,19-26 0,6-10 0,0-1 0</inkml:trace>
  <inkml:trace contextRef="#ctx0" brushRef="#br0" timeOffset="173401">12893 13739 23410,'55'-7'61,"0"0"1,-3 1 0,-5 6-34,2 22-6,2 3-5,2 3-1801,0 5 1790,0 2-9,-27-18 0,0 2-56,11 7 1,0 1-18,-10-7 1,0 1-77,7 5 0,-1 0-402,10 9-320,-2 0-582,-2-1-1456,-1-3 2912,2 4 0,-18-18 0,-2-1 0</inkml:trace>
  <inkml:trace contextRef="#ctx0" brushRef="#br1" timeOffset="246685">9920 10665 6316,'-5'0'1226,"1"0"892,4 0-1860,-38-13-6,26 9-12,-29-11-27,37 12-22,-2 1 122,-1-2-190,0 2-16,-2-2-23,2 2-11,0-1 55,-6-1-55,4 1 11,-3 0 28,2 2 17,2 0 17,0 0 5,1 0-11,1 1-16,1-1 60,0 1-100,2-1-5,0 1 2358,2 0-629,0 0-1513,6 0 141,-1 0-13,6 0-19,0 0-33,0 1-20,2-1-66,2 1-165,1-1 136,1 0-156,2 0-10,1 0-3,2 0-1,0 0-2,2 0-20,1 0 6,1-1-9,1 0-5,1 0-150,1 0-6,0-1-5,1 1 11,1 0-6,0 0 4,1 0-4,0 1-1,0 0 279,1-1-3394,1 1 3395,-1 0-7,0 0 1,1 0 29,15 0-176,-11 1-152,14 0 16,-15 0-4,0 2-10,-1-1 1,0 1-6,-1-1-1,-1 0 149,0 1-6,-1-2 20,16 2-12,-13-1 3020,12 0-3023,-15-1 2,-1-1 1,0 0 6,0 0 11,12 0-13,-10-1 223,10 0-227,-15-1-60,-1 0-6,1 0-2,-2 0 12,1 0-11,-1-1 5,0 1-1,-1-1 0,1 2 64,-2-2-10,-2 2-1,-1-1-3092,-1 1 3087,-2-1 5,-2 1 0,-2 0-5,-1 0 0,-3 0-1,-1 1 1,-2-1-1,-3 1 1,0 0 3397,-1 0-3403,-1 0 0,-1 0 62,1 0-34,-6 2-12,1 0 12,-4 1-11,2-1 6,0 0 5,2-2-6,0 2 12,0-2-1,0 0-5,0 0-5,-1 0-1,-1 0-16,-2 0-1,-1 0 1,-3 0-6,-2 0 5,-3 0-5,-4 0 6,-3 0-6,-4 0 6,-4 0-1,-4 0-1548,-3 0 1549,-3 0-12,-4 1 6,-2 0 0,-2 1-1438,12-1 1,0 1 1443,-21 0-4,20 0 1,0 0-215,-14 0 212,1 0 11,0 0-11,2-1 6,1 0-4,12-1 1,0 1 3,-18-1 2,7-1 1,1 1-4,-8-1 1,8 0 0,0 0-1,-7-2-268,18 2 0,0 1 319,-12-1 5,1 0-1078,1 1 1022,3 0 1,2 0 1792,3 0-1793,-11 0-54,12 0 6,-7 0-1755,15 0 1760,0 0 499,0 0-455,-11 0 2199,9 0-2200,-7 0-5,14 0 191,-5 2-191,8-1 0,-3 2 0,11-1 0,1 0 3375,4 0-3397,1-1 5,3 0 6,2 0 11,0 1 6,1 0 10,4 2 1,1 0 0,5 2 31,0-2 10,3 0 2,3 1 3,1-1 20,17 2-19,-5-1 1,12 1 7,9-1-35,-9-2-10,15 1 7,-13-2-528,5-2 535,2 0-13,4-1-7,5-2-843,3-2 830,-29 1 1,0 1-1,1-1 1,1 0 5,16-1 0,1-1-5,-12 1 1,0 1-740,12-2 0,0 1 739,-17 1 0,-2 1-4,0-1 0,0 1-728,26-4 736,-4 1-2,-5 1 1,-5-1-71,-4 2 1,-4-1-6,10 0 262,-14 2-262,8 0 0,-16 1 5,0 2 661,7 0-591,1 0-6,-1 0-5,-4 0 1526,-2 0-1521,-2 2-2349,-1-1 2356,-5 0 100,-8 1-106,-1-2 0,-1 0 5,0 1-6,0-1 1,0 1 3397,6-1-3397,-1 0 44,3 0 12,4 0 0,-6 0-6,7 0 0,-6 0 6,-1 0-13,0 1 16,3 0-58,-5 1 5,2-2 100,-6 2-17,-4-2-5,0 0 22,-4 0-138,-10 0-28,2-1-10,-11 0-82,6-1-129,-1 0-700,2 1-5220,1 0 6195,1 1 0,5 0 0,1 0 0</inkml:trace>
  <inkml:trace contextRef="#ctx0" brushRef="#br1" timeOffset="249568">12818 9129 14723,'0'-7'1496,"0"2"-830,0 5 941,0 0-889,9-62-1010,-5 40 499,1-14 1,0 2 313,-3 20-73,0-3-264,1 6-38,-1-2 33,1 8-140,-1 1 650,0 3-644,0 4 6,0 3 5,0 4-12,-2 4 40,1 13-56,-3-2-5,-1 11 16,-5 7-22,0-8-17,-3 11 0,1-1 0,2-11 5,-1 9-3397,4-16 3392,-1-2-831,0-1 831,0-4 6,-5 5-6,4-8 0,-4 1 0,0-6 11,2-4 2980,-2-1-2957,-1-5 1226,1-1-1249,-4-1 17,-6-7 6,-15-9-23,6 1-447,-7-5 459,17 7 33,-5-4-28,7 3 11,-2-3 45,6 2-39,5 5 5,0-4-5,5 7 458,1 1-469,1 1-6,1 2-11,1 0 0,0 3 11,3 4-17,1 1 11,6 10-11,-3-3 1,3 5-1,-3-3 0,2 1 0,0 0 0,2-1-3369,8 6 3380,-4-7-268,8 4 274,-5-8 33,12 1-22,-6-5 1,10 0-1,-9-5 0,0-1 0,1-3 6,0-3-2181,2-1 2169,-1-1 2133,-1-1-2099,12-7-28,-10 4 36,6-5-36,-13 6 0,-2 0 6,-2 0 0,-1 1-2140,2-3 2134,-5 4 2168,2-3-2179,-7 6 33,-1 0-56,-2 2 173,-2 0-296,0 2 3264,-1 1-3701,1 2-879,0 0-8397,3 3 8837,-3-1 0,2 2 0,-4-3 0</inkml:trace>
  <inkml:trace contextRef="#ctx0" brushRef="#br1" timeOffset="255578">9192 15045 8086,'0'4'3439,"0"-1"2285,0-3-5477,-13-5-23,10 3-28,-10-3-17,13 5 2325,0 0-2482,0 2 6,0-1 510,-1 2-533,0-6 1,0 2-12,0-3 1,1 4-46,0-1 40,1-1-28,-1 1 89,1 0-27,1 0-1,-1 0-5,1-1-6,-1 1 6,1 0-6,0-1 0,-1 0 6,0 0-6,1 0 0,-1 0-5,0 1 5,0 0 6,0-1 0,0 1 0,0 0 16,-1-1-22,1 1 1,0 0-1,-1-1-6,2 1 7,-2 0-7,1-1 1,0 0 5,-1 0 0,2 1-5,-2 0-1,2-1 1,-1 0 0,0 1-1,0-1 6,0 1 1,0 0 21,0 1 141,0-2-129,-2 6-6,-1 0 0,-2 6 6,-2-1-6,-1 2 17,-2 1 39,-6 9-16,-3 6-45,0 2 5,-2 1 23,7-6 55,-7 13-55,6-7-3404,-4 8 3393,8-11-739,2-2 728,2 0 16,2 6-17,4 1-17,4-3 6,3-5-5,4-9 3045,11 3-3001,11-5-33,2-1 5,24-6-28,-21-8 233,15-1-232,-16-3-1,-1-2 0,-2-2 6,-3 0-3107,-5-1 3107,-2 1-968,-6 0 973,-3 0 12,-5 0-6,-3 1-119,-3 1 108,-3-1 460,-1 2-472,-4 1 2797,-2 0-2825,-11-1 12,1 2-6,-7 0 12,4 1 1534,-10-3-1551,-1 0-3168,0-2 3190,4 0-298,10 1 292,0-1-2169,1-1 2175,0-2-335,0 0 341,2-2-1,0-1-5,3-2 0,1 0 2004,2-2-1982,1 0 282,4 1-276,0-1 3127,2 0-3144,2 0-5,2 0-1,4 1 7,3-1 4,8-5-4,-3 6-12,5-3 5,0 6 1,-5 5 777,5-1-777,0 7-6,-6 2 5,5 2-5,-6 4 11,-1 4-5,7 12 0,-5-2-6,4 10-413,-6-5 402,1 1-6,-2 2-11,4 13 28,-6-8 6,1 19-6,-8-19-11,-3 7-12,-6-12-10,-4 0-34,-4-2-57,-4 1-88,-3 0-175,-3 1-554,-1-1-1400,0 1 2341,-3 1 0,14-12 0,1-3 0</inkml:trace>
  <inkml:trace contextRef="#ctx0" brushRef="#br1" timeOffset="256187">10137 15081 13877,'-7'0'2874,"2"0"-723,5 0-527,0 0-986,-64-28-2091,43 17 1691,-16-5 0,4-1 165,21 9 397,3 1-514,2 0-51,1 2-33,2-1 122,-1 0-189,2 2-23,0 0-17,2 2 1517,0 0-1467,0 2-139,4 4 5,2-1 0,4 4-5,2-2-6,0 0 11,4 2 0,0 1 0,2 1-5,2 2 0,0 1-6,1 1 5,-1 2-22,-1 1 6,-2 2-6,-1 0 1,-2 1 16,-1 1 0,-2 1 5,-2 1-5,-2 1 6,-2 0 5,-2 10-11,-4-8 0,-2 7 11,-4-11-11,-2 0 6,0-1-12,-8 8 6,2-8-11,-4 7 0,4-10-6,1 0-11,-1 0-11,1-3-23,0 1-11,3-1-50,0-1-112,4-2-163,1 0-223,4-1-2421,3 2-2145,5-4 4339,5 2 0,-3-7 0,1-2 0</inkml:trace>
  <inkml:trace contextRef="#ctx0" brushRef="#br1" timeOffset="256769">10762 15122 15468,'-3'-2'2879,"1"0"823,2 2-3550,4-60-950,2 40 854,-1-15 0,2 3 45,8 20-12,2 1 291,-1 1-302,2 2 6,-2 2-5,1 0 201,5 2-241,-6 2-11,4 1-5,-9 3 462,0 1-474,-2 3-5,0 2 5,0 3 0,-1 0-11,1 3 0,0 1 0,3 10-5,-3-4-3404,2 7 3381,-6-9-6,-2 1-289,-1 0 301,-2 0 22,-4-1-6,-2 0 12,-5-2-6,-2 1 6,-2-2 10,-1-2 3239,-2-1-3233,-9 3-5,5-6 449,-4 1-438,10-7 6,3-2-1,4-1 12,2-3-6,3 0-11,2-4-5,1-2-7,4-2 1,3 0-6,5 0 1,3 0-7,3 0 1,2 3 5,2 1 0,-1 2 12,1 2 5,-1 1 11,0 1-6,0 1-16,0 2 0,1 3-6,0 4-5,0 1 5,-1 2-11,0 2 0,0 1 0,-1 2 0,-1 0 6,-1 3-12,1 10 0,-7-7 1,-1 7-6,-9-9 5,-5-2-16,-5 1 5,-6-4-17,-7 1-22,-4-3-22,-4-1-345,-4-3 204,-3-2-156,-3-2-393,-1-1-867,0-3-3294,-1-2 4929,-4-1 0,22 0 0,1-1 0</inkml:trace>
  <inkml:trace contextRef="#ctx0" brushRef="#br1" timeOffset="257769">12109 15189 15025,'3'-44'1348,"0"1"0,-1 3 1,0 8-683,2 15-66,-2 1-97,1 3-83,0 0-78,-1 3-79,1 1-67,-1 2-77,1 2-47,-2 3-21,1 2 83,0 6-50,-1 1 0,0 9-5,-1 2-7,0 6-21,-2 3-12,-1 5-11,-2 2-11,-2 1 11,1 2 2,0-4 1,1 1-19,0 9-370,1-11 0,1-1 375,2-3 5,3-2 12,2-4 11,2-4 44,1-3 40,2-5 28,1-2 17,1-4-18,2-3-27,2-5-17,5-3-28,3-7-11,3-4 50,21-16-72,-9 3-248,-13 9 0,1-1 236,12-13 6,2-4-1,3-1 1,-11 10 0,1 1-504,-7 7 0,1 1 464,7-8 1,0 2 11,14-8-6,0 2 0,-1 2 6,-2 4-11,-2 3-1,-2 4 1,-3 3 0,-2 2-466,9 1 455,-14 5-1,7 1-22,-17 7-230,5 1 141,-9 3 279,5 1-504,-9 3-240,-1 2 1089,1 0-2591,-3 1 1397,2 2 1,-7-5-1,0 0 1</inkml:trace>
  <inkml:trace contextRef="#ctx0" brushRef="#br1" timeOffset="258671">13904 14930 17874,'57'-28'2,"-1"1"0,-9 2 0,-4 6-24,10 19-18,-14 2-10,-1 1-12,-1 2-10,-4 3-12,-5 0 944,-7 2-972,-6 1 0,-8 3-62,-13 8 112,-7-1 376,-13 6-337,-23 6 23,8-7-403,12-9 1,0 0 402,-11 6 0,-1 1 0,3-1 33,-10 8-21,15-10-7,-4 4 447,20-12-440,6-3 16,6-2 16,4-3 18,5-2 0,4-1 1011,7-2-1045,5-2 17,20-7-23,-6-1-572,14-5 561,-8 1 17,1-1-6,3-1 3,-12 3 1,0-1-15,16-8-6,-18 8 1,0-1 22,17-21 28,-15-3-17,-5-2-5,-20 5 33,-17 10 12,-6 3 10,-8 1 29,-4 1 11,-4 1 50,-2 2-3103,-2 0 3277,1 2-26,-10-4 54,14 5-50,-2-3 229,16 4-56,8 2-42,3 2-401,9 4 3207,11 9-3206,1 2-12,9 7 0,-1 2 6,17 14-39,-6-3-580,12 13 574,-13-7-11,-2 5 0,-2 2-17,-5 3-31,-12-11 1,-1 0-26,0 18-50,-7 14-67,-14-19-169,-7-1-413,-6 0-926,-3-1-4015,-4-1 5713,-4 2 0,15-21 0,0-1 0</inkml:trace>
  <inkml:trace contextRef="#ctx0" brushRef="#br1" timeOffset="262242">11162 9284 13462,'0'-9'1357,"0"2"-865,0 7 2002,0 0-1659,-25-42-1184,17 29 318,-23-35-102,24 41-179,-2-1 533,-1 0-84,2 4-374,-5-3 0,1 5 764,-1-1-17,-3 2 86,-1 1-119,-4 0-2,-3 0-52,-2 0-86,-2 0 6,-1 0-682,0 0 211,0 0-81,3 2 5,-1-2-40,3 2 13,1-2 55,-8 2-55,8-1-10,-5 0 811,10 0-444,-6 0-70,7-1 55,-11 3-44,12-1 18,-3 2 15,6 0 36,0 1 19,-1 2 8,0 1-26,-1 1-6,0 0-36,-1 2-36,1 0-40,-1 1-24,-4 6-73,4-4 165,-2 4-13,7-7-2,1 1-9,0-1 290,2 0 10,0-1-28,1-1 50,1-1-137,-1-1 167,-2 0 3,3-2 118,-1 0-293,2-3 130,2-1 36,0-1-256,0 0-37,0 0-87,1-2-448,-1 0-174,0-3-224,1 0-170,0-2 68,-1-2 232,2 0 81,-1 0-28,1-2 501,0 1 70,1-1 291,0 0 71,0-1-82,0 1-9,0-1-86,0 0 27,0 1-96,0-1-1,0 2-30,0-3-11,0 3 6,0-2-6,0 4 6,0 1 0,0 0-6,0 0 0,0 0 1,1 1 65,-1 0-32,1-2 76,-1 3-188,2-1 32,-2 3-84,0 1 83,0 1 24,0 7-72,0-2 44,0 7-94,-1-2 270,0 2-53,-3 0 132,2 1-102,-4 7 67,3-4-28,-3 6 36,3-6 23,0 15-171,1-10-34,0 10 47,2-13-14,1-3-99,3 1-63,1-1-147,3-2 109,1 0 112,2-2 233,8 3-76,-4-5 98,6 3 121,-6-6 174,0 0 164,1-1-18,-1-1-46,1 1-129,-1-2-118,-1 2-90,-1-2-53,-2 2-118,-1-2-62,0 2-143,-2-1 11,-2 1-142,0-1-70,-2 1-76,-1 0-161,0-1 47,-1 0-160,-1 1 147,1-2-26,-1 0 168,0-1 1097,-1 1-585,-3-2 1320,0 1 186,-4-1-77,0 0-54,0-2-240,-1 1 40,-1-2-883,-1 1-131,-1-2-326,-1 1-583,-2-1 226,-1 0 24,-1-1 207,-1 1-59,0-2 273,-1 0-171,0 0 132,-1 0-129,1 0 61,0 0-19,0 0 2,2 0-60,2 0 9,0-1-65,2 2 51,1-2-115,1 2-3,2-1-173,0 0-68,3 0-181,2-1-306,0 1 76,2-1 336,1 0 171,0-1 85,0 1 169,0-2 86,0 0 225,0 0 425,2 0 106,0 0-229,0 0 27,1 1-67,0-1-42,-1 1 79,2-3-63,-2 5-63,0-3-159,-1 4-289,0 0 71,-1 2-338,2 0 480,-2 0-503,0 1 376,1 0-14,-1 0-248,1 1 578,-1-1-662,1 1 500,-1 0-258,3 0 712,-3 1-645,2 0-15,0 0 305,0 0-408,-1 0 514,2 2-866,-2 0-260,0 2-387,1-1 319,-2 1 100,2 0-74,-2 0 119,2 2-28,-2 0 764,1 2 5,-1 0 231,1 1-82,-1 2-9,1 0 56,-1 1-84,0 1 39,0 0-163,0 6 109,0-4-119,1 3 34,1-5-126,1-1-63,1 0-134,2-1-34,1 1 139,1-2 157,1 1-2,1-2 252,0 0 114,0-2 247,1 0 174,0-2 230,1 0-225,-1 0 7,0-1 10,0-1-184,0 0 113,0 0-260,1-2 136,-2 1-270,2-1 171,-2 0-120,1 0-52,-1 0-192,0 0-136,-1-1 0,0 2 0,1 0 0,-1 0 0,2 0-455,2 1-839,0 0-4312,2 1-4225,-1 0 9240,-2 0 1,-5-2 0,-3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3:43:51.984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3637 3083 24165,'18'-12'5094,"1"1"-3649,5 6-1836,5-1 134,3-1 116,7-1 16,2 0 14,5-2 508,3 2-1144,4-1 99,4 1 541,3-1 27,3 2 5,-30 3 1,0 1-9,1 0 1,0 0-5,1 0 1,0 0-14,2 0 1,-1 1 13,1 0 0,0 0-20,1 0 1,0 0 14,0 1 1,1-1-4,-1 1 1,0-1 30,1 1 1,0 0 20,0-1 1,0 1 19,1-1 0,0 1 5,1-1 1,0 1 12,1-1 0,2 0 20,-2 0 1,3 0 0,-2 0 17,9 0 1,0 0-12,-7 0 1,2-1 0,-2 1 10,6-1 1,-2 1-8,2 0 0,0-1-11,1 1 1,0 0-8,0 0 1,2 1-18,-3-1 1,4 1-1,-3 0-4,9 0 0,1 0-7,-9 0 0,2 1 0,-3-1-10,6 1 1,-3 0 2,1 0 0,1 0 6,0-1 0,1 1 5,0 0 0,0-1 0,1 1 0,0 0 8,1-1 1,0 1 7,0-1 1,1 1 16,-1-1 1,1 1 12,0-1 0,0 0 20,0 0 0,2 1 7,-5-2 0,4 1 1,-2 0-21,-12 0 0,-3 0 1,2 1 11,14-2 0,2 0 1,-4 1-3,-14-1 0,-3 2 1,0-1-2,0-1 0,1 1 0,0 0-4,0 0 0,0-1 0,1 1-4,0 1 1,0-1-1,0 0-9,0 0 1,1-1 0,-1 1-6,1 1 0,1-1 0,-1 0-5,0 0 0,1 0 1,-1 0-19,0 0 0,0 1 0,2-1 3,1 0 1,4 1 0,0-1-1,-3 1-13,4-1 0,-2 1 1,1 0 8,-2-1 0,3 1 0,-1 0 0,-3 0-3,0-1 0,-2 1 1,0 1-1,0-1 0,0 0 0,1 0 2,-1-1 0,0 1 0,0 1-1,1-1 0,-1 0 0,0 1-5,0-1 1,0 1-1,0 0-3,0 0 0,1 0 0,-1 0 2,0 0 0,0 1 0,0-1-12,1 1 1,-1-1-1,0 1 19,0-1 1,0 0-1,0 1 0,1 0 1,-1-1-1,1 1 7,0-1 1,-1 1 0,1-1 1,0 1 1,0-1-1,1 1 6,-1-1 1,1 0 0,0 1 2,0-1 1,0 0 0,0 1 5,0-1 0,0 0 0,0 1 5,0-1 0,0 0 0,1 0-17,-1 0 0,0 0 1,1 0 13,-1 0 1,0 0 0,0 1-8,1-2 1,-1 1-1,1 0 9,-1 0 0,0 0 0,0 1 1,0-2 1,0 1-1,0 0 0,-1 0 1,1 0-1,-1 0-2,0 0 1,0 0 0,0 0-7,0-1 1,0 1 0,-1 0-3,0 0 1,1 0 0,-1 0-8,-1 0 0,1-1 1,-1 1 8,0 0 1,0-1-1,-1 1-3,0-1 1,0 1 0,0-1-3,0 1 0,-1-1 0,0 0 3,0 1 1,0-1-1,-1 0 3,0 1 0,1-1 1,-1 0 15,20 0 0,1 1-1,-2-1 0,0 1-8,1-1 0,-1 0-5,-1 1 0,0 0 3,1-1 1,-1 1-1,0-1 1,-1 1-12,0-1 0,0 0 3,-1 1 1,0 0-11,0-1 1,-1 1 4,0 0 0,0 0 2,0 0 0,0 0-18,0 0 1,0 1 2,0-1 1,0 1-13,-1 0 1,2-1 3,-6 1 1,4 0 0,-3 0-2,10 0 1,-2 1 3,-8-1 1,2 0-1,-4 0 1,5 0 1,-3 0 17,1 1 0,0-1-3,-1 1 0,0-1-5,0 1 0,0-1 1,-2 1 1,1 0 2,-2-1 1,0 1 6,-1-1 1,0 1-2,-2-1 0,1 1 21,-2-1 0,1 0-15,-1 0 0,0 0 10,0 0 0,0 0 1,-1 0 0,1 0 5,-1-1 0,0 0 5,-1 0 0,0 1-6,0-1 0,-1 0 24,0 0 0,0 0-10,0 0 1,0 0-5,0 0 0,0 0-1,1 0 1,-1-1-7,2 1 1,-1 0-6,1 0 0,-1 0 9,2 0 1,-1 0 0,0-1 1,0 1-30,0 0 0,-1 1 0,0-1 0,0 0-9,0 0 1,-1 1-8,0-1 0,0 1-1,0 0 1,-1 0-12,0-1 0,0 1 1,-1 1 1,0-1-5,0 0 0,-1 0-1,0 0 1,-1 1-4,-1-1 0,0 0 2,-1 0 0,0 1 1,-1-1 1,-1 0 3,0 0 1,0 1 32,-1-1 1,-1 0-16,1 0 0,-1 0 5,1 1 0,0-1 8,-1 0 1,1 1-1,0-1 0,1 0 5,-1 0 0,1 1 6,1-1 0,-1 0-5,0 1 1,1-1-1,-1 1 0,0-1 0,0 0 1,-1 1-1,0-1 1,0 0-3,0 1 1,-1-1-4,-1 0 1,1 0-1,-2 0 1,0 0 9,30 2 49,-3 0-26,-2 0 1,-2-1-2,-2 0 16,-1-1-12,-3 1 5,-3-1 23,-1 1-34,-2-1 11,0 0-26,-2 0 2,0-1 14,-1 0-1,-1 0 46,0 0-40,-1-1-25,0 2-32,-2-1 0,0 0 0,-3 2 0,-1-2 0,-3 2 0,-2-2 0,-2 1 0,-4 0 0,-3-1 0,-3 0 0,-5 0 0,-3-1 0,-4 1 0,-2-1 0,-3-3-413,1 1-1032,-2-1-61,2 2-459,1 1 649,-2 3 46,2-1-411,-1 3-269,0-2 1638,1 1-368,-1 0 293,1 0-166,0 0-183,-1 0-71,0 0 816,1 1-407,0 0 297,-1 1 219,0 1-159,-1 0 262,1 1 88,-2 1 142,1 0-247,-2 1 455,0 1-252,-1 0 151,-1 1 77,1 1-353,-2 0 217,1 2-434,0 0 189,0 3-276,0-1 24,0 3-182,-1 0-87,2 1-9,-1 1-84,1 0 39,1 1-53,0 2 18,1 1-47,0 1 75,0 0-76,1-1 112,0 0-54,0-1 95,0 0 94,0 0 34,-1-1 147,0 1-24,0-1 88,-1 0 25,0 1 80,-2-2 78,0 1 35,0-1 64,-2 1 3942,0-2-4019,0 0-180,0-2-23,-1 1-20,1-2-74,1 0-97,1 1-98,1-2 35,0 1-132,1-1 140,2-1-165,-1 0 50,1-1-117,0 0 113,1-1-28,0-1 78,-1-1 92,2-2-86,-2 0 210,2-2-104,-1-1 116,0-1 85,0-1-36,0 0 159,0-2-103,0 0 208,0-2-78,0 0 109,0 0 1217,1-1-1373,-2-1 1485,0-1-967,-1-1 94,-1-2-504,0 1 217,-1-1-153,-2 0-322,1-1 717,-2 1-1536,-1-1 795,0 0 61,-3 0 390,0-1-235,-3 0 133,0 0-192,-2-1 124,-2 0-119,-3-1 29,-2 0-24,-3 0-11,-5 0-294,0-1-3453,-21-3 3425,13 3-30,-14-2-818,15 6 845,0-1-35,-1 3 21,-1-1 333,0 1 27,-2 0-21,-2 1-18,-1 0-4,-3 0-22,-4 2 21,-2 0-45,-4 0 9,-2 0-82,29 0 0,0 0-5,0 0 1,-1 0 2,-1 0 0,0 0-8,-1 0 0,0 0-12,-1 0 1,0 0 2,0 0 0,-1 0 13,0 1 1,0-1 1,0 1 1,-1-1 5,-18 2 1,0 0-1,12-2 1,0 1-6,-15 1 1,0 0 4,16-1 0,2 0-3,-2 0 1,-1 0-847,0 0 0,0 0 821,0 0 1,-1 0-7,0 0 0,0-1 7,1 2 0,-1-1 2,0 0 0,0 0-7,0 0 1,0 1 2,0-1 0,-1 1-724,0-1 0,1 1 726,-2 0 0,1 0 0,-1-1 0,0 0 449,1 1 1,-1 0-449,0 0 1,1 0-3,0 0 0,-1 0 5,1 0 1,0 0-4,0 1 1,0-1-53,-1 1 1,0-1 52,1 1 0,-1-1 2,1 1 0,-3 0 18,3-1 0,-2 1 1,2 0 9,-7 0 0,-1 0-14,8 0 1,-3 0 0,4 0 12,-4 0 0,3 0-5,-2 0 1,1 0 35,0 0 0,0 1-36,-1-1 1,1 0-4,-1 0 0,0 0-26,0 0 0,0 0-2,-1 0 1,1 0-9,-1 0 1,1 0 3,-1 0 0,1 0 2,1 0 1,-3 1 24,6-1 0,-3 1 1,-1 0 252,-2-1 0,-1 1 0,1 0-250,-1 0 1,1 1 0,-1-1-2,3 0 0,-1 0 0,4 0 17,-5 0 1,1 0-4,0 1 1,-1 0 1,1 0 0,0 0 5,-1 0 0,1 0-38,-1 0 1,0 0 45,0 1 0,0 0 0,0-1 1,-3 1-18,4 0 1,-3 1-1,2-1 18,-8 1 1,-1 1-171,8-2 1,-2 0-1,4 0-61,-5 1 1,3-1-757,-2 0 0,0 0 532,1 0 0,-1 0-36,1 0 1,-1 0 50,0 0 1,0 0-17,0 0 1,1 0 261,0 0 0,-1 0-35,2 0 1,-1 0-4,2-1 0,-2 2 206,5-2 1,-3 1 0,2-1 72,-7 2 1,-1-1-76,9-1 1,-2 1-1,3-1 9,-4 0 1,3 0 4,0 1 1,-1-1 0,2 0 1,-1 1 45,2-1 1,-1 0 5,1 1 0,1-1-2,0 0 1,-1 0 0,1 1 0,0-1-3,-1 0 1,1 1 4,-1-1 0,0 1 146,-1-1 1,1 1-192,0-1 1,-1 1-51,2 0 0,-2-1 1,2 1 0,-7 0 0,0 1 0,7-2 1,-2 1 0,3-1 52,-3 1 0,0 0-21,2-1 0,-2 1 0,1-1-538,-6 1 0,0 0 536,7-1 1,-1 1-1,0-1 4,2 0 0,0-1 1,0 1-86,-1-1 0,-1 1 1,0-1-55,1 1 0,-1-1 1,2 0 1,-19 2 0,4-1-112,17-1 0,2 0 51,-1-1 1,0 0 0,0 0 0,0 0 232,0 0 1,1 0-231,0-1 0,1 1 202,0 0 0,0 0-2,0-1 1,1 0-5,0 1 1,0 0 6,-1-1 0,1 0-55,0 1 1,0-1 5,-1 1 0,1-1-1,-1 0 0,1 0 1,-1 1 1,0 0 88,0-1 1,1 0-33,-2 0 0,1 1 0,0-1 0,-1 0 0,1 1 0,0-1-2,0 0 1,0 0-8,1 1 1,0-1-60,0 1 0,1-1 62,-1 0 0,1 0 4,1-1 0,0 1-59,0-1 0,0 0-4,1 1 0,0-1 1,0 0 0,1 1-5,0-1 0,-1 0 55,-13 0 0,-1 0-396,13 0 1,-1 0 399,-11 0 0,2 0 51,-16 1 873,0-1-890,3 0 3,0-1 224,0 0-338,1 1 127,0-1-19,1 0 12,-1 0-18,-1 0-313,0 1-327,-1-1 285,17 0 1,-1 1 64,11-1 1,0 0-58,-10 0 1,0 1 1,-1-1 0,3 0-273,-24 0 445,24 1 1,-2-1-4,1 0 1,2 0-760,-22 0 922,22 0 1,0 0-270,-14 0 336,0-1-15,0 1-2,1-2-60,16 1 1,0 0 46,-19-1-40,19 1 1,2 0 35,-14 0 3,2 1-105,0-1 579,-1 1-425,3-2-79,11 2 1,0 0 1711,-16 0-1708,17 0 0,-1 0 77,-11 0 3,0 0-15,-1 0-125,13 0 0,1 0-13,-18 0 153,-12 0-19,21 0 6,2 0-2,0 0 1,1 0 0,1 0 11,1 0-10,0 0 2756,-1 0-2882,2 0-6,-2 0 533,1 2-497,-17 0-915,13 0 940,-12 0 117,18 1 464,-1-1-442,1 1 21,0-1-21,0 1-20,-14 1 5,11-1-30,-8 1-111,15-2-27,1 1 21,1 0 8,-1 0-27,-9 1 175,8 0 6,-7 0-2,12-1 5,3-1-7,2-1-85,1 1 27,4-2-87,0 0 150,3 0-350,0 0 1014,2 0-1001,0 0-85,1 0-143,-1 0-125,1-1 79,0 0-102,-1 0 121,-1 1 17,-5 0 70,2 0 298,-4 0 1,6 0 64,-1 0 170,1 0 128,0 1-71,0 0 43,-6 2-20,5-1 35,-11 2-8,0-2-53,1 1-147,-2-1-107,7-1-16,0 1 138,-1 0-75,0 0 212,-2 1-21,-14 3 141,-8 2 45,-1 0-341,0 0 370,14-3-230,-1 1 28,2-1-221,-2 0 2,0 0-55,-1 1-21,-2 0-15,-15 1-14,11-1-755,-11 0 914,15-2-33,-1 0 14,1 0-440,0-1 396,-1 1 49,2-1-37,-1 1 413,0-1-213,-2 0-53,-1 1-70,0-1-141,-2 0 0,3 0-1337,-1-1 1673,2 0-425,1-2 21,2 0-77,2 0 31,2 0 6,2-2-132,-3-4-228,9 0-237,-2-2-84,11 0-458,3 1-352,2 0-175,1-1 120,1 0 319,2 1 481,1-1 489,0 0 263,0 0 480,0-1 389,0 0 314,2-1 152,0-1-149,2 1 14,-1-2-471,0 0-74,0-1-43,0-1-73,0-2-134,0 0-355,2-12-4,-2 5-319,3-8 283,2-2 45,-1 7 140,2-8 65,-2 12 65,0 0 54,-1 1 0,0 1-33,-1 0-43,1-8-231,-2 7-99,0-7-115,-2 8-162,-1-1-12,1 1 28,-1-2-10,0-1 23,1-1 164,0-1-29,0-2 162,0-3 36,2 0 97,-1-2 9,2 1 97,-1 2 26,2 2 66,0 0 13,0 3 32,-2 0-43,2 2 6,-1-7-115,-1 7-53,1-6-84,-3 10-138,0-1-37,0 0-99,-1 0-1,0 0-26,-1-2-5,1 0 22,-1-2-4,0 1 40,0-1 62,0 0 15,0 1 99,0 1-49,0 1 105,0 0-44,0 2 59,0 2 5,0 1 61,1 1 30,1 0 82,-1 1 107,1 0 15,2 1 203,0-1 71,0 1 50,3-8-19,-2 5-158,3-7-19,-4 5-273,0-1-14,0-1-315,-2 0-169,0 1-161,-2 0-131,0 2 64,-1 1-214,0 1 108,-3 2-301,2 0 158,-2 2-144,0 0 172,0 1-45,0 0 49,1 0 287,0-1 73,0 0 460,0 0-55,1-1 299,0 0 62,-1-1 73,2 0 183,-1 0-231,0 0 87,2-1-61,-1 1 23,1 0 44,0 1-107,0 1 50,0 0-162,1 0 328,1 1-38,0 1 216,2 0 107,-2 0-185,2 1 334,0 0-168,-1 1 77,1-1-153,-1 0-357,-1-1-367,1 1-161,-1-1-33,0-3-485,0 2 211,-1-2-378,-1 3-63,0 1 127,0 1 56,0 0 10,0 0 101,0 0 52,0 2-207,0 0-186,0 2-2653,3 1 3815,2 0 0,-1 1 0,0 0 1</inkml:trace>
  <inkml:trace contextRef="#ctx0" brushRef="#br0" timeOffset="8893">4393 3872 20152,'0'-8'878,"0"2"-440,0 6 14,0 0 580,13-54-240,-8 39-11,9-41-118,-12 50 239,0 2 396,-1 0-390,0 0-661,-1 2-399,0 0-25,0 0 110,0 1-370,-4 1 163,1-1-272,-4 1 729,1 0 38,-6 5 1057,0 0 75,-21 18 390,12-8-644,-14 12-1099,13-9 0,0 4 0,-1 0 0,1 3 0,0 1 0,0 2 0,3 2 0,1 1 0,4 0 0,0 0 0,5-1 0,2 0 0,3 0-862,2 0-287,1-1 71,4-1-148,6 11-58,1-12-184,5 6 58,-3-13-171,3-4 247,0-1 282,2-3 367,0-2 460,3-2 495,0-3 571,2-2 370,0-3 483,0-2 162,0-2 110,0-4-43,-2-3 130,0-2-513,-3-1-1540,1-2 0,-4-2 0,0-1 0,-2-1 0,0-8 0,-5 1 0,-4 2 0,-7 5 0,-5 12-2296,-5 2 735,-5 3 596,-5 3 412,-5 3 585,-3 4 422,-4 4 395,-2 2 3191,1 3-4040,0 0 0,-10 8 0,15-6 0,-5 6 0,19-9 0,4-1 0,6-1 0,3 0 0,3 6 0,3-5-437,3 4-3093,6 1-634,0-3-1780,4 4-3085,-3-8 8496,-2 0 1,-4-7-1,-2-1 1</inkml:trace>
  <inkml:trace contextRef="#ctx0" brushRef="#br0" timeOffset="9812">5521 3350 18292,'0'-5'1638,"0"1"-669,0 4 1019,-2-63-2020,2 44 85,-1-17 1,1 4 125,1 25 421,2-1 161,-1 2 428,0 0-226,-1 0-985,1 1 853,-2 1-481,0 1 222,0 1-808,0 0-411,0 1 71,0 5-66,0 0 207,0 6-68,0 0 424,0 3-294,0 1 364,0 2 32,0 3-1,1 2-25,-1 3 42,1 4-13,-1 5 58,0 4 6,0 6 10,0 5 7,-2 4 39,0 5 104,-2 3-19,-2 2 56,0 0-35,1 1-32,-1 0-114,3-31 0,1 0 65,0 32-102,0-1-76,2-2-112,2-1-100,1-1-92,4 0-91,3-2-117,1-1 9,1-2-10,-1-2 21,0-2 32,0-4 58,-3-2 116,-1-3 98,-2-2 155,-2-3 3,-1-3 5,-3-1-220,-2-3-479,-3-3-1390,-1-4 2390,-1-1 0,4-10 1,0-3-1</inkml:trace>
  <inkml:trace contextRef="#ctx0" brushRef="#br0" timeOffset="10502">6399 3936 28743,'0'-6'-1410,"0"1"4474,0 5-1832,-1-59-1722,0 43 61,-1-44 133,0 59 238,-1 0-309,-1 5 1846,0 2-3607,-3 5 2315,-1 5 686,-1 4 11,-1 5-110,-2 3-185,1 3-469,0 2-836,0 2 11,2 1 237,3 0-250,2-2 154,2 1-32,4-3 3062,4-2-3392,5-2-330,4-3-231,5-2 301,3-3 321,5-3 424,1-2 273,19 0-1920,-12-7 2746,12 1-1978,-18-6 2936,-3-2-333,-5 0 37,-4-4-17,-6 0 37,-2-2 1799,-4-2-2760,-3-1-379,-2-2 0,-1-1 0,-2-1 0,-2-2 0,-2-1-1392,-2-1-1231,-2 0 665,-7-7 540,2 4 502,-5-5 263,3 8 341,1 0 248,-2 0 243,0 0 137,0 0 86,1 0-74,1 0-160,1-2-159,2 0-225,-3-11-47,6 6 73,-1-9 141,7 8 243,2 2 157,1-2 173,3 1-3148,2 1 3685,2 0-904,4 2 1192,-1 2-57,8-3 27,-5 7-17,5-2 54,-4 10 17,-1 0-375,1 4-998,0 1 0,0 2 0,1 3 0,-1 3 0,0 4 0,5 13-475,-5-2-1754,4 10 478,-8-6 375,0 3 369,-2 2 223,-2 2-2966,0 1 3891,-3 2-882,1-1 1407,-2 0-947,-1 12 145,0-11-350,0 9-417,-1-16 2014,-1-1-3050,1-4 1951,0 1 0,1-13 0,0 0 0</inkml:trace>
  <inkml:trace contextRef="#ctx0" brushRef="#br0" timeOffset="10902">7259 3276 25060,'0'-45'-439,"-1"0"1,1 5 0,0 5 2907,0 9-2660,0 8 143,0-3 1504,0 4-1598,0 6-298,1-1-239,0 7 1255,0 2-106,0 1 382,-1 7-1107,1 2 87,0 8 218,-1 4-200,0 5 52,0 7-411,0 6 102,-1 6-341,-1 7 1147,-2 6-41,-1 7-189,1-12 0,0 1-45,1-10 0,0 1-36,-1 13 1,0 0-13,2-15 1,0-1-27,1 0 1,0 0-54,1 0 1,0 0-54,1 0 0,1-1-76,1-1 1,1 3-87,5 7 0,2 4 0,-1-4-161,1-1 0,0 0 75,1 0 0,2 4 1,-1-6-247,-2-8 1,0-4-99,1 1 0,-2-1-139,0-2 0,0-1-1079,5 27-813,-4-5-6437,-4-7 9553,-4-8 0,-2-19 0,-1-7 0</inkml:trace>
  <inkml:trace contextRef="#ctx0" brushRef="#br0" timeOffset="11641">8332 3911 21444,'16'-50'303,"-1"1"1,-1 4-1,-1 7 83,-1 18 2409,-1 0-2295,-1 3-2836,0 1 2668,0 3 53,0 0 1033,1 4-108,4-1 1039,2 3-1385,4 1-268,-4 6-385,-1 4-516,0 10-934,-2 1-265,4 8-754,-5-2-399,4 12 3592,-5-7-3036,1 19 615,-8-18 704,-3 7 968,-6-11 177,-3-1 834,-3-1 450,-5-2-2998,0 0 3290,-3-4 48,0 0-119,-1-4-186,1-2-400,1-1-1382,2-4 0,1-2 0,2-1 0,3-3 0,2-1 0,3-4-425,1-2-1565,2-3 552,1-3 339,4 0 445,1-2 300,5 2 684,1 0 435,1 1 880,1 2-140,0 1-90,1 3-1115,-1 1-300,0 3 0,0 2 0,0 1 0,1 1 0,3 3 0,1 1-1726,3 4 595,1 2-278,3 2 399,2 2 106,1 1 101,0 2 53,-2 2 75,-3 0 10,-3 2-32,-4 1-200,-5 11 236,-8-8 89,-9 8 646,-9-12 526,-8 1 398,-6-2 155,-3 0 133,-3-3 2428,-2-1-2866,0-2-1056,-1-1-2399,1-3 2669,-3-1 1,19-5 0,2-1-1</inkml:trace>
  <inkml:trace contextRef="#ctx0" brushRef="#br0" timeOffset="12067">9285 3178 32767,'-1'-46'-283,"1"1"0,0 4 0,-2 7-1072,-1 21 981,0 1-418,0 4 492,1 1-169,0 4-3502,1 1 2173,1 2 1658,0 3 291,0 4 373,0 6 48,0 6 83,0 7-14,0 5 184,0 7-126,2 7-526,0 5-237,1 5-22,0 7 44,-1-29 1,0 1-20,0 1 0,0 1-6,1 1 0,-1 1 1,0 1 0,1-1 8,-1 1 1,2 0-5,-1 1 0,0-1 11,1 0 1,0 0-4,0 0 1,1 1-21,0-1 1,0 0-8,1 0 0,0 0-21,0 0 0,0 0-7,0 0 0,0-1-5,-1 1 0,0-1-19,0 0 0,-1 0-31,-1-1 1,0 0-788,-1-2 0,0 0 554,-1-2 1,-1 0-755,-2 27-843,-4-3 1894,-6 2 0,5-28 0,-1-3 1</inkml:trace>
  <inkml:trace contextRef="#ctx0" brushRef="#br0" timeOffset="12908">10587 3670 21574,'0'-3'22,"0"0"3467,0 3-1973,4-33-1662,-3 24 293,3-22 9,-4 33-201,0 2-223,0 1 773,-3 2 479,-4 1-3947,-3 1 4284,-3-1 120,-2 0 15,-3 0 305,-1 0-57,-1-2-1591,1-2-113,0-2 0,1 0 0,1-4 0,2-2 0,0-5 0,2-3-1545,2-4-330,2-5-22,4-15 556,1 6-494,6-10 1129,3 12 422,5 2 738,2 0-342,3 5 1485,1 2 272,10 2 20,-6 7 118,6 1-452,-7 7-1555,0 2 0,1 4 0,2 3-390,0 5-517,1 5 916,-1 3-1944,0 3-1283,-1 3 1530,-2 3-708,-4 4 881,-4 5 459,-3 2 471,-5 3 360,-6 1 1999,-5 1-1299,-8 1 544,-7 1 255,-6 0 367,-7 1-75,-5-4-23,-3-1-61,-1-6-80,2-6-56,1-7-962,5-7-384,2-8 0,7-4 0,3-5 0,7-7 0,4-4 0,6-6-153,4-4-1840,7-2-308,5-1 1336,5-1 458,7 1 633,3 3 709,3 1 1087,2 6 606,0 2-2020,0 4-508,0 3 0,-1 2 0,1 2 0,1 2 0,1 2 0,1 3 0,1 3-1032,2 3-192,2 1-180,2 2-71,1 2 1331,3 2-2407,0 1-2441,1 0 4861,5 4 1,-23-11 0,-2-1-1</inkml:trace>
  <inkml:trace contextRef="#ctx0" brushRef="#br0" timeOffset="13418">12182 3239 23988,'11'-42'672,"0"-1"0,-1 5 1,-3 6-272,-4 15 499,-1 3-962,-2 7-151,-2 2-81,-1 14 1058,-1 2-526,-1 12 214,1 3-118,0 6-9,2 6-119,-1-3 1,0 2-946,-2 25 955,1-22 1,0 4-1,-1-2-1323,0 1 1,-1-2 976,-3 17 1,0 0 104,2-14 0,-1-3 83,0 1 0,0 2 24,-3 18 1,0 0-1203,4-15 1,0-1 1172,-2 14 1,3 1-63,2-5 0,3-2-952,2-12 0,0-1 745,2 11 0,0-1-169,2-18 0,1-1-497,5 29-134,1-4-288,0-4-973,0-3-218,-1-6-2424,1-3 4854,0-1 0,-6-19 1,1-3-1</inkml:trace>
  <inkml:trace contextRef="#ctx0" brushRef="#br0" timeOffset="14051">13329 3429 16242,'8'-48'542,"-1"1"0,1 7 1,-5 8 2098,-9 13-3278,1 12 1695,-1 1-1155,2 5 1165,2 0-809,-1 3 3380,-1 3-3292,0 4-65,-7 16 258,2-1-48,-6 12-204,-4 15-317,4-9-1236,-6 16 745,5-16 228,0 1 132,2-1 1,1-1-354,1 10 448,5-15-4,2 5-4,4-11-78,3-10-56,1 2 6,3-12-97,0-4 213,2-3 311,7-5 185,0-3 143,6-6 86,-1-4-29,1-4-16,3-2 134,0-2-155,13-14-244,-9 9 490,8-8-576,-13 12 68,4-3 46,-10 8 55,2-1-15,-10 12 16,-4 2-40,0 3 196,-4 1-792,0 3-36,-1 3-415,0 5 15,0 13-18,0-3-4,-1 9 32,-1-6 77,1 1 157,-3 13 496,3-8-1020,-1 9 926,2-9-69,-1 2-34,1 2-76,0 2-201,4 2-812,0 0 156,6 0-647,1-4 1612,10 13 1,-11-25-1,5 7 1</inkml:trace>
  <inkml:trace contextRef="#ctx0" brushRef="#br0" timeOffset="14534">14628 3240 25196,'3'-41'196,"0"0"1,0 3 0,-3 9-353,-2 21-175,-2 3 152,1 2 249,-1 3 420,1 5-133,0 5-418,0 6 268,0 6-13,1 5 114,0 4-65,0 4-156,1 4-1358,0 5 1012,1 4 132,-2 7 73,0 4-894,1-28 1,-1 1 951,0 1 1,-1 0 8,1 1 1,-1 0 5,0 0 0,0 0 7,0 1 1,0 0-17,1 0 0,0 0-2,0 0 0,1 0-696,0 0 0,0-1 637,1 0 0,0 0-1049,0-1 1,0 0 930,0-1 0,0-1-337,0 31-476,-1-3-319,-1-3-1443,-1-3-2017,-2-4 4777,-2 1 0,3-24 1,1-3-1</inkml:trace>
  <inkml:trace contextRef="#ctx0" brushRef="#br0" timeOffset="15444">16203 3378 20540,'-27'-32'130,"0"-1"1,3 3 0,1 8-35,4 22-12,-2-1-17,-2 1-11,-3 0-11,0 0-6,-2 2 0,1-1 6,-1 3-6,0 0 76,2-1-5,1 1 348,2-1-14,2 1 11,2-1 1,3 0-6,2-1 11,2 0-78,2 0 0,4-1-263,0 0-112,2-1 45,2 0-77,0 1 93,1-1-78,0 2 150,1 0-329,-2 1 223,0 1-68,0 1 44,-1 3 17,-1 1-95,0 2 57,0 2-108,0 3 260,0 0-183,0 2 28,-1 0-34,1 2-22,1-1 31,-1 1-16,2-1 12,-1 1 10,0 0-1,0 0 21,0-1 4,0-1 4,0-2 25,1-2 19,0-3 11,-1-1 27,2-2-41,-1-2 42,1-1 30,1-3 747,-1 0-674,4-7-13,0-1 44,3-5-74,2-1 74,0-1-43,3 0 319,0-2 79,2 2-93,1 0 20,-1 1-13,1 2 84,-1 2 9,1 0 52,-1 3-306,1 2-103,0 0-108,2 3-120,0-1-52,2 2-91,1 2-156,1 1-92,2 5-121,0 2 42,1 1-56,0 4 46,2 0-12,-1 2 49,1 0 88,-1 1 31,-3-1-3310,-2 1 3365,-4 0-454,-4 1 445,-3-1-19,-5 1 133,-3-2-11,-6 1 282,-4-1 155,-18 6 249,2-6 102,-12 4-1927,7-7 2130,-1-3-150,1 0 1908,0-2-2699,-8 1-102,11-6-522,-5 0-1058,16-5-3048,5-3 4249,2-4 1,6 2-1,2-1 1</inkml:trace>
  <inkml:trace contextRef="#ctx0" brushRef="#br0" timeOffset="19026">1026 6267 23937,'7'-40'25,"0"-1"1,0 4 0,-2 7-137,-4 16 1086,-1 2-1054,0-1 426,0 2-390,0 0 465,-5-1-1144,0 4 696,-6-1-342,-1 6 649,-3 1 140,-3 3 235,-4 2 129,-2 3-5,-4 4 619,0 2-294,-1 1 296,1 2-506,4 1-288,3 1-579,6-1-28,3 1-70,4-1-489,4 1-240,2-1-225,1 1-128,4-2-103,1 0 40,8 7-123,-2-6 135,5 7 731,-1-9-236,1 2 169,4-1 220,1 0 272,2-1 151,4 0 344,2-2 124,3 0 170,15 3-103,-12-4-169,8 3-1,-18-4-80,-6-1-345,-5-2-112,-6 2-455,-4-2-20,-7 0 834,-4 1 363,-9 0-62,-4 0-32,-6 0 182,-5 0 22,-3 0 340,-4 1-113,-2-1-939,-4 0-355,0-2-1358,0-1 1421,3-2-2822,3-1 2831,6-2-8,4 1-61,7-1-140,6 0-10,5 0-313,6-1-1810,2 1 2596,12-3 1,-6 1 0,5 0 0</inkml:trace>
  <inkml:trace contextRef="#ctx0" brushRef="#br0" timeOffset="19288">1607 6060 24995,'-5'-39'-482,"-1"1"1,-4-25 455,9 60-774,0 2 1534,1 5-324,-1 3 500,0 6-763,0 6 953,-2 4-844,-1 5 36,0 3 816,-4 3-565,2 4-594,-1 2 19,1 3-94,1 0-117,1 0-165,2-2-172,2 0-146,3-3-321,3-2-193,5-2-367,3-3-403,3-5-1013,3-3-6808,-1-5 9402,-3-6 0,-7-6 0,-3-3 0</inkml:trace>
  <inkml:trace contextRef="#ctx0" brushRef="#br0" timeOffset="20319">1651 6346 25390,'-43'-13'513,"-1"1"0,6 1 0,8 3-689,22 3-262,6 4-145,2-1 582,4 1 738,3-1-289,5 0-274,4 1-3189,14-3 3424,-3 1-1649,11-1 1993,-7-1-636,2-1-246,2-1 125,2 0 43,-2-2 90,0 0 7,-4-1 76,-3 0 4,-2-1 37,-6 2 0,-3 1-82,-4 1 124,-4 2 2320,-4 1-2252,-2 0 2076,-3 2-2783,0 1 378,-2 0-781,-2 0 474,-2 1-146,-3 1-11,-1 1 110,-2 2 737,-1 2 597,-7 6 331,5-2 43,-5 5-1388,7-5 0,2 1 0,2-2 0,2 0 0,2-1 0,3-1 0,1 0 0,1-2 0,3 0-1522,2-2 353,3 0 250,2-2 478,2 0 165,2-2 547,1-2 249,1-4 803,10-7 647,-7 1-1727,6-5-243,-9 1 0,-2 0 0,-3-1 0,-3 1 0,-4 1 0,-2 1-72,-5 1-1568,-4 2-370,-5 1 421,-4 3 449,-3 1 355,-3 3 508,-13 1 329,6 3 334,-8 3 611,12 1 496,2 3-17,2 2-192,4 2-19,3 1-705,3 2-560,3 3 0,3 0 0,2 3 0,2 1 0,2 1 0,3 0 0,3 0-1603,5-1-115,3 1 238,4-1 302,2-1 498,4 0 128,1 0 163,4-2 329,3-1 52,25 3 7,-10-7 348,-16-5 0,0-1 247,16-3-53,-4-1-31,-1-3-203,-3-4-3464,-4-2 3250,-3-4-1294,-4-3 1455,-4-1 112,2-9 51,-6-3-266,-4 0 33,-8 2 2,-7 7-264,-2 1 664,-5-3-1125,0 4-136,-5 0 2728,-2 5-2639,3 3 82,-2 1 2366,6 4-1847,2 1 119,2 1 313,0 1 387,2 9-224,2 1-506,2 9 14,7 10-334,-4-5-45,7 27-793,-7-15 649,0 14-249,-4-10 642,-2 21 212,-3-14 9,-2 14 148,-2-22 107,0-2-24,-2-5-1,-1-5 13,-1-4 21,0-5 26,-1-5 115,2-4 143,0-4-188,1-4-91,1-1-478,1-4 0,0-3-747,1-6-54,1-5-9,2-18-67,2 4 142,1-16 177,4 7 281,2-4 52,3-4 819,1-1-147,0-2-142,1 0-752,-1 0 534,-4 16 1,0-1-797,3-16 732,-5 18 0,0 1-24,1-10-34,0 4-2747,-1 4 2753,2 5-416,-1 6 525,3 4 101,0 4 134,3 3 544,7 1-265,5 5-207,-1 2 498,0 7-834,-6 2-89,-1 4-298,2 3-194,-2 2 2712,7 10-3224,-6-4 153,1 8-92,-10-4 465,-4 2 311,-5 1 1688,-7 2-921,-19 11 549,0-9 304,-16 7 203,7-13-893,-1-2-725,1-3 0,2-2 0,-3 0 0,11-7 0,7-8-4003,17-8 3977,17-9 0,-7 6 0,3 1 1</inkml:trace>
  <inkml:trace contextRef="#ctx0" brushRef="#br0" timeOffset="20569">3064 6265 32767,'6'-11'0,"7"-1"0,19 3 0,3-3 0,2 1 0,0-3-289,-1 2-736,-4 0-539,-1 0-2520,-3 0 3187,1 0 0,-14 6 0,-2 0 0</inkml:trace>
  <inkml:trace contextRef="#ctx0" brushRef="#br0" timeOffset="20758">3607 5930 32767,'-12'21'0,"2"2"0,9 14-743,0-6 100,5 5 0,3 4-481,0-8 1,1-1-734,3 7 1,0-1 1741,3-2 0,-1-6 0,-1-6 1,-1 0-1</inkml:trace>
  <inkml:trace contextRef="#ctx0" brushRef="#br0" timeOffset="21293">1704 6966 14209,'-50'11'970,"-1"0"1,0 0 0,0 0 0,-12 2 0,2 1-1,5-2-629,6-1 1,5-1 222,0-1 1,0 1-488,4-1 1,0 0 239,2 0 0,0 0-65,3-1 0,2 0-558,0-1 0,2 1 847,-25 6-302,21-5 0,2 0-6,-11 4-45,-6 2 632,29-7-653,5-2 1254,7-1-1174,4-2 3014,4 0-3180,1-1 603,5 0-1443,2 0 478,18-2-243,0 0 13,16-3-1108,-3 0 991,7-4 269,5 1 432,4-2 443,2 0-142,-1-1-156,1 1-47,-3 1-57,-3 0-28,-3 1-64,-4 1 7,-7 0-27,-4 2-1,-6-1 1,-5 2-14,-5 0 19,-3 1-12,-2 0 30,-2 0-15,-2 0 1079,-2 1-1103,1-1 58,-3 0 91,2 1-148,0-1 514,8-1-159,1-1 58,9-3-44,4 1 107,8-3-1100,11-2 942,10-1-108,-23 5 1,2-1-306,5 1-1,1-1-1202,4 1 0,1-1 1206,4 1 0,1 0-10,4 0 1,1 1-18,3 0 1,0 1-6,4-1 0,0 1 129,-20 2 1,0 0-1,1 0-2,0-1 0,1 1 1,0 0 73,1 0 0,0-1 0,0 1-721,0 0 0,0 0 1,0 0 728,-1-1 0,1 1 0,0-1 6,-2 1 1,1 0 0,1-1 7,14-1 1,3 0 0,-3 0-502,-14 1 0,-2 0 1,2-1 422,10 0 0,2 0 0,-4 0 12,0-1 0,-4 2-141,-2-1 0,-1 0 130,-4 1 1,-2 0-6,-4 1 1,-1-1-44,22-1-67,-13 1-119,-13 1 584,-11 1-1897,-11 0 2053,-8-1 0,-2 2 1,-2-1-1</inkml:trace>
  <inkml:trace contextRef="#ctx0" brushRef="#br0" timeOffset="23725">5589 6267 19263,'-10'-57'1207,"0"-1"0,1 14 0,2 6-870,2-2-37,2 29 20,1 3-282,-1 5-34,2 1-5,1 6 154,0 3 79,-1 21-29,0-1-763,0 17 754,1-4 12,0 3 18,0 3-59,0 1-266,0 1 28,0 2-82,1 0-2288,1 0 2043,2 1-152,0-2-700,1-1 358,0-2-148,1-3-368,1-2-1366,0-4 2753,2 0 0,-4-18 0,0-2 1</inkml:trace>
  <inkml:trace contextRef="#ctx0" brushRef="#br0" timeOffset="23962">5147 6279 16228,'-8'-5'2025,"1"1"-1166,7 4 2184,0 0-2459,-36-60-664,46 34 104,-21-9 1,5 3-577,46 15 1034,-1 5-97,8 1-41,6 0-1405,6 1 1046,-27 5 0,1 0 182,2 1 0,-1 0-189,2 0 1,0 0-111,0 1 1,1 0-518,-1 0 1,0 1-800,-1 0 0,0 1 1427,4 1 1,-2-1 0,2 1 0,-2 0 0</inkml:trace>
  <inkml:trace contextRef="#ctx0" brushRef="#br0" timeOffset="24686">6116 6402 19136,'25'-41'222,"0"1"1,-1 2-1,-11 10 1928,-19 22-2747,-5 3 1828,-3 1-1094,-3 1 28,-5 3 3,-2 2-42,-3 2 22,-1 4 382,-1 2 42,1 2-202,2 1-68,2 2-93,3 0-63,5 1 1732,4 0-1932,4-1 106,3 1-538,3-2-59,2 1-34,2-2 16,3 1-17,3-2 35,3-1 78,2 0 105,3-2 295,2 0 556,1-3-456,12-1 70,-8-3 326,8-2-207,-10-4 15,-3-3 6,1-4 24,-3-4-37,1-4-41,-2-2-54,1-2-17,-2-3-33,-2 0-24,0-1-26,-4 2-37,-1 0 27,-3 2 7,-2 3 5,0 1-12,-2 4-12,0 1 4,0 3 0,-1 3-74,0 1-15,1 2 14,-2 2-43,2 5 28,0 1 7,1 5-12,2 2-6,1 2 73,0 2-2,2 3 2,-1 1-3403,2 1 3343,-1 1-48,2 1-29,0 0-86,1-1-75,1 0-148,0-3-71,2 0-60,1-3-216,1-2-392,0-4-518,2-3-779,1-3-596,0-2 2842,3-4-3210,-1-2 2597,3-6 850,0-3-6,-1-3-12,0-4-9,-3-2 37,0-3 880,-5-2 550,2-17 777,-5 10-235,1-12-270,-5 12-216,-2 1-233,0 0-1209,-3 0 802,0 1-157,-1 2-118,0 4-198,-2 2 35,-1 5-90,-1 2-53,0 5-39,0 2-36,1 2 2767,-1 4-2890,2 2-39,-1 1-17,0 4 0,0 2-5,0 6 0,-1 4-1,0 5-1862,1 4 1857,1 4 0,1 3 99,0 4-110,1 2-17,0 1-680,0 0 601,1-1-61,1 1-89,2-1-113,1 0-123,1-2-2132,2-2 1920,3-5 325,2-3-1317,3-4-5261,11-1 6958,-2-8 0,-5-3 0,-8-7 0</inkml:trace>
  <inkml:trace contextRef="#ctx0" brushRef="#br0" timeOffset="25659">7041 6261 12379,'-1'-40'492,"0"-1"1,1 4 0,-4 9 1525,-6 24-1789,-2 2 1392,-2 1-1475,0 3-23,-2 3-22,0 4 945,0 3-884,-8 12-89,4-4 3059,-7 8-3064,7-7-7,-1 0 907,-3 0-906,0 0-3234,-13 6 3284,10-8 22,-8 3 6,16-10-17,2-3-22,5-3-28,6-1 0,2-3 22,3 0 0,2 0 3398,3 0-3404,5 0-21,3-1-7,5 0-10,1 0-12,4 1-3403,2-1 3375,1 0-2268,2 1 2268,2-1-1291,1-1 1280,2 0-582,2 0 565,1 0 829,19-2-846,-11-1 6,15-2-34,-15-1-33,0 0-230,16-5 118,-16 3 1603,8-5-1620,-21 4-17,-5-2 1819,2-5-1718,-10 4 73,0-7 95,-12 9 1543,-1-1-1498,-6 4 1256,-2 3-1195,-3 0 339,-2 0-282,-3 2 27,-2 0 17,-1 2 6,-2-1 0,0 1-23,0 0-27,1 0 89,-1 0-123,7 0-123,1 0-1,6 0 23,3 1-22,3 2 0,0 0 27,10 5-33,0-3 0,7 2 0,-2-3-5,2-2-1,1 1-5,1-2-3392,0-1 3386,-1 0 6,-1 0 5,6-5-11,-8-1 0,4-4 1,-11 0 4,-3-1 3388,-2-2-3388,-2-2-4,-3-1-1,0-2 6,-2 0-6,-2 1 6,-1 0 5,-8-1-11,1 6 0,-7 0 12,-5 5-12,3 3 6,-7 0 0,7 4 5,2 0-5,-1 3 0,3 1-3404,0 2 3393,2 3-1,1 2-5,-3 9 0,5-2-5,-1 7 5,6-5-11,3 10 5,3-8-5,4 8 0,3-10-12,5 1-16,4-2-6,3-1-28,4 0-401,4-2 345,3 0-22,3-4 2751,20 0-2768,-10-6 0,16-1 28,-17-8-1025,1-1 1009,-1-5 10,-1-2 23,-3-3 39,-4-1-202,-3-1 297,-3-1 0,-4 0 11,8-10 6,-11 7 511,8-12-466,-17 13 22,-1-4 275,-8 7-258,-2 2 6,-4-1 5,-1 0 1081,-4 2-1080,-1 0-1,-1 1 0,0 1-3068,1 0 3057,1 2-5,1 0-12,3 1-11,0 2-11,3 0-12,-1 2-5,2 0 3381,-1 2-3398,1 0 156,0 1-100,-1 5 144,1-2-305,-1 5-149,3-1-543,1 0-819,0 2-3070,-1 0 4614,1 0 0,-2-3 1,1-1-1</inkml:trace>
  <inkml:trace contextRef="#ctx0" brushRef="#br0" timeOffset="27527">8906 6643 14686,'3'-7'4349,"-2"1"-1828,-1 6 351,0 0-2713,9-47-935,-3 29 935,9-39-15,-4 41-223,1-3 68,0 0 167,1-1-3072,-1-2 3008,0 1-99,-1-2 74,-1-1-14,-2-2-30,1-2-11,-1-4-14,-1-3 18,1-23-27,-4 10 4,-1 16 1,0-1-10,-1-14 0,-1 1 10,-1 1-12,-1 4 2,-2 4 0,-1 6 6,-2 6 2,0 5-9,-1 6-16,1 5 433,-2 4-413,1 3 311,-6 11-227,2 2 3330,-4 10-3340,2 2-18,0 5-555,-2 5 554,1 5-24,-1 5-25,2 5 143,-1 4-10,4 4-20,1 2-19,4 0-1072,1-1 879,4-1-22,4-1-36,3-3-220,5-1-33,5-4-20,4-3-38,5-3-54,7-6 22,3-5-153,-4-13 1,2-4-2843,21 3 3091,-18-7 1,0-3-498,16-7-940,-1-8 1039,-3-6 527,-4-6 118,-6-5 511,-4-4-255,-7-1 35,-6-2 216,1-16-89,-8 11 51,0-12 26,-7 17 38,-2 1 43,-2 3 41,-3 1 57,0 4 15,-2 3 2408,-2 4-2490,-2 3 1764,-9 0-1934,1 7 0,-4 1-3,4 5 29,-2 1 308,0 4-295,0 2 13,-1 3-15,0 3-63,1 1-83,0 2-51,3 2-78,2 2 501,1 0-595,1 10-58,3-7-24,1 8-6,3-11 3,3-1-8,1-1 221,3-3-232,1-2 6,0-4 85,1-2 45,1-3 75,0-2 61,1-5 101,0-3 13,2-4 17,0-3-2,0-2-39,0-3-38,-2 0-56,-1-1-3457,-1 1 3331,0 0-2,-2 1 164,2-3-62,-5 7 23,1-2-6,-3 9-43,-1 2 3347,-1 2-3468,-1 2 32,-2 1 96,-3 3 80,-1 3 0,-2 3-18,-7 12-5,4-2-13,-4 9 27,7-7-57,1 2-113,2 0-3478,1 1 3392,3-2-1995,1 0 2019,4-1-695,4 0 658,3-2-16,12 5 44,-2-8-26,8 1 11,-3-10 27,1-4 8,3-2 38,1-3 34,13-11 21,-11 0-12,19-21 31,-24 10 1,5-11 1729,-13 7-1724,-3-2 11,-1-1-64,-3-1 81,-2 0-1929,-1 1 1935,-2-1 483,0 0-347,-2 2-283,0-11 217,-3 13 726,1-6-718,-2 15-1,0 3 2356,0 2-2384,0 3 2302,0 1-2380,0 4 695,0 0-708,0 5-21,1 2 15,2 2-21,1 4-9,0 2 2,2 3-5,0 3-1,2 2 6,1 3-18,9 12-9,-3-7 32,8 9 5,-6-12-211,3 0 213,0-1-6,1-1 1,-2 0-33,4 5 7,-8-5-90,2 11 33,-12-14-39,-2 5-246,-11-2 112,-1-5-84,-9 4-102,0-6-3295,-3-1 3061,-2-3-1220,-2-2 799,1-2-6748,-4-5 7852,11-5 0,1 2 0,12-3 0</inkml:trace>
  <inkml:trace contextRef="#ctx0" brushRef="#br0" timeOffset="27919">10527 6513 25239,'-11'-51'114,"-1"0"0,3-4 0,5 8-75,11 13-863,3-16 847,-2 9-870,-2-4 869,0-2 1,-1-1 53,-2 1-37,-2-15-16,-3 17 5,-3-8 0,-4 24 33,-7 0-27,4 10 206,-6 2-229,8 10 620,0 4-626,1 1-5,-1 7 6,3 3 1207,-1 5-1213,3 5-11,2 16 6,1-4-15,3 16 20,3-9-6,4 5-3149,3 3 3144,3 3-20,-1-11 0,2 2-707,4 0 0,2 1 651,0 0 1,0 0-60,3-4 0,-1-3-369,12 13-896,0-2 280,-1 0-578,-4-3-1399,-2-4 3108,-3 1 0,-11-19 0,-3-2 0</inkml:trace>
  <inkml:trace contextRef="#ctx0" brushRef="#br0" timeOffset="28076">10342 6392 19300,'-5'-6'2991,"1"2"-2409,4 4 283,0 0-40,3-69-706,9 44-818,-4-16 1,4 4 798,20 20 299,6 2-121,8 1-236,5 2-899,6 2-4059,-16 5 1,0 0 4113,13 0 0,-1-1 0,-38 5 1</inkml:trace>
  <inkml:trace contextRef="#ctx0" brushRef="#br0" timeOffset="31071">11545 6328 21416,'3'0'3472,"-1"0"2124,-2 0-5428,37-54-3573,-26 38 3326,9-14 0,-3 2-40,-15 22 853,-2 1-1178,0 0 542,0 1-559,0-1-1,-2 0-31,1 0 1983,-2-1-1887,0 0 190,0 0 87,-2-2 42,1 1-36,-1-1 34,1 1 88,-2-1 36,2 2 36,0-1-16,0 2 47,0 1-39,1 1 66,0 1 30,1 0-11,1 1 344,0 0-167,1 6-162,0-3-7,2 6-188,0-4-68,0 0-37,0 0 18,0 0-343,-1 1 163,1 1 78,-1 2 87,2 1 100,-1 1 111,1 0-83,-1 1 41,2-1-45,0-1-91,1 0 216,2-2 114,2 0 240,1-2 103,3-1 232,0-1 117,11-2 223,-6 0 62,15-7-1013,-14 1-202,7-6 0,-3-6 0,-7 1 0,2-6 0,-8 4 0,-3-1 0,-2-1-524,-3-2-546,-2-10-108,-3 9 107,-2-7 76,-3 12-49,0 3 284,-1 1 281,-1 3 3521,1 1-3084,-6 1 232,4 4 454,-7 0-14,8 4 371,-2 2 78,4 2-502,-3 8-577,3 0 0,-4 6 0,-2 8 0,3-2-1306,-4 9 983,3-6-172,1 2-608,0 1 697,2 3 64,2-2 7,1 0 50,4-1-86,1-1 14,2-1-95,5-1-100,4-3-53,4-2-58,6-2 288,3-3 116,5-2 146,4-4 92,3-2 144,4-5 356,2-1-261,-10-6 1,1-1 200,18-4-235,-17 0 0,-1-1 161,11-9-949,-2-1 828,-2-4-73,-2-2-66,-3-5-80,-2-3-376,-2-5 224,-4-5-63,-1-5-38,-3-2 3,-1-4 368,-1-1-344,-1 0 119,-8 17 0,-1-1-83,4-18 111,-6 22 0,-2-1-96,-3 4 0,-1 2 32,0-16 20,-4-10-71,-1 22 45,-3 4 424,0 3-439,-1 5-13,1 3 2377,0 5-2340,0 3 11,2 4 54,0 3 576,1 3-348,1 0 1545,0 6-1372,-1 3-81,-2 6 5,0 6-3499,-2 4 3347,0 6-28,0 4-328,0 5 194,3-6 0,1 1-174,-2 20-43,3-17 1,1 1 196,1 3 1,1 0-522,2 22 550,0-21 0,1-1-39,5 16-16,1-1 4,1-2 9,1-2 1512,1-4-1531,1-4-20,1-4-559,1-4 539,1-5 154,0-4-147,0-5-6,-1-3-15,-1-5 645,-1-5-549,0-4 1439,-1-5-1411,8-12 1173,-4-1-939,5-9-22,-7 2-44,-1-2-11,1-2-45,-3 0-72,-1-1-13,0-11-86,-5 9 48,-1-6 34,-4 14 8,-1 3 15,-1 2-13,-1 2-13,-2 2-16,-1 1 48,0 2 466,0 2-418,1 1-10,2 2 22,0 1-35,1 1 136,0 0-30,1 5-86,2 0-44,3 4-46,2 0 49,3 2-3,9 4 73,-1-4-100,10 3 79,-5-6 87,2-1 44,2-3 336,0 0-5,-3-2 323,0-2 22,-4-3 104,-1-2-63,-4-4-756,-1-2-156,-3-2 0,-1-3 0,-3 0 0,-1-2 0,-2 1-554,-3-1-256,0-7 130,-3 7-11,-1-3 118,-3 9 50,-1 3 210,-1 2 228,-1 2 212,-1 2 238,-2 2 156,-2 0 192,-7 7 195,4 0 135,-6 7-491,7 1-552,0 3 0,0 4 0,0 1 0,0 3 0,2 0 0,1 2-106,2 0-419,2 1 132,2 0-18,4 0 5,1-1-29,6-1-108,3-3-64,6-1 191,3-2 133,5-2 175,2-2 123,3-4 184,2-3 128,0-4-403,3-2 784,-1-2-79,2-4-9,0-3-35,-1-5-35,-2-3-576,-3-3 242,-3-3-170,-3-2-169,-2-5-180,-4-2-90,3-15-158,-6 11-1301,1-9 1322,-6 17 53,-2 4 628,-1 2-462,-1 4 85,-1 1 386,-1 3-332,0 2 11,0 3 21,0 0 1365,0 4-1404,0 0 37,0 3 32,0 8 40,0 0-20,2 18 38,-1-7 19,1 10-5,-2-6 38,0 2 0,-1 2 22,-1 0 11,0 1 62,0-1-3393,0-1 3358,2-2-8,0-3-57,1-3-42,1-4-66,1-4-93,1-2 41,-1-4 3577,-1-1-3373,1-3 573,0-3-145,2-3 54,2-3-29,1-3 63,2-3-55,0-2-200,1-3-42,0-2-1086,0-3 572,1 0-9,1-1 98,-1 3-36,2 2 116,-1 2 57,0 4 80,-1 2 38,-2 4 124,-1 3 77,-1 1 34,1 2 604,-2 2-600,1 0 10,0 2-214,0 2-167,0 1-105,1 4-230,0 1-76,0 2-156,0 2-13,-1 0 24,-1 2 40,-1 0 101,-1 1 14,-1 0 164,-2 0 92,-1 0 59,0-2 80,-1 1 59,0-4 38,0 0 56,0-4 43,0-1-12,0-2-53,1-2-139,-1-1 98,3-2 540,1-3-145,2-2-2,2-4-66,1 0 19,2-5-12,3 0 168,-1-1-157,2 0-551,-1 2 143,-1 0 23,-2 3 79,-1 3-21,-3 2 81,-2 3-17,-3 2 85,0 0 63,-2 5-708,1 1-123,1 3 19,0 1-109,3 5-12,0-3-16,5 4-24,0-4-22,5 0 751,2 0 79,4 1-109,4-3 42,1 0-864,14-2 454,-9-4-271,8 0-161,-15-3-114,-1 0 215,-3-2 399,-2-1 308,-4-3 231,-2-1 111,-4-6 240,-4 0-344,-2-1-3,-4 3-96,-3 5 129,-1 0 708,-2-2-923,1 3 95,0-1 112,2 3 119,2 0 7,0 1 132,2 0 256,0 1-921,4 0 548,1 1-182,4 2-1,0 1-103,3 0 56,1 1-16,1-1 152,1-1 91,0 0-534,2-1 191,-2-1 10,1 0 95,-2-3 17,-1-1 13,-1-3-3531,-1-2 3299,-2-3-506,0-2 329,-2-1-44,0-4-103,-1-2-77,0-1-3,-2-2 90,-1 1 59,0 1 47,-2 2 57,0 2 32,-2 2 27,-1 3 304,-4 3-184,0 2 77,-2 2 94,-1 2 84,-1 1 59,-1 2 3394,-7 4-3221,4 2 193,-5 3-324,1 11-182,5-2-108,-7 16-119,10-10-96,-1 9-79,7-9-104,2 0-42,1 0 19,3 0 77,3 0-3440,4-1 3454,5 0-474,4-2 606,5-1-157,16 5 223,-7-10 35,13 2 41,-14-12 144,2-1 61,-2-3-68,1-2-198,14-7 206,-11-3 2623,7-6-2635,-16 1-69,-5-1 559,-2-2-702,-3-1-59,-2 1-29,-1-1-36,-3 2 28,0 0 210,2-6-91,-3 8 47,1-4 209,-3 7-129,-2 6 508,-1-1-587,-2 7 144,-1 0-250,0 9-32,1 1 40,2 15-59,-1-6 27,1 9-17,-2-5 91,-1 1 27,0 1 59,0-1 23,0 0-3393,0-2 3407,1 0-806,0-2 777,1-2-11,3 0-2,-3-7 18,3 0 160,-3-8 3008,0-1-2796,1-3 1014,3-8-1248,-2-1-18,7-14 15,-3 8-8,4-7-48,-1 8-62,1 1-244,1 2 509,7-2-3265,-5 7 3483,4 0 33,-8 7 141,5 0-79,-5 4-158,4 2-85,-5 2-459,0 4-214,0 0-67,-1 2-117,0 1-155,1 1 62,0 1-1141,2 0 1345,1 1 155,3 0 175,2-2 73,3-1 129,4-2 78,3-2 79,1-2 43,1-4 22,-2-1 24,0-4 3,-2-3 1184,-1-4-1318,10-13-167,-9 2-509,7-10 316,-12 3-135,-2-3-67,-3-5-321,-2-4 279,-7 7 1,-1-2 2445,2-21-2381,-5 18 0,-1-1-1428,0-15 1236,-2 0 81,-3 3 62,-3 4 207,-3 4-2554,-1 7 2650,-2 7 52,2 5 283,0 6-121,1 1 794,4 7-927,1 2 372,3 5-352,0 1 3294,1 6-3380,1 1-56,2 8-9,1 3-1,2 5 8,3 22-11,-2-3-1119,3 17 1151,-2-10-35,1 4 38,0 1 2,1 3-11,1 0-14,1-1-1359,1-1 1344,2-3-69,-3-17 1,2-1-716,8 15 417,-2-13 0,1-2-160,5 0-1501,18 8-238,-20-27 2352,7-2 0,-22-11 1,0-1-1</inkml:trace>
  <inkml:trace contextRef="#ctx0" brushRef="#br0" timeOffset="31235">15368 5857 27332,'-19'-39'-73,"-1"-1"1,1 4-1,11 8-140,36 22 434,-3 2-166,27 1-153,-16 2-283,13 4-505,-12 0 745,20 6 0,-31-5 0,11 3 1</inkml:trace>
  <inkml:trace contextRef="#ctx0" brushRef="#br0" timeOffset="31808">16330 6172 17942,'6'-2'4361,"-1"1"-1369,-5 1-2358,51-62-2633,-34 37 2155,12-12 0,-3 1 112,-16 17 961,-3-1-1109,-3 6 236,-1 0-455,-5 8-4,-8 3 205,0 2 117,-17 8 31,9 1 5,-9 8-8,9-1-39,-6 12-38,8-3 1027,-3 9-1241,10-8-132,3 0-114,3 1 1,2-2 23,4 0-2,3-3 33,4 0 103,5-4 69,4-1 98,3-2 78,3-3 70,5-2 56,2-3 67,2-3 52,-1-1 56,9-10 2,-13 0-425,4-8 273,-18 0-147,-4-2-132,-3-3-87,-4-3-98,-2-2-115,-3-3 103,-3-2-241,-2 1 27,-4 1 139,0 2 103,-3 2 85,-1 4-3168,-2 3 3349,-2 4 345,-4 2-174,-2 3 81,-2 4 16,-1 1 11,-1 3-17,4 2-7,1 2-64,-1 7-102,9 1-189,0 5-208,11-2 3055,2 2-3703,6 2-409,5 1-409,9 1-777,6 0-2056,8 1-4285,-1-2 8799,-1-3 1,-15-7 0,-6-4 0</inkml:trace>
  <inkml:trace contextRef="#ctx0" brushRef="#br0" timeOffset="32184">17247 5884 27842,'-24'-51'189,"-1"0"0,3 5 1,2 8-367,6 17 241,2 4 5,2 4-179,2 5 20,4 3-25,1 4-326,1 7 388,2 4 15,-3 25-64,0 0-1020,-3 22 1096,0-2-837,2-23 1,1 1 856,-2 3 1,1 2-1019,-1 2 1,0 1 1017,0 2 1,0 1-9,0 2 0,-1 0-14,1 2 0,0 0-14,0 1 0,1 1-547,0 1 0,0 0 468,1 2 1,0 1-57,0-1 1,1 0-522,0 0 1,0 0 394,1-1 1,-2-2-68,1-1 0,-2-1-5,0-5 0,-2 1-166,-6 7 1,-3-2 447,3-15 1,-1-3 86,-6 5 1,-1-4 371,-11-7-276,0-13 1302,2-10-1280,2-11 6,4-9 11,3-9 27,4-8 12,4-8 11,7 7 1,1-2-962,-2-24 849,4 19 0,0 1-14,2 9 0,0 1 715,0-1 0,0-1-718,1 1 1,0 0 8,0 0 0,0 1-152,3-31 194,2 5-23,0 2-28,3 5-22,2 3-28,3 2-11,4 4-50,4 2-79,5 4-146,7 2-1784,-3 13 1,3 2-7762,15-7 9649,-15 11 1,-3 2 0,-7 5 0,-10 5 0</inkml:trace>
  <inkml:trace contextRef="#ctx0" brushRef="#br0" timeOffset="33575">19100 5950 18207,'-4'-7'1983,"0"2"-488,4 5 130,0 0-1334,-65-56-378,42 40 154,-15-15 0,2 5 94,21 24-99,0 0-29,1 3-5,2 2-6,-8 25 1,2 6-34,3-6-265,-2 9 0,3-1 265,12-14 5,4 0 206,3 0-205,4 0-1,5 0-5,4-2 0,3 0-6,3 0-11,2-3-3218,0 2 3201,2-4-159,-1 2 69,10 4 79,-11-4 12,5 4 16,-16-9 11,-6 0 6,-5 0 11,-11-3 11,-5 0-1846,-10-1 1857,-8-2-1351,-8-2 1368,-4-1 651,9-2 1,-2-1-646,-18 0-20,17-1 1,2 0 18,-12-4 1,4-2-17,4-1-5,7-1 24,-1-6-193,15 2-167,2-4 1898,15 4-2952,7 0 1264,5 1 103,10-1 0,-10 6 0,1 1 0</inkml:trace>
  <inkml:trace contextRef="#ctx0" brushRef="#br0" timeOffset="33945">19428 6005 24508,'-30'13'103,"0"1"1,-18 12-59,46 3-28,1-6-501,4 7 489,2-10 163,4-2-157,3-2-5,2-2-6,5-1-3232,2-2 3226,3 0-1733,2-2 1722,0-1-115,11-4 154,-11-2 6,6-5 17,-16-3 2406,-2-5-2389,-5-2-1,-4-2 2586,-4-13-2496,-11-5-78,-1-1 496,-9 1-473,3 11 4,-2 1 7,1 2-12,-1 2-22,1 2-6,3 3-22,1 3-17,3 3-11,3 1-17,3 3-45,3 1-11,1 4-62,2 3-106,2 3-180,2 2-307,3 3-588,2 2-1250,2 1 2549,1 3 0,-5-9 0,-1 0 0</inkml:trace>
  <inkml:trace contextRef="#ctx0" brushRef="#br0" timeOffset="34287">19810 6040 25724,'37'-3'17,"-3"7"-23,-13 26-1266,-1 1 1267,0 2-6,-2-1-17,-3-1-6,-4-3 398,-4-1-397,-3-3 10,-4-2 221,-5-2-198,-4-4 11,-14-2 23,-4-7-6,0-4-6,4-9 666,13-3-655,4-6 29,6-11-34,6 4 0,6-9 5,19-4-27,-3 7-1519,12-8 1518,-7 11-5,-1 2-124,2 1 96,-1 3-33,0 3-563,-2 2 428,-1 3-102,-2 2-161,-2 1-252,-1 1-381,-3 0-622,-1 0-1244,-1 1-6873,-3 0 9815,-4 2 1,-6 2 0,-3 0-1</inkml:trace>
  <inkml:trace contextRef="#ctx0" brushRef="#br0" timeOffset="34508">20523 5681 19094,'0'-44'377,"0"0"0,0 4 0,-1 9 2265,1 24-2497,-1 2 1035,0 3-1141,-1 3 602,-1 14-629,0 2-7,0 14 1460,1 1-1465,1 6-6,0 7 6,0 3-11,1 5-6,0 2-42,0-14 0,0 2-14,0-10 1,0-1-35,0 11 1,0-2-152,1 16-2358,1-4 2050,2-2-336,3-3-754,2-2-529,0-4-3225,1-1 5410,0-1 0,-4-19 0,-1-3 0</inkml:trace>
  <inkml:trace contextRef="#ctx0" brushRef="#br0" timeOffset="34683">20333 6155 20145,'-4'-7'2605,"0"2"-2051,4 5 90,0 0-493,-6-61-1426,12 41 1289,-6-15 0,5 4-25,16 24 292,5 2-387,3 3-90,5 1-916,3 2 625,3 3-264,4 2-420,1 1-654,1 0-1709,0 0 3534,5 1 0,-25-4 0,0-1 0</inkml:trace>
  <inkml:trace contextRef="#ctx0" brushRef="#br0" timeOffset="35046">20960 5995 25275,'-32'3'76,"0"0"0,-20 5-37,57 7 1,2 3-12,7 0 0,5 0-6,5 1-1776,3-1 1771,3-1-11,2-3 442,1-3-448,0-3 0,0-3-22,-2-3 22,-2-1 6,-2-5 5,-2-3 0,-3-4 6,-2-4-6,-3-3 0,-4-3 1,-2-2 4,-4-1 7,-4-2-6,-1 1 11,-4 0-6,-4 2 6,-4 1 11,-4 3 887,-2 2-870,-3 2 28,-1 3 90,-2 2-73,-2 2-6,1 2 373,0 4-401,1 1-22,1 2-11,1 4-17,1 2-6,2 5 0,2 0-11,2 3 0,1 3 0,3 1-11,3 3-6,1 1-28,4 3-39,1 1-61,4 2-91,3 0-139,5 2-208,4-1-1600,4 0 1142,4-2-601,5-1-290,4-1-96,7 0-2396,6-2-3037,-1-3 7091,-4-5 1,-19-7-1,-10-5 1</inkml:trace>
  <inkml:trace contextRef="#ctx0" brushRef="#br0" timeOffset="35450">21683 6263 14264,'4'-8'4610,"0"2"-3367,-4 6-117,26-63-863,-17 34 448,6-15 1,-2 0-197,-13 18-106,-5-5-62,-6 15 22,-7 2-127,-5 4-35,-6 4 115,-3 2-188,-4 3-39,-1 4-794,1 4 749,1 5-22,2 5 308,5 2-319,3 3 79,4 2-13,5 2-89,5 1 6,5 1 96,3-3-107,2 0 0,5-2-12,2-2-90,6-2 20,4-2 70,2-3 1,3-3 11,3-4-12,2-3 7,4-2 10,2-6-5,3-3 11,3-5-488,0-4 488,0-3 11,-3-6-11,-3-3 11,-4-6 1,-3-5-1,-3-7-1442,-2-3 1448,-2-4 5,-2-1-451,-2 0 452,-3 2 10,-3 5-942,-2 3 960,-4 5 21,0 6 29,-3 4 17,-2 5 345,0 3-328,-2 5 1895,-1 4-1946,2 3 519,0 3-564,1 3 1361,1 2-1395,1 2 1,-1 5-1,-1 4 1,-1 6 0,-2 6 5,-2 5 0,0 5-11,-1 4-917,-1 5 901,0 5-12,-1 5-51,1 6-2164,0 5 2075,5-29 0,0-1-134,1 2 0,0-1-161,1 0 1,0 0-1089,-2 30-707,2-2-3253,3-4-4320,4-7 9769,0-8 1,-1-21 0,0-9 0</inkml:trace>
  <inkml:trace contextRef="#ctx0" brushRef="#br0" timeOffset="36169">23087 6079 24923,'5'-41'347,"0"1"0,1 2 1,-6 11-191,-9 24-62,-3 2-22,0 6-29,-2 3-10,0 7-12,-1 4-5,1 5-1122,0 4 1105,2 5 28,-1 5-17,1 3-5,-1 2-12,0 2-33,-1 2-45,0 4-78,0 1-51,2 5-62,2 2-56,2 1-2213,4-1 2152,3-3-50,5-3-6,2-7-23,3-5 623,1-9-785,-2-7 11,-3-8 79,-2-8 17,-1-5 447,-2-18 62,0-2 34,-2-15 22,0-1 23,-1-6-1932,-1-6 1931,2-5 6,1 9 1,-1-2 575,2 10 0,0-2-444,0-25 0,1 0-499,0 22 1,1 2 447,1-13 1,0 2-9,1 12 0,1 2 0,0 0 0,0 1 6,1-1 0,0 1 145,9-27 0,2 3-31,-4 22 1,2 0-60,9-13-27,9-6-40,-8 24-27,1 5-232,1 6 187,0 5-12,0 5-10,0 3-7,-1 4-10,-1 5-12,1 3 6,0 5-6,-2 3 6,-1 4-6,-2 3 0,-3 4-11,-3 2 11,-6 2-297,-4 3 286,-6 0-859,-8 0 859,-8 1-1099,-11-1 1093,-7-1 1,-8-2-367,-4-2 367,-5-3-1,0-4 17,0-2-16,2-4-7,3-2-21,5-1-62,7-2-51,6-3-106,7-1-78,8-2 1372,7-3-2045,4-1-935,10-2-3053,4-1-2428,6-1 7419,-1 1 0,-7 0 0,-3 1 0</inkml:trace>
  <inkml:trace contextRef="#ctx0" brushRef="#br0" timeOffset="37082">23815 6064 16034,'0'-3'3809,"0"0"599,0 3-4324,-63-35 0,42 30-54,-15-12 1,2 6 31,21 21-23,1 3-11,0 2-6,1 3-5,0 1 0,2 2 0,0 0-6,2 1-11,2 0 11,1-2-5,2-1-1,1-3 7,2 0 27,4 0 6,0-5 5,2 0 17,-1-8 0,1-1-5,0-2-17,3-3-6,2-1 34,9-8-28,-3 1-1,6-6 1,-7 3 12,1 0 4,-1 0 18,2-1 16,-3 0 11,1 2 18,-2 0 10,-2 2 17,-2 2 12,-3 2-23,-3 1-28,-3 2-28,-1 2-34,-2 0-22,-2 2-6,-2 0 1,-3 0-23,-2 4-11,-5 5 5,2 1 17,-4 6-5,6-3 5,0 0-11,2 2 0,2-1 0,3-1 0,2 1-6,1 0 1,2 0 5,2-1-6,4 0 12,2 0 33,16 7-22,-1-6-17,6 1 5,-8-8 1,-7-6 5,6-3-5,-5-3 5,3-3 0,-2-7 0,-4 1 6,5-15-6,-8 9 1,1-9 10,0-4-16,-4 8 5,2-8 6,-3 12-1,-1 1-4,0 4-1,-1 2-6,1 2 1,0 3 0,0 2-1,1 1-10,0 3 5,1 1-12,0 1 12,2 0-5,0 4-1,1 1 6,1 6-5,5 10 5,-4-2 0,5 11-6,-6-5 0,1 3 6,-2 0 0,-1 1-5,2 9 5,-3-11 5,2 7-5,-3-13 0,1-2 0,1-3 0,1 0 0,1-4 0,1-1 6,0-4 0,2-2 5,1-2-6,3-3 7,0-3-7,3-2-5,0-5 6,1-2-1,9-12 1,-8 3-688,7-9 687,-12 3 1,2-3-1,-2-6-1051,1-4 1051,-1-5 1,0-3-2821,-1-2 2837,-2-1 0,-2 2-672,-3 0 695,-3 5-6,-4 1 115,-2 5-98,-2 3 0,-1 4 22,-1 2 650,-1 5-622,0 3-5,2 5 2833,0 4-2822,0 1-90,2 7-10,-1 0 1162,0 5-1174,0 8 491,-1 1-497,-1 10 6,-1 3-11,0 5 16,-2 7-10,0 4-1482,-2 6 1481,0 4-22,0 5-1107,0 5 1074,1 2-40,3 3-1192,1-1 1086,3-1-107,4-5-134,2-4-157,2-7-980,2-4-537,1 5 1065,-2-15-4068,1 1 5125,-1-16 0,-5-9 0,1-1 0</inkml:trace>
  <inkml:trace contextRef="#ctx0" brushRef="#br0" timeOffset="37293">24475 5873 20671,'-3'-3'2958,"1"1"145,2 2-3008,68-33-2956,-38 25 2897,13-9 1,-1 2 19,-12 15-417,0 0 389,-2 0 680,-1 0-697,-3 0 0,-3 0-11,-2 0 1341,-2 0-1486,-3 0 973,-4 0-1673,-2 1-962,-5 0 1807,-1 0 0,-2 0 0,0-1 0</inkml:trace>
  <inkml:trace contextRef="#ctx0" brushRef="#br0" timeOffset="43025">3095 2754 13661,'3'8'-522,"-2"-3"694,-1-5 3851,0 0-3061,-5 8 19,4-2-570,-5 6 48,6-4-51,0 0 177,-1 0 9,1-1-408,-1 0-38,0-1 9,0-1 287,0 0 99,-1-1 273,0-1 441,-1 1-177,0-3 164,-1 1-49,1-1-468,-1-1 90,-1 0-527,1-1 251,-2-4-1383,3 1-200,0-4-150,1 2 188,1-2 487,0 0 195,-1-3 52,1 1-58,0-3 844,-1 0 300,1 0-211,0 0-36,1 0-197,0 1 60,0 1-48,0-3-44,0 4-132,1-1 257,2 3 375,3 2 552,0 1-1226,3-1-166,7-1 0,-1 1 0,7-2 0,-3 3 0,4-1 0,1 0 0,3-2 0,2 2 0,1-2 0,1 2 0,18-2 0,-11 2 0,14-1 0,1 1 0,-13 3 0,15-1 0,-16 2 0,3 1 0,1 0 0,1 1 0,3-1 0,-13 0 0,1 1 0,19-1 0,-19 0 0,2 0 0,0 0 0,0-1 0,20-1 0,-20 1 0,0-1 0,15-1 0,-16 0 0,1 0 0,19-2 0,-8 0 0,0-1 0,8 0 0,-20 1 0,-1 0 0,14-2 0,-1-1 0,-3 1 0,-1 1 0,-4-1 0,-1 2 0,-3 1 0,-2 0 0,-4 1 0,5-1 0,-10 2 0,3 0 0,-12 1 0,-1-1 0,-1 2 0,-1-2 0,0 1 0,-1 0 0,0-1 0,-2 2 0,4-2 0,0 1 0,-1 1 0,-2 0 0,-5 1 0,0 0 0,0 0 0,-1 0 0,1 0 0,0 0 0,0 1 0,0 0 0,-1 3 0,0-1-1039,0 2-360,-1-1-281,1 3-177,-2 0-150,1 1 498,0 2 151,0 1 766,-1 3 267,1 8 308,-2-3 355,2 7 158,-3-6 281,2 1-166,-2 1 16,2 2-266,-1-1-63,1 1-240,1 1-118,2 0-97,6 16-302,-2-10-122,7 12-539,-1-14-1084,3 0-4805,2-2 6965,7 1 0,-14-13 0,1-1 1</inkml:trace>
  <inkml:trace contextRef="#ctx0" brushRef="#br0" timeOffset="44180">4367 1810 26793,'0'-3'-884,"0"1"2363,0 2-50,-62-51-2697,38 38 967,-12-15 0,0 5-82,16 22 1189,-1 4-520,-1 1 1147,-1 4 234,0 4-741,0 0 159,1 4-1085,3-1 0,2 1 0,3-1 0,3-2 0,4 1 0,3-2 0,2 0 0,1 0 0,4-2-1768,1 0-612,5-2 391,1 1 385,3-1 534,1 0 555,3 2 318,3-2 331,2 2 650,1 0 277,2 1-273,0-1-144,2 0-161,0 0-170,1 0 5,-1-1-136,-2 1-93,-2-1-52,-4 2-213,-3-2-92,-5 1-401,-3-1-378,-5 1 41,-3-2 684,-6 2 1165,-3-2 579,-8 2 635,-3-1-107,-6 0-44,-3-1-1906,-3-1 0,-3 0 0,-2-1 0,0-1 0,-1-1 0,3-1 0,1 0 0,4-2 0,3 0 0,5-1 0,4 0 0,4 0 0,4-1 0,3-2 0,3 1-1136,2-2-2579,3 0 3786,5-2 0,-4 3 0,3 0 0</inkml:trace>
  <inkml:trace contextRef="#ctx0" brushRef="#br0" timeOffset="46702">6235 2844 26421,'-21'-12'-3011,"5"2"2009,15 8-905,0 0 1107,0 1 347,0-1 249,0 0 105,0 0-1012,-1 0-3391,0-1 4281,0 0 677,0-1-47,0 0 104,0 0-22,1 0 136,0-2 419,0 1-315,1-1 275,-1-1-44,1 0 103,0 0-109,0-1-46,0-1-140,0 1-376,0-2 222,0 0-432,0-1 137,0 0-192,0-1 6,0 0-7,0-1 124,0-7-79,-2-3-234,0 1 14,-1 1-149,0 7-98,1 0 14,-3-3-170,2 4 67,-1-3 1,2 7 125,0 2-35,2 1 355,-1 1 115,1 1 205,0 2-105,0 0 174,2 6-856,0-2 158,1 5-221,1-3 109,0 1-369,0 0 134,4 2 43,0-1 255,2 1 1024,1-2 96,1 0 473,2-1-205,3-1 429,14 1-117,-5-2-10,11 0-181,-9-2-19,2 0-264,1 0-236,4-1-687,1-1-8,4-1 0,23-1 0,-13 0 0,-17 2 0,0 0 0,13-2 0,0 1 0,-13 1 0,0 0 0,19-1 0,-17 1 0,-1 0 0,16 0 0,2-1 0,-15 2 0,1 0 0,19-1 0,-20 1 0,-1 0 0,14-1 0,0 1 0,-13-1 0,1 0 0,22 0 0,-20 0 0,0 1 0,17-2 0,3 1 0,-1 0 0,2 1 0,0 0 0,0 1 0,0 0 0,0 0 0,1 0 0,0 0 0,-30 0 0,-1 0 0,1 0 0,1 0 0,14 0 0,3 0 0,2 0 0,3 1 0,-9-1 0,2 0 0,-2 0 0,11 0 0,-3 0 0,-1 1 0,-2-1 0,-15 0 0,-1 0 0,1 0 0,0 1 0,0-1 0,0 0 0,-1 0 0,2 0 0,16 0 0,0 0-280,-11 0 0,-1 0 285,14 0 1,-1 0-70,-15 0 0,-1 0-196,0 0 0,1 0 195,0 0 1,0 0 1,-1 0 1,0 0-9,0 0 1,0 0 339,-1 1 1,0-1-352,0 1 1,-1-1-8,-1 1 1,1 0 62,-2 0 0,1 0-535,-1 1 0,0 0 519,-1-1 1,-1 1 100,1 0 1,-1 0 1384,31 2-1316,-2 0 7,1 0 221,-3 0-226,0 1 13,-1 0 15,-2 0-220,1 0 39,-18-1 0,1 0-42,21 2-29,-22-2 0,0 0-55,0 0 1,0 0 67,1 1 0,1-1-3,0 0 0,0 0 20,-3 0 1,-2 0-84,14 1 11,-2 0-208,-15-2 0,0 0 243,15 2 810,14 1-783,-6-2 359,-12-1-36,11 0 806,-18-1-1055,0-1 0,0 0 0,0 0 0,1-1 0,1 1 0,0-1 0,21 0 0,-13 0 0,16 0 0,-18 0 0,0 0 0,0 0 0,-1-1 0,-12 1 0,0 0 0,18-2 0,-18 2 0,0 0 0,12-1 0,-12 1 0,0 0 0,18-1 0,-17 1 0,0 0 0,13-1 0,2 1 0,0-1 0,2 1 0,1 0 0,2 0 0,0 0 0,0-1 0,0 1 0,1 0 0,0 0 0,1 0 0,1 0 0,-2 0 0,1 0 0,-1 0 0,-1 0 0,-1 0 0,-2 0 0,-1 0 0,-4 0 0,0 0 0,-4 1 0,-2-1 0,9 2 0,-15 0 0,5 0 0,-19 0 0,-4 0 0,-3-2 0,-4 1 0,-1 0 0,0-1 0,2 0 0,2 0 0,3 0 0,3 0 0,0 0 0,2-2 0,0 0 0,-1 0 0,-1-1 0,-2 0 0,-1 1 0,-2-1 0,-1 1 0,-1 0 0,0 0 0,-1 0 0,1 0 0,1 0 0,1 0 0,4-1 0,2 0 0,16-1 0,-3 1 0,13-1 0,-7 1 0,3 2 0,3-1 0,2 1 0,0 1 0,1 0 0,-2 0 0,-3 0 0,-3 0 0,-3 0 0,-5 1 0,-3 0 0,-3 0 0,-3-1 0,-2 1 0,-2-1 0,-1 0 0,1 1 0,1-1 0,2 0 0,3 0 0,1 0 0,4 0 0,2 0 0,3 1 0,21 1 0,-12 1 0,15 2 0,-17 0 0,-1 0 0,-1 1 0,-3-1 0,-3 0 0,-5-1 0,-4 0 0,-3-2 0,-5-1 0,-2 0 0,-2-1 0,0 0 0,0-1 0,1 0 0,1-2 0,3-1 0,0 1 0,3-1 0,2 0 0,1 0 0,1-1 0,0 0 0,1 1 0,-2-1 0,0 1 0,-3 0 0,-2 1 0,-2 0 0,-2 1 0,-4 1 0,-2-1 0,-3 2 0,-1 0 0,-3 0 0,1 4 0,-1 0 0,0 11 0,-1 4-1633,1 1-995,-2 2 354,-1-5-69,0 2 259,0 0 2759,-1 2-334,0-1 45,0 1-29,-1 0-147,-2 9-111,1-7-375,-3 6-977,1-11 1376,-2 3 1,4-11-1,0 0 1</inkml:trace>
  <inkml:trace contextRef="#ctx0" brushRef="#br0" timeOffset="47551">10203 1888 32767,'3'-48'-1236,"1"-1"1,-1 5 0,0 7-247,1 9 1138,-2 4 180,-1 2 39,-1 4-46,0 3 74,0 2-1458,0 4 1586,0 2-94,0 3-129,0 2 14,0 1 77,0 9 112,0 2-10,-1 8 72,-1 3 117,0 4 70,-6 18 103,2-6-66,-2 12 42,4-12-128,2-2-80,0 0-97,4-4-313,3-3-235,3-4-449,4-3 409,2-3 317,3-2 392,1-4 475,1-4 336,2-2 506,1-3 464,2-2 441,2-4-1129,0-2-1248,4-5 0,0-2 0,3-5 0,0-2 0,1-2 0,-2-4 0,7-16 0,-11 7 0,2-11 0,-14 14 0,-4 1 0,-3-5 0,-5 10 0,-4-4 0,-5 14-1798,-3 2 196,-2 3 555,-1 3 591,-4 1 552,3 4 561,-1 0 156,5 4 897,1 2-83,1 3-1627,2 4-1285,2 8-2304,4-4-5937,2 4 9058,3-8 1,-3-5-1,-1-3 1</inkml:trace>
  <inkml:trace contextRef="#ctx0" brushRef="#br0" timeOffset="48218">10964 1734 29009,'1'-3'-1794,"0"1"5217,-1 2-1604,9-22-2312,-4 24 346,8-13 924,-7 31-2513,2 4-670,1 2 1326,1 2 7,0 1-1324,1 1 1019,-1-1-172,0-1-655,2 7 2270,-1-5 30,-2-3-12,-4-7 70,-3-11 326,-1-2 287,-1-3 86,1-2-629,-1-2 642,0-7-43,1 0 42,1-8-24,1 1-158,1-2 209,3-3-140,2-2 608,9-12-384,-3 7-126,7-7 158,0 7 93,-5 9-823,2-3-277,-5 11 0,-5 3 0,3 3 0,-3 3 0,1 8 0,3 6 0,-3 3 0,0 4 0,-2-4-1032,0 1-1423,3 10-431,4 2 899,1-1 1205,2-4 604,4-3 698,-5-6 251,7 2 263,0-7 464,-6-5 260,7-1 64,-8-5 95,2-4-1917,-1-2 0,1-5 0,8-11 0,-8 4 0,6-9 0,-11 3 0,-2-3 0,-2-3 0,-4-3 0,0-17 0,-4-1-395,0-10-1144,-4 17 64,0 9 432,-2 7-52,0 9 157,1-2 272,1 10 246,2 3 222,0 2 153,0 2 123,0 2 45,0 2 205,8 11 176,-2-1-219,8 12-39,3 9-222,-2-5-119,6 11 6,-2-10 146,0 2 36,4 0 0,2 0 182,0 2 13,3-1 194,-2 0-81,0 0-48,-1 0-247,-4-2-231,-4 0-384,-5-2-1540,-7 13 2070,-19 6 1,9-15-1,-12-3 1</inkml:trace>
  <inkml:trace contextRef="#ctx0" brushRef="#br0" timeOffset="54822">6065 3016 29580,'-6'-32'-1660,"1"-1"0,-4-19 460,7 48-412,-1 1-3242,0 0 4858,0 0 174,-1 1 292,0-1-1168,0 2 1523,0-1 77,0 1 662,0 0 81,1 0-723,-1 0-112,1-1-482,-1 1 257,1 0-602,0-1 164,0 1-287,-1 0 0,1-1 122,0 0-269,0 1 221,1-2-628,-1 2 701,0-1-446,1 1 534,0 0-23,0 0-167,1 1 952,0-2-1371,4 6 123,-2-1-632,3 4 315,0-3-261,-1 2-327,1 1 381,0 0-737,0 2 1265,-1-1 442,1 2 242,-1 0-44,0-1-1,-1 2 206,1-1-18,-1 0 128,0-1-132,0 0-214,1-1-225,0 0-95,3-1 40,-1-1-80,2 0 476,-1-1 129,3-1 370,0-1 420,1-2 429,1 0 245,0-1 18,1-3 407,1 0-650,0-4-1706,0-1 0,1-1 0,-2-1 0,1-1 0,-1 1 0,-1-2 0,-1 1 0,-2-1 0,-1 0 0,-1 1 0,-1 0 0,-2 1 0,-1 2 0,0-1 0,-1 2 0,0-2-603,-1 2-355,1-1 96,0 2 325,-1 0-142,0 2 464,0 0-230,1 0 582,-1 2-299,1 0 353,-1 0-342,1 6-685,0 0 355,1 4-203,-1 0 340,0 0-173,0 1 159,-1 0-211,1 1 447,-1-2 770,0 2-210,0-2 16,-2 1 176,1-1-96,-2 0 501,-1 0-21,-1-2 339,-1 0 206,-1 0-1029,0-2-530,-1 2 0,-2-2 0,0 0 0,-2 0 0,0-1 0,-1 0 0,-1 0 0,0-2 0,-1 1 0,0-2 0,1 0 0,-2 0 0,2-1 0,0-2 0,0-1 0,1-1 0,0-1 0,1-1 0,0 0-614,1-1-585,1-1-7,0 1 156,2-2-13,0 1 108,2 0-92,0 0-7,2 1 57,0-1 235,1 0 259,-1-3 179,1 3 357,2-3 196,0 5 303,1 1 345,0 1 23,-1 1-338,1 0 72,0 1-419,0 1 119,0 1-26,3 2-5,-1 2-627,4 2 69,-1 0 14,0 1-173,1 1 203,0 1-422,1 1 104,5 6-144,-2-3 511,5 5-75,-5-6 331,1 1 15,0-2 175,0 0 148,1-1 14,0-1 202,-1-2 70,3 0 325,-3-3 117,2-1 154,-4-2 265,0-1 120,0-3-1699,2-2 0,1-2 0,0-3 0,2-3 0,-1-1 0,1-1 0,-1-1 0,1-1 0,-2-1 0,4-8 0,-4 8 0,1-7 0,-4 11 0,-2 0 0,-1 1 0,-1 2 0,-1 1 0,-1 1 0,-1 2 0,0-1 0,-1 2 0,0 0 0,-1 2-602,1 0 363,0 2-390,-1 1 267,0 1-476,2 0 2092,-1 3-2334,4 2-415,0 4-1083,2 3-3509,3 2 5913,4 6 0,-7-10 0,1 1 0</inkml:trace>
  <inkml:trace contextRef="#ctx0" brushRef="#br0" timeOffset="71343">5331 8080 9718,'3'-11'5029,"-2"2"-2117,-1 9 1015,0 0-3271,0-63-316,0 42-188,-1-15 1,1 3 116,0 23-105,0 2-15,0 1-62,0 3-102,0 1-39,0 1 83,-1 7 227,-1 3-3,-1 8 3,-2 5 122,-2 7-756,-2 4 910,-3 5-273,-1 3-62,-1 2-507,0 3-76,3-1-683,3 17 43,4-15-422,7 9-710,4-21-1059,6-6 2343,5-1 0,-8-14 0,1-2 0</inkml:trace>
  <inkml:trace contextRef="#ctx0" brushRef="#br0" timeOffset="71733">5640 7594 13744,'-41'-17'-8,"0"0"1,4 1 0,8 7 2290,22 12-1745,1 4 1121,1 3-1624,0 3-35,3 1-50,-1 1-19,2 1 102,1 0-35,2 0-320,2-1 943,2-1-775,6 2 3283,-3-6-3187,4 1 345,-5-7-86,0-2 92,-1-2 98,-2 0 55,1-4 178,-2-2-155,1-3-130,-1-3-82,-1-1-116,0-1-91,-2-1-87,0 0-77,-1 0-152,-1 2 103,-1 1 11,-2 0-27,-3 2-40,0 1 59,-2 1 65,0 3 61,-1 1 64,1 1 37,-1 2 95,1 1 49,-1 1 102,2 2-2,-1 2-24,2 4-202,1 1-244,2 3-252,3 1-420,1 3-654,3 2-1648,3 1 3028,7 4 1,-6-11 0,1-1 0</inkml:trace>
  <inkml:trace contextRef="#ctx0" brushRef="#br0" timeOffset="72392">5945 7788 25738,'-14'23'134,"2"14"-361,9-6-101,0 11 138,2-13 52,-1-2 61,0-1 48,-1 8-140,1-9 0,-1 5 100,0-11-20,0-4 38,-1 2 3,2-7 46,0-1 105,1-5 569,1-3-674,0-5-130,0-2 114,2-6-2,1-1-13,3-3-4,1-1-9,2-1 45,7-8-6,-2 7 95,11-7-19,-9 13-20,5 1 17,-8 7-28,0 2 163,4 3-42,-4 4-62,8 6-43,-9 2-73,3 4-26,-6-2-35,0 2 1,-2 0-139,1 2 35,0 1 57,7 8 20,0-6 65,5 5 25,0-11 40,2-3 24,2-1 6,2-4 9,-1-3 6,1-2 36,-3-5 5,1-3-9,0-5 4,0-5-20,0-3-12,0-4 32,10-16-47,-9 5-982,7-14 952,-13 9-15,-1-5-16,-2-4-1463,-2-3 1457,-1-1 2,-1-1-134,-1 3 154,-4 18 1,-1 1-17,1-13 24,0-6 659,-6 24-623,0 5 1544,-3 3-1556,0 5 176,-1 3-160,0 2-27,-1 4-12,2 2 186,-3 3-208,2 5 12,-3 5-1,0 3 0,-1 5 0,0 5-16,-1 3-829,1 5 828,1 2-5,0 4-53,3 3 13,2 21-1129,4-14 1149,-1-16 1,2-1-43,8 11-157,11 13 74,-5-15-19,9 8-485,-8-18 470,0-2-118,0-3-185,1-2-263,-1-2-403,-1-5-679,-2-3-770,-2-4 2608,-2-1 0,-5-5 0,-2-1 0</inkml:trace>
  <inkml:trace contextRef="#ctx0" brushRef="#br0" timeOffset="72603">6534 7875 18078,'-33'-38'203,"0"0"1,0 1 0,16 12 1550,23 22-1715,4 0 653,7 0-397,4 1-103,6 1-79,6-1-832,4 2 799,4 0-64,2 0-116,-1 0-184,1 0-600,-4 0-19,-2 0-3749,-4 0-3577,-4 1 8226,-7 0 0,-11 0 1,-5 0-1</inkml:trace>
  <inkml:trace contextRef="#ctx0" brushRef="#br1" timeOffset="92566">4830 2038 28501,'-9'-44'-4398,"1"7"2971,10 30 2594,0-1-381,1 0-36,0 0-40,1 0 32,1-1-482,2-2 1456,2-1 27,1-1-872,3-2 117,2-2-630,2-1-358,3-2 0,3-1 0,1-2 0,2 0 0,0-1 0,2-1 0,0 1 0,1-2 0,1 1 0,0-1 0,0 0 0,13-12 0,-10 9 0,7-8 0,-13 13 0,-2 1 0,0 2 0,-2 0 0,-1 1 0,-1 1 0,-2 1 0,-2 1 0,-2 0 0,-3 2 0,-1 0 0,-2 1 0,-2 1 0,-2 1 0,-2 1 0,-2 2 0,0 1-773,-2 2-944,-3 0-510,-3 2 853,-4 0 637,-3 1 554,-4 2 376,-2 0 381,-3 1 204,-1 0 522,0 1 744,1 0-778,2 2-410,1-1-856,2 0 0,2-1 0,1 0 0,2 0 0,1-1 0,0 0 0,0 0 0,1 0 0,0 0 0,1 0 0,0 0 0,0 0 0,2 0 0,1 0 0,0-2-301,3 0-674,1 0-8,2 0-412,0-1 118,1 0 415,0 0 1,1 0 842,1 0 732,2 0 1168,2 0 0,0 1 98,2 0-1760,1 1-219,0 1 0,2 0 0,0 0 0,1 2 0,0 2 0,1 0 0,1 2 0,0 1-200,2 1-780,9 5 91,-6-2 62,8 5 169,-7-4 195,0 0 92,0 0 128,-1 1-70,-1-1 24,-3 2-153,-2-1-106,-2 1-349,-2 9 311,-5-4 282,-1 6 47,-6-5 436,-2 0-7,-4 1-54,-3 1-569,-1 1-1615,0 0 2464,-3 4 0,8-14 0,1 0 1</inkml:trace>
  <inkml:trace contextRef="#ctx0" brushRef="#br1" timeOffset="93388">6182 1406 22871,'-1'-10'-2364,"0"2"1599,1 8 8510,0 0-6475,-10-51-2387,7 37 390,-8-37 150,11 49-426,0 0 1203,1 7-265,0 0-1311,1 6-125,0 0 1598,6 19-170,-3-8 89,4 16-415,-3-12 78,2 18 272,-2-8 34,4 14 98,-2-13-119,1 1 86,0-1-119,4 17 25,-5-13-3,2 12 14,-8-17 200,0-1 91,-7 0 347,-1-1 161,-7-1 421,-4-1 185,-3-3 175,-4-2 168,-3-3-38,-2-1 31,-1-2-1694,-1-2-14,1-2 0,1-3 0,2-4 0,4-3-5717,4-3 5666,6-2 0,6-2 0,5 0 0</inkml:trace>
  <inkml:trace contextRef="#ctx0" brushRef="#br1" timeOffset="93815">6159 927 24128,'-1'-5'-5741,"1"1"7405,0 4 117,7-54-2030,-5 44 246,7-40 3,-9 59-464,2 1-866,0 2 1365,1 0-53,2 1-1721,2 0 918,6 2 159,-1-4 280,4 1 703,-4-8 1026,4 0 133,-4-3 173,1-2 587,-5-1 598,-3-2-317,-1-2-588,-1-1 302,0-6-2235,-2 2 0,0-5 0,-1 3 0,-1-1-1316,-2 0-749,-3 1-81,-1 0 708,-1 2 294,-1 0 327,0 2 169,-4-2 230,0 2 373,0 1 157,1 4 628,5 2 296,-1 1 18,2 0 3,1 0-398,-1 1-28,2 0-476,-1 1 198,2 2-150,1 1-574,0 3-427,2 1-569,-1 3-1037,1 1 2225,1 5 0,-1-8 0,2 0 0</inkml:trace>
  <inkml:trace contextRef="#ctx0" brushRef="#br1" timeOffset="95853">6835 5168 22419,'-5'-40'-422,"0"-1"1,-1 4-1,4 8 37,4 20 965,0 1-185,1-1-28,-2 0 12,1 0 175,-2-5-548,0 4 659,-3-6-458,-1 8-526,-1-1-169,2 5-57,0 1 161,1 0-227,0 3 625,1-1-212,0 4 830,1 0-169,-2 2 328,2 0-158,-1 1-83,1 0 26,-1 1-404,0 1 240,0 2-683,1 1 311,0 2-201,0 0 228,0 11-223,0-4 181,1 7-214,2-7-2,3 0-116,0 1-27,2-1-19,1 1-3,7 7-124,-4-6-37,6 5 59,3-1 119,-4-7-18,6 5 292,-5-9 187,0-1 74,1-1 152,0-1 98,7 1 153,-5-4-3311,15 1 3330,-15-5 126,17 0-146,-16-3 33,7 0-56,-9 0-20,-2-2-2309,0 1 2133,-1-1 2169,0 1-2308,3-1 79,-5 0-151,2-1 11,-8 0-47,-1-2 107,0-1 3625,-2-1-3494,-1 0-6,1-5-363,-3 1-93,1-9-220,-3 6-74,0-4-169,-1 5-234,-1 1-71,-1-1 32,-1 1 173,-1 0 73,1 0 116,-1 0 94,0 1-2,-1 0 18,1 1 97,-1-1 4,1 3 70,-1-1 97,1 2 7,0 1 145,1 0-32,0 2 297,-1 0 5,2 1 229,0 1-37,1 0 326,0 2-198,1 1-327,0 2 27,2 6-334,0-2-151,2 5-205,1-2-239,6 7-287,-2-4 141,11 11 273,-7-10 48,10 12-3291,-8-11 3509,2 4 1,-5-7 74,0 7 95,-5-4 101,1 4 29,-6-7 128,-2 1 9,-4 0 104,-2 1 3368,-5 1-3457,-9 10-231,-4 1-115,1-1-785,3-6-1699,13-10-5345,3-4 7882,3-1 1,1-4 0,0-1 0</inkml:trace>
  <inkml:trace contextRef="#ctx0" brushRef="#br1" timeOffset="96196">8064 5366 18183,'5'-8'3371,"-1"3"-1896,-4 5 1891,0 0-3278,15-22 63,-11 24-322,10-15 430,-15 30-231,-1 0-306,0 3-6,-1 0 66,2 1-396,-1 1 277,2 1 222,0 2-414,0 1 404,0 0-67,3 0-66,1 1-202,2-3-99,1 1-97,-1-3-152,0 0-342,-2-2-647,1-2-1720,0-1 3473,0-1 0,-2-8 0,0-1 0</inkml:trace>
  <inkml:trace contextRef="#ctx0" brushRef="#br1" timeOffset="97051">8158 4942 11120,'0'-4'3667,"0"0"2375,0 4-5721,-10-37-685,7 28 111,-7-25 134,8 39 348,1 3-325,-2 2 279,0 1-11,0 2-253,-2 0 376,1 1 8,0 0-37,1 0-320,1 0 51,1-1-47,1-1 11,1-1-40,2-2-63,0 0-4,2-3 71,1-1 145,-1-3 143,2 0 125,-1-2 29,2-2 160,1-1 129,1-4 67,1-2-81,0-2-95,1-2-148,-1-1-127,0-1-86,-2-1-147,-1 0-79,-2 1-58,-2 1-7,-2 1-52,-1 1-29,-2 2-40,-1 1-57,-2 2-76,-3 1 140,-1 2 89,1 0 106,-1 2 68,0 0 100,0 2-156,0 0 102,1 2 158,0 2-98,1 2-117,0 3-103,0 0-45,1 3-105,0 0 206,1 1-40,0 1-59,1 0-52,1 0 38,1-2 11,1 0 10,0-1 145,2-1-70,2-2-74,2-1 55,2-2 162,0-1 97,2-2 118,1-2 49,2-3 26,-1-1 93,2-4-207,0-1-60,0-1-146,-1-1-119,-3 0 151,-1 0-159,-4 1-392,-1 2-433,-3 2-546,-2 1-2945,-4 3 4391,-3 1 0,3 1 0,-1 0 0</inkml:trace>
  <inkml:trace contextRef="#ctx0" brushRef="#br1" timeOffset="98315">6583 1384 20262,'-11'-8'-833,"3"1"-191,8 7 4428,0 0-2326,13-24-599,-4 16 540,12-19-555,-7 21 218,2 0 1126,2 0-68,1 0-1417,3 0-151,1 0 123,1 0-786,0 0 178,1 2-1552,8-1 523,-9 3-654,5-1-457,-16 3 2277,-2 2 1,-6-2 0,-1 1 0</inkml:trace>
  <inkml:trace contextRef="#ctx0" brushRef="#br1" timeOffset="98508">6562 1526 22539,'0'4'0,"0"0"242,0-4 260,63-40 13,-38 25-84,13-9 1,-1 1 273,-14 13-872,2-1-392,1 2-435,1-1-1690,-1 2 2793,-3 1 0,-11 3 0,-5 2 0</inkml:trace>
  <inkml:trace contextRef="#ctx0" brushRef="#br1" timeOffset="100229">7094 1110 19710,'3'-5'4386,"0"1"-2719,-3 4-1624,2-12-899,-4 13 2366,0-7-3182,-5 15 2229,-1 1-136,0 0 29,0 1-78,-1 0 30,1 0 568,2 0-1752,-1 1 2404,2 1-1960,1 1-300,0-1-351,3 1-26,0-1-94,1 0-55,2-1-52,2 1-149,1-2-168,2 1 51,1-2 3323,5 5-2581,-2-6 1621,4 3-1124,-4-5 533,1-1 177,1-2 590,-1 0 212,0-2 89,0-1-120,-1 0-82,0-1 65,2-2-185,-3-1 265,2-1 96,-3-6-238,-2 2-1031,0-4-128,-3 2 0,-1 0 0,-2-1 0,1-1-408,-2-5-841,1 4 117,-1-6 101,-1 6 149,0-1 300,-1 1 11,1-1 255,-2 2-197,1-1 304,0 1-146,-1 0 53,-1-5-79,2 4 60,-2-5 105,2 7-28,-1 0 83,1 3-125,-1 0-33,-1 2-55,0 0 9,0 1 47,0 1 78,-3 1 341,1 2 264,-3-1 159,0 4 342,-2 1 275,-1 4 79,0 2-325,-1 4-703,0 2-3229,1 2-4232,3-1 6793,3-1 1,2-7 0,2-4 0</inkml:trace>
  <inkml:trace contextRef="#ctx0" brushRef="#br1" timeOffset="101186">8552 5427 26550,'-20'-24'-3533,"6"5"2144,22 16 3060,3 1-879,2-1-247,2 0-346,3 0-209,4 0-376,1 1 554,3 0-574,1 1-1261,1 1 1694,4 0 1,-15 1 0,0-1 0</inkml:trace>
  <inkml:trace contextRef="#ctx0" brushRef="#br1" timeOffset="101401">8509 5634 23061,'45'-33'332,"0"0"1,-4 2-1,-5 7 1559,-7 17-3096,11-1 164,-9 4 128,7-1 865,-3 5 0,-18-1 0,3 1 0</inkml:trace>
  <inkml:trace contextRef="#ctx0" brushRef="#br1" timeOffset="101726">9173 5298 23956,'0'-4'245,"0"0"3480,0 4-2678,-6-62-1521,5 43 325,-2-16 1,0 3-40,3 24 155,0 1-622,0 1 751,0 1-29,0 2-649,0 1 700,0 1-31,1 5-264,0 2 28,1 4-10,-1 1 115,-1 3 20,0 2 47,0 3-3375,-3 3 3480,0 2-725,-3 2 944,1 1-575,0 1 470,0 0-27,0 0-56,0-2-120,2-1-143,1-1-49,1-2-119,0 0-62,0-1-117,1 1-219,0-2-442,0 1-1147,0-1 2236,0 2 0,0-10 0,0-1 0</inkml:trace>
  <inkml:trace contextRef="#ctx0" brushRef="#br1" timeOffset="103162">7740 8055 21429,'10'-39'363,"1"1"1,-2 1-1,-2 12-282,-5 22 305,-2 2-436,1 8-68,0 1 78,0 10 24,0 2-113,0 5 128,-2 6 0,1 1-84,-3 13-978,1-9 1,-1 1 1014,-5 7 94,-1 0-47,-1 1-15,-2-1-408,-1-1 262,3-14 0,-2 1-64,-6 14-431,1-9 1,-1 0 217,-3 3-163,-7 8-4364,2-9 2360,7-12 2638,-6 6 0,16-21 0,2-1 0</inkml:trace>
  <inkml:trace contextRef="#ctx0" brushRef="#br1" timeOffset="103578">7978 7474 14747,'0'-5'736,"0"1"2231,0 4-2652,-60-7-161,45 13 168,-45-3-179,59 15-100,4 1-89,2-1 124,4 1-86,5-1-120,3-2 55,3 0-96,4-3 125,1-2 134,2-1 452,6-2 260,-9-4 478,5-1-267,-16-6 225,-2-2 49,-7-4-546,-1-1-228,-3-3-386,1-2-313,-3-1-195,-1-1-98,-3 0-401,-1-1-117,-7-4 387,2 6 239,-6-3 177,4 8 173,-2 0 142,0 3 111,1 0 135,-4 1 132,5 2 16,0 2-42,6 3 38,2 1 21,1 3 20,1 2-577,0 5-414,1 2-675,2 1-1192,1 2 1326,6 3 0,-4-9 0,4 1 0</inkml:trace>
  <inkml:trace contextRef="#ctx0" brushRef="#br1" timeOffset="103827">8460 7824 23293,'-6'0'1512,"1"0"722,5 0-2075,27-41-6008,-6 31 5872,25-30-1184,4 40-114,-10 3 761,12 2-2314,-18 3-3781,-6 0 6499,-6 0 0,-11-4 0,-4-1 1</inkml:trace>
  <inkml:trace contextRef="#ctx0" brushRef="#br1" timeOffset="103999">8441 8159 25632,'46'-20'253,"0"-1"0,-3 1 0,-4 4-373,-1 7-757,3 0-905,2 2-8049,17-3 9033,-20 6 1,-1-1 0,-29 4 0</inkml:trace>
  <inkml:trace contextRef="#ctx0" brushRef="#br1" timeOffset="104475">9484 7940 22189,'7'-49'463,"0"-1"0,-1 6 1,0 6 395,-3 9-597,-1 10 130,0-3-130,-1 11-69,0 3-51,0 1-472,-1 4 344,0 1-50,0 8-18,0 13-23,0 5-19,-2 11 63,-2-1-174,-8 22 151,0-9-1580,-2 13 1437,3-18-79,2-2-64,3-3-36,2-2-855,4 8 188,3-13-653,4 5-855,4-18-7278,-1-3 9589,1-5 1,-6-5 0,-2-2 0</inkml:trace>
  <inkml:trace contextRef="#ctx0" brushRef="#br1" timeOffset="104875">9800 7446 21041,'-27'-39'-524,"-1"0"1,4 2 0,3 12 1029,12 23 170,1 2 395,-2 3-241,1 4-37,-2 5-476,0 3 395,1 3-69,0 3-103,3 0-546,0 1-173,5 0-362,0-2 65,9 8-120,-1-8 39,9 5 30,-2-11 180,2-2 176,1-2 149,-1-3 182,-1-3 167,-1-1 296,-2-2 120,-1-3 176,0-2-2,-1-4-195,0-2-408,-1-3-110,0-1-196,-2-2-124,-1-2-162,-2 1-203,-1-1-227,-2 1 90,-2 0 196,-2 1 40,-7-4-72,2 6 71,-4-3 130,3 6 96,-5 0 117,4 3 26,-2 0 42,6 5 141,2 1 53,1 1 22,2 3-9,1 3-648,1 2-4289,2 12-3353,1-4 8003,2 4 1,-2-11 0,-1-4 0</inkml:trace>
  <inkml:trace contextRef="#ctx0" brushRef="#br1" timeOffset="105232">10118 7954 27641,'-36'-8'-346,"8"2"284,31 6 392,3 0-98,4 0-72,2 0-55,3 0-20,2 0-28,3-2 196,1-1 18,1-1-108,2 0-16,-1 0 9,0-1-8,-2 1 12,-1 0-30,-2 0-22,4-1-60,-8 2-4,1 0-41,-9 1 29,-2 0-82,-2 2-2328,-1-2 0,-1 2 0</inkml:trace>
  <inkml:trace contextRef="#ctx0" brushRef="#br1" timeOffset="105520">10768 7642 22995,'0'-4'1803,"0"1"1708,0 3-1839,-5-34-2344,4 30 40,-4-23 317,5 41 280,0 2-161,0 5 229,-1 3-42,-1 2-852,-1 5 1097,-2 1-142,-1 4 224,0 2-193,-2 1 11,0 0 7,0-2 47,1-1-47,-1-2-44,0-3-235,1-1-87,0-2-332,1-2-325,0-1-763,0-2-2145,-1-4-5367,2-4 8631,-2-3 1,4-7 0,1-2 0</inkml:trace>
  <inkml:trace contextRef="#ctx0" brushRef="#br1" timeOffset="114446">3790 5102 21207,'-42'0'739,"-1"0"1,1 0-1,-18 0 1,6 0-320,-8-2-69,13-1 122,13-1-479,12 1 33,-7-2-131,18 3-200,-1 0-32,9 1-13,1 1 250,2 0 106,0 0 153,2 2-100,0 0-605,1 2-498,2 1-503,2-1 659,3 1-44,5-1 407,3 0 87,6-1 420,4 0 682,7-1 708,7-1 500,5-1-631,8 0-210,7-2-684,-27 1 0,3-1-7,18-2 1,6-2-154,-15 2 1,2-1-1,0 1-33,0-1 0,2 0 0,-1 0-42,1-1 1,0 1 0,1-1-5,5 0 0,2 1 1,-3-1-31,-11 1 0,-1 1 0,3-1-16,8 0 0,5-1 1,0 0-1,-5 1-8,-9 1 0,-3 0 1,1 0-29,11-1 1,2 1-1,-4 0-31,1 0 1,-4 0-10,-1 1 1,-1 1-13,-4-1 0,0 1-6,-5 0 1,0 0-5,-4 0 1,-2 1-87,21-1-4,-11 2-44,-11-1 67,-9 1 14,-11 0 38,-4 0 37,-7 0-19,-5 1 341,-6 1-31,-7 2 41,-6 0 2,-5 1 44,-7 1-195,5 0 0,-3-1-8,-7 2 0,0 0 7,-3 0 0,1 0-177,-3 0 1,1 1 25,11-3 1,0 1-17,-2 0 1,0 0-9,-1 0 1,-1 0-9,-1 0 1,-1 0-1,-1 1 1,0-1-1,-2 0 1,1 0 1,-1 1 1,0-1-5,-1 0 0,0 0-14,0 1 1,1-1 10,-1 0 1,1 0-3,0 1 1,1-1 7,1 0 1,0-1-12,2 1 0,0 0 7,1-1 1,1 0-2,2-1 0,-1 1-5,-10 0 1,0 0-15,12-1 1,2-1-9,-8 1 0,1-1-55,-7-1 186,-8-1-247,26-2-173,-3-2-106,29-1-1675,8-2 2426,8-1 562,9-2-268,9-2-3,9-2 2,9-2 59,7-1-323,-8 3 1,1 1 599,-10 3 1,1 0-941,14-3 0,0 0-151,-14 4 0,0 1-41,1 0 1,0 0 12,1 0 1,0 1 8,0-1 1,1 2 10,-1-1 1,1 1 7,-1 0 0,-1 1 18,0 0 1,0 0-3,-2 0 1,1 0 6,11 1 0,0-1 16,-14 2 0,0 0 3,8-1 0,-1 1-115,8 2-20,-5-1 6,-8 1 2,-7 1-42,-7 1-123,-6 2-98,-9 1-481,-4 1-625,-5 0 326,-6 1 1620,-5 1 503,-9 2 144,-7 1-12,-6 3 184,-8-1 382,-6 3 651,-7 0-1021,-7 1-1172,28-8 0,-1-1 0,-2 1 0,-1 0 0,0 1 0,-2-1-97,-19 4 1,-1 0-73,15-3 1,0 0 70,-14 2 0,1 0-3,19-4 0,1-1 28,2 0 1,1-1-51,-29 6 26,7-4-21,7-1-8,7-2-27,7-3-41,7 0-7,5-2-1,7 0-94,5 0-33,6-1-499,2-1-1163,7-3 2426,3 0 491,10-3-174,4-1-77,8-1 16,5-2-70,6 0-88,-6 3 0,1 0 32,23-6-565,-18 6 0,-1 0 0,-8 2 0,-1 0 0,1 0 0,0 0 0,0 1 0,1-1-131,1 0 1,-1 0 27,1 0 1,-1 1 27,1-1 0,0 1 27,-2 0 0,0 0-10,1 0 0,-1 0-45,28-4-39,-1 0-21,-22 5 0,1 1-225,16-2 101,-20 3 1,-3 2-599,8 0-655,-5 3 1373,0 4 0,-17-3 1,-2 2-1</inkml:trace>
  <inkml:trace contextRef="#ctx0" brushRef="#br1" timeOffset="115836">6017 5107 21253,'-4'3'2738,"1"-1"949,3-2-4271,54-26 1740,-25 18-893,8-7 1,2 1 157,2 11-590,9-2 465,7 0-443,-24 2 0,0 0 3,3-1 0,1 0 299,2 0 0,1 1-447,4-2 1,0 0 116,2 1 0,1 0-19,3-1 1,0 1 228,2 0 0,1 0-20,0 1 1,1-1-21,0 2 0,1-1 222,-2 1 1,0 0-324,0-1 0,-1 2-8,-3-1 0,1 0-5,-3 1 1,-1-1-510,-2 1 0,0-1 529,-4 1 1,0 0 13,-3-1 0,0 1 9,-3 0 1,-1 0 76,25-1-179,-7 1 176,-8 0 16,-9 0 28,-8 1 86,-8-1 531,-7 1-434,-5-1 1961,-5 1-2095,-8 0 2047,-3 0-2319,-10 0-32,-4 0 63,-5 0-59,-5 0 47,-6 1-1,6 1 0,-2 0-3098,-22 2 3314,17 0 0,0-1 1,8 0 1,0-1-1137,-1 0 0,-1 1 1142,-2 0 0,0 0-471,-1 0 0,0 0 464,0 0 0,-1-1-33,-2 1 0,0 0-20,0-1 0,-1 1-2,-1 0 1,-1-1-4,0 1 1,0 0-2,-1-1 1,0 1-1,0 0 1,0-1 5,1 1 0,0 0 2,-1-1 1,1 1 8,1 0 1,1-1-2,0 1 1,0 0 1,1-1 0,0 0 0,2 1 1,-1-1 6,2 1 1,0-1 0,1 0 1,1 0 9,1 1 1,1-1-3,1 0 1,1-1 21,-27 3 15,5-2-24,6 0-62,4-1 45,7-1 155,4 0-25,6 0 25,7-1 1697,3 0-1841,7-2 2369,1 0-2870,5 1 1524,2 0-2366,5 0 2349,4 0-507,6 0-105,6-1 47,5-1 279,6 0 83,6-1-781,6 0-370,6-1-279,4 0 301,6 0 227,5 0 29,-30 4 1,1-1-512,2 0 0,1-1 513,1 1 0,0 0-9,3 0 0,1-1-849,1 0 0,0 0 880,3 0 0,0 0 11,2 0 1,1 0-3,1 0 0,1 0-3,3 0 1,0 0 2,1 0 0,1 0-9,2 0 1,0 0 5,1 1 0,0-1-79,1 1 0,0 0-17,-1 0 1,0 1 2,0-1 1,-1 1-19,-1 0 1,0 1 1,-2-1 1,-1 0 4,-2 1 0,-1 0 0,-3 0 1,-1 0-3,-4 1 0,-1 0 73,-4-1 0,-1 1-58,-4 0 1,-1 0 45,23-1 3,-9 1 25,-8-1 1842,-9 1-1840,-9 0-35,-5 0 1021,-7 0-970,-4 0 2810,-4 0-2844,-4-1 3,-4 0-246,-7 0-3358,-6-1 3492,-6 0-233,-6-1 316,-26-2-53,9 1-760,15 2 1,0-1 978,-19 0-68,0 1 11,0 0 13,2 1-82,19 0 0,0 1-16,-13-1-80,-7 1-118,24 0-179,5 1-180,5 2-331,4 0 1445,5 2-6458,3-1 6047,4 0 0,1-2 0,2 0 1</inkml:trace>
  <inkml:trace contextRef="#ctx0" brushRef="#br1" timeOffset="135315">5133 9822 16352,'-6'-48'1409,"-1"0"1,1 4 0,2 7-966,3 15 171,1 2 31,-1 2-126,0 2-5,1 5-147,0 2-301,0 4 142,0 3-81,-1 0-385,0 7 387,0 3 53,-1 8-91,-1 4 48,-1 6-3455,-2 5 3371,-1 2-211,-4 20 39,3-12-149,-3 15-107,5-17-98,1-1-190,3-1-248,1-1-272,2-3-2601,9 6-67,1-13-300,5 1 4010,-4-15 1,-6-6-1,-2-3 1</inkml:trace>
  <inkml:trace contextRef="#ctx0" brushRef="#br1" timeOffset="135704">5480 9232 19551,'-40'-18'55,"-1"-1"0,3 2 1,8 6-10,18 14 2221,0 2-1182,1 4 202,1 2-719,2 2-67,-1 7-155,5-4 686,0 6-668,4-8-755,2 1-298,3-2-337,3-1-79,3-3 242,1-1 238,2-2 307,2-2 232,7-2 259,-5-4 254,4-1 272,-9-3 407,-2-3 106,0-2-241,-3-2-324,-1-1-263,-3 0-249,-2 0-235,-2 1-92,-6-4-566,-4 0-427,-4 1 55,-2 4 328,2 5 289,0 2 195,0 1 205,0 1 131,1 2 385,1 0 220,2 1 79,1 3 40,2 1-109,-1 10-326,3 0-414,0 9-459,3-2-784,0 4-2222,2 2 3515,1 6 0,-1-15 1,1-1-1</inkml:trace>
  <inkml:trace contextRef="#ctx0" brushRef="#br1" timeOffset="136420">5818 9462 20463,'0'-6'2217,"0"1"1250,0 5-3186,-12-38-732,9 38 641,-9-24-576,13 49 401,-1 5-547,1 1 522,0 4 16,-1-1-180,0 2 390,0-1-362,0-1 461,-1-2-270,1-3-14,-1-3-91,1-4-34,-1-2 0,1-4-4,0-3-6,0-3 18,0-3 49,0-2 372,0-3-156,0-2-137,0-5-40,0-1 31,1-6 33,2-3 38,6-12 54,0 3 28,5-10 18,-2 8-669,2 0 712,0 0-150,2 1 140,-2 3-47,-1 2-32,-2 5-12,0 3 331,0 3 469,-2 5-90,1 0 545,-4 5-1234,1 3-171,0 3-447,-1 4-128,2 3-257,1 13-380,-1-3 106,3 9-98,-2-10 694,3 0 252,0-1 197,12 7 109,-4-8-7,9 5-72,-7-12 156,8 2 102,-6-6 134,5-1 24,-12-6 192,-2-3-149,-2-3 85,-2-3 289,0-6-451,-2-4-214,1-3 134,0-5 27,-1-4 53,1-6-620,0-4 533,0-5-1540,2-4 1430,0-3 126,1-1-345,-3 15 1,0 0-16,4-18-147,-5 20 0,0 0-193,1-9 32,-2 1-286,-1 2 263,-1 2-2605,0 2 2810,-3 2 139,1 4 126,-2 3 271,-1 4 787,0 6-776,-1 4 184,0 4-236,-1 5 2865,1 2-3434,-2 1 1180,0 7-562,0 2 46,-2 8-173,0 3-35,0 4 0,0 5 87,2 4 169,-1 3-314,2 3-1703,1 2 1310,2 3-43,2 1 16,2 1-98,2 2-20,2-1-14,1 0 59,-2-15 1,0 0-223,4 16 14,5 10 38,-8-23 36,-1-4 51,-2-4-190,-2-4-129,-2-4-180,-2-4-222,0-4-545,-3-2-1649,0-5 3892,-3-1 1,2-2-1,0 0 1</inkml:trace>
  <inkml:trace contextRef="#ctx0" brushRef="#br1" timeOffset="136590">6257 9422 19831,'46'-41'343,"-1"0"1,-3 3 0,-3 8 1873,0 20-2492,3 1-38,0 0-79,1 2-272,0 1-621,-1 2-1163,-1 0-5787,-5 2 8307,-8 1 1,-13 0-1,-6 1 1</inkml:trace>
  <inkml:trace contextRef="#ctx0" brushRef="#br1" timeOffset="137037">7276 9609 13373,'7'-48'1239,"0"-1"0,-1 5 0,0 5-1605,-1 1 998,0 4 461,-3 4-790,0 3 1049,-2 4-1113,0 4 900,0 2-1237,-2 5 2975,1 2-3039,-1 5 1406,0 1-1468,1 3-38,0 6 348,1 3-40,-1 9-5,1 4 19,-1 6 41,1 6 200,-1 24-787,1-9 706,0-14 1,0-1-257,0 19-153,1-14 0,-1 0-102,2 21-1027,2-11 1,0-1 650,3 5 140,-1-20 1,-1-1-1173,5 6-801,0-4-902,1-3-6429,-2-6 9662,-1-6 0,-4-10 0,-1-3 0</inkml:trace>
  <inkml:trace contextRef="#ctx0" brushRef="#br1" timeOffset="138071">7660 9540 20561,'-37'-23'-59,"0"0"1,3 0 0,5 11 698,8 34 563,4-3 97,-4 8-428,5-6-236,0 3-174,0 0 341,1 0 128,1-1-226,2-2-463,3-2-374,1-2-15,5-1-109,1-3-50,2-1-177,4-2-191,3-1-113,4-1 257,4-3 199,1 0 134,3-2 250,25-1 56,-1-5-578,9 0 1058,-9-3 170,-11-1-179,1-2-152,1-1-81,0-2-62,-1 0-52,-2-1-69,-1-1 41,-1 1-489,-3 0 447,-3 0 27,-3 1 20,-4 1 4,-5 0 667,-3 1-931,-4 1-212,-2 1-164,-1 1-146,-2 0-203,-2 1 278,-1 1-636,-1 0 298,0 1 574,-7-3-71,6 4 163,-3-1 130,7 4 535,1 0 168,5 3-445,1 0-119,4 3 10,0-1-33,2-2 68,1 1-11,2-3-202,0 0 12,0-1 647,1-2 51,-2-2 84,4-8 125,-5 0-272,2-6-158,-6 2-302,-4-2-3535,0-1 3281,-2-1-1346,-1 1 1020,-1 0-965,-2 2 698,-2 1 115,-7-1-151,0 5 243,-5 0 2711,2 8-2119,-2 1 101,-2 2 167,-1 1 1647,-8 5-1292,7 1 358,-5 6-2168,11 1 2004,1 2-356,-2 12-270,3-4-163,0 9-75,4 5-318,3-7-124,2 9-170,2-11-44,7 10-360,1-11 369,7 7-66,1-13-66,4-2 251,5-2 172,3-3 155,5-2 151,3-4 261,1-4 148,3-2 186,0-7-1909,2-2 2091,2-7 0,-1-4 1353,1-4-1440,-4-3-19,-3-3-103,-5-3-170,-5-2-205,-6 0-127,-3 1-198,-5 1-104,-2 3-1999,-4 3 1776,-2 3-114,-3 4 166,-1 4 1888,-3 3-1999,-3 2 569,-2 4-367,-3 1 3381,-2 3-2906,0 2 181,-1 3 223,0 4-2442,0 3 2859,1 3-1338,3 1 813,2 3-2074,4 0 1480,2 2-1448,2 0 952,5 0 862,4-1-1278,5 1 16,3-3 438,4 0 191,3-3 207,3-1 138,4-4 197,1-2 188,15-4 200,-12-5 917,9-4-808,-18-6 124,-4-4 2126,-2-3-2325,-5-4 3039,2-14-3406,-8 8-151,1-10-31,-6 3-167,-2 9 438,-1-9-694,-2 20 57,0-1 109,-2 9-51,0 3-112,1 3 21,0 1 260,1 1 392,-4 7 96,-2 9-9,0 4-18,-1 6 146,-1 9 47,1-5-760,-3 14 516,2-8-358,-2 4 14,2-9 0,0 0-54,-5 20-703,5-18 1,1 0 717,1 14-149,3-1-1304,8 14 747,4-18-504,6 10-1011,1-24 1736,12 4 0,-16-17 0,7 2 0</inkml:trace>
  <inkml:trace contextRef="#ctx0" brushRef="#br1" timeOffset="138312">9189 9401 21785,'-3'-3'1287,"1"1"565,2 2-1749,72-48-425,-34 35 320,-2-2 0,7-5 1,-5 7-1243,13 11 1164,-18 1 0,0 1-332,14 2 384,-1 1-114,2 4-779,-3 1-862,-2 2-1278,-6 1-2414,-8 2 226,-9-2 5299,-8-1 0,-7-4 0,-3-3 0</inkml:trace>
  <inkml:trace contextRef="#ctx0" brushRef="#br1" timeOffset="138487">9318 9628 19915,'-42'16'1137,"-1"-1"0,4 0 1,10-5-482,23-8 536,4-2-952,3 0 146,3-1-38,15-5-239,-1 0 48,13-4-146,-5 3-9,5-1-709,0 0 725,4 0 43,-1 0-187,2 0-100,1-1-166,-1 1-70,0 0 459,20-5 0,-31 7 0,11-3 0</inkml:trace>
  <inkml:trace contextRef="#ctx0" brushRef="#br1" timeOffset="139988">10559 9485 13876,'36'-45'1045,"1"0"1,-4 4-1,-5 5-289,-6 7-106,-2 0-105,-3 3 1960,-2 0-2091,-2 2-70,-4 1 734,-2 2-1066,-4 2 365,-1 1-469,-2 3 1293,-3 2-1503,-1 2-24,-5 2-21,-1 3 34,-3 2 154,-1 2 50,-3 1 21,-2 4 158,-2 2 12,-12 12 18,5-1-995,-8 8 948,10-4 8,0 2-35,2 3-5,3 0 153,2 2-160,-2 14 100,7-10-15,-2 10-16,10-14-21,3-1-17,1-1-13,5 8-195,1-11 11,5 5-7,2-12 0,3-3 69,3-3 76,1-3 41,2-3 49,2-1 51,2-6 53,-2-1 48,2-6 61,-1-2-31,-1-3-53,0-2-48,-2-1-51,0-3-22,-2 0-55,-1-2-23,-3 2-39,-1 0-12,-2 1 990,-3 2-947,-3 3-115,-2 3 4,-2 2 151,-1 2-154,-3 3-41,1 1 6,-4 2 20,2 1 4,-3 1 146,1 1 1,0 0 18,-1 2 23,1 2 31,0 3-3,-1 1-37,0 4-24,-1 0-15,1 3-25,0 1-4,2 2-16,1 0-13,1 3 6,1-1 4,4 10 5,2-8-16,5 6-3,4-11 7,2-1 3,4 0 24,2-2 9,4 0 43,12-1 7,-9-5 19,7-2 207,-14-5 53,-2-3 53,-3-2 8,-2-4 100,-2-2-70,-1-1-59,-1-3-27,-1-1-298,-1-2-50,-1-3-73,-1 0-73,-2-2-80,0-1 30,0 0 23,-2 0 24,0 1 51,-1 1 11,1 1-35,0 0 24,1 3 11,1-1 42,5-4-118,0 5 10,4-4 7,-1 8-4,2 0 76,2 1 16,0 2-31,-1 1-5,1 3 114,-1 0 0,3 4 11,-5 0-11,3 3 12,-7 2-12,0 2-6,0 3 12,-1 2-6,1 2 0,-1 2-12,1 2 12,-1 0-5,2 2 22,2 10-6,-3-7 6,3 9-29,-4-10 24,1 0-24,0 0 7,0 0 10,1-3-10,0 1 16,1-4-5,-1 1-3398,1-4 3392,-1-2-627,2-1 644,0-3-203,0-2 247,2-1-155,-1-1 165,1-3 4,1-3 5,1-3 2853,1-3-2844,10-9-140,-7 1 87,6-6-10,-10 6-27,-1-1 3,-3-1-8,-3 0-26,-3 1 22,-4 2-9,0 0-10,-5 2 2,-1 0 1,-4 2-5,-1 0-3,-2 1 6,0 0 884,2 0-867,0 0-8,3 1 21,2 0 6,2 0-16,4 1 13,2-1-5,4 1 499,9-3-499,-2 4 0,7-1 279,-7 5-279,1 2 6,-1 1-6,-1 2 0,-1 0 0,0 1-11,-1 0 16,0 3-3402,0 1 3380,1 3 28,0 1 40,15 15-63,-9-7 12,10 12-11,-13-10 0,0 1 11,-1 1 0,0-1 6,6 12-6,-6-8-6,5 8-28,0 8 29,-9-14 5,6 13-28,-13-20-6,0 1-61,-3-2-67,-1 1-90,0-3-140,-1 1-174,0-3-1490,0 3-380,3-6 2436,4 1 0,-2-8 0,2-2 0</inkml:trace>
  <inkml:trace contextRef="#ctx0" brushRef="#br1" timeOffset="140431">12759 9036 14538,'-3'-2'4666,"1"0"-1551,2 2-2981,-22-25-95,14 18-16,-19-20-7,16 25 7,-3-1-18,-5 1 1,-5-1 5,-2 1-3397,-4 0 3403,-2 0-205,0 0 210,-15 0-5,15 2 6,-8-1 5,18 1-12,4 0-10,4 1 0,4-1 10,5 2 7,1 0 10,3 1 3308,0 0-3206,2 4 255,0-1-301,2 5 12,0-3 0,1 2 11,0 2 0,-1 2 145,-1 12-145,-1-4-11,0 8-11,-1-6-1,0 2-5,-2 0-5,0 3-12,-2 0-5,0 1-12,-1 2-5,1-2 22,0 13-621,1-11 577,1 9-6,1-16-1,7 11-16,1-9-180,7 6 174,0-11 6,5-2-17,2-3-117,20 2-23,-6-6-524,10-5 1,1-1-480,7-2-472,-11-2 0,1-1 1632,10-5 0,-25 3 0,0-3 0</inkml:trace>
  <inkml:trace contextRef="#ctx0" brushRef="#br1" timeOffset="140688">13130 9170 24811,'11'-1'184,"-5"6"-133,-17 17-18,-2 3-16,0 1-17,-2 3-28,1 1-22,1 0-1073,2 0 994,3 0-61,1-1-43,4-2-210,1 0-229,2-4-2072,6 5-555,1-9 3299,5 3 0,-6-15 0,0-2 0</inkml:trace>
  <inkml:trace contextRef="#ctx0" brushRef="#br1" timeOffset="141055">13417 9038 20762,'-31'-26'48,"0"-1"1,3 1-1,7 12-9,16 24 1082,2 1-1105,-1 1 399,2 1-404,0-1-5,0 1 208,1 0-203,0 0 643,2-1-637,1 0-12,1-2-5,3-1 11,0-2 6,2-2 11,0-2 6,0-1-1,2-3-10,-1-2 5,1-3 11,0-3 39,2-8-50,-4 3 17,0-5 11,-6 5 0,0 0 11,-2 0 6,-1 0-17,-2 2 0,-3 0 6,-1 2-12,-1 2 12,-2 0-12,0 2-11,0 1-16,0 1-12,1 1-5,1 2-18,1 0-16,1 1-33,2 2-68,1 2-140,0 4-218,3 3-403,-1 1-937,4 2-3449,3 0 5276,5 2 0,-5-7 0,1-1 0</inkml:trace>
  <inkml:trace contextRef="#ctx0" brushRef="#br1" timeOffset="141487">13879 9082 24340,'2'-45'291,"1"8"-195,3 35-12,1 1 5,-1-1-5,0 2-11,0-2-11,1 1-6,0 0 0,3 0 0,-1 0-17,3 1-6,1 0 2,1 0-13,-1 2-11,1 0 12,-3 2-12,1 1-6,-1 2 12,-1 0-11,0 3-6,-1 0 5,-2 2 7,-1 1-1,-2 1 11,-2 2 6,0 2-5,-2 0-7,0 3-4,-2 2-18,0 2 6,-2 3 0,0 1-6,0 2 23,1 16-627,2-10 610,0 13-786,3-13 792,1 1-12,1-1 6,0-1-11,-2-1 0,-1-5 0,-3-2 11,-2-3 0,-6-3 5,-11 4-27,0-9-1,-9 3-21,6-10-52,-2-2-50,0-4-111,-2-2-214,-1-1 170,0-3-1559,-5-3-7971,4-2 9775,3-1 0,12 4 0,7 1 0</inkml:trace>
  <inkml:trace contextRef="#ctx0" brushRef="#br1" timeOffset="142788">15497 8911 13065,'21'-42'1347,"0"0"0,0 0 0,8-16 0,-6 13-562,-15 30-191,-4 5-180,-1 5 146,-3 3-269,-3 8 28,-1 3 247,-15 21-341,3-4-60,-3 1 0,-2 2-355,-7 10 250,6-7 0,-5 6 0,3-3-487,3-3 0,1 0 424,-14 20 0,1 2-507,15-21 1,1 0 450,-11 18 1,1 2 2,5-11 0,1-1-1040,-8 15 1,1-1 975,7-15 0,2-1-60,1-1 1,-1 1-141,2-2 1,0 0-611,2-2 1,0 0 248,1-2 1,2-1-204,1-1 1,0-1-2337,-4 23-4448,3-8 7836,5-12 0,4-16 0,1-8 0</inkml:trace>
  <inkml:trace contextRef="#ctx0" brushRef="#br1" timeOffset="143023">15874 9004 15557,'35'-42'1049,"-1"0"0,-2 4 1,-9 10-546,-18 22 1017,-3 5-1285,-1 1 441,-2 4-391,-2 4 197,-2 7-264,-4 5-46,-3 5 379,-3 6-456,-2 4-726,-3 6 675,-3 4-6,-4 5-50,-4 4-652,15-26 0,-1 1 604,-2 2 1,0 0-88,0 1 1,-1 0-183,0 1 0,-1 1-518,1 0 0,0 0-1870,1 1 0,1-1-1673,2-4 1,1-1 4388,-9 20 0,12-24 0,5-11 0</inkml:trace>
  <inkml:trace contextRef="#ctx0" brushRef="#br1" timeOffset="145256">16665 9284 17554,'2'-40'436,"-1"1"1,0 2 0,1 9-123,0 18 939,0 1-973,-1 2 323,0 1-384,0 2 126,-1 1-171,0 2 417,-5 4-546,0 1 22,-9 6 1,-2 2-7,-5 4-5,-3 1-582,-3 2 570,-2 2 1,0 1-17,1 1-11,3 1 0,4 0 0,2 10-12,9-10 6,2 8-5,9-13 22,3-1 11,4-1 12,4-1-7,4 0-10,4-2 605,15 5-628,-7-6-11,12 3-336,-10-7 342,1-1 11,1-3-6,0-2-11,1-2 11,0-2 0,-1-3 12,-2-3-6,6-9-12,-6-5 23,-3 0-11,-10-2 17,-12 8-23,-3-1 0,-3 2 336,-4-1-336,-4 1-11,-5-1-17,-4 1 23,-2 0-29,-4 1 23,0 0 6,0 1-12,-1 0-236,3 0 254,2 0-7,2-1 12,2 1-6,2-2-11,4-1 11,0-2 1,3-1-18,2-1 270,1-3-253,2-1-5,1-2 22,0-10-17,1 10 12,1-7-7,1 13 7,2 2-1,1 1-16,0 2 16,6-2 1,-2 3 5,5 1-6,-1 4 6,0 3-11,3 2 11,1 1 0,1 1-17,1 2 6,0 2-17,2 2 5,-1 5-10,1 2 5,7 12-6,-5 7 6,-1 2-5,-10 2-245,-9-7 250,-2-1-11,-6 2-17,-4-1-28,-6 0-101,-3-2-162,-3 0-454,0-1-1870,1-1 2643,0 2 0,9-13 0,1-1 0</inkml:trace>
  <inkml:trace contextRef="#ctx0" brushRef="#br1" timeOffset="167995">16347 10167 8325,'47'-10'-127,"1"0"0,-5 0 0,-1 3 529,-8 4 1,-2 1-957,19-2 187,-17 2 0,-1 0-647,13 0-413,-2 0-914,-1 1 2341,4 0 0,-23 1 0,-2 0 0</inkml:trace>
  <inkml:trace contextRef="#ctx0" brushRef="#br1" timeOffset="168229">16507 10176 7826,'-50'7'767,"1"0"1,5-1-1,7 0-459,14-2 178,10 0-436,5-2 1080,5-1-156,3 0-419,8-1-202,1 0-202,10 1 340,15-4-547,-4 2-17,17-3-16,-9 2 678,5 1-741,1 0-38,1 1-35,0 0 18,-2 1 56,-1 2 5,-2 1-246,10 4 90,-15-2-62,3 2-162,-18-3-197,-8-1 112,-4 1 611,-5-1 0,-3-1 0,0-1 0</inkml:trace>
  <inkml:trace contextRef="#ctx0" brushRef="#br1" timeOffset="442639">3202 11123 21398,'-44'-34'-1536,"0"-1"1,3 3 0,7 10 396,15 20 2508,-2 3-46,-2 4-80,-2 2-107,-3 5-29,-1 3-122,-1 2 1418,1 2-96,1 2-801,2-1-289,4 2-46,3-2-152,4 0-691,3 0-328,2 0 0,4-2 0,2 1 0,2 0-241,1 1-883,2 0-246,2 1-129,1-1 13,2-1 44,1-1 68,1-1 142,1-2-70,2-1 9,2-3-232,0-1 194,3-3 605,0-2 384,1-3 516,1 0 288,2-4 566,-1-3 437,1-2 651,-1-5 303,1-2-313,-1-5 128,0-2-262,-1-5-111,2-3-1411,-1-4-450,0-1 0,1-3 0,-3 2 0,0 0 0,-4 2 0,0 4 0,-4 2 0,-1 6 0,-4 2 0,-2 4 0,0 3 0,-2-1 0,-1 5 0,0-2-769,-1 6-452,0 0-275,2 2 396,-2 0-288,2 2 820,3 7-194,0 0 89,5 9 90,-1-1 439,1 5 243,1 2-183,0 3 518,0 3-689,-1 3 476,0 1-7,-1 2 131,-1 1-55,1 2-17,-2 0-119,2 0-332,0-2-300,1-2-652,3-3-1075,2-3-2073,3-4-2520,0-4 6481,0-6 0,-8-6 0,-3-4 0</inkml:trace>
  <inkml:trace contextRef="#ctx0" brushRef="#br1" timeOffset="443089">3885 11237 16509,'0'-8'3359,"0"2"-2103,0 6 2675,0 0-4016,-35 8 745,25-3 334,-25 7-471,35-6 169,0-1-541,0 1-17,0-1 321,0-2-12,0 1-503,0-1-393,0-2 320,1 0-1381,0-1 1432,2 0-11,1-2 1035,1-2 277,1-4 130,0-3-184,2 0 5,-2-2-935,1 1-235,-2 0 0,-1 2 0,-2 2 0,-1 1 0,0 2 0,-2 2 0,-1 0-792,-2 3-878,-2-1 434,-1 2 467,-1 1 537,-1 2 600,0 3 360,-2 0 632,2 2 883,0 0-2243,2-1 0,0 1 0,2-1 0,2-1 0,2 0 0,0-1 0,1-1 0,1 1 0,2-2 0,1 1-2120,0-3-9,2 0 369,-1-2 840,0 1 220,0-1 454,0 0 361,0-1 1023,0-2 835,0-1 141,1-1-23,0-1-1647,0 0-444,-1-1 0,1 0 0,-1 0 0,2-1 0,-3 5 0,-1-1 0</inkml:trace>
  <inkml:trace contextRef="#ctx0" brushRef="#br1" timeOffset="444895">5431 11199 24392,'0'-46'978,"0"-1"1,0 5-1,1 6-132,-1 12-130,1 2-143,0 1-5262,-1 3 5015,1 2 1422,-1 4-1331,0 2 647,0 2-933,0 3 11,0 2-147,-1 1 2523,0 2-3503,-2 3 2316,-1 3-85,-3 6-1185,-2 5-61,-3 6 0,-3 5 0,-1 5 0,-3 4 0,1 3 0,0 0 0,3 0 0,3-2 0,3-3 0,4-3 0,2-3 0,4-5 0,3-4 0,3-3-1410,4-4-601,3-4 75,0-3 541,3-3 602,1-1 288,2-3 461,2-3 681,0-3 554,2-6-760,0-4 1958,1-4-787,-2-4 242,0-3-1844,-1-2 0,-2 1 0,-2-2 0,-2 3 0,2-9 0,-8 11 0,1-3 0,-7 15 0,-2 4 0,-2 3 0,0 3 0,0 3 0,-2 9 0,2 0 0,-2 10 0,1 0 0,1 1 0,0 2 0,0 1 0,2-1 0,2 0 0,1 0 0,2-2-843,1-2-262,2-2-219,2-3-201,1-3 198,1-2 601,1-4 420,1-1 469,1-3 344,-1-3 476,1-3 389,0-6 649,-2-2 21,1-6-1974,-2-1-68,2-3 0,0-2 0,-1-2 0,0 0 0,-1-1 0,-1 1 0,2-8 0,-6 10 0,-1-4 0,-6 13 0,-2 4-469,-2 0-322,0 3-286,-3 1-224,0 2-45,0 1-15,0 1 8,2 2 72,0 2 46,1 1 2535,2 1-2171,0 6-401,2 0-2951,1 7 3426,3 1 1,-3-6 0,1-1-1</inkml:trace>
  <inkml:trace contextRef="#ctx0" brushRef="#br1" timeOffset="445543">6502 10426 21741,'-2'-7'1890,"1"2"-1349,1 5 2749,0 0-3029,-22-20-1195,16 31 1893,-16-6-591,22 38-292,-2 7-3147,-2 2 3433,-4 4-166,0 1-666,1-16 1,0 1 1529,-3 20-1243,4-21 0,0-2 159,0 12-1,2-4 83,1-7-74,2-5-101,1-6-36,0-6-24,0-6 19,0-5 39,0-5-30,2-4-286,0-1-392,2-4 1371,0-3 3023,3-4-2766,0-6-207,4-4 24,0-3-1563,3-3 1983,0-1-987,1-2 98,0 0-612,2-1 43,0 2 226,0-1-261,2 2 306,-1 1 15,2 2 29,1 1 83,0 2 259,2 2-100,0 3 1452,-1 2-1588,5 2-208,-8 5-117,2 2 171,-9 9-928,-3 2-285,-3 9 424,-2 4 3619,-3 6-3218,0 4 177,-3 3 145,0 2 113,0 13 504,0-11 328,4 7-410,3-17-301,2-4-255,3-2-151,1-4-172,0-2-99,0-5-83,-1-2 118,0-4 294,-2-2 334,1-2 333,-1-4 592,1-4 290,1-6-15,0-3 63,1-4-3567,1-3 3172,-1-2-800,0-1 340,-2 0-502,-1 2-205,-1 0 190,-1-3-29,-2 9 46,-1-1 7,-2 12-70,-1 3 3020,0 1-3204,0 3 770,1 12-967,1-4 12,2 12 23,-1-7-3403,1 2 3454,1 0 21,1 2 125,1-1-84,1 2 79,1 0-2337,1 0 2181,1 0-1021,0 0 784,0-2 1558,0 2-2083,1-3-8605,4 4 9151,-7-8 1,1 0 0,-8-7 0</inkml:trace>
  <inkml:trace contextRef="#ctx0" brushRef="#br1" timeOffset="445734">7231 10409 20301,'-3'-24'-4934,"1"11"5242,9 39 0,-3-11 0,-1-1 1</inkml:trace>
  <inkml:trace contextRef="#ctx0" brushRef="#br1" timeOffset="446502">7503 11223 24422,'13'-46'263,"0"0"1,-1 3-1,-2 4-11,2-1-623,-2-4 415,0-3-39,-2-3-20,-3 14 0,-1-1-33,2-20-7,-2 20 1,0 1-233,0-12-11,1 2 5,-1 2 56,1-16 19,-2 17 55,1-11 47,-2 21 371,2-9-98,-3 13-3,3-6 841,-4 17-856,1 3 463,-1 4-479,0 3-31,0 3-30,0 2 528,0 2-566,-2 15 27,-1 0 67,-1 16-29,-1 1 15,0 6 463,1 6-499,0 6-48,2-11 0,1 1-6,0 21-47,0-21 0,2 0-43,2-1 1,1-2-987,5 18 948,-2-19 1,1-2-162,9 11-58,2-3-152,1-2-19,3-2-39,0-1-119,2-3-98,0-3-163,0-2-1224,9 3 1152,-10-10-116,6 1-529,-4-14 1151,-7-6 534,3-5 374,-8-5 736,-3-4-210,-1-1 912,-4-3-569,0-8-374,-3 5-135,0-8-97,-2 10-161,0-1-217,-1 1-122,-2 0 4,-1 1 35,-1 1-17,-1 1-65,0 1 225,-2-2-393,3 6-84,0-2 70,2 5-98,2 2 104,3-1 196,2 1 84,3 0-34,3 0 0,2-1 22,10-4-40,-4 2 18,8-4-71,-7 1-138,-1 0-28,0 0 49,-2-2 42,0 0 39,-2-2 26,-3-1-29,0-1-18,-3-2-82,-1 0-12,-2 0-54,-2 1-27,-1 3-47,-2 1 35,-5-1-169,0 7-75,-7 0 130,-5 9 205,2 3 129,-7 2 12,6 4 106,0 1 22,1 2 151,1 2 50,1 1-50,2 3-264,2 1-125,1 1-28,2 1-122,2 1-47,0 1-61,2 1 12,1-1 17,4 0-47,1 0-22,5-2-104,2 0-118,3 0-168,2-1-289,1 1-1154,1 1-1915,13 11-1161,-7-10 5022,13 8 1,-23-22-1,0-1 1</inkml:trace>
  <inkml:trace contextRef="#ctx0" brushRef="#br1" timeOffset="446761">8800 10376 16010,'2'-46'1393,"0"0"0,0 5 0,-2 7-489,-5 12-4613,-1 7 4052,-5 4 1219,0 6-1336,-2 2 66,-2 5 894,-1 5-818,-1 6 88,-2 9 59,-1 5-523,0 9 885,-2 5-139,1 7-150,0 7-136,3 5-413,9-28 0,1 0-63,0 1 1,1 1-21,0-1 1,2 1 476,1-1 1,0 1-627,2-1 0,1 0-2,1-1 0,2 0-193,6 30-4,7-3-212,7-5 451,5-3-79,7-5-1230,6-5 1005,5-4-9,6-4-26,4-4-75,3-6-488,2-6-963,1-7-4297,0-7-1662,-7-6 8102,-9-3 1,-21 1-1,-11 1 1</inkml:trace>
  <inkml:trace contextRef="#ctx0" brushRef="#br1" timeOffset="447771">9880 10879 23885,'-14'-39'952,"-1"0"1,3 2 0,1 11-1452,5 21-316,2 3 623,2 1 588,0 5 520,2 4-492,0 7-456,0 6 491,0 6 47,0 7 280,0 6-771,-1 6 152,0 5-1940,-1 5 1684,0 4-1619,-2 2 1706,1-29 1,1-1 0,-1 0 1,-1 0-1206,-2 28 1216,0-4 103,1-7-78,-3-7 38,1-6 10,-3-7-166,-2-4 23,-2-4 21,-3-5-91,0-5-677,1-5-235,2-4-3144,3-8 3935,2-6 0,5 4 0,1-2 1</inkml:trace>
  <inkml:trace contextRef="#ctx0" brushRef="#br1" timeOffset="448137">9908 10318 25324,'-49'26'4041,"11"-1"-1475,37-7-3449,1 1 295,2-2 74,1 0-66,3-2-160,3-2 100,1-2-1023,2-3-189,1-2 1425,0-3 446,0-1 236,0-3 515,0-2 653,-2-3 708,0-4 437,-2-3-1011,-1-3-1557,-1-2 0,0-1 0,-3-1 0,0 0 0,-3 0 0,0 2 0,-1 1 0,-2 2-519,-2 3-545,-3 3-442,-3 1 374,-2 3 418,-1 3 529,-2 1 250,0 2 292,0 3 473,0 1 523,2 4 1162,3 0-2515,3 2 0,2 2 0,2 2 0,2 1 0,2 3-1194,4 3-3056,3 1 3672,6 5 0,-6-13 1,1 0-1</inkml:trace>
  <inkml:trace contextRef="#ctx0" brushRef="#br1" timeOffset="448528">10511 10516 32767,'-40'-21'-1595,"0"0"0,3 1 1,11 7 820,23 13 1644,2 0 163,9 1-917,-1 2-235,9 2 53,-3 0-435,4 4 533,1-1-9,2 5-713,10 7-469,-7-1 293,7 7 123,-11-5-220,-1 1 22,-2 0 285,-1 1 68,-3 1 346,0-1 110,-1 0 197,-1 0 99,-1-2 277,-2-1 4271,-3-1-4023,-2-1-70,-2 1 1,-5-1 345,-3 0 124,-6 1 314,-4-1-1020,-4 1-383,-6 0 0,-3 1 0,-17 8 0,13-8 0,-9 4 0,22-12 0,5-4 0,9-4 0,4-2 0,4-2 0,0 0 0</inkml:trace>
  <inkml:trace contextRef="#ctx0" brushRef="#br1" timeOffset="448960">11102 10585 31691,'-50'-24'-2672,"13"3"1456,51 15 3453,4-2-991,5 1-746,18-5-472,10-1-71,3 0-44,0 3 494,-17 6-208,0 2-1741,-3 2 448,-2 4-1130,-6 2-3911,-1 12 5712,-10 0 1,-4-3-1,-8-5 1</inkml:trace>
  <inkml:trace contextRef="#ctx0" brushRef="#br1" timeOffset="449111">11148 10960 32767,'29'-20'0,"1"0"0,-1 1 0,-2 2 0,13-4 0,2 0 0,4 0 0,0 0 0,0 3-1466,-1-1 1556,1 0 1,-21 9 0,-2 1 0</inkml:trace>
  <inkml:trace contextRef="#ctx0" brushRef="#br1" timeOffset="449722">12127 10625 31794,'-11'-37'-1232,"1"0"0,-8-22 201,12 62 3473,-2 4-809,1 3-1240,-1 3-393,-1 4 0,-3 12 0,2-4 0,-3 9 0,3 7 0,2-10 0,1 11 0,4-14-123,2-3-448,2-1-48,2-4-36,9 3-431,-1-9-25,6 1 175,-3-11 414,2-2 275,0-1 140,3-5 316,-1-1 197,4-7 656,-1-3 272,2-3-103,0-4-408,-1 0-177,-1-3-380,-2 1-266,-4-2 0,-2 1 0,-5 0 0,-3 2-251,-3 1-255,-3 2-79,-3 1-103,-3 3-164,-5 0 221,-3 2-94,-3 2 348,-1 1 246,-10 1 307,-1 1 137,2 1 176,8 4 179,11 2 113,3 1-779,3 1-515,2 2-1340,4 2-7949,1 0 9648,2 2 1,-3-4-1,-1 0 1</inkml:trace>
  <inkml:trace contextRef="#ctx0" brushRef="#br1" timeOffset="450498">13143 10855 21414,'1'-5'3122,"-1"1"1805,0 4-4819,12-42 67,-8 36 319,8-29-404,-12 48-405,0 4 128,-4 2 233,-11 15 201,-1-4-1853,-10 12 1897,0-9-191,-1 1 139,-3-1 572,0-1-35,1-5-128,2-4-97,2-6-186,2-7-236,4-6-286,3-6-410,3-6-496,4-8-249,3-5 276,4-6 64,1-4 148,3-6 659,3-3-154,3-5 442,4-5-289,2-1 1032,3-3-267,3 1-129,0 1-45,1 0-222,-7 19 0,0 0 130,6-17-74,3-7-57,-13 23-128,-4 4-91,-3 4-162,-2 5-84,-4 3-245,-2 4-194,-4 2 982,-2 3-1145,-2 4 1478,0 1-872,-2 3 301,1 0 97,0 2 349,2 3 389,1 2 568,1 4-144,3 2-527,-1 2-774,3 3 0,0 1 0,3 2 0,1 2 0,2 1 0,2 2 0,4 0-1121,4 2 309,5-2-293,2 0-21,3-1-415,5-1 687,2 1 222,4 0 260,1 1-1042,0 1 1418,0 2 164,-1 2-33,-2 2-158,-2 2-236,-4 4 12,-2 3 12,-5 4 166,-7-11 1,-1 1 72,1 18 106,-4-18 0,-2-1 291,-1 11 137,-2-2-14,-4-3-55,-2-1-70,-5-3 297,-3-3-645,-1-4-490,-2-4-4334,-6 1-2900,8-11 7668,-2 0 0,11-11 0,2-2 0</inkml:trace>
  <inkml:trace contextRef="#ctx0" brushRef="#br1" timeOffset="451097">13799 10908 28270,'-8'33'238,"-1"1"0,-11 22 101,1-40 1012,-4-1-675,-1-1-274,0-3-176,0-1-88,1-5 229,1-2-107,2-2-192,4-5-989,2-2-51,4-5-314,2-2 82,4-2 267,2-3 293,2-2 205,5-4 244,3-1 497,5-4 248,15-16-349,-5 8 756,11-12-176,-7 12-138,0 1-98,1-1-146,-2-1-126,-2 2-126,-2 0-123,-3 1-3186,-5 3 3280,-2 1-218,-6 3 25,-2 1-101,-4 5-92,-4 2-195,-2 3-190,-6 2-271,-2 3 65,-2 2 405,0 1 216,-2 2 318,0 1 151,1 2 920,-4 0-274,6 2 3667,-1 0-3510,8 1-55,2 1-651,2 0-328,1 0 0,2 0 0,0 2 0,1 2 0,2 1 0,1 3 0,4 1-870,3 3-428,3 1 68,4 3 74,3 3-74,3 2 523,2 2 466,3 1 170,1 2 314,1 2-57,1-1-591,0 3 401,-2 0-79,0 2-77,-2 2-93,-2 1-6,-2 2 125,-4 1 91,-2 1 143,-4 1-3,-4 18 347,-5-13 105,-8 12 303,-5-20 203,-8 0-1149,-4-3 1186,-3-3-56,-3-2-106,-2-4-498,0-4-911,0-3 10,-2-3 0,16-8 1,0-1-1</inkml:trace>
  <inkml:trace contextRef="#ctx0" brushRef="#br1" timeOffset="463673">15431 10778 9397,'-5'-2'1506,"0"1"4443,5 1-5507,10-64-1864,-6 41 1601,2-14 0,-1 2 151,-2 21 536,-1 1-607,0 3 258,-1 0-338,-1 4-22,1-1-34,-1 2 952,0-1-985,0 3-12,0 0-22,0 0-11,0 1-6,0-1-5,0 2 112,0 0-90,0 4 11,-1 2 11,0 5 6,-2 0 11,-1 2 12,-1 2-1,-2 3 6,0 1 6,-1 2-18,-1 3-4,1 1-24,0 2-10,0 2-23,1 0-550,1 1 539,1 0-28,1-2-12,1 1-10,1-1-12,1-2-5,1 0-22,0-1-51,0-1-79,0 0-128,0-1-179,0-1-410,0 1-1047,0-1-2856,0 0 4811,0 2 0,0-12 0,0 0 0</inkml:trace>
  <inkml:trace contextRef="#ctx0" brushRef="#br1" timeOffset="464148">15803 10653 18923,'-55'-4'246,"9"3"-162,36 8 446,-3 1-451,-3 3-12,-2 2-5,-2 2-1,-1 2-10,-2 1 10,-2 1 1,1 1-115,0 0 137,0-1 6,3-1 10,1-1 1,4-3 6,2-1-12,4-3-11,2-2 186,2 0-203,3-3 251,1 0-43,2-3-112,1-1 100,4-1 56,1-1-246,4-1-12,-2-1-5,1 0-22,1-1 5,-1 2-5,1 0 61,4 3-45,-3 3 12,2 2 0,-4 6 5,-2 2 0,0 5-5,-2 0-12,1 4-5,0-1-17,0 0-6,2 0-11,0-2 1,3-1-1,3-2-11,2-4-6,3-1-11,3-4-27,3-2-46,2-3-117,3-1-208,0-5-465,1-3-1292,1-4 2172,4-6 0,-17 7 0,-1-2 0</inkml:trace>
  <inkml:trace contextRef="#ctx0" brushRef="#br1" timeOffset="464965">16033 10754 21929,'-33'47'269,"10"-10"312,29-33-514,3-3 165,0 0-193,2-1 95,0 0-89,1-3-6,0-1 0,0-3 261,0-1-267,-1 0 1,-1-3 5,-1 0-5,-2-1 11,-1-1-12,-2-2 1,-2 0-1,0-1-5,-2 0 12,-1 0-1,-2 3 11,-1 1-5,-3 4-6,-2 1 6,-3 4-11,-2 1 10,-3 4 7,-1 2 5,-3 4 5,0 4 1,1 2 0,1 1-23,2 1 6,3 0-17,1 0-6,4 1 6,2-1-11,2 2 11,2 0-17,2 2 6,0-1-17,3 1 0,0 1-6,3-1 1,1 0 5,2 0 5,2-2 1,2 1-6,3-4 0,3-1 0,3-3 0,4-3-11,2-3 5,4-2-5,1-1 5,0-3 1,2-4-7,14-11-4,-12 0-631,9-9 658,-16 3 0,-2-2 6,-2-1-11,-3 1-6,-1-3 5,-3 1 1,-2 1 22,0-7 0,-5 10 5,-1-3 12,-6 13 658,-2 2-641,-2 3-12,-1 3-5,-1 1-6,-3 3-5,0 0-6,-1 0-6,0 3-11,0 1 12,0 2-7,1 2 12,1 1-10,0 3-1,1 0-6,0 1-11,3 0 11,-1 1-11,1-1 0,4 0 0,1-1-11,4 0 11,3-1 0,1-1-11,4-1 11,1-3-6,2-2 0,0-2 6,0-1 0,0-4 6,0-3-6,0-4 6,0-4-1,-1-2 12,0-2 0,-2-2 11,-3 0 11,-1-1 11,-3 1 23,-3 0 22,-2 2 12,-3 4 16,0 1 23,-2 3-1,0 2 85,-2 3-174,2 2-6,-2 1-33,1 7 5,-1 2 1,-1 5-1,-1 4 1,0 2-3399,-1 5 3393,-2 2-2268,0 5 2251,-2 3-71,-2 5 43,-2 5-28,-1 4-242,-2 5 186,1 4 1482,2 3-1729,4 2-532,4-2-2716,5-23 0,2-1 3607,4 18 0,-1-10 0,0-25 0</inkml:trace>
  <inkml:trace contextRef="#ctx0" brushRef="#br1" timeOffset="465484">17551 10409 23718,'-57'25'241,"9"1"-185,30-4-17,-2 1 1,-4 4 44,-16 14-5627,8-8 5616,-10 8 11,14-14 1417,5-1-1344,-4 4-96,12-9 1,-1 3 855,12-11-855,2-3 62,6 3-68,2-3-11,5 1 3431,9 0-3454,-2-3 6,9 2-16,-3-4-7,2-1-10,17 0-79,4-2-56,1 0-129,-3-3-213,-14-2-515,1-1-1137,1-3-3282,1-2-3669,-3 0 8237,-4 1 0,-13 3 0,-6 2 0</inkml:trace>
  <inkml:trace contextRef="#ctx0" brushRef="#br1" timeOffset="468577">18461 10472 19266,'-48'-7'375,"-1"0"0,4-1 1,9 6-119,20 9-16,-1 1-28,0 3-12,-1 0-16,0 2-17,0 2 6,0 2-18,0 2-15,1 2-5678,-1 1 5632,2 2-22,2-1 1361,2 2-1390,3-2 1,5 0-6,2-2 859,3-2-836,9 5-34,1-8-6,8 2 6,-3-7-6,2-3 1,0-1-1,2-3 1,0-1 3389,0-2-3373,-1-3 46,-1-1-35,-1-4 1,-2-4-1,-2-2-5,0-2-6,-2-3-11,-2-2 11,-1-2-11,-2-1 0,-1-1 12,-1-2-3399,0 2 3410,-2 1 83,0-5-28,-2 8 29,1-1 195,-1 9-78,-3 6-168,1 1-28,-2 4 3387,-1 1-3404,1 3-17,-2 1 6,1 4-5,-1 2 16,-1 6-34,3 0 12,-2 4-11,5-3-1,-1 1 1,2 2 0,3 0-6,1 0 0,4 1 0,2-1 0,3 0 0,2-2 0,3-2 0,2-2 5,12 2 1,-6-7 5,8 1-11,-11-7 6,-1-2 5,-1 0 0,-2-4 0,0-1 0,4-10-11,-6 3-16,8-14 38,-7 0-5,-1-1-12,-4 0 7,-4 0-1,-3 7 0,-1-5 6,-4 10-6,0 0 0,-1 1 6,0 1-6,-1 0 0,1-1-5,-1 0 5,1 0-5,0 1-1,2 0 1,2 0 0,2-1 5,9-7-6,-3 5 1,7-4 11,3 4-17,-5 4 0,8-3 11,-8 6-11,0 2 0,-1 1 11,-1 2-11,-2 2 0,-1 2-5,-1 3 10,-2 2-5,4 8 0,-4-1-5,3 6 5,-4-4-6,0 1 6,0 1 0,0 0 0,1 0 0,1-1 0,0-1-6,1 0 6,-1-1 0,0 0 6,0-2-6,-1 0 6,-1-2-12,1-1 6,0-1 6,0-2-12,2-1 17,6-2-11,-2-1 0,6-3 0,-5-3 0,2-3-5,0-2 5,2-2-6,1-1 6,-1-1 0,1-1 0,-2 0 0,0 0 6,-2-1-6,-2 2 11,-3 0-11,-4 0 5,-2 1-5,-4-1 6,0 2-6,-2-1 11,-3 0 0,0 0-5,-4 1 0,-1-1-1,-1 0 1,-1-1 16,0-4-11,3 4-5,0-4 5,6 7 0,1 0 12,2 0-6,1 2 5,5 1 0,0 0 46,8 0-29,-4 1-5,6 0 0,-6 2-6,1 1-12,1 2-4,-1-1-7,1 2 1,0 0-1,1 2 7,-1 0 4,8 6-10,-5 1-6,6 3 6,-7-2-1,0 3-5,-1 0 0,-1 3 6,0 1-6,-2 1 0,-1 2 5,-2 0-5,-2 1 0,-3 1-16,-2 9-12,0-8-40,-3 6-49,-1-11-108,-1 0-184,0 0-307,0-2-455,2-2-661,0-1-1775,2-2 3607,4-1 0,-3-5 0,2-1 0</inkml:trace>
  <inkml:trace contextRef="#ctx0" brushRef="#br1" timeOffset="469070">20313 10206 15328,'1'-3'3041,"-1"0"2370,0 3-5276,-6-23-29,0 17-22,-7-18-17,1 24-16,-2 0-7,-1 0-10,-2 0 0,-1 1-6,-1-1 0,-1 0-6,0 0 0,0 0-5,2 0 11,-5 0-11,8 0 0,-3 0 5,9 1 12,0 0-6,2 0 5,1 0 1,2 0-12,0 0-5,2-1-6,0 1 12,0 0-1,1 1 6,-1 1 11,1 0 1,-2 3-1,1 0-6,-1 2 7,1 2-7,0 3 6,0 1-11,-1 2 6,1 2 0,-2 3-1,2 1 23,-4 14-22,2-6-827,-2 11 816,2-11-1,0-1 1,1 0-7,0-2 2,1 0-1,2-3-17,-1-1 5,1-2 1,2-1-12,1-1 1,8 6-12,-1-7-12,5 4-32,-2-10-35,3-2-38,2-2-62,2-2 764,1-2-887,4-3-118,2-1-789,15-7-203,-7 0-2033,12-5-2789,-13 0 5680,4-2 0,-17 7 1,-2-1-1</inkml:trace>
  <inkml:trace contextRef="#ctx0" brushRef="#br1" timeOffset="469320">20724 10314 13732,'0'-3'5024,"1"0"1456,-1 3-6368,13-40-22,-10 33 0,9-27 44,-15 44-83,-6 10-18,2 0-10,-5 8-1,5-5-11,-2 3-16,0 1-12,0 1-45,-1 0-38,2 0-74,0-1-107,1-1-245,2-1-140,2-2-331,2 0-622,0-4-952,3-2-1988,1-2-5272,1-3 9319,1-3 0,-2-5 1,-1-3-1</inkml:trace>
  <inkml:trace contextRef="#ctx0" brushRef="#br1" timeOffset="469877">20872 10026 23086,'-19'-53'515,"2"11"-397,11 42-18,1-1-10,1 1 0,1-1-6,2 1-12,0 0 119,0-2-107,0 1-67,0 0-12,-1 2 1,-1 2 5,0 2-11,-1 0 6,1 1-1,0-1-5,-1 0 6,2 1-12,0-2 12,0 0-6,2 0 5,0-1 1,0 0 0,0 0-1,0-1 6,2-1-5,0 0 0,0-1 10,2 0-4,-1 0 16,1 0-12,0-2 1,-1-1 6,1-1-7,-2-2 1,1 0 0,-1 0 11,0-2 0,-1 2 73,0-5-28,0 3 5,-2-2 12,-1 4-1,-1 1 1,-1 0-12,0 2-4,0 0-18,1 0-6,0 2-16,0 0-18,0 1-4,1-1-1,0 1-11,1 1 5,-1 0-5,0 2 0,0 2 6,-1 1-17,2 2-12,-1 0-27,1 2-45,1 1-371,1 6-4,2-2-1451,7 12-84,-3-10-1944,4 5 3949,-3-4 0,-4-10 0,0 1 0</inkml:trace>
  <inkml:trace contextRef="#ctx0" brushRef="#br1" timeOffset="470351">20673 10474 11984,'-2'-7'3848,"0"2"-2464,2 5 2643,0 0-3019,14-66-851,-10 45 47,3-17 0,0 4 244,-6 24-101,-1 1-45,0 3-44,0 1 162,-2-1-246,0 2-18,-2 0 277,1 2-365,1 2 77,0-1-106,2 4 40,1 3-51,0 2 5,2 4 1,1-1 28,1 10-23,0-3-6,1 8 29,-1 6-34,-2-6 0,0 11-3392,-2-9 3381,-4 1 5,-2 2-573,-11 16 551,2-8-2073,-7 11 2073,3-13-718,0-1 707,0 0 1725,-1-2-1776,-8 10 23,6-12-23,-7 6 22,3-7-190,5-11-163,-5 4 2392,8-13-3231,1-3-69,0-4 1301,1-2 0,6-2 0,2 0 0</inkml:trace>
  <inkml:trace contextRef="#ctx0" brushRef="#br1" timeOffset="471240">21453 10021 22727,'-34'-2'415,"8"-1"-292,33 1-5,2 0-23,3-2 0,1 0-11,2-2-6,0 1-5,0 0 0,0-1-11,-1 2-6,0 0-6,-1 0-5,-1 1-6,-1 0-5,-2 1-6,0 1 0,-1 0 0,-1 1-6,0 0 6,-3 2 11,0 0-5,0 4 11,-2 1-12,1 1 46,-2 10-35,-1-4 12,0 8 56,-3 7-67,0-5-6,-1 11-5,0-9 5,0 3 40,0 15-46,2-7-1098,-2 12 1099,3-11 5,0 1 12,1 18-35,0-13-10,0 13 5,0-19-11,0-1-774,0 13 774,0-12-6,-3 8 6,0-19-103,-5-1 97,-3-5-16,-3-3-1,-4-2-27,-4-3-40,-3-3-78,-3-1-145,-2-4-286,-3-2-706,-3-2-2564,0-6 3869,-6-3 0,20 3 0,1-2 0</inkml:trace>
  <inkml:trace contextRef="#ctx0" brushRef="#br1" timeOffset="473355">21733 9643 14306,'-2'-61'487,"4"12"435,8 44-793,2 2 1388,1 0-1405,1 2-6,-1 0-5,2 3 861,-1 1-844,2 6 11,-1 5-6,2 6-11,0 5-17,1 5-16,0 4 1692,0 3-1715,1 4-5,1 1-35,-1 5 1,0 0-317,-2 3 300,0 1 0,-1 1-5,-1-1-7,-1 2-525,-2-1 497,-2 1-10,-3 1-28,-3-1-23,-3 1-39,-5-3-62,-4-1-1427,-7-3 1175,-5-3-195,-5-2-292,-4-3-533,-1-3-805,-2-3-7552,-8 4 9421,15-15 0,1-2 1,18-16-1</inkml:trace>
  <inkml:trace contextRef="#ctx0" brushRef="#br1" timeOffset="474056">22959 9681 16180,'0'-4'890,"0"1"3316,0 3-3999,-69-5-2890,37 11 2772,-13-6 1,1 3 61,12 15-27,1 0-23,3 0 820,5-2-815,3 5-56,9-7 12,3 2 463,9-8-458,4-2 0,4-1-11,3-1 6,2-3-18,3 0-10,1-1-6,4 0 0,-1-1-6,2-1 1575,8-2-1580,-8 0 0,5 0 0,-13 1-1,-1 0-4,-5 1-1,-2 1 0,-2 0-5,-3 1 10,1 0 1,-2 1-6,1 2 1,0 1 4,-1 1 1,0 1-6,-1 2 12,0 0-6,0 2 5,-1 1 6,-2 2 6,-1 2-6,-3 1 16,-3 2-16,-2 2 45,-11 9-39,3-5-389,-7 6 394,6-10 6,-1 0 5,2-1 1,2-2 5,2-3-11,4-2-1,4-3-4,4-1 4,3-3 1,2-1 6,3-1-7,2-2-4,4-1-12,3 0 382,1 0-387,1 0-18,0-1 12,0 0 0,-1-1-17,-2 2 6,1 2 5,-5 1 0,0 2 6,-6 4 5,-3 2-5,-3 2 11,-4 2-3375,-4 4 3408,-4 0-143,-3 4 266,-11 12-94,7-6 0,-7 9-18,13-13-16,4 0 0,2-3-16,6-1-1,2-2 11,4-3-11,5-2 6,4-2-5,6-3-12,4-1-5,4-4 3096,5 0-3114,4-3-38,4-1-52,4-2-139,3-2-353,1-3-957,3-3-3282,-2-2 4816,6-3 0,-26 6 0,0 1 0</inkml:trace>
  <inkml:trace contextRef="#ctx0" brushRef="#br2" timeOffset="495611">9153 11986 16809,'-36'8'1161,"7"-2"-772,29-3-668,0-1 172,0 1 81,0-2 1538,0 1-1369,2-1-422,0 0 90,1 1-135,2 0 450,2-1 21,1 0 57,2-1 4,1 0 44,2 0 559,9 0-392,-4 0 79,8 0-221,-5-1 29,1-1-102,2-3 50,2 1-72,3-1-3367,2-1 3381,3 1-2289,1-2 2278,2 1-412,0-1 344,2 1-91,1-1-39,1 0 53,1 0 1798,-1-1-1783,-1 0 36,16-3-41,-13 3-5,12-2 2155,-16 4-2188,0 1-31,1 1-11,-2 0-17,1 0-2276,-2 0 2284,1 0-9,0 0 97,0 0-56,1 1-4,0-1 16,-1 0-41,0 0 66,0 0-9,0 1-5,-1-1-147,0 1 10,-1-1 36,-1 0-7,-1 0 3,-1 0-1613,-1 1 1556,2 1 3,-2 0 180,0 1-153,1 0 137,-1-1 4,0 0-28,-1 0 2,0 1-3,-1-1 39,-1 0-6,0-1 78,14-2-204,-10 1 1825,10-3-1827,-14 4-252,-1-1 43,8-1-40,-9 0 3092,8-1-2932,-11 1-3,1 2 7,12-1-29,-8 1-79,7 0 121,-11 2 15,-1-1 88,-2 1-81,0-1 452,-2 0-458,-2 1-2,0 0 12,-3 1 161,-2 0 1,-2 0 0,-1-1-1,-1 1 681,-1-1-690,-1 1 33,0 0-32,-1 0 10,1-1-4,-1 0 5,1 1-12,1-2 5,1 0 4,2-1 1,1 1-6,2-1 6,2-1 0,1 1 5,3 0 6,2-1-11,1 1-6,1 0 1,-1 3 10,7-2-11,-10 2-11,4-2 6,-11 2 5,-4 0-5,-1 0 5,-4 0 6,0 0 22,-2 0 118,0 0 291,-1 0-393,0-3-4,2 1 10,0-3 1,2 0 11,0-1-12,1 1 7,1-2-1,0 1-6,1 0 12,-2 2 11,0 0 6,-1 2 5,-3 0 73,1 1-34,-2 0 640,0 1-796,-4-1-12,0 0-33,-2-1-17,4 0-17,2-2 11,2 0 11,5-2-16,5-2-51,4-1-150,3-2-2365,11-4-5931,-11 5 8122,5-2 1,-18 9-1,-3 1 1</inkml:trace>
  <inkml:trace contextRef="#ctx0" brushRef="#br2" timeOffset="512134">15654 11670 8859,'-56'11'360,"0"1"0,5-2 1,8-2 199,14-4 39,2-1-67,1 0 11,0-1-196,0 1-83,2 0-29,1 1 34,-1 1-40,1 0 12,1 0-11,-2 1-1,1 0-10,-1 0-7,1 0 7,1-1-23,1 1-11,0-1-23,2 0 1,2 0 0,1-1 7,2 0-41,2-1 20,2 0-104,3 0-34,2-1-11,2 0-5,2-1 16,0 0 34,2 1 16,1 0 18,3 1 10,2 0 6,4-1 1,1 0 4,4 0-10,3-1-6,4 0-11,3-1-444,3 0 422,5 0-3246,3 0 3240,2-1 5,4-1-227,2-1 194,4-1-6,4-1-1298,5-1 1304,5 0-9,-29 2 1,0 0-1,3-1 1,-1 0-7,3-1 1,0-1-6,2 0 1,0-1-4,1 0 1,0-1-1,2-1 0,-1 0-2,1-1 0,0 0 2,0-1 0,0 1 0,0-1 1,0 0-1,-1 0 1,-1 1-1,0-1 1,-1 1-1,-1 0 1,-2 0 2,-1 2 0,-1-1 0,-2 1 0,-2 0 3,28-8 10,-8 3-10,-5 1 0,-5 2-5,-6 1 5,-6 2 0,-5 1 5,-4 3 2501,-4 1-2500,-3 1 263,-4 1-241,-3 0 2039,-2 1-2000,-3 0 474,-1 0-507,-7 1 11,-8 5-23,-4 0-5,-7 4-6,0 0-5,-4 0-12,-6 2-1640,-5 2 1646,-6 0-11,-5 2 11,-6 1-3,27-7 1,-1-1 2,-3 1 0,0-1 0,-1 2 0,-1-1 2,0 1 1,0 0 0,-1 0 0,0 1 8,1-1 0,-1 1-1431,1 0 1,1-1 1424,-1 1 1,1-1-1,0 0 1,0 1-202,1-2 0,1 1 204,0-1 1,1 0-235,0 0 1,1-1 236,0 0 0,0 0 1,-28 7 10,1-1-5,1-2 5,3 0 1,1 0 5,3-1 5,3-2 44,2 1-54,5-2-7,2-1 1,4-2 22,3 0 1,4-3 2501,-4 1-2491,11-3 6,-2 0 545,12-1-567,3 0 742,3 0-787,3 0 1500,-1 0-1489,5-3 6,2 0 5,6-2 11,3-1 1,4-1 5,6-2 5,4-1 1,7-2-1049,6-2 1043,7-3-28,8-1-679,-23 8 0,0 0 673,3-1 1,2-1-1,2 0 1,2-1-1,3 0 1,-1-1-15,4 0 1,0 0-18,1 0 1,3-1-35,-4 2 0,3-1 0,-1 1-1200,7-3 1,-1 1 1217,-8 2 1,3 0 0,-5 2-43,3-1 0,-3 1-28,-3 0 0,-1 0-57,-2 2 1,-2 0-126,-4 0 0,-1 0-872,25-6-1248,-10 1 2374,-4-1 0,-22 8 1,-3 0-1</inkml:trace>
  <inkml:trace contextRef="#ctx0" brushRef="#br2" timeOffset="514688">17760 11476 7106,'-9'-2'2862,"2"0"-1888,7 2 3939,0 0-4734,-23-6-11,16 4-17,-16-4-50,21 6 129,1 0-118,1 2-6,2 0 12,2 1 22,2 0 11,3-2 6,1 0-12,3 0-10,2-1-35,3 0-10,1 0-12,3 0-10,1 0 16,2-1 5,1 0-5,4-1-11,1-1-11,3-1-12,1 1-281,3-2 259,0 0 0,3 0-5,0-1-1,0 1 6,2 0-584,-3 1 573,2 0 11,-2 1-11,1 0 16,-2 0 2,1 0-7,-1 0 11,0 1-28,0 0 17,-2-1-5,-1 2 49,17-4-38,-13 3 11,13-3-12,-17 3 7,0 0-12,1 0 5,-1 0-5,2-2 6,1 2 5,0-2 0,2 1 0,0-2-11,-1 1-5,0 0-6,0 0-1,0 0 1,-1 1 6,0 0-1,-1 1 0,-2 0 6,0 0-11,-1-1 6,-1 1 5,1-1 0,-1 0 22,0 1-5,-1 0 5,0 0-11,1 0 12,0 0 16,2-1 0,1 1-5,1 0-3134,-1 1 3105,1-1-5,-2 0 17,0 0 11,-2-2-17,1 1 12,-1-2-23,-1 1-17,-1-1 11,-2 1-5,-2 0 0,-2 0 5,-1 1 1,-2-1 10,-1 1 383,-1-1-388,0 0 0,-1-2 5,-1 0 1,2 0 5,0-1 0,2 0-5,1-1 0,1 0-18,1 0-4,0 1-7,2 1 6,-1 0 12,1 1-1,0 0-162,1 0 146,0 1-1,0 1-5,1 1 0,-2 2 176,0-1-170,-1 0 5,-1 1-6,-1-2 1,-1 1 5,0-1 6,0-1-11,0 1-18,0 0-4,-1 1 10,-1 0 3316,-2 1-3294,-1 0-4,-1-2-7,0 1 12,-2-2 5,0 1 6,-2 0 6,-1-1 260,-1 0-266,-1 1 5,0-1 1,0 0 0,0 1-1,1-1-5,-1 1-17,1 0 1,0 0-1,0 0-6,-1 0 12,-1 1-11,-1 0-1,-1 1 7,-1 0-12,-2 0-6,-2 0-11,-2 0-828,0-1-578,-4-1-3607,-1 1 5030,-5-1 0,4 1 0,-1 0 0</inkml:trace>
  <inkml:trace contextRef="#ctx0" brushRef="#br2" timeOffset="529799">6807 14582 7677,'-3'0'3439,"0"0"1529,3 0-4760,-3-39-24,7 25-38,0-31-28,7 36-18,1-2-21,1 2-18,1-1 1,-1 0-12,1 0 1,-1 1-1,-1 1-16,0 0-12,-3 3-11,-2 0 1,-1 2 38,-3 2 40,-2 0 33,0 3 101,-8 9-157,0 1-11,-8 9-6,-1-1-325,-2 4 309,-4 1-6,-1 2 22,-11 14-28,9-10-5,-6 10 0,13-15-6,3-1 6,3-1-117,2-4 112,3-1-1,2-4 0,3-2 6,2-3-6,2-1 339,0-2-327,4-1 125,2-1-109,0-1 6,2-1-1,1-1-4,0 0-1,2-1 0,-1 0 0,2 0-5,0-1 22,7 1-34,-5 0 1,4 1-7,-7 0 1,-1 1-11,-1 0 11,3 2-12,-4 0-5,1 3 17,-5-2 1,-1 2-7,-3 0 6,0 2-1,-1 1 1,-2 3 0,-2 1 5,-2 1-16,-1 1 0,0 0 5,-2 0-11,2 0 11,-1-1 0,2-1-11,0 0 0,2-2-5,1 1 5,1-2 0,0 0 5,3 4-5,2-5-17,1 3 6,3-5 0,0-1 5,2-1 6,2 1 0,1-2 0,1 0 0,2-1 0,0 0-5,2 0 5,0 0-11,2 0-1,1 2 1,1 0 11,-1 3-5,-1-1 10,-3 3-5,-3 1 0,-5 1 17,-5 1 5,-4 2 6,-6 2 40,-17 11-35,0-5-1238,-14 8 1233,5-9 0,-2 0 0,-4-1 0,-1-1-6,-2-4-325,1-4 314,1-5-16,5-4-23,4-4-73,5-7-225,6-4-721,5-6 1047,5-5 0,5 9 0,1-1 0</inkml:trace>
  <inkml:trace contextRef="#ctx0" brushRef="#br2" timeOffset="532278">8160 12597 12147,'-7'-43'646,"1"0"0,0 3 1,1 8-155,1 17 1420,-1 0-1531,1 2 522,-2 1-360,-4 0-330,2 4-34,-4-1 361,-2 6-366,-6 2 845,-2 4-946,-4 1-6,4 6 11,-2 0 73,-14 13-61,9-5-23,-10 10 51,4 7-3471,9-6 3387,-5 10-18,14-10-316,5 0 289,3-1 16,4-1-5,3-2-5,4-2 16,4-1-5,4-3 10,15 2-10,-4-8-6,10 0 11,-6-9-5,1-2 11,0-1-1,2-4 3242,-1-3-3225,1-4-2922,-1-3 2922,0-2-5,-2-3-231,-3-2 248,-2-2 0,-3 0 16,-2-2 12,-3 0 0,-2 0 11,-3 1 6,-2 1 22,-3 1 12,0 2 133,-3-3-122,-1 7 3260,-3-2-3272,0 8 351,-1 3-367,1 1-18,-1 2-22,1 0-22,1 2-22,1 1-7,0 1 1,1 2 0,0 3 5,1 2 18,0 10-24,1-2 1,0 8 0,0-4-11,0 1-1,1 1 1,2-1-1,2 1-5,3 0 6,5 8 0,0-9-6,5 6 16,-1-10-10,2-3 5,3 0-5,3-2-23,3-3 28,2-2-5,2-2 16,14-3-11,-12-2 6,19-9-219,-27 1 213,3-7 11,-15 3 1,-4 0 10,-4-1-5,-3 0 0,-1 0 17,-9-5-22,0 5-7,-7-5-4,-1 8-7,0-1 214,0 2-213,-1 0 5,1 0 0,0-1 12,3 1-12,1-2 6,3 0-12,1 1-10,5-3 10,0 1-10,4-2 10,3 0 12,4 0-17,3-2 11,1 2 1,3-1-12,1 1 0,0 1 11,3 0-11,-2 2 0,2 0 11,-2 3-5,-1 1 5,1 2-17,-1 1 6,1 1 0,5 2 0,-6 0 0,5 3 0,-8 1 0,1 4 11,-1 2-11,0 1 6,-1 2-6,4 9 0,-3-4 0,3 6 6,-6-6-6,1 0 5,0 1-5,-1-2-11,1 1 11,0-2-6,0 0 6,0-1 0,1-2 0,0-1 6,0-1-6,2-2 0,0-1 6,1-2-6,0-1 16,0-2-10,1-2 0,-1 0 10,1-3-10,0-2 16,-2-2-5,0-3 11,-3-1-11,0-2-6,-2-2-5,-1-1-1,-1-1 12,-2-1 6,-2 1-1,-2 1-5,-1 0 0,-2 2 11,-5-6-17,0 6 6,-4-5-17,2 7 11,0 0 0,2 0-5,-1 2 5,2 0 0,2 0 6,1 1 22,1-2-28,1 2-5,4-1 5,1 2 6,2 2 0,2-1-12,0 1 1,1 0 5,1 1 0,0 0 12,0 0-7,5 0-10,-3 2 0,2 2-1,-4 0-5,-1 2-5,0 2 5,-1 1-12,1 4 24,3 5-1,-3 0 0,4 3 6,-3-2-6,2 0-5,0-2 5,2 2-6,1-2-5,1 1 0,3-1 0,0 1 6,3-1-12,1 0 1,2 0-18,0 1-44,0 1-45,-2 0-483,0 1 186,-4 1-240,-2-1-657,-4 1-783,-3 0-1176,-5-2 3265,-2 1 0,-3-7 0,0-1 0</inkml:trace>
  <inkml:trace contextRef="#ctx0" brushRef="#br2" timeOffset="532744">10267 12197 13138,'3'-10'3434,"0"2"-2124,-3 8 2409,0 0-3613,-26-30-4273,12 23 4240,-24-23 798,17 30-810,-4 1 1,-2 3 0,-3 1 11,-4 2 11,0 0-1118,-1 2 1123,1 0 1,4 0-17,2 1-1878,6-2 1867,3-2 1854,6 0-1877,4-2 25,3 0-36,4-2 1139,0 0-1134,2 0 3393,0 0-3393,2 1 12,0 0 0,2 0 11,2 3 11,-2-1-11,3 3 11,0 0 1,-1 3-1,2 1 6,-1 2 5,0 2 12,-2 2 5,0 2-6,-1 2 1,-1 2-6,-1 2-22,-1 0-6,0 3-6,1 1-651,-1 2 646,1 1-11,1 0-145,0-1 122,2-2-16,0 0 10,2-3 1,1-1-6,1-4 11,3-2-5,2-5-18,4-3 1,1-3-28,5-3-51,2-3-72,6-2-101,3-3-40,6-2-921,3-5-619,5-3 1843,8-5 0,-26 8 0,-1 0 0</inkml:trace>
  <inkml:trace contextRef="#ctx0" brushRef="#br2" timeOffset="533745">10817 12576 10982,'-2'-4'4295,"1"1"2281,1 3-6397,1-28-10,2 27-23,1-17-34,3 36-28,-1 5-28,2 1-23,-2 4-4268,2 2 4252,-2 3-22,0 1 551,0 1-585,-1 2-17,-2 0-129,-1 14 39,-5-13-45,-4 9-44,-4-17-73,-3-4-112,-1-2-196,-1-4-347,0-5-516,-1-1-1176,2-5 2655,0-2 0,8-4 0,0-1 0</inkml:trace>
  <inkml:trace contextRef="#ctx0" brushRef="#br2" timeOffset="534154">10857 12169 12438,'-3'-1'2229,"0"0"2017,3 1-4173,-31 39 50,27-16-22,-18 30-56,33-32 16,2-6 12,-2-6 11,-1-3 28,1-1 11,-2-2 23,0-1 22,-2-2 146,1-2-163,-3-1-11,1-4 0,-4-1-17,-1-2-17,0-2-5,-2 0 0,-1-1 16,-2 1 7,-2 0 128,-6-3-118,2 4-22,-4-1 96,0 3-135,4 4-12,-2 0-27,6 3-17,0 1-17,2 1 0,2 0-6,1 0-33,0 7-17,1-1-62,1 6-140,1-1-168,3 2-307,0 1-678,3 2-1552,0 1 2963,3 3 0,-5-9 0,0 0 0</inkml:trace>
  <inkml:trace contextRef="#ctx0" brushRef="#br2" timeOffset="536230">11468 12434 14599,'0'-5'2733,"0"2"4896,0 3-7131,-2-45-6256,2 38 5587,0-32 1460,4 52-1550,1 1-270,1 4 267,2 2 846,4 13-1227,4 5 82,3 13 100,-3-11-75,-4-2-570,-5-13 635,-3-1 1826,-2 10-2702,-3-9-430,-3 5-3900,-3-12-1105,-1-3 6733,0-4 1,4-5 0,1-3 0</inkml:trace>
  <inkml:trace contextRef="#ctx0" brushRef="#br2" timeOffset="536445">11296 12642 9925,'-3'-2'4640,"1"0"1128,2 2-5867,28-32-967,-7 22 1006,26-24-5,-13 31-17,2-1-314,19 0 131,-14 1-82,13-1-1155,-5 1 30,-13 0-1424,9 1 2896,-14 0 0,-14 2 0,-2-1 0</inkml:trace>
  <inkml:trace contextRef="#ctx0" brushRef="#br2" timeOffset="536703">12006 12343 10517,'0'-3'5047,"0"1"2720,0 2-7346,-7-28-275,6 26-16,-6-17-37,7 34 47,1 3 24,2 1-29,2 2-132,2 2-72,1 1 81,1 0-9,0 0 9,2 1-75,-2-2-17,0 2-11,0-3 8,-2 0-20,-1-1-39,-2-1-111,0-2-194,-2 0-359,0-1-875,-1-1 1681,-1 5 0,1-11 0,-1 2 0</inkml:trace>
  <inkml:trace contextRef="#ctx0" brushRef="#br2" timeOffset="538205">12643 12302 12124,'-3'0'2789,"0"0"-330,3 0-2341,-7-22-17,6 17-17,-5-17-23,8 22 242,-1 0-208,0 3-67,0-1-28,-3 3-22,1-2-18,-2 0-10,2-1-28,0 0-12,0-1-22,0 1-325,1-1 219,1 0-68,0 0-50,2 0-39,0-1-6,1 0 39,0 0 51,0 0-101,0 0 297,-2 0 22,2 0 269,-4 0-112,1-2 22,-1 1 6,-1-2 23,0 2 23,-2 0 92,1-1 8,0 1 185,-1-2-213,1 2 6,0-2-80,1 1 19,0 0-22,1-1-57,-1 0 23,1-1 17,0 2 67,0-2-11,0 1 288,0-2-251,-2 1-16,0 0 202,-3-1-199,1 2-16,-4 0 5,1 1-19,-2 1 11,-1 0 152,-7 1-140,3 0 146,-11 1-170,9 0-6,-5 1-19,8 0-2,0 0-10,2 0 1,1-1 0,2 0-9,1 0 7,1 0 3,1-1-8,2 0 119,0 0-6,1 0-23,0 0-64,0-1-2,1-1-24,-2 1-67,2 0 17,0-1-227,5 2 187,1 0-34,5-1 79,-1 0 1,3-1 76,0 1-11,11-1 7,-5 1-4,17 0-194,-12 1 22,7 1-17,-8 0-9,-2 2-15,1 1-11,-2 2-26,2 2 2,-7-1-2,0 2-7,-6 1-73,-4-3-16,-1 4 63,-3-3 58,0 0 25,0 1 5,-1 0 51,-1 0 22,0 1-17,-1 0 7,1 0-6,0 7-61,0-3-11,1 6-3,1-4-18,0-1-16,1 1 118,1 0 16,1 2 69,5 10-92,-1-6-22,5 8 3,-1-9-19,2 0 6,-1 0 2,2 1-3382,0 1 3395,1 0 15,0 0 5,0-1 1,0 6 0,-6-8-1,-2 4 12,-8-10-6,-5 0-5,-5-2-17,-6-1 3397,-4-1-3403,-3-1-16,-3 0-51,-16 0 5,10-3-469,-11 1 380,16-5-616,-8-1-392,13-4-1798,-3-3-6106,15-1 9052,4-2 0,5 5 0,1 1 0</inkml:trace>
  <inkml:trace contextRef="#ctx0" brushRef="#br2" timeOffset="538551">13232 12326 17311,'-4'0'1069,"1"0"1547,3 0-2873,49-22 83,-24 16-319,7-6 1,1 2 201,-3 9-68,-1 0-49,2 1-58,-4 1-83,0 2 51,-5 1-353,-3 1-185,-4 1-225,-5 1-1310,-3 6 1115,-4 0-1064,-6 5 2659,-5 0 1,3-8 0,-2 0 0</inkml:trace>
  <inkml:trace contextRef="#ctx0" brushRef="#br2" timeOffset="538696">13324 12611 9363,'-5'5'6099,"0"-2"-4289,5-3 4844,0 0-6581,61-34-2031,-34 18 1963,11-6 1,0 1-57,-10 7 0,2 1-352,3 1-493,3 0-1294,3 1 2190,5 0 0,-20 5 0,-1 1 0</inkml:trace>
  <inkml:trace contextRef="#ctx0" brushRef="#br2" timeOffset="541959">14636 12662 7958,'0'-7'2823,"0"1"-173,0 6 895,0 0-3014,-2-62-915,-1 40 585,1-13 1,-1 2 186,-4 20 148,0 2-209,-1-1-34,-1 2-52,-2 1 149,-7-2-224,4 3-17,-6-2 605,6 5-629,-2 3-35,1 0-6,-1 1-21,1 2-11,-2 2-7,1 2-25,-1 2 12,0 1 25,-8 8-18,7-2-5,-7 6-12,11-5-5,-1 1 5,3 0-11,0 1 17,-1 8-16,4-6-7,2 6 1,5-8 5,1 0 0,3 0-5,3-1 11,3 1 5,4-2 6,2-1-11,4-2 11,1 0 5,2-3-5,1-2 12,1-2-1,1-3-6,0-1 7,0-2-7,0-3-10,0-1 5,-2-4 0,-2 0 5,-2-3 6,-3 0 1,-1-2 5,-4 0 28,0-8-51,-5 5 1,-1-5-12,-3 6 17,-1 1-6,-2 0 6,-1 2 28,-1 0-5,-2 4 5,1 0 11,0 3 67,-1-1-61,2 3-6,0 0-11,2 2 51,1 1-96,0 5 17,1 0-6,0 5 1,0 0-6,0 2-6,1 2 6,0 1 5,2 2-5,1-1 11,1 1-17,3 0-11,0 0 11,2-1-11,0 0 6,2 0-1,1-2 7,2-2-1,0 0 6,9 0-12,-7-4-5,7 0-5,-9-5 16,0-1 0,0-1 0,0-3 0,-1 0 6,0-4-11,-2-2 5,0-2 6,1-6 5,-5 2-11,-1-5-11,-5 5 6,-1-1-6,-3 0 6,-2 0 16,-2 1-5,-3 0 0,-1 2-1,0 1 1,-1 0 6,0 1 5,2 1-12,0 0 7,3 0 10,1 0-21,3 0 4,1-1 1,5 0-17,2 1 11,4-1 1,4 0-12,2 0-6,3 0 12,0 0-6,3 1 0,2 0 11,0 2-6,0 0 1,0 2-6,-1 1 0,-1 2 0,-1 2 0,-3 1 0,-1 2 0,-3 1 0,0 4 0,-2 1 6,-2 2 5,5 13-11,-5-6 0,2 9 0,-6-10 11,-2-1-11,0 1 6,0-1-1,-1 1-5,0-1 11,0 0-11,0-1 17,0 0-6,0-1 1,1-1-1,1 1-11,1-3 0,1 0-6,1-1 12,1-2-6,1 0 5,3-3-5,1-1 6,2-1-6,10-2 6,-5-3-12,7-1 6,-6-3 0,0-2 0,0-2 6,0-1-1,0-1 1,-3-2 5,0-1-5,-2-1-23,-3 1 22,-2 0 1,-2 0 0,-4 1 22,-2 1-28,-3 1 5,-1 1 6,-4 1-5,-2 1 11,-5 0-6,-3 1-11,-2 1 11,-2 0 0,-2 0-5,0 0 5,0 0-11,0 0 0,2 0 11,2-1 6,3 1 0,3-1 11,4 0-22,2 1-1,3 0 1,1 1-12,2 0 23,4-1-11,2 2 5,2 0 0,-2 3 0,0 0 0,0 1-11,0 1 6,1 1-12,0 0 18,1 0-12,1 0 11,1 0-6,2-1 1,2 1 5,3-1-5,3 0-6,3 0 0,5 1 11,1 0-5,2 0-1,0 2 6,-2 2-358,-3 2 347,-3 2 6,-3 1 0,-5 2-1,-3 1 12,-4 1 0,-3 0 5,-4 2-5,-1 0-23,-2 1 23,0-2-17,-2 1 6,-1-1 346,1-1-368,0 0-35,2-1-94,1 0-180,3 0-398,4-2-879,4 0-2408,7-3 4010,7-1 0,-12-3 0,1 0 0</inkml:trace>
  <inkml:trace contextRef="#ctx0" brushRef="#br2" timeOffset="542468">16603 12208 13261,'0'-4'3546,"0"1"2542,0 3-5992,-2-39-12,-2 31-12,-3-27-10,-2 40-6,-2 2-17,-1 1-11,-3 1 6,-4 0-3404,-2 1 3393,-4 0-234,-4 0 239,-17 2 0,9-2-11,-13 2 11,16-6 16,2-1 1,2-1 22,4-1-16,5-2-1,4 0 1,4-1-12,3 0 11,4-1 51,0-1-56,4 0 3312,-1 0-3289,2 1 300,7 6-340,-1 6-11,4 1 5,-3 5 6,-3-2 6,0 1-12,-2 3-5,0 1 11,-1 2-6,0 1 1,0 0 10,0 1-10,0 10-18,0-7-5,2 5 0,-1-10 0,2-1 12,4 4-12,-1-6-12,3 4 1,0-10 6,2-1-23,8 1-6,-1-5-39,10-1-56,-2-5-83,5-3-136,5-3-161,5-2-3662,5-4 3000,3-2-593,1 0-1821,0-2 3585,5-1 0,-26 7 0,-2 1 0</inkml:trace>
  <inkml:trace contextRef="#ctx0" brushRef="#br2" timeOffset="542776">17086 12323 16566,'-2'-3'3747,"0"1"532,2 2-4228,-25-37-7,19 28 40,-19-23-44,26 38-1,1 7-6,1 0-10,1 1 5,0 3-11,1 1-6,2 3 6,-1 0-17,1 2 0,1 1 0,0 0 0,-1 0 0,-2 1-28,-2 0-28,-2 0-28,-4 1 0,-2-1-17,-4 2-78,-5-1-96,-2-1-178,-2-2-253,0-3-370,0-4-4037,-5 3 5113,6-6 0,2-2 0,9-7 0</inkml:trace>
  <inkml:trace contextRef="#ctx0" brushRef="#br2" timeOffset="543193">17214 12015 12539,'0'-6'4094,"0"0"1249,0 6-5264,-48 9 0,36-2-12,-36 7-17,48-5 6,2 1 6,4 6-34,1-5-6,5 4-5,-3-6 6,1 0-7,1-1 12,0-2 45,4 0-11,-5-3 11,3-1-1,-5-3 91,1-6-74,-3 0 91,1-11-91,-5 5-16,0-5 67,-4-1-73,-2 5-5,-2-5 16,-2 7 23,-6-1 0,-12 2-79,4 4-11,-4 2 6,10 6-34,7 1-16,0 3-214,6 5-66,4-1-214,2 6-364,3-3-772,3 0-1714,3 2 3377,4 2 0,-8-8 0,0 1 0</inkml:trace>
  <inkml:trace contextRef="#ctx0" brushRef="#br2" timeOffset="543635">17591 12155 16174,'-2'-2'2829,"0"0"-5291,2 2 3481,13-56-935,-5 41 1382,10-42-1398,-9 53 863,-2 2-864,0 0 6,1-1-12,-2 2 3380,2-1-3402,-1 0 46,0 0-40,3 0-22,-2 1-7,2 0-4,-3 1 21,-1 0-16,2 0-6,-1 0-5,1 1-17,1 0 16,-1 3 12,0 1 5,1 8-10,-2-2-12,1 6 16,-4-1-10,-1 1 0,1 3-6,1 2 0,0 2 0,2 2-6,0 1 12,2 2 5,6 14-6,-3-8-804,4 11 782,-5-12-11,-2 0-5,-2 2 5,-2-2-358,-3-1 364,-1-4 5,-2-2 6,-4-3-6,-11 5 17,-3-9 6,-9 3-1,1-11-5,-4-2-39,-5-2-67,-2-3-135,-2-1-280,-2-3-829,2-1 1350,-19-7 0,32 4 0,-9-4 0</inkml:trace>
  <inkml:trace contextRef="#ctx0" brushRef="#br2" timeOffset="545956">8835 13721 10915,'-2'-5'2564,"1"0"3278,1 5-5248,-1-53-212,2 38-90,-1-40 14,1 52 61,1 2-27,0 3-396,0 3 87,0 5-87,1 1 71,0 4-25,-1 2 16,1 3-176,0 3-3510,-1 1 3925,1 2-116,1 1-955,5 28 890,-4-20-251,2 20 226,-5-28 22,0-2 6,-2 0 15,0-3 84,-10 11 24,1-9 44,-10 7-222,1-10 17,-3-1 290,-16 6-65,6-7-39,-12 3-43,11-10-177,-14-1-538,11-6 549,-8 0-168,18-8 2005,3-3-2946,5-4-583,3-4-1110,5-4 3048,3-4 1,3 10 0,2 0 0</inkml:trace>
  <inkml:trace contextRef="#ctx0" brushRef="#br2" timeOffset="546371">8862 13249 10556,'-3'-2'1938,"0"1"2807,3 1-4142,-11 13 434,11-3-855,-6 12 215,15-6-498,0 0 145,1-2 6,-1-1 3,0-1-231,0-3-381,0-2 504,0-1-109,-1-3 816,2-1-197,-2-3 195,2-3 105,-3-4 194,0-2-71,0-3-119,-1-2-115,0-1-116,-2-2-147,-1 1-223,-2-1-188,0 3-196,-3 1-52,-2 2-43,-3 2-124,0 2-81,-2 1 96,0 2 113,-1 1 108,2 2 41,0 1 169,2 0 47,0 1 172,4 0 55,-1 3 292,2 0-451,1 5-247,0 0-214,1 2-390,2 1-493,2 2-1049,5 0-2479,2 3-4779,3-2 9414,-3-2 0,-4-5 0,-4-4 0</inkml:trace>
  <inkml:trace contextRef="#ctx0" brushRef="#br2" timeOffset="546688">9552 13710 14345,'-3'0'2055,"1"1"5558,2-1-7361,-51 22 419,38-16-178,-37 16 72,49-21-47,3 0-576,1-1 237,4 1-304,1-1 215,3-1-242,2-1-21,1-1 70,2-1-110,1 0 848,1-2-353,2 1-25,2-1-55,2 1-115,1-1-51,0 0-110,1 1-116,-1 0-93,0-1-270,0 2-424,-1-1-1079,-1 2 2031,1 0 0,-11 2 1,-1 0-1</inkml:trace>
  <inkml:trace contextRef="#ctx0" brushRef="#br2" timeOffset="547097">10458 13566 19170,'-40'6'299,"-1"-1"0,3 0 0,8 0 17,17 2 2097,0 0-2499,3-1 821,2 0-724,2-2 412,3 0-322,1-3 1635,1 1-1777,6-2-272,-1 0 254,5-3 63,0 0-12,3-3 36,2 0-21,2-1-5,2-1 131,0 0 94,3 0-15,0 0-113,2-1-36,0 1-68,1 0-2,0 1-4,-1 0 13,-1 1-21,-3 2 11,-1 0-10,-2 0-14,-2 2 15,-2-1-2,-2 1 6,-1 0 2,-3 1-5,-1 0-12,-1 0-2,-2 1-96,-1 0-42,0 2-271,-1 0-129,0 3-543,-2 0-1737,1 0 2865,-3 2 1,2-4-1,0 0 1</inkml:trace>
  <inkml:trace contextRef="#ctx0" brushRef="#br2" timeOffset="548304">11287 13541 21377,'-36'-41'-218,"9"8"38,31 33-100,2 0-173,1 3-275,0 2-522,1 5-1146,-2 4-5508,0 1 7904,-2 0 0,-2-8 0,-1-2 0</inkml:trace>
  <inkml:trace contextRef="#ctx0" brushRef="#br2" timeOffset="548496">11388 13995 14572,'6'4'2616,"-1"-1"-1552,-5-3 1092,0 0-2346,-30 73-4504,8-40 4173,-2 14 0,-2 1-2285,-10-11 2601,13-14-1,1-1 1,-2 2 0,0-1 0</inkml:trace>
  <inkml:trace contextRef="#ctx0" brushRef="#br2" timeOffset="551394">5968 16572 8528,'0'-4'1854,"0"2"4504,0 2-5782,-5-61-4585,1 39 4252,0-13 1,0 2 204,-3 20 1181,1 1-1271,-2 2-44,1 1-51,-2 3-56,0 1-61,-1 2-34,-2 1 689,0 1-734,-1 2-5,-1 2-12,-3 2-16,-1 3 5,-1 3-2551,-1 3 2529,0 2 1022,1 3-1034,1 1-2018,1 2 2019,2-1-21,1 1 15,4 2-11,0-1 0,2 2 11,2-1-6,2 1 1,3-1 5,1 0-17,1-1 17,1 0-11,4-2 5,1-1 12,2-1-23,2-2 17,1-1 0,2-3 11,1-1 17,2-5 6,1-3-1,0-2 6,1-5-5,0-3 0,1-4-6,-1-4-493,1-3 493,0-2 17,1-1 0,-2-3 5,0 1 4,-2-2 2,-2 0 5,-2 0 1,-1 2 1808,-3 1-1652,-1-3-89,-4 7 11,-2-2 1429,-3 10-1479,-2 3 3375,-1 1-3404,-2 2-10,0 2-18,0 0-5,0 2-5,-1 4-12,3 1-11,-2 4 17,3 5-6,2-2-11,0 6 5,1-5 1,3 1-6,1 1 17,3-1-17,2 1-3392,1-2 3397,3 0-1217,1-1 1195,2-1-1855,1-2 1850,2 0-23,1-1 51,2-1-12,1-1 12,2-1 491,2-3-497,1-1 2116,12-10-2110,-11 1 11,7-7-12,-16 2 12,-2-2 62,-4 2-67,-2-3 4,-2 1 1,-3 0 3184,-2-5-3189,-4 5 676,-3-3-682,-2 7 5,-5-1 11,-7-2-16,2 3 16,-11-5-5,10 7 6,-5-2-12,10 2 0,0 0 0,4 0 0,2 0-5,2-1 0,3-2 5,3-2 6,4 0-1,3-2-4,3 1-12,2-1-6,1 2 12,0 0-1,2 3 6,-2 0-11,0 2 17,0 2-3403,0 0 3391,-1 2-5,1 2-16,-1 0 10,8 3 6,-6 2-6,4 3 1,-8 2 5,-1 1 5,-2 2 7,4 9-12,-4-3-2269,3 7 2269,-6-6 878,1 0-889,0 0 11,-2-2-6,6 7 12,-5-6-12,4 4 1,2-5 2708,-1-4-2692,3 1 2068,-2-6-2067,0-2-12,0-2 0,1-2 11,1 0 0,9-6-5,-4 0 5,16-11-11,-15 3 11,13-12 6,-17 9 0,3-4 11,-10 6-12,-3 0 1,-2 1 6,-3 0-1,-2-1 0,-1 1 23,-5-7-22,0 7-1,-4-4-16,1 7 16,0 1-16,-2-1-1,2 2 6,-2-1-5,1 0 0,0 0 10,-3-4-4,3 2 16,-3-5-17,8 7-6,0-1 1,4 4-12,0 0 6,0 0 12,3 1-7,3-1 6,1 2-11,2-2 0,1 3 12,6-1-7,-2 1 1,7 0-6,-5 2 11,13 0 0,-5 4-11,20 2 0,-17 2-11,8 2-401,-13 0 406,0 0 6,-3 2 0,-1 0 6,1 8 11,-6-4 11,2 13-11,-9-10-12,-2 7 6,-3-6-5,-1 0 406,-1-1-434,-1 1-23,-1-1-45,0 0-358,0 10 107,1-7-1206,4 17-217,3-17-314,5 6-1512,5-12-4375,1-2 7965,0-5 0,-8-4 0,-3-2 0</inkml:trace>
  <inkml:trace contextRef="#ctx0" brushRef="#br2" timeOffset="551860">8065 16041 18661,'-45'-7'244,"0"-1"1,3 1 0,7 3-72,15 5-33,-2 2 883,-1 0-939,-2 2-17,0 0-5,-2 1-6,-1 0-3648,-1 2 3655,-1 0-7,2 1 770,0 1-770,4-1-17,2 1-6,5-2 335,3-1-357,6-1 17,2 0-16,4-3 21,1 2 6,1-2 3343,3 0-3320,0 2 272,5 4-261,-1-1 22,2 4-17,-1-1 96,2 9-73,-3-3 11,2 7 5,-4-4-22,-1 2-5,-1 1-6,-2 4-11,-1 2-17,0 1-6,-1 1-325,0 0 303,-1 0-11,-1-1 0,2 1-3303,0 1 3280,1-1 6,1-1-234,2-2 212,2-3-80,3-2 52,3-2-23,2-1-39,4-3 159,1-2-209,4-2 3204,1-5-3289,5-2-128,3-4-399,4-5-531,4-3-1547,6-7-2351,3-4 5203,11-6 0,-27 11 0,-1-1 0</inkml:trace>
  <inkml:trace contextRef="#ctx0" brushRef="#br2" timeOffset="552413">8772 16358 21302,'-11'-34'98,"0"1"0,-7-22-48,20 57 515,0 3-521,2 3 1,1 4-6,1 4-16,1 4 5,1 4-6,0 3-11,0 4 1,-1 2 152,0 3-192,-3 0 0,-2 1-593,-2 1 570,-4-1-33,-3 0-22,-6-1-40,-2-1-61,-4-3-51,-1-2-140,-2-2-195,1-4-292,-3-3-651,0-4-721,1-5-2265,-1-5-1650,5-3 6172,3-3 0,8-1 0,3 0 0</inkml:trace>
  <inkml:trace contextRef="#ctx0" brushRef="#br2" timeOffset="552812">8872 15927 18464,'-30'40'219,"5"-5"-169,26-21-16,1-1-6,3 0 0,1 0-11,1-2 17,0-1 5,1-1 0,-1-2 51,-1-1 61,-1-3 34,-1-1 28,-1-2-12,0-1-49,-1-3-7,1-4-16,-2-2 0,2-2 28,-2-2 22,0-1 39,1-1 28,-2 2 6,0-1 0,0 1-16,0 1-18,-2 2-27,0 2-17,-2 1-34,0 2-28,-1 1-39,-1 2-34,1 1-11,-1 1-11,1 1-12,-1 0 1,1 2-12,0 3-16,0 1-17,1 4-34,-1 2-78,2 1-118,0 3-152,2 1-290,1 1-700,4 2-1524,3 0 2087,6 3 0,-8-15 0,-1-3 0</inkml:trace>
  <inkml:trace contextRef="#ctx0" brushRef="#br2" timeOffset="553047">9389 16018 22811,'-20'48'-22,"6"-3"-28,20-14-197,5 18 12,-5-9-1536,2 12 1161,-4-15-499,-3 0-706,1 0-1350,-2-3 2312,-1 3 1,1-19-1,-1-1 1</inkml:trace>
  <inkml:trace contextRef="#ctx0" brushRef="#br2" timeOffset="553259">9228 16362 9402,'-10'-5'4660,"1"0"-3467,9 5 3412,0 0-4510,20-42-45,-3 30-22,18-31-28,-8 40-39,3 1-45,1 0-73,1 1-100,1-1-231,1 0-565,-1 0-1602,1-1-5321,-5 2 7804,-3-1 1,-14 1-1,-4 1 1</inkml:trace>
  <inkml:trace contextRef="#ctx0" brushRef="#br2" timeOffset="553499">9890 16072 19861,'-17'-26'185,"2"10"1814,11 34-1960,-2 2-2706,0 4 2701,-2 1 973,2 2-1013,-6 14-27,5-9 722,-3 10-795,6-11-428,1 1 181,2 0-308,3 0-644,3-2-1708,3-1 3013,6 0 0,-6-13 0,0-3 0</inkml:trace>
  <inkml:trace contextRef="#ctx0" brushRef="#br2" timeOffset="553992">10123 15898 20557,'43'-15'48,"0"1"1,-4 1 0,-2 2 7,14 5 0,6 1-39,0-1-426,-7 4 420,-20 1-5,-3 1 626,-7 0-626,-3 0 327,-6 0-310,-3 2 385,-4 1-363,-1 1 706,-3 7-690,-2-1 12,0 5 17,-3 1 16,-1 1 1,0 2-7,0 2 7,0 1-12,0 2 56,0 14-95,2-8 28,1 22-769,2-21 707,3 9 6,2-14 0,4 0 0,1-2-11,1 0 0,1 0-1,3 12 12,-5 0-22,-1 0 0,-10-5 5,-6-13 0,-6 0-5,-4 0-12,-4-2 0,-3 0 681,-2-1-748,-2-1-112,1 0-173,0-2-314,1-1-4448,-8-1-3792,10-3 8912,-2-1 0,18-5 0,4 0 0</inkml:trace>
  <inkml:trace contextRef="#ctx0" brushRef="#br2" timeOffset="554291">10971 16024 21265,'49'-29'-325,"-2"7"-1746,-18 20 1656,2 2-178,2 0 167,1 0-1287,-1 2-1334,1 0-4035,-5 2 7082,-5 0 0,-12-2 0,-4 0 0</inkml:trace>
  <inkml:trace contextRef="#ctx0" brushRef="#br2" timeOffset="554461">11187 16259 10668,'-3'3'5271,"0"-1"206,3-2-5533,2 8-61,7-9-152,7 4-308,9-10-4288,4-2 132,3 1-3674,-3 1 7980,-2 1 0,-13 3 0,-6 1 1</inkml:trace>
  <inkml:trace contextRef="#ctx0" brushRef="#br2" timeOffset="556159">12201 15798 21702,'2'18'185,"-1"2"-5823,4 6 5638,-2 2-17,1 3 961,-1 1-1028,-1 3-50,-1 0-432,-1 15 73,0-12-280,0 10-375,0-17-403,0-3 30,0-1-2623,0-2-656,0-5 4309,1-4 1,-1-8-1,1-3 1</inkml:trace>
  <inkml:trace contextRef="#ctx0" brushRef="#br2" timeOffset="557218">12471 15838 16924,'-42'4'242,"1"1"1,3-1 0,7 3 15,13 7 1049,2 2-1077,-1 0-6,1 2 350,0 0-394,3 0 191,1-1-214,4 0 614,2-1-636,3-1-23,2 0-17,1-2-16,2 0-12,1 0-11,3-1-11,2-1 0,2-1-12,0-2 12,8 2-34,-3-4 12,5 0-12,-4-3-5,1-2-6,1 0-6,2-2-16,0-1-23,2-3-22,0-2-17,2-2-169,12-8 79,-7 3-3419,10-8 3369,-11 5-6,-1-2-807,0 0 864,-3 0-256,-1 0 345,-3 1 11,-3 0 62,-2 3 28,-4 1 28,-3 2 2846,-4 2-2812,-2 1 1207,-3 2-1180,-3 1 523,-2 2-489,-2 2 23,-2 0-1,1 2 6,-1 0-11,1 0 0,1 0-22,0 1-12,2 1-11,2 0-5,0 1-1,2 0-16,1 1 10,0 1-4,1 1-18,0 0 6,0 2-22,1 1-18,0 0 1,2 1-17,1-2-5,2 1-7,1-2-10,2 0 5,2-2 0,2-1-5,0-1-6,2-2 0,1 0 6,1-2-6,0-2 5,1-2-10,-1-3 16,0-2-11,0-2 11,-1-1 0,-2-2-5,-3-1 11,-2-1-1,-3 0 7,-2 0 5,-2-1 17,-1 2 5,-2 0 12,-3 2 10,-1 2 12,-3 2 0,-2 2 0,-1 2 6,-1 2 5,-2 3 12,2-1-7,-1 4-16,1 0 0,1 4-33,0 0-1,3 3-16,0 1-1,1 1-5,2 2-5,0 1-1,2 1-5,1 1-6,1 0 0,0 0 1,3 1 4,2 0-21,3 0 10,3-2-5,2 2-5,1-3 10,3 0-21,1-2 4,3-2-10,1-2-12,1-2-5,3 0 6,0-4-12,2 0-17,1-2 29,-1-2-12,1-1 28,-1-3 6,-2-3-6,-1-2-347,-2-2 364,0-3 17,-2 0-11,-2-1 11,-2 0-6,-2 1 17,-3 2 22,-3 2 12,-3 3 5,-2 1-5,-1 4 357,-2 2-380,-3 1 12,-1 3-6,-4 1-1,-2 3 12,0 2-16,-1 2-7,1-1 6,1 0-27,2 0 10,3-2-5,0 0-12,4-1-5,-1-1 6,4-1-6,1 0 0,3-1 0,3-2-6,2 1-5,3-2-11,3 0 5,2-3-5,3 0 5,1-4 0,3-1 17,0-1-383,-2-3 383,0 0 12,-4-3-12,-1-1 22,-4-2 6,-3-1 6,-3-2 27,-2 0 29,-1 1 62,-2 0 83,-1 2 45,-1 2 28,0 3-28,-1 1-51,0 3-33,0 2 338,-1 2-422,-1 2 90,0 2-135,0 7-17,1 2 12,-1 8-17,1 2-12,-1 3 29,-1 5-28,-2 6-1133,-1 2 1127,-3 6-11,1 5-6,-2 5-22,2 7-17,0 5-3,4-28 0,1 0-42,0 1 1,0 0-57,0 1 0,1 0-134,0 0 0,0-1-208,0 1 1,0-1-362,0-1 0,0 0-1179,0-1 1,0-1 2010,-1 3 0,0-3 0,0 3 0,-1-3 0</inkml:trace>
  <inkml:trace contextRef="#ctx0" brushRef="#br2" timeOffset="561788">19342 11922 10657,'-1'-3'1405,"1"1"4885,0 2-6010,-4-25-49,3 18-35,-2-18 117,3 25 141,0 0-252,0 3-6,0-1-23,0 4-5,0-2-11,0 1 0,0 2-12,0 0-10,0 0-18,0 2-10,1-1-7,0 3 1,1 0-6,0 3 6,0 2-6,0 3 1,-1 2-1,0 4 68,-1 18-3488,0-8 3392,0 12 1,-2-11-287,1-1 280,-2 1-5,1 0 0,0 1 0,0 1 0,-1 2 0,0 2-5,-1 1-4,1-10 1,0 1-794,-2 19 774,2-17 0,0-1 28,-1 18-6,1 1-5,-1 1 5,1 2-903,-1 1 904,1 1-6,0 0 5,-1 2 0,0-1 18,-1 3 4,-1-1-27,3-31 0,0 1 50,-3 31-34,2-32 1,1 1 67,-2 30-6,1 0 1,1-2-18,1-2-16,1-1 5,1-2-11,0-2 970,1-17 0,0 0-998,1 20-490,0-20 0,0-1 490,2 16-12,0 1 7,-1 1-6,1 1-6,-2 0 6,0 1-6,0 1 0,-1 1-3,0-16 1,-1 0-3,0 21-12,1-22 1,-1 0 5,0 12 5,0-1 1,1 0-31,0-3 42,-1 1-28,1-2 17,-1-1 16,1 1 351,0-15 1,-1 2-355,1 2 1,0 1-23,-1-1 1,0 0-219,1 0 1,-1-2 232,0 15-7,0 1 6,-1 0 1,-1 0-12,-1 0-6,-1-1 635,0 1-640,0 0 6,0 0 29,1-2-36,0 1 7,1-3-1,-1 0-5,1-2 18,0-2-19,-2-1 7,1-1-1,-2 0 6,1-1-17,-2-1 29,-3 15-40,1-14 11,-2 10 11,3-17-5,0-1 5,1 0-5,-1-1-11,1-1-6,0 0 17,1 1 935,0 0-940,0 1 10,0-1 714,0-2-720,-2 11-21,2-10 5,-2 7-6,2-11 12,-1-2 5,1 0 1164,-1-3-1158,1 0-11,-2-2-1,2-1 518,-1 0-517,1-1-6,1-1 11,0 0-6,0 1-5,0-1 17,0 1-17,2 2 0,-2 0 0,0 1-5,1 1 10,-4 19 6,2-15-5,-2 14-12,3-19 6,0 2 6,-1-1-6,1 2 6,-1 0-12,0 1 0,-1-1 12,0 0-6,1 0 0,0-1-11,0-1 11,0-1 0,1 1 11,1-1 17,0 0 0,1-1-17,-1-1 12,2-1-29,-1-2 6,0 0-6,1 1-10,0-1 16,-1 1-23,1 2 18,-2 0-18,1 2 1,-1 0 16,-1 2-5,-1-1 22,0 1-11,1-1-11,-1 0 5,0-1-10,0 0-12,0-2-17,0 0-22,0-2-29,1-1-10,1-1-34,0-1-22,0-3-79,0-1-151,1-1-219,0-2-392,0-3-997,-1 0-2895,1-2 4895,-1-3 0,2 2 0,-1-2 0</inkml:trace>
  <inkml:trace contextRef="#ctx0" brushRef="#br2" timeOffset="566722">20454 12092 15720,'3'0'1361,"-1"0"3361,-2 0-4605,-2-5 6,2 4 130,-2-5-90,2 14-7,0 0 7,0 10-12,-1 1-39,-2 3-11,-1 4-270,-2 2 220,0 2-12,0 2-11,-1 2-17,0 0 0,1 2 6,-1 1-22,0-2 5,0 1-34,0-2-16,-2-1-23,-1 0-11,-2-1-157,-10 10 67,2-12-1018,-7 6 946,5-16-74,-2-3-162,0-4-590,0-3-333,1-5-1218,0-2 2623,0-4 0,11 1 0,1-2 0</inkml:trace>
  <inkml:trace contextRef="#ctx0" brushRef="#br2" timeOffset="567123">20506 11662 16739,'-18'43'100,"0"0"1,1-3 0,8-7-45,19-12-11,1-2 1566,2 1-1572,2-3 6,1-2 17,1-2 609,0-4-581,0-1 332,0-3-288,-1-2 1049,-2-1-975,-2-3 10,-3-2 12,-2-2-34,-1-3-28,-3-3-33,-1-2-18,-1-1-5,-4-3-5,0 1 16,-4-2 11,-2 0 6,0 3 0,-2 0 0,-1 3-5,-1 2-18,0 3-16,-1 2-22,0 2-18,1 0-10,1 2-7,1 1-21,1 0-18,1 1-5,3 2-5,0 3-12,2 0-28,1 3-61,2 1-146,0 2-275,1 1-857,3 2-2374,1 1-6073,3-2 9168,0-1 0,-4-6 0,0-3 0</inkml:trace>
  <inkml:trace contextRef="#ctx0" brushRef="#br2" timeOffset="568154">21077 12152 13357,'-9'-6'4626,"2"1"-2688,7 5 1204,0 0-2985,-31-33-28,20 24-17,-24-24-28,28 33-6,1 0 29,-1 4-74,2 0 18,0 6-12,4 3-17,2-1 6,6 9-5,2-8-6,6 5 11,9 1-28,-3-4 5,10 4-5,-6-5 0,1 0-22,2 0-1,-1 0-5,-1 0 6,-1 1 11,-3-1 0,-2 1 5,-2-1-5,-5 0 11,-3 0 0,-5-1 0,-2 0 11,-5-1-11,-4 0 6,-5 1-6,-4-1-3376,-5 2 3393,-2-1-1756,-4 1 1761,-2 0-103,-15 6 53,-4-1-16,2-1-24,7-3-38,17-9-96,4 0-223,6-2-398,3-2 1616,4-2-5280,4-1 4296,4-3 0,-2 1 0,2-1 0</inkml:trace>
  <inkml:trace contextRef="#ctx0" brushRef="#br2" timeOffset="568425">21517 12238 18212,'49'-18'-79,"0"0"1,-4 1 0,-6 5-118,-9 7-84,-1 2 838,11 1-1246,-10 1-349,7 0-486,-14 3-847,-2 0-1645,-3 2 4015,0 3 0,-9-4 0,-1 1 0</inkml:trace>
  <inkml:trace contextRef="#ctx0" brushRef="#br2" timeOffset="568636">21725 12414 21752,'-8'-2'-325,"14"0"51,14 0-118,8 1-117,-3-1-219,1 0-997,3-1-95,2-1-952,2 0-1362,1-1 230,-2 0 3904,-4 1 0,-13 1 0,-7 2 0</inkml:trace>
  <inkml:trace contextRef="#ctx0" brushRef="#br2" timeOffset="569018">22545 12172 10903,'-1'-6'4548,"1"1"2336,0 5-6592,-63-17-632,43 13 440,-16-6 1,4 3 265,22 9-232,1 2 92,0 3-114,0 2-17,-1 1 40,-6 11 196,3-4-303,-2 7 16,1 3-38,6-6 0,0 5-12,5-8 6,4-2 0,3-2-17,4 0 12,6-4-7,3 0 1,3-2 6,2-2 5,0-3 11,1-1-6,-1-2 12,-1-1 0,-1-3 5,-2-2 1,-1-4 27,-3-1 1,-2-3 111,2-10-61,-5 5-238,0-8 271,-6 9 23,-2-2-6,0 2 6,-4 1-28,-2 0-11,-4 2 56,-11-6-118,3 6-22,-8-3 5,6 7-22,-1 2-12,2 1 227,2 1-294,2 2-106,2 1-247,4 1-458,2 1-1082,3 1 1955,2 0 0,2 1 0</inkml:trace>
  <inkml:trace contextRef="#ctx0" brushRef="#br2" timeOffset="585630">23621 12268 8674,'4'0'2274,"0"1"5388,-4-1-7398,13 31-34,-8-19-34,10 25-23,-11-29-10,-1 1 145,0 4-163,-3-2-22,0 3-11,-3-3-16,-2-1-12,-5 0-6,0 0-11,-4 0 0,0-2-22,-1 1 5,-2-2-5,-1-1 6,1-2 10,-2 0-5,2-3-5,0 0-7,2-3-4,1-1-7,1-3 29,-2-7-45,6 0 11,-2-4-12,7 2-4,1-1 4,1-2 7,2-10-1,2 6 1,0-9-23,2 10 16,0-2-4,0-1-1,0-2 6,1-2 5,5-18-11,-2 9-5,3-12 11,-1 14-1,-1 1 1,0 1 22,-1 2 12,-2 1 10,0 3 18,-3 1 10,-1 4-3385,-2 2 3374,0 2-347,-1 2 364,-3 2 73,-6-2-84,0 6-33,-4-1-12,2 6 0,0 2 0,-2 0-28,0 3 17,0-1 0,0 2 3206,-3 3-3212,2 7 1,2 2 10,4 5-5,6-2-5,2 2-1,1 1-5,4 2-2886,2 1 2886,5 2-767,4-1 766,1 2-97,16 11 98,-6-7-6,12 6 0,-7-10-5,1-1 16,3 2-16,2-2 5,0 1-368,1 0 345,-3 0 12,-3 0 6,-2 1-6,-6 0-6,-4 1 2790,-5 2-2807,-6 0 12,-5 0-28,-7 1 1080,-4 1-1125,-14 12 40,2-11-40,-8 10-224,-3-6-276,0 0 86,0-3-303,3-7-448,12-14-974,2-4-2454,3-4-1971,3-3 6686,3-1 1,2 0 0,1 0 0</inkml:trace>
  <inkml:trace contextRef="#ctx0" brushRef="#br2" timeOffset="586275">24303 12195 17565,'29'55'695,"-8"-9"-555,-31-37-16,-1-2 578,-11 0-607,4-4 12,-8 0-3934,5-2 3945,0-3 11,-1-2 837,0-4-832,2-3 163,0-1-169,4-3-16,1 1-2268,5-3 2240,2 0 1279,4-1-1307,2-1-1928,3-2 1900,4-1-5,2-2-40,3 0 51,1-1 1929,2 1-1923,1 0-1,0 0-1281,1 0 1293,-2 1 2318,4-8-2196,-5-2-72,0 2 0,-7 3 186,-5 5-181,-3 6 17,-2-4 96,-8 4-29,-4 3 3359,-7-1-3487,6 7-12,1 2 45,4 5-61,4 0-12,-1 0-5,5 1-11,1 0 5,0 0 0,2 1-33,-1 3 5,2-1 6,0 3 5,1 0 17,0 1-5,1 3-6,3 2 11,3 1-11,2 2 6,14 9 5,-1-3 6,13 5-814,-4-6 814,4-1 0,2 1-12,3-1 1,0 1-6,1 0-3121,-1 2 3133,-2 0 32,10 15-369,-10 7 336,-6 2-748,-16-1 720,-14-12-5,-7 1-123,-6-1 111,-6-1 6,-5 0-33,-1-3-230,-14 9-31,9-10-98,-7 4-325,11-14-739,3-3 1484,-10 0 0,17-8 0,-5 0 0</inkml:trace>
  <inkml:trace contextRef="#ctx0" brushRef="#br2" timeOffset="590191">25595 12307 19994,'-18'-39'655,"2"8"-521,16 31 74,-1 0-96,-2 2 28,-1 1 28,-3 2 151,-7 6 11,-4 4-178,-2 2-29,-2 3-27,5-4-18,-1 2-11,-1 0-28,1 2-3391,1 1 3368,3 0 7,3 0-6,3 1-1,5 7-21,1-8 10,6 6 23,9-5 0,3-6-11,8 3-2274,-3-7 2274,4-1 526,1 0-543,3-1-1695,1-1 1695,2 0 11,0-3-16,-1-2 5,0-1 1701,0-2-1718,-4 0 22,-1-1 1726,8-5-1720,-10 0-17,6-6 3393,-5-2-3376,-3-2 11,-1-3-5,-7 4-11,-9 2-1,-4 3 1,-2 1-12,-3 0 6,-2-1-5,-4 0-6,-3 0-1,-1-2 1,-2-1 6,-1 0-1,-1-2-5,-1 1 11,-1-1-6,-1 0 1,-1-1 10,1 0 1,-1 0-1,-8-5 1,8 5 0,-5-3 5,9 6 0,1 0 0,1 2 0,2-1 1,1 0-1,2 1 0,3-2 0,3 0 6,2-7 11,4-5-17,3 1 6,5-1-11,1 8-12,2 0 12,0 2 5,2-1-6,0 3 12,0 1-6,6 0 1,-5 5-7,5 0 12,-3 5-11,-3 3 5,4 3-6,-6 3 7,2 3-7,2 2-5,0 1 6,2 1-1,1 0 7,2 0-1,0 0-6,2 1 1,0 0-6,-1 0 6,-2 0-6,-3 0 11,-3 1-11,-3 1 11,-4 0-11,-4 2 0,-5 0 0,-4 1-22,-5-1-29,-5 2-100,-2 0-235,-1-2-814,0 2-2631,1-3 3831,1 2 0,9-10 0,1-2 0</inkml:trace>
  <inkml:trace contextRef="#ctx0" brushRef="#br2" timeOffset="591910">26723 12240 8539,'8'-5'4437,"-3"0"-3356,-5 5 4901,0 0-5613,26-31-27,-19 22-57,18-24-38,-24 31-40,-1 0-61,0 0 22,-1 1-135,-1 0-5,-2 2-11,-1 2 11,-1 1-6,-1 3-5,-1 1 17,-3 2-23,0 1 6,-2 1 0,-1 1-1,-2 1 7,-1 0-6,-2 0-1,-1 0 8,-1 0-8,-3 1 7,-1-2 10,0 0 1,-1-2 16,3-1 40,-4 2-45,9-6-23,-1 3 12,9-5-12,4 0-5,1 0 5,2-1 1,1 2-1,1 0 6,0 0 11,0 1 57,1 4-35,2-2-5,0 3 23,2-3-12,2 0 11,2 0 1,1 1-12,4 0 6,2 1-17,3 0-6,3 1-11,3 0-28,2 0-11,2 0-289,1 1 289,3 0 11,1 0-11,0 0-5,2 1-40,-1 0-50,0 0-73,-1 1-146,-2-2-223,-1 0-539,-2-2-1299,-3-1-6178,-5 0 8553,-4-3 0,-8-2 0,-4-3 0</inkml:trace>
  <inkml:trace contextRef="#ctx0" brushRef="#br2" timeOffset="595309">27678 12214 7431,'1'-4'3231,"0"1"2281,-1 3-5103,-23-36-68,14 25-38,-18-25-34,20 35 16,0 1 6,-3 0 23,0 2 5,-2 2-16,-2 3-11,-3 2-35,-1 1 1,-2 3-40,-2 0-11,-1 3-27,-1 0-24,-2 2-10,2 1-34,0 0-17,2 1-17,1 1 1,4 0-6,2 1-12,3 1 1,3 0-17,3 1-1,3 0 1,5 11-34,2-9-11,4 8 0,2-12 12,2 0-12,2-2 5,2-2 1,3-1-6,0-3 11,4-1-5,0-2-1,2-3 6,0 0-5,1-4 5,0-1 0,0-2 6,-2-2-6,-2-2 12,-2-3-6,-2-2 5,-3-2 23,-2-2-6,-3-2 17,-3 0 17,-3 0-6,-3 1 0,-1 1 0,-3 1 12,-3 1-6,-6 1 11,-5 1 0,-3 3-5,-6 0 10,-2 2-552,-3 1 569,-2 1-5,-2 1-39,1 2-12,0 0-16,0 3-17,3 2 11,3 1-12,-6 6-16,12-1-5,-2 4-6,13-3-23,1 0-39,3 1-117,2 0-202,3 1-516,0 1-1500,4 0 2408,3 2 0,-2-9 0,2 0 0</inkml:trace>
  <inkml:trace contextRef="#ctx0" brushRef="#br2" timeOffset="597567">20021 12900 6742,'-8'1'1456,"2"0"-1109,6-1 1210,0 0-1243,-9 10 50,10-7 50,-5 8-22,14-11-44,0 0-80,4 1-71,0-1-46,1 2-22,1-1 73,9 2-118,-4-2-12,7 2 7,-7-1-12,2 0-5,2 0-288,3 0 265,1 0-11,1 1 6,3-1 5,1 1 79,19-1-68,-11-1-842,16 0 854,-15-1-6,3 0 6,2 0-12,2-2-11,4 0-1414,0-1 1392,3 0-1,-1 0-4,1 0-12,0 1 0,-1 0-6,-2 0 0,0 0-1025,-2 2 1042,1-1-40,-1 1 40,-15 0 1,0 0-7,20 0-107,-20 0 0,0 0 102,15 1-11,0 0 6,1 1-7,-1 1-1341,2 1 1347,1 0 1,1 1-223,2-1 222,1-1 17,1 1-5,1-2 0,1 2 5,1-4-522,-1 2 517,0-2 5,-3 1 0,-2-1-626,-3 0 638,-2 0-7,-4 0 1247,-1 0-1224,-2 0-5,0 0 11,-2 0-23,0 0 12,-2 0-948,2 0 981,0 0 36,-11 0 1,1 0 97,18 0-159,-16 0 0,0 0 19,17 0 1,2 1 22,3-1-11,1 1-12,1 0-16,2-1-6,1 0 6,-17-1 0,0-1-3,-11 1 0,0 0 237,10-1 1,-1-1-184,15 0 16,-3 0-1096,0 1 1175,-3 0 44,0 1 1352,-4 0-1324,-1 1-17,-4 0 157,14 4-229,-15 1-12,10 4-5,-17-1-1085,15 3 990,-12-3-18,11 2 589,-16-4-605,0 0-11,0 0 11,0 0 11,12-1-22,-12-1 17,6-1 10,-15 0 12,-4-2 2078,-1 1-2083,-3-1 478,0 0-473,-2 0 18,-1 0 3354,-2 1-3344,1-2 127,0 2-149,1-2-17,1 1-12,1 0 6,2 1 1,1 0 10,3 0-5,2 2-23,4-1-16,2 1-6,3 0 11,1 0-5,1 1-708,0-1 702,-1 0 6,-2 0-1,-1 0 6,-3 0 1,-2-1-7,-1 1 1,-1-2-1,-2 0 7,-2-2 10,-2 1 6,-1-1-6,-1 0 708,0-1-696,11-2-18,-2-1-427,11-1 428,-5 1-6,5 2 6,3 0-6,4 2-5,1 0-6,1 0-6,-2 0 0,0 1 1,14 2-12,-15 0-5,10 2-1,-21-3 12,-2 0-6,-5 0 6,-4 0 5,-4-2-10,-1 1 16,-2-1 11,6 0-11,-2-1 5,5 0 1,-4-1-6,1 1 6,1 0-6,1 0 11,0 1 0,2 0 6,1 0-12,1 1 418,2 1-457,12 4 34,-9 1-431,9 1 442,-12-2-5,2-1-12,0 1 6,0 0 6,-1-1 10,-3 0-16,-2 0 6,-3 0 5,-2-2 6,-2 0 459,-3-1-442,-2-2 5,1 1-16,-1-1-1,0 0 6,1 0 0,0 0 17,0 0-6,1-1 6,-1 0-12,1 0 7,1-2-7,0 1-5,1-1 6,1 1-6,2-1-6,0 0-5,2-1 0,0 1-12,2 0 7,1-1 4,1 1 1,2 1-6,0-1 1,2 2-18,-2-1 12,-1 0-6,-3 0 5,-3 0-16,-4 0-28,-3-1-62,-3 1-112,-2-1-224,-2 0-807,0 0-3404,0-1 4648,1 0 0,-2 1 0,0 0 0</inkml:trace>
  <inkml:trace contextRef="#ctx0" brushRef="#br2" timeOffset="600093">29231 12090 17858,'-4'-38'986,"0"9"188,4 28-1040,0 1 327,-3 0-344,-2 2 145,-2 2-117,-3 2-5,-3 4 0,-3 0-17,-4 4-5,-2 0 56,-16 10-112,8-4-405,2-3 0,-1 1 393,-6 4-11,-9 8-11,14-8-3007,0 1 2979,2 0 0,1 1-17,2 0-33,2 1-45,1 0-62,4 0-1912,-4 9 1503,8-10 1562,-3 7-2463,9-13-869,0-2-1439,1-2 3775,0-1 0,3-7 0,1 0 0</inkml:trace>
  <inkml:trace contextRef="#ctx0" brushRef="#br2" timeOffset="600416">28396 12171 14846,'0'-5'2991,"0"2"1059,0 3-3877,64-35-3938,-35 30 3821,11-11 0,0 4 72,-10 22-4,1 3-18,4 2 825,1 1-864,-8-2 1,0 0-12,17 9-17,-15-7 0,0 1 0,13 6 12,-1 2-18,1 0-5,-14-7 0,1-1-5,15 10-15,-16-10 0,-1 0 673,9 6-670,-3 0-11,-2-2-2500,-2-1 2477,-4-2-802,-2-2 802,-5-2-1431,-2-3 1392,-3-2-336,-2-1 107,-2-3 949,-1 0-2119,-2-2-702,-1-1 2163,0-1 0,-3-1 0,0 0 0</inkml:trace>
  <inkml:trace contextRef="#ctx0" brushRef="#br2" timeOffset="613233">4456 4932 22764,'-11'-30'-814,"0"-1"0,-8-19 266,17 43 1336,0-1-870,-1 1 444,-2-2-673,1 3 230,-4-4-997,3 6 1034,-2-2-512,2 2 114,1 1-21,-1 0 125,2 0 183,-1 1 349,1 0-152,1 0 221,-1 0-252,2 0-307,-1 0 175,1 1-83,-1 0 45,1-1-240,0 1 144,0 0-191,1 5 1738,-1-2 378,1 5-426,0-3-36,1 0-204,0-1-136,0 0-482,1-1-90,1 1-1375,-1-2-66,0 0 768,-1-1 419,-1 2 68,1-1-321,-1 3 870,1 0 87,1 2-203,0 0-229,2 2-153,0 1-894,1 1 110,2-1 315,4 4-599,-1-4 136,5 1 408,-4-3 141,1-3 384,2 2 11,-1-1 182,8 2 188,-5-1 161,15 4-40,-12-2-217,6 1-179,-7-2-175,0 0-7,0 1-109,0-2 9,0 2 30,1-2 32,2 0 132,0-1 36,1-1 185,12 0 57,-6-2 138,11 0-10,4-6 187,-7 1-115,11-4-3350,-13 1 3384,0 0-2175,0 0 1981,-1 1-1733,-1 1 1513,-1 2-257,-1 0-59,-1 1-166,7 0-57,-9 2 1523,5 0-1598,-11 2-90,-1 0-37,0 1 23,0 0 33,11 2-49,-7-2 2092,8 2-1967,2-4 131,-5 0 192,9-2-79,-8-1 313,18-3 31,-10 0 152,12-2 32,1 1-664,-13 2 456,12 0-68,-18 2-487,0 0 297,-1 1-81,-2 0-51,1 0 0,-2 0 21,1 0 34,-1 0 25,0 0 68,1 0 6,1 0 26,2-1 51,-1 0-1756,2-3 1853,1 0-1206,0 0 1055,0-2-110,1 0 140,0 0 13,0 0-40,1-1-3,0 0 1097,0 0-1263,13-1-33,0 1-64,-1 1-16,-7 2-47,-15 2 1893,-2 1-1968,-3 0-1,-1 0 3156,5 1-2935,1 0 42,1 0 9,6 0 39,-13 0 1045,16 0-1015,-16-1 75,8 0-32,-10-1 111,-1 1-40,-2 0 14,0-1-2931,-3 1 2953,0 0-18,-2 0-24,-1 1-94,0-1 24,1 1 1,-2 0-23,5-2 3474,-5 1-3438,3-1 111,-3 0 2,0 1 64,-1-2 55,1 2-98,-1-2-50,4 1-188,-4-1 80,2 1-121,-5 1 40,0 1-85,-2-1 497,-1 1-327,0-1-166,-1-2 178,0 1-260,-2-3-302,0 2-24,-2-2 32,2 1-233,0 0 125,-1 0 141,2 0 49,-1-1 186,0 1 427,0-1-80,1 1 169,-2-1-147,0 1-195,0-1 85,-1 3-21,0 0 168,-1 2 71,-1 0 362,-1 0-32,-2 0 115,-1 0 91,-2 1 65,-7 3-37,3 0-90,-5 2-88,5-2-313,1 1 59,-1-1-65,1 1 30,0-1-124,1-1-119,-1 1-29,1-1-101,-2 1 93,0-1-109,-1 1 67,-1 0-54,-14 2-220,7-1-428,-11 1 435,7 0 69,-2-1-71,-2 1 35,-2 1-5,-2-1 22,0 2 272,0-1-22,-1 0 6,-13 0-23,13-2-542,-8 0 516,17-2-50,2-2 1,2 0-49,-1 0 21,2-1-18,-1 0 24,-1 0 29,-2 0 213,-1 0-184,-1 0-403,-2 0 441,1 0-1,-1 0 39,-1 0-9,0 1 4,-2 0 12,1 1-6,-1 0-2652,1-1 2655,1 0 198,1 1-200,1-2 164,2 0 23,1 0-37,2 0 96,2 0-114,1-1-44,2 0 68,1-1-314,0-1 12,0 2 3295,0-1-3233,-10 2 36,6 0 24,-7 0 52,7 0 38,-1 2 61,-1 0 69,-1 2-26,0 0 26,-1 1 314,1 0-354,-11 2-25,10-2-282,-8 0 224,13-2-50,0-1-52,2 1-41,0-2-41,2 1-34,1-1 17,0-1-61,0 1 102,2 0-21,-10 1 96,7 1-12,-8 0 68,6 0-2,-2 1 36,-1-1 27,0 1-39,-1 0 19,-1 0-42,2 0-24,0 0-35,1 0 31,2-2-99,2 0 368,2 0-384,1-2 140,1 2 45,1-2-95,0 0 63,1 1-28,-1-1 26,0 1 14,0-1 2,-1 0-134,-2 0-42,-1 0 78,-1 0-36,0 0-13,1 0 75,-1 0-69,2 2 140,-1-2-34,2 2 37,0-1 16,1 0 173,1 0-46,1 0 9,0-1-72,3 1-11,-1 0 15,3-1-85,0 0 69,2 1-160,1-1-39,1 1 106,1-1-95,0 0-65,2 0 188,0 0 167,0 3-110,1-2-372,0 3 113,0-2-169,1 1-90,0 0-79,-1 0-375,1 0 172,-1 0 213,1 0 541,-1 0-210,0 0 292,0 0 296,0-1 86,0 1-80,1-2-492,0 1-568,1 0-368,2-1 710,3 1-182,2-1 328,3-1 45,3 0 84,4 0 469,2 0 380,4 0 182,3 0-508,2 0-1468,3 0 1025,2 0-43,2 0-91,2 0 6,0 0-593,1 0 593,2 1-17,-1 0-6,1 0-27,1 1-22,-1 0-8,1 1-20,-1 0-27,-1 0 12,0 1-4,-1-2 35,0 2-21,1-1 72,0 1-46,2-2 96,0 1 0,3-2 66,0 1 3,1-2-135,-1 1 23,-1-1-31,-1 0 47,-2 0-63,-1-1 56,0 0-64,-1-3 106,-2 1 108,0-3 91,-1 1-43,0-1 48,-1 0-5,0 2-53,-2-2 15,-1 2-164,-1 0 20,-3 2-162,-1 0-118,-2 2 43,-3-1 0,0 1 4,-2 1-111,-1 1 14,-1 2-132,-2 0 9,-1 0-35,-1 0 7,-1 0 0,6 3 10,-6-3 1381,5 1-1165,-7-3 837,1 0-526,-2 0 271,1-2-20,-2 0 51,1 0 51,-1 0-82,0 0 1,1 0 26,-2-2-157,1 0 39,-1 0-26,-2-1-6,2 0-48,-3 1 131,0-1-20,0 0 2,-1 1 21,-2 0-57,1 1-221,-2 0-54,1-1 0,0 1 0,-1 0 0,2-1 0,0 0 0,0-1 0,2-1 0,1-1 0,1 1 0,2-2 0,1 2 0,2-1 0,2 1 0,0-2 0,1 2 0,1 0-191,-1 0-151,2 1-81,-2 0 200,0 1-252,-3 0 127,-1 1-85,-2 0 41,-3 1-11,-2 0-6,-2 0 45,-2 0 30,-1 1-199,0 1 308,-1 1 363,-1 1 255,-1-1 204,-2 1 116,1-1-99,-2 1 301,-1-1 187,0 1-479,-2-1-623,0 1 0,1-1 0,-2 0 0,2-1 0,-2 0 0,1 1 0,-1-2 0,0 2 0,-3-2 0,-10 2 0,2-2 0,-9 1 0,6-1 0,-2 1 0,-2 0-20,-2 0-208,-1 0 193,-1 1 4,-1 0 48,-2 0-3362,-1 0 3401,-2 1 30,-1-2-82,0 2 10,0-1-20,-1 0-869,1 1 908,-2-1-42,1 1 40,-1 0-28,-1 0 31,0 0 6,-18 3 0,14-2 27,-14 1-46,19-2-15,0-1-28,2 0-14,0-1-2009,3-1 1948,0 0-27,1-1 1951,0 0-1968,1 0 27,2-1-20,0-1-41,3-1-68,2-1-26,0-1 9,3 1 27,-1 0 14,1 0-16,0 1 59,1 0 75,-1 0 107,0 1 104,0 0 885,0 1-789,-11 1 0,9 0 34,-8 0 125,11 0-6,0 0-47,2 0-25,0 0-13,2 0-20,1 1 7,2 0 2758,1 0-3019,-2 0 0,5 1 0,-2 0 0,7 0 0,-1 0 0,1-1 0,0 1 0,0-1 0,-3 3 0,1-2 0,-2 1 0,4-1 0,-1 1 0,2-2 0,-1 1 0,0-2 0,-1 2 0,0-2 0,0 0 0,-1 0 0,-1 0 0,-4 0 0,3 0 0,-2 0 0,4 0 0,2 0 0,0 0 0,2 0 0,0 0 0,2 0 0,-1 0 0,1 0 0,0 0 0,0 0 0,1-1 0,-1 0 0,1 0-619,0 0-4679,1 1 4339,6-1 1415,7 0-399,4 1 446,4 0 70,-1 0 97,3 0 221,17-1 25,-5 0 147,14-1-1415,-8-1 482,4-1-53,4 0 81,4 0-10,3 0 15,3-1-46,2 1-47,1 0-19,2 0-71,-31 2 1,0 1 1,0-1 0,1 0-22,-1 1 1,1-1 8,-1 1 0,0-1-34,31 1-816,-2-1 761,-1 1 1,-1-1 2,-2 1 11,-1 0 24,-3-1 49,-16 1 1,-1 0-23,19-1 76,-20 0 0,-2 0 4,12 0 25,-1-1 43,-1 1-106,-1-2 176,19-3 10,-16 0 11,12-1 23,-20 2-16,-1 0 30,-1 1-66,-2 0 62,12-3-79,-12 2-5,7-2-14,-15 3 4,-3 0 53,-1 0-62,-1 0 93,0 0-72,0-1-480,1 0 556,0-1 81,2-1-292,1-1 0,2-1 0,3 0 0,1-2 0,1 1 0,1 0 0,0 2 0,-2 1 0,-1 2 0,-4 0 0,-3 2 0,-5 2 0,-1 0 0,-6 1 0,-1 0 0,-2 1 0,-2 0 0,-1 0 0,-2 0 0,0 0 0,1 0-37,-2 2-2748,1 1-6997,0 1 9641,-2 1 1,1-3 0,-1 0 0</inkml:trace>
  <inkml:trace contextRef="#ctx0" brushRef="#br2" timeOffset="654633">20235 13987 9951,'1'-10'1535,"0"1"-465,-1 9 4726,0 0-5387,2-65-2348,-2 42 2146,1-14 1,-1 0 1135,-1 16-991,0 5-55,-2-4-45,1 6-39,-3 1-11,1 1-18,-1 2 1796,-2 0-1839,0 2-40,-1 1 0,-1 1-29,-1 1-4,-1 1-7,-2 2-10,1 2-7,-2 0 1,0 2 0,-1 2-11,-1 3-6,0 2-6,0 3-11,-2 1 12,1 3-7,-1 2 1,-2 2-3392,-2 1 3392,0 3 0,-1 2-696,1 0 685,0 1 5,2-2 0,2 1 1,2-1-7,3 1 6,3-1-2053,3 1 2048,3-1 472,2-1-478,3-2 499,3 0-504,3-2-1,4-1-11,2-1 12,3-2-6,1-2-1,2-1 2527,1-1-2526,2-2 5,0-2 6,0-4 0,1-2 2598,-2-2-2592,1-3 5,-2-4-6,1-3 7,-2-4 10,0-3-5,-2-2 5,-1-3-5,-3-1 5,-3-1 12,-1 0 61,-2-9-33,-4 9-12,0-4 23,-5 11-11,-1 2-1,-2 2 1,-2 1-12,-1 1 68,-1-2-45,2 4-1,0 0 12,3 4-16,2 3-29,0 0-17,1 1-11,0 6 6,0 1-6,0 6-5,0 1 11,1 12-12,-1-5 7,1 9-29,0-9 22,2 1-5,2-1 6,2 0-6,3-1-6,2-2 6,1-1 0,2-3 12,2-1-12,1-2 0,2-2 0,1-1 5,13-4 6,-8 0-5,10-3-17,-11-2 11,12-8 11,-9 0-11,18-13-586,-20 7 586,5-6 28,-12 5-28,-3 1 11,-1-1 6,-3 0-6,-2 1 17,-3 1-11,-1 0-1,-2 0 7,-1 1 5,-1-1 0,0 0-6,-1 1-5,0 0 592,-1-1-592,0 2 5,1-1-11,-1 0 17,1-8-17,2 6 34,3-9-34,0 13 1,2-2 10,-3 6 0,1 2 12,-2 0 61,0 2-39,-2 1 387,0 2-364,-5 4-57,2-2-16,-3 3 27,3-4-27,0 0-1,0 0-10,0 0 111,1 0-78,0 0-22,-1 0 5,0-1 0,0 0-22,-2 0 17,2 0 16,-1-1-22,-1 1-11,2 0 11,-2 1-6,3 0 6,-2 0-5,2 0-23,-2 0 16,0 0 12,0 0 0,0 2-16,1 0 16,-1 2 0,0 0-6,1 0 17,1 1-11,0 0-5,1-1 5,0 0 5,0 0 1,2 0-12,0 0 6,3 1 0,1-1 6,1 1-1,1 0-5,2 1 0,0 0-5,1 2 5,1-1 5,0-1-21,3 1 21,0-3 1,1 1-6,2-2 5,1 1-5,1-2-11,2-1 22,8 0-5,-7-2-6,6-2-6,-11 0 6,5-6 12,-7 0-1,3-3-22,-9 1 11,0-2 11,-2 1 0,-2-1 17,-1 0-17,-2 1-5,-1 0-1,-1 3 7,0 1-1,-1 3 0,0 0 0,0 2-11,0 1-33,0 0 33,0 7 0,0-1 16,1 7-21,1-3 10,0 3-5,1 2 0,-1 2 0,1 3-5,0 2-6,1 11 11,0-8 0,0 8 0,-2-12-6,0 0 0,0-1 6,1-1 6,-1-1 11,4 2-17,-1-3-11,4 2 11,3-2 0,-1-5-6,4 2 0,-3-6 1,1 0 5,1-2-6,0-2 12,6-1-1,-6-1-27,9-5 11,-12 0-6,3-4 28,-7-2-11,1 0 0,0-4-5,0-1-1,0-3 12,1-1-12,0-1 6,1-1-6,2-10 6,-4 9 12,1-8-1,-6 12-6,-2 0 1,-3 1 0,-2 2-1,-3 2 6,-5 0 6,-1 1 6,-2 1-1,-2 1 0,0 2-5,-1 0-11,2 1 5,1 2-5,2 0 16,2 2 6,4 2-17,2 0 0,2 1-5,2 0-6,5 3 0,1 0 17,6 2-12,-2 1-27,2 1 5,0 1-11,1 0 6,1 2 22,2 0 0,1-1 5,3 1-5,2-2 0,2-1 6,1-2-6,2-1-6,0-2 12,-1-1-6,-1 0 11,-2-2-11,-2 0-5,-2-4 10,-4 1-10,0-2 10,-4 2 12,-1-1-6,-3 1-11,-2-1 11,-2 2 6,0-1 6,-2 1 38,0-2-27,0 1-1,0 0 12,0 2-17,0 0 11,0 0-5,0 0 11,0 1-6,1-1-17,1 0 6,1 1-16,1 0 10,1-1-5,2 2-17,5-1 5,-2 2 7,3 1 4,-3 2 1,1 2-11,-2 3-6,1 3 5,-1 2 1,-1 4-6,-1 2 6,-2 2-1,-2 4 12,-1 2-17,-1 4-226,-3 1 198,-2 2-604,-3 0 430,-2 0-251,0-1-382,1 0-862,3-3-3177,2 0 4088,4 0 1,-2-20 0,1-3 0</inkml:trace>
  <inkml:trace contextRef="#ctx0" brushRef="#br2" timeOffset="656778">22582 13622 6915,'7'0'3462,"-2"0"-2135,-5 0 2857,0 0-3769,-1 6 5,-1-3-39,0 5-23,-2-4-39,-1 0-61,-1 1-29,-2-1-27,-2 0-40,-2 1-22,-2-1-4,-3 1-2,-2-1 163,-13 1-140,6-1 11,-9 0 5,12-1-5,1-2-5,2 0-18,0-1-5,3 0 0,1 0-11,3-1-12,2 0 68,0-4-112,3 1 11,1 0-11,2 1 0,3 1-12,-1 0-22,2 1 51,0 0-56,0 4-6,0 0 28,-1 6-28,1-2 0,-1 3-12,0-1 18,0 1-17,0 2-6,1 0 11,0 2 1,1 1 16,0 2 17,0 1 17,0 3 11,0 1 29,0 3 21,0-1 12,-2 2-12,-2 1-5,0 1-268,-2 1 246,0 1-29,0 0-16,0-1-12,2-1-16,1 0-1,2-2-22,1 0-22,4-3 11,2-1 0,5-1 11,2-3-11,4 0-5,1-3-12,4 0 6,0-3-6,3-1-33,-1-1-46,1-2-128,0-2-257,-1 0-584,-1-2-1685,1-1 2750,1-2 0,-11 0 0,-1-1 0</inkml:trace>
  <inkml:trace contextRef="#ctx0" brushRef="#br2" timeOffset="660533">22981 13870 16084,'-6'-31'633,"1"6"-431,5 23-1,0 0 12,0 0 22,0 0 1,0-1 4,0 0-4,0 0-24,0 0 1,0 0-27,-1-1-13,-1 2-10,0-2-18,0 2 1,-1-1-12,0 1-5,-2 0-28,0 1-23,0 1-5,-1 0 11,0 1 0,0 1-11,-2 2 0,0 2-17,-1 2 45,-7 8-51,3-2 34,-9 15-39,9-10-12,-2 10-5,6-9 6,4 0 5,0 0 11,4 1 12,0-1 11,2 1-12,2-1-5,1 2-11,3-2 0,1 0 5,1-1-16,0-1 11,2-1-17,1-1-374,0-3 357,1 0-11,-1-3 12,0-2 4,0-1 24,1-2-7,0-2 12,0-2 39,5-2-34,-4-3-10,3-3 21,-6-3-16,-1-3 11,-1-1-6,-1-2 1,-3-1-12,0-1 0,-3-2 6,0 1-3029,-2 0 3034,-1 1-51,-2 0 52,-2 1-6,-3 0 11,-2 0 5,-1 2 6,-2 0 12,1 0 22,-2 1-1,1 1 12,1 1 79,-5-3-96,7 5-17,-4-3 1,7 8 3341,0 0-3398,1 1 63,1 1-96,0 0 11,0 3-17,2-1-16,-1 1-18,1 0-10,0 3-40,-1 1-56,1 4-106,-1 2-213,3 1-410,0 2-553,1 1-1160,2-1-2521,2 2 4272,4 0 0,-2-7 0,-1 0 0</inkml:trace>
  <inkml:trace contextRef="#ctx0" brushRef="#br2" timeOffset="660814">23503 13810 13597,'2'-7'3098,"0"1"-1939,-2 6 2745,0 0-3742,0 10-27,2 0-28,1 12-29,2-1-22,1 1-17,-1 0 1,4 9-40,-2-6-23,2 5-38,-3-9-40,0-2-57,0 0-111,-2-2-151,0 1-235,0-1-347,-3 0-500,0-1-5219,-1 4 6721,0-5 0,0-2 0,0-7 0</inkml:trace>
  <inkml:trace contextRef="#ctx0" brushRef="#br2" timeOffset="661063">23398 14093 8584,'-3'-2'5159,"1"0"1590,2 2-6687,-39-38-1,36 27-10,-26-29-12,48 36 0,2 0-22,3 1 11,15-3-34,-6 3-593,10-2 593,-10 1-11,0 1-16,-1-1-29,0 2-196,10-1 23,-12 1-106,7 0-3364,-17 1 2562,-2 0-2483,-3 0 3626,0 1 0,-7 0 0,-1 0 0</inkml:trace>
  <inkml:trace contextRef="#ctx0" brushRef="#br2" timeOffset="661483">24118 13783 8961,'-6'-6'5007,"1"2"-2634,5 4 3441,0 0-5567,0-27-51,0 20 353,0-20-471,0 27 169,0 0-202,0 3 425,0 0-374,-1 11-12,-2 8-56,-1 3 5,0 4-22,-2-4-5,2 0 5,0 1-5,1-1 5,1 1-17,0-1-3402,1 0 3368,1 0-44,0-2-336,2 8-128,0-7-466,3 4-543,1-10-1384,1-3-6890,-1-2 9646,0-3 1,-3-5-1,-2-2 1</inkml:trace>
  <inkml:trace contextRef="#ctx0" brushRef="#br2" timeOffset="662056">24458 13668 21416,'29'-24'560,"-3"5"-437,-12 19-21,0 0-12,1 0 5,-2 0-34,1 0 7,0 0-12,0 0-12,1 0 46,9-1-51,-5 1-16,6-1-3376,-6 1 3392,-2 0-5,-1 0 5,-1 0-6,-3 0 35,-1 1 27,-1 0 17,-2 1 3375,0 1-3403,-2 1 213,3 8-219,-5-5-22,2 7 11,-6-5 1,0 1-7,0 1 1,0 1 5,2 1 0,0 2-11,2 0-17,1 2 17,4 7-33,-1-5 5,3 7-3403,-4-9 3386,2 1-519,5 10 519,-2-5 6,5 9-6,-5-8-28,-1 0 51,0 13-12,-4 1-11,-3 0-243,-8-4 249,-2-11-12,-6 0-16,-2-2-17,-3 0 2904,-4-1-2887,-2-1 0,-2 0 424,-3-2-446,-2 0-18,-3-2-10,-2-1-35,0-1-413,-15 1-146,12-5-1379,-9 0-1057,17-5-5955,6-3 8873,5 0 1,10-1-1,4 0 1</inkml:trace>
  <inkml:trace contextRef="#ctx0" brushRef="#br2" timeOffset="662631">25512 14006 15154,'-12'0'2308,"4"1"-1434,8-1 1758,0 0-2626,43-24-40,-22 17-803,37-18 669,-33 23-117,2 0-147,1 1-200,1 0-489,1 1-873,0 0-1764,1 0 3003,2 2 0,-16-1 0,-1 1 0</inkml:trace>
  <inkml:trace contextRef="#ctx0" brushRef="#br2" timeOffset="662888">25578 14291 15227,'-4'0'3517,"1"0"763,3 0-4241,19-9-27,-5 6-1,18-8-6,-9 8-10,3 0 5,0 0-23,1-1-966,0 0 928,1 0-46,-1 0-33,-1-2-50,-2 2-118,0 0-309,-3-1-693,-1 0-2297,-2-1-5086,-3 1 8693,-3 0 0,-6 3 0,-2 1 0</inkml:trace>
  <inkml:trace contextRef="#ctx0" brushRef="#br2" timeOffset="664884">26519 13941 19294,'-4'-42'465,"0"10"-258,2 36 23,-2 1 5,0 3-28,-2 2-17,0 1-11,-2 3-33,0 2-28,0 1-23,0 1-11,0 1-23,2 1-5,-1 1-5,2 0 10,3 12-3425,0-8 3387,4 8-226,5-2 214,2-8 0,5 6 6,0-11-6,2-1 0,2-1-11,2-2 28,11 3-17,-7-6-2185,9 3 2174,-10-8 2199,0-2-2193,-1-2-1,0-2 18,0-2 197,-3-1-220,-1-3 5,-3-2-5,0-1 11,-3-1 12,-1 0 3378,-1 0-3389,-2-1 15,-1 1-16,-2-1 12,-1 0 5,-2 1-12,-2-1 1,0 1-11,-3 0 5,-3 1-11,-3-1 6,-2 1 0,-5-1-18,0 1 18,-5 0 0,-3 0 0,-1 0-1,-2-1-5,1 1 0,-1 0 0,4-1 11,0 0-5,4-1 5,2-1 0,3-1 1,1-9-1,3-2 6,4-7-12,5 5 29,4 2-6,3 8 0,1 1 11,1 0-11,1-2 0,0 3 6,0-2-6,1 2 5,1 0-3397,1 3 3398,1 0-6,0 3 17,1 2-6,-1 2-6,2 3 1,-2-1-6,2 4 3398,-1 3-3398,0 3-6,1 4 0,0 3-5,-1 4 22,6 11-22,-5-5-6,3 9-513,-8-10 519,-1 0-6,-2 0 6,-3 0-17,-1-1 5,-2 0-5,0 0-5,-3 0-1,-1-1-22,-2-1-34,-2 0-78,-1-1-151,0-1-460,-1-1-934,1-1-8146,-4 5 8019,4-9 1,1-1-1,6-9 1</inkml:trace>
  <inkml:trace contextRef="#ctx0" brushRef="#br2" timeOffset="678757">8694 4563 9072,'0'-3'409,"0"0"2851,0 3-2984,-17-40-132,10 30-39,-18-30-43,14 40 308,-4 2 86,1 0 19,1 3 10,-2 0-43,0 2 61,-1 0 62,0 1 4,0 1-312,1-1 86,-7 4-18,0-1-178,0 2 25,4-4-42,6-2 21,1-2-68,2 0 3,2-2-38,2-1 86,2-1 419,3 0-446,7-3-318,0 0-4,8-3 3,-1 0 314,2 0-7,2-1 289,15-4 10,-4 3-345,11-4 570,-8 2-34,4 1 3,-1-2-314,3 0-1,-1 1-294,0 1-32,0 2 2,12-2-6,-3 2-19,-2-1-205,-13 4 180,-16 1 293,-4 1-250,-4 0 101,-4 1-24,-1 0 100,-2 0-180,-6 0-5,-1 2 169,-7 0 155,-2 3-91,-2 0 2,-16 5 18,5-1 19,-13 2 3,-4 3 1,9-4-1186,-10 3 1074,16-7-117,0-1-55,3 0 25,1-3-38,3 1 26,2 0 16,2-2-6,4 0 25,3 0 20,3-1-3,3 0 218,3 0 1022,1 0-1054,3-1-682,4-1 1172,3-2-30,7-1-67,4 0-23,3-2-278,5 0-34,5-1-6,20-4-707,11 0 340,-31 5 1,1 1 4,-1 1 0,1 0-98,28-2 58,-16 2-492,9 0 523,-24 2-11,-5 2-16,-6 0 37,-5 1 95,-4 0-6,-6 0 1329,-5 1-1056,-4 1 383,-6 1-612,-4 3-106,-4 1 6,-5 2 38,-4 1-20,-5 2 201,-3 0-3713,-3 1 3799,-2-1 35,-18 3-1392,-1-1 1471,1-2-1106,12-2 1080,20-5-230,5-1 18,5-1 1948,2-1-2154,6-1 1743,2 0-1745,6-1 1832,2 0-1880,5 0 24,2 0 76,6-2 23,0 0 73,12-3 43,-3 1-22,11-1 100,-7 1-30,17-3 1,-8 2-829,15-2 741,-12 2-86,3 0 12,1-1-16,14-1-127,-15 1 4,6 0-129,-17 2 37,-12 2 35,-3 0 7,-11 1 17,-6 1-190,-5 0 171,-6 2 110,-17 3 165,2 2 30,-15 2-3,-16 5-795,10-4 752,15-2 0,0 0 121,-16 4-1126,-1 0 1046,1 0-17,2-1-800,2 0 781,-10 1-23,18-4-2252,-6 1 2243,22-5 0,4-1 810,6-1-847,4 0 768,3-2-825,3 0 605,2 0-665,5 0 3499,2-3-3262,6-1-44,5-1 44,18-7-8,-2 2-628,13-4 722,-6 3-1805,5 0 1691,2-1-114,4 1 28,1 0-55,0 0-2571,0 1 2582,-3 2-13,-6 1-287,-6 2 234,-9 1 369,-8 2-329,-9 0 1226,-7 3-1289,-9 2 3515,-8 3-3218,-12 4-46,-9 2-719,-10 1 730,-9 2 16,-7 2-48,28-9 1,-2 0 56,0 1 1,0 0-170,0-1 0,1 0 11,0 0 1,1-1 4,-27 6 24,7-1 31,7-3 12,8-3 27,9-1 42,5-3-3120,12-1 2934,2-1-106,11-3 296,5-2 965,6-3-852,6 0-53,6-2-22,5-1-205,6 0 191,5-1 97,4-1-261,4 0-106,2 0 1682,0 0-1635,-2 1 27,-1 1-664,-3 1 689,-5 1-7,-4 1-28,-6 3-52,-6 1-66,-5 3-114,-4-1 142,-6 3-871,-4 2-467,-4 2 1422,-4 4 0,1-4 1,-2 0-1</inkml:trace>
  <inkml:trace contextRef="#ctx0" brushRef="#br2" timeOffset="688525">19686 15310 13721,'0'-14'1489,"0"2"-1074,-1 10-56,0 0-51,-2 0-40,-1 0-21,0 1-23,-3 0 190,-5 0-195,1 0-1,-5 3 17,2 0 202,-8 8-230,3-1-27,-5 4-23,8-1-28,0-1-28,3 3-23,1-2 34,-1 7-73,3-4 6,-1 10-17,6-10-17,2 5 0,2-7-5,1 1 5,1-1 0,1 1 6,1-1-3392,2 0 3386,2-1-57,0 0 57,1-1-5,6 5-6,-4-5 6,5 4-12,-4-5 3375,0 0-3374,0 0 51,3 5-63,-5-3 12,3 2-18,-4 1 23,-3-5 0,-2 4 11,-2-5 1,-2 0-12,-2-1 0,-4 2 22,-11 2-11,1-1 6,-9 1-6,4-2 6,-2-3 5,-1 0-5,-2-1-326,-2-3 331,0-2 1,-1-2 5,2-3-12,1-2 18,-5-8-28,10 2-1,-3-3-38,14 6-102,1 2-178,5 0-286,1 2-539,3-2-805,2 0-1260,4-2-3328,1 1 6531,3-1 0,-5 5 0,-1 1 0</inkml:trace>
  <inkml:trace contextRef="#ctx0" brushRef="#br2" timeOffset="688778">19828 15230 8780,'3'-4'4140,"-1"1"3130,-2 3-6990,28-27-28,-23 26-67,20-18 39,-32 44-163,-1-3-16,-1 10-17,2-6-11,1 3-3415,0 2 3365,1 1-74,1 1-100,2 3-190,0-1-1340,2 16-926,0-13 142,0 8-1848,2-18-1481,1-5 5850,0-5 0,0-9 0,-2-4 0</inkml:trace>
  <inkml:trace contextRef="#ctx0" brushRef="#br2" timeOffset="689367">19763 15623 17585,'24'-38'-25,"-1"1"1,-1 2 0,1 9-82,6 17-18,1 1 829,0 1-890,0 0-3157,-2 1 3129,-2 2 6,-3-1 609,-1 2-531,-4-1 518,-3 2-406,-4 0 166,-3 2-116,-3-1 3188,-3 1-3120,-2 0 590,-6 2-585,1 1 6,-5 3 17,0 0-6,0 0 28,-2 2 6,0 0 11,0-1 11,-1 1-5,2 1 22,0-2-6,2 1-5,1-1-12,2-2-27,1 0-17,2-1 0,2-1-45,1 0 0,0-1-6,0 0-11,2 0 23,1-1-12,4 0-11,0-1-16,4-1-18,0-1 1,3-2-12,0-3 18,0 0-18,1-2 12,0-1-6,0 0 6,-1-2-6,-1 1 0,-2-1 17,-2-1-6,-3 1 17,0-2 11,-4 2 0,0-1 17,-2 1 51,-1 1 10,-1 1 1,-2 1 0,-3 1-18,-1 1-16,-1 1 0,-1 1-11,0 2-17,0 0 0,0 2-11,0 0-23,3 1-16,0 0-6,1 3 0,1 0 0,-1 4-6,1 1-5,-1 3-6,0 1-11,0 2 12,-1 2-1,3 2 0,-2 1 0,2 1-16,0 1 10,2 3-10,1-2-12,1 2-17,0-2-39,0-1-50,1-1-62,1-2-111,2-2-231,1-1-201,2-1-230,2-2-324,2-1-360,1-2-833,1-4-1581,3-2 4056,4-1 0,-10-2 0,2 0 0</inkml:trace>
  <inkml:trace contextRef="#ctx0" brushRef="#br2" timeOffset="689882">20330 15551 22118,'13'-31'260,"-1"0"1,8-18-161,-21 52 366,-2 1-376,-2 4 109,-2 2-132,0 2-28,0 4-5,0 2 52,-1 1-63,-1 2-1,-1 1-5,1 0-17,-2 1 0,2-1-11,-1 1-6,2-1-5,1 1-12,-1-2-5,2 0 5,1-2 178,-1 5-144,2-7 0,-1 2 6,1-8-1,1-2 18,1-3-7,0-3 7,1-2 5,1-1-23,0-6-10,0-1 10,0-7 7,1-11-12,2 1 0,1-10 5,4 5 1,0-3 11,2-1-12,0 0 6,2 0 12,-2 2-1,-1 2 23,-2 2-6,-1 2 45,-2-6-33,-2 9-12,-1-6 6,-1 11-17,0 1 0,0 2 0,1 1-6,0 1-11,3 3-11,0 1 0,2 2-5,0 1 16,2 2-11,2 1 0,1 2 0,2 0 0,2 2 0,1 0 0,2 4-6,2 2-5,0 0 11,1 3 0,-2 0 0,0 1 0,-3 2 0,-4 0-11,-3 1 5,-4 0 12,-5 2-12,-5 0 1,-5 1 5,-7 1 0,-4 0 0,-4 0 0,-3 0 5,-2-2-728,-2-1 740,0-2-11,-1-1-202,2-3 174,3-2-6,4-2-45,4-3-134,6-1-247,5-1-335,3-1-6728,4 0 7517,13-2 0,-8 2 0,9-2 0</inkml:trace>
  <inkml:trace contextRef="#ctx0" brushRef="#br2" timeOffset="690136">20798 15482 19053,'-4'2'1523,"1"-1"-420,3-1-1343,32-8-119,-16 2-195,26-5-5857,-23 3 5307,-1 2 574,0-2-2774,1 0-3609,-1 1 6913,-3 0 0,-6 4 0,-5 0 0</inkml:trace>
  <inkml:trace contextRef="#ctx0" brushRef="#br2" timeOffset="690778">21319 15174 24027,'11'-55'386,"-2"12"-341,-9 43 310,0 0-316,-2 3 66,0 2-77,-2 3 11,0 3-16,1 2 52,-3 11-53,-3 9-5,0 1 6,-2 3-3290,3-8 3278,-1 0-231,2 0 225,-1 0-2166,1-2 2166,-1-2-5,-4 8 0,-1-2 6,0-2 2206,2-7-2212,4-12 34,0 0 220,1-5-215,0-1-5,1-3 5,0 0 3387,0-5-3393,0-1-10,2-7-6,0-1-12,2-4 1,0 1 27,1-2-27,2 1 5,0 0 0,2 2-22,1 3 17,-1 0-1,1 4 1,-1 0-12,-1 3 18,0 0-12,0 1 11,0 1-11,1 1-6,0 0 1,0 2-1,1 0 17,3 0-11,0 1-5,3 1-1,1 2 0,11 4 6,7 3-11,12 2 0,-9-1 5,-1-2-16,-13-4 5,-4 0 6,-2-1 11,-4 1-6,-4-2-10,-3 1 4,-6-2 7,-3 0-1,-7 1 1,-4 0-29,-20 2 12,6-1-18,-16 1-27,11-3-57,-1 0-44,-1-1-89,0 0-824,-17 1-485,15 0-367,-10 1-3063,21 1 4996,1 2 0,14-4 0,2 1 0</inkml:trace>
  <inkml:trace contextRef="#ctx0" brushRef="#br2" timeOffset="691457">19310 16426 16321,'-40'0'483,"1"0"1,2 0-1,8 1-17,18-1 435,0 2-487,1 0 99,0 0-239,2 0-22,0 0-118,3-1 188,1 0-272,1 0 12,2-1-29,0 1 6,1 1-5,1 0 5,2 2 23,1-2-1,3 0 40,2 1 0,4-2 11,3 1-17,5-2-11,3 0 90,25 0-1635,-5 0 1489,-13 0 0,4-1-17,9-2 0,1 0-935,-8 0 1,2-1 926,15-2 0,0-1-9,-10 0 1,-1-1 2,4 0 0,1-1-1132,2-1 0,1-1 1115,1 0 1,4-1-13,-2 0 0,4-1 0,-2 1-525,-11 2 1,-1 0 0,1 0 487,13-2 0,3-1 0,-1 0-302,0 1 0,0 0 0,-3 1 330,-12 3 0,-3 0 0,2 0-68,10-3 0,2 1 0,-4 0 109,-2 1 0,-4 1 211,-2 0 1,-2 1-218,-4 0 1,-1 0 607,-3 0 1,-1 1-597,22-5 1339,-7 2-1328,-9 1 0,-6 3 61,4-1-39,-11 3-5,3 1 2251,-12 1-2262,-5 1 1866,-2-1-1872,-3 1 100,-3 0-223,-2-1 547,0 0-1773,-2-1-3357,1 0 4689,-1-2 0,0 2 0,0 0 0</inkml:trace>
  <inkml:trace contextRef="#ctx0" brushRef="#br2" timeOffset="692736">22755 15497 20796,'-16'33'46,"0"0"1,1-2 0,3-3-41,3 1-40,-1 1-67,-1 1-9,0 1-338,1 1-325,0-1-728,3 0-1465,0-2 2966,3 0 0,2-14 0,1-2 0</inkml:trace>
  <inkml:trace contextRef="#ctx0" brushRef="#br2" timeOffset="693161">23087 15215 11500,'-45'1'268,"1"-1"1,2 1 0,9 2 2391,16 9-2553,3 2-29,1-1-22,3 1-5,1 1-23,3-1 1420,1 1-1409,3-1-6,2-1 1,1-1 870,6 3-848,6-2 3359,1-2-3393,3-5-5,-4-4 22,1-1 6,-1-2 0,1-3 22,4-8-11,-5 0 101,4-16-34,-10 9 17,0-10 57,-5 8 55,-1 0 22,-2 0 0,-1 3-33,-2 1-50,-3 2-7,-1 2-49,-1 3-18,-2 0-21,0 4-24,-1 0-16,0 4-22,2 1-6,1 1-56,1 1 28,1 2 0,1 2-17,2 3-11,0 2-89,2 2-113,1 3-1064,1 9-2806,9 5-1753,1 1-818,7-2 6570,-4-12 1,-5-8 0,-4-3 0</inkml:trace>
  <inkml:trace contextRef="#ctx0" brushRef="#br2" timeOffset="693412">23308 15525 12771,'-5'0'3948,"2"1"719,3-1-4650,21-25-1107,15 17 1,4 1-20,6-19-163,-4 20 1,-4 7-1608,-23 4-1479,-1 4 4358,-1 2 0,-7-5 0,-1 1 0</inkml:trace>
  <inkml:trace contextRef="#ctx0" brushRef="#br2" timeOffset="693580">23312 15745 18567,'-9'7'168,"7"-3"1434,41-21-1635,-8 4 76,11-4-267,-11 6-269,0 0-588,1-1-1518,0 2 1971,3-3 0,-16 6 0,-2 1 0</inkml:trace>
  <inkml:trace contextRef="#ctx0" brushRef="#br2" timeOffset="694340">24170 15418 19791,'33'-12'151,"-6"4"-101,-25 14 767,0 0-761,-1 0 287,-1 0-259,0-1 147,-3 1-147,0-1 414,-4 0-447,-2-1-6,-2 1 5,-2-2 12,-3-1 11,-1-1 22,0-1-11,1-2 17,1-3 5,2-3 1,3-4-12,1-2-6,3-3-16,2-2 45,4-13-68,3 7 51,10-16-56,-1 20-6,5-4 11,-3 13 68,10-1-90,-8 7 11,5-1-16,-11 10 5,0 2-12,-2 5 24,1 5-29,0 3 0,-1 4 6,-2 3-28,-1 1 22,-2 3-11,-2 1-6,-4 4-5,-2 1-28,-15 23 5,-1-13-691,5-15 1,-1 0 679,-14 10 6,-3 0 22,-2-2 17,0-2-789,0-4 800,0-4 6,3-6 11,1-4 17,4-5 0,3-5 44,-2-6-44,11-6-6,1-6 1350,12-10-1322,6 3 45,4-5 17,6 9 945,1-1-923,3 3-11,1 0-6,3 2-39,0 1-16,1 2-18,0 1-21,0 3 10,1 1-22,0 3-11,2 1 0,1 4-29,1 4 24,2 1-12,0 4-12,0 0-693,-1 2 598,-3 1-150,0 0-1607,5 7 194,-6-8-2178,3 4-5282,-10-11 8370,-3-2 1,-7-5 0,-3-2 0</inkml:trace>
  <inkml:trace contextRef="#ctx0" brushRef="#br2" timeOffset="695988">25021 15733 21500,'-17'48'280,"1"-1"-336,-1 4-980,2-10 790,-8 15-269,4-16-3658,-12 13 3249,3-9 1,5-8 0,9-18 0</inkml:trace>
  <inkml:trace contextRef="#ctx0" brushRef="#br2" timeOffset="696696">26072 15434 13900,'0'-5'3971,"0"1"1076,0 4-4874,20-31-16,-15 32-45,15-20-17,-20 43-33,0 5-17,0 5-3398,-1 4 3370,-1 4 5,-3 3-1211,-2 2 1173,-1 2-24,-2 0-27,-3 0-198,-4 0 83,3-16 0,-2 0-59,-10 16-364,8-19 0,-1-1 168,-10 6-213,0-4 1656,-2-4-2562,3-5-1508,0-5 3064,-1-4 0,15-7 0,1-1 0</inkml:trace>
  <inkml:trace contextRef="#ctx0" brushRef="#br2" timeOffset="697161">26229 14882 10461,'10'-7'4492,"-3"2"-3103,-7 5 3271,0 0-4481,-37 12-45,22-3-38,-29 11-35,32-5-27,1 1-6,3-1-23,1 1 1,3 0 5,2-2-5,1 2 16,2-2 1,2-2-1,2 0-5,4-2 5,1-1 12,2-2-23,1-1 11,1-1-5,2-1-22,1-2 21,0 0-16,1-2 0,0 0 0,-1-1 17,-1-1 28,-1-4 5,-2-1 29,-1-2 16,-3-3 23,-2 0 6,-5-2 4,0 0 12,-5-2 0,-4 2 40,-3 2 10,-4 1-11,-2 3-5,-2 3 78,-14 2-168,8 1-23,-9 2-21,12 2-18,2 2-11,3 0-5,3 2-12,1 0-11,2 1-16,1 0-18,3 1-61,1 1-112,2 1-201,1 2-534,1-1-765,5 1-2404,2 1 4128,7 1 0,-7-7 0,3 0 0</inkml:trace>
  <inkml:trace contextRef="#ctx0" brushRef="#br2" timeOffset="697399">26787 15236 19428,'37'-8'-402,"-1"-1"1,-2 1 0,-5 3-803,-11 7-1608,1 2-7019,-3 0 8931,-1 0 1,-7-2-1,-3-1 1</inkml:trace>
  <inkml:trace contextRef="#ctx0" brushRef="#br2" timeOffset="697597">26694 15656 14639,'-3'2'3971,"1"-1"230,2-1-4178,66-27-1394,-38 15 1362,13-4 1,-1 0 381,-15 6-518,0 2 99,0 0-627,-2 1-817,1 1-2929,-1 0-4363,-4 1 8961,-1 2 1,-10 0 0,-3 2 0</inkml:trace>
  <inkml:trace contextRef="#ctx0" brushRef="#br2" timeOffset="698440">27576 15284 21248,'10'-46'569,"0"0"1,0 5 0,-4 7-217,-5 21-56,-1 1-34,0 4-62,0 2-55,0 2-51,0 2-5,0 1-73,-1 8-12,0 2 18,-2 8-7,0 2 7,-1 3-12,0 4 11,-2 2 1,0 3-6,-1 3-227,-1 2 210,1 3 0,-1-1 6,0 1 16,0 1-16,1-2-6,0-2 0,0-2-487,1-5 492,1-3 7,0-3-1,1-4-28,1-2 28,1-4 12,-1-2 292,1-4-248,0-3 34,0-2-45,1-5 482,0-3-516,-1-4-22,2-3 17,-1-4-6,1-3 0,0-4 1,2-2-24,1-5 18,3-4 5,2-3-5,7-20-1345,-3 15 1344,6-12 7,-5 21-1,-1 3 0,-1 3 11,0 3 6,-2 3 34,-3 5 84,0 0-17,-3 8-95,-1 1 1293,-2 7-1310,-2 10-11,-1 0 5,-2 9-17,-1 0 6,-1 4 12,0 2-12,-1 5 22,1 1-812,-1 3 768,1 1-195,-1 18 9,3-12-245,-1 12-3427,3-18 2626,2-3-858,0-4-7719,1 2 8799,1-11 0,-1-3 0,1-11 1</inkml:trace>
  <inkml:trace contextRef="#ctx0" brushRef="#br2" timeOffset="699432">26924 15303 16644,'9'-26'605,"-3"5"-442,-14 21-29,-1 0-11,-4 0-16,-2 2 5,-3 0-12,-3 3 12,-3 1 23,-1 1 10,-1 0 46,0 1 33,2-2-5,2 1 83,2-2-240,8 0-28,2-1 27,9-2 40,1 0 17,2-1 16,2-1 0,3 0-27,1 0-12,2 0 6,1 0 67,6-2-95,-4 0-12,5-2-11,-4 1 23,9-3-50,-3 2-18,9-2 12,-5 0 11,1 0-6,3 0 12,13-2-28,-10 1-299,8 0 316,-16 3-7,-3 0-4,-5 0 10,-3 2 0,-6 0 6,-3 2-5,-4 0 297,-4 0-314,-2 2-1,-7 0 1,-1 3 0,-3 0-6,-2 1-6,-2 0 17,-2 2-5,0-1 11,-1 1-1,0 0-4,0 0 4,1 0 24,2-1-3410,2 0 3404,2-1-663,3-2 657,3 0 11,3-2-17,4-1-16,1 0-12,3-1 3171,0 1-3132,7-1 997,-2-1-1002,6-1 17,-2-1-28,2 0 5,1-1 6,1-1-16,2 0 10,3 0-11,1-2 0,2 0-11,3 0 0,1 1-11,3-1-11,-1 2-17,2-1-90,-1 1-162,1 1-342,-4 1-5551,7 0 6184,-10 2 0,-4 0 0,-9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3:56:29.13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4910 2567 17697,'-30'-27'112,"0"-1"0,3 2 0,2 9-45,6 19-22,-3 2-1,-4 4 7,-4 1 11,-6 2-23,-5 2-1870,-6 1 1865,-4 2-1,-3 1 18,-1 0-1,-1-1 6,4 0-22,3-2 22,5-1 0,5-2 11,5-2 763,7-3-712,6-1 421,6-3-405,5 0 97,4-2-164,3 1 1100,1-1-1167,2 0 23,0 2-1,1 1 40,5 8 38,2 6-21,2 4 16,-2 5 23,-3-3 10,-2 5 7,-1 3 16,-2 2-1246,0 4 1274,-1 3-2982,-2 4 2982,-2 4-6,-2 4-930,-1 5 886,-1 3-78,3-28 0,0 0-12,0 2 0,0 1-14,0 0 0,-1 0-840,1 2 0,-1-1 831,1 0 1,1 0 0,0-2 0,1 0 139,1-1 0,1-1-134,-1 27-5,8-6 1813,6-5-1836,6-19 1,4-2 66,18 11-87,-10-15 1,3-4-53,28 1-1,-26-13 1,2-1-93,2-1 0,5-2-505,0-2 0,5-2 1,-2-1-1728,9-1 0,1-2 2403,-1-1 0,2-1 0,-7 0 0,-17 2 0,-3-1 0,29-6 0</inkml:trace>
  <inkml:trace contextRef="#ctx0" brushRef="#br0" timeOffset="780">5814 2813 17223,'11'-49'748,"0"0"1,-1 4 0,0 8-150,-3 15-117,-2 3-124,0 3-106,-2 3-67,0 4 194,-1 2-334,-1 3 55,0 2-117,-1 1 73,0 10-28,0 0-5,0 13 0,-2 2-6,-1 7 5,-2 6 6,-2 6 11,-1 5-1147,-2 3 1147,-2 2 6,0 1-12,0 0-16,1-1-1637,2-3 1625,3-3 7,3-3-7,2-4 6,4-6 12,2-4-303,4-6 302,4-4-5,2-5 22,1-6-74,2-4 85,0-3 6,2-7-11,1-3 11,3-6-17,1-5 6,2-4 0,1-2 5,0-2 12,0-2 10,-1 1 7,-3 0-1,-2 1 29,-2 2 10,-4 3 12,-3 3 22,-3 5-5,-3 3 968,-3 4-917,-1 2 1708,-2 3-1477,-1 1 176,1 6-445,-1 2 31,0 8 117,0 2-111,0 5-125,0 2 3,0 4-339,1 3 104,2 19-150,1-8 157,4 16-582,-1-12 391,3 4-1304,0 1 997,3 2-276,1 0-858,-1-17 1,1-1-2574,8 17 3781,-5-17 0,0-4 0,-3-9 0,0-2 1</inkml:trace>
  <inkml:trace contextRef="#ctx0" brushRef="#br0" timeOffset="971">7025 3369 16426,'0'-6'2902,"0"1"44,0 5-2980,-44 11-39,30 6-118,-34 11-201,42 5-224,1 1-599,2 2-1126,2 2-2470,2-1 4811,4 4 0,-3-20 0,2-1 0</inkml:trace>
  <inkml:trace contextRef="#ctx0" brushRef="#br0" timeOffset="1423">7918 2867 18308,'4'-51'1062,"0"-1"0,0 6 0,-2 5-215,-3 11-267,-4 5-216,-3 4-188,-5 3-75,-2 5 29,-3 4 53,-2 4-85,-5 4 39,-3 6-3330,-5 6 3448,-2 8 52,-4 5-263,-1 8 203,-1 4-486,0 5 345,4 5-439,14-13 1,1 1 302,-8 17-3,14-18 0,2 0-102,3 9-35,6-3-7,6-2-79,5-4 4,14 4 14,-1-13 72,12 1 104,-7-16 2716,3-4-2512,1-5 82,2-5 149,1-5 42,2-7 85,1-4-1565,-1-4 1420,-1-3-68,8-15-347,-6-2 255,-2 0-48,-13 7-44,-10 16 732,-5 4-811,-2 2-29,-1 3 79,-1 3-140,0 4 2022,-1 2-2153,1 2 1107,-3 6-844,1 4-48,-3 7 20,1 5-8,-1 5 35,-1 4 7,-1 4 32,-2 6 109,0 4-933,-2 5 540,4-8 0,0 1-628,1-8 0,1 1 511,-1 12 1,0 1-849,2-12 0,1 0 332,1 1 0,2 0-497,-1-1 0,2-1-2558,2-1 1,1 0 3840,3 1 1,1-2-1,1 2 1,2-5-1</inkml:trace>
  <inkml:trace contextRef="#ctx0" brushRef="#br0" timeOffset="1616">8400 3425 19565,'0'-5'2954,"0"2"-665,0 3-2430,-25 5-25,16 9-111,-20 7-228,22 10-1028,-1 1-239,1 2-1670,2 1-5346,1-3 8788,3-5 0,1-14 0,0-5 0</inkml:trace>
  <inkml:trace contextRef="#ctx0" brushRef="#br0" timeOffset="2048">9249 2718 20623,'-12'-39'267,"-1"0"0,2 3 0,-1 11-183,-4 22 1391,-3 7-1430,-3 4 0,-4 6-616,-4 9 604,-1 6-5,-3 6-17,0 7-500,-1 4 495,2 4 11,2 2-12,11-15 1,2 1 0,-7 20-15,11-21 1,1 0 8,3 13-11,6-2-1,4 0 7,6-4-6,5-3 11,5-4 134,4-3-117,2-6-12,3-3 1,1-6 5,1-6-17,0-3 29,0-6 38,12-8-16,-10-4 818,8-6-728,-6-15-46,-9 6 1157,2-10-1134,-12 9 11,-5 2 870,-5-6-848,-5 9-33,-6-3 6,-4 12-51,-4 2-17,-3 4-16,-2 1-17,-2 2 5,0 2-11,-1 3-5,2 2-6,1 4 0,1 1-11,4 3-12,1 1-27,4 2-56,2 2-102,4 0-122,3 2-214,2 1-369,5-1-716,3 1-1172,8-3 2801,7 1 0,-10-9 0,1-2 0</inkml:trace>
  <inkml:trace contextRef="#ctx0" brushRef="#br0" timeOffset="2237">9856 3379 19232,'1'-8'2426,"0"2"-979,-1 6-193,0 0-975,-19 2-363,12 7 70,-13 6-372,17 6-488,1 3-1092,1-1-3836,1 1 5802,0 1 0,0-12 0,1 0 0</inkml:trace>
  <inkml:trace contextRef="#ctx0" brushRef="#br0" timeOffset="2780">10469 2748 22952,'-10'-42'267,"1"1"-1,1 2 1,4 7-166,13 15-34,3-1-11,5 1-16,3 1-7,5 2 1,2 2-1,1 2 7,12 0-24,-12 5-4800,7 1 4801,-13 4 6,-1 3 1428,0 2-1451,2 4 0,-1 4 880,1 2-892,-2 5 1,-2 3-11,-2 6-12,-3 4-339,-5 5 328,-4 4 2133,-5 3-2133,-6 1-5,-7-1 28,-6-3 10,-5-3 40,-4-5-16,-1-5-1,-2-3 0,1-6-202,0-2 230,0-4 62,-10-2-51,11-5 34,-6-2 18,17-6 4,4-3 0,3-2-5,4-4-6,3 0 686,3-2-708,1 0 1032,3 0-1047,0 2-5,5 0 268,-1 2-289,2 0-16,1 2 1,1 2 0,1 2-7,1 1-1,2 1-19,3 3-12,1 1 11,3 4 15,3 3-609,2 3 588,2 2 17,1 4-16,0 1 11,1 2 6,-1 1-16,-2 0 0,-2 1 1,-2 1 19,-4 0-71,-6-1 55,-4-1 0,-7-2-1,-8-2-4,-7-3-18,-11-2-333,-6-2 272,-7-3-51,-3-3-72,-3-3-164,0-2-251,-1-3-459,0-4-1070,2-4-4618,1-5 6780,-1-3 0,19 7 0,3 0 0</inkml:trace>
  <inkml:trace contextRef="#ctx0" brushRef="#br0" timeOffset="3255">11573 2475 20292,'-1'-41'156,"0"0"1,-1 3 0,5 8 440,12 18-519,2 2-5,3 0-17,3 1 485,1 2-535,1 1 10,1 2 1,-2 2-11,1 1-17,-1 2 11,-1 1 0,1 3-6,0 2 28,1 3 447,-1 2-475,2 2 6,-1 1 0,0 3 0,-3 0 12,-2 4-12,-3-1 0,-3 3-2160,-2 0 2160,-4 2-804,-2 0 815,-2 1 138,-2 2-132,-2-1-17,0 3 11,0 1-6,0 2-3,0 1 4,2 1 7,2 0-18,3 0 5,2 0-1001,2 1 990,1 0 1608,0 0-1610,0 2-10,-2 1 0,-2-1 5,-4 1-5,-2-3 18,-8-2 10,-5-2 1090,-22 9-1089,2-13-12,-18 6-22,6-16-529,-5-3 322,-4-1-409,-3-2-1877,-4-2 2521,24-5 0,1-1 0,-3 0 0,1-1 0</inkml:trace>
  <inkml:trace contextRef="#ctx0" brushRef="#br0" timeOffset="8945">5234 3017 12192,'-1'-4'1130,"0"1"4946,1 3-4860,-8-50-942,6 34 56,-6-40-20,8 48 51,0-1-197,0 1 431,0 1 139,-1 1-730,0 2 511,-1 2-542,1 0-51,-1 2 606,1 6-236,1 1 35,-1 7-223,1 1 139,0 2 1,0 1-3146,2 4 3324,0 2-632,2 3 61,-1 3 166,1 3 83,-3 4-481,0 2 611,-1 4 32,-1 1 140,-2 1-240,-1-13 1,0 0 232,-4 17-244,-1 13-35,2-22-67,3-3-56,0-2-51,1-2-99,2-3 20,0-3-85,1-4 79,1 1 3035,0-10-2976,2 1-84,-1-11-172,1-1 982,-2-3 31,0-3-7,0-2-216,1-6 44,-1-3-51,0-5 156,1-18 120,-1 6-77,1-16-937,-1-8-381,1 11 581,2-16-2166,-1 17 2269,1 0 97,2-16-2548,-2 16 2562,1-12-1713,-2 20 1682,-1 3 36,-1-8-126,-1 14 958,0-3-1040,0 14 7,-1 4 2055,0 2-2224,0 4 3092,0 2-3454,1 1 776,-1 2-639,1 7 482,0 2-11,0 10 151,1 1-16,0 6 140,1 5-3271,1 5 3058,0 5 243,0 3-667,2 3 295,-2-11 1,1-1-84,2 20-346,-2-19 1,-1-1 416,2 12 13,-2 0 23,0-3-75,-1-3-76,0-1-175,0-5-352,-1-3-886,0-4-2262,0-3 3791,1 2 1,-1-14-1,-1-1 1</inkml:trace>
  <inkml:trace contextRef="#ctx0" brushRef="#br0" timeOffset="12658">5948 4365 8795,'-56'1'625,"1"0"0,2-1 0,6 2 168,0 1-125,-3 2-97,-5 0-109,-2 2-20,-2 1-20,2 0 270,3 0 294,4 1-628,7-2-82,7-1-29,8-1 5,6-1 1075,7-2-863,5 0 324,5-1-589,6 0 579,3-3-230,8-1 282,4-3 51,9-2 148,5-1-31,10-2-31,7-3 517,8 0-242,6-1-1651,-29 8 0,2-1 373,17-3 1,1 0-38,-12 3 0,2 0-40,3 0 1,5 0-1,-5 1-656,-3 0 0,-2 2 598,12-2 0,-1 0-10,-17 3 1,-3 1 11,30-2-33,-6 2-24,-7 2-31,-9 0-10,-8 7 196,-24 6-1221,-13 2 1003,-26 6 709,-11-3 209,-12 3-463,23-9 0,-2 1 38,-2 0 0,-3 1-66,-2 0 0,-3 1 0,2 0 168,-9 2 1,-3 1 169,11-4 0,-6 2 1,1 0-1,3-3-71,-11 4 0,2-2-299,8-2 1,-2 1-1,3-2 108,1-1 0,3-1 5,3-1 1,2-1 241,-25 6 60,14-5 48,13-2 115,10-4-534,13-4-546,7-2-1150,12-5 1756,7-3 242,8-2 870,8-3-725,7-1 442,7-3-1039,7-2 0,7-1 0,-28 12 0,1-1 0,1 0 0,1 1 0,-1 0 0,2 0 0,14-5 0,1 1 0,-13 5 0,0 0 0,12-4 0,-2 2 0,-14 4 0,-3 2 0,31-7 0,-4 1 0,-5 3-156,-4 2-192,7 2 80,-20 4-209,2 0-1274,-20 10-2439,-10-1 3738,-1 10 1,-6-10-1,0 0 1</inkml:trace>
  <inkml:trace contextRef="#ctx0" brushRef="#br0" timeOffset="13767">8533 4220 7611,'-12'-6'478,"3"1"2204,9 5 579,0 0-2463,-63-5 413,42 4-961,-15-2 0,2 0 206,22 5 875,-2-1-423,1 2 2810,-2 0-3116,-2 1-17,-2 1 77,-3 1-3140,-4-1 3049,-2 2-1283,-3-1 1056,-3 0-487,0 1 358,0-1-109,0 0 460,-17 2-395,22-4 2,-11 3 2422,23-5-2419,6 0 2350,0-1-2350,6 1 979,2-2-1240,2 0 702,0 0-629,8 1-59,1-1 115,11 1-84,4-1 95,9-1-128,11-3-254,12-1 239,-22 0 1,1 1-253,5-1 0,2-1 487,4 0 0,3 0-1313,4 0 0,2-1 1258,5 1 1,1-1-741,-16 2 0,0 1 0,0-1 678,3 1 0,1-1 0,0 1-414,2-1 0,1 1 1,0-1 371,2 1 1,1 0 0,0 0-282,1 0 1,1 0-1,0 0 270,1 0 0,0 0 0,4 1-20,-12-1 0,4 1 0,1 0 1,-1 0-1,-2 0-45,1 0 1,-4 0 0,2 0 0,4 0 51,-1 1 1,6-2-1,2 1 1,0 0 0,-2 0-1,-6 0-14,1 1 1,-5-1 0,0 1 0,2-1 13,0 1 1,2-1 0,1 1 0,-2-1 0,-3 1-50,11-1 1,-3 0-1,-2 0 23,1 1 1,-1-1-1,0 0 8,-3 1 1,0-1 0,0 1-6,-2-1 1,-1 1-1,-1-1 26,-2 1 1,0 0 0,-1-1-49,17 0 1,-1 0 2,-4 0 1,-3 0-3,-5 1 1,-3 0 5,-4 0 1,-2 0 529,-7 1 1,-1-1-478,29 0-130,-28 1 1647,-6 0-1656,-24 1 1923,-13 1-1853,-8 1-30,-15 2 2544,-12 0-2505,-12 1-677,22-2 1,-1-1 767,-5 1 0,-2 0-897,-4-1 0,-2 1 895,-4 0 0,-2 0-793,-4 0 0,0 1 774,17-2 0,-1 0 0,1 1-370,-3 0 1,0 0 0,0 0 367,-1 0 0,-1 0 0,0 1-210,-1-1 1,0 1 0,0-1 223,-1 1 1,-1 0-1,0-1-24,-1 1 0,1 0 0,-1 0 33,-1 1 0,1-1 0,-1 0-88,0 0 0,-1 1 0,0-1 88,2 1 1,-1-1 0,-3 1 7,0 0 0,-4 0 0,-1 1 0,4-1-5,-2 0 0,2 0 1,-5 1-2,6-1 1,-5 0 0,-1 1 0,1-1 0,6 0-50,-4 1 1,5-1 0,-2 0 43,4-1 1,-3 1 0,0 0 0,4-1-2,2 0 1,2 0-1,1 0 110,1-1 0,0 0 1,1 0-122,-21 1 1,2 0-137,4-1 1,2-1 129,3 0 1,1-1 16,-11-1 1,2 0 254,17-2 0,1 1-282,-7-2 0,1 0-34,-6-5-45,8-1-18,7-2 1373,8 1-1429,6 0 1312,8 0-1343,5 1 2700,6 1-2966,3 1 1390,2-1-1430,5 2 692,4-1 234,6 0 265,7 0 11,8-1 62,9-1-746,9 0 1093,10-1-645,-24 5 0,1 0-279,3 0 0,3 0-166,2 0 0,5 0 0,-2 1-1378,11-2 0,1 1 1297,-7 1 1,4 0 0,-2 0-17,9 1 0,-1 0 11,3 0 0,0 0-648,-19 2 0,0-1 1,1 1 677,0-1 1,1 1 0,0 0 2,0 0 0,1 0 1,1 0-528,0 0 1,1 1 0,0-1 542,1 0 0,0 1 0,1-1 4,0 1 0,-1 0 0,4-1-221,1 1 1,4 0-1,0 0 1,-2 0 222,2 0 1,-2 0-1,3 0-73,-4 0 0,3 0 0,0 0 0,-5 0 40,0 0 0,-3 0 0,-1 0-41,0 0 1,0 0 0,-1 0 39,-2 0 0,1 0 1,-2 0-6,-1 0 1,-1 0-1,-1 0-36,17-1 1,-1 1 152,-4-1 0,-1 0-59,-5 0 0,0-1-241,9 1 0,-1-1-857,-17 0 1,-1 1-2713,6-1 0,-4 0 3991,-2 0 1,-19 2 0,-8-1 0</inkml:trace>
  <inkml:trace contextRef="#ctx0" brushRef="#br0" timeOffset="24654">4549 5885 19262,'-20'-28'-1806,"-1"1"1,-13-18 3020,26 43-278,0 0 803,-1 2-1111,-1-1-148,-2 1-64,-3 0-406,-2 1 1152,-4 2-1899,-3 2 1258,-3 1 1440,-4 1-1617,-2 1-29,-3 1-96,-19 5 75,13-3-1317,-12 2 1163,19-4-50,5-2-81,4 0 3,4-3-66,6 0 2688,4-2-2870,5 1 447,4-1 98,1 1 1655,2-1-2567,0 1-31,1 1-97,0 2-153,2 2-77,1 2-236,0 3-106,0 3 319,0 4 851,-2 3 54,0 5-100,-2 2 477,0 6 118,-3 3 150,-1 2-60,-3 2 35,-1 0-107,0-1 95,2-1-93,1 0-77,1 14-131,3-14-108,1 12-105,3-19-178,2 0-102,3-1-267,0-1-48,3-1-25,2-1-49,1-2-16,2-2-105,3-3 84,4-3 308,4-3 318,5-4 47,5-4 485,5-4-494,6-2 763,5-6 107,7-3-593,-28 1 1,1-1-1163,2-1 0,1-2 1123,8-1 1,-3 0-1,4-1 1,-1 0-1</inkml:trace>
  <inkml:trace contextRef="#ctx0" brushRef="#br0" timeOffset="26671">5735 6283 17295,'-9'-42'52,"0"-1"0,0 4 0,-1 7-234,-4 14 958,-2-1-652,-1 1 63,-1 0 43,-1 0 4,0 2-405,0 0 390,0 2 495,0 2-265,-2 3 19,2 3 37,-3 4 271,1 0-222,-2 5 75,1 3 34,-1 4 56,1 4 43,1 2-157,0 5-150,2 2-182,1 4-94,1 4-667,2 3 332,2 2-155,3 0-159,3 0 14,3-2 24,2-1 13,3-3-14,4-1-7,4-2-50,3-2 37,3-2-91,1-3 101,2-2 151,1-4 112,1-2 194,1-4 156,1-3 201,0-3 170,0-2 144,1-4 72,0-3-8,0-5 67,-1-4-96,-2-4-186,0-4 202,-2-3-501,0-3-100,-1-1-153,-3-3-112,1 0-131,-3 0-52,-1 1 104,-1 2 42,-2 2 52,-2 6 68,1 3 46,-3 4 48,1 4 18,-2 3 6,-1 3-34,0 3 196,0 2 603,0 1-475,2 4-46,0 1-760,2 7-14,1 3-9,0 7 100,2 2-178,-1 6-547,0 1-237,-2 3 1527,0 3 83,-3 0-446,0 3 499,-3-1-55,1 2-104,-1 0-72,-1-1-129,0 0-93,-2-1-379,0 18 94,0-15-1238,-1 14 777,2-19-3387,0 13 4227,3-11 0,0-6 0,1-17 0</inkml:trace>
  <inkml:trace contextRef="#ctx0" brushRef="#br0" timeOffset="26913">6527 6544 18015,'-1'-4'1863,"1"1"797,0 3-2960,-18 4 113,14 7 46,-12 5 7,20 6 0,4 1-326,0 1 201,3-1 19,-1 1-135,1-2-187,-1 1-438,0-2-781,-3-1-2350,-1-1 4156,-2 1 1,-1-9 0,-2-2 0</inkml:trace>
  <inkml:trace contextRef="#ctx0" brushRef="#br0" timeOffset="27387">6977 6093 13435,'0'-51'926,"0"0"0,-1 8 0,0 6 1805,0 8-2521,-1 14 1267,1 0-1418,1 7 602,0 1-652,0 6 2191,0 2-2180,-1 3 56,1 5-19,-1 6 15,1 5-23,-2 6 26,0 6-383,-1 5 355,-2 3-1,0 3-34,0 1 18,1 0 3,2-2-24,0-3-17,2-4-8,2-5-28,1-4-35,3-4-55,2-4-21,1-3-34,1-3 82,0-2 66,2-5 116,1-2 89,3-2 87,2-5 134,2-4 73,4-5 104,15-12-92,-8 3-28,9-10-696,-13 7 470,-3-1-82,-1 0-90,-3 0-53,-4 2-48,-2 2-166,-3 3 27,-3 3-486,-2 4 578,-2 1 22,-2 4-12,0 1-48,-2 2-44,0 2 1002,0 2-909,1 6-46,0 1 40,0 9 17,0 1-12,0 6 49,0 1-4,0 4 44,0 1 561,1 0-571,0 0-30,1 1-57,0 0-56,1 1-56,1-1-88,0-1-52,1 0 4,0-1-110,1 0-399,1 0-759,3-2-1380,0-2-1821,4-2 4809,3-1 0,-9-10 0,1-2 0</inkml:trace>
  <inkml:trace contextRef="#ctx0" brushRef="#br0" timeOffset="27582">7944 6416 15926,'0'-4'3240,"0"0"1308,0 4-4597,-8-4-18,4 12 50,-7 1 28,7 13-65,2 3-147,-2 1-3379,0 4 3392,-1 1-1383,-4 19-10,1-11-2697,-4 13 4268,1-13 1,7-26 0,2-4 0</inkml:trace>
  <inkml:trace contextRef="#ctx0" brushRef="#br0" timeOffset="28546">6678 6307 10555,'11'-46'952,"-1"-1"0,0 0 1,-2 8-298,-6 19-22,1-6 1110,-1 10-1216,-2 2 348,1 0-505,0 2 165,-1 2-278,0 0 668,1 2-734,-1 0 66,1-1-195,0 3-17,1-1-17,-1 4-28,2 1 17,-1 1-12,1 1 1,1 0 10,0 1-10,-1 1 17,1 3 4,0 3 24,2 10-18,-2 0 12,0 8 6,-2-1 21,-1 4-613,0 5 636,-1 3 11,0 2 1,-1 3-858,0-1 824,-2 0-2916,0 0 2910,-1 0-28,1-2 0,1-1-11,0 11-16,1-14-43,1 8 31,0-18 28,0-2 551,0-2-562,0-1 3157,0 1-3230,0-5-51,0-1-100,0-7-174,0-2 223,2-3-2127,1-1 2285,2-1 0,-2-1 0,0 0 0</inkml:trace>
  <inkml:trace contextRef="#ctx0" brushRef="#br0" timeOffset="29615">8960 5929 14626,'0'-5'2100,"0"2"3193,0 3-4917,-64-50-475,41 42 191,-17-11 0,2 7 22,20 34-116,-5 14 353,7-4 100,0 5-65,1 2-190,2 5-1443,1 1 1506,2 2-86,3 0-491,2-2 52,3-1-424,1-2 483,4-3-48,1-3 8,6-3-83,3-4-27,2-3-40,3-2 69,1-6 103,12 3 396,-8-10-217,7 2 1807,-10-11-1538,-2 0 149,4-7 127,-8-2 16,2-6-40,-7-1-186,-2-2-111,-1-2-54,-2-2-111,-2 0 516,-1 0-689,-2 0-95,-2 2 37,-7-6-63,1 8 16,-7-3 70,2 9 142,-2 1 66,-2 3 66,-2 2 63,1 2 59,0 2 344,1 1 119,3 3 34,-3 9 18,4 0-145,0 6-455,5-3-123,3 2-152,1 1-404,3 2-258,1 0-280,2 0-455,4 1-540,4-1-861,4 0 2882,7 1 0,-10-10 1,1-2-1</inkml:trace>
  <inkml:trace contextRef="#ctx0" brushRef="#br0" timeOffset="29822">9505 6391 22798,'-29'19'182,"5"1"-371,21 4-468,1 3-1220,1 14-146,1-9-2259,0 10 4263,0-10 1,0-16 0,0-1-1</inkml:trace>
  <inkml:trace contextRef="#ctx0" brushRef="#br0" timeOffset="30371">10010 6217 19207,'-14'-45'281,"0"0"1,0 6 0,6 3 542,16-5-618,0 17-43,7-14-18,-2 22 30,2 0 70,0 3-279,2 1 300,0 2-16,-1 1-33,0 2-73,-1 3-3388,-2 1 3267,0 2-521,-1 0 464,-1 3-63,3 3-29,-2 4-42,3 3-33,0 4 7,0 4 9,2 2 60,1 3 20,8 14 21,-5-7 1,5 9 52,-6 1-25,-8-11 70,0 8 48,-9-14 76,-4-2 3196,-5-3-2990,-3-3 216,-15 5 159,2-7 152,-9 2 26,6-9 810,-10-2-1087,9-4-85,-5-1-156,13-4-244,3-3-312,4-2-239,2-3-124,4-4-117,2 3 123,3-2 142,4 3 273,5 3 278,1 1 226,3 3 168,-2 3-38,10 2 28,-4 2-156,9 2-102,9 9-948,-4-2 403,12 5-131,-8-3-3192,1 0 3311,1 2 51,-1-1 68,-2 1-58,2 7 74,-15-6-108,-3 13-157,-21-13 237,-10 6 549,-8-7-210,-8-1 21,-5 1-87,-5-3 2929,-4 0-3359,-2-2-571,-1-1-1474,0-3 1986,-3-1 0,24-3 0,1-1 0</inkml:trace>
  <inkml:trace contextRef="#ctx0" brushRef="#br0" timeOffset="30812">10785 5791 23583,'-9'-42'-323,"1"1"0,-1 3 1,7 9 22,11 18 1763,3 2-945,2 1 209,2 1-394,1 1-66,9 1-157,-4 2 379,7 0-108,8 3-949,-8 2 450,13 1-43,-10 4-335,3 2 16,2 2 358,-1 3-411,11 8-68,-14-2 224,4 7 148,-17-5-105,-3 13 194,-8-7 520,-1 11-292,-7-10-508,0 3 457,-2 0-1,0 3-91,0 19 92,-1-12 20,4-4 1,1 1-744,4 7 686,7 15-83,1-19-61,1 0-1653,3 0 1579,0-1 3,-1-1-804,3 14 730,-10-15-351,-8 20 477,-17-28 210,-16 5-216,-3-19 0,-4-3-590,5-3 0,0-1 138,-14 2 1,-2-1-1354,11-4 1,0-2 1879,-7 0 0,4 0 1,-5 0-1,2-1 1</inkml:trace>
  <inkml:trace contextRef="#ctx0" brushRef="#br0" timeOffset="32508">7228 7091 18375,'-60'3'1648,"-1"0"1,11-1-1,4 1-1029,12 0 0,4 0 588,-6 2 650,-23 2-807,29-4-276,-5 1-253,20-2 277,5-1-176,5-1 88,3 0-473,13 0-304,13 0-60,24-2 27,0-1 48,9-3-3380,-11 0 3505,2 1-108,1 0-1038,-16 2 0,1 0 1185,14 0-10,11-1-122,-19 2-62,-16 1-24,0 1 2221,-18 0-2262,-3 0 3169,-5 3-2929,-4 0 559,-5 4-74,-16 5-578,0-1 0,-12 4 0,2-2 0,-2-1 0,-4 1 0,-3-1 0,1 1 0,-2-2 0,1 0 0,1-1 0,2-1 0,4-2 0,5-1-81,6-1-14,5-2 26,3-1-81,9-2-59,2 1 24,10-3 613,3-1-67,13-7-361,0 2 0,11-4 0,-2 2 0,21-5 0,-7 2 0,17-5 0,-14 6 0,2 0 0,0 1 0,1 1 0,-3 0 0,-3 1 0,-2 2 0,-6 0 0,5 0 0,-15 3 0,2-1 0,-17 5 0,-3-1-21,-14 2-192,-2 1 236,-12 2-87,-2 3 200,-6 2-171,-27 5 141,11-2-72,15-4 0,-1 0-34,-1 0 0,2 0 0,-17 5 0,-12 1 0,29-6 0,6-2 0,9-1 0,8-3 0,10-1-1045,9-1 628,9 0-104,7-2-78,7-1-615,7-2-3702,-6 2 1,-1 0 4130,13-2 1,1 1 0,-32 3 0</inkml:trace>
  <inkml:trace contextRef="#ctx0" brushRef="#br0" timeOffset="33475">8625 7250 8840,'3'-4'3564,"-1"1"4168,-2 3-7337,27-26 36,-20 20-135,20-21-85,-31 27 16,-9 0-124,0 1-22,-12 1 28,4 2 184,-17 4-153,9-1 18,-10 2 25,13-3 73,5 0-16,2-1-19,3-1-329,6-2-36,4 0 27,5-2-2,1 1-55,3-1 54,1 0-18,5-1-8,3-1 162,3-1-10,5-1 9,3-1 1,18-3-3348,-7 3 3331,14-3 10,-12 3-75,2-1 26,17 0 315,-15 1-745,13 0 748,-22 3 4,-2 1-55,2 0 14,-12 1 2985,1 0-2974,-13 0-210,-4 1-126,-4 0 1129,-4 2-910,-5 1-35,-5 1 5,-4 0-23,-5 2 6,-3-1-4,-4 1 49,-1 0 44,-2 0-236,-16 4 6,12-3-779,-11 1 814,18-2 21,3-2-381,5 1 71,5-3-5,5 0-1,4-2 4,4 0-14,3 0 833,1-1-828,5 0 373,2-1-51,4-1-3,3-2 4,3-2 7,3 0-2,4-2-6,0 2 7,3-2 12,1 1-3418,2 0 3391,2 1-6,1 0-703,3 0 626,1 0-13,1 2 3,1 0 0,-1 0 8,-2 2-54,-2-1 267,-3 2 64,-3 0 1,-5 0-10,-6 0 3,-4 1 2977,-6 0-2950,-3 0 659,-12 1-871,-4 2 26,-12 1-14,-3 2 21,-5 1-9,-7 0-549,-5 1 558,-4 1 5,-5-1-1149,-2 2 1136,-1-1 10,0 0 10,3-1-13,6-2-312,7-1 323,9-1-16,8-3 16,11 0-39,8-1 832,10-2-757,7-1 1201,8-4-1211,6-1-11,5-1-316,4-1 320,4 0-14,4 0 11,3 0-80,1 1-3143,3 1 3133,0 0-24,-1 2-1088,-3 0 964,-4 1-311,-6 2-339,-4 1-1079,-7 1-2621,-5 0 4129,-3 4 0,-10-2 1,-1 2-1</inkml:trace>
  <inkml:trace contextRef="#ctx0" brushRef="#br0" timeOffset="38108">8576 5572 16161,'-23'8'1688,"6"-1"-955,20-7-861,3 1 16,4-1 132,3 0-19,4 0-3,5-1 59,3-1-223,4-1-1087,2-1 1222,2 0 13,1 1-58,1-1-9,-1 2-33,-1-1-32,7 2-3095,-12 0 3049,3 1 743,-15 0-674,-4 0-12,-3 0-27,-2 0 40,-4 0 353,-1 1 2877,-2 1-3334,-3 2 637,-2 0 149,-4 1 108,-2 0 49,-2 1-416,-2 0-332,-2 2 642,-1-1-86,-2 0-532,-1 0-255,0 0-87,0-1-40,1 1 420,1-1 131,-5 2-124,7-3 47,-2 1 14,10-4-31,2-1 50,3 0-173,2-1 100,0 0-213,8 0 62,0-2 80,6 0-52,2-1 117,3 0-81,3-1 126,3 0-156,2 0 163,4 0-3462,0-1 3337,2 1-13,12-2-23,-12 2-2,8-1-10,-17 3 1,-4 1-167,-4 0 24,-4 1 3436,-4 0-3372,-4 0 38,-3 0 38,-4 2 110,-4 1-56,-6 1 175,-5 0-14,-4 2 13,-4 1 33,-3-1-14,-4 2-33,-2-2-937,-1 2 877,-1-2-7,1 1 39,2-1 242,-6 0 41,13-3-295,6 1-74,14-4-66,13 0-4,3 0 18,6-2-8,5-1-73,3-2-125,5 0-262,3 0-384,2 0-3867,3 1 4770,5 0 1,-18 2 0,-1 0 0</inkml:trace>
  <inkml:trace contextRef="#ctx0" brushRef="#br0" timeOffset="47088">12184 6166 29880,'51'-36'-104,"0"0"0,4 1 0,-4 11 551,-10 22-887,15 0-54,-14 3-132,0 2-72,-1 2-44,-3 3-89,-4 3-213,-5 1-388,-6 1 23,-7 2-237,-6 2-313,-6 0-18,-9 2 992,-6-1 741,-24 9 809,2-7-98,-19 5 866,7-7 539,-6-1 640,-2 2 287,-4-2-764,0 1-1053,17-6 0,0 0-557,-19 6-326,22-7 1,2-1-543,-4 2-254,8-2-63,9-3 697,9-1-610,7-2-90,7-2-882,8 0 1269,9-2 182,10-2 96,9-2-32,8-4 25,8-3-312,7-1 484,-26 5 1,0 0 684,1 0 1,1 0-575,1-1 1,1 1-61,-1 0 0,1-1-70,-2 2 0,0-1-11,-1 1 0,-1 0-20,27-6-13,-6 2 21,-10 0 77,-10 1 75,-9 1 63,-11 1-113,-8 0-429,-10-1-873,-8 0 281,-11-1 304,-10-1 837,-8-1-685,-8 0 11,-3-1 144,-4-2-137,0-1 2077,1 0-548,5-3 13,5 2-101,8-1-229,10 1-240,7 0-388,9 0-510,5 1-764,5 1 704,9-4 322,1 5 279,7-3 603,8 4 533,-3 4 480,10 1 242,-5 5-2053,3 2 0,0 4 0,0 3 0,8 15 0,-12-1 0,2 12-1911,-14-2-1639,-5 3 1375,-3 6 295,-5 1 365,-4 3 369,-3-2 572,-5 2 462,-4-1 339,-1 0 479,-2 0-64,0-1-2220,-7 15-8253,1-3 9095,4-7 1,8-17-1,10-23 1</inkml:trace>
  <inkml:trace contextRef="#ctx0" brushRef="#br0" timeOffset="49541">8813 7806 12890,'0'-8'4088,"0"2"-3337,0 6 2823,0 0-3875,3-53 246,-2 43 48,1-37 211,-7 70-254,0 0 148,-3 13 1,-4 16-196,1-9-9,-2 16 103,3-17-40,2 0-17,0-1-85,3-3-62,0-1-13,2-3-60,2-3-55,0-3-60,1-4 257,0-5-621,2-3-257,0-5-2285,8-3 218,-2-4-1463,6-6 4557,0-6 1,-7 3 0,1-2 0</inkml:trace>
  <inkml:trace contextRef="#ctx0" brushRef="#br0" timeOffset="50059">9078 7842 16943,'38'0'409,"-8"5"439,-33 15-995,-1 0 1023,-4 10-1025,2-6 71,-4 6 540,-5 1-594,4-7 37,-15 16 577,8-16-454,-7 4-5,5-8 103,-1-2 236,-1-1-504,1-2-19,1-4 73,-6 0-43,8-6-21,-4-1 37,4-7-59,-1-6 197,0-2 606,0-4-607,3 3 1,-1 0 72,-13-4-34,6 5 23,-9-2-3375,9 6 3403,0 1 163,-8 0-119,11 1 12,-6 0 146,11 0-85,3-1-139,4 1-40,4 0-22,5 1 0,0 1 3376,2 0-3399,1 1 23,2 0-17,3 0 6,0 1 0,2 0 17,5 6-6,-2 0 56,9 11-40,-8-3-4,5 5 4,-5-4-21,0 1 10,1 1 23,7 5-22,-4-5-6,7 5 0,-6-9-11,3-1 45,14 1-34,-5-5-1122,11-1 1117,-9-4-12,1-2-11,3-3 5,0-3-10,2-5-312,0-1 305,2-4-47,-12 4 0,0-2-1267,14-9 1239,-15 7 0,0-1-148,8-8-817,-1-1 447,0 1-706,-2 1-2380,-2 4 3260,0 0 0,-15 10 1,-1 2-1</inkml:trace>
  <inkml:trace contextRef="#ctx0" brushRef="#br0" timeOffset="50477">8578 9114 17652,'-6'-44'939,"1"0"0,0 3 1,0 10-543,2 20-128,1 3-28,0 3-219,0 3-10,2 3 21,0 4 6,1 6-11,2 5 6,0 5-17,0 5-568,0 4 545,-2 5-16,1 3-3231,-2 5 3164,-1 3-62,-1 3-712,-3 1 555,0 1-101,0 2-213,1-1-577,1 0-184,2-3-180,1-2-1007,3-5 2570,3-3 0,-1-19 0,0-3 0</inkml:trace>
  <inkml:trace contextRef="#ctx0" brushRef="#br0" timeOffset="50841">9054 9151 14890,'1'-41'543,"0"0"0,2 3 1,-6 10-276,-6 23 745,0 2-890,-2 1 337,-9 6-415,3 2-11,-8 4-12,4 2-11,-2 2 12,-2 2-477,-2 2 488,-2 1 0,-1 2 10,0-1 24,1 1 27,1-2 637,-6 6-575,11-7-6,-3 2-22,13-8-40,5-1 7,2 0 652,4 0-619,2 5-62,4-2-17,2 3 40,7 1-51,-1-3 0,5 3-11,-3-5 6,1-1-12,1 0 40,10 1-51,-4-3 0,7 2 6,-5-6-28,0 0-34,2-2-185,14-1 1,-9-2-832,13 1 624,-11-4-162,3-2-650,3-1-751,1-3-649,2-1-1440,-1-1 4089,3 0 0,-21 5 0,-2-1 0</inkml:trace>
  <inkml:trace contextRef="#ctx0" brushRef="#br0" timeOffset="51534">9361 9296 19641,'-19'-40'247,"4"10"-163,17 34-6,3 2 6,1 0 0,2-2 6,1 0-6,3-2 5,0 0-16,2-2-6,1-1 34,12-6-62,-5 0-11,7-7 0,-9 2 0,0-1-6,-4-2 1,-3-1-1,-3-1-11,-4-1 6,-2-1-17,-2 0-5,-1-1 44,-2 2 0,-2 2 23,-2 2-1,-1 2 6,-2 4 1,-1 2-1,0 3 39,-3 1-11,0 3 12,-2 3 10,-1 1-27,1 6 0,0 0-12,2 4-22,1 1 6,2 3-22,3 2-7,2 0-27,1 2-6,2 0 11,0 1 0,2-1 0,3-1 1,2 1-7,4-3 6,3 0 1,3-2 10,3-2-11,3-1-11,3-4 0,4-2-33,22-4-645,-9-6 634,16-4-1,-16-5 11,-2-4-6,-3-3 12,-3-2 6,-4-2 16,-4-2 6,-4-2 11,-4 0 17,-4-1-11,-4 2 18,-3 1 9,-5 2 7,-1 4 10,-3 2 1,-3 3-1,-4 4-5,-2 1 0,0 3 12,-1 2 620,0 1-643,1 1 0,2 1-28,1 2-1,3 2-10,1 2 11,1 1-6,2 2 0,1 2 12,1 0-12,2 3 0,3-1 0,4 1-16,2-1-1,3 0 12,3-2-6,4-1 5,4-3-3397,3-1 3387,3-3-772,2-1 777,0-3 5,-1-2 6,-2-3 6,-4-4-6,-2-4 6,-3-3 11,-3-2 23,-3-3 44,-1-1 17,-4 0 33,-2 1 1069,-1-5-911,-5 9 5,-1-2-28,-2 10-45,0 2-56,-1 2-61,-2 3 3358,0 0-3432,0 3 41,-4 9-46,1 1-5,-2 11-6,1 1 5,0 6-21,0 6-588,-1 8 576,1 8-935,-1 8 929,5-26 1,0 1-541,0 2 0,0 2 333,2 20 0,0 1-890,0-13 0,0 1 422,2 13 1,0 1-835,1-19 0,-1 0 1515,1 5 0,0-3 0,0 4 0,0-3 0</inkml:trace>
  <inkml:trace contextRef="#ctx0" brushRef="#br0" timeOffset="56888">15275 6038 9083,'5'-48'582,"0"0"1,-1 5-1,0 7-94,2 19-46,0 2-39,-2 3-33,-1 1-17,0 3 392,-1-2-364,0 3-28,-1-1-40,1 4-22,-1 0-16,0 1-1,1 0 1,0-1 5,0 1-17,0-1-5,0 1-23,-1-1 180,0-1-219,0 1-12,0 0-10,-1 1 341,0-1-358,-1 1-95,0 0-18,-1 2 1,1 1 6,-1-1-7,-1 1 7,0 0-12,0 0 1,0 0-18,0 0-10,1 0-18,0 0-5,0 0-12,1 0 35,0 1-12,-1 1 5,1 0 1,-1 1-1,1 1 1,0-1-6,0 1 6,0 0-6,0-2 5,0 0 12,1 0 0,-1 0 5,0 0 6,0-1 0,0 0 0,-1-1 17,1 2-6,-1-2 12,0 1-1,0 0-5,-1-1 0,1 1-29,0-1-4,-1 0-7,0 0-10,1 0-1,0 1 0,0 0-5,-1 1 6,2 1 10,-3 3-5,2-1 0,0 2 0,-2-2 6,3-1-1,-1 0 1,0 0 5,1-2 45,-1 2 174,1-3 458,0 0-458,0-2-62,0-1-137,-1 0 87,1-1-188,0 3 121,1-2-210,0 0 54,0-1 45,0-3 23,0 1 109,0-1-54,0 3 11,0 0-31,0 0 14,0 1-32,1-1-37,-1 2-22,1 0 88,0 1 55,1-1 49,0 1 5,-1 0-29,2 0-11,-2 0 27,2 0-42,-2 0-2,1 1-117,-2 1-28,0 2 136,0 4-12,0 1 17,-3 6 16,0 0 18,-4 3-13,0 3 71,-3 3 141,-3 15-125,3-7-744,-2 12 668,5-12-24,2 0-27,1 2-31,1 0 3,2 1-34,0-1-7,1-1-12,-1-2-44,0 0-30,-2-2-75,-1 2-96,-2-2-331,-3 1-41,-1 0-821,-2 0-176,-2-1-1472,0-1-4619,2-3 7756,3-5 1,4-10 0,3-4 0</inkml:trace>
  <inkml:trace contextRef="#ctx0" brushRef="#br0" timeOffset="57470">15671 5925 11345,'2'-5'2399,"-1"2"5696,-1 3-7844,31-54-1592,-24 40 1400,24-40 458,-31 56-526,-1 3 242,-2 4-117,-4 6 8,-3 3-106,-3 6 52,-2 5 5,-4 3 61,-1 4 38,-2 2-82,2 2-30,0 1-32,4-1-25,4-2-19,2-3-18,6-5-133,1-3 100,3-4 0,3-3-29,1-3-7,3-3 12,2-3 75,1-3 70,2-3 756,2-3-628,0-2 157,4-3-47,2-3 36,2-6 18,2-1-55,1-4-64,0-2-56,0-2-61,-1-2-34,-1-1-383,-1-2 342,-2 1 19,-2 1 56,-2 1 536,0-2-234,-5 9-3294,-1-3 3242,-6 10-45,-2 2-97,0 3 316,-2 0-461,1 2-156,-1 2-173,0 3 3400,0 3-3368,0 6-8,0 4 60,0 4-58,0 5 90,2 3-109,0 2 169,2 2-31,1 1-286,0 2 217,0 2-635,0 2 389,-2 2-168,-1 1-297,-1 2-739,-1-1-1933,0-1 2792,-1 7 0,1-24 1,-1 0-1</inkml:trace>
  <inkml:trace contextRef="#ctx0" brushRef="#br0" timeOffset="59423">16685 6035 11570,'-5'-4'2199,"1"1"2041,4 3-3465,-63-36-2175,41 24 1596,-13-8 0,1 1-3015,22 15 3073,2 2 984,2 0-1082,2 1-21,3 1-96,1 0 921,1 0-801,4 2 3298,0 1-3402,4 3-3421,1-2 3395,3 2-23,2 1 29,11 4-57,-4 0-9,9 3-327,-5-2 371,2 2 15,2 2-35,1 2 170,-1 1-18,1 1-24,-2 2-19,8 12-13,-11-9 2724,4 9-2780,-14-13-40,-3 0-185,-4 0-3,-4-1 46,-4 0 111,-4-2 85,-6-1 733,-5 1-545,-5-1 103,-15 7-1384,7-7 1075,-11 5-30,2-3-92,10-5-86,-5 4-94,16-7-84,4 1-99,3-2 203,5 0-197,1 0 545,4-2-2681,3 0 2584,2-1 1,-1-4 0,1 0 0</inkml:trace>
  <inkml:trace contextRef="#ctx0" brushRef="#br0" timeOffset="60977">17857 6100 11321,'0'-6'1166,"0"2"2474,0 4-3060,-23-63-103,13 44-160,-6-18 0,-2 6-163,7 25-46,-5 1-120,4 5 74,-1 3 44,-2 2 1,-2 5-1,-2 4-5,-1 3-550,-5 4 551,-1 4 79,-19 20-108,11-8-43,10-11 0,2-1 13,-8 12-5,1-1-5,4-1-18,2-1-3206,5-1 3207,4 0-12,6 13 5,14-1-7,3-1-6,14-7 1,1-14 1,3-3-751,5-3 764,2-1 0,4-3 19,1-2-11,3-3-348,-1-4 372,-1-1 15,-4-3 12,-5-3 33,-5-3 23,-5-3-6,-6-2 10,-4-3-18,-6 0-7,-3-1-29,-8 0-3,-4-1-15,-10 1 72,-26-5-71,4 8 409,12 4 0,-2 2-387,-7 1 1,2 3-2,-23-2-42,21 3 0,0 0 11,-12 1 144,6 2-213,7 2-235,2 7-73,16 0-309,3 6-792,15-2-8402,13 9 8649,-4-8 1,5 1-1,-8-12 1</inkml:trace>
  <inkml:trace contextRef="#ctx0" brushRef="#br0" timeOffset="63666">18223 6149 17736,'9'-42'836,"-1"0"1,1 2 0,-4 9-300,-7 17-122,-1 2 195,-3 0-391,1 4-67,0 0-57,3 5-6,1 2-61,1 8-16,0 0 32,4 18-10,-1-7-6,6 9 22,-3-5 29,8 13-40,-3-7-398,6 8 398,-3-12 6,1-2 11,1-3 6,1-3 122,8 1-55,-6-8 6,5 0 10,-8-7 1,1-4-23,1-3 0,1-5-16,2-5-29,3-5-11,4-5-43,1-6 15,-4 5 0,1-3-1458,17-17 1430,-14 16 0,2-2 14,5-1 1,-1 1-15,-6 8 0,0 1-747,9-7 1,0 1 752,14-5-6,-2 2 0,-4 5 6,-5 3-628,6-3 623,-16 8-47,3-1 35,-16 9 1068,-3 3-1102,-1 2 1538,-1 2-1633,0 2-3487,9 14 552,-3 7-1137,2 7-5630,-10 1 9662,-7-9 0,-2-9 0,-2-3 0</inkml:trace>
  <inkml:trace contextRef="#ctx0" brushRef="#br0" timeOffset="69871">14432 7644 18431,'6'-42'847,"-2"7"-306,-11 35 102,0-1-226,-2 1-66,-8 0-107,-9 4-31,-3-1 209,-5 3-431,5-1 291,-1-2-155,-2 1-32,-2-3-21,0-1-13,1 0-3279,0-2 3244,3-1-1936,2-5 1886,4 0-1559,2 0 1567,4-2 247,1 0-177,7 1 1391,1 1-1619,6 4 1914,3 3-1933,0 1 3460,0 3-3433,5 7-15,0 11 41,2 2 73,-2 7 19,-3-4 156,-1 5-3430,-2 4 3388,-4 3 103,-2 7-121,-4 1 59,0-9 1,1 1 50,-7 19-633,6-19 1,-1 0 413,-3 15-11,1-1-28,2-1-919,6-16 0,1 0 837,0 16 174,4-12 0,2 0 1379,6 2-1354,7 7-6,4-20 23,7-4-18,5-4-21,6-3 5,6-4-45,7-3-76,-9-6 1,3-2-34,-8 0 0,1-1-138,13-2 1,1-1-577,-10 0 0,-2-2-4048,-1 1 1,-1-1 4847,-2-1 1,-4 2-1,4-2 1,-14 3 0</inkml:trace>
  <inkml:trace contextRef="#ctx0" brushRef="#br0" timeOffset="70648">15506 7942 11950,'2'-7'2521,"-1"2"-1563,-1 5 0,0 0-62,11-66-3569,-8 39 3014,3-12 1,-2 0 269,-8 17-124,-2 2-1850,-3 2 1660,-2 2-96,-1 1-27,-2 4-17,-2 0-17,-2 4 1798,-2 2-1849,-2 2-16,-3 2-6,-2 2-16,-2 3-7,-2 3 2760,-1 3-2770,0 3-3179,0 3 3173,1 1-11,1 2-98,3 0 75,4 2 12,4 0-18,5 3 12,3-1-11,5 0 6,3 0 5,2-3 414,5 0-414,2-4-6,5-1 6,4-2 3357,2-2-3345,2-3 4,2-3 1,2-2 0,1-2 22,-1-2 144,0-4-133,-2-2-5,-1-4-6,-1-4 18,-1-1-246,0-3 256,0-2 12,-1 0 5,-1-1 17,-1 2 22,-2 1 39,-2 3 6,-1 4 11,-2 2-11,-3 2-28,-2 4 158,-1 1 237,-1 2 3,-2 6 13,-3 2-148,-2 8-59,-2 3 42,-2 4-23,-2 6-200,0 1-229,-1 3-638,0 2 540,0 1-99,0 3-103,1 3-65,1 1-792,-1 3 746,2 1-65,2 0-68,1-1 82,3 2-167,1-3-112,2 2-514,0-3-668,1-2-1456,3-3 2702,1 2 1,0-20 0,0-1 0</inkml:trace>
  <inkml:trace contextRef="#ctx0" brushRef="#br0" timeOffset="70874">16003 8187 16185,'0'-3'1843,"0"1"739,0 2-2588,0 40-61,-2-19-73,0 32-95,0-27-174,-2 1-252,0 0-426,-1 1-962,-2-2-3273,1-2 4259,-2 2 0,4-12 1,0-2-1</inkml:trace>
  <inkml:trace contextRef="#ctx0" brushRef="#br0" timeOffset="71772">16533 7968 12180,'1'-6'3479,"0"0"-2253,-1 6 937,0 0-1318,15-66-544,-10 41-49,4-13 0,-2 1 232,-5 20-154,0 4-56,-1 1-38,0 2-34,1 2-68,-2 3-50,2 1 229,-2 2-285,0 2-5,0 8 5,-2 1 5,-2 11-5,-3 0-5,-4 6-6,-1 3-1015,-2 3 1021,-1 0-18,0 0 1,1 0-6,4-3-11,1 0 16,3-2-5,3-2-5,2-3-7,1-1 12,1-3-11,2-4 6,2 0 5,0-4 11,2-2 6,0-2 16,2-3 6,3-1-5,1-2 0,3-4-6,3-3 0,2-5-6,2 0 0,2-4-5,1 0 0,0-2 11,-2 1 6,0-1 10,-4 1 7,-3 1 10,-3 1 7,-4 1 4,-2 1 1,-4 2 0,-2 0 5,-1 1 1009,-1 0-1014,0 1 0,0 1-11,0-1 5,0 1-17,0-1 6,0 1-5,0-1-12,0 2 0,0 0 23,2 0-34,-1 2-6,0 0-5,0 3 100,-1 1-8,1 0-37,0-2-8,1 0 1,0-2 2,1-1 1,-1-1-1,1-1 17,0 2-2,-1-1 3,0 3-20,-2 0-13,2 1-35,-2 2-11,0 10 10,-1-1-16,-1 11 12,-2 0-12,-2 4 5,-1 3-10,-1 0 5,0 3-3398,-1 1 3392,0 2-10,0 1-538,1 0 509,0 2-239,2 0 188,0-1-61,0 2-50,2-1-34,-2 0-621,-1 14-1872,1-13 1755,-2 9-333,1-17 1369,-2-2-3014,-2-2 2957,-3 1 0,6-12 0,-1-1 0</inkml:trace>
  <inkml:trace contextRef="#ctx0" brushRef="#br0" timeOffset="72197">16219 7847 16162,'20'-42'646,"1"-1"0,-3 5 1,0 7 955,-1 17-1373,-4 4-24,3 0-65,-6 6-23,-1 2 288,-3 1-199,1 3 229,-1 9-327,-2 0-18,0 11-13,-4 0 23,-3 6-1,-3 4-418,-4 5 285,-3 1 43,-1 2 68,-2 0 8,1-1-13,0 0-35,2-1-87,2 0-698,1 14 564,5-13-70,1 10-621,8-5-440,1-11-1041,5 9 2337,3-13 1,-6-13 0,1-3-1</inkml:trace>
  <inkml:trace contextRef="#ctx0" brushRef="#br0" timeOffset="72505">17389 8348 16919,'0'-4'1797,"0"1"1929,0 3-3659,18-11-56,-13 17-5,14-4-29,-18 22-94,0 3-124,-2 2-286,-2 2-649,-3 2-1569,-4 0 2745,-6 7 0,8-20 0,-1 0 0</inkml:trace>
  <inkml:trace contextRef="#ctx0" brushRef="#br0" timeOffset="73155">18179 7875 15375,'23'-43'1237,"0"-1"1,-2 4 0,-4 6-364,-5 13-12,-2 2-341,-3 2-29,-2 3-150,-2 2-34,-1 3-135,-2 4 23,1 1-145,-1 3-46,-4 12-22,1 1 17,-6 14-11,0 1-527,-1 5 493,-1 5-56,-1 4-1904,1 3 1747,-1 1-84,2-2-2676,3-1 2632,3-2 0,2-2-127,1-2-226,3-3-315,1-2-217,2-3-605,0-4-1625,-2-3-2615,0-5 6186,-1-4 0,-2-7 1,1-2-1</inkml:trace>
  <inkml:trace contextRef="#ctx0" brushRef="#br0" timeOffset="73571">18533 7919 13289,'22'-44'1293,"-1"0"1,0 4 0,-6 8-443,-11 18 1046,-1 3-1427,-2 4 316,-1 2-596,0 2 167,0 2-329,0 5 766,-1 3-772,-1 7 17,-2 3-5,0 5-6,-1 3 5,0 4-10,0 2-12,0 0-617,0 1 618,0-2-7,2 1-5,1-3 11,1-1 1,1-2-220,1-3 219,2-3-5,2-4-12,2-2 34,2-5 11,0-2 599,3-4-622,1-1 211,3-5-216,2-2-5,3-5 22,3-2 0,4-2-17,0-2 17,1-1 28,0-1-11,-2 0 22,-1 1-308,-3 1 342,-4 2 50,-3 2 34,-5 2 11,-3 2 6,-2 3-23,-2 1-50,-2 2-45,-1 2-23,0 0 275,-3 7-325,0 0-5,-2 8 5,-3 1 0,1 3 6,-2 2-23,1 4-5,-1 0-6,0 3-39,-1 2-22,1 2-84,-2 2-23,1 3-95,0 3-1187,2 22-2061,3-13 1113,4 15-2776,6-23 4485,6 2 1,-6-20 0,2-2 0</inkml:trace>
  <inkml:trace contextRef="#ctx0" brushRef="#br0" timeOffset="73780">19345 8302 22649,'-12'-5'-62,"0"6"-78,-2 27-140,0 1-196,1 2-460,-1 1-1675,0 0-806,-1 2 2657,-1 4 1,7-18-1,1 0 1</inkml:trace>
  <inkml:trace contextRef="#ctx0" brushRef="#br0" timeOffset="74758">20019 7967 10696,'15'-45'1708,"0"0"1,-1 4-1,-2 5-834,1 4-90,-1 4-73,0 1-73,0 3-105,0 1-107,-2 3-118,2 3-95,-2 1-79,1 3-61,0 2-29,1 2-27,1 4-5,3 1-1,2 2-6,1 2 1,4 1-28,16 9-1,10 10-334,-14-3 1,-1 2 333,-5-2 1,-1 1 2,-1 2 1,-2 0-37,6 13 0,-5 0-6,-6 1-16,-8-1-3151,-6-1 3190,-6-2 11,-8-1-287,-7-3 309,-7-1-11,-5-3 23,-4-2 5,-2-3 6,-1-2 28,2-3 11,3-3 33,3-4 18,2-3 16,6-1-11,2-4 0,6-3 56,3-12 328,5 3-446,5-8 34,4 6-11,4 1 22,3 0 6,1 3 95,9-2-106,-6 6 3225,5-1-3220,0 7 407,-8 2-463,7 2-22,-7 5 0,0 3-12,1 5-16,1 2-3375,0 3 3386,-1 4-23,6 15-33,-3 5 17,-2 1 11,-7-1-17,-14-2 23,-5-10-539,-19 14 522,1-23-34,-12 4 1,4-11-1,-1-3-39,-2-3-11,0-2-68,0-3 2601,-11-2-4163,7-7-8078,3-5 8963,18 0 1,14 0-1,7 7 1</inkml:trace>
  <inkml:trace contextRef="#ctx0" brushRef="#br0" timeOffset="75204">21270 7721 18003,'17'-38'132,"0"0"1,-2 2 0,1 10-38,3 23-17,0 1 90,11 1-112,-8 1 1087,17 1-1098,-16 1 107,7 2-119,-10 1-16,0 1 5,4 5 1,-6-1 247,3 4-253,-9-1 39,1 8-28,-5-2 6,0 7 5,-5-5 0,-2 2 23,-1 3-2718,0 1 2706,-2 3 6,-1 1-17,-3 0-5,0 1-367,0 0 367,0 1-17,2 1 16,0 1 1,2 17 5,3-11-22,3-6 0,1-1-12,2 8-10,6 11 5,-5-17-11,-2-2 5,-4-2 0,-5-4 1,-8-2 2596,-10-4-2613,-10-3-34,-10-4-101,3-6 0,-3-2-48,7-2 1,0-2-1217,-15 1 0,0 0 121,10-3 1,1-1 1299,-7-1 0,2 0 0,-4 1 0,1-2 0</inkml:trace>
  <inkml:trace contextRef="#ctx0" brushRef="#br0" timeOffset="76512">9191 9973 13015,'9'-45'1741,"1"0"1,-1 3 0,-2 9-1058,-4 21-101,0 2-107,-1 3-135,-1 2-139,0 2-40,0 1-139,-1 8-1,0 2-5,0 9-6,0 2-11,-2 4-17,-2 5-16,-3 4-40,-1 3-56,-2 4-352,-4 21 55,4-13-1053,-2 15 694,8-21-368,1-1-662,4-2-1131,3-3 2946,6-1 0,-4-16 0,1-3 0</inkml:trace>
  <inkml:trace contextRef="#ctx0" brushRef="#br0" timeOffset="76726">9719 9904 12057,'1'-5'2414,"0"1"3120,-1 4-5506,-20 20-17,11-2-27,-15 19-52,16-7-734,2 2 634,0 1-101,2 1-202,2 0-392,0 1-716,1 2-1938,0-1 3517,1 5 0,0-20 0,0 0 0</inkml:trace>
  <inkml:trace contextRef="#ctx0" brushRef="#br0" timeOffset="77268">9276 10811 15689,'-29'-16'218,"0"0"0,-22-5-117,31 39-28,0 3-12,1 1-4,0 3 803,2 2-815,0 2 591,2 3-603,0 3-10,2 3-18,0 2 7,3 1-7,2 0-10,3 0 5,2-3-12,5-3-4,4-1 4,5-4 7,4-4-1,3-4 6,3-4 0,0-5 6,0-3 544,0-5-528,-1-1 1,-1-5 5,-1-4-6,-1-3 12,-3-7-1,0-3-5,-2-4 23,-2-3 1478,-3 0-1445,-3-2 22,-3 4 1,-4 1-7,-4 5-10,-5 2-17,-4 4-6,-3 3-5,-1 3-1,-4 2 1,0 2-12,-1 3-16,0 2-6,1 3-17,1 2-5,2 2-12,3 1-22,3 2-34,4 1-94,4 0-175,2 2-2331,3 1 555,3 2-7724,1-3 9634,3-2 1,-3-7-1,1-3 1</inkml:trace>
  <inkml:trace contextRef="#ctx0" brushRef="#br0" timeOffset="81051">15266 8975 9677,'-6'-2'1295,"1"1"-4054,5 1 3206,-63-11-86,43 9 482,-15-4 0,3 1-626,24 5-61,3 0 827,0 0-881,1 0-11,2 0-7,0 0 4232,1 0-4294,7-2-5,0 1-17,8-4 0,0 2-6,4-3 17,3 1 29,2-1-18,3 0 0,0 0-5,1-1-17,0 0 0,-1 1 17,-1 1-11,-2 0 10,-3 1 12,-3 1 68,-6 1 116,-3 1-100,-6 0-112,-11 1 0,-2 0 17,-12 0-6,0 2-5,-5 1-3381,-4 1 3386,-3 2 11,-2 0 29,-2 1 10,0 0-402,1 0 430,3 0 6,5 0-5,2 0-28,6-1-23,5 0-17,3 0-11,4-1-16,3 0 3197,3 0-3186,1-1 27,2 0-5,3 0 637,1-1-609,5-2-28,3 0 0,3-1-11,4 0-28,4-1 22,3-1-22,2-2 11,3 0-3387,0 1 3382,-1 0 21,1 0 18,5 0-12,-11 1-10,2 0-7,-13 1 34,-4 0 3404,-4 1-3370,-2 0 72,-1 0-134,-9 0 1,-1 0-7,-7 2 23,-2 1-17,-3 2 23,-3-1-12,-4 2-5,-1 0 6,-2 0 5,0 1-314,0 0 308,2 0 13,1 1-7,3 0 5,2-1-10,3 1-1,3-2-11,4 0-11,2-1 6,3-2-1,3-1 12,2-1 381,2-1-314,7-2-56,0-1-17,10-3 6,-1 0-6,3 0 6,15-5-6,-5 4 12,13-4-7,-8 4-4,2 0 10,2 0-987,18 0 970,-13 2-5,11 0 0,-18 2-196,9 1 196,-14 1 11,2 0 67,-17 1-10,-9 0 44,-7 0-90,-9 0 956,-8 1-962,-6 0 7,-4 1-6,-5 2-17,-3 0 223,-4 0-229,-3 2-1400,-2-2 1434,-1 2 6,-2-2-2917,2 0 2916,2 0-5,4-1 17,5-1-11,7 0-1,6-1-10,7-1-12,6 0 942,4 0-947,4 0 3397,5 0-3392,13 0-5,1-2-6,11 0 5,-2 0-359,4 0 359,3 0-5,2-1 17,1 1 6,0 0-23,-1 1 16,-1 0-27,-3 0 6,10 1 10,-16 0-5,5-1 17,-19 1 11,-6 0 34,-3 0-68,-18 0 23,1 1-23,-28 2 12,12 0-12,-14 1 40,-9 1-12,9 0 64,-15 1-41,14-2 72,-16 3-3347,16-1 3297,-9 2 17,15-1-67,14-1-17,-2 1 0,18-3 11,3 0 220,6-2-187,5-1-10,6 0 11,7-1-6,4-3-6,6-1 40,24-6 2023,-7 0-2082,-14 4 0,0 0 31,18-4-1,2 1-192,-17 3 1,2 1 181,-1 0 0,-1 0-15,0 1 1,-3-1 41,19-1 96,-22 2-95,-14 1-51,-3 1-101,-13 1-167,-7 1 930,-6 1-2236,-6 3-8268,-4 0 9451,2 3 0,9-4 0,6-1 0</inkml:trace>
  <inkml:trace contextRef="#ctx0" brushRef="#br0" timeOffset="83476">15355 10196 15249,'-2'-47'909,"0"0"1,-2 1-1,-3 10-618,-2 22-33,-6-1-40,3 7-32,-1 2-18,-1 1-6,-2 3-22,-1 1 12,-2 2-1,-1 3 17,-1 2-23,-1 5-10,1 3-18,0 3 68,-8 15-112,9-5-1028,-4 12 994,11-10-6,4 1-10,2 0-1,4 0 6,2-2-17,1 1 1,4-2-641,2-2 646,5-1-6,2-3 51,2-3 30,3-3 52,1-4 60,1-4 45,3-4 42,0-2 35,2-5 40,0-4 1,-1-6-34,1-4-71,-1-4-59,-2-2-37,0-3-51,-2-1-16,-2 0-31,-1 0-14,-3 0 18,-2 2 47,-2 3 22,-1 1 1,-4 4 919,-1 2-976,-3 4 652,0 3-731,-1 2-121,-2 2-24,1 3-12,-4 1 9,0 5 26,-1 3-3,-2 7-3357,-1 5 3377,0 3-287,-1 5 386,1 4-11,-1 3-6,2 3-16,0 2-46,2 3-61,2 1-128,0 2-130,2 0-258,1-14 1,0 2-261,0 0 1,0 0 88,2 1 1,0-1-2697,3 25 3523,4-16 0,-3-20 0,0-2 0</inkml:trace>
  <inkml:trace contextRef="#ctx0" brushRef="#br0" timeOffset="83928">16056 10172 14256,'-39'-34'182,"0"0"1,2 0 0,11 13 2438,22 21-2581,0 0 1391,0 0-1409,-1 2 843,0 2-859,0 2 5,0 2-5,2 0 3408,1 3-3397,1 1 0,3 2 11,4 1-6,4 1 1,5 1-18,4 1 6,4-1-5,4 1-12,1 0-3380,4-1 3375,0 1 16,0 0-385,-1 0 380,-3 0 5,-5 1-10,-3 0-1,-7-1 12,-4 1-1,-5-1 7,-4 0 10,-5-2-11,-6 1-5,-5-1-12,-3-1 6,-3 0-5,-15 7 5,8-6-34,-9 5-11,12-6 3187,1-2-3276,3 2-85,2-1-2956,3 0 2670,4-1-1146,3 0 172,5-2-1405,3 0 2884,2-1 0,-1-6 0,1-2 0</inkml:trace>
  <inkml:trace contextRef="#ctx0" brushRef="#br0" timeOffset="84476">17118 10293 13183,'3'-5'2437,"-1"1"2290,-2 4-4268,26-63-2610,-21 44 2279,9-16 1,-5 3-37,-21 23 70,1 4-16,-6 0 17,3 4 561,-2 2-640,-2 3 0,0 4-23,-2 4 12,-1 3-22,-1 4-467,0 3 455,-1 4-1756,1 3 1745,-1 3-17,1 3 78,2 1-73,2 2-10,2-1-12,5 1-5,2-2 11,4 0-5,2-3 5,4-1 44,4-3-49,3-1 5,16 7-99,-3-11 105,11 5 5,9-9-17,-10-7 6,10-1 2771,-13-9-2760,-4-4 0,-1-3 17,-3-4-5,-2-3 22,-3-3 776,-2-2-665,-1-7-66,-7 4 112,-7-12-130,-6 14 24,-9-5-7,-3 9 18,-3 3 737,-4 1-738,-2 4-16,-1 0 44,-14 4-106,12 1-17,-8 4 0,16 4-16,3 2-46,-4 11-72,9-3 18,-2 8-444,11-6-577,2 2 1126,5 13 0,0-20 0,2 8 0</inkml:trace>
  <inkml:trace contextRef="#ctx0" brushRef="#br0" timeOffset="85110">18072 10596 11546,'13'-51'1351,"0"0"1,-1 4 0,-2 7-394,-3 11-202,-2 2 1310,0 4-1556,-1 3 445,-1 2-624,1 4 222,-1 3-363,-1 4 858,1 2-986,-1 3-17,0 0-17,1 4 11,-1 3-6,-1 5 12,0 6-6,-1 4-5,-1 6-6,-3 5-17,-2 3-813,-5 4 813,0 0 1,-2 1 4,2-1-3129,0-1 3124,3-3-5,2-2-116,3-3 116,2-3 12,2-4 11,3-2 16,2-5 0,4-3 540,2-4-523,2-4-6,2-2-11,5-4-2,2-3-16,4-4 1,5-4-6,2-3 6,4-3-6,3-3-1644,3-4 1645,2-4-767,4-3 744,-24 15 0,1 0-712,0 0 0,0-1 709,1 0 0,1-1 17,10-7 0,1 0 503,-11 8 1,1-1-515,15-11 0,-1 2 8,2 0-5,5-4-6,-22 18 5,-6 2 1360,-3 4-1393,-4 4-17,-3 2 859,-4 2-977,-1 1 2958,-4 4-3277,-1 3 674,-2 4-1599,-1 4-1220,-4 4-5992,-2 0 8619,-1-2 0,3-7 0,2-5 0</inkml:trace>
  <inkml:trace contextRef="#ctx0" brushRef="#br0" timeOffset="92389">14118 11628 9502,'5'-5'2730,"-2"2"3834,-3 3-6573,30-22 79,-27 16-137,21-15 25,-36 21 12,-2 1-166,-4 2-2,-3 2 232,-4 2 0,-2 0 16,-19 4-16,10-2 10,-11 1 18,15-4 22,3-3 17,3-1 23,3-1 10,4-1 1,2-2 5,4-2-12,2-2-21,3-2-1,1-1-11,1-2 297,0-7-246,2 7-17,0-3-28,2 10-46,2 1-26,-1 2 4,0 0-5,-1 3 11,0 2 6,-2 5-17,0 2 0,-2 3 0,-1 3 11,0 4-5,-1 3 11,-1 1-1,0 5 12,-2 1 17,0 3 11,0 3 0,-1 2-3313,-8 20 3290,6-12-10,-6 13-766,8-18 737,0-3 1,4 0-1,2-5-5,3-2-6,4 5-11,4-10 0,14 8 3016,0-20-3027,13 1-23,-2-10 608,5-4-686,7-3-154,-8-2 0,3-2-516,5-2 1,2 0-163,0-1 1,-1 0-1718,1-1 0,-2 0 2661,-9 1 0,-3 2 0,3-2 0,-2 0 0</inkml:trace>
  <inkml:trace contextRef="#ctx0" brushRef="#br0" timeOffset="95921">15449 11833 8444,'1'-4'2958,"0"0"1411,-1 4-3512,13-65-918,-10 40 332,4-14 1,-1 2 409,-8 18-295,-2 1-55,-3 1 65,-2 2 52,-8-5-275,2 7-10,-7-2-34,3 7-17,-2 2-12,-2 2 1,-3 2 11,-3 1 51,-17 8-91,8 1-5,3 3 1,0 3-3037,-7 7 2997,-14 9-16,20-4-2269,3 1 2251,3 1-231,5 0 237,4 1 6,6-2-1,5 0 1,5-2 0,3-1 16,12 7 0,0-9 12,11 3-12,0-10 6,3-5 12,3-2-18,1-2 51,16-5-40,-10-4 2152,12-3-2146,-16-6 3231,-1-2-3214,-2-3 11,-2-3 6,-2-1-6,-2-2 12,-1 1 10,-2-2 12,-4 2 34,-1 0 39,-4 3 50,-2 2 6,-3 3-18,-2 3 544,-1 3-610,0 2-40,-1 4-22,0 0-67,-5 10-11,2 1 5,-4 8 6,2 3-6,-1 3 6,2 3-6,0 3-5,0 2-6,2 1-6,1 2-5,0 1-6,0 2-17,-1 3 1,0 0-249,-2 1-110,-5 17 16,2-16-167,-3 11-342,2-20-739,0-4-723,1-2 2347,0 0 0,4-13 0,0-2 0</inkml:trace>
  <inkml:trace contextRef="#ctx0" brushRef="#br0" timeOffset="96137">15801 12175 21215,'-3'59'-1143,"0"-8"12,3-30-897,0 0-2245,-1 1 3210,0 0 0,0-10 0,0-1 0</inkml:trace>
  <inkml:trace contextRef="#ctx0" brushRef="#br0" timeOffset="96677">16698 12095 18369,'24'-50'694,"0"0"1,-2 4 0,-6 7-303,-11 13-67,-2 0-51,-2 1-22,0-1-22,-4 1 0,-1 2-28,-4 1-17,-4 3-40,-4 2-10,-3 1-23,-5 4 0,-2 2-12,-4 2-3391,-3 4 3386,-1 0-11,-2 3-394,0 5 354,1 0-4,2 6-24,2 1 1,2 4-11,3 2-6,1 2 0,2 4-11,3 0 27,4 4-243,3-1 227,3 2-69,4-2 52,3 0 17,3-1 0,4-1 6,4-1-12,5-2 3062,4-2-3056,3-3 17,15-1-12,-8-6-5,9-1 11,-9-8-11,-1-5 12,1-2 346,-1-5-352,0-4 22,-2-1-17,0-4 411,5-11-327,-2-2-28,-1 0 17,-7 5-11,-8 12 155,-2 3-105,-1 1 6,-2 4 11,-2 1 159,0 3-237,-2 2 5,0 2-50,-1 1-6,0 3 0,0 5 0,-1 4 1,1 5-1,-1 3 6,0 6-34,0 2 17,-1 4 0,-1 2-11,-2 2-3404,-2 2 3359,0 3-73,-3 0-587,0 2 358,-3-1-191,-1 1-336,-1-1-1515,-2 1 389,1-1-1103,0-2-5305,3-5 8419,3-7 0,4-14 0,3-6 0</inkml:trace>
  <inkml:trace contextRef="#ctx0" brushRef="#br0" timeOffset="96896">17146 12262 23349,'7'5'90,"-2"3"-197,-16 22-33,2-6-140,-1 9-291,3-7-600,0 1-1574,0 2-7086,2-3 9242,0-4 1,3-10-1,1-5 1</inkml:trace>
  <inkml:trace contextRef="#ctx0" brushRef="#br0" timeOffset="97189">17867 11837 18814,'11'-40'408,"0"-1"1,-1 3 0,-2 10 1517,-6 23-1808,-1 1 707,-1 3-769,0 9 346,0 2-368,-2 10-1,-1 1-5,-4 4 433,-2 6-438,-3 2-18,-1 4-5,-2 3-11,-2 2-22,0 2-40,0 2-56,0-2-1239,0 0 1082,2-2-117,1-2-762,2-3 387,1-5-410,3-2-1090,0-4-1593,2-2-5960,2-6 9660,1-3 1,2-8 0,0-3 0</inkml:trace>
  <inkml:trace contextRef="#ctx0" brushRef="#br0" timeOffset="97637">18245 11884 23775,'24'-49'364,"-9"14"-286,-28 56-16,-4 3-6,0 2-330,-1 3 302,0 1-11,3 1 77,2 0-89,3 0 7,4-2-7,2-2 6,3-3-11,1-3 11,7 2-5,0-9 5,5 2 1,0-11-1,3-2 11,2-1 219,15-8-229,-5 0-1,10-8 11,-10-1 6,3-4-861,-2-3 856,2-2-1,-1-2-248,-2 1 265,0 1 0,-4 3 23,-2 3 11,-5 2 61,-3 4 17,-3 4 17,-4 1-38,-2 3-29,-2 1 5,-2 2 737,-1 5-826,-2 3 283,-1 5-272,-3 3-6,-6 12-11,3-2-11,-6 9-927,6-8 910,-2 2-17,2 0-39,0 1-33,-1-1-84,1 0-85,-1-1-84,1 0-117,2-1-168,1-1-145,3-2-271,2-3-547,0-2-4369,11 0 6208,0-5 0,2-3 0,-4-6 0</inkml:trace>
  <inkml:trace contextRef="#ctx0" brushRef="#br0" timeOffset="97828">18978 12307 15518,'9'-8'4493,"-2"0"-3396,-7 8 1642,0 0-2716,-19 11-23,9-1-11,-16 12-45,14-1-62,-1 1-151,1 1-162,0 1-314,0 0-544,0-1-884,1-1-7658,-1 2 9029,5-8 0,1-2 0,5-11 0</inkml:trace>
  <inkml:trace contextRef="#ctx0" brushRef="#br0" timeOffset="98373">19349 12062 10850,'17'-49'728,"-1"0"0,0 4 0,1 8 567,4 14-954,2 1 1216,0 4-1322,0 2-50,0 2-6,1 3-28,-1 1-11,0 2-22,-1 1-23,1 2-11,-2 2-17,0 2 962,-2 0-984,-1 2 2542,-1 2-2587,-3 2 11,-1 3-5,0 3-6,-2 2 17,0 3-1251,-1 3 1234,-1 3-387,-1 2 382,-2 1 5,-1 1-6,-2 2-27,-2 13 33,-4-9 0,-3 7 0,-5-14 6,-4-4-2021,-4-3 2026,-3-2 1751,-4-3-1756,-2-3 11,-2 0-6,-2-2 11,0-1 6,2 0-5,3-2 16,3 0 649,6-1-576,4-1 0,6-2 17,3-1 84,5-3-45,11-6 3155,1-1-3233,9-4 420,-1 4-426,1 0 0,2 0-11,-1 2-6,-1 1-3392,-1 2 3381,-2 0-11,-1 2 22,3 2-45,-6 2-5,3 2-11,-5 2 5,-1 4-5,0 1 3391,0 3-3391,0 2-3398,-1 3 3392,1 2-1405,-1 2 1394,-1 2 5,-2 12 1,-4-8-1,-1 8-22,-7-12 22,-3-1-5,-5-2-6,-12 6-22,2-9-304,-10 1 287,3-10-28,-2-3-1879,-25-10 0,-4-4-907,7-3-407,13 2 0,-5-3 0,10 0 2857,14-4 1,1-1-1,17 13 1</inkml:trace>
  <inkml:trace contextRef="#ctx0" brushRef="#br0" timeOffset="98835">20213 11832 15737,'0'-4'2879,"0"1"992,0 3-3709,32-59-1367,-19 42 1277,6-17 1,1 6 50,-7 24 424,1 1-446,1 1 205,1 1-227,1 0-12,0 0-5,0 1-1,0 0-10,0 0 5,0 0-6,-1 1-2715,1 0 2710,-1 1-17,1 1 11,-2 0 17,0 1-16,-2 0-7,-1-1 1,-3 1-6,-1-1 11,-2 1 3375,-2 1-3380,-1 0 0,0 2-6,-3 1 16,1 1 29,-1 9-34,-1-2-5,1 8 5,-2-4-11,0 2 0,0 2-5,2 2 27,-1 17-778,0-9 745,1 14-1,-2-13 24,-2 16-18,-2-13-334,-5 12 312,-2-19 12,-4 0-1,-2-1-11,-4-3-6,-15 11-22,6-11-92,2-6 1,-1 0-94,-7 2-151,-15 4-235,14-11-1178,10-6 0,-2 0 1777,-23 5 0,10-3 0,18-6 0</inkml:trace>
  <inkml:trace contextRef="#ctx0" brushRef="#br0" timeOffset="101843">15048 13047 8993,'2'-6'1815,"-1"1"3803,-1 5-5248,-8 15-18,5-8-38,-7 13-17,6-11-45,-3 1-34,0 1-39,-3 0-33,-2 0-23,-3 0-33,-3 1 0,-4 1-11,-5-1-3410,-4 2 3393,-4-1-12,-4 0-665,-3 1 649,-2-2-6,-1 0 0,13-5 0,0 0-445,-16 2 448,10-3 0,0-1 2,-2-1 23,-8-1-16,21-2 16,2-3 5,2-1-5,2-3 62,-6-6-45,7 3 602,-5-6-451,2-1 390,6 3-463,-5-5 23,9 4 189,-4-7-228,6 4 55,-1-11-123,9 9-735,1-5 702,2 7 67,5-7-62,0 6 17,6-4-2031,-2 9 2026,0 3 2024,1 0-1969,1 2-66,-2 4 729,1 0-697,-3 8-21,-3 1-6,1 5 3370,-4 1-3376,-1 2-11,0 3 6,-1 0-6,-1 2 0,-2 2 0,-2 1-12,-1 1 52,-6 15-40,2-8 11,-14 23-791,9-19 774,-7 8 6,5-13-11,1-2-3119,2-4 3147,0-2-12,3-3 23,0 4-33,4-8-1,1 3 524,5-8-507,1-1 3387,2-2-3381,1 0 0,3 0-6,1-1-6,1 2-10,1 0 16,5 5-17,-1-3-5,5 4-11,-3-3 5,3 1-5,2 0-12,4 0-28,3 0-78,4 0-151,3-1-353,3-1-7318,16 3-876,-16-5 8478,6 2 1,-29-6-1,-6-1 1</inkml:trace>
  <inkml:trace contextRef="#ctx0" brushRef="#br0" timeOffset="103157">13662 14352 17652,'-5'-23'381,"2"5"-235,5 19 5,1 0 6,-1 0 0,-1 2-6,1-2 6,-1 2-17,0-1-5,-1 0-23,1 0-11,0-1-17,-1 1-12,1-1-4,-1 0-7,0 1-10,1 0-1,-1 0-5,0-1-17,0 0 33,0 1-10,0-1 5,0 1 5,0 0-5,0 1 17,0-1 106,0-1 146,0 1-112,2-1 5,1 0-44,4 0-23,1-1-28,4-1-11,3-1-11,2-2-6,2-1-11,3-2-11,0 0-5,1-1-12,0 1-11,-1 0-6,-2 1-17,-2 1 1,-3 2-6,-2 0-6,-4 2-6,-3 0 7,-2 1 10,-3 0 12,0 1-12,-3 1 0,-2 2-16,-2 0-6,-1 0 17,1-1-6,0 0 6,2-1 5,1 0 34,1-2 286,1 0-297,0-3-1,1 0-16,-2-3 6,0 2-6,1-2 0,-2 2-6,1-1-5,-3 0-17,1 1 0,-1 0 11,-1 1-11,-1 0 6,0 1-6,0 0 0,0 1 0,2 0 0,0 0-6,1 1-5,2 0 0,0 0-28,1 0 39,1 2 0,-2-1-11,1 2 11,0-1 5,-1 0-5,-1 0 11,0 0-11,-2 0 0,0-1 6,-1 1 0,0 0-6,0 0 0,0 0 11,0 0 0,1-1-11,0 0 11,3 0-11,0 0 84,1-1-67,5-1 0,-1 0 0,3-2 16,-1 1 1,-1 0 5,0 0-11,-1 1 0,-1 1-6,0 0 102,-1 0-91,0 2 18,-1 1-7,1 2 7,-2 1-1,0 2 12,-2 2 5,1 1 6,-2 2 22,0 3-17,1 2 18,0 3-12,0 2-17,2 1-11,-1 3-11,2 0-6,0 3 17,3 19-45,1-9-638,3 14 644,2-16-6,1-1-6,1-3-5,-1-2-11,-3-3 17,-4-2-6,-5-2-6,-7-1-5,-7-3-45,-7-2-39,-6-3-96,-5-3-128,-5-2-235,-2-4-449,-2-2-834,-1-3-2095,1-4 3932,-3-6 0,22 4 0,1-3 0</inkml:trace>
  <inkml:trace contextRef="#ctx0" brushRef="#br0" timeOffset="103591">13862 13856 21103,'-43'31'274,"9"-1"-218,32-11-17,1 0-16,2 1 5,2 0-12,4-1 1,4 1 0,3-2 5,3-2 12,2-1 0,3-3-6,1-1 16,0-4 1,0-3 11,-2-2 17,-3-1 0,-2-5 11,-3-1-11,-2-5 11,-4-2-16,0-2-1,-3-3 11,-2-1 12,-1-2 27,-2 1 18,-2 0 5,-2 2-11,-3 1-12,-3 2 1,-1 1 39,-8-1-118,4 5-17,-4-1-11,7 6-11,2 2-22,2 1-17,2 1-17,3 3-51,1 1-77,1 5-164,0 2-223,2 3-393,1 2-906,3 2-2074,4 1-4524,1 0 8468,3-3 0,-7-8 0,-1-3 0</inkml:trace>
  <inkml:trace contextRef="#ctx0" brushRef="#br0" timeOffset="103831">14372 14322 17148,'-5'0'1961,"1"0"139,4 0-2425,73-38-3196,-41 28 3311,14-9 0,-1 2-440,-15 19-235,-1 2-325,-2 1 70,-2 2-1308,-3 2-1484,-3 1 269,-4 0 3663,-4-1 0,-6-4 0,-2-2 0</inkml:trace>
  <inkml:trace contextRef="#ctx0" brushRef="#br0" timeOffset="104018">14450 14575 11836,'-39'16'509,"0"0"1,3 0 0,11-7 2206,23-9-2627,2-1 1354,5-3-1438,5-2-27,5-2-45,6-1-1454,5-1 1364,5-1-56,5-1 2230,4 1-2336,4 0-1758,2 0 1528,0 2-201,1 0-608,-2 2-182,0 2-1009,-1 0-1444,0 0 3993,1 1 0,-21 1 0,-1 1 0</inkml:trace>
  <inkml:trace contextRef="#ctx0" brushRef="#br0" timeOffset="104284">15285 14383 24346,'15'-39'101,"8"8"-118,-5 30-28,6 0-50,-6 1-96,1 0-145,1 0-201,1 0-326,1 0-537,0 0-841,0 0-2150,-1-1-3988,-2 0 8379,-3-2 0,-8 3 0,-3-2 0</inkml:trace>
  <inkml:trace contextRef="#ctx0" brushRef="#br0" timeOffset="104515">15835 14122 24432,'6'-44'314,"0"11"-202,-2 49 453,-1 2-470,0 5-11,-2 3 0,0 4-34,-3 3-719,0 2 691,-3 2-27,-2 2 22,0 1-17,-1 1-2814,0 1 2769,1-1-73,0-1-463,1-2 87,1-1-362,-1-2-539,1-3-2363,0-4 3750,0 0 0,2-15 0,0-1 0</inkml:trace>
  <inkml:trace contextRef="#ctx0" brushRef="#br0" timeOffset="107484">15314 9106 7492,'2'-7'3534,"0"1"-2189,-2 6 245,0 0-1326,-58-5-7,33 6-131,-11-3 0,1 1 98,12 4 6,2 0-51,4-1-67,3 0-73,4 0-67,3 0 17,4-1 56,2 2 67,1-1 56,1 1 17,2 1 179,8 3-218,0-2-23,6 2-28,0-2-22,3 0-23,3 0-5,2 1-11,2-1-23,2 0 6,1-1-28,1-1 11,15 1-6,-11-1 12,10 1 16,-17-4-16,-2 1 10,-5 0 24,-4-1 77,-5 0 74,-5 0 111,-3 0-313,-15-3 5,-1 2 6,-14-2 0,0 2 11,-6 1-5,-4 0-3404,-4 0 3404,-3 0-23,-2 0-123,0 1 168,-1 1 0,1 1 17,3 1-788,4-2 799,7 0 2895,6 0-2906,7-1 173,6 0-201,6-1 5,3 1 79,2-1-17,6 0 0,2 0 1190,7-2-1201,15-1-23,-2-2-56,15 0 12,-4 1 0,3-1-494,4 0 488,1 1-22,2 0 11,1 0 5,-3 1 0,-1 1 6,-6 0 17,-6 1 62,-10 0 27,-6 0-11,-10 0-5,-4-1-73,-8 1-12,-5-2-5,-7 1 17,-8-1 17,-6 1-326,-6-1 320,-5 1-11,-3 0-17,-2 0 11,-1 0 0,0 1 0,0-1 17,4 1 17,2-2 39,-4 0-34,17 0 462,-1 0-518,21 1-55,5-1-35,4 2-4,5 0-52,7 0-106,6 1-207,6-1-347,7 1-3773,5 1 110,6 2-1020,-3 2 4928,-4 1 0,-16-3 0,-9-1 0</inkml:trace>
  <inkml:trace contextRef="#ctx0" brushRef="#br0" timeOffset="110937">16605 14255 21002,'-23'53'330,"6"-6"-195,21-15-96,-1-8 0,1 9-33,-2-11-29,0 1-78,1-1-128,-1 0-236,0-1-610,-2 0-1440,1-1 2515,-1 1 0,0-11 0,0 0 0</inkml:trace>
  <inkml:trace contextRef="#ctx0" brushRef="#br0" timeOffset="111188">16309 14521 14169,'2'-2'3254,"0"0"1086,-2 2-4312,65-32-2476,-37 23 2439,12-8 1,0 2-64,-12 15 113,1 0-282,2 0-168,2 0-403,1 2-858,1 0-1981,-1 4-4661,-3-1 8441,-6 0 0,-12-3 1,-6 0-1</inkml:trace>
  <inkml:trace contextRef="#ctx0" brushRef="#br0" timeOffset="111486">17301 14235 24402,'28'-49'347,"-7"12"-257,-21 51-6,0 2-17,0 5-17,-3 1-22,-1 4 6,-3 0-12,0 4-16,-1 0-12,1 3-67,0 1-95,1 1-755,0 1 268,2-1-532,0 1-1222,1 0-3523,0-1-2704,1-3 8636,0-7 0,0-11 0,2-7 0</inkml:trace>
  <inkml:trace contextRef="#ctx0" brushRef="#br0" timeOffset="111897">18164 14195 12836,'-5'0'3265,"2"0"1093,3 0-4459,19-26-117,2 19-236,21-19-2597,-2 26 839,4 3-2980,3 1-403,-3 3 4845,-6-1 0,-18-2 0,-9-2 1</inkml:trace>
  <inkml:trace contextRef="#ctx0" brushRef="#br0" timeOffset="112082">18133 14538 13329,'-5'2'2823,"1"-1"2122,4-1-4934,70-26-1537,-33 14 1470,10-4 0,2 0-179,-2 5-235,2 1-583,4 1-1653,0 2-7125,-4 1 9378,-7 2 1,-21 2-1,-8 1 1</inkml:trace>
  <inkml:trace contextRef="#ctx0" brushRef="#br0" timeOffset="113107">19695 14110 13452,'2'-3'2593,"-1"0"4162,-1 3-6273,-61-15-297,34 20-48,-18-4 0,0 5-1313,14 19 1237,-9 11-27,13-8 16,1 1-16,2 3-6,2-1 173,3 3-189,2 0 10,4 1-5,3-1-6,3 1-3037,4-1 3026,6 0 5,13 13-108,3-12 103,14 9-119,-1-16 114,2-4 10,3-5-10,1-4-1,-2-5 6,-1-5 11,7-9 6,-13-3-6,4-7 45,-14-11-11,-7 3-6,-3-7 45,-16-3-33,-4 9-1,-12-7-1963,-2 12 1952,-6 1 6,-3 3 1588,-3 2-1588,-2 3-12,0 2-16,2 3-11,1 2 641,-5 5-709,12 1-106,-2 4-246,16 2-396,3 3-9021,2 8 9274,5-7 0,0 0 0,5-10 0</inkml:trace>
  <inkml:trace contextRef="#ctx0" brushRef="#br0" timeOffset="115115">19965 14457 13209,'47'-15'9,"-1"1"1,-3 0-1,-5 4-65,-10 10-4388,2 0 4265,2 1-655,2 1 414,3 2-597,1 3 351,0 1-147,2 2-184,-1 1-353,-1 0-1030,-1 1 2380,1 0 0,-18-5 0,-3 0 0</inkml:trace>
  <inkml:trace contextRef="#ctx0" brushRef="#br0" timeOffset="115507">20387 14607 12023,'-44'15'1329,"0"0"1,3-1 0,7-1-664,7-1-117,6-1-79,4-1-83,5 0-68,4-2-50,4 0-45,3 0-39,5-1 62,12 2-186,1-4-33,11 1-22,-1-4-6,4-1-11,4-1 5,3 0 0,2-1 29,19-6-231,-15-1 231,13-6-12,-9-9 6,-16 2-6,3-11 11,-19 4 40,-5-20-6,-7 10-441,-8 6 0,-3-1 581,-6-5 95,-13-9 129,4 17-247,-1 4 253,1 2-51,2 4-72,3 3 378,1 0-474,7 7-39,1 1 61,7 6 790,2 2-952,2 1 298,3 2-320,0 2 6,2 5-18,1 2-10,2 5-1,0 2-11,2 5 28,7 18-279,-6-6 240,5 14-22,-7-11-45,-1 22-17,-5-13-40,-2 14-83,-8-19-118,-5-3-162,-6-2-253,-5-4-464,-5-1-2317,-4-4-1363,-3 0 4884,-7-1 0,18-12 0,0-2 0</inkml:trace>
  <inkml:trace contextRef="#ctx0" brushRef="#br0" timeOffset="116879">22192 14142 12214,'1'-3'1372,"0"0"2857,-1 3-4005,-49-27-1563,24 18 1417,-8-6 0,-2 1 62,3 10-22,-5 1-152,-3-2 147,-3 1 16,-2-1-764,1 0 820,1 0 22,3 0 0,4 0-16,3 1-35,7 0-21,4 1 633,7 2-695,4-1 442,5 1-470,3 1 1889,1 0-1806,8 0-16,-1 3-5,6 1-6,-2 3-1,1 1-10,0 3 22,-1 2-6,-1 3 18,-4 2 5,-1 3 6,-4 2-1,-4 2 0,-3 3-10,-4 1-949,-3 3 920,-2 3-22,0 0 0,-2 5-28,0 0-6,0 3-17,0 2 1,1 3-6,1 0-12,1 1 1,4-2-23,2-2 6,6-3-12,1-2-10,7-3-6,3-2-1,7-2-21,5-2-29,4-3-50,5-2-95,5-5-123,3-2-293,3-5-743,5-4-2034,1-5-6403,-3-1 9363,-5-4 0,-18 0 1,-7 0-1</inkml:trace>
  <inkml:trace contextRef="#ctx0" brushRef="#br0" timeOffset="117645">22937 14359 16399,'-44'-36'252,"0"1"0,3 2 0,6 10 728,12 22-862,1 4-2093,1 1 2054,2 6 310,0 2-344,1 4-17,1 4 5,0 1-22,0 5 6,2 3 0,-1 2 0,2 2 11,2 1-23,1 0 166,2 17-182,4-11 425,2 11-425,7-18 5,2-3 12,6-1 2640,5-3-2640,3-2-1,4-2-22,2-2 23,1-2-1866,1-5 1871,-1-3-515,-1-5 532,-4-2-321,0-4 338,-4-4 5,-1-3 1,-3-4 10,-2-1 18,-2-2 27,-4-1 1,-3-1 2690,-7-6-2690,-3 4-18,-8-4 18,-2 8 5,-2 2-23,-5 0 12,0 2-6,-4 3-11,0 2-33,-1 3 1755,-1 1-1772,1 5-18,0 1 614,2 4-658,-8 10-5,10-3-23,-3 7-51,12-4-83,4 1-135,3 0-134,3 2-213,3 0-1888,11 8-257,4-7 2817,15 7 0,-14-18 0,2-2 0</inkml:trace>
  <inkml:trace contextRef="#ctx0" brushRef="#br0" timeOffset="117863">23435 14796 22918,'-30'30'-118,"1"1"0,1-3 1,6-3-269,11 0-1362,-2 11-863,3-8-1864,-1 8 4475,3-9 0,4-13 0,1-1 0</inkml:trace>
  <inkml:trace contextRef="#ctx0" brushRef="#br0" timeOffset="118345">24123 14750 14141,'2'-8'5019,"0"2"-4051,-2 6 539,13-79-958,-11 50-328,4-17 1,-3 3 142,-9 25-96,-4 2-38,-1 2-51,-2 4-33,-2 2-34,0 2-28,-2 3-23,0 1 12,-12 8-39,6 0 11,-22 14-12,16-3-16,-10 7-927,1 8 921,12-6 11,-7 9-16,16-11 5,2 0-17,5-2-10,4-1-1,3-1 6,2-2 11,6-2-17,1-2 11,6-3-16,2-3 11,2-2 16,4-4 1,1 0 5,2-5 967,2-3-950,1-3 0,-1-4 56,11-10 61,-2-6-366,-2 0 361,-8 2 230,-9 4-174,-6 7-22,0-2-23,-6 10-33,-2 2-18,-1 1-38,0 2 5,0 2-44,-2 8 321,0 0-338,-3 9 5,0 1-11,0 3 0,0 2 11,1 2-22,0 2-12,1 0-133,-1 18 21,-1-10-72,-1 12-712,-8 5-1692,0-10 1503,-8 13-853,2-16-4526,-2-1-2408,3-5 8895,2-6 0,8-12 0,4-7 0</inkml:trace>
  <inkml:trace contextRef="#ctx0" brushRef="#br0" timeOffset="118548">24478 15031 16796,'1'-3'3892,"1"0"-105,-2 3-3787,-25 19-34,13-5-50,-19 18-495,18-9 299,-1 2-202,0 0-369,0 3-3652,-7 10 4503,3-6 0,2-5 0,8-13 0</inkml:trace>
  <inkml:trace contextRef="#ctx0" brushRef="#br0" timeOffset="119070">24935 14790 11620,'4'-8'4918,"0"0"-3484,-4 8-213,39-63-1829,-22 36 1030,6-12 1,0 1-1055,-9 13 1176,-4 3 550,-1 1-394,0-3-403,-3 8-45,0-1-50,-3 9 672,-2 2-801,0 3 1568,-1 1-1602,1 1-22,-2 10-17,0 0 0,-3 12-17,-2 3-11,-2 6-458,-2 5 335,-3 5-135,-2 1-217,-2 2-315,-1 0-560,0 0-722,1 0-835,1-1-1978,4 0-671,2-7 5584,4-5 0,3-16 0,1-5 0</inkml:trace>
  <inkml:trace contextRef="#ctx0" brushRef="#br0" timeOffset="119480">25518 14691 15272,'29'-42'879,"-1"1"0,-1 3 1,-8 7-331,-17 19 1683,0 3-1901,-2 2 607,0 3-798,0 2 327,-2 1-416,0 2 1251,-2 3-1089,-15 31-174,8-12-1099,-13 26 1105,12-22-45,0 3 16,2-1-105,2 2 89,2-3 0,2 1-281,3-1 275,1-2-16,3-1-49,3-1 54,3-3 0,2-2 6,2-3 11,1-4 6,1-4 1037,1-4-1037,0-2 91,1-5-91,2-3 10,1-5 7,0-2-12,1-3 17,-1 0-6,0-1 12,-1 0 22,-2 2 0,-1 1 331,-3 2-292,-1 3 98,-3 2-64,-2 2-17,-3 1-23,-2 3 34,-1 0-100,-2 5-1,-3 2 1,-2 6 5,-2 1 5,-1 4-27,-1 2 11,-1 2-17,-2 3-12,0 2-44,-1 3-33,0 0-1009,-1 2 829,0 1-599,0 0 246,1 1-246,2-2-482,2-1-778,1 0-1883,3-3 4011,2 2 0,2-15 0,1 0 0</inkml:trace>
  <inkml:trace contextRef="#ctx0" brushRef="#br0" timeOffset="119686">26217 15122 24010,'-38'7'-23,"4"3"-94,20 8-118,-1 3-213,0 0-359,0 2-767,0 1-1776,1 0-6481,1-2 8668,4-4 0,3-9 1,4-4-1</inkml:trace>
  <inkml:trace contextRef="#ctx0" brushRef="#br0" timeOffset="120252">26540 14882 17704,'34'-43'377,"1"-1"0,-4 5 0,-1 8 240,5 18 949,-6 4-1386,8 1-40,-11 6-34,0 1 497,-2 1-524,-1 1-18,-3 2-21,-2 1-18,-3 3-2837,-3-1 2832,-1 3 190,-4 1-185,-1 2-16,-3 11-1,-1-5-5,-1 10-5,-1-7-12,0 2 17,-1 1-11,-1-1-1,-1 1 1,0-3 6,-2 0 5,0-3 3221,-4 3-3215,1-7-6,-3 3 33,4-9-21,-1-1 558,0-3-542,2-1-22,-2-2 39,1 0 5,-1-1 96,-2-4-74,2 1 12,0-5 6,2 0 0,2 0 16,-1-1 12,2 2 10,0 0 7,2 2-29,0 1-27,1 1 10,0 2-61,2 0 0,2 1-5,2 1-40,1 1 34,2 1-6,-1 3 6,1 1 16,0 1-33,1 2 0,0 2 23,6 8-29,-3-2 6,6 8 0,-6-5-11,2 1 16,-2 1-16,0 1 0,-2 0-11,-4-1 16,-3-2 0,-3-2 1,-6-2-34,-13 2 27,-1-6-16,-10 1 6,4-8-34,-3-2-28,-2-2-50,-2-2-3477,-2 0 3270,0-3-2181,-1-2 1704,1-3-3187,-8-9-1243,14 1 5248,-4-7 0,22 12 0,3 1 0</inkml:trace>
  <inkml:trace contextRef="#ctx0" brushRef="#br0" timeOffset="120720">27321 14656 16656,'-7'-6'2912,"1"0"-2111,6 6 364,0 0-554,-43-60-454,38 42-256,-16-15 1,8 4 199,29 25 60,5 3-88,4 0-6,4 3-16,2 1 22,0 2-12,1 2-10,0 0 10,-2 2-10,-2-1 10,-1 0 18,-2-2 225,-2 0-237,-2-2 11,-3 0-11,0 0 34,-2-1 56,4 1-79,-5-1-10,3 2-12,-5 0 0,-1 2-6,0 0-16,0 2 10,-1 2 7,0 0-12,-2 1 28,1 7-39,-4-5 11,-1 6 6,-3-5 6,-4 1 27,-4 11 23,-6 4-56,-1 1 5,0 1-11,1 4-16,3-7-3415,-6 23 3392,5-19 0,-9 23-369,5-24 369,-4 12 11,-6 0 6,4-11-34,-10 9-5,6-17-12,-5-2-2155,-3-5 2150,-2-3-45,-6-5-521,-2-2 331,-4-4 1282,-4-2-2831,13-2 0,-1-2 1823,5-1 0,1-1 0,-22 1 0,24-2 0</inkml:trace>
  <inkml:trace contextRef="#ctx0" brushRef="#br0" timeOffset="127748">27022 15886 6053,'6'0'342,"-1"0"1808,-5 0-1556,-52 0 56,26 0-323,-7 0 1,-2-1 882,-9-1-611,9-1-33,-13-2 627,-3-3-594,12 3-33,-11-4 397,8-1-587,11 1-74,-4-1-72,15 3-62,4 1-45,2 2-17,3-1-11,2 2-11,2-1 6,2 2 16,2-1-5,1 1-17,1 0-11,1 0-45,3 1 34,7-1-29,2 2-10,9 0-1,-2 0-5,3 0-12,3 2-239,2 1 223,2 1 0,2 0-11,1 2 16,1 0-5,-2 1 0,-1 1-1,-3-1 1,-4 1 11,-4-2 11,-6 1 40,-5-3-18,-4 0 29,-5 0 0,-5-3-23,-6 0 251,-6-1-245,-7 0 11,-5-1-6,-5-2-771,-4-1 800,-4-2 17,-2 0 77,10 0 1,0 1 95,-19-4-1274,19 3 0,0 0 1325,-11-2-40,5 1-40,5 0 85,-3 2-286,20 2-5,-1 3-12,22 2 612,5 3-617,5 1 5,5 0-11,4 1 0,1-1 6,3 1 2511,2 2-2506,20 2-16,-9 0-766,14 2 760,-13-3-5,0 0-12,1 0 0,-2-1 0,1 0-5,-2-1-95,-1 0 111,-5-2 1,-2 0 16,-5-1-17,-4-1-5,-3 0 5,-5-1-10,-2 0 4,-5-2 752,0 1-729,-5-2 126,-5 2-126,-8-1-5,-3 1-6,-8 0 22,3 0 1,-4-2-12,-2 1 11,-3-1-5,-1 0 17,-1 0-23,0 0-5,1 0 10,1 0-10,2 0 16,2 0-10,4 0 4,4 0-4,6 0 21,4 0-5,5 0-11,2 0-6,5 0 0,4-1-5,5 1 11,4-2-12,5 0 1,15 0 16,11 0-988,1 0 971,3 1-5,-14 0 6,0 1 5,-1 0-5,0 0-6,-2 0 5,-1 0 23,7 0-11,-14 0 0,4 0 22,-19 1 0,-6-1-22,-7 0-11,-18-2-12,-3 0 12,-14-3-1,1 0 753,-3 1-736,5-1 0,-1 1 29,-20-2-1099,18 1 1,-1 1 1131,-13-3 40,1 0-249,4 1 332,4 0-11,6 0-33,6 2-46,8 0-27,6 2 218,6 0-230,7 0 2057,11 1-2123,4 0 394,9 1-395,0 0 11,3 0-11,3 2 12,4 0-12,3 3 11,20 3-1025,-11-2 1020,15 1-1112,-16-1 1089,-1-1 12,-1 0-12,-2 0 12,-3 0 22,-4-1-11,-6 0 11,-5 0 50,-6-2-28,-8-1 884,-5 0-901,-9-1 1216,-8 0-1226,-7 0 16,-27-3-1463,4-1 1438,12 2 0,-1-2-3,-21-3 23,-4-1-17,-1-3-17,2 0 11,5-1-17,6 1-634,10 2 640,10 1-46,11 5 18,9 1-22,8 2-29,7 1-22,8 2-55,6 1-40,5 2-68,4-1-88,3 2 690,2 0-1391,2 1-1188,3 0-6149,-5-2 8317,-4 0 0,-15-3 0,-8-2 0</inkml:trace>
  <inkml:trace contextRef="#ctx0" brushRef="#br0" timeOffset="138131">25177 15748 11799,'0'-6'2969,"0"2"582,0 4-3053,-18-60-1034,11 43 712,-3-17 1,0 5 97,6 25 210,1 2-361,0 1 221,3 1-221,-2 4 163,2 4-152,-1 3 483,1 2-505,-1-2 0,0 1-17,0 1-11,-1 1-6,0 0 1,0 1-7,-1 1 91,1 10-96,0-6 0,0 7-11,1-7-5,1 1-1,0 0 12,0 11 22,0 3-44,3 0 21,4 10-27,2-18 16,9 18-484,-4-18 456,8 7-11,-4-12 12,3 0-12,1 0-6,4-1 7,0-1-7,2-2 12,1 0-11,0-2-1,0-1 12,1 0 5,-1-2-10,0-1-1,1-1 0,0-2-11,0-2 17,1-2 5,-1 0-16,0-2-3241,0 0 3246,-1-1 6,2-2-219,0 2 219,2-2-11,2 1-368,2 0 373,1-1 1,1 2-7,-2-2 1,1 0-12,-1 1 17,0-1-5,-2 1 0,0-1 16,-3 0-1832,-2 0 1810,-3 0 6,-2 0 2065,-4-1-2037,-1-1-18,-4 0 12,-1-3 227,-1 2-227,-1-3 409,-1 1-415,-1-3 3398,0 0-3375,-1-1 0,1 0 5,-1 1-5,1 0 0,-2 1 11,1 1-6,0 0 0,0 1-22,1 0 0,-1 2-11,1-1 0,-1 1 17,-1 1-23,-2 0 17,-2 0 22,-2 1 12,0 0 78,-2 1-51,-1-1-77,0-1 4,-1-1 1,-2-1-28,-1 2 28,-2-1 5,0 0-5,-2 0-6,1 0-5,-1 0-1,1 1 18,-2-2-29,1 2 1,-1 0 10,0 1 1,2 1-6,-3-1 0,1 1-11,-3-1 27,-1-1-10,-2 1 11,-2-3 5,-3 2-27,-1-1 33,-1 0-12,-2-1-4,-2 0-1,-1 0-11,-3 0 0,0 0 11,-10-2-17,11 1 6,-4 0 0,17 3 17,3 0-6,4 1-5,3 0-17,3-1 16,1 0 7,2-1 10,0-1-39,2 0 28,2 0-5,2 0-12,1 0 40,1 0-34,1-2 0,1 2 17,0-1-6,1 1-5,0 0-12,2 0 6,-1 1 11,1 0 12,-1 1-1,2 1-5,-2 0-23,1 1 12,-1 0 11,-1 0-1,-1 1-21,0 1 22,0 2-6,-2 2 0,0 0 6,0 2-28,-2 1 11,1 1 0,-2 2 33,2 1-16,-1 2 0,2 1 11,0 1 0,2 1 17,1 2-1,1 0-230,2 1 219,0 0-5,0 0-16,0-2 10,-1 1-44,-2-2 27,-1-1 6,-3 0 1,-2-2 10,-3 0-22,-1-2-6,-5-1 1,-1 0-12,-6-1-56,-2 0-117,-3-2-1401,-11 4-1506,4-5 3097,-9 3 0,20-7 0,1-2 0</inkml:trace>
  <inkml:trace contextRef="#ctx0" brushRef="#br0" timeOffset="139671">27106 13625 20000,'-8'-41'582,"1"12"-347,3 39-39,0 5-39,-3 3-40,-2 4-4301,-1 4 4229,-3 2-418,-2 5 367,-2 1-446,-2 1 380,-2 0-40,-1 0-68,-1-1-111,-1-2-101,2-1-145,1-3-163,3-1-292,2-3 2146,5-3-3316,1-2-1445,5-4 3252,2 1 0,2-11 1,1-2-1</inkml:trace>
  <inkml:trace contextRef="#ctx0" brushRef="#br0" timeOffset="139913">27223 13783 8674,'3'-7'4727,"-1"2"-1780,-2 5 2060,0 0-4727,22-41-23,-17 40-44,16-26-39,-21 50-56,2 4-23,2 1-22,2 2-28,3 0-12,1 0-10,-1 0-1,2 9-22,-3-9-11,-2 5-28,-7-4-238,-5-9 188,-4 5-113,-6-10-157,-3-1-313,-3-1-734,-4-1-8425,-8 2 8538,11-6 1,2-2-1,16-6 1</inkml:trace>
  <inkml:trace contextRef="#ctx0" brushRef="#br0" timeOffset="140413">27224 13586 17900,'-41'-4'214,"0"0"1,3 0 0,7 5-70,14 15 477,0 1-510,-2 3-28,0 1-5,-1 1-299,1 0 309,1 0 1,0-2 203,2-1-186,-1-1-6,2-4 11,0-1 268,0-3-246,2-3 185,-2-1-145,7-3 329,0 0-396,6-4-51,2-4-12,0-2-10,2-7 11,2-2-23,3-4-5,3-4 0,2-3 5,2-3-3358,11-16 3376,-4 11 13,-2 5 1,1 0-518,6-3 576,9-6 23,-10 15 27,0 5 17,-1 2-5,-2 4-29,-1 3-10,-1 3-23,-2 4 3109,0 1-3109,0 4-33,1 3-23,1 3-11,0 4-17,0 4 421,0 3-438,0 3-5,1 3-23,-1 3-6,0 2-33,0 2-2336,1 2 2163,-1 1-169,1 0-670,0 1-98,0-2-945,1 0-2662,-2-4 4773,1 0 0,-10-14 0,-1-2 0</inkml:trace>
  <inkml:trace contextRef="#ctx0" brushRef="#br0" timeOffset="140928">27587 12732 14288,'-1'-45'714,"0"0"1,1 4 0,-2 8 908,-2 18-1247,0 3 900,-1 5-1114,0 3 496,2 2-586,0 7 1342,0 3-1352,0 7-1,0 5-38,0 6 395,1 5-406,0 4-1021,2 5 1032,0 3-60,0-10 1,0 1-3036,0 18 2999,0-19 0,0 0-145,-1 10-120,1-3-65,-2-3-151,0-4-258,-2-3-325,0-4-908,-1-3-2032,1-3 4077,0-2 0,2-8 0,1-2 0</inkml:trace>
  <inkml:trace contextRef="#ctx0" brushRef="#br0" timeOffset="141245">27912 12796 12556,'0'-4'4391,"0"1"-6276,0 3 2092,-66-14 0,40 15 602,-15-6 0,2 3-568,16 14 872,0 2-894,0 1-17,2 0-40,1 1-22,3 1-11,3 0-11,2 1-23,3 0-17,2 0-11,3-2-27,2 0-1,1 0-6,1-2 3381,2 1-3386,1-1-6,3-1-5,1 0-6,2-2 12,2 0-1,0-2 12,2-1-9,1-1-20,0-1-10,2-1-29,2-2-27,0 0-63,3-1-458,14-2-12,-5 1-442,14-2-863,-10-1-2028,4-2 3927,6-3 0,-20 3 0,-1 0 0</inkml:trace>
  <inkml:trace contextRef="#ctx0" brushRef="#br0" timeOffset="141985">28165 12892 21209,'8'9'364,"6"4"-319,-2-3 39,12 3-51,-8-7-16,5-1 6,-7-4-18,0 0 6,-3-3 12,-1-1-12,-1-4 6,-3-3-12,-1-2 7,-3-2 21,-2-10-5,-3 5-5,-2-4 16,-3 7 11,-2 2 1,0 3 22,-1 1 11,0 2 17,0 2 17,0 3 5,0 0-11,1 3 84,-3 0-107,3 3-5,-3 3-11,2 1-28,1 4 11,0 1-17,0 3-5,2 1-1,0 3-10,2 2-6,2 2-3387,2 1 3381,0 1 0,4 0-11,1 0 0,5-2 6,3-1-17,4 0 0,3-2-2286,2-2 2264,3-1 10,0-2-106,23-1 90,-16-6 6,18-3 10,-23-10 23,1-2-11,-1-6 22,-2-3 6,7-15-6,-10 5 2274,4-11-2268,-10 10 22,-2-1 17,-2 2 6,-2 2 5,-2 2 6,-2 4 3504,-3-1-3476,0 7 22,-2-1-28,-1 7-11,0 3 39,0 1-84,0 4 6,1 2 0,0 5-11,1 4-1,-1 3-16,1 3-6,0 13 6,1-7 0,1 8 0,5-1-6,1-7-11,13 14 5,-4-18-16,9 4 17,-5-10-6,1-4 5,0-3-10,-1-4 10,-1-2 7,6-10-1,-8-1-6,3-10-10,-9 1 5,-1-3 0,-2-2 73,-2-13-12,-2 9 40,-2-10 145,-3 7-100,0 9 11,0-3 123,0 12-179,0 4-67,0 2-23,-2 6 0,0 3 0,-2 5 6,-2 4-6,0 6-3386,-1 2 3386,-1 4-1897,1 2 1881,-1 3-286,0 0 246,1 3-5,1 0-85,0 2-1612,2 1 1439,0 1-196,2 0 1388,2 1-3018,3 11 779,2-11-2137,10 20 3492,2-22 0,-4-5 0,-3-14 0</inkml:trace>
  <inkml:trace contextRef="#ctx0" brushRef="#br0" timeOffset="142212">29182 12995 20924,'43'-20'1,"-1"-1"1,1 1-1,15-8 1,-7 8-153,-13 19-5301,-1 2 5043,1 2-235,-2 2-1313,12 10-2412,-14-3-3579,4 5 7948,-19-6 0,-10-6 0,-5-1 0</inkml:trace>
  <inkml:trace contextRef="#ctx0" brushRef="#br0" timeOffset="142415">29303 13188 18848,'42'-20'-288,"0"1"1,-3 0 0,-4 5-465,-3 7-463,2 1-178,3 1-8251,15 1 9644,-19 2 0,-1 1 0,-23 1 0</inkml:trace>
  <inkml:trace contextRef="#ctx0" brushRef="#br0" timeOffset="142906">29977 12979 21455,'1'-43'233,"-1"0"1,1 2 0,3 10-94,8 21-28,1 0-17,3 4-16,2 0 38,14 2-477,-5 3 399,9 0-5,-8 4-1,-2 2 88,1 2-76,8 10-40,-10-3 12,6 9-22,-7 7 10,-7-6 1,1 9-1,-9-10 7,-4-1-7,-2 0 302,-2-2-296,-4 0-11,-3-3 0,-3 0 0,-4-2 6,0-1 0,-2-2 10,-1-1-4,0 0 10,-1-2 0,-1-1 6,1-1 23,-1-1 55,-4-1 12,6-2 27,-1 0 40,10-3-6,3 0-22,2-2-28,2 0-23,3-3-10,1 0-24,4 1-4,0-1-24,2 2 1,0 0 0,2 1-6,1 1 28,8 1-44,-5 2 5,6 2-6,-5 2-5,0 3-11,2 1 5,1 3 0,-1 2 0,1 2-5,5 12-1,-8-5-5,2 6-11,-12-9 0,-4-3-11,-4-2 22,-6-2 11,-5-4 0,-6 0 11,-6-4-22,-6-3-22,-24-1-1564,7-6 1482,14 2 1,1 0-362,-20-7-621,-1-1-1967,-1-1-6278,6 1 8759,8 1 1,19 4-1,9 2 1</inkml:trace>
  <inkml:trace contextRef="#ctx0" brushRef="#br0" timeOffset="145999">19867 16859 20217,'40'-18'37,"0"-1"0,-2 2 1,-3 5-50,1 11-2647,3 0 2541,4 1-72,1 3-46,0 1-55,-2 4 410,-3 2-539,-4 2-129,-7 2-73,-6 1-117,-8 1 423,-7 1-508,-11 0 105,-8 0 142,-13 1 224,-10-1 606,-11 2-320,-9-2-357,25-8 0,-2 1 466,-1-2 0,-1 1 64,0 0 0,-2-1 90,1 1 0,-1-1 104,1 0 0,1-1 80,0 1 1,2-1 437,-28 6-50,7-1-141,10-1-168,10-2-84,11-1-56,10-2-16,7-2 11,10-2 853,4-2-926,9-2-28,6-3-62,5-3-50,5-2 671,5-1-750,7 0-2435,3-3 2435,5 1-16,3-2 11,1 0-23,0-1-5,0-1 11,-3 0 0,-3-1 11,-6-1 12,-6-1 10,-8-1-127,-8 0 122,-9-2 6,-8-1 5,-7 0 6,-9 0 39,-6 0 17,-8-2 22,-2 1 67,-4 0 409,-11-11-251,11 11-12,-5-7-44,18 14 367,6 2-446,5 2 2497,3 3-2575,6 1-6,3 2 166,3 2-177,3 2-12,-1 1-27,2 2-1,-1 0-16,0 4-1,0 2-27,-1 5-17,-1 5-6,-1 4-11,-1 3 17,-1 5-6,0 3-6,-2 6-3402,0 3 3363,-2 3 17,-1 3-525,-2 1 469,0 1-45,-2 0-128,-1-1-264,-3 0-408,-3 0-970,-3-1-2279,-2-2 3927,-6 5 0,8-25 1,0 0-1</inkml:trace>
  <inkml:trace contextRef="#ctx0" brushRef="#br0" timeOffset="146785">21901 16739 17943,'12'-34'173,"1"-1"1,7-22 2004,-24 55-2144,0 0 873,-3 0-907,-2 0 503,-3 1-498,-3-1 1,-4 1-6,-3-2 6,-4 2-12,-4-1 1249,-3 2-1243,-2 0-3254,-2 0 3266,1 0-12,2 0-30,4 0 42,5 0 4,6 0-16,4 0 28,7 2-39,3 0 11,3 2 273,1 2-223,2 3 3366,2 9-3377,1-1 17,1 5-3323,-1-3 3345,-2 3-32,0 2 83,-5 15-62,-1-7-16,-4 12-443,-7 6 431,3-9-16,-6 14-12,6-14-11,1-1 0,2 2 11,2 0-2115,1 16 2076,2-16 23,2 10 1678,3-21-1684,3-2-96,3-3 62,3-3 447,3-1-575,13 3 38,-4-8-78,11 1-128,-7-12-370,4-3-2704,2-3-310,1-5 3707,5-5 1,-18 3-1,0-1 1</inkml:trace>
  <inkml:trace contextRef="#ctx0" brushRef="#br0" timeOffset="147293">22521 16765 18962,'29'-33'633,"0"1"0,8-19 1237,-69 50-1758,2 5-28,-2 4 608,8 3-580,-13 12-68,9-2 308,-10 9-347,13-4 1,-9 16 59,10-8-54,-7 13 0,15-14-11,3 2-617,3-2 617,3 0-28,4 0 11,2-3 0,4 1-2859,5-2 2859,4-1-1602,5-3 1591,4-1 373,2-3-362,3-4 23,0-4 5,1-3 17,7-6-17,-9-3 334,5-6-306,-14-4 6,2-14-12,-7 4 2428,1-9-2410,-9 9 2822,-5-7-2834,-4 8 207,-7-4-201,-4 11 0,-4 1 61,-14 2-50,8 4 6,-20 2-34,23 6-335,-8 3 295,13 5-3272,2 1 3256,1 4-17,1 1-17,2 2-55,1 1-91,2 1-122,3 1-252,2 0-2489,3 1 1278,4-2-1137,5 0 1519,7 0-1899,7-2 3310,10 1 0,-14-10 0,2-1 0</inkml:trace>
  <inkml:trace contextRef="#ctx0" brushRef="#br0" timeOffset="147497">22993 17210 16269,'1'-5'4167,"0"2"-375,-1 3-3764,-10-6-17,5 14-11,-8-2-33,7 16-34,0 1-135,1 1-699,0 1 50,1-1-6576,-1 11 7427,1-6 0,1-5 0,0-11 0</inkml:trace>
  <inkml:trace contextRef="#ctx0" brushRef="#br0" timeOffset="147989">23768 17094 20085,'-5'-47'474,"-1"1"0,1 3 1,-2 8-167,-3 18 1029,-2 1-1147,-1 2-3535,-1 2 3457,0 2 902,0 1-930,-2 2 401,1 3-446,-2 1-22,0 2-6,-1 2 12,0 3 3385,-2 2-3391,1 4-11,-1 1-17,1 3 16,2 1 1,1 2-6,3 0-23,0 11 18,6-7-12,0 5 0,6-8 0,3-2 6,2-1 11,3-1 0,4-3-5,1-2-1,2-3-5,1-4 50,0 0-28,0-5 12,0-3-1,0-3-44,0-4 55,-1-1-5,0-3 6,1-2 11,-2-1-1,0-2 19,-2 2 26,0 1 29,-3 3 5,0 2 17,-3 4-6,-2 1 1,0 4-40,-2 0-45,-1 4-16,0 0-12,0 7 6,-2 1-22,-2 7 33,0 1-11,-1 2-5,0 3 16,0 2-39,0 3 11,-1 2 0,2 2-11,-2 3-67,-2 19 17,0-10-766,1-4 0,0 0 531,-4 8-225,-5 12-1292,1-19 610,-2-1-909,-1-3-2038,0-2-4913,1-6 9052,4-6 0,5-10 0,5-4 0</inkml:trace>
  <inkml:trace contextRef="#ctx0" brushRef="#br0" timeOffset="148210">24014 17360 24060,'-23'28'-106,"3"-1"-96,7-7-179,1 0-408,0 1-1166,1 0-3467,1-1 5422,-1 1 0,5-10 0,1-1 0</inkml:trace>
  <inkml:trace contextRef="#ctx0" brushRef="#br0" timeOffset="148540">24531 16923 15782,'7'-12'3865,"-1"2"-2757,-6 10 2617,0 0-3590,29-23-23,-27 22 0,19-15-28,-37 30 0,-2 3-12,-3 2-44,0 2-5,-1 3-23,2 2-6,1 1-3386,1 2 3370,2 0-29,2 3-49,1 0-52,1 1-105,2 1-754,2-2 261,2-2-561,3-2-1260,1-2-3864,2-3-1109,1-3 7544,0-4 0,0-8 0,0-4 0</inkml:trace>
  <inkml:trace contextRef="#ctx0" brushRef="#br0" timeOffset="148981">24788 17033 15894,'0'-5'4548,"1"1"-493,-1 4-3949,24-22-33,-18 23-6,18-14 6,-24 31-45,0 1-28,-3 3 28,-3 0-17,-2 3 6,-2 1 28,-1 0-11,-3 9-34,4-10 0,-1 5 0,8-14 0,1-3 0,2-2 5,1-3 6,3-1-11,2-5 12,4 0-18,3-2 12,3-4 5,3-2 0,4-3-22,2-4 22,3-2 6,-1-4 16,2 0 51,-1-2-5,-2 1 22,-3 0 22,-2 4 29,-5 0 10,-2 5 23,-5 0-12,-1 3-33,-3 2-11,-3 0-39,0 3-29,-1 0 35,-1 3-85,0 4-17,-2 2 40,0 6-12,-3 1 62,-4 15-78,1-5-1,-6 12-10,3-9-34,-2 2-12,-1 0-22,0 0-319,-9 13-78,6-10-1000,-5 10 389,8-13-818,2-2 1899,-1 8 0,7-18 0,-1 4 0</inkml:trace>
  <inkml:trace contextRef="#ctx0" brushRef="#br0" timeOffset="149199">25411 17475 18257,'3'-5'3372,"0"1"-599,-3 4-2880,-43 40-601,25-21 512,-8 5 0,0 2-1988,5 2-583,6-9-3189,-2 6 5956,10-9 0,3-8 0,2-1 0</inkml:trace>
  <inkml:trace contextRef="#ctx0" brushRef="#br0" timeOffset="149451">25749 17253 17624,'0'-6'4173,"0"0"-3371,0 6 1645,0 0-2397,35-41-331,-27 37 303,23-28-5,-36 51 0,-4 1-17,0 5-34,-3 1-117,-5 14-96,3-9-737,-4 10 267,8-12-370,0 1-1097,4-2-1215,0-2 2679,4 1 1,0-13 0,2-2 0</inkml:trace>
  <inkml:trace contextRef="#ctx0" brushRef="#br0" timeOffset="149886">26112 17203 15580,'1'-6'3467,"-1"1"1850,0 5-5171,8 4 107,-7 7-180,4 7-3294,-9 5 3232,0 1 6,-1 0 145,1-1-145,-1 0-17,1 6-11,2-7 16,0 5-5,1-10 6,2-2 5,2-3-28,2-3 34,1-3 3386,2-3-3392,1-2 6,3-2-6,10-8 1,-2 1-12,8-10-639,-4 3 628,0-3 5,1 0-132,0-1 149,-1 1 12,-2 1-1,-3 3 6,-3 2 29,-4 3 89,-2 1-96,-6 5-22,0 0 39,-5 3-50,-5 6 646,-1 0-635,-4 6-6,1-1 12,2 2 130,-1 1-164,0 2 17,0 0-6,-3 12 6,2-7-34,-3 9 22,4-8-21,-1-1-46,0 0-67,-1-1-95,0 1-180,0-1-273,1-1-432,2-1-7383,3 6 8492,2-7 0,2-2 0,1-9 0</inkml:trace>
  <inkml:trace contextRef="#ctx0" brushRef="#br0" timeOffset="150307">26780 17190 21999,'32'-31'28,"-1"0"0,-2 3 0,-2 9 23,-4 22-46,1 2 12,1 3 0,0 0 0,-3 1 776,0 0-776,-3 1-22,-2-1 256,-3 0-239,-3-1 150,-3-1-123,-3-1 433,-1 0-427,-2-2 28,-2 0 50,0 0 28,-1 1-16,-3 0-18,-2 3-38,-2 1 94,-7 7-117,3-1-16,-5 6-35,7-3 46,0 3-7,2 3-16,1 2-11,1 3 0,2 3 0,2 1-6,1 2-11,1 17-34,0-12-828,0 11 823,0-19-22,-3-2 16,-2-6-289,-7-2 306,-7-7-23,-7-5-55,-8-4-73,-8-4-244,6-5 0,-5-1-1115,-6-2 1,-3-1 1270,-5-2 0,2 0 1,15 2-1,4 0 1,-5-1-1</inkml:trace>
  <inkml:trace contextRef="#ctx0" brushRef="#br0" timeOffset="152110">24410 17824 10825,'-41'-5'1583,"0"-1"0,5 1 1,6 1-1136,19 4-51,5 0-16,0 0-6,3 0 17,1 0 1760,2 0-2001,4 0-22,0 0 11,5 0-28,0 0-12,1 1-10,1-1-34,2 1 0,1-1-6,1 0-22,1 0-11,2 0-11,1 0-6,1 0 0,12 0-12,-7 0-589,10 1 579,-10 0-127,2 1 154,-1 1-21,0 0-3132,0 1 3137,-1-1 6,-1 0 21,-4 1-16,-3-2 396,-5 1-402,-3-2 116,-4 1-93,-3-2 3431,-1 1-3437,-5 0 17,-1 0-5,-3 1 5,-4 0-23,4 0 12,-5 2 11,4-2-11,-2 2 5,-1 0 1,-1 0-12,-3 0 22,-1 0 7,-5 0-12,-2 0 16,-4-1-264,-4-1 282,-2-1-728,-2 0 750,1-3 33,2 0 12,4-3 0,5 1 11,4 0-28,6 0-17,4 1 18,5 0-40,3 1 218,2 0-252,4 0 741,3-1-752,5 1-6,4-1 12,3 1-51,3 0 17,3 1 0,2 1 6,1 0-1,0 0-5,0 0-5,-1 1-6,0 0-1,-2 2 1,1 0-11,-1 1 5,0 1 17,-1 0 0,0 0 11,-1 0 0,-2 0-33,-1-1 11,-4 0 5,-1-2 12,-4 0-6,-2 0 0,-3-1 0,-3 0 11,-2-1-5,-9 0-12,0-1-5,-9 0 28,-1-1-1,-4 0 1,-3-1 11,-2 0 0,-3 0-5,-2 1-1156,-3-1 1150,-2 2-23,-1-1 17,-2 1-11,3 0-5,0 0-1,5 1 6,2 0-110,6 1 104,2-1 6,5 1-6,2-1 6,4 1 6,2-1 16,3 0-5,1 0 1142,3-1-1125,1-1 106,0 0-112,1-1-22,1 0 10,6-2-27,0 1 6,8-2 5,0 3-12,2 0 7,3 1-12,1 0-5,2 1 38,2 1-4,2 0-7,2 0 12,0 0-28,2 1-435,-1 1 458,-1 1 4,-2 0-38,-1 0 11,-2 0-6,-2 0-17,-3 1 12,-3 0 5,-3 0 6,-4 0 0,-5 0 28,-1-1 11,-6 0 423,-4-1-435,-7 0 7,-5 0-12,-6 0 0,-3-2 17,-6 1-28,-4-1 0,-4 0-3381,-5 0 3387,-2-1 0,-3-2-578,1 0 594,4-3 1,5 2-12,9 1-17,9 0-84,8 3 90,9-1 6,4 1 16,4 1 3048,4-1-3048,4 2 890,5-1-878,3-1 0,4 0 10,3 0-21,4 1-1,2-1-537,3 0 538,0 0-6,1 0-6,3 0 0,1 1-22,1 0 11,0 2-11,0 1-17,-1 0-6,-1 1 0,-3-1-27,-2 0-62,-4 0-107,-5 0-219,-3-2-368,-5 1-886,-5-2-2492,-5 0 4195,-5 0 0,-3-1 0</inkml:trace>
  <inkml:trace contextRef="#ctx0" brushRef="#br0" timeOffset="159791">24970 15533 7733,'-6'-5'2565,"1"2"-1596,5 3 1703,0 0-2510,-14-17-72,14 12-23,-8-12-11,22 16-17,3 1-5,5 0-17,4 2-3404,4 1 3382,4 4-2269,1-1 2285,2 1-886,0 0 875,0 0-544,-2 1 538,-1-1 18,-4 0-1,-3-1 1316,-6-1-1248,-5-2 2466,-4-1-2394,-7-1 1530,-4-3-1670,-6-1 1465,-6-4-1442,-4 1 22,-5-3 5,-3 0 7,-3-1 16,-1-2 62,-14-4-68,10 4-167,-21-7 162,23 9-466,-7-2 443,11 6-2961,1 0 2973,-1 2 5,1 1 123,-10 0-78,11 1 511,-4 0-545,11 0 247,7 2-314,3 0 3454,5 0-3325,1 0 22,3 1-5,1 0-28,5 3-28,2-1-29,5 2-21,4 0 5,21 5-257,-5-2 206,16 3 1,-11-2-12,2 1-10,3 1 16,-2 0 16,17 3 1,-6-1-1118,-5-3 1135,-15-3 44,-22-5 1,-6-1-12,-4-1-11,-4 0-34,-5 0 177,-4-2-177,-7-1-2249,-4-2 2261,-5-1-1746,-5-1 1768,-5-1-341,-2-2 330,-4 0-1562,0 0 1561,0 0 1379,-15-1-1373,16 3-420,-19 1 386,32 6 266,-3 0-282,16 4 2162,6-1-2140,3 4 389,5-1-326,1 1 3413,3 0-3369,2 0-11,5 1-23,2 0-17,6 0-22,3 0 17,19 2-1460,-5-2 1398,13 3-11,-10-3 6,1 0-1,3 0-5,-1-1 12,2 0 16,10 2-2332,-14-4 2326,5 0 0,-20-2 57,-7-1 106,-5 0 905,-6-1-1096,-6-2-22,-8 0 0,-5-3-673,-8 0 706,-6-1-428,-7 0 437,2 0 0,-2 0-3,-23-5 0,18 5 0,0-1-927,-21-3 961,2 0 11,3 2-6,7 0-11,1 4-22,20 2 11,5 5 50,18 3 2914,20 8-2830,2-3-5,17 4 208,2-4-253,5 0-34,6 0-11,3 0-16,1 0-12,2-1 6,-2 0-12,-1-1 6,-3-2 193,-1-1-215,-3-2-6,-4 0-415,-5-1 404,-5-2 6,-8 0-51,-5-1-39,-10 0 212,-2-1-845,-17-3 1213,0 1-2149,-12 0-2340,-1 0 3993,-6 1 0,14 2 0,0-1 0</inkml:trace>
  <inkml:trace contextRef="#ctx0" brushRef="#br0" timeOffset="161999">23218 17872 20196,'3'-22'649,"11"4"-576,6 17-17,10 1-28,-4 1-11,2 1 11,0 2-23,1 0 12,0 1-11,-1 1-18,0 2 24,-1-1-7,-3 0-22,-1 1 12,-4 0-18,-3-1 1,-4 0 22,-4-1 11,-4-2 6,-2 1 0,-6-1 11,-3-1-6,-5 0-11,-4 0 1,-4-2 16,-2 0-17,-3-1 17,-1 1-6,-2-1-22,0 0 17,0 0-11,0 0 10,0 0-16,2 0 0,1 1-5,3 0-18,3 3 12,3-1-6,4 0 6,2 1 0,2 0 11,1-1 0,2 0-11,1 0 0,2-1 11,0-1 123,2 1-118,6-2 12,1 0-28,8 0 28,1 0-12,3-1 1,5 0-6,2-1-6,2 2 12,0-2-12,0 2 18,-2-2 16,-2 0-23,-2 0 23,-3-1-17,-4 1 17,-3 0 23,-4-1-23,-4 1 11,-2 0-56,-6-1 0,-1 1 17,-8 0-11,-2 0 11,-6-1 0,-4 0-11,-4 1 0,-3-1 16,-3 2-5,-3-1 6,1 1 16,0 0-5,2 1 17,3 0-12,2 0 1,5 0-18,3 0-10,5 0 5,3 0 0,5 0 0,3 0-12,2 0 1,3 0 0,1 0 22,6 1 0,1-1 17,8 0-22,1 0 11,3 0-6,3 0-28,3 0 23,1 0-1,3 0 7,0-1 4,1 0-16,1-2 0,-1 2-11,-2-2 22,-3 2-5,-3-1 5,-4 1 0,-4-1 29,-4 1-18,-5-1-5,-3 1 5,-3-3-16,-4 2 5,-5-2-3386,-6 1 3386,-5-1-1516,-4-1 1505,-5 1-867,-5-1 867,-2 1-358,-1 0 374,0 1-4,1 1-24,1 1 29,3 0-22,4 1 10,5 0-10,5 1 2039,6 1-2034,4 1 1754,7 4-1742,4-3 1503,6 2-1509,5-3 10,4-1-10,3 0 0,3-1-1,3 0 1,2-1-6,3 0 5,18-1-10,-9-1 16,13-1 6,0 0 336,-14 1-341,8-1 28,-20 1-18,-4 1 18,-4-1 5,-5 1 11,-5-1 0,-5 1-11,-3-1-45,-6 0 0,-4 0 0,-7 0-11,-5 1 22,-5-1-6,-6 1-2944,-3 0 2939,-4 0 11,-2 1-2251,-15-1 2256,16 0 7,-7 1-6,23 0 11,6 0-6,7 1-11,4 1-5,4 0 2273,2 1-2262,3 0 3398,1-1-3393,4 0 12,3-2-1,4 2 6,2-2 12,2 1-6,2-1-6,2 1 22,1-1-5,2 0-5,2 0-1,-1 0 1,0-1 5,-1 0 5,-2 1 12,-2-2-28,-1 2 5,-5 0-5,-2 0-6,-5 0 6,-3 0 5,-3 0 29,-1 0-1,-13 1-50,1 0-11,-13 2 17,3-1-12,-4 0-5,-3 0 0,-2-1-6,-1 2-6,0-2-2716,2 2 2739,2-1-791,5 1 774,3-1-16,4 0-1,5-1-5,5 1 11,1-1 11,4 1 6,3 0 2484,2 0-2457,6 1-27,3-1 0,3 1 0,2-2 0,2 0-2369,3 0 2336,1 0-2101,2-1 1971,1 1-256,0-1-421,0 1-1782,-1-1 2605,4-2 0,-16 2 0,1-1 0</inkml:trace>
  <inkml:trace contextRef="#ctx0" brushRef="#br0" timeOffset="165985">23840 16584 6557,'1'-7'2756,"0"1"-1625,-1 6 3310,0 0-3808,62-58-1787,-40 40 1423,14-15 0,-2 4 218,-20 21 536,-2 2-586,0 0 250,1 0-317,0 1-34,2-1 224,11-1-352,-3 1 642,11 1-727,-4 2-39,3 2-11,5 0 17,20 3-62,-12 1-3346,14 3 3346,-18 0-11,16 5-701,-17-3 695,11 4-59,-21-3 64,-2 0-4,-2 2 4,-3 0 12,6 7-5,-9-4-1,4 5 1,-10-5 5,-1 2 2952,-2 1-2935,4 10-22,-4-7-1,3 9 6,-6-9 1035,5 8-1046,-3-8 291,2 5-286,-3-10-22,0-2 6,-2-1-6,0-1-6,-2-2 6,-1 0-5,-2-2-12,-1 0 11,-1 1 17,-3-2-5,-3 2 0,-1-4-1,-2-1 18,0-3-1,-4 0-5,1-3-23,-6-1 23,2-2-6,-1-1 12,-2-1-7,0 0 12,-2-1 6,-1 0 0,-3-1-1,1 1-5,-3-1-5,1 1 5,1 2 11,1-1-11,2 2 0,4 1-6,2 1 12,4 0 5,1 0 11,4 2 12,2 1-6,3 0 6,0 0 22,2-1-45,2 1 6,1-1 16,3 1-5,-1 1 67,2-1-66,-2 1 78,3 0-68,-3 0-11,0 0-11,0 0 5,-2 0-16,3 1-23,0 1 11,1 1 17,7 4-5,-3-2-12,6 4-5,-2-1-6,1 0 6,2 0-6,1 1-22,0 0 6,0 1-12,0-1 6,-1 0 27,8 4-10,-6-3-3404,6 1 3410,-7-4-1,-1-1 6,-1 0-1,0-1-32,-1-2 55,0-2 11,-3 0 1,0-3 105,3-4-88,-3-1 16,2-5-6,-4 1 3381,-1 1-3380,1-1-7,1 1 29,-1-1 0,-1 1 0,0 1 5,-2 0 1,0 2 5,-2 0-12,0 1-10,-1 1-23,-1 1 0,-1 1-5,-2-1 11,0 1-62,-1 1-11,0 0-291,0 1-168,-2 7-6,-1-2-235,-1 6-455,-2-1-765,0 0-1514,-1 2-5147,0-1 8581,0-1 0,3-4 0,1-2 0</inkml:trace>
  <inkml:trace contextRef="#ctx0" brushRef="#br0" timeOffset="168257">27661 17233 10063,'-4'-5'4542,"0"1"-3769,4 4 1468,0 0-2331,58-58-2057,-33 43 2071,10-16 0,1 4 306,-13 27-549,1 1-39,0 1-28,1 3-405,5 6 343,-8-1-50,1 6-23,-13-2 79,-4 2 55,-3 3 79,-5 1 1610,-4 2-1600,-5 1-4,-9-1 33,-4 0-56,-23 6-29,7-8 426,-15 4-1149,-4-6 1329,15-5 62,-13 1 33,23-5 320,-8 0-370,14-2-29,-2 0 421,16-3-319,7-1 583,6 0-756,7-3 1407,6-2-1520,3 1 0,17-5-67,-4 3-28,12-3-34,8 3 11,-9 0-680,-5 1 1,1 1 702,7 0 11,12-1-717,-19 2 728,-3-2-5,-5-1 22,-4-2 28,-6-1-6,-4-2 12,-5-1-6,-4-3-6,-3-2 1326,-4-1-1275,-2-3 841,-5-1-774,-2-2 39,-2-2 73,-1-1 73,0 0-2877,-4-9 2944,6 10-1491,-2-5 1429,8 11 0,2 4-50,1 0-603,1 4 564,1 0-40,1 3-16,1 0 2329,0 2-2419,0 2 2034,0 0-2085,1 17 1065,0-3-1126,1 15-17,0-5-5,0 3-56,2 16-6,0-8-22,1 10-28,0-11-264,3 13 96,-1-11-680,1 10 540,-5-15-62,0-3-84,-3-1-157,-1-3-2044,-9 5-190,0-8-3597,-5 1 6565,5-11 0,4-4 0,3-2 0</inkml:trace>
  <inkml:trace contextRef="#ctx0" brushRef="#br0" timeOffset="168775">28875 17028 21483,'33'-25'370,"-10"4"-336,-29 14 22,-6-1-12,-3-2-4,-5-2 4,-3-1-27,-4 0-544,-4 0 549,-2 1-10,-1 1-7,-1 1 6,3 4 12,-5 2-18,12 3-21,0 2 4,15 1 7,4 2 10,2 1-5,1 0 551,1 0-562,1 1 33,1 2-5,0 0 11,0 3-17,0 0 51,0 2-12,0 1 17,0 3-5,0 1 5,-1 2 6,-1 1-12,-2 3 7,-2 1-24,-2 2-4,-2 3 4,-3 1-4,-3 3-12,-3-1-6,-12 15-811,8-11 784,-7 10-1,11-14 1,3 0-23,2 0 39,3-1-243,1 1 227,4-1-12,3 1-39,2-2 6,4-1-6,2 0 0,4-1-23,5 1-22,2-1-33,4-1-51,2-1-45,2 0-78,2-2-84,-1-2-107,2-1-184,0-4-2644,10 0-1652,-8-8 4523,11-1 0,-25-7 0,-1-1 0</inkml:trace>
  <inkml:trace contextRef="#ctx0" brushRef="#br0" timeOffset="169941">29213 17119 20974,'14'-50'761,"-4"9"-609,-15 38-24,-2 1-15,-2 0-6,-3 1 5,-3 1-6,-2 1-16,-2 1-18,-2 4-16,-2 1-5,-13 10-23,8-1-6,-10 8 17,0 10-22,9-5-335,-7 13 324,15-9 10,3-1-38,2 3 11,2-1-12,2 2-27,2 0 11,4 0-12,2 0-10,9 14-1,2-13 6,9 10-17,4-19 17,3-2 34,5-5 16,1-4 18,2-4-1,-1-6 22,0-3 35,7-8-1,-11-3-11,6-7 17,-14-2-6,-2-2-6,-3-2 29,-3-1 5,-3 1 6,-4 0 5,-3 3-5,-4 1-11,-2 2 5,-7 2-22,-1 2 16,-3 3-16,-1 2-11,-1 2-17,0 1-29,0 3-4,0 1-1,0 4-11,0 2-11,0 2-1,0 2-3295,1 0 3262,1 2-845,2 0 806,1 2 2,3 1-103,2 1-72,2 2-141,5-2-118,0 2-201,3-1-352,3-1-617,2 0-6800,9 7 8486,0-5 0,-2-2 0,-5-9 0</inkml:trace>
  <inkml:trace contextRef="#ctx0" brushRef="#br0" timeOffset="170181">29613 17652 22823,'17'-46'-28,"-4"10"-17,-31 50-146,-3 6-16,4-2-102,-7 7-732,1 3 257,6-7-325,-4 6-728,10-9-1373,2 0-4816,3-4 8026,4-2 0,0-5 0,2-4 0</inkml:trace>
  <inkml:trace contextRef="#ctx0" brushRef="#br0" timeOffset="170665">30173 17522 12942,'5'-8'4744,"-2"2"-3725,-3 6-228,0 0-131,21-62-518,-16 37 272,5-16 1,-4 0-90,-12 21-34,-6-7 244,-10 6-378,2 6-3243,-18-4 3158,13 12-891,-9 1 875,11 5 190,-11 6-218,6 1 22,-19 12-646,18-3 608,-8 5 2555,13-4-2579,2 1 12,3 0-22,1 1 0,5-1-1799,2 1 1804,5-1 17,3 1-23,2-2 700,10 6-672,1-8 23,9 1-17,-1-9 12,1-4-1,3 0-5,1-5-2187,2-2 2186,0-5 2213,0-3-2145,9-13-39,-10 5 11,6-10 11,-12 8 34,-3 1 22,-2 0 23,-3 2 190,1-5-151,-5 8-12,1-3 3343,-5 11-3309,-1 3-45,0 2-139,-1 2 16,0 2-33,0 5-3393,0 8 3393,0 3-1456,0 7 1450,0-2-90,0 3 96,0 2-23,-2 16-28,-1-9 12,-3 13-29,-2-14-33,-3 2-1882,-1-1 1669,-4 1-190,-1-1-376,-3-1-24,-2 0-2793,0-3-6140,0-3 9678,5-5 0,7-10 0,5-5 0</inkml:trace>
  <inkml:trace contextRef="#ctx0" brushRef="#br0" timeOffset="170906">30467 17661 22963,'3'5'-314,"-2"3"168,-10 6-139,0 1-147,-1 1-218,0 1-380,0-1-4017,0 7 5047,4-5 0,1-2 0,3-9 0</inkml:trace>
  <inkml:trace contextRef="#ctx0" brushRef="#br0" timeOffset="171382">31025 17536 18123,'5'-43'799,"1"1"0,-1-2 0,-4 7-490,-6 17-102,-4-4 725,-3 11-792,-1 1 221,-3 3-282,-2 1-6,0 3-1,-4 1 52,-10 2-96,7 1-12,-11 5-409,11 2 415,-2 4-11,0 4 320,-1 0-336,0 2 21,2 2-27,2 1 6,4 1-7,3 1-16,3 0 28,4 1-22,4 1 5,3-3-22,2 1 607,3-3-556,3-2 76,4-2-66,2-3-22,2-4 0,3-4 40,8-4-24,-2-4 7,6-6 5,-7-2 17,1-2-1,-1-4 7,1 0 33,-3-3-513,0 0 563,-2 1 40,-2 0-238,-2 4 293,-2 1-55,-3 3-6,-2 3-34,-1 2-27,-2 2 421,-1 3-511,-1 1 284,-1 1-313,0 8 18,-1 1 0,-1 7-1,-1 2 6,1 2-39,-2 4 28,2 3-11,-2 2-28,-1 2-208,0 1 107,-3 2-33,-1 1-46,-1 0-122,-4 1-203,0-1-1598,-4-3 0,0 1-2060,-6 7 4062,2-6 1,2-3 0,8-13 0,0-2 0</inkml:trace>
  <inkml:trace contextRef="#ctx0" brushRef="#br0" timeOffset="171610">31215 17860 23013,'-16'26'-84,"1"-3"-34,3-8-78,0 1-162,0 0-220,3 2-458,-1 0-874,3 0-1484,-2 0-6437,4-2 9332,0-2 0,2-8 0,2-1 0</inkml:trace>
  <inkml:trace contextRef="#ctx0" brushRef="#br0" timeOffset="172239">31652 17411 22179,'12'-32'56,"0"0"0,7-15-34,-19 62-22,0 3-17,-1 4-16,0 3-46,-1 4-67,-2 2-123,0 3-162,-2 1-247,-2 0-408,0-1-880,-3 0-1804,-1-2 3770,-4 4 0,7-17 0,0-1 0</inkml:trace>
  <inkml:trace contextRef="#ctx0" brushRef="#br0" timeOffset="172690">31954 17455 13037,'2'-5'4711,"1"1"179,-3 4-4812,22-26-16,-20 27-6,15-17-17,-27 34-11,-2 2 6,0 2-23,0 1 11,0 1-11,1 1 1,2 0-12,2 0-28,2 1-3387,3-2 3398,1-1-792,2-3 815,2-4-131,4-2 136,1-3-28,3-4 34,3-2-6,1-3 0,4-2 51,0-3-51,3-1 17,0-6 34,1-3-532,-1-2 565,0-1 140,-2-1-123,-2 1 56,-2 1 12,-2 1 256,1 1 2456,-6 4-2656,1 1 1791,-7 6-1982,-1 1-12,-2 4-33,0 2 0,-2 5 6,-1 3-23,-3 4 6,-1 1-6,0 3-17,-2 0-5,0 2-6,-1 2-33,0-1-23,0 2-72,1 1-85,-1-1-128,2 1-152,-1-1-156,2-1-298,-1-2-459,1-2-1069,0-3-3020,-1-1 5540,1-2 0,3-7 0,0-1 0</inkml:trace>
  <inkml:trace contextRef="#ctx0" brushRef="#br0" timeOffset="173142">32559 17435 21547,'30'-41'183,"0"-1"0,-2 4 0,-5 9-88,-11 22 294,0 2-327,1 1 98,1 2-132,1 1 11,1 0-5,-1 2 57,2 1-35,7 5-22,-5 1-6,4 4 147,-8-2-152,3 7-6,-7-3 16,-1 4 23,-6 4-39,-5-4 0,-3 7 5,-4-6 12,-3 1-1,-3 0 35,-7 9-288,3-5 265,-5 7-17,6-7-28,1 2 11,0 2 0,0 0 6,1 3 11,0 1-34,3 1-5,1 2 0,3 1-40,1 20 18,4-12 8,1 15 2,2-17-10,1-3-1,0-2 0,-3-6-3293,-2-4 3310,-6-8 17,-4-6 0,-6-6-39,-4-3 16,-6-7-543,-6-3 342,-5-4-224,-5-6-572,-6-2-3165,-3-5-1528,-2-1 5713,23 9 0,2 1 0,-3-1 0,1 0 0</inkml:trace>
  <inkml:trace contextRef="#ctx0" brushRef="#br0" timeOffset="176178">28885 18131 7106,'-3'-3'1898,"2"1"320,1 2-1798,66-20-22,-38 15-447,13-6 1,-1 2 367,-13 9 473,19 2-674,-18 0 66,21 3-40,-31-2-105,3 1-5,-12-2 66,-2 1 232,-4 0-80,-5 0-122,-2-1-18,-5 1-17,0 0 0,0-2-11,-2 2 6,0-2-12,0 2 12,0-1 5,0 0 6,-2 0 331,-13 1-281,9-1-22,-12 0 246,2-1-145,7-1 38,-7 0 1,10 0-6,2 0-55,2 0-52,4 0 68,3 0-95,3 0 134,2 0-173,8 0-34,-1 2 17,6-1-6,5 2-45,-2-2-5,12 1-17,-9-1 23,6-1-23,-1 0 28,-4 0-17,3 0 11,-8-1 62,2-2 1,-7 2 83,0-3-106,-7 2-40,-3-1 17,-3 1-5,-4 1-1,-4 0 29,-2-1-12,-2 2 124,-12-1-79,7 1 146,-24 0-196,21 0 33,-21 2-55,25-1-7,-8 1-4,9 0 49,-4-1-16,8 0 11,-2 1 73,9-2-56,5 1-23,1-1 45,11 0-67,0 0 34,9 0 16,13-2-28,-4 1 12,29-3-51,-21 2-3374,13-1 3386,-16 1 5,-1 1-117,-3-1 140,-2 1 33,-4 1 84,-5-1 39,-4-1 291,-5-1-436,-8 0-28,-5 0 28,-8 1-45,-3 1-12,-3 0 1,-4 1-6,-1-1 5,-1 1 3310,0-1-3315,1 1-17,1 0 244,-5 2-267,7 2 29,2 1 0,8-1-1,9-1-10,1 0-40,2-2-50,2 0-95,2 0-572,8-1 102,-1 0-297,6-2-562,-2-1-979,0-2-2542,2-1 5057,3-2 0,-10 4 0,0-1 0</inkml:trace>
  <inkml:trace contextRef="#ctx0" brushRef="#br0" timeOffset="178279">29403 16494 4682,'6'-48'898,"0"1"0,3-2 0,1 8 400,2 17-715,9-7 1812,11 3-1991,-5 7-46,12-5-28,-7 9 607,0 2-684,1 2-18,0 1-249,0 3 210,0 1 619,-1 3-664,0 2 189,12 2-205,-12 2-12,7 4 0,-16 2-28,-2 5-22,-3 2-6,-2 2-16,-3 3-18,-1 4-5,-3 3-5,0 4-23,-1 4 11,-1 0-11,-1 3 416,0-1-427,0 1 17,-2-1 1731,0 1-1737,-2-1-1965,0 1 1960,0-2-1,-2-1 6,0-3 0,-3-2-22,-3-2 10,-4-4 1,-2-3 11,-3-3 6,-2-4-17,-1-2 16,-3-1-22,0-3-5,-3-1 0,0-1-6,-1 0 11,-1-2 34,2-2-17,1 0 0,2-1-12,3-1 18,3-1 979,4-2-968,2-3 28,3-1-34,2-2 3420,2-1-3369,1-2-1,1-2 35,0 0-18,0-2 0,0 2 6,0-1 6,0 3 11,0-1 5,-1 4-11,-1 0 12,0 3-18,1 2-10,-1 1 11,0 1-62,1 1 67,0 1-61,0 6 0,3 4-1,1 3 12,4 3 0,2-2-6,2 0 0,3 1 0,10 7-11,-5-5 0,9 5 12,-7-7-1,0-2-17,-2 0 17,1-2 12,-2-3 55,7-2-61,-5-2-11,6-3-12,-6-3 28,0-2-16,2-3 0,1-3 38,1 0 18,-1-2 16,-2 0 18,-1-1-3382,-2 1 3398,-1-1-1332,-1 1 1349,-2 0-34,-1 2-33,-1 2-40,-2 1-11,-1 1-11,-2 2-16,0 1 2709,-2 1-2749,-1 2 1958,0 0-2205,-2 2-22,1 1-201,-2 2-1625,0 7-235,-1-2-2957,0 6 5315,-2-2 0,2-6 0,-2 0 0</inkml:trace>
  <inkml:trace contextRef="#ctx0" brushRef="#br0" timeOffset="179971">27499 18328 9268,'-7'-5'5690,"1"2"-4015,6 3 145,0 0-1797,49-36-1797,-25 26 1768,8-9 1,1 2-46,-5 16-51,12 1-60,-10 2-46,7 1-324,-8 6 157,-9 0-73,1 3-61,-13-3-41,-4 0 52,-6 1 100,-5 0 96,-6 1 117,-5 1 67,-6 0 46,-4 2-1,-23 6 699,10-4-609,-17 4 56,18-6 33,1-1 18,4 2 44,4-2-6,5 2 6,3-2 11,5 0 331,2 1-180,0 1-168,6-3 35,0 0 33,7-6 27,2-2 707,1-1-768,4-2-50,2-1-68,6 0-27,4 0-12,5-1-6,5-2-5,4-2 0,5-2-28,3-1-921,3-1 910,2-1 0,-2-2 16,-1 0 1,-3-2 16,-4 0 34,-3-1 56,1-5 28,-12-2-67,-3 1 17,-12 2 83,-13 1-66,1 4 38,-9-3 989,4 5-904,-1 1 398,-3-5 106,5-1-348,0 3-67,7 4-56,4 7-50,1 1 101,0 0-197,2 2-10,0-1-46,3 1 1,0 3-17,2 1-23,-1 4-5,2 3-12,3 11-21,-3-4-7,2 9-16,-3-4 5,-2 2-16,0 1 0,-3 4-34,-1-1-34,-1 3-296,-6 10 50,2-13-515,-5 6 207,1-15-354,-2 0-379,0 1-701,-3 1-1608,0 0 2898,-5 3 1,9-12-1,0-1 1</inkml:trace>
  <inkml:trace contextRef="#ctx0" brushRef="#br0" timeOffset="180613">28602 18508 9024,'-8'-35'322,"1"1"0,-5-22-143,8 49-5,-2 2 1599,-5-5-1639,1 3-22,-3-2-21,0 2-35,1 0 0,-1 1-12,0 0 1067,0 0-1083,-2 2 2274,-6 0-2285,5 2 17,-5 0-6,8 2 17,0 0 3391,2 0-3408,-1 1 79,-3 1-40,4 0 6,-4 1 5,7-2 17,1 0 6,1 0 22,3-1 107,1 0 251,1 0-436,0 1-28,1 1 17,0 2 5,0 1 0,1 1 17,-1 1-34,1 1 18,-1 2-1,-1 1 6,-1 2 5,-1 2 34,-6 11-50,1-5-18,-3 10 12,0-8-5,-1 1-12,-2 2 34,-1 0-3387,0-2 3365,2-2-442,1-3 447,1 0-79,-3 9 46,2-5-74,-2 7 102,3 4-12,5-10 0,1 9-67,5-13-45,4 0 23,4-3 28,4 0 2949,16 4-3224,-4-6-902,26 6-123,-15-11-2378,-3-4 1,2-1 3044,12 0 0,-6-1 0,-18-3 0</inkml:trace>
  <inkml:trace contextRef="#ctx0" brushRef="#br0" timeOffset="181126">29134 18568 12388,'0'-3'4721,"0"0"-453,0 3-4111,-16-27-23,6 23-27,-14-20-7,9 30-4,-3 0-7,-2 2-21,-3 1-12,-1 2-28,-2 1 34,1 2-51,1 1 39,2 0-3408,4 0 3296,3 0-1084,1 0 1078,2 1-750,0 1 840,0 2-16,1 1 5,1 3-33,1-1 2361,3 2-2406,2-2 27,2 0 1537,5 5-1553,1-8-2084,11 9 2140,-4-16-2208,7 2 2225,-4-9 16,0-2-78,0-2 107,1-3-45,0-3 16,-1-3 79,0-2 2113,-2-1-2045,3-6-124,-6 3 23,2-3 5,-8 6 33,-2 1-5,-1 0 3342,-3 1-3415,-1 2-33,-4 0 33,-3 3-61,-1 0-1,-2 3 6,-1 0-39,1 2 79,-2 1-62,0 4-6,1 1-6,0 2 12,1 1-45,-5 7-33,5-2-91,-2 3-156,6-3-745,2 5 79,3-5-763,2 5-1265,4-7-2554,4-1 5612,4 1 0,-3-7 0,1-1 0</inkml:trace>
  <inkml:trace contextRef="#ctx0" brushRef="#br0" timeOffset="181336">29366 18821 12040,'11'-8'6812,"-2"2"-5369,-9 6 582,0 0-2345,8 9 1078,-9 0 322,5 9-406,-13-3-42,-3 2-537,0 1-327,-3 1-310,-1 1-785,-1-1-2751,1 0-1800,0-3 5761,4-3 1,6-6 0,2-3 0</inkml:trace>
  <inkml:trace contextRef="#ctx0" brushRef="#br0" timeOffset="181832">29951 18512 10713,'3'-4'8713,"0"0"-3652,-3 4-5652,-26-45 744,11 36-218,-22-31-84,5 54-11,5-1-141,-9 7-504,8-2 558,0 1-303,-1 3 406,2 0 231,1 0 100,5-1 198,3-3 215,-5 9 147,8-6 35,-4 10-121,3 3 82,6-7 56,1 8-40,6-3 17,6-9-268,2 4-177,4-12-286,3-3 68,1-4-565,1-1 563,10-4-1041,-6-3-303,8-5 191,-9-2 295,1-5 429,-1 0 333,0-3 205,-3 0 275,2-10 319,-6 8 249,-1-7 242,-6 9 26,-3 2 42,-3 1-296,-8 0-710,-2 4-401,-5 3-293,-5 4-462,4 4-239,-6 2-268,8 5 434,0 1 391,2 1 752,0 3 425,1 0 188,1 1 128,2 1-236,2 0-704,1 9 186,4-6-628,0 7-9471,10-1 9884,2-4 0,-1-4 0,-1-8 0</inkml:trace>
  <inkml:trace contextRef="#ctx0" brushRef="#br0" timeOffset="182043">30062 18914 32767,'-4'5'0,"0"-1"0,-2 13-2530,1-3 857,-2 1 222,-1 2-256,-1 0-1007,-1 1-3775,-2-2 6434,4-4 20</inkml:trace>
  <inkml:trace contextRef="#ctx0" brushRef="#br0" timeOffset="183078">30943 18646 18891,'9'-40'379,"1"0"0,0 3 0,-7 9-88,-13 18-34,0 1-16,-2 1-34,-1 0-44,-2 0-23,-1 1-28,-2 2 50,-11-1-117,6 3-6,-9 1-17,8 2-10,2 3-7,-2 1-22,2 5 1,-8 6-18,8-2-5,-5 7-51,6 1 68,7-3-1,-1 5 18,8-6 16,3-1 6,2-2 50,2-2 0,0 0-44,3 0-40,2-1-11,4 1-3420,1 0 3442,2 0 45,3-2-27,7 0-24,-3-5 7,6 0 33,-8-4-23,2-4 35,-2-2-68,3-5 22,2-5 23,2-3 5,1-3-1830,-3 0 1908,-1 2 29,-6 4 23,-2 3 27,-4 3-11,-1 3 2427,-2 1-2495,-1 2 2804,-2 2-2888,-1 0-4,-2 0-12,0 7 22,-3 0 68,-4 13-6,0-5-45,-2 6 22,1-6-89,-2 3-22,0 1-17,-1 3-168,-8 13 100,3-6-83,-5 11-685,0 3-21,6-9-431,-3 7-947,8-12-1512,1-3 3814,1 2 0,4-13 0,1-1 0</inkml:trace>
  <inkml:trace contextRef="#ctx0" brushRef="#br0" timeOffset="183272">31260 18868 21847,'-20'25'-1056,"0"0"0,-15 18-408,26-26-1639,-2 0 3096,1 2 1,3-9 0,2 0-1</inkml:trace>
  <inkml:trace contextRef="#ctx0" brushRef="#br0" timeOffset="183544">31695 18640 13385,'2'-6'5096,"-1"2"-2234,-1 4-2856,13-19-28,-14 20 83,7-11-83,-23 31-436,3-2 223,-6 6-141,3-4-178,-1 2-213,-2 2-298,0 3-443,-1 0-3583,-6 13 532,8-10-98,-2 4 4657,12-16 0,4-9 0,3-5 0</inkml:trace>
  <inkml:trace contextRef="#ctx0" brushRef="#br0" timeOffset="183953">31886 18705 22513,'-14'-29'310,"2"10"-285,5 30-36,-5 11-76,1-3-11,-4 8 82,5-6 17,0 2-246,-1 19 165,5-15 11,0 12 43,6-21 34,1-2-11,2-3 9,3-2 136,2-3 140,1-3 62,3-3 120,2-1 114,0-3-111,3-2-24,1-4-8,0-2-255,1-2-51,0-2-77,-2 1-142,0-1-18,-3 1 23,-2 2 41,-3 0 77,-2 2 18,-2 2-14,-1 2-47,-1 1 42,-2 0-132,0 3-99,-1 0 17,-5 7 155,1-1-52,-5 6-111,-4 6 112,1-1-52,-5 6-20,4-4-93,0 2-173,-1 0-232,2 2-398,-1-1-405,2 1-1064,2 0-1963,6-14 4477</inkml:trace>
  <inkml:trace contextRef="#ctx0" brushRef="#br0" timeOffset="184378">32288 18780 12371,'0'-9'5797,"0"1"-4649,0 8 1754,0 0-2807,11-48-11,-5 36-39,9-36-6,-7 48-22,1 0 16,0 2 12,1 0-34,0 1 17,-1 0-28,1 0 12,-1 1 27,-1-1-45,-1-1 34,-1 1 11,-2-1 17,0 0-16,-2 0-18,0-1 17,-2 1 34,1-1 168,-1 1-129,0-1-28,0 2-23,0-2 7,0 2 21,0-1 6,0 1 12,0 3-79,0-1-39,0 3 11,0 0 22,0 2-28,0 1-22,0 2-11,0 2-22,0 2-12,1 1 50,2 11 29,-2-4-23,1 8-56,-1-8 34,-1-1-601,-2 1 640,-3-3 0,-3 0-28,-5-3-23,4-10-27</inkml:trace>
  <inkml:trace contextRef="#ctx0" brushRef="#br0" timeOffset="187713">6156 16763 19098,'-5'0'571,"1"0"2028,4 0-2470,-12-4-23,10 2 6,-9-2 0,15 4-5,2 1-1,0 1-16,3 1-6,2 0-23,3-1-27,5 0-23,3-1-16,6-1-23,5 0-23,4-3-66,5 0-63,5-4-687,5 0 515,3-1-86,3 1-144,2-1-118,-2 1-90,-4 2-1949,7 1 78,-22 2-1584,1 1 4245,-26 1 0,-8 0 0,-3 0 0</inkml:trace>
  <inkml:trace contextRef="#ctx0" brushRef="#br0" timeOffset="188022">6471 16729 17669,'-9'0'1838,"1"0"-1183,8 0 2129,0 0-2627,-10 35-113,8-14-27,-7 30-3386,12-22 3363,0 1-1131,4 4 1125,0 2-1894,1 2 1855,2 1 7,1 0-27,2 1 4,3 12 16,-7-12 1886,0 8-1913,-9-18 1153,-7-4-1131,-5-2-45,-21 4 12,4-10-63,-13 3-732,-3-11 123,11-5-824,-7-3-1636,16-7 3221,3-5 0,10 4 0,2-1 0</inkml:trace>
  <inkml:trace contextRef="#ctx0" brushRef="#br0" timeOffset="188279">6964 16848 16368,'-9'4'470,"2"-1"1375,7-3-1464,0 0-840,89-42-3038,-49 29 3079,15-10 1,3 2-3532,1 18-298,-12 1 4247,-14 2 0,-2-1 0,-8 1 0,-1 0 0</inkml:trace>
  <inkml:trace contextRef="#ctx0" brushRef="#br0" timeOffset="188477">7098 17123 14981,'-4'0'2369,"0"0"-5794,4 0 3374,72-36-38,-39 24 691,11-9 0,1 1-887,-12 14 701,-1 0-1161,2 0-755,-2 1-612,0 0-2458,-1 2 4570,1-1 0,-15 3 0,-1-1 0</inkml:trace>
  <inkml:trace contextRef="#ctx0" brushRef="#br0" timeOffset="188706">7856 16941 21797,'45'-12'-1660,"0"-1"0,-3 1 0,-7 4-6994,-10 8 7312,-4 0 1,-11 0 0,-4 0 0</inkml:trace>
  <inkml:trace contextRef="#ctx0" brushRef="#br0" timeOffset="188948">8432 16673 19848,'-1'-4'2257,"1"1"1250,0 3-3406,-3-26-17,3 26-11,-3-16-29,5 36 7,0 2-12,-1 4-17,2 1-22,-2 5-336,2 0 325,-1 4-56,1 1-6,0 1-899,3 1 743,0-1-80,2-1-301,1-2-437,0-2-628,0-3-1153,-2-2-6319,-2-6 8395,-2-4 1,-1-10 0,-2-3 0</inkml:trace>
  <inkml:trace contextRef="#ctx0" brushRef="#br0" timeOffset="189603">9096 16763 10842,'0'-5'4161,"-1"1"4230,1 4-8229,-1-57-11,1 47-11,-2-40-11,0 64-22,-2 5-57,1 3-5,0 4-40,-1 3-55,2 1-17,1 1-68,1 1-94,4-2-163,3 1-219,4-1-752,4-2-233,3-1-891,3-1-1982,1-2-2981,-1-3 7179,-3-5 1,-9-8 0,-4-3-1</inkml:trace>
  <inkml:trace contextRef="#ctx0" brushRef="#br0" timeOffset="189806">9026 17029 22204,'-9'-36'50,"0"1"0,3-23-61,36 55-5377,6 0 5332,3 1-62,4 1 1224,3 1-1426,0 0-167,0 0 9,0 0-648,-3 0-611,-1 0-1422,-4 0-4906,-6 0 7797,-8 0 1,-11 0-1,-7 0 1</inkml:trace>
  <inkml:trace contextRef="#ctx0" brushRef="#br0" timeOffset="190012">9703 16670 24133,'-30'32'118,"6"-1"-113,24-4-55,2 3-5706,2 1 5577,4 2 798,1 2-1190,2 0-505,0 1-1108,-1-1-1558,0 0-4990,-2-4 8961,-1-6 1,-4-11 0,-1-7 0</inkml:trace>
  <inkml:trace contextRef="#ctx0" brushRef="#br0" timeOffset="190253">10119 16859 15184,'44'-29'-923,"1"0"1,4 2 0,-3 8-1346,-7 18-2084,14 3 4352,-12 1 0,-20 0 0,-1 0 0</inkml:trace>
  <inkml:trace contextRef="#ctx0" brushRef="#br0" timeOffset="190437">10150 17060 19209,'1'-2'-34,"8"-1"-95,20-6-100,4 1-163,4-2 1774,2 1-3118,2 0-2712,0-2 4448,7 0 0,-24 5 0,1 0 0</inkml:trace>
  <inkml:trace contextRef="#ctx0" brushRef="#br0" timeOffset="192451">11239 16806 12258,'-5'-2'2459,"1"1"3523,4 1-5483,12-65-4436,-9 42 4110,4-14 1,-1 1 141,-4 21 1144,0 1-1241,1 1-28,0 2 614,2 1-686,0 2-34,2 1-34,1 1 2492,2 1-2519,3 1-7,2 1 12,1 1-11,4 2-6,-1 0-16,2 3-12,-1 3 23,0 4-18,-1 3 7,-1 4-23,0 1 0,-2 3-17,-2 0-22,1 2 0,-4 0-34,-2 0 0,-3 9 45,-3-9 45,-6 7-17,-5-11 17,-5-1 33,-5 0-11,-2 0 6,-2-2-6,-2-1 6,2-1 5,0-3 46,3-2 4,2-3 12,4-3-5,3-2-6,3 0-6,3-4-6,3-1 1,1-4-34,2 0 22,4 0-22,2-1 6,2 2-6,2 1-22,1 1 22,1 2-12,-1 2-4,1 1-7,-1 1-16,0 2 5,0 3 18,1 3-1,0 1-6,2 2-5,2 2 0,1 0 0,2 2-11,0 1 17,2 3-17,-1 1-3393,0 3 3393,-1 1-434,-3 2 417,-3-1 5,-6-2 7,-4-3-55,-11-1 66,-5-2-18,-12 0-16,-6-2-23,-5-3-33,-4-3-56,-2-3-129,0-4-218,-1-4-461,1-3-1202,3-6 2445,-2-6 0,20 7 0,1-1 0</inkml:trace>
  <inkml:trace contextRef="#ctx0" brushRef="#br0" timeOffset="211907">6981 18063 8416,'-8'0'3249,"2"-1"-2285,6 1 4110,0 0-4783,8-21-67,-2 13-73,6-16-33,-3 19-45,1 0-1,10-2-77,-3 3 5,7-1-23,-3 2-27,2 0-12,3 1-372,1 1 311,3 0-271,15 2 271,-8 1-112,25 3 128,-27 1 1,5 3-6,-18-1-6,-7 1 1,-6 1-96,-10 8 112,-7-4-16,-8 7-7,-5-5-72,-18 10-660,6-5 817,-14 7-6,11-7 12,-3 0 10,0 0 29,-3 0-1,1 0-236,0-1 254,3-1 16,2 1 11,3-2 6,4-1 23,3-2-1,4-2 28,2-2 34,4-3 12,4-2-12,4-1-12,4-3 1128,2-1-1178,8-6 381,3 0-415,8-6 12,3 0 6,3-3-28,5-2 27,21-10-55,-7 6-587,-13 6 1,0 1 603,15-5-6,1-1-3008,-1 0 3019,-2 0 5,-3-1-14,-5 2 20,-4 2-11,-5 1-1990,-6 1 2018,-5 0 539,-5 2-539,-5-1 2265,-4 1-2260,-6 0 34,-4-2 40,-16-5-34,4 4 3408,-10-4-3334,8 7 26,0 2 34,0 0 51,1 2 61,3 0 40,1 1 16,3 0-17,3 1-33,3 0-56,3 1-73,1 0 101,2 0-246,2 1-23,0 0-12,7 2-38,0 2 5,5-1-22,2 4 17,3 2-12,2 5-16,3 4-1,2 3 6,2 3-315,1 2 310,0 4-12,-1 2-33,-1 2-12,-2 3-1507,-3 1 1456,-3 1-49,-4 1-515,-3-2 397,-5 0-106,-1-1-269,-3-1-644,-2-1-1316,-2 0 1971,-4 3 1,4-16 0,0-2-1</inkml:trace>
  <inkml:trace contextRef="#ctx0" brushRef="#br0" timeOffset="212443">8460 17839 18759,'-45'-15'69,"0"1"0,4 0 0,5 6-41,13 13 11,-2 2-22,-1 0 17,-2 1-23,-1 0 0,-2 1 6,1-1-23,-3 2 1,2-1-1,-2 0 17,0-1 1,1-1 38,2-2 12,4-2 979,4-1-895,4-2 367,6 0-334,4 0 158,4-2-197,1 0 503,3 0-553,0-1-23,0 0-28,0 1 17,2 0-22,0 2 11,2-1-1,0 1-16,1 1 17,0 3-28,1 3 0,-2 3 22,1 2-11,0 3 0,-2 2 22,-1 3-33,-1 1 6,0 3-12,-1 2-6,-3 3-1266,0 1 1250,-2 3 5,0 1-5,0 2-11,0 0 5,0-1-6,2-1-16,2-1-493,0-2 516,2-1-12,2-1 11,3-3-11,4-2 0,2-1 11,4-4 0,3-1-50,3-4-28,4-1 1153,3-4-1462,24-3 118,-7-4-439,-13-2 1,0-2 108,22-4-498,2-5-343,4-3 670,-29 6 1,0 0-973,2-1 0,0 0-1871,-3-1 1,0 1 3239,23-7 1,-26 7 0,-12 3 0</inkml:trace>
  <inkml:trace contextRef="#ctx0" brushRef="#br0" timeOffset="213057">9422 18034 13844,'-5'0'1265,"2"0"5501,3 0-6536,-31-63-3201,27 43 3060,-12-16 1,6 3 442,20 24-392,1-1 592,2 2-637,1 0-22,2 1-6,-1 0 1622,1 2-1644,0 0 534,0 2-573,1 1 5,0 1-22,0 0-1,1 3 12,1 2-11,1 3 0,-1 4-28,1 2 0,-1 1-1,-2 3-66,4 9 44,-8-4-712,2 6 718,-10-8-11,-2 0 27,-3-2-424,-3 0 442,-2-1 5,-4 0 6,-2-2 27,-1 0-4,-2 0 10,0-1 6,-3-1 11,1-2 0,-1-3-5,1-2 22,2-3 659,1-1-586,-2-6 389,5-1-462,-1-4-11,6 1-6,2-1 34,1-3-28,2 4-17,2-1 5,2 3 18,2 2 33,8-2-45,-3 3-5,6-2 16,-2 4-11,1 0-33,2 1-6,0 2-17,2 2-3381,0 3 3398,0 1-537,2 3 515,0-1-51,9 9 56,-8-3-5,4 7 11,-11-4-6,-3 1 11,-4 0-11,-4 0-27,-3-1 16,-5-1-34,-4 1-67,-15 9 3160,2-7-3199,-12 6-90,5-11-139,-2 0-298,-1-1-565,-2-1-5221,-10 1-1668,14-6 7497,-3-1 1,22-6 0,5-2-1</inkml:trace>
  <inkml:trace contextRef="#ctx0" brushRef="#br0" timeOffset="213282">10265 18069 18690,'-13'43'26,"-1"0"0,2-3 0,3-6 483,8-12-570,1-1-2409,0-1 2189,0-1 812,0 0-3808,0 6-1610,0-7 4887,0 5 0,0-15 0,0-1 0</inkml:trace>
  <inkml:trace contextRef="#ctx0" brushRef="#br0" timeOffset="215380">11614 17767 10914,'0'-3'2695,"0"1"4435,0 2-6901,-59-37-1536,37 30 1399,-14-11 0,2 4 564,14 23-499,-3 4 5,0 2-10,-3 3-17,-1 2-23,-3 4-6,-2 2-50,-1 5-448,-2 3 426,1 3-34,-2 3 28,1 2-17,0 1 17,1 0-17,3-1 6,1 0 0,5-2-34,4-3 17,5-2-22,5-5-12,6-3 23,2-2 0,6-3-17,4-1-6,6-4-5,5-3 5,4-4-2415,4-2 2410,4-3-534,3-1 523,3-3 38,1 0 7,0-4 10,0-2 35,-1-3-18,-3-1 17,-4-2-16,-4-2 454,-6-1-438,-6-1 12,-5 0 21,-4 1 7,-3 0-29,-6 2 1,-4 2 3094,-6 1-3145,-6 2 17,-3 2-6,-4 1-6,-1 1 23,-2 2-11,0 0 11,1 1-17,0 1 6,3 1 17,2 3-12,3 0 858,3 2-891,3 1-23,4 0 12,3 2-6,4 0-34,1 2-50,2 0-89,2 1-118,3-1-164,1-1-217,5-1-576,3-2-926,3-1-1819,2-1-5810,0-1 9508,-2-2 0,-7-2 1,-3 0-1</inkml:trace>
  <inkml:trace contextRef="#ctx0" brushRef="#br0" timeOffset="215609">12125 18108 22828,'-35'39'-330,"7"-4"-57,24-16-325,-1-1-928,1 2-1973,-1-2-5102,1-2 8715,0-4 0,3-5 0,0-3 0</inkml:trace>
  <inkml:trace contextRef="#ctx0" brushRef="#br0" timeOffset="216242">12880 17802 20694,'19'-45'758,"0"0"0,-1 0 0,-6 10-483,-12 23-51,-3-2-56,-2 7-34,-4 1-33,-3 2-23,-2 0-16,-5 2-4263,-4 2 4245,-4 0-1203,-4 3 1193,-3 2-77,-16 12 99,10-3-28,-10 9 0,18-4-11,4 3-22,3 0-1525,-2 10 1541,11-9 741,0 6-763,12-11 1691,2 0-1680,2-2 115,3-1-149,4-1 12,4-2-6,3-1-17,6-1 22,2-1-16,17-1 28,-8-5 2280,12 0-2263,-14-3-12,0-4 1465,-1 0-1431,-3-6 17,-2 0-6,-2-3-39,-3 0 45,-4-2 101,2-8-6,-7 6-12,1-5 46,-8 11 16,0 1 6,-2 2-21,0 2 625,0 1-699,-2 3 114,0 1-164,-2 1-18,0 2-16,-2 3 34,-1 3-18,-2 4-3380,0 4 3386,-2 4-1294,0 3 1255,-1 3-22,1 2 0,-1 1-134,2 1-96,-5 15-28,5-9-175,-2 11-1661,5 4-944,2-12-2099,1 11 5159,5-14 0,-1-18 0,1-1 0</inkml:trace>
  <inkml:trace contextRef="#ctx0" brushRef="#br0" timeOffset="216482">13352 17972 25040,'-6'32'157,"2"-1"-247,4-4-33,0-5-56,0 6-140,0-6-1249,-1 11-337,0-9 1905,-3 17 0,2-28 0,0 4 0</inkml:trace>
  <inkml:trace contextRef="#ctx0" brushRef="#br0" timeOffset="216742">13750 17743 24013,'5'-46'146,"-1"14"-124,-4 52 525,0 3-558,0 3-6,-3 2-45,-1 3-1026,-3 2 858,-1 2-661,-6 15 191,5-14 248,-3 7-910,7-19-240,3-4-1501,1-4-2252,5-3-116,0-3 5471,2-4 0,-2-3 0,-2-2 0</inkml:trace>
  <inkml:trace contextRef="#ctx0" brushRef="#br0" timeOffset="217142">14158 17779 20775,'11'-39'433,"1"-1"0,-1 3 1,-4 11 1372,-7 23-1615,-1 3 593,0-1-571,-3 8 209,2 0-238,-3 14-116,2-3-12,-1 7 0,0 10-68,1-7 720,0 12-730,0-11 27,1 1-10,1 0-18,0-2-5,2-2 12,2-2 10,2-5 17,3-2-11,-1-5-5,1-2 10,-1-5-5,-1-2 34,0-3 253,-2-4-293,2-3 12,-1-3-17,3-5 16,0-2 18,1-3-6,2-1 5,0-4 34,1 1-11,1-1-6,0 4-11,-1 3 28,0 3 17,-3 5 11,-1 3 0,-4 3-62,-1 2 45,-3 5-33,0 2 0,-1 5-29,-2 4-16,-2 3 5,-2 3 12,1 3-6,-1 2 0,0 2-17,2-1-282,0 2 254,3-1-50,1 0-45,3 1-112,2 1-129,5-1-145,3-1-231,3-2-593,3-1-1086,2-2 2436,17 6 0,-21-15 0,8 3 0</inkml:trace>
  <inkml:trace contextRef="#ctx0" brushRef="#br0" timeOffset="217582">14845 17547 19624,'-4'-2'2605,"1"0"683,3 2-3232,49-56 33,3 34-72,-16-9 0,1 2-998,20 17 997,-26 8 7,-2 2-6,-2 1 339,-2 2-322,-3 1 160,-3 2-166,-1 4 0,-1 0 11,-2 3-17,-1 1 521,-1 3-526,-1 2 0,-2 1 22,-2 1-5,-1 1-6,-1 0-12,-2 2 1,0-1 11,-2 3 39,0 13-1141,-2-6 1102,2 9-17,-2-10 6,0-1-22,0 2-7,0 1 24,-1 0-12,-1 1 5,-2 0 6,1 1-611,-2 1 561,0-1 17,-3 0-1,-2 0 12,-4-2 6,-3-2-18,-4-1-44,-4-4 28,-3-2 762,-3-2-807,-2-2-314,-22 4-101,10-8-1833,-16 1 546,16-11-2735,0-3 3863,-7-3 1,25 1 0,1-1 0</inkml:trace>
  <inkml:trace contextRef="#ctx0" brushRef="#br0" timeOffset="218213">9428 18476 11754,'-13'15'1093,"3"-3"-707,14-9-55,0 1-62,0 1-40,0 0-38,1 1-29,0 0-16,0 1-51,0-1-34,0 1-5,1 3-50,-2-2-34,0 4-6,-3-5-50,0 0-78,-1-3-73,0-3-3204,0 0 3439,3-2 0,-3 1 0,3-1 0</inkml:trace>
  <inkml:trace contextRef="#ctx0" brushRef="#br0" timeOffset="220081">9359 18813 9027,'-3'0'616,"1"0"4419,2 0-4923,-52-5 45,38 4-28,-39-4 50,52 5 746,0 0-533,3 3 5,1-1-89,3 4 6,3-2-40,2 2-39,3-1-3324,3 0 3296,3 1-1227,4 0 1194,2 0-1912,4 0 1866,3 0-1290,2 1 1234,3-1 1010,2 0-998,3 0-6,1-1-50,3 0-67,1-1 39,1 0 17,-14-2 0,3-1 22,3 0 0,1 0-46,-1-1 0,1 1 1,-1-2 1,-2-1 39,17-1 1093,2-3-1082,0-2-23,0 0 0,-16 2 1,0 0-9,-11 1 0,2 1 8,20-4 1,-1 1-23,7 0 25,-21 3 0,0 0-294,11 0 297,0 2-39,0 1-22,0 0 77,0 1 278,-13 1 1,1 0-345,21 0-6,-21 0 0,1 1 28,17 0-645,-1 1 640,2-1-7,-1 0 1077,0-1-1009,1 0 176,-17 0 1,1-1-211,3-1 0,-1 0 3,0 0 1,1 0-328,8-3 1,-2 0 307,9-1-1,-20 0 1,-1 1 16,14-2-658,-2 0 614,-1 1-6,-2 0 388,-1 0-394,-2 1 40,-2 0 39,-1 0 11,-1 0-6,-3 0 79,15-3-196,-9 2 5,14-3-61,-11 1 50,2-2 95,-1 0 12,-2 1 111,-4 0-162,-1 1 17,1 1-951,3 1 951,2 1 0,2 1 1377,1 1-1394,1 1 198,0 1-181,-14 0 0,1 1-11,18 0 22,-20 1 0,-1 0 17,12 0 0,-4 2-1831,-1-2 1797,-3 1 17,-3-2 1743,-2-1-1687,-3 0-11,-2 0 774,7-1-505,0-3-124,1 0-10,-2-3 156,9-1-112,12 0-589,3-1 433,5 3 1276,-14 3-1321,2 1 5,1 2-963,-1-1 946,-2 1-18,-4 0 19,-5 0-23,8 0 562,-16 0-539,4 0-1,-17 0 1511,-4-1-1449,4 0 0,-4-1 0,3 0 1571,-3-1-1588,1 0 11,2-1 75,4 1-69,2 0 68,17-1-85,-8 1-210,15 1 204,-13 1-38,1 1-12,-2 0-6,-1 1 46,6 2-6,-12 0 5,2 2-16,-14-2 66,-5 1-16,-3-1 17,-3 0 6,-2-1 290,-1-1 384,0 0-590,-1 0-91,0 1 175,0-1-214,1 0-16,-2 0 11,-1-1-67,-2 0 5,-4 0 23,-3 0 0,-4 0-28,-4 2-23,-4 1-5,-4 1 17,-3 1-1,-21 2 6,10-1-752,4-1 1,0-1 756,-9 1 12,-15 0 0,18-4-16,-2 0-12,0-1 11,-3 0 6,0-2-526,-4 0 517,14 0 0,0 0 26,-22-1-360,21 2 0,0-1 337,-17 1-866,0 0 872,0 1 11,-1 0-133,-1 0 139,0 0-34,-1 0 33,-1 0-10,-1 0 16,1 0-23,19 1 1,-2 0 11,0-1 0,0 0 14,0 1 0,1 0-8,4-1 0,2 0-15,0-1 1,1 0-3,-18 0 2,18 0 1,1 0-15,-14 0 1,13 0 0,-1 0-375,-19 0 397,19 0 0,0-1 0,-13 2-28,0 0-53,1 0 86,1 0-5,0 0-5,1 0-18,0 0 12,1 0 8,13 0 1,-1 0-26,-15 0 1,16-1 1,2 1 9,-10-1 0,2-1 743,1 1-721,1 0 1,0 1-12,0 0 6,0 0 11,1 0-22,0 1 595,0 0-584,0 1 28,-15 0 6,11 0-278,-10-1 244,16 0-5,2 1 942,3-1-948,1 1-11,4-1 585,1 1-569,3 0 354,2 0-354,1 0 1309,0 1-1303,1 0 17,1-1 0,-2 1 5,0 0 1,-1-1-29,-1 1 1,-1 1-7,-1 0 141,0 0-50,1-1 5,1 1-12,-1 0-172,-1 1 111,-3 0-6,-2 1-436,-1 1 459,-1-1-34,0 1-10,2 0-24,1-3 63,3 2-12,1-1 90,-2 1-96,6-3 18,-1 2-23,7-4-28,1 1 498,0 0-526,-1 0 40,-1 0-1,-2 0-50,-2 0 83,-2 0-60,-1 1 44,-4 1 50,-2 0 28,-2 0-3414,-1-1 3353,-1 0-50,-1 0-120,1-1 237,0-1 28,1-1 6,0 1-95,2-1-29,1 0-34,1 0 40,0-1-61,0 1 61,1 0 11,-2 0-50,2 0 50,-2 3-67,0 2 28,-1 2 22,0 2 51,-1 0-17,0 1-56,-1-1 0,1-1 6,1-1 3221,2-3-3451,2-1-316,4-2-2115,4-4 2683,1-4 0,7 3 0,2-3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4:05:23.8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22239 537 22956,'-4'-47'-403,"0"7"-43,1 34 247,0 0 99,-2 0 68,0 0 5,-2 1 19,-1-1-421,-2 2 365,-1 0 50,-3 2 39,-2 0 20,-4 2-11,0 0-6,-2 2-6,0 2 6,0 2-11,0 2-11,2 0-1,4 1-38,2 1 10,3 0 23,3 0-5,3 5-1,2-5-16,2 4 5,4-3 11,1-1 12,4 1 5,2 0-5,2 1 5,2 0-28,3 1-5,1 0-6,3 0 0,2 1 0,15 8 16,-8-5-1220,11 5 1220,-15-6-4,-1-1 4,-4 1 1,-5-2 17,-3 1 5,-6 0 23,-4 2-12,-7-5 6,-5 3 28,-19-3-28,2-4 28,-26 4-39,16-9-349,-12 2 360,13-5 1151,-2 1-1168,1-1 1,0-1-1,1 0-227,4-1 210,4-1-10,5 1-46,6-1 281,4 0-588,5 1-292,4 0-2694,6-1-408,4-1 3763,8-1 0,-7 3 0,2-1 0</inkml:trace>
  <inkml:trace contextRef="#ctx0" brushRef="#br0" timeOffset="244">22702 510 22443,'-26'-41'45,"7"11"310,26 53-322,1-1-16,2 3-34,0 2-28,0 2-22,0 3-1080,-2 1 1001,-3 4-117,-1 0-247,-3 2-459,0 0-649,-2 0-1188,0-2-2034,-1-2 4164,0 1 0,1-17 0,1-3 0</inkml:trace>
  <inkml:trace contextRef="#ctx0" brushRef="#br0" timeOffset="827">22695 802 17919,'-23'-36'3,"-1"-1"1,2 3 0,13 10 1679,32 24-1689,6 2-44,19 2-6,-8 1 310,12 1-332,-15-2-6,-3-1-17,-3-1-22,-3 0 627,-3-2-588,-4 1 22,-2-1 28,-2 0 1392,1-4-1347,-5 1 6,-1-5 228,-7 2-200,-2-1 585,-2-1-558,0 1 2,-2 1 10,-2 1 11,-1 1 0,-4 1 90,-6 0-95,1 1-12,-4 0 6,4 2-17,1 2 1,1 0-29,0 3 22,1 6-21,3 3-35,1 1-5,4-2 0,5-2 23,1-1 5,10 3-6,-1-3-11,6 1 6,-3-5 22,0-2-28,1-1 6,-1-2 11,2 0-5,-1-4 27,0-1-22,-1-4 39,2-8-28,-7 2 17,1-6 34,-9-2-12,-4-2-10,-3 1-12,-5 3 16,-1 9-10,-4 1-34,-2 1 22,0 2 1,-2 1-6,2 2 27,-1 2 35,-5 2-68,5 3-50,-3 2-6,8 2 0,2 3 0,1 1 17,3 3 0,2 3 6,1 2-6,2 3 6,1 2-6,4 0-3409,3 2 3370,4 0-695,3 1 645,4 0-74,2 1-100,3-1-168,1 1-252,2 0-270,2 0-234,0-1-291,1-3-410,2-3-3073,1-5 777,0-4 3842,5-3 1,-18-5 0,0-2 0</inkml:trace>
  <inkml:trace contextRef="#ctx0" brushRef="#br0" timeOffset="1263">23520 952 17489,'-4'-42'616,"0"-1"0,1 4 0,0 9 1604,0 21-1946,0 2 653,1 2-810,-1 2 330,2 2-402,0 1 1264,1 5-1303,0 2-1,1 7-5,1 2 12,2 4-7,3 3 6,1 3-11,1 4 12,0 1-1,-2 3-1074,-1 19 1063,-3-14 11,-3 11 6,-4-20-773,-2-4 773,-2-4-151,-2-5 157,2-5 16,-1-3 11,1-3 29,1-4 10,1 0 57,-1-6-96,1-2 952,0-5-952,1-3 13,2-3-41,0-5 6,2-4-22,0-24-1,3 5 436,1-17-441,1 26 0,1 2-3075,1-18 3083,-2 19 1,0 0 2,0-9-261,0 3 289,-3 1 1,1 2-7,-1 3 1,0 3-57,2 3 12,1 3 0,2 5 11,2 2 11,2 6-11,2 1-83,2 5 55,1 1 22,1 3 0,2 2 263,12 9-274,-7 2 0,10 8 11,-11-2-5,-1 4 253,3 11-276,-10-5 45,0 8-22,-12-12 84,-7 1-78,-5-2-29,-7-1 34,-7-1-11,-4-3-11,-4 0-18,-1-3-2290,-1-1 2212,2-3-123,3-2-246,6-3-616,5-2-858,7-2-2659,5-1 4620,7-1 0,2-1 0</inkml:trace>
  <inkml:trace contextRef="#ctx0" brushRef="#br0" timeOffset="1510">24025 808 19182,'-6'0'2565,"1"0"-17,5 0-2564,7-32-35,7 22-50,10-24-403,23 27-963,9 0-2083,-19 2 1,-1 0-1228,19-2 4777,-2-1 0,-36 5 0,0 0 0</inkml:trace>
  <inkml:trace contextRef="#ctx0" brushRef="#br0" timeOffset="1693">24544 553 24911,'-27'-30'17,"3"11"-45,13 49 11,4-4-976,-1 12 948,6-7-84,0 2 120,2 4-1201,4 1 0,0 2-761,2 11 91,0-9 0,1-1 1880,3 7 0,-4-23 0,-1-2 0</inkml:trace>
  <inkml:trace contextRef="#ctx0" brushRef="#br0" timeOffset="2113">22258 1359 11929,'-42'3'338,"-1"0"1,1-1 0,-17 2 0,3 0 109,16-2 0,4 1 28,2-1 0,1-1 320,-23 2-832,8-1 467,8 1-84,6-1 389,-2 1-518,14-1 559,0 1-654,16-2 709,3 0-636,13-1 179,15 1-201,8-1-440,11 0 406,-2-1-33,6-1-23,6-1-44,6 1-32,-27 0 0,1 1-16,1 0 0,2 0 13,3 0 1,0 1 5,3-1 0,1 1-3,3 0 1,1 0-1005,4 0 0,0 0 999,2 0 0,2 0 2,2 0 1,2 0-1029,1 1 1,1 0 1022,-18 0 0,-1-1 0,1 1 0,1 1 0,0-1 0,1 1-460,1 0 0,0 0 1,0 0 459,1 0 0,0 1 0,0-1-203,0 0 1,1 1 0,-1-1 200,0 1 0,0 0 1,0 0-33,-2 0 0,1 0 1,-1 0 29,0 0 0,-1 0 0,0 0-4,-2 0 1,0 0 0,-1 0 7,19 2 0,0-1 36,-5 0 1,0 1-32,-4-2 1,-2 1 117,-4 0 1,-1-1-116,-4 0 1,-1 1 307,-4-1 0,-1 0-305,27 3 11,-7-1-5,-8 1 0,-6-2-17,-7 1 5,-7-2 1072,-4 0-1116,-4 1 1681,-5-2-2085,-2 1-4556,-2-2-3598,-4 1 8597,-1-2 0,-3 0 0,-2 0 0</inkml:trace>
  <inkml:trace contextRef="#ctx0" brushRef="#br0" timeOffset="5277">26143 1137 32767,'-28'-54'-3608,"5"14"918,22 49 2691,-1 5 11,0 2-194,-1 14 33,2-5-141,-2 9-1573,2-7 1680,1-2 2870,0 1-6107,2-1 2456,2 1 0,0-12 0,-1-1 0</inkml:trace>
  <inkml:trace contextRef="#ctx0" brushRef="#br0" timeOffset="5696">26249 682 23067,'-50'-13'-147,"10"6"133,42 29-285,2-1 96,3 1 36,3 0 34,1-3-4209,2-2 4112,1-3 62,0-3 863,1-1-602,7-3-16,-6-4 32,4-1 25,-8-7-22,0-2-5,-2-6 0,0-3-6,-2-2 5,0-4 0,-3 0 6,-2-1 3404,-1 0-3348,-1 0 190,-5-8-184,-1 10-6,-4-6 5,0 11-16,-1 2-11,-2 1-34,0 2-34,0 2-22,-1 2-17,1 3-16,-1 2-18,3 2-33,-1 0-5,-2 7 10,3 0 23,-3 9-67,7-2-23,0 4-50,2 2-61,2 1-57,1 2-167,5 2-275,4 0-954,7 0-1203,4 0-5779,1-5 8381,-1-2 0,-9-10 0,-3-3 0</inkml:trace>
  <inkml:trace contextRef="#ctx0" brushRef="#br0" timeOffset="6047">26622 1081 22835,'-5'0'1783,"1"0"-1073,4 0-1184,2-61 185,8 41 197,-5-14 0,5 2-71,16 22 44,4 2-1173,4 1 972,4 2 208,2 0-89,1 4-753,0 0 478,-2 2-370,-2 2-677,-5 4-1175,-4 2-2254,-6 4-4342,-8-1 9294,-3 0 0,-7-6 0,-2-2 0</inkml:trace>
  <inkml:trace contextRef="#ctx0" brushRef="#br0" timeOffset="6227">26574 1312 14325,'-3'2'2415,"0"0"3712,3-2-6093,40-13-2235,-14 4 2195,4-1 1,1 0-56,7-1-51,3 0-84,1 2-505,2-1 50,-1 3-558,0-1-909,-3 1-2194,-2 2 3774,0 0 0,-19 4 1,-1-1-1</inkml:trace>
  <inkml:trace contextRef="#ctx0" brushRef="#br0" timeOffset="7351">26087 1251 19372,'0'-7'1514,"0"2"-1029,0 5 3670,0 0-3893,22-62-192,-14 42-37,5-14 0,-2 3-35,-8 24-347,0 2 450,-2 0-41,0 1-178,-1 1-12,0 0-7,0 1-43,0 1 77,0 0-60,-2 0-19,-1 1 46,-1 2 19,0 2 6,-1 2 105,0 2 12,-1 0 0,1 4 5,-1 0 6,2 3-17,0 2 0,0 0 11,2 11 0,0-5 0,0 7-11,0-7 0,1 0 17,-1 1-11,-1 0 5,0-1 0,-1 0-11,0-2 11,0-1 0,-1-2-5,1-3 22,1 0-22,0-5 33,2-1 17,0-7 459,1-1-437,0-6-27,0-1-34,0-6 22,0-2-11,0-2 0,1-4-16,0-3-7,1-2 1,1-2 5,-1-1-5,-1-1-1,0 1 12,-1 1 39,-5-7 11,-1 3 40,-4-2-63,2 13 7,1 7-12,3 9-50,2 0 22,0 4-33,2-1 27,0 5-5,0 2-5,0 5 27,3 16-22,-1-4 0,3 14 0,-3-8 17,1 2-12,0 0 1,-2 1 0,1 0-6,-1-1 11,-1-1 6,0-2-6,0 6-6,-1-12 1,0 4 11,-2-13 5,0-3 17,1-3 51,1-3 33,0-2 112,1-2-123,-2-15-72,0 2-24,-1-15-4,2 3-12,-1-3-17,0-4 22,0-2 12,1-1 6,-2 2 5,1 1 0,-4-9 16,-1 4-3413,-2 2 3380,1 10-94,4 12 111,2 2-6,0 2 1,1 2-23,1 3-34,0 2 3321,0 1-3310,1 7 201,4 12-190,0 3 12,3 8 12,-3-4-12,-1 2 22,-1 16-39,-2-9-28,0 11-50,-1-12-577,-1-1 219,0 0-433,-1-2-855,2-2-2460,0-3 4201,3 0 0,-1-12 0,1-2 0</inkml:trace>
  <inkml:trace contextRef="#ctx0" brushRef="#br0" timeOffset="9595">27470 1274 31336,'0'-5'-5738,"0"0"6860,0 5 1632,-16-60-4628,12 42 1284,-4-16 1,0 4-202,8 24 483,0 1-1396,0 2 1845,0 1 3931,0 0-5799,2 10 1678,-1 1 299,3 9-149,-3 0-56,0 4-197,-1 3 4,-4 19 103,0-7-811,-6 12 1492,2-14-246,-2-1 181,0-1-201,0-3 83,1-3-3149,0-2 3067,1-4-732,2-3 566,1-2-52,2-5 76,0-2 423,1-5-556,1-1 3381,1-3-3067,0-7-835,0-1 10,1-8 30,1-1 53,0-2 160,1-3-13,-1-3-223,0-3-442,1-2 719,-1-1 3,0-2-78,0 0 1041,0 2-1093,1 2 25,-2 3 166,2 3-108,-2 3 144,1 4-19,-1 5-4,-1 3-43,0 2-3,0 4-67,0 0-33,2 10 120,-1 1 12,2 21-35,0-7 9,-1 14-213,-1-8 215,-1 3 28,0 2 64,0 1-11,0-1-3348,0 2 3303,0-3-1362,3 1 1104,0-2-1814,9 8-785,-3-11 2481,9 8 1,-14-29-1,-1-2 1</inkml:trace>
  <inkml:trace contextRef="#ctx0" brushRef="#br0" timeOffset="25818">28080 1789 23442,'3'-11'-2748,"-1"2"1617,-2 9 8692,0 0-5903,23-58-2223,-16 41 394,6-16 1,-2 5-88,-10 24-867,0 2 1245,-1 1-576,-3 3 488,0 3-890,-4 3 1506,-1 4-226,-2 2 47,-1 2 68,-2 1 286,-1 3 429,-2 0-1983,1 2 797,-1-1-184,0 1 160,-1 1-131,1 0-156,0 0-209,1-1-330,0 0-869,2-1-1837,0-1 3442,1 1 1,5-10 0,1-1 0</inkml:trace>
  <inkml:trace contextRef="#ctx0" brushRef="#br0" timeOffset="26204">28751 1513 30537,'0'-6'-5863,"1"1"6116,-1 5 2057,14-62-2492,-9 38 195,4-12 1,-1 0 92,-4 17 14,0 2-1344,0 0 1607,0 2 87,-1-1-1286,0 3 1161,0 0-245,-1 2-49,-1 1-214,0 2-112,-1 2-100,0 2-77,0 2-53,-1 0 197,-1 4 755,-1 1-83,-2 3 49,-1 4-240,-1 2 54,-1 2-21,-4 13-47,1 5-226,-2 2-596,3 1 106,2-9 94,-2 14 242,1-9-36,-2 10-69,3-12-7,1 0 4,0-1-276,1 1-473,2-1-924,1-2-2146,1 1 3285,2 0 0,0-13 1,0-1-1</inkml:trace>
  <inkml:trace contextRef="#ctx0" brushRef="#br0" timeOffset="26605">29456 1514 28511,'-1'-5'-5873,"1"1"7704,0 4-1227,4-55-1370,-2 41 255,2-41 152,-5 56 580,-1 3-1349,-3 2 1696,-3 4 37,-4 1-778,-3 4 781,-18 9 27,3-3 30,-14 7-98,10-9 200,-2 0 317,1-1 23,1 0-36,-5 4-139,11-6-111,0 4-125,13-2-687,8-1-248,1 0-485,7-3-697,2-5-16,4 0 606,3 0 246,3-1 377,2 0 393,2 1 270,14 1 636,-6-2 698,13 0-3900,-7-3 3660,3-1-205,3-1-301,3 1-668,3 0-375,3 0 0,2 0-1994,2-1 2076,7 1 0,-39-3 1,-4 0-1</inkml:trace>
  <inkml:trace contextRef="#ctx0" brushRef="#br0" timeOffset="30825">30137 1498 25866,'3'-36'-2082,"0"1"1,2-23 2479,-6 58-775,0-1 2082,-3 1-636,-3 2 234,-2 3-780,-6 3-623,-2 4 1174,-6 1 49,-1 4-265,-5 2-704,0 2-379,-1 3-134,0 0-1826,3 3 1907,3 0 57,2 0-478,4 1 267,4 0-139,4 0-99,3 1-65,4-1-42,2 0-14,3 0-135,3-1-20,5-1 345,6-1 428,2-2 306,5-3-132,4-1 717,3-2 244,4-2 344,2-1 3147,2-3-2973,19 0-175,-15-5-882,9-1 664,-22-6 7,-5-2-133,-4-3-961,-5-4 0,-3-2 0,-4-2 0,-2-2 0,-3-2-2823,-2 0 1365,-4-1-650,-4-1 416,-5 1 767,-4-1 611,-3 3 394,-3 1 545,-4 4 609,-2 0 319,-1 4 675,-1 1-230,1 3-396,3 2-1602,3 0 0,2 5 0,2 1 0,3 4 0,1 0 0,2 3 0,2 2 0,1 1 0,3 4 0,2 1-195,3 1-2882,1 2-148,2 0-874,3-2-2085,3 2 5874,5 0 0,-5-9 0,0-2 0</inkml:trace>
  <inkml:trace contextRef="#ctx0" brushRef="#br0" timeOffset="85917">30840 2142 23607,'-2'-56'-140,"0"15"123,2 50 6,-1 18-45,-3-1-68,-3 15-1226,-6-3 661,-6 3-1403,-7 7 518,-6 2-51,14-23 1,-1 0-8207,-18 21 9518,6-7 0,14-20 1,7-8-1</inkml:trace>
  <inkml:trace contextRef="#ctx0" brushRef="#br0" timeOffset="86376">31404 1942 19232,'0'-6'2240,"0"1"130,0 5-2370,10-40 11,-4 41 0,9-26-33,-6 52-12,0 4-67,1 2-897,-3 4 819,-3 3-146,-1 3-173,-8 2-242,-3 2-3184,-8 0 2737,-6 0-539,-4-3-1922,-5-3-1029,-3-6 4567,-9 0 1,20-18 0,1-2-1</inkml:trace>
  <inkml:trace contextRef="#ctx0" brushRef="#br0" timeOffset="86783">31625 1205 20229,'-30'22'46,"0"0"1,1-1 0,9-1-8,18 2 1,0 1-18,4-1 6,1 1 0,2-1 17,4-1-12,0-3 18,1-1 77,4 0 1,-4-6 45,2 1 78,-7-9 28,0-1 0,-1-2-39,1-3-89,0-1-35,2-5-22,0-2 1,1-4 16,0-2 0,-1-1 16,-1-1 7,-2 0 16,-2 1 6,-1 1-23,-1 2-22,-3 2-39,-1 1-17,-3 1-11,-1 2-23,-1 1-11,-1 1-16,0 3-23,0 0 0,1 3-17,-1 0-11,0 4-11,0 2-45,0 4-79,0 3-145,0 4-308,2 1-616,2 4-1037,2 1-3365,5 3-1715,3-3 7377,2-3 0,-2-9 0,-1-5 0</inkml:trace>
  <inkml:trace contextRef="#ctx0" brushRef="#br0" timeOffset="87016">31802 1774 15653,'43'-39'-138,"0"0"0,-4 2 0,-2 10 2077,0 22-2341,1 1-165,2 1-296,-1 1-440,-1 2-791,-3 0-863,-4 3-1243,-6 3 4167,0 4 1,-13-5 0,-2 1-1</inkml:trace>
  <inkml:trace contextRef="#ctx0" brushRef="#br0" timeOffset="87184">31997 1908 11647,'-3'4'7439,"0"-1"2176,3-3-9042,-3 11-1148,10-12 848,1 7-768,13-15 654,4 0-3098,5-2 2587,6 0-1864,23-6-2391,-11 5 3030,-15 4 0,0 0 1212,21-4 0,-25 6 1,-1 0-1</inkml:trace>
  <inkml:trace contextRef="#ctx0" brushRef="#br0" timeOffset="87560">32850 1578 23869,'0'-4'456,"0"1"3047,0 3-2445,-19-44-1959,12 35 562,-16-32-28,15 50 746,-2 3-759,-2 5 885,-2 4 0,-2 1-855,1 4 925,0 0-212,2 0 41,1 1-687,3-1-3227,3 1 3305,3-1-677,4 10 517,3-8-168,4 4-76,2-12-101,2-3 682,2-2-137,-1-4 599,2-4 215,-2-3 464,2-2 1061,0-2-264,8-11 92,-5 0-815,6-11-135,-9 3-796,-1-3-256,-3-1 0,-1-2 0,-3 0 0,-2 1 0,-3 0-985,-1 1 41,-1 2 134,-2 0-8,-1 2 61,-3 2 132,0 1 139,0 3 220,1 0 50,-1 3 159,2 0-98,0 5 216,1 1-41,2 3-1407,0 6-796,1 1 2180,-1 9 1,1-7 0,0 1 0</inkml:trace>
  <inkml:trace contextRef="#ctx0" brushRef="#br0" timeOffset="87967">33205 2013 14029,'4'-9'5517,"0"2"-4173,-4 7 2397,0 0-8031,4-37 4306,-5 32 844,3-24-944,-9 60-90,-1-2-1023,-6 17-444,-1-4 1641,-3-2 0,-1 0 0,3-5 0,-12 20 0</inkml:trace>
  <inkml:trace contextRef="#ctx0" brushRef="#br0" timeOffset="89512">24807 2547 12719,'9'-54'1519,"-1"1"1,-1 9 0,-2 6-864,-2 6 350,-3 16-597,0 4 1045,0 2-1241,0 5-101,0 1-50,0 3 589,0 5-623,-1 13-17,0 3-22,-1 12 11,0 0-28,0 3 0,-1 5 980,-2 3-1154,1-10 1,0 2-1673,-3 17 1473,3-18 1,0 0-787,-1 12-561,3-4-1007,0-4-2189,2-4-1357,1-7 5700,0-8 1,0-9-1,1-6 1</inkml:trace>
  <inkml:trace contextRef="#ctx0" brushRef="#br0" timeOffset="90467">25170 2439 17430,'-41'-23'121,"-1"0"1,4 0-1,6 11-37,14 26 696,0 3-712,-1 3 692,2 3-693,-1 2 375,1 2-246,-7 11-6,0 2-95,2-1 377,3-6-410,9-13 351,1-2-391,2-1-5,2-2 11,1 4-11,3-6 16,1 2 85,10-5-44,0-3 406,9-2-441,-1-4-22,5-3-11,4-2-6,4-4-56,22-8 22,-11 1-428,16-5 388,-1-4-861,-14 5 912,10-6 12,-22 8 33,-3 2-67,-7 0 95,-4 2 1,-5 2 17,-4 2 375,-4 2-381,-2 1 966,-4 0-983,-2 3 72,-2 1-78,0 1-11,-2 1-11,1 1 6,0 1-1,1 3 0,0 1 6,2 2-5,0 0-1,2 0 1,1 1 38,4 3-22,2-3 12,5 2-12,4-6 17,2 0-6,4-3-16,3 0-6,3-2 6,2-2 33,15-8-34,-9-1-644,10-8 639,-16 2 6,-2-2 11,-3-2 11,-5 0 0,-5-1 16,-5 0 1,-4 3-6,-3 2 45,-11-2-72,1 8-1,-12 0 6,1 8 639,-3 2-612,-3 2 1,-1 3 11,1 2-11,0 4-11,2 1-12,3 2-22,2 1-11,3 1 11,3 1-23,4 0 7,3 1 4,4 1-10,3-1 0,3 2 5,4-1 0,5 0-5,4 0 16,17 6-16,-5-6-564,14 4 558,-6-9 0,3-2 0,4-2-6,1-3-1351,3-2 1362,-1-2 7,-1-5 4,-4-3-642,8-10 643,-18-1-2530,4-7 2541,-19 3-6,-3-1 19,-3-1-19,-1-2 12,-2 2 10,-1 1 856,-2 2-839,-1 2 534,-2 4-506,0 3 3221,-2 3-3220,0 2 502,-1 3-542,-1 1-11,0 1-16,-2 1-23,1 2 11,-1 3-11,0 3 11,-2 12-22,3 5 17,0 3-12,4 1 12,2-8-12,4 0 0,2-1 6,4 1-11,15 6 11,13 0-356,4-3 361,5-6-688,-13-12 695,-2-3-3045,-1-5 3055,-5-3-5,-3-6-146,-4-3 157,-2-3-5,-5-1 27,-2 0 1,-3 0 16,-2 0 231,-3 2-108,-1-5 399,-3 6-454,0-1 3442,-3 5-3487,1 6 228,-2 0-284,-4 6-23,1 4-5,-3 3-1,0 7 1,-1 3 0,-2 4-12,0 3-831,1 5 837,0 3-17,0 5-22,1 6-73,1 5-1974,1 4 1498,2 4-314,4 1-1379,1-16 0,3 0-1830,4 18 4058,1-18 0,0-4 1,2-10-1,0-3 1</inkml:trace>
  <inkml:trace contextRef="#ctx0" brushRef="#br0" timeOffset="90687">26989 2582 20845,'-7'-4'1938,"2"1"-1327,5 3 710,0 0-1377,13-52-95,6 39-864,15-39 309,5 53-677,5 2-1339,3 2-6290,-5 3 8251,-4 0 0,-20-3 1,-7-2-1</inkml:trace>
  <inkml:trace contextRef="#ctx0" brushRef="#br0" timeOffset="90877">27116 2848 19451,'-7'1'3478,"1"0"-2627,6-1 1227,0 0-2111,1-6-51,16 2-56,6-5-135,19 2-2179,3-1 1665,6 1-488,1-1-678,4 1-1378,2-1-3298,2-1 593,-6 1 5429,-8 2 1,-22 2-1,-11 2 1</inkml:trace>
  <inkml:trace contextRef="#ctx0" brushRef="#br0" timeOffset="91212">28126 2494 16303,'0'-4'4710,"0"1"-767,0 3-3848,-67-34-796,43 31 737,-16-13 1,2 6 272,20 26-270,-2 4-5,2 3-23,1 4-11,1 4 8,4 5 1,2 2-1618,-1 13 1606,3-8 0,3-1-8,5 7 0,5 1 39,4-3-34,5-1 6,5-2-6,5-2-10,6-3 4,2-1-294,4-4 306,0-6-11,-1-5-694,-2-6 779,-6-6-776,-5-6 798,-6-5 1216,-4-6-1228,-4-4 279,-2-4-296,-3-2 1191,-1-3-1179,-2 0-6,-3-1 27,-3-1-27,-5 1-28,-4 0 5,-4 1-38,-5 3 10,-3 1-11,-3 4-5,-1 1-17,-2 5 659,2 2-704,2 2 75,3 4-1201,-5 9-1008,10 2 2190,-4 11 0,17-14 0,1 0 0</inkml:trace>
  <inkml:trace contextRef="#ctx0" brushRef="#br0" timeOffset="92361">22510 4592 16018,'24'-45'597,"0"0"0,-2 4 1,-4 5-217,-8 11-73,0-2 623,-4 1-657,-1 1 608,-3-1-641,0 2-17,-2 0-17,-3 4 491,-2 2-558,-4 3-28,-3 3-50,-4 3-6,-2 4-6,-3 1-16,-4 4-1,-2 4-81,-5 3 76,1 6-235,-2 3 224,2 4-6,1 2 0,1 3 1,3 1 10,2 4-22,4 0 6,5 3-12,3-1 6,5 1 0,3-1 67,4-2-73,5-2 6,5-3 6,5-3 5,5-3-5,2-3-6,3-4 22,1-2 1,2-4-2704,-2-3 2731,1-3 750,9-9-727,-10 0 73,14-20-79,-20 7-5,4-9 16,-10 4-11,-3 0 582,0-1-452,0-9-57,-4 11 11,0-4 0,-4 13-5,-2 4 81,0 2-126,-1 3 3386,0 2-3448,0 3-5,0 1-12,0 1-22,0 6 0,0 3 6,2 7-1,-1 4-5,3 3 0,0 5-5,1 2-29,2 2-11,0 1-84,2 0-3543,1-1 3163,2 0-276,1-1-2021,11 10-156,-4-11-6869,6 5 9506,-10-19 0,-8-6 1,-3-5-1</inkml:trace>
  <inkml:trace contextRef="#ctx0" brushRef="#br0" timeOffset="92677">23082 4588 17294,'-1'-3'3624,"0"0"-168,1 3-3439,-20-11-12,15 11 12,-15-7-11,20 15 10,1 0-4,1-1-1,1-1 22,1-1-5,0 0 23,0-2 22,1-1 22,0-1 17,0-1 11,1 0 0,0-2-5,-1-2 33,1-2 12,-1-1 22,-1-1 16,0 0-16,-2-1-11,-1 1-3404,-1-1 3365,0 1-12,-1 1-11,-1 0-17,-2 2 0,0 0-39,0 1-17,0 0 3393,-1 1-3432,2 1 0,-1 0-17,3 2-34,0 0-122,1 4-130,0 0-425,0 4-1031,3 0-4604,2 2 6363,4 1 0,-3-6 0,0 1 0</inkml:trace>
  <inkml:trace contextRef="#ctx0" brushRef="#br0" timeOffset="95060">24454 4272 16549,'-1'-4'2342,"1"1"2379,0 3-4648,-10-38 0,3 32-17,-9-25 5,3 45-10,-3 6-1,-4 5-1081,-1 5 1059,-3 4 6,-1 4-23,8-9 0,-1 1 0,-7 15-6,9-16 1,2-1 22,-2 7-28,7-2 12,4-4-7,5-4 12,7-1-6,6-5 6,7-1 0,6-5 22,21 0-11,-7-8-1650,17 0 1662,-15-9 10,-1-2 501,0-7-467,-5-2 6,-2-2 27,-6-3 6,-5-1 17,-5-2 12,-7-2 67,-5-15-130,-9 8-16,-5-12 11,-8 13-6,-4 1 1,-4 3-18,-4 2-5,-2 4-11,-2 2-17,-1 4-5,0 2-182,-11-1 171,12 5-1,-6 0-11,17 4 0,3 2-17,4 1 0,3 1 1673,2 1-1746,3 1 442,1 1-537,1 4 174,1 2-454,1 2-324,1 3-572,4 2-1025,3 0-4039,7 0 5577,9 2 0,-9-9 0,1 0 0</inkml:trace>
  <inkml:trace contextRef="#ctx0" brushRef="#br0" timeOffset="95449">25259 4277 19563,'-43'-29'203,"0"0"1,3 1-1,10 8 1990,20 16-2126,4 2 845,0 0-878,3 2 457,1 0-491,1 0 1568,0 3-1568,1 1 6,0 3-6,0 2 0,2 2-6,1 0 6,3 2 0,3 1 12,2 0-1,5 1-6,3-1 18,6 1-6,4 0-6,6 1-292,3 0 289,-8-5 1,0 1-4,16 7-535,11 6 530,-25-8-17,-6 0 23,-8 0 5,-9-1 0,-4 0 12,-11 0-18,-5 0 6,-8 1 17,-23 5-28,6-5-297,-15 4 297,13-7-17,3-1 1,3-1-136,-3 3-33,13-5-246,0 4-521,15-7-736,4 0 1688,3 0 0,1-3 0,1-1 0</inkml:trace>
  <inkml:trace contextRef="#ctx0" brushRef="#br0" timeOffset="97083">25937 4405 11066,'-4'0'4962,"1"0"219,3 0-5170,-10-25-5,16 18-23,-4-18-50,23 24-101,5 0-994,8 1 680,5 0-212,5 0-309,4 1-879,-15 1 0,1 1-1882,16 3 3764,-17 0 0,-3 0 0,-10-1 0,-2 1 0</inkml:trace>
  <inkml:trace contextRef="#ctx0" brushRef="#br0" timeOffset="97276">26063 4602 14769,'-49'16'1084,"0"0"1,5-2 0,7-2-491,17-4 203,6-1-428,5-2-38,5-1 131,3-2-142,4 1 9,3-1-127,7-1 123,5 0-230,5-2-33,6-2-28,7-2-618,3-3 533,6-2-1318,4-1 1201,3 0-118,3 0-134,2-1-257,1 0-320,1 0-449,-2 0-530,0-1-534,-2 0-1074,-2-2 3371,3-1 0,-27 6 1,-1 1-1</inkml:trace>
  <inkml:trace contextRef="#ctx0" brushRef="#br0" timeOffset="97603">26944 4316 8539,'0'-9'6089,"0"2"-4386,0 7 5259,0 0-6749,-38-33-45,23 28-23,-31-23-49,32 39-35,-1 2-5,2 1-28,0 2-5,3 2-12,1 0 0,4 9 6,2-6 5,11 14-22,2-14-371,11 4 387,0-10-10,33 6-6,-17-10 0,25 3 73,-2-13 33,-15-7 85,12-6-68,-32-3-11,-13-4 5,-9 4-10,-3-1-6,-3 1-17,-4-2-6,-5 1-11,-2 0 1,-3 0 5,-2 2-40,-1 0 29,2 0-17,1 2 371,2 1-382,2 2-23,3 1-17,4 2-22,0 1-84,4 1-163,0 1-1847,2 2-1849,3 0 3971,3 3 0,-1-1 0,-1 1 0</inkml:trace>
  <inkml:trace contextRef="#ctx0" brushRef="#br0" timeOffset="98377">27779 4516 17703,'0'-4'2431,"0"0"605,0 4-3019,-7-16-1,3 20-16,-7-8-5,7 24 16,-1 1 0,0 0 6,0-1 17,-1-1-1,-1-2 18,-1-1 72,-8 2-50,2-5-6,-6 1 17,4-8 11,0-3-5,-2-1-6,1-3 0,0-2 0,3-3-6,0-5-5,4-2-3409,2-4 3381,2-2-913,1-4 907,3-3-5,1-5-12,2-2 12,3-4-178,4-1 167,3 0 16,5 1-6,0 3 23,2 3 84,7-8-62,-7 11 2853,2-5-2847,-8 12-6,-2 3 1348,-2 2-1325,-1 2 6,-2 1 5,-2 3 257,0 1-290,-3 2-18,1 2-21,-1 1 7,0 2-53,0 2 6,-3 1-11,0 3 11,-4 4 11,1 4-11,-2 3 0,-2 2 0,2 3-5,-1 1-1,2 1 6,2 0-5,2 0-1,2-1 12,1 0-12,4 0 17,12 11-16,1-7 10,12 10-5,14 3-3392,-5-9 3389,-12-9 1,1-1 2,3 0 0,0 0-1226,14 12 1226,-15-12 0,-2 0-1875,5 9 1835,-4 1-10,-8 1-45,-6 2-135,-6 4-196,-6 0-185,-8 1 1692,-4-1-2112,-8-3 752,-4-2-2022,-4-4 219,-1-3 2082,-4-2 0,14-11 0,2-2 0</inkml:trace>
  <inkml:trace contextRef="#ctx0" brushRef="#br0" timeOffset="98961">28503 4543 20226,'-23'10'397,"4"-2"1711,13-5-1901,2-1 661,-4 0-688,2-2 330,-2-1-375,-1-2 1137,0-2-1087,-6-8-107,5 1-5,-3-8 28,4-9-67,3 2-18,1-12-4,4 7-12,3-2-894,3-1 900,3 2 16,9-13-15,-4 13 37,10-20-778,-10 25 756,2-6-118,-8 14 146,-3 1 816,-1 2-822,-3 2 7,0 2-12,-3 0-5,-2 3 21,-1 0-16,-5-1 792,4 5-831,-2-1 123,1 5-145,2 2-6,-1 2 11,1 2 0,-3 9 12,3-2 5,-1 6 5,3-4 1,2 0-17,0 2 16,2 2-22,8 9 34,1-4-28,8 8-3381,0-7 3392,3 2-1539,2 1 1534,2 2-631,10 14 641,-7-7-133,7 11 128,-1 4-22,-9-10 16,7 12 6,-4-4-17,-9-12-11,2 10-218,-11-5-23,-4-10-145,-8 8-164,-6-15 1182,-9-1-1540,-8-1 365,-5-2-2112,-6-2-6290,2-2 8452,4-4 1,15-6 0,6-3 0</inkml:trace>
  <inkml:trace contextRef="#ctx0" brushRef="#br0" timeOffset="139086">29403 4370 9946,'-3'5'2649,"0"-1"1608,3-4-3955,-6-27-22,4 18-50,-4-21-57,6 26-44,1 0-39,0 1-23,1-1-17,-1 2 51,2-1-62,-2 0 12,2-1-12,-1 1 0,2-1 45,0-2-22,-1 1 10,1-2 12,-2 4 6,0 0 28,-1 0 11,0 1 11,-1 0 823,1 1-879,-3-1 23,1 2 89,-2-3-96,2 2-16,-1-3-11,1 2-11,1-2-12,-1 1-16,1-2 5,0 1-5,0 0 10,0 0 1,0 2 0,0-2-6,0 2 6,0 0 5,0 1 1,0 0 38,0-1-55,0 0 5,0 0 0,0-2-5,1 1 0,0-1 22,3-2-34,0 0-5,2-1-6,-1 2 0,0 1-11,-1-1 23,1 1-7,-2 0 52,1 1-40,-2 1 11,0 0 186,-2 1-197,-1 6 0,-1 0 16,-1 5 1,-2-1 78,-5 8-50,1-3 0,-6 9-11,0-4 5,-1 3-22,-2 1-1,-3 3-10,-1 0-6,-1 2-196,-1 2 190,0 0 18,1 2-24,0 1-10,2-2 5,2-1-11,2-3 0,3 0 0,4-3-11,3-1 11,3-2 0,2-1 6,1-2-1,4-1 6,1-1-11,4-1 6,2 0 218,2-1-218,2-2-1,0 0 23,2-3 6,-1 0 44,8 1-39,-5-3 6,6-1 22,-6-4 17,-1-1 12,-1-2 4,-2-1 1,-1-3-17,-3-1 6,0-1-1,-2 0-10,0 0 16,-3 0 0,0 0-5,-3 0-6,0 0 11,-1 1-28,-1 0 0,0 1-5,-1 0 0,-1 0-6,0 0-6,-3 1 12,0 0-12,-3 0-11,0-1-11,-4 0 0,-1 0-5,-3 1-12,-3 0 11,-1 1-22,-1 1 6,1 1 5,0 0-11,1 1 6,2 0-1,3 0-22,1 1-22,2 1-50,3 1-46,3 1-100,1 2-157,3 2-403,0 0-970,2 3-2604,3 1 4369,4 1 0,-3-5 0,1-2 0</inkml:trace>
  <inkml:trace contextRef="#ctx0" brushRef="#br0" timeOffset="140508">30322 4565 19639,'15'-47'739,"-3"8"-560,-11 37 46,0 0-57,0 1 516,-1-1-371,1 1-242,-1 0-15,0-1 21,0 1-33,0 0 1,0-1-17,0 0-5,0 0-1,0 0 12,0-1 10,0-1-27,0 0-6,0-2 17,0 2-11,1-1 39,1-2-33,0 2 10,0-2-16,1 3 0,-1-1 11,0 0 5,1 0 7,0 0 4,1 0 7,1-1-34,-1 1-6,2 0 50,-2 1-16,-1 2-6,0-1 1,-1 2 88,-2 0-122,-3 4 0,1 1-12,-3 3 12,-1 2-6,2 0 5,-5 4 12,3-1 0,-2 0 16,-1 2-5,-2 0 34,-11 9-12,3-4-10,-10 6-3371,5-6 3370,-2-1-16,-1 0-468,-1-1 462,2-2-149,1 0 155,4-2-6,4-1-12,3-2 6,3-1 6,2-2-11,2 0 3098,2 0-3104,2-1 709,1 1-715,1 0 268,1-1-251,0 2-5,0 0 5,1-3 0,2 4 11,1-4 18,1 1-12,2-1 5,2 1 12,1-1-11,4 0 5,3 0-17,5-1-22,5 1-67,5-1-3515,4 0 3066,5 0-1016,-9-1 1,3 0-3385,3 2 1,-1-1 3735,-1 1 1,-3-1-1,14 2 1,-34-3 0</inkml:trace>
  <inkml:trace contextRef="#ctx0" brushRef="#br0" timeOffset="147167">31098 4636 5980,'-3'3'1932,"1"0"2801,2-3-4161,-2 0-304,1-2-10,0 1 16,1-2 12,0 1 5,0-2 0,0 0-11,1-1-28,0-1-5,2-1-11,0-1-12,1 0 0,0-3-12,0 0 7,2-2 22,-2-1 5,2 0 17,-1-2-5,1 0-6,2 0 11,0 0 6,0-1-12,2 1 24,1-1-34,0 2-18,2 0-38,1 1-63,0 1-27,2 2-28,0 1-6,1 3 0,0 1-27,-1 0 10,1 2-16,-1 1 16,9 1-44,-7 1-12,7 4-5,-10 1-6,-1 4 6,0 4 11,-2 1 5,0 4 1,-2 2-12,-2 3-5,-1 1 0,-4 0 5,-2 1 18,-2 0-1,-3-1 17,-2-1-6,-4-2 23,-1 0 11,-2-2 0,-2-1 17,-1-1-6,-1-1 22,0-2 7,-1-2 16,0-1 28,1-2 22,2-2 23,1-1 16,3-2 23,1-2 1,2 0-1,2-1-17,1-1-27,1 0-1,3-2-11,-1 0-23,2-2-21,0 0-35,2 0-27,0-1-17,3 0-1,2-1-27,1 1 6,2 1-18,1 1-5,1 1 6,11 1-1,-3 2 1,8 3-6,-6 3-6,0 2 1,0 3 5,0 2-6,-2 2 1,1 1 5,-1 2 0,0 2-6,-2 1 0,-2 0 18,-3 8-1,-6-7 0,-3 4-5,-8-9 5,-6-1 11,-4-1 1,-7-2-1,-4 0 0,-6-3-27,-3-2-1,-5-2-98,7-4 1,-1-1-1301,-19 1 1113,17-2 0,-1 0-864,-14-3-1336,0-1 2491,-4-4 0,26 3 0,2 0 0</inkml:trace>
  <inkml:trace contextRef="#ctx0" brushRef="#br0" timeOffset="155078">33193 4543 11010,'0'-8'946,"0"1"-105,0 7 2704,0 0-4716,34-62 1625,-21 40-230,6-13 0,1 0 1053,-6 17-772,-5 6-24,1-1-72,-7 7-95,-1 3-85,-1 0 1200,-1 2-1250,-4 1-23,-1 3-83,-4 0 0,-3 4-6,-1 2 6,-5 2-12,-1 3-10,-5 2-521,-1 1 514,-2 2-10,-2 2 11,-2 0-1208,-3 3 1186,-2 1-1,-3 1-11,11-7 0,-1 0 6,-16 11-9,17-11 1,-2 2-1,1-1 1,1 0-4,-15 11-8,16-10 1,0-2-21,-8 7-21,4-1-160,4-3 103,3-2-369,1 5-146,9-7-583,-1 4-991,10-10-1728,1-3-3056,3-2 6974,1-2 0,0-3 0,0-2 0</inkml:trace>
  <inkml:trace contextRef="#ctx0" brushRef="#br0" timeOffset="155330">32466 4426 20264,'36'9'153,"-1"0"0,-1 0 0,-5 3-63,1 16-34,3 2-6,3 3 1,3 0-1255,3 2 1232,2 0 6,3 1-40,2 0-1413,2 0 1368,2-1-44,-1 0-50,1-2-23,-3 0-68,-3-1-224,-3-2-703,-18-10 1,-2-1-1795,8 9-6874,1 3 9745,-22-15 1,-6-9 0,-3-3 0</inkml:trace>
  <inkml:trace contextRef="#ctx0" brushRef="#br0" timeOffset="167892">22787 5428 6714,'6'-3'1120,"0"0"-443,-6 3 4583,0 0-5025,-19-26 6,10 19-28,-16-19-17,14 25-28,0 0 112,-5-1-163,4 1-16,-3 1-6,5 0 6,0 0 1,-2 0-13,0 0-27,-1 0-1,-3 2 35,-12 2-46,3 1-5,-10 1-272,6 0 283,0-1 33,0 1 12,1-1 22,4-2 23,3 0 16,4-1 18,5-1 161,2-1-206,4 1 66,3-1-67,2 0-83,5-2 249,0 0-244,5-1-56,-3 2 22,1 0 6,-2 1-5,-1 0 10,-2 0-27,1 0 72,-2 0-16,0 0-1,0 2-10,-1 1 55,0 3-44,-2 0-1,1 2-5,-2-1 6,0 1 0,0 0-6,-1 2 16,0 1-16,-1 2 1,0 2 16,0 2 0,-2 3 28,-1 2 5,-1 3 6,-2 2-730,-1 2 741,-1 3-11,-2-1 0,0 1-23,0 0-5,0 0-5,0-1 5,1 1 11,2-2-5,1 0 100,-1 10-95,5-10 0,1 8 1,4-14 4,2-1 18,4-2 16,3-1 34,5-2 747,3-1-719,5-2 152,16 0-219,-5-7-534,14 1 489,-8-8-17,3 0-28,4-1-751,2-2 634,3-1-208,3-3-778,1-1-4389,3-1 5453,-23 3 0,-2-1 0,3 0 0,-2 0 0</inkml:trace>
  <inkml:trace contextRef="#ctx0" brushRef="#br0" timeOffset="173158">23596 5752 6983,'-2'-2'3618,"0"0"1966,2 2-5091,3-27-51,1 17-22,4-22-44,-1 25-35,1-2-44,0 0 219,2-6-286,-3 4-29,3-5 141,-3 2-225,-2 3-10,1-2-23,-4 6-17,1 0-11,-1 1-22,0 2-18,1-2-21,0 2-1,1 0-5,0 2 5,0 1-27,5 0 10,-2 1 7,4 1 4,-4 1 7,1 3 10,0 4-5,-2 0 12,1 4-3399,-5-2 3398,0 2 1,0 8-1,-2-4-17,0 7 12,0-6-6,0 0 0,-5 10 0,0-8 0,-3 7 0,1-10 0,1-1 3397,-1-2-3385,3-1 4,-2-2 12,2-3 45,0-2 17,1-1 44,-1-2 28,1-1-5,-1-1-11,0-1 78,-4-4-157,2-2 0,-2-3-22,1-1 5,2-2-5,0 2 6,0-1-1,2 2-5,0 1 0,2 2-17,0 0 11,1 3-6,0 0-27,2 2 0,1 1-6,4 0-12,0 1 18,4 3 0,1 1-6,4 5 0,3 1 11,2 3 17,11 10-28,-7-4 0,6 7-6,-5 3-5,-10-8 11,0 7 11,-12-9 6,-5-2 22,-5 2-22,-5-1-3398,-6 1 3381,-3 0-5,-4-1-229,-3-1 246,-2-1 10,-2-1-11,-1-3 6,1-1 5,0-4 1,1-3 5,3-2-2204,-4-3 2120,11-6-135,-1-4-257,14-6-493,3-4 1062,7-4-6226,6 0-504,4 2 6670,1 2 0,-6 11 0,-3 3 0</inkml:trace>
  <inkml:trace contextRef="#ctx0" brushRef="#br0" timeOffset="173425">24283 5912 18660,'2'2'1188,"0"0"-5039,-2-2 3868,-25 37-34,15-19 1364,-20 31-2019,13-17-627,4-5-1191,-3 7 2490,4-6 0,6-13 0,1-2 0</inkml:trace>
  <inkml:trace contextRef="#ctx0" brushRef="#br0" timeOffset="175001">25070 5588 8254,'2'-4'3360,"-1"1"4062,-1 3-7298,-5-51-24,-1 38 102,-9-33 5,-3 55-3487,0 3 3398,-2 5 111,-3 8-133,4-4-24,-6 11-4,7-7-7,0 3-5,0 2-5,1 0-7,1 2-584,0 0 584,2 1-27,0-2 6,3 1 3104,2-2-3127,2 0-3071,3 9 3110,3-11-617,3 5 656,4-14 657,11 2-601,-2-7-5,9 2 6,-5-9-18,2-2 1,1-3-1,-1-1-5,1-1-5,-2-3-6,1 0-6,-2-5-5,0-1 0,-1-2 770,5-8-670,-4-2-89,-2 0 5,-8 1-11,-6 7-11,-3 1-11,-4 2-11,-4 1-12,-5 2-5,-5 1 5,-3 2 1,-3 0-1,-1 3-5,-1 0 5,0 0 1,2 1 5,-6 3-39,10 0-12,-4 2 6,10 0-11,4-1-5,0 1-6,4-1-17,0 2-34,2 0-78,2 0-185,1 1 928,2 3-603,2-1 0,-2-1 0,2-4 0</inkml:trace>
  <inkml:trace contextRef="#ctx0" brushRef="#br0" timeOffset="181150">25666 6273 18839,'3'-32'546,"1"0"0,3-20 130,-3 44-485,-1 1 124,0 2-175,-1 0 106,0 1-78,-2 1 225,1-1-252,0 1-40,-1 0-17,0 0-23,0 0-16,0 1-6,-1-1-11,-1 0 0,-1 1 0,1 0-11,-2 0-11,1 1-1,0 0 12,0 1-11,1 0 5,0 0 263,1 0-229,0-1-6,0 0 1,1-2-1,-2 1-6,2 0-5,-1 1 17,0 0 17,1-1-23,-2 1-162,2 0 134,-1 6-11,1-2 6,-1 6-18,1-2 1,0 7 11,-2-2 0,-1 8-5,-1-3 5,-2 2-6,-2 0 6,-1 1 0,-2 0-6,-1 2-27,0-1-40,-2 1-112,0 0-212,0 0-556,3 0-1293,0 0 1398,3 1 0,4-11 0,1 0 0</inkml:trace>
  <inkml:trace contextRef="#ctx0" brushRef="#br0" timeOffset="184428">26431 5681 7027,'2'-5'1484,"0"2"2527,-2 3-3479,3-15 34,-2 9 5,3-12-45,-4 13-55,1-1-56,0 0-34,-1-1-23,1 0-22,-1 0-17,1 0 252,-1-2-335,1 2-40,0-1 487,-1-1-588,1 4-27,0-2-23,-1 7 33,0 0-27,-1 3 111,-3 5 51,-7 10-101,0 2-6,-5 4-5,3-2-11,0 0-23,-1 2-6,2 1-10,1 1-1,2 0-16,1-1-6,3 1-6,2-1-11,2-1 23,0-2-17,1 0 11,1-2 11,3-1 0,2-2 6,3-2 17,2-2 33,1-2 56,1-3 39,2-3 23,1-2 0,2-2-28,1-4 27,2-3-16,1-5-11,2-5-282,3-3 248,-1-4-11,1-2-22,0-4-633,-1 0 604,1-1 6,-3 2-5,-1 2-374,-4 2 373,-1 5 12,-6 3 11,-2 4 266,-4 4-271,-3 2 573,-1 4-619,-1 0 367,-6 10-423,0-1-10,-4 9-3387,1 0 3392,-1 2 5,0 3-331,0 3 320,0 1-5,2 3 0,0 1 5,2 1-16,0 1-18,0 1-21,1 0-79,0 0-359,0 1 169,0 0-191,1 1-174,0-2-307,0-1-348,0-1-683,0-2-1552,0-2-1179,0-3 4764,1-4 0,1-10 0,0-4 0</inkml:trace>
  <inkml:trace contextRef="#ctx0" brushRef="#br0" timeOffset="184646">27183 6051 17265,'-33'30'70,"0"0"1,2-3 0,8-2-71,16-6 801,2 0-885,2-1 234,2-1-369,0 0-151,3-1-218,1 1-515,3-2-1546,0 0-7182,0-3 9745,0-2 1,-4-5 0,0-2 0</inkml:trace>
  <inkml:trace contextRef="#ctx0" brushRef="#br0" timeOffset="185165">27916 5812 16964,'6'-47'814,"-1"0"0,0 4 0,-3 7-293,-9 16-101,-1 4-79,-1 0 68,0 3-146,-1 3-13,-1 1-48,-1 2-79,0 2-28,-2 2-22,1 1-34,-1 2 37,-1 3-54,-1 1 12,-1 5-17,-2 1 16,0 4 1,-2 2-17,1 2-1,-10 13-10,8-6 11,-5 10-685,12-10 679,2 0-5,5-1-411,2-2 416,4-1-68,2-2 63,5-2 0,2-2 5,3-3 17,2-2 17,2-3-1,0-3 12,1-2 12,1-2 623,2-4-635,-1-3 11,2-4-5,1-3 5,0-2 0,0-3-33,-1-2 5,-1 0 6,0-1-6,-2 1 34,-2 1-1,-2 2 7,-1 1 452,-3 2-447,0 3 75,-2 1-53,-1 3-22,-2 1 6,0 2-28,-2 2-29,0 0-27,0 3-6,-1 7 0,0 2 0,0 9 17,0 0-6,-1 3 11,-1 3-16,-2 3-6,-1 1-3392,0 3 3386,-1 1-280,-1 0 280,-1 2-5,-1 0-23,-2 1-22,0 0-45,-1 0-83,0 1-152,1 0-118,1 0-162,2-2-2743,2 1 1746,3-2-955,1-1-1582,3-4 4150,6 0 0,-3-14 0,3-2 0</inkml:trace>
  <inkml:trace contextRef="#ctx0" brushRef="#br0" timeOffset="185387">28397 6038 23882,'-7'-53'-62,"0"13"181,5 46-125,0 4 1,-1 3-18,0 4-10,-1 3-46,0 3-66,0 1-124,0 3-201,-1 1-412,0 1-777,-1 0-1556,1-1 3019,-1 0 0,3-13 0,0-2 0</inkml:trace>
  <inkml:trace contextRef="#ctx0" brushRef="#br0" timeOffset="185710">28913 5699 18092,'9'-42'435,"0"0"0,0 3 0,-3 11 1066,-6 22-1294,0 2 844,0 0-973,-1 3 430,-1 0-519,-1 3 1253,-3 2-1237,-1 5 424,-1 5-412,-4 6 0,1 4 0,-3 3-23,1 5-11,-2 1-3408,-5 19 3408,5-11-56,-4 13-44,9-17-79,1 0-101,2-3-655,1-1 236,1-3-2473,1-2 1587,1-3 1077,1-2 525,0 7 0,1-17 0,1 5 0</inkml:trace>
  <inkml:trace contextRef="#ctx0" brushRef="#br0" timeOffset="186080">29262 5888 15888,'5'0'2992,"-1"1"654,-4-1-3618,1-4-17,-1 10 39,-1 8-27,-4 15-46,-2 1-33,-2 1-78,0-8-118,0 1-197,-1 0-391,-1-1-705,0 0-1306,0-2-6742,1-3 9593,1-5 0,5-6 0,2-3 0</inkml:trace>
  <inkml:trace contextRef="#ctx0" brushRef="#br0" timeOffset="186676">29783 5703 22077,'0'6'309,"-1"0"-186,-1 0-5,-1-1-6,-1 2 117,-4 1-100,1-2 11,-3 1 17,4-4 0,0-2-1,1 0-10,0-1-17,-1-2-28,1-2-17,0-4-12,0-1-21,0-4-12,2-3-17,0-2 1,2-2 5,0 0 5,3-1 29,4-7-45,1 9-23,4-6 12,-1 10-23,0 1 11,0 3 6,1 1 6,0 2 0,1 2-23,7 1-34,2 3 35,0 4-1,0 3 6,-6 5-1,0 4-3396,2 2 3402,0 4-1571,-2 4 1577,-1 4-1748,-5 3 1737,-3 2 0,-16 22-415,-6-12 412,2-13 0,-4 0 697,-9 2 1,-2-3-690,6-6 1,-1 0 515,-8 5 0,-1-1-499,2-5 1,-1-4 13,2-2 0,-1-2 26,-26 12 16,11-13 6,22-10 11,5-2 2778,3-4-2767,5-1 1064,4-5-1080,2-2-23,3-2 0,2-1 236,2 0-270,3 0 576,3 2-586,2 1-1,2 3 0,0 3 6,2 1-17,0 1-6,2 2-22,13 1 11,-5 3-11,10 2-22,-7 4-191,17 9-39,-10-4-1243,11 8 683,-13-7-241,1 2-949,-1-2-1941,2-1 3971,4 1 0,-17-8 0,-2 0 0</inkml:trace>
  <inkml:trace contextRef="#ctx0" brushRef="#br0" timeOffset="187145">30519 5564 16140,'-6'-2'2168,"1"1"2660,5 1-4609,-46-13-4303,35 10 4196,-35-10 904,46 13-881,0 0-85,3 0 12,0 0-1,2 0-5,0 0 3398,1 0-3387,2 0-5,0 0 5,2 0 45,7 0-78,-3 0-12,7-1 0,-4 1 1,2-1 5,-1 1-11,1 0-1,-1 0 1,-2 0 6,-1 1-1,-2 0-16,-1 0 5,-1 0-6,-2 1 7,0 0 4,-2 2-16,0 0 0,-1 2 12,0 0-1,-2 2 0,0 1 6,-1 11-6,0 6 0,1 13-11,-2-5-456,0 1 456,0-8 0,0 2 11,0 1-11,2 1 0,-2 1 6,2 0-1,-2 16 7,-1-12-1,-4 11 28,-10-6-11,-11-2-22,-5-5-517,-5-7 483,3-15-112,-4-2 174,-4-4-1802,7-3 1,-2-2 1767,-22 1 0,7-1 0,22-1 0</inkml:trace>
  <inkml:trace contextRef="#ctx0" brushRef="#br0" timeOffset="194110">22210 6873 7570,'3'6'3613,"-1"0"-2526,-2-6 3327,0 0-4034,-8-34-49,2 23 178,-11-25-341,7 33-28,-5 1-28,2 1-11,-2 1-11,-2 0 11,-2 2-3387,-1 1 3392,-2 2-807,-1 0 785,-1 1-2012,0 0 1979,2 1 27,2-1-33,4 0-11,2 0-18,4 0 1996,2-2-2006,4 0 819,1 0-803,3 0 3415,1 1-3347,4 3-51,2-2-17,3 2 6,-1 0-11,2 0 0,0 0-6,2 3-3403,2 1 3398,1 2-457,2 2 451,0 2-2113,1 0 2113,1 3-12,0-1 7,1 2 5,0-1-6,1 0-5,-2 0 2130,-1-1-2113,-4-2 472,-5 0-438,-4-3 4,-4-1 3472,-16 4-3382,-14-2-61,-9-1-6,-10-4-805,5-7 800,-4 0 5,-3-3 6,-1-1-9,17 0 0,-1-2-140,-26-8 121,0-7-95,26-1-74,18-4-77,14 6-180,8-1-2520,15-11-2740,3 5 5641,17-9 0,-22 19 0,0 2 0</inkml:trace>
  <inkml:trace contextRef="#ctx0" brushRef="#br0" timeOffset="194346">22489 6797 20487,'3'46'43,"0"0"-1,-1-4 1,2-5-26,4-5-45,3 14-184,-1 0-1340,-1 1 1132,-4-7 118,-3-13-4023,-2 8-4782,0-12 9107,-2 4 0,2-18 0,-2-5 0</inkml:trace>
  <inkml:trace contextRef="#ctx0" brushRef="#br0" timeOffset="195379">22477 7157 10086,'0'-4'3607,"0"1"2862,0 3-6419,8-36-10,2 29 16,19-25-40,7 38-4,1 1-1,-1 0-6,2-2 1,-11-2-6,9 0 11,-15-2 0,0-1 17,2-2 6,-7-1 5,0-1 79,-7-4-51,-5 3 11,-1-2-5,-3 3-17,-2 1 62,-4-1 33,-5 3 73,-6-1 45,-1 4-57,2 3-150,5 0-17,3 1-6,5-2-17,2 1 34,1 2-16,2-2 5,2 2 73,9-2-3471,-1-3 3403,6 1-10,-2-3-7,1 0-10,1-1 10,-1-2 23,5-5 34,-2-5-1,1-7 12,-8-5-56,-6 4 0,-6-1-6,-3 6 3387,-3 1-3354,-9-5-32,2 6 10,-6-1 73,-3 5-5,0 4-85,0 1-16,5 4-11,7 2-1,2 2-5,-3 9-22,1 8 22,-1 12-17,4 8 6,2-5-11,3 0-40,6 0-3403,-1-7 3370,5 8-39,-1-11-74,4 0-301,8 7-91,10 2 45,2-3-256,4-6-1038,11-10 830,-8-7 397,15-2-420,2-15 488,0-8 610,-3-3 118,-10-6 106,-22 6 140,-5-1 123,-4 0 106,-6 1 3319,-2 2-3172,-4 1 10,-3 2-33,-2 2-3296,-2 1 3123,0 1-232,1 2 24,1 1 257,2 2-436,1 1-67,0 2-62,1 2 3319,0 0-3387,2 9-3215,1-2 3227,1 9 39,2 7-55,-2-3 10,1 10-5,-2-5 0,-2 2-6,0 2 0,-2 1-11,-5 15 22,-7 1 6,-6 9-473,1-15 451,1-8 3059,2-8-3054,5-9 23,0 1 39,6-10 16,2-2 85,0-2 562,1-4-691,0-3 125,2-4-142,-1-5-28,1-3 11,1-5-5,1-3-1,2-4 1,3-2 0,2-3 16,4-16-11,-3 12-5,3-10 5,-5 18-709,-1 2 726,-1 3-17,-2 0-5,2 3-6,-1 2-6,2 3 12,1 1-6,2 3-6,1 1-5,0 3 0,2 1 714,0 1-703,1 3-16,1 2 4,1 1 1,1 2 0,1 3 11,1 2-11,0 3 5,-1 4 1,1 1 16,-2 3-22,-2 0 5,-1 2-5,-3 0-6,-4 0 17,-3 1 0,-6-1-6,-5-1-16,-5 0 22,-6-1-17,-4 0-11,-2-1-11,-2-1-577,-2-2 465,-1-1-90,-1-2-134,1-2-213,2-1-302,3-2-489,4-2-1158,4-2-3389,7-3-744,3 0 6670,4-2 0,2 2 0,0 1 0</inkml:trace>
  <inkml:trace contextRef="#ctx0" brushRef="#br0" timeOffset="195632">23830 7237 15126,'-7'0'3277,"2"0"-505,5 0-1494,0 0-1250,-3-13-6,12 8-10,1-9-57,26 10-22,-8 1-79,9-1-107,-11 2-195,1-1-504,-1 1-1031,1 0-2856,-1 0-3204,-2 1 8043,-4-1 0,-10 1 0,-4 0 0</inkml:trace>
  <inkml:trace contextRef="#ctx0" brushRef="#br0" timeOffset="196078">24354 7119 15636,'-3'0'3108,"1"0"926,2 0-3877,-13-66-12,13 43-30,-3-18 0,3 2-14,11 24-23,4-3-5,-4 8-23,1 1-16,0 1-6,0 3-6,0 0 6,0 2-11,0 2 5,7 1-22,-5 3 6,6 3-6,-5 4 0,1 3 0,0 3-17,4 12 12,-5-4-1,0 9 0,-10-8-10,-3 0-7,-7 2 6,-5-1 6,-8 1-1372,-5 0 1372,-5-1 17,-3-2-459,-2 1 453,-1-3 11,-1-2-5,3-2 16,0-3 6,4-1 17,-3-1-34,12-5 6,-1 1 0,14-7 1361,3-1-1361,12-2 530,1-2-536,11-1-11,0-1-6,3 1-16,2-1-23,3 1-28,3-1-223,20 1 58,-20 3 0,0-1-536,2 1 0,0 1 583,2 1 1,-1 1-572,21 4-386,3 3-1036,-16-1 1,2 1 841,-13-2 1,1 0-1476,8 2 1,-1 0-1099,3 3 3915,-9-3 0,-18-4 0,-7-2 0</inkml:trace>
  <inkml:trace contextRef="#ctx0" brushRef="#br0" timeOffset="196491">22107 7794 10132,'-49'0'842,"0"-1"0,5 0 0,5 0 234,1-2-29,8-2-101,5 1 205,6-1-563,6 2 357,7 0-704,3 1 214,7-1-242,5 2 56,9-2 28,7 1-1,9 0-303,8 0 231,10 0-971,8-1 817,-25 1 0,0 1-23,4 0 1,0 0-3,4 0 0,1 0-17,2 0 1,2 0-9,0 0 1,4 0-1,-2 0-1100,9 0 1,1 0 1081,-8 0 0,3 0 0,-2 0-5,5-1 0,1 1-1,0 0 1,4 0-1,-3 1-620,-11-1 1,-3 1-1,3 0 613,-2-1 0,3 1 0,-1 0 0,-2 0-7,0 0 1,-3 1 0,1-1-4,1 1 1,-1 0 0,1 0 1,-1 0 0,-1 0 1,1 1 3,-2 0 0,1 0 0,-1 0-5,20 1 1,-1 0 7,-3 0 1,-1 0 5,-3 0 1,-2 0-4,-4-1 1,-1 1-304,8 0 0,-2-1 290,-17 0 0,-2-1 2,5 1 1,-3 0-4,-2-1 870,-11-1-847,-6 0 1857,-6 0-1946,-2-2 1575,-2 0-1934,-1-3 798,-1 1-9273,0-6 8923,-3 4 0,1-1 0,-4 5 0</inkml:trace>
  <inkml:trace contextRef="#ctx0" brushRef="#br0" timeOffset="198411">26109 7285 13950,'1'-6'2963,"0"2"2241,-1 4-5154,3-52-16,-5 44-6,2-35-11,-8 60 0,0 5-23,-2 2-230,0 3 214,-1 2-34,0 0-35,1 2-385,-2 13 6,5-11-325,1 8-460,5-15-739,2-3-1579,3-1-6258,1-6 9515,1-2 1,-2-8 0,-2-3 0</inkml:trace>
  <inkml:trace contextRef="#ctx0" brushRef="#br0" timeOffset="198792">26449 6923 18734,'-41'8'113,"0"0"1,3-2 0,9 4-5051,22 11 4982,2-2-12,2 1 1439,3-3-1421,3 0 882,1-3-871,5-2 159,1-2-132,0-2 3415,2-2-3364,0-4 11,-1 0 1,1-3-12,0-2-12,0-3-21,-2-3-6,2-3-6,-2-2 0,0-3 11,-2-2 1,-2-1 10,-2 0-5,-2 0 18,-1 2-18,-2 1-6,-2 2-16,-3 2-23,-3 1-16,-2 3-18,0 1 1,-1 2-17,1 1-17,0 2-17,3 2-11,1 0-17,1 2-11,1 3-11,1 3-45,0 4-79,2 3-168,0 2-346,2 4-858,0 1-1764,3 2 3327,3 4 0,-1-13 0,0 0 0</inkml:trace>
  <inkml:trace contextRef="#ctx0" brushRef="#br0" timeOffset="199033">26673 7226 21433,'43'-40'-190,"-2"8"-62,-14 32-185,2 1-308,3 1-555,1 2-990,2 1-3456,0 3-465,-3-1 6211,-6 0 0,-12-3 0,-7-2 0</inkml:trace>
  <inkml:trace contextRef="#ctx0" brushRef="#br0" timeOffset="199217">26621 7448 13110,'-4'0'2610,"1"1"3008,3-1-5613,118-36-4037,-70 22 3836,-3 1 0,8-3 0,-9 4-879,-2 4-1098,0 0-2470,1 0 4643,3-1 0,-21 4 0,-2 1 0</inkml:trace>
  <inkml:trace contextRef="#ctx0" brushRef="#br0" timeOffset="199746">27479 7161 22526,'3'-18'151,"-1"3"-129,1 17 18,-1 0-7,-1 1 29,0 0-6,-2 1 5,-2 0-5,-2 1 0,-3-1 6,-3 1 0,1-1 5,-3-1-6,1-2 35,-1 0 16,1-1 11,2-2 28,1-1-11,2-2-11,3-2-12,2-2 68,4-9-118,3 2-27,4-4 4,3 5-4,2 1-7,1 1-5,1 1-17,1 2 6,1 2 0,8 1-6,-5 4 0,5 0-11,-7 2 6,-1 2-12,0 2 1,-2 2 5,-1 5-6,-2 1 6,-1 3 0,-3 2-17,-1 2 6,-4 3 0,-2 3-11,-7 2-18,-5 3-4,-9 5-829,-9 3 806,-6 3-3129,-9 3 3156,20-21 1,-1 0 8,-2 1 1,-1 0 2,-1 0 0,0 0-1028,0-1 0,0 0 1056,1-2 0,1 0-1363,-23 14 1414,8-9-52,7-7 107,11-9 1372,6-4-1366,7-6 2003,6-3-2047,2-5 2994,8-4-2994,3-2 4,8 0 18,4 0 44,20-3-50,10 2-656,2 3 583,0 5 1,-14 6-18,0 4-11,2 2-72,1 4-51,1 3-196,2 5-275,1 3-565,1 5-3740,-15-4 1,0-1 3668,10 7 0,-2 1 0,-29-20 0</inkml:trace>
  <inkml:trace contextRef="#ctx0" brushRef="#br0" timeOffset="204652">28393 7542 19316,'26'39'224,"-8"-1"389,-27-8-591,-6 4-22,-5 3-11,-7 3-17,-5 5-83,-8-1 52,18-21 1,-1-1-63,-2 0 1,0 0-127,-1-2 1,-1 0-286,0 0 0,1-1-1524,-27 16-2481,5-3 4537,-2-1 0,25-15 0,2-2 0</inkml:trace>
  <inkml:trace contextRef="#ctx0" brushRef="#br0" timeOffset="205384">29500 7145 19197,'-13'-6'106,"2"1"-72,10 11 16,-1 0 1,-1 0 16,0 0 715,-3 1-704,0-1 290,-3 0-295,-2 0-6,-3-1 6,-3 0 0,-3-2 5,-2-1-3087,-2-2 3099,0 0 22,0-3 293,2-1-265,2-4 11,3-2 19,5-1-7,2-3 100,5-9-151,2 4-23,6-7-5,2 9 0,4-1 45,9-3-90,-3 6-11,6-3-5,-6 9-12,0 2 0,-1 2-11,1 3-11,0 1 11,1 4-2268,0 3 2262,0 4 2269,7 11-2263,-5-2 0,3 8-11,-9-5 11,-3 1-12,-3 3 1,-3 0 11,-5 3-17,-6 0-11,-19 16 23,-2-10-151,8-11 1,-3 0 166,-7-1 0,-1-1 1,-20 10 997,17-11 0,-1-2-997,-12 3 4,4-6 12,3-4 28,7-6-2802,5-3 2841,6-5 17,6-3-28,7-4 288,4-9-333,6 2-11,4-4 0,6 5 17,3 2 840,1 0-851,2 3-12,0 0-5,0 2-23,-1 2 6,1 2 3392,6 2-3420,-3 4 34,26 14 11,-19-3-51,17 12-50,-18-8-90,2-1-529,1 2 182,-1 0-257,1 0-343,-3-1-441,0-1-959,-3-1-2346,-1-2 4867,1-1 0,-12-6 0,0 0 0</inkml:trace>
  <inkml:trace contextRef="#ctx0" brushRef="#br0" timeOffset="205749">30094 7115 18145,'0'-4'3210,"0"1"-1098,0 3-2090,-5-27 0,4 24 18,-6-18 10,2 33-22,-4 3 39,-17 12-44,1-6-1,-15 9-419,5-8 419,-5-2 6,11-5 0,-2-1-1028,-13 6 1017,-12 6 0,22-12 0,6-1-2917,6-1 2900,5 0 6,4 2-6,6-3 17,2 3 265,7-4-276,3 0 761,9 5-755,2-4-12,7 4-17,-2-5-17,2 0-22,2 0-17,2-2-39,3 1-50,1-2-101,1-1-152,1-1-1310,16-1 6,-12-2-1536,13-1 3255,-11-3 0,-19 2 0,0-2 0</inkml:trace>
  <inkml:trace contextRef="#ctx0" brushRef="#br0" timeOffset="206195">30747 7073 22849,'-48'-11'359,"6"6"-275,24 21-23,1 2-10,-2 3-18,2 0-10,-1 3-7,1 1-4,1 1-1,-2 14-6,5-9-1323,0 10 1323,7-15-135,4 0 141,1-2 392,3-1-403,3-1 0,3-2 121,3-1-116,1-2 829,8 1-716,0-7 559,1-1-593,-5-8 0,-5-6 0,-1-2 49,2-3-72,-2-4 85,5-7-90,-5 4 0,1-6-11,-5 6-6,-1 1 11,-1 0 12,-1 2 5,-2 1 0,-1 1 0,0 2-16,0 1-11,-1 2-7,-2 2-5,-2 1-17,-4 1-11,-2 1 12,-3 1 4,-3 2-21,-4 4-18,-3 2-89,-4 2-191,-1 2-1345,-2-1-951,1 2 2599,-4 1 0,16-7 0,3 0 0</inkml:trace>
  <inkml:trace contextRef="#ctx0" brushRef="#br0" timeOffset="207378">31216 7543 15597,'2'-9'683,"0"1"-240,-2 8 1018,0 0-1702,-43 56 264,22-28-509,-7 9 0,-1 1 295,4-6-307,-3 3-1177,-3 1-2840,-3-1 4515,-5 2 0,18-18 0,1-1 0</inkml:trace>
  <inkml:trace contextRef="#ctx0" brushRef="#br0" timeOffset="209985">31724 7222 16538,'0'-4'1310,"1"1"1138,-1 3-2408,12-20 4,-10 19 46,7-4-51,-13 23-11,-4 12 6,-5 13-1,1-7-697,-6 15 686,3-13-10,0 0-29,-8 19 0,5-15 6,-3 13-17,7-20-6,2-3-16,-1-2-129,-5 7 27,2-9-480,-12 11 4,10-21-336,-5 2-3684,7-12 2295,2-3-1875,-1-3 4228,0-2 0,7 0 0,1-1 0</inkml:trace>
  <inkml:trace contextRef="#ctx0" brushRef="#br0" timeOffset="210433">31910 6907 12371,'-3'-5'1484,"2"1"-2064,1 4 608,-15-44 6,11 36 1431,-12-32-1421,14 47 850,-1 3-866,0 1-6,1 4-11,0 0 3392,1 1-3397,1-1 11,2 2 0,2-1 22,4 1 11,2-2 1,3 0 10,0-1 12,2-1 22,0-3 40,-1-2 49,0-2 52,-1-4 21,-2 0 6,-1-4-22,-2-1 129,2-11-230,-5 1-12,1-9-10,-5 4 22,0-3 17,-1 1 17,-2 0-6,-1 2-11,-3 1-39,-2 1-23,-2 3-28,-1 0-11,0 3-28,0 1-17,0 2-11,1 1-22,2 3-12,0 1-5,2 2-23,1 0-16,0 4-12,0 1-44,0 5-96,-1 3-157,2 2-380,0 2-896,2 3-2079,2 2-4822,2-1 7716,1-3 0,-1-9 0,0-3 0</inkml:trace>
  <inkml:trace contextRef="#ctx0" brushRef="#br0" timeOffset="210665">32024 7170 18504,'-4'0'1697,"1"-1"-919,3 1-1142,70-28-4725,-36 22 4545,11-8 1,0 2-1457,-6 16-878,-1 2-4246,-3 1 6668,-6 0 0,-13-4 0,-8-1 0</inkml:trace>
  <inkml:trace contextRef="#ctx0" brushRef="#br0" timeOffset="210876">32090 7376 11077,'-3'1'2985,"0"-1"4022,3 0-7041,30-10-33,-13 6-62,27-8-44,-19 9-68,2 1-78,0 0-51,1 0-206,2 0-237,-2 0-576,1 0-1025,1-1-2072,-1-1 167,-3 0 3759,-5 0 0,-9 2 0,-6 1 1</inkml:trace>
  <inkml:trace contextRef="#ctx0" brushRef="#br0" timeOffset="211128">32695 7137 26441,'-20'-35'92,"1"-1"1,-13-20-93,32 56 0,0 0-17,0 3 34,0 1-12,2 7 1,0 2 5,3 6-5,0 3-6,1 4 0,0 2 0,-2 3-17,1 1 17,-2 2-3392,-1 2 3403,-1-1-567,0-1 556,-1 0-5,-1-3-23,-1 0-34,-2-2-112,-1-2-201,-3-1-314,0-2-583,0-2-1271,-2-3 2021,-1-1 0,6-8 0,-1-3 0</inkml:trace>
  <inkml:trace contextRef="#ctx0" brushRef="#br0" timeOffset="212861">33083 7639 19692,'8'2'644,"-2"0"-174,-6-2 880,0 0-1305,-5 18-23,-2-5-10,-6 17-35,-1-8-1095,-4 2 793,-2 2-493,-2 1-6732,-14 12-112,9-12 7662,-6 4 0,21-21 0,5-5 0</inkml:trace>
  <inkml:trace contextRef="#ctx0" brushRef="#br0" timeOffset="214293">24934 8320 15950,'0'-6'319,"0"2"2415,0 4-2314,6-61-129,-5 45-117,5-44-85,-6 58-50,-1 4 17,-1 3 23,-2 4 16,0 5 123,-12 29-190,4-13-17,0 4 1,-1 0-18,0 2-363,-4 14 274,7-16-101,0 1-179,2-1-404,1 1-3719,4 13 3678,0-7 0,2-7 1,1-16-1</inkml:trace>
  <inkml:trace contextRef="#ctx0" brushRef="#br0" timeOffset="214643">25197 8392 11122,'0'-5'3142,"0"2"-4019,0 3 1084,-62-23 169,30 28 410,-10-11 0,1 4-562,5 30-95,9-5 862,2 0-874,10-6-10,0-1 55,-1 6-111,4-5-12,0 4 3389,8-2-3339,4 1 118,8 4-168,3-6-33,8-3-6,-2-6-23,4 0-72,15 1-62,8-3-184,16-1-821,-10-3 709,-3-4-253,-12-3-426,0-2-1517,19-8 582,-13 2-1635,13-4 3702,-14 1 0,-27 11 0,-3 1 0</inkml:trace>
  <inkml:trace contextRef="#ctx0" brushRef="#br0" timeOffset="215375">25539 8457 20593,'-42'-10'459,"9"3"-403,33 15 0,1 0-17,1 0-11,2 1 0,2-1 6,1-1 28,7 1-29,-3-4-5,7 1 0,-6-4-5,2-1 5,0-2 0,0-3 22,6-8-33,-5 1 28,4-5 72,-6-2 51,-3-2-5,-3-3-79,-6 6 6,-5 3 0,-4 7 27,-3 1-5,-1 1 6,-4 3-12,0 0-16,-2 3 61,-9-1-95,8 3-17,-4 2 0,6 8-22,4 4-22,2 2 16,3 0-11,5-2 0,2 0 17,0 0-12,3 2-5,1 0 0,2 1-11,4-1 0,1 1 0,3-1-1,3-1-32,12 6-46,8-2-5,14 0-262,-9-8 301,-2-8 0,-14-4 28,1-5 0,-1-2 12,-1-5 16,0-2 5,-1-3 51,5-10-17,-8 5 12,2-6 16,-12 9 23,-4 1 16,-1 2-5,-3 2-6,-1 2 323,-1 2-323,-1 2-16,-2 2-12,-1 1-22,1 2-17,-2 1-12,2 2-16,-2 2 0,2 3 17,-1 3-17,2 1 23,-1 2-12,3 1-11,-1 1 5,2 1 1,3 0 0,2-1-12,2-1 6,4 1 0,0-2-11,3 1 11,2-3-11,2 0-6,2-4-11,13-1 17,-8-3-6,10-2 6,-11-4-192,-1-3 209,2-4 16,0-1-5,-2-2 11,-2-2 11,-4-1 84,2-6-44,-8 7 33,0-4 11,-7 9 34,-3 3 22,-1 0 162,-2 2-212,-1 2 180,0 0-247,-2 3-17,-2 2-1,0 2-16,-2 3 7,-3 4-7,-2 4-12,-2 3-10,-1 2 5,0 3-5,-2 3-244,2 3 222,-2 4 4,3 2-16,-1 4-51,2 3-1125,2 2 968,5 0-195,2 0-101,8-3-252,4-4-2414,16 8-1530,0-15-5103,7 3 9359,-10-18 0,-9-7 0,-5-4 1</inkml:trace>
  <inkml:trace contextRef="#ctx0" brushRef="#br0" timeOffset="215608">26585 8547 20850,'47'-16'-62,"0"-1"1,-3 1 0,-6 5-225,-7 11-375,0 3-656,0 0-1164,-2 4-2216,-1 1 4697,0 2 0,-14-4 0,-1 0 0</inkml:trace>
  <inkml:trace contextRef="#ctx0" brushRef="#br0" timeOffset="215792">26691 8745 25040,'-18'12'67,"11"-4"-83,33-15-46,4 1-56,3-1-111,3 0-704,-1 0-260,2 0-1971,-2 1-6146,-3 2 9310,-6 0 0,-13 2 0,-5 1 0</inkml:trace>
  <inkml:trace contextRef="#ctx0" brushRef="#br0" timeOffset="223496">26714 6332 6753,'-3'-4'3103,"1"0"-919,2 4-2016,-38-9-22,23 7-23,-31-7 6,31 10 6,-1 2-7,-1 0-10,-2 0 22,0 0 6,0-1 22,-1 1 50,2 0-5,2 1-28,0-1-34,2 0-45,2 0-22,2-1-11,1 0-11,3 0-29,2 0-16,2-2 694,2 1-419,4 0-62,1-1-74,6 0-55,0 0-28,3 0-11,3 0-23,1 0-6,3 0-16,0 0 0,3 0-11,1 0-1,2 0 1,2 0-6,1 0 0,1 0-391,0 0 385,0 0 0,-2 0 1,-3 2-6,-5-1-12,-3 2-16,-5-1 22,-4 1 40,-5 0 38,-2-1 29,-3 1 16,-2 0 358,-4 0-397,-5 0-5,-3 1-6,-4 0-6,-3 0-10,-4 0-3399,-1 0 3387,-4 0 0,1-1 6,-1 0 11,0 1-6,0-2-250,3 1 267,2-1 6,4-1 10,4 0 18,4-1 28,3 0 3262,4 0-3251,2 0-56,3 0-79,2 0 402,5-1-402,1 0 6,5-1 0,0 0 0,2-1 6,3 2 0,3-2-18,1 2 18,4-2-12,0 2-5,2-1 11,0 1-11,1 0 5,0 1 12,-1-1-12,-1 1 6,-3 0 0,-2 0 0,-4 0 6,-4 0 5,-3 0 40,-4 0 150,-3 0-5,-1 0-179,-7 0 0,1 0-17,-5 0-45,3 0-67,1 0-521,0 0 6,2 0-4750,1 3-381,2 0 5758,2 1 0,0-2 0,0-1 0</inkml:trace>
  <inkml:trace contextRef="#ctx0" brushRef="#br0" timeOffset="224692">27518 8547 16043,'13'-40'539,"0"-1"1,-1 4 0,-2 6 1179,-5 13-1417,-2 5-33,2-3 309,-3 8-382,0 1-51,-1 2-72,0 3 179,-1 0-208,-2 8 552,-2 0-562,-3 8-6,-3 1 11,-4 3-5,-2 4 50,-14 16-56,7-7-1125,-9 12 1131,10-12 16,2 0-524,2-1 496,2-1 6,6-2-6,2-2-5,5-3 11,2-3 0,4-2 11,4-3 1144,10 2-1116,0-7-11,8-1 11,-4-6 6,2-2 580,3-3-581,2-4-21,1-3-1,2-2 34,14-7-11,-11 3-733,8-5 767,-17 7 16,-3 1 17,-3 0 34,-4 3 10,-3 1-10,-4 2-12,-3 2-50,-1 2 789,-3 2-862,0 7 0,-3 1 12,1 8-7,-3 1 1,0 2-6,-1 3 6,-1 1-22,-1 3 16,-4 16-50,2-8-723,-2 13 734,3-13-34,-1 1-44,1-1-174,-1 2-499,0-2-996,0 0-3429,0-3 5176,-2 4 0,6-17 0,-1-2 0</inkml:trace>
  <inkml:trace contextRef="#ctx0" brushRef="#br0" timeOffset="227993">22352 9555 18610,'-29'-39'304,"0"1"1,3 2 0,2 10-115,9 24-33,-2 1-28,1 1 89,-11 4 6,-3 6-101,0 3 140,-12 14-128,16-6 5,-10 8-23,11-4 74,-11 13-2684,11-8 2543,-5 11 29,9-2-2595,10-10 2538,1 8 1,8-14-7,5 1 18,8 5-6,8-2-11,2-1 0,4-8 1756,1-9-1683,2-4-57,0-5 3410,-4-6-3342,-1-12-3420,-6 1 3403,4-10 45,1-7 39,0-7 156,6-10 124,-5 5-478,-7 12 209,-5 9-34,-6 10-16,-3 4 0,-1 1 3257,-1 3-3302,0 2-22,0 2-1,0 2-50,-1 6 357,-1 2-363,-2 6 1,-1 3 0,-1 3-12,-2 15 6,1 6-11,0 2-650,4-1 633,1-13-17,1 1-272,0-1 71,3 0-298,1-1-424,3 0-769,3-1-1674,2-1 2634,3 3 1,-7-14 0,1 0 0</inkml:trace>
  <inkml:trace contextRef="#ctx0" brushRef="#br0" timeOffset="228477">22695 9805 21814,'-14'20'241,"6"2"-140,16-12-45,2 1 0,-1-4 84,0-3-33,-3-3 10,1 1 1,-2-2-12,-1-2 96,1-3 95,-1-2 89,0-2-201,-2 3-12,-2 1-55,-1 3-28,-1 0 22,-5 2-62,0-1 0,-5 1 6,1 0-16,0 1 10,-1 0 0,0 2-5,0-1-11,2 2-6,2-2-17,2 1 6,2-2 11,2 1 5,1-2-5,6 2 6,4 0-28,3 1-1,2 0 6,-5 0-11,0 0 23,-1-1-1,-3 0 23,-1 0 39,-2-1 297,-1-1-341,-5-5-12,0 1-17,-2-6 17,0 3-11,0-1-6,2 1-11,-1 0-11,2 2-3415,0 1 3314,0 1-180,2 1-576,0 1 868,0 1 0,-1 0 0</inkml:trace>
  <inkml:trace contextRef="#ctx0" brushRef="#br0" timeOffset="232462">23937 9500 13368,'0'-3'2761,"0"0"2341,0 3-4743,1-61-899,0 40 694,0-14 0,1 2 121,0 20-18,1 1-38,0 0 70,0 1-132,2 1-34,-1 1 6,0 1 193,-1 2-137,0 1-129,-1 2-34,0 1 462,-2 1-461,0 7 133,-1 0-140,-1 7 7,-4 11-18,0-2 7,-4 11-1,2-7 11,0 3-331,0 3 321,-1 0-1,1 3-11,-1 2 11,0 0-11,0 0 0,0-1-6,1 0-5,2-2-11,1-1-23,1 0-61,2-3-96,0-1-156,1-4-331,1-2-689,0-3-1515,0-4-6029,0-4 8922,0-4 0,0-3 0,0-3 0</inkml:trace>
  <inkml:trace contextRef="#ctx0" brushRef="#br0" timeOffset="232866">24412 9400 23030,'-7'-15'330,"3"5"-263,11 15-11,0 0-5,1 1-12,1 1-5,1 0-6,1 1 0,0 2-12,0 0 12,2 2-11,1 0 0,2 2 5,9 8 18,-7-4-35,6 7 12,-10-7-11,-1 0-18,-3-1 18,-2 1 0,-2-2-1,-3 0 1,-1-1-6,-3 0 11,-8 4-11,0-4 17,-9 4-12,2-6 12,-3 0-6,-2-1-5,0 1-3398,-1-2 3392,0 0-955,2 0 938,0 0-6,2-1-33,2-1-72,2 1-80,2-2 1884,1 3-3133,6-5 304,0 1-2169,9-5 3322,4-2 0,-3 0 0,2 0 0</inkml:trace>
  <inkml:trace contextRef="#ctx0" brushRef="#br0" timeOffset="233126">25015 9616 15737,'-8'-7'2447,"1"2"-1555,7 5 2137,0 0-3023,57-42-135,-21 30-1558,2-10 0,-1 2 1367,1 19-2100,-9 3 1501,-2 1-688,1 3 1607,11 8 0,-21-8 0,6 4 0</inkml:trace>
  <inkml:trace contextRef="#ctx0" brushRef="#br0" timeOffset="233326">25037 9813 12326,'-4'1'4391,"0"0"454,4-1-4873,36-19-56,-16 12-549,31-16 420,-23 17-106,1 1-169,1 0-3373,0 2 2645,-1-1-1146,-1 2-1413,-3 0 3250,3-1 0,-14 2 0,0 0 0</inkml:trace>
  <inkml:trace contextRef="#ctx0" brushRef="#br0" timeOffset="233694">25789 9640 12472,'4'-5'4912,"-1"1"823,-3 4-5438,-61-10-213,41 10-56,-15-4 0,3 3 17,22 9 17,-1 8-40,5-3-5,1 6-6,3-5 11,2 2-5,2-2 28,17 17-39,-4-12-29,25 18-485,-17-21 508,8 4 17,-10-9 16,8-3-10,-9-4 38,11-7-22,-16-4 6,5-6-129,-10-1 140,1-2-6,-3-1 0,-1-2 23,-2-1 6,-2-1 49,-2-1 18,-1 2 11,0 0 11,-1 3-23,-2 1-33,-1 1-11,-2 2-28,-2 1-22,-1 2 490,-1 0-513,1 1-6,-2 1-5,2 0 130,-1 2-158,1 0-269,-4 0-376,3 3-1343,-2-1-7579,3 3 9578,3 0 0,2 0 0,2 1 0</inkml:trace>
  <inkml:trace contextRef="#ctx0" brushRef="#br0" timeOffset="234948">26743 9736 14874,'0'-3'3943,"0"0"-974,0 3-2919,-8 0-11,3 8-5,-6 3-17,5 10 5,-1 0-11,-2 2 23,-2 1-17,-2 0-6,-4 0 0,-1-1-11,-4-1 23,-1-1-12,-2-2 17,-1-2 12,-1-3 10,-1-3 34,0-3 11,2-3 34,2-3 6,3-3-18,5-5-5,3-4-39,4-6 39,5-15-73,5 3-686,6-13 680,3 8-5,5-1 6,2 0-17,3 0 11,1 1 11,1 1-17,0 1 6,-1 2 12,-2 1 10,-2 1-5,-3 1 22,-3 1 79,-1-8-57,-5 10-213,-1-5 208,-4 12-17,-3 3 12,0 2-7,-3 2-10,0 2-23,0 1-5,0 2 665,0 2-693,2 1 234,-1 1-240,1 2-6,-2 2 18,0 4-24,-1 3 7,0 2-6,0 2 16,0 4-3402,1 0 3413,2 3-198,0 1 188,2 1-1,1 2 12,4-1-17,2 0 6,5 0-1,3 0-5,4 1 0,3 0-5,3 1-1,3 1 6,4 0 0,4 0 0,2 1-1599,3 0 1588,-2 1-6,-1 0 2398,-5 0-2404,-6 0-5,-6-2-198,-9-1 170,-4 0-2442,-10-1 2374,-6 1 1018,-10-1-1302,-6 0-231,-6-1-330,-4 0-414,-2-3-852,2-1-2106,2-3 4341,2-1 0,15-9 0,3-1 0</inkml:trace>
  <inkml:trace contextRef="#ctx0" brushRef="#br0" timeOffset="235557">27244 9957 17480,'-42'14'398,"7"-2"-286,31-7-6,-1-1 1960,-1 0-1971,-1 0-11,-2-1-11,-1 0 11,-1-2 6,-1 0 910,-7-8-793,-1-4 460,-3-12-561,7 3-16,5-5-23,7 5-11,2 0-17,3-2-11,4 0-1939,4-1 1922,3 1-192,3 0 209,2 0 28,9-10-34,-6 8 6,5-7 11,-10 11 12,-2 2 22,-4 1-12,-3 1 1,-2 1 5,-3 0-22,0-1 33,-6-5-55,0 6 21,-4-4 3278,0 8-3288,-2 2-6,0 0-28,-1 3 28,-1 1-23,1 2 18,1 2-1,-1 1-16,0 2-1,2 2-5,-1 2 297,2 3-297,1 0 5,1 1 1,2 2 0,1 0-1,2 2 1,1 0-1,0 2 7,3 1-12,2 0 11,7 10-17,0-6 12,6 9-1,-2-8-10,2 1-6,3 0 16,3 2-10,2-1 10,4 1 12,16 10-361,-19-16 1,1 1 340,5 5 0,0 0 3,18 14-5,-11-3-1,-20-13-39,-6-1 6,-7-1-34,-8 0-398,-8 0 287,-9 1-3215,-9-1 2811,-8 0-302,-6 0-551,-5-2-787,-2-1-2696,2-3 4495,-3 0 1,24-7-1,3-2 1</inkml:trace>
  <inkml:trace contextRef="#ctx0" brushRef="#br0" timeOffset="258891">28155 9850 19563,'12'-33'739,"-1"0"0,7-21-509,-14 46-29,0 0-27,-1 1-17,-1 0 11,0 1-22,-1-1 0,0 1-23,0 0-11,0 0-17,0 0 6,0 0 61,0-2-72,0 2-6,0-2 11,0 3-11,0 1 11,-1 1-28,2 1 6,-2 0 56,0 1-112,-3 3-12,0 2 1,-4 4 0,0 1-1,-1 2 1,-1 2-1,-1 1 18,-6 11-1,-2 8-11,0 1-16,0 2-235,7-8 251,-1 0-6,1 1 1,1-1-6,1-1-11,-1 10 22,5-11 23,0 13-29,8-20 6,2 4 1,4-12 16,2-3 5,2-3 12,2-3-6,2-1 291,8-6-308,-3-2 1,6-6 10,-7 0 1,-1-3 5,-1-2-5,1-1-6,-2-1-6,-1-1 6,1-2 17,-2 3-6,0-1-3369,-4 2 3419,0 3-1845,-2 2 1879,-3 4 17,-1 2-22,-2 3-23,-2 1-33,0 2 2466,-1 1-2517,0 6 2794,-1 0-2805,0 7 0,1-1 11,0 2-11,1 3 0,0 2 0,0 1 6,-2 2 11,2 0-17,-2 2 0,0 1-12,0 1-32,0 1-18,0 1-457,0 0 284,0 0-174,-1-1-218,0-1-281,-3-2-307,2-2-337,-2-2-537,2-1-1216,1-4-4682,0-3 7987,1-4 0,0-3 0,0-2 0</inkml:trace>
  <inkml:trace contextRef="#ctx0" brushRef="#br0" timeOffset="259278">29091 9750 14370,'0'-4'3260,"0"1"2196,0 3-5383,-1-35-1,-2 28-10,-3-25 11,-3 39-34,-3 1-5,-2 3-6,-3 1 5,-3 3 1,-3 0 55,-19 12-44,8-5-1000,-15 7 988,15-8 18,0-2 38,2 0 6,5-3 19,3-1-41,5-2 193,6-1-199,2 3-22,7-4-1,1 2 488,6-5-493,1-1 252,5 1-207,11 4-73,-3-2 17,9 4 0,-5-6 0,3 1-22,1-1-12,1 0-10,0 0 4,0-2 24,1 0-35,1-2-38,1 0-35,0 0-100,0-2-112,-1 0-156,2-1-628,1 0-1300,1-1-2474,3 0 4866,5 0 0,-27 0 0,-2 0 0</inkml:trace>
  <inkml:trace contextRef="#ctx0" brushRef="#br0" timeOffset="260009">30249 9603 13161,'0'-4'2789,"0"1"2375,0 3-4867,-60-35-5167,33 27 4990,-10-10 1,-1 4 283,-3 22 1206,-4 9-1487,-2 0 62,-7 13-90,23-11-5,-5 10 797,15-8-820,2 2-2290,-2 14 2307,7-8 0,-1 10 1996,7-11-2007,3 0-28,2-1 5,2 0 3,1-2-31,3-1 18,2-1-7,5-1 1,3-1-1,1-2-5,3-3 12,0 0-7,2-4 1,0-1-6,-1-2-6,-1-2 23,-1-3-6,-2-2 0,0 0 12,-2-2-1,-1-3 1,0 0-7,-2-5 3376,-1 0-3347,1-8-34,-4 3 6,0-4-11,-4 6 11,0 0 5,-2 1 6,-1 1 6,-1 0-1,-2 2-22,-2 0 1,-1 2-12,-3 0 28,-8-1-34,4 4 6,-8-1-17,5 3 6,-1 0 0,-1 0 0,-2 2-3398,0 1 3392,0 1-765,0 0 743,2 0-191,-6 1-162,7-1-520,-3 2-1060,12-2-3971,3 0 5915,3-1 0,2-1 0,2-1 0</inkml:trace>
  <inkml:trace contextRef="#ctx0" brushRef="#br0" timeOffset="281001">30594 10058 14971,'1'-35'778,"-1"0"0,3-25-352,3 52 392,1-4-454,-4 6 521,-1-2-600,-2 4 148,-1 0-214,-1 2 63,-1-2-120,-1 2 405,-2-1-455,1 1 11,0 0 101,1 0-117,2 1-1,1-1 1,0 0 5,0 1 84,1-1-33,0-1-90,0 1-17,0 0 117,0 1-150,0 4 16,0 3-6,1 4 18,0 3 5,-1 2 67,1 15-11,0 9-62,-1 2-958,0 1 947,0-13 0,0 2-21,1-2 15,0 0-3070,2-1 3071,1-3-289,5 8 289,-2-10 660,10 9-627,-5-18 23,5 3 16,-2-12 18,3-2 21,2-4-16,4-4-6,3-4 90,20-18-115,-17 7 0,1-2 629,2 0 0,0-2-691,3-4 1,0 0-12,-6 4 0,-2 0 0,3-2 0,0-2-10,1 0 0,2-2 0,-2 1-7,6-4 1,0 0-6,-5 4 1,1 0 0,1 0-302,14-10 0,-1 3 306,-13 9 1,-1 0-698,10-6 1,-3 1 711,7-6-1,-7 3-629,-5 4 624,-6 4 1005,-3 3-1011,-5 5-5,-1 2 882,11-3-899,-2 8-1251,4-2 1201,-5 10-85,-6 3 335,3 1-705,1 0-408,1 3-639,1 2-1160,-3 3 2723,2 2 0,-14-4 0,-1 0 0</inkml:trace>
  <inkml:trace contextRef="#ctx0" brushRef="#br1" timeOffset="302619">26383 6591 11357,'40'-8'689,"-7"2"-555,-24 6-44,-1 0-34,1 0-22,-1 0-6,1 1 0,-1 0 11,2 2 0,0 0 17,1-1 84,9 0-50,-2-2-12,9 0-5,-4-3-11,4-2 5,1-2-3381,2-1 3409,-2 0 225,6-3-52,-13 3 113,3-2 123,-14 5 39,-4 1-49,-3 0-125,-3 1 3247,-2 1-3386,-7-1-146,-3 1-6,-7 0 1,0 2-1,-2 0-22,-3 0-5,-4 2-18,0 0 1,-1 3 11,-1 1 22,1-1 22,-1 2-3374,1-2 3402,-1 1 113,-9 0-124,11-1-10,-7 2-202,14-3 184,2 0-5,3 1-6,2 0-16,2-1-29,3-1-27,2 1-18,2-3 23,3 1 219,1-2 3182,8 1-3311,-1-1-17,8-1-17,1-1-11,3-2-22,3-2-1,4 0-11,3-1-5,3-1 0,1 1-1682,28-6 0,4-1 1687,-12 3 6,13-3 0,-7 2 212,-39 8-11,0-1-89,-14 4 11,-2 0-140,-9 1-6,-1 0 3404,-17 3-3387,-8 2-5,-4 3 5,-4 1-3403,10-1 3403,-1 1-540,1-1 552,1 1-6,2-1-1,2-2-4,3 1 4,5-2-4,2-1 10,5-2 17,1 0 12,3-1 10,2 0 18,2-1 3269,1 1-3348,6-6 0,1 2 0,6-5 0,1 2 6,2-1-6,3 1 0,4-3 0,2 2-6,4-2 6,1 0-11,2 2 0,3-1-12,15-2 18,-11 3 209,9-1-199,-18 3 1,-4 1-1,-5 0 18,-6 2 33,-4 0 17,-5 1-1,-2 0 1,-3 1-73,-8 0 0,-1 2 609,-10 1-603,-1 2 0,-4 2 5,-3 0-6,-4 2 7,-2 0-7,-3 0 6,1 1 6,1 0-6,2-1 1,2 0-1,3-1 0,2 0 11,-4 1-10,6-3-18,2 1 6,10-5-17,8 0-5,2-2 33,0 1 23,4-1-1,2 0-5,3-1-6,2-2-5,3 0 6,2-2-12,2-1-6,2 0 7,2-1-12,1-1 0,2 0 0,1 1-12,3 0-4,12-2 16,1 2 0,-2 0 0,-7 2 0,-18 3 11,-4 0 17,-4 2 11,-3 0 39,-2 0-38,-17 6-24,3-1 7,-16 6-6,2-3-584,-3 2 590,-4 0-24,-1 1 13,-1 0 10,0-1 6,1 0 0,3-1 50,-4 0-5,8-3-50,5 0-1,12-5-5,9-1 593,1 0-532,5-1-26,1-1-24,6-3 11,10-5-16,-2 1-7,9-3-4,-6 4-1,2-2-6,15-3-5,6-1 0,15-1 0,-13 4 6,-5 2-6,-18 5 0,-4 0 6,-4 2-1,-4 0 6,-4 2 12,-4 0 5,-3 0-28,-9 0 0,-1 2 0,-9 2 11,-1 1-11,-5 2 6,-4 1-724,-4 0 718,-2 2 5,-3 0 1,-1 2-1,-2-2 7,2 1-1,0 0 22,-9 0-10,15-3-1,-4 0 17,21-6 6,4 0 50,4-1-67,4-1-11,1 0-17,5-2 0,1-2 11,5-3 1,4-1-7,13-6-10,-2 3-7,11-3 1,11-1 353,-9 4-336,13-4-6,-15 7-6,12-2 1,-12 4 5,7-2 0,-19 5 0,-3 0-6,-4 0 6,-3 0 0,-2 1 6,-4 1-1,-2 0 18,-2 1 392,-1 0-337,-2 0-83,-4-1-1,-2 0 0,-6 1 1,-1 0-1,-3 1 6,-1 2 0,-3 2-5,-1 1 5,-1 1-6,-8 6-3386,8-3 3392,-5 3-497,2 0 503,7-3-6,-4 3 0,6-5 5,1 0 1,-10 3 22,1-3 6,0 0 3149,7-3-3138,9-3 739,3-2-767,3 0-11,2-1-12,4-3 6,12-7-5,2 1-12,24-11-17,-11 8-33,14-5-68,-8 6-1360,2 1 918,3-1-6867,19-2-2387,-18 3 9554,7-1 0,-34 8 0,-7 2 0</inkml:trace>
  <inkml:trace contextRef="#ctx0" brushRef="#br1" timeOffset="309269">23366 6505 12778,'0'-4'1670,"0"0"828,0 4-1921,-28-38-1095,19 27 248,-22-30 135,28 36 63,0-1-329,-1 1 223,2 1 11,-1 1-260,1-1 565,1 2 55,-1 0-66,1 0 47,0 1 50,0 0-28,0-1-76,0 1-38,0-1-105,-1 1 410,1 0-231,-1 0 248,1 0-244,-1 0 10,0-1-72,1 2-33,0-2-40,3 6-140,-1-3-58,1 4-188,-1-2 301,1 0-190,0 0 121,2 0-163,-1 1 429,1 1-225,1-1 362,-1 1-208,1 0 54,0 0-1,-1 1-91,-1 1-59,0 0 144,0 1 42,0 1 54,-1 1 72,-1 0 120,0 1 33,0 1 123,-1 1-102,1 0-117,0 0-72,1 0-170,0 0-20,0 0-111,3 3-164,-1-4-21,3 2-86,-3-5 3,0-3-89,1 1 4,0-3 332,1 0 61,0-1 345,-1-2 157,2 1 96,-1-2 233,0 1 74,0-1 78,0 0-288,0 0-45,1 0-197,0 0-172,1 0 11,1-1-173,-1 0 79,2 0-219,1-1 32,1 0-41,1-1 80,2 1-67,1-2 73,3 0-90,0 0 7,1-2 131,1 1-51,1 0 20,1 1-95,0 0 60,0 0-90,-1 1 6,0 0-42,0 1-45,-2 0 12,1 1 3,-2 0 5,0 0 2,0 0 15,0 1 7,1 0 2,-1-1 41,1 1-4,-1-1 29,2-1 20,1 1-224,1-2-232,12-1 4,-5 0 20,9-1-18,-9 0 3,0 0-4,2 0-27,-1 1 243,0-1 250,0 2-23,-3 0-6,-1 1-3408,-1 2 3377,-2-1-114,-1 1 102,-2 0 9,-2 0-5,0 0-137,-3 1-8,-1 1 11,-1 0-3,-1 0-3,0 0 12,0 0-6,-2 1-5,1-2 172,-1 1 6,1 0 24,1-2 14,1 1 3350,2-1-3334,0 0-5,1-1 21,1 1-14,-1-2 12,0 0-3243,-3 0 3222,0 1-102,-2 0 81,-1 1-7,-2 0-20,-3 0 3,-1 0-16,-1 0 3356,-1 0-3378,-1 1 115,2 1-165,-1 0 24,1 0 37,1-1 49,2-1 26,2 0-7,2 0 25,2-1 31,3 0 51,1-2-6,2 0-28,0 0-42,1 0-19,7 0-13,-7 1-18,3 1-9,-7 1-20,-7 0-11,1 0 0,-6 0-28,-3 1-37,1 0-42,-2 1 59,1-1-66,0 0 22,1 0 96,0 0 20,1-1 72,1 0 49,0 0-122,2-1-33,0 0 42,0-1 24,1 0-95,-1-1-4,0 0-36,-1 0 11,-1 0 273,1 0-103,-3 0 2,1-2-16,-3 2-17,1-2-12,-1 0-5,0-1-5,0-1-7,0 0 1,0 0-6,1-2 6,1 0 0,1-1 0,0-1 5,2 0 1,0 1 5,2-1 0,0 1 11,0-1 151,5-3 263,-4 3-3347,5-4 3338,-7 7 6,1-1-53,-4 5-116,-1 2-94,-1 0-3125,-1 1-5423,1 7 9129,-1-3 1,0 4 0,0-5 0</inkml:trace>
  <inkml:trace contextRef="#ctx0" brushRef="#br1" timeOffset="321811">23994 10767 7845,'2'-4'2868,"-1"0"4133,-1 4-6637,7-60-988,-7 40 792,3-14 0,0 3 146,-6 20 294,2 0-333,-2 0 125,1 1-193,-1-1-11,-1 2-22,0 0 466,-2 2-511,0 1 56,-7 1-112,0 2-12,-6 1 6,3 4-5,-3 2-12,-1 4 1,0 4-6,-2 0-12,0 4-5,0 1-17,0 2 1,1 1-7,0 2 6,2 1-5,1-1 0,2 1-6,3-1 5,2 0-10,4-1 5,2 0 5,3 0-10,1 0 5,1 0-6,1 0 0,3-2 6,2 1 0,2-2 0,1-1 0,0-2 6,1-1 0,2-2 5,-1-2 11,1-3-5,-1-2 17,1-2 16,-2-2-5,0-1 11,1-4-11,1-1 5,1-5-5,2-3 0,1-2 5,0-3-311,2-1 305,0-2 7,-1-1 5,-1 1 6,-2 0 11,-2 1 5,-3 3 12,-2 1 5,-3 2-5,-1 0-6,-2 3-6,0 0 284,-1 1-306,0 1-5,0 1-12,-1 2 6,1 0-12,-1 1 1,1 2-12,-1-1 1,1 3-46,0-1 23,-2 7 23,1 0-6,-3 8-6,0 2 6,-1 4-12,-2 2 6,0 3-11,0 2 6,1-1-12,1 1 1,2-2 5,1 0-6,3-2 6,4-2 11,2-1-16,6-2 10,2-2-5,4-3 0,2-4 12,3-1-1,2-4 0,4-1 0,2-3-764,1-2 758,1-4 12,0-4 0,0-3-511,-4-2 522,-3-1 5,-4-2 7,-4-1-1,-2 0-6,-4-2 35,-1-12-35,-6 9 1,-1-10 5,-4 14 0,-2 0 0,-1 3-5,-2 1 5,-2 1 0,0 2 718,-1 1-718,0 1 542,2 0-553,0 2-11,3-2-1,0 0-4,1 0-1,2 1-6,3-1 1,3 0 0,3 0-6,2 1 11,1 0-11,2 3 5,-1-1-5,1 4 0,-2 0 6,-1 2-12,-2 2 1,-2 1-1,-2 0 6,0 0 0,-1 2 0,0 1 6,-1 3-1,1 1 1,-1 2-6,1 1 0,0 0 11,1 2-11,1-1 0,0 1 0,1 1 0,0 1-5,0 0 5,-2 1 5,2 1-10,1 9 5,-3-6 0,2 6-6,-1 0-5,-3-7 11,3 6-6,-3-10 6,0 0 0,1-2-5,1 0 10,1-4-5,1-1 6,2-2 5,3-2 0,11-3-5,-3-3-6,10-2 5,-6-4-5,1-1 12,0-2-1,0 0 0,-2-1 6,-2 0-6,-2-1 11,-4 2 6,-2-1 6,-3 1 5,-3 1-5,-3-1-1,-2 1-5,-2-1 6,-1 2-6,-3-2-6,0 1 1,-3-1-6,-1 0-6,0-1 6,0 1-1,1-1-4,2 0 4,-1 0-4,2 0 10,-1 1 0,1 0 12,-1 2-6,0 0-6,-1 2 6,-1 2-16,0 1 4,-1 0 1,-2 2 0,0 0 0,0 2 0,2-1 5,0 2-16,3-1 5,1 1-11,2-1 5,1 0 7,4-1-1,8-4-11,3 2 0,8-3 5,-2 1-5,4-1 0,2 2 12,2 0-18,-1 1 12,-1 1-6,-2 1-6,-2 1 0,-4 1 12,-3 0-6,-2 2 0,-4 1 6,-2 3-6,-1 2 5,-3 1-5,0 0 6,-1 3-6,3 5 5,1 5-5,0 0 6,1 0 0,-1-6-6,1 1 0,7 10-6,-3-5 0,7 6-3391,-4-7 3386,-1 0-51,9 11-44,-6-8-180,6 9-865,-6-11 204,0 1-745,0-2-2066,1-3 3758,2 0 0,-10-9 0,0-2 0</inkml:trace>
  <inkml:trace contextRef="#ctx0" brushRef="#br1" timeOffset="322308">26024 10377 22548,'-34'-40'247,"1"9"-197,12 30 0,-6 2-5,-4 2-6,-4 2 1,-3 1-7,-1 2 6,0 1-5,2 0-6,3-1 17,-3 3-34,12-3-22,4-1 0,12-4 11,8-1 11,0-1 0,2 1 11,1 0 1,2 0 5,1 0 22,6 3-27,-2-2 5,3 3 5,-3-1 1,-1 1 11,0 2 5,-2 1 79,0 8 5,-3 5-27,-2 13-68,-3-5 0,-3 3-11,0-6 0,-2-1 0,0 3-11,0 0 5,-2 13-16,3-10-1,-1 10-5,4-15-277,1 0 277,2-3 0,-1 0-5,2-1-1,2-2-5,3-1-11,4-4-12,2-2-44,4-2-40,2-4-67,4-2-688,16-3-24,-5-4-1305,14-4-111,-9-4-2778,1-2 4375,5-4 1,-20 7 0,-2 0 0</inkml:trace>
  <inkml:trace contextRef="#ctx0" brushRef="#br1" timeOffset="322586">26404 10673 15950,'-9'-8'3277,"1"1"-2353,8 7 2705,0 0-3545,9-39 6,-6 32 5,6-28 62,-9 50-101,0-1-11,-2 10-3404,-1-2 3387,-4 4-1375,1 4 1325,-2 2-398,0 2 275,-1 2-135,0 1-471,1 2-2272,-3 18-147,6-14-1670,0 12 4840,4-17 0,1-18 0,0-3 0</inkml:trace>
  <inkml:trace contextRef="#ctx0" brushRef="#br1" timeOffset="322866">26823 10652 16717,'0'-5'3187,"0"2"-4904,0 3 1779,7-23 1402,-4 23-1419,5-14 22,-5 43-44,-1-2-1,-1 11 647,0-6-669,-3 1-39,-1 2-28,-3 0-258,-5 13 2982,3-12-3127,-3 7-1704,3-7 185,2-12-2239,-3 4 4228,3-10 0,3-10 0,0 0 0</inkml:trace>
  <inkml:trace contextRef="#ctx0" brushRef="#br1" timeOffset="323073">26646 10965 22300,'-11'-30'28,"1"-1"0,-1-18-22,41 46 0,4 1-18,3 0-32,2 1-80,3 0-581,18 1-2244,-15 0 1443,13 0-1351,-21 0-2310,-3 0 5167,1-2 0,-17 2 0,-2-1 0</inkml:trace>
  <inkml:trace contextRef="#ctx0" brushRef="#br1" timeOffset="323307">27260 10722 15698,'0'-3'4481,"0"1"688,0 2-5112,12-39-18,-8 30-11,9-26 6,-12 42-1,1 5 1,-1 2 11,-3 16-34,-1-4-11,-3 11-28,-3-8-563,0 2 457,-2 2-141,1 0-297,0 1-167,0 0 0,3-1-645,2 0 1384,6 13 0,-1-25 0,4 7 0</inkml:trace>
  <inkml:trace contextRef="#ctx0" brushRef="#br1" timeOffset="323789">27660 10638 20475,'32'-34'28,"0"-1"0,-3 2 0,-3 10-11,-7 21-6,-2 1 1112,0 1-1117,-1 0 398,-2 3-398,-2 0 203,-1 3-198,-2-1 656,-1 2-661,-2 1 10,-1 1 1,-1 0 11,-1 2 6,-1 0 11,-1 1 5,0 1 0,-1 2-5,1 1-6,-1 0 23,1 11-34,0-6 17,1 19-34,1-15-17,-1 10-5,1-9 0,-2 1-300,0 0 323,-1 0-1,1 2 6,-1-1-17,0 2 11,-1-2-6,-1-1-5,-2-1-217,-1-1 228,-1-1 0,-2-3 6,-3 0 0,-2-3-1,-3-1-10,-3-1 5,-1 0 0,-3-2-11,-2 0-11,-1-1-45,-1-2-89,-1-1-287,0-1-739,-1-3-2682,1-2 3853,-2-2 0,14 0 0,1-2 0</inkml:trace>
  <inkml:trace contextRef="#ctx0" brushRef="#br1" timeOffset="324424">28464 10920 21086,'-17'-11'291,"6"1"-257,18 9-12,3-2-5,4 1-17,3 0-39,4-1-79,4 0-145,5 1-269,4 0-459,3 2-808,3-1-1556,3 1-4738,-4 2 7245,-5-1 0,-17 2 0,-7-2 0</inkml:trace>
  <inkml:trace contextRef="#ctx0" brushRef="#br1" timeOffset="324607">28482 11172 13043,'-4'2'4279,"0"0"1866,4-2-6084,50-2-22,-29-2-11,41-1-28,-40-3-235,15-2-291,-7 3-4185,27-5 4711,-18 6 0,-6 0 0,-14 4 0</inkml:trace>
  <inkml:trace contextRef="#ctx0" brushRef="#br1" timeOffset="332132">29799 10654 7145,'1'-6'3624,"0"2"3965,-1 4-7326,6-33-78,-6 24-61,2-24-12,-9 33 22,-2 2 46,-4 2 21,-3 3 12,-4 3-6,-3 3-33,-4 3-12,-4 3-16,-3 2-23,7-3 0,-1 1-1176,-15 12 1092,15-9 1,0-1 21,-9 11-16,3 1 0,5-1-6,5 0 0,6 0-16,6-2 5,6-1 0,5-1 28,13 7 0,11 0-23,5-2-10,6-6 5,-7-11-6,2-2-5,2-2 0,-1-2 5,2-1 0,-1-2 29,11-3 1158,-3-4-1169,-1-5 21,-10-3 1,-12-3 5,-4-1-5,-2-2 10,-2 0 97,-4-6 38,-2 2-100,-6 0-6,-1 3-6,-5 8 11,-2 0-5,-3 2 0,-3 1 72,-15 2-105,6 1-7,-13 1 46,-2 3-40,-3 1-39,-6 5-28,16-1-17,10 0-22,14-3-40,3 1-94,5 0-230,1 1-589,4 0-1091,2 2 2083,11 3 0,-8-6 0,5 2 0</inkml:trace>
  <inkml:trace contextRef="#ctx0" brushRef="#br1" timeOffset="334973">23804 11527 17048,'-3'-3'386,"-1"2"-319,0 1 0,-1 0-5,0 1-12,-2 1-5,-1 1-6,-1 0-11,-3 1 6,-2 1 0,-2-1 5,-2 2 0,-2 0 11,-1 1 1,1-1 10,-1 0 12,2-1 0,1-1 0,2 0 11,1-1-11,2-1-1,2 0 12,1-2 0,0 2 0,2-2-4,-1 0-13,1 0-11,0 0-11,0 0-6,0 0 6,1 1-1,0 0 1,1 0-6,2 0 23,-1 0-40,2-1-5,0 1 235,2-1-185,3 2 6,0-1-11,1 2-1,0-1-10,-1-1 5,0 1 0,0-1 17,0 2 16,-1 0 34,0 2 17,0 1 23,0 1-7,-1 4 12,0 1 0,-1 4-22,-3 2 0,-1 2-1,-4 3 1,0 3 27,-3 2 1,-1 4-5,-1 3-7,-1 2-1292,-2 1 1265,0 1-12,1 1-17,0-2-22,4 1-17,2-3-11,3-1-11,4-3-6,3-2-11,3-4-90,5-3 96,4-3-6,4-2 0,3-4 0,2-1 0,3-3-6,2-1 1,1-2-7,3-1-10,0-2-23,1 0-50,1-1-107,0-2-184,0 0-972,-1-1 8,1-1-1054,-1-3-6445,-2-1 9116,-5 0 0,-12 2 0,-5 2 1</inkml:trace>
  <inkml:trace contextRef="#ctx0" brushRef="#br1" timeOffset="337449">24435 11856 7145,'-4'-2'4352,"0"0"2582,4 2-6548,0-51-43,1 34-58,0-38-50,1 46-55,1 1-46,0-1-44,1 1-34,1 1-12,1 0-21,1 2-6,1 0 11,7 2-17,-2 1 0,6 1-11,-4 1 0,1 2-11,1 1 5,0 4 1,0 3-7,0 2 7,1 2-18,-1 2 1,0 1 5,-1 2-11,-3 1 11,-1 0 1,-5 1 10,-2 0-5,-3 0 5,-5 0 6,-3 0 6,-5 0 5,-4-1-278,-3 0 272,-3-1 1,-1-1 11,-2 0 16,0-2 6,-1-2 23,2-2 33,3-4 17,2-2 11,4-4 90,-2-3-123,7-3-1,-1-3-5,5-2 273,2 0-267,2 0-6,0-1 0,4 0-6,0 0-5,5 0-11,1 1 5,2 0-17,2 2-11,2 0 6,2 2-22,2 0 10,3 2-33,1 1 11,1 1 1,1 1-7,1 4 18,1 0-12,-1 5-11,2 0-6,-1 4-5,-2 0 0,-1 4 5,-4 1 1,-3 3-1,-6 2 6,-5 0 0,-5 3 6,-6 0-385,-5 2 379,-8 0-3271,-4 0 3266,-6-1-1,-3-3-278,-3-2 267,0-3-5,-1-1-12,2-3-16,1-2-45,4-4-90,3-2-196,4-3-470,4-2-1205,3-3-3561,5-3 5617,3-4 0,4 2 0,0 0 0</inkml:trace>
  <inkml:trace contextRef="#ctx0" brushRef="#br1" timeOffset="337691">25298 12094 19652,'-32'44'-153,"1"1"0,1-5 0,9-7-474,18-19-107,2-1-2021,0-1 2755,1 1 0,0-6 0,0-1 0</inkml:trace>
  <inkml:trace contextRef="#ctx0" brushRef="#br1" timeOffset="338183">25950 11817 12931,'0'-5'3557,"0"1"2694,0 4-6117,-32-50-39,16 40-904,-26-35 899,24 55-12,-1 3 17,-2 5-22,-2 2-22,0 5-79,-12 17 50,9-7-10,-7 13-12,15-13 11,2 1-11,5 0 0,4-1 0,4 0 0,2-2-6,5-2 1,3-2-3053,6-2 3047,3-3 11,16 6-6,-5-9 1,12 2-405,-9-11 416,0-5-1,-1-3 1,-1-2-448,-4-4 459,-3-2 0,-5-3 5,-2-3 1,-4-2 10,-3 0 2648,-3 0-2631,-1-1 12,-2 2-12,-3 0 1,-3 1-7,-5 1 1,-5 2 6,-4 1 1245,-15-1-1223,6 5 1121,-10-1-1127,10 3-402,2 3 380,-1 1-17,3 3 0,1 0-17,2 2 0,1 1-11,3 0-3266,3 1 3227,2 0-194,4-1-47,3 0-1516,3 4-1244,6-3 3040,5 3 0,-4-10 0,2 0 0</inkml:trace>
  <inkml:trace contextRef="#ctx0" brushRef="#br1" timeOffset="338435">26390 12177 18874,'0'-3'2066,"0"1"1043,0 2-3064,27 6-6,-20 4-4257,21 7 4235,-28 4 842,0 0-1004,-8 13-174,-1-5-460,-8 10-538,0-8-2497,-4 0 3814,-5 4 0,11-16 0,1-1 0</inkml:trace>
  <inkml:trace contextRef="#ctx0" brushRef="#br1" timeOffset="340201">27196 11949 8478,'2'-2'5926,"0"0"1361,-2 2-7024,10-46-72,-10 35-62,7-36-40,-13 47-27,-2-1-17,-2 2-6,-4 3-5,-3 3-6,-4 4 0,-3 3 0,-6 5 16,0 1-4,-5 5-1,1 3 0,0 3-579,0 2 568,4 2 0,3 1-17,3 1 0,4 1 0,4-2-11,4-1-176,4 12 170,4-11 6,2 8-6,7-15 1,3-1 5,5-2 0,4-2 0,3-3-6,5-4 1,4-4 5,3-3 0,4-5 11,1-3-11,2-3 5,0-5 1,-1-4-6,-2-5-454,-4-2 465,-3-1 11,-4-1 17,-5 0 383,-4 3-361,-5 0 1,-6 3-17,-3 1 163,-7 1-185,-5 3-1,-7 1-11,-6 1 6,-5 3-6,-3 1 6,-3 2 0,-1 0 0,1 2-6,1 1-5,3 3 488,4 2-494,3 0 0,4 2-12,2 0 1,4 1 154,2 0-177,3 0-22,1 0-39,2 0-84,1 0-129,3 1-275,0-1-560,2 1-873,2 0-2711,2-1 3879,5 0 0,-4-5 0,-1-1 0</inkml:trace>
  <inkml:trace contextRef="#ctx0" brushRef="#br1" timeOffset="340450">27781 12276 16972,'-8'24'67,"2"0"791,0-8-897,1 1 1119,-2 0-1264,0 2-169,-2 0 353,-20 33 0,18-33 0,-13 22 0</inkml:trace>
  <inkml:trace contextRef="#ctx0" brushRef="#br1" timeOffset="341473">28571 11998 16925,'17'-42'382,"-1"0"1,1 4 0,-7 8 1302,-12 19-1455,-1 2-29,-3-1-27,-2 1-28,-2 0-28,-1 1-17,-2 1 510,-1 1-539,-2 1 266,-1 3-277,-2 0 868,0 1-890,-2 1 11,-8 6-39,7 0 1,-6 6 4,4 6-16,5-3 6,-2 8-6,7-5 0,1 2 6,2 2-12,1 0 6,0 12-11,5-9 0,0 9-12,7-3-3380,2-7 3397,4 5-5,2-12 11,2-2 0,0-3 0,2-2 11,4-3 17,2-4-11,0-6 3392,0-4-3392,-5-6 0,2-3 5,0-3-5,1-3 11,-2-2-235,0 0 252,-2-1 5,-1 1 40,-2 2 44,-1 2-3272,-3 4 3339,-1 1 202,-2 0-240,-2 6 132,0-1-200,-1 6-28,-1 2-33,1 1-40,0 5 23,-1 3 3381,2 7-3387,2 12-11,-1-4 0,2 11-255,-3-6 255,-1 1 6,0 3-6,-3 1 0,-2 2-6,-3 1-11,-3 0-27,0 2-619,-2-1 518,2 0-57,-1-1-67,2-3-78,1-1-157,1-3-482,2-1-196,2-3-397,1-1 1579,7 2 0,-3-13 0,3 1 0</inkml:trace>
  <inkml:trace contextRef="#ctx0" brushRef="#br1" timeOffset="341686">28994 12289 23187,'22'-24'84,"-5"7"-73,-22 32-22,-1 1-34,-1 3-73,-1 2-123,-1 2-319,1 3-672,-1 0-969,1 0-3025,1 0 5226,0 3 0,3-14 0,1-1 0</inkml:trace>
  <inkml:trace contextRef="#ctx0" brushRef="#br1" timeOffset="341966">29467 12103 16986,'-1'-7'3338,"0"1"-2503,1 6 582,0 0-101,-3-65-1086,3 46-338,-2-17 0,1 6 208,1 27 103,0 2-164,1 5-22,-1 2 0,0 7 0,0 3 5,-1 5-5,-1 5-12,-3 3 7,-3 5-18,-2 2-11,-2 2-33,-2 1-434,-1-1 232,0 2-213,-1-2-313,0 0-3591,2-1 2863,2-2-371,2-2-1245,4-4 3122,3-1 0,2-14 0,0-2 0</inkml:trace>
  <inkml:trace contextRef="#ctx0" brushRef="#br1" timeOffset="342369">29885 12230 23069,'2'-22'162,"0"3"-128,-2 19 67,0 0-73,-2 3 17,-1-1-6,-1 4-6,-3-1-5,1 0-11,-2 1 0,1-1-17,-1 0 6,1-1-1,2 0 1,0-1-1,3-1 1,0 0-6,0-1 0,2 1 0,-1-1 6,0 1-1,1-1-5,-1 3 6,0-2-1,-1 3 7,-2 1 4,0 2 7,-1 1-1,-2 4 12,-1-1-6,-1 4 17,-2 1-6,1 1-6,-1 2-5,-1 1-16,2 0-12,-2 1-6,2 0-3420,0-1 3365,0 0-89,2-2-102,0-3-375,3-2-797,2-4-1964,1-2-5731,1-3 9119,1-3 0,0 0 0,0-2 0</inkml:trace>
  <inkml:trace contextRef="#ctx0" brushRef="#br1" timeOffset="343099">30463 12031 21780,'-4'4'499,"-1"-1"-297,3 1 5,-1 0-11,-1 0-33,-1 0-35,-2 0-16,-1 0 62,-6 0-96,4 0 6,-3-1 12,4-2 16,1 0 5,1-1-16,1-1-6,1-2-11,0-2-22,1-2-1,1-3-10,1 0-6,2-4-1,-1-2-10,2-1 22,4-9-39,1 5 33,8-13-22,-4 16 0,5-5 0,-4 10 11,5-2-22,-3 5 0,4 0 11,1 7-17,-4 1-11,3 1 6,-5 3-6,0 3 0,0 3 0,0 5 0,1 3-6,-2 4 1,0 4 5,-2 2-3398,-1 4 3392,-2 3-412,-3 3 401,-4 3 0,-6 2-5,-8 3-12,-11 2-22,-9 1 19,14-23 1,-2 1 2,-2-1 1,-1-1 5,-1 0 0,0 0 17,0-2 0,-2 0 13,-7 2 1,-2-1 28,3-4 0,1-3 42,-5 0 0,1-4 22,-11-1 6,18-14 5,20-5-11,5-7-89,9-3 134,6-2 169,22-11-133,-1 14 1,2 1 2378,20-12-2519,-18 16 0,-1 3 571,0 4-573,-1 4-12,0 3-5,3 4-180,3 3 168,-8 2 1,3 1-23,4 3 0,1 1-19,0-1 0,-1 1-831,1 1 1,-2 0 356,11 7-235,-2 1-952,-6 1-3751,-4 0 5448,-3 3 0,-16-14 0,-2 0 0</inkml:trace>
  <inkml:trace contextRef="#ctx0" brushRef="#br1" timeOffset="344133">29789 12237 19720,'44'0'940,"-10"0"-682,-41 7-174,1-2-11,-5 5-12,3-3-10,0 1-18,2-1-10,1-1-1,1 0 12,1 0-18,2-1 1,0-1 0,1-3 1009,0 1-948,-3-3 12,-1-1-18,-9-4-49,3 2 16,-4-1-22,7 3 61,-1 2-55,4-1 27,-1 1-16,4 0 50,1-1-79,0-2-10,0 2 33,0-4-23,0 2 29,1-1 11,0 1-1,1-1 12,-1 0 6,1 0-6,0 0 6,0-2 61,0 1-73,1 0-5,-1 0-17,0 2 0,0 1-11,1 0-6,-1 0 0,2 1 6,0 0-6,1 1 12,2-1-1,1 0-5,2-1 0,1 2 5,0-1-5,1 0 0,0 1-6,-1 0 0,-1 0 0,-2 1 12,-2 1-1,-2 2 28,-2 2 62,-3 5-50,-2 0-17,-3 5-6,-3-2 17,-9 10-28,2-4-654,-6 9 642,6-8 24,-2 3-12,1 0 0,0 1-17,0 1-22,-1-1-323,1 0 323,0-2 22,0-2-118,1-2 107,1-2 11,2-2-5,-1-2 607,2-2-629,1-2-236,-1-2-292,4-4-620,1 0-1368,6-6 2617,3-3 0,-1 1 0,1 0 0</inkml:trace>
  <inkml:trace contextRef="#ctx0" brushRef="#br1" timeOffset="345474">29394 12015 18632,'24'-40'609,"0"0"0,0 2 0,-9 9-268,-17 19-44,0 0-28,-4 2-40,1 0-27,-1 1 0,1 1-34,0 0-11,2 1-34,0 0-33,2 1-12,1 0-16,0 1 0,0 1-18,0 0 7,1 0-18,0 0 1,1 0 5,0 0-11,-1 1 129,0 0-140,-1 5-6,1 0 0,-1 6 6,0-2-11,0 2 5,1 1 0,-1 1-5,2 1 10,0 2 1,0 1 11,1 2-11,0 0 0,1 1 11,-1 1-6,-1 1 12,-1 3-1,0 0 1,-2 1 5,-2 1 0,-2 2 1,-4-2-1,-2 1 0,-2-1-5,-2-2-6,0-1-3398,-2-2 3381,0-1-410,2-1 410,1-3-105,3-1 94,1-3 6,3-2-6,3-3 3133,1-1-3127,2-3 646,0 0-434,1-2 11,6-7-173,-1-1-6,6-7-5,-2 1 5,0-4 1,0-1-12,0-2 6,-2-2-6,0-1 6,-1-1 5,-1 0-5,-1 2 11,0 0 0,-2 1-3386,-1 1 3402,0 2-4,0 0-1,-1 2-11,1 1-17,0-1 0,1 2-16,1 1-1,1 1-11,0 1 6,0 2-6,2 2 12,-1-1-23,-1 3 3397,0 0-3397,-2 4-5,-1 0 5,1 1 0,-1 1 5,1 2-5,0 2 0,0 4 0,1 3 6,-1 13-1,0-3 1,-1 10-6,0-6 6,-1 1-1,-1 2-10,-1-1-3382,-2 1 3382,-3 0-433,1-1 438,-4-2-50,-3 11-118,1-10-264,-2 9-800,4-12-2565,0 1 3266,-2 3 0,7-14 0,-1 0 1</inkml:trace>
  <inkml:trace contextRef="#ctx0" brushRef="#br1" timeOffset="346486">31033 11642 20056,'-7'-12'974,"2"2"-834,5 10-67,2 0-29,1 0 7,4 0-12,5 0 6,2 0 33,17 1-44,-6 0-549,13 2 548,-9 0-156,3-1 140,1 0 0,1-1 5,14 1-11,-13 0 6,9 1 11,-11-2-17,-12 0 0,1 1 12,-13-1 528,-4 1-506,-2 2 160,-3-1-172,0 3-5,-2 0 17,0 9 5,0-3 1,0 8 22,1-4-5,0 2-1,1 2 11,0 1-5,1 4-3392,1 0 3397,1 3 79,3 17-84,0-9-617,3 10 594,-2-11-5,0 0 2,2 16-13,-1-11-1,0 11-5,-3-16 3071,-1 1-3076,0-1-1,-2 1 6,0 12-6,0-12 461,-3 8-455,-3-18 6,-4-2-6,-7-3 44,-4-4-84,-21 3-49,5-7-189,-1-5 1,-3-1-984,-11-3-1070,3-2 1,0-1-7529,-3-4 9802,-12-2 0,42 2 0,8 1 0</inkml:trace>
  <inkml:trace contextRef="#ctx0" brushRef="#br1" timeOffset="354809">26008 11778 6187,'6'0'1585,"-1"1"2302,-5-1-3237,1 0 28,1 0-112,2-1-130,2-1-105,1-1-74,2 0-49,0-1-35,1 0-16,-1 0-11,0 0-1,-3 2 18,-2 0 280,-1 1 604,-2 0-969,-5 2 6,0 0 17,-5 0 0,3 0 11,-1 1 5,0-1 102,-2 1-130,3-1-16,-1 1-6,3 0-5,0-2 0,2 2-1,0-2-5,-1 0 6,1 1-1,0-1 1,-1 1 0,1 1-1,-3-1-5,1 2 0,-2-1 6,-1 3-5,-2-1 4,-1 1-5,0 1 0,-1 0 0,0 1 0,0-1 6,0 0-1,1-1-10,0-1 5,1 0-6,1-1 12,1-1-6,2 0 0,1-1-11,1 0-6,1-1-11,0 1 5,1-1-27,0 1 22,0 1 0,-1 1 0,0 1 6,0 0 5,-2 1 0,0-1 6,0 2 0,-2-1 5,0 2-5,0-1 0,0 0-1,-1 1-10,0-2 0,0 2-18,0-2 7,1 1-6,1-1-1,0-1-4,1 0-7,1 0 6,-1 0-5,2-2 5,0 2-5,0-2-1,0 0 7,1 0-7,0 0 12,-1 1-6,1-1 12,0 1 5,-1 0-1,0 1 7,-1 1 5,0 0 0,0 1 6,-1 0 0,1 0-11,-1 1 22,-2 3-34,2-3-5,-2 3-6,2-4 0,1 0 0,1 0 6,-1-1-6,1 1 12,0-1-12,1 1 17,-1 0-6,1 1 6,0-1 6,0 1-6,1 0 6,-1 0-1,1 1 6,0-1 12,-1-1-6,0 1 5,1-2 0,-1 2 1,0-1-6,0 0-1,0 0 35,-1 3-46,2-3 7,-2 3-18,1-3 12,0-1-6,0 0 0,0 0 0,0 0 0,1 0 0,-1 0-6,1 0 12,-1 0-6,1 0-6,0 0 6,0 0-6,0 0 12,0 0 0,0 0 6,0 0-1,0 0-6,0 0 7,0 0-7,0 1 1,0-2-6,0 2 5,0-2-10,0 2 5,0-1 5,0 0-16,0 1 11,0-1-5,0 0 21,0 2-21,1-1-1,0 1 40,2-1-40,-1 0 6,2 0 6,-1-1-6,0 0 5,0 0-5,0 1 0,0-1 0,0 0 0,0 1 0,-1-1-5,0 0 5,0 1-6,1-2-5,-1 1 11,0-2-6,0 1 6,0-2 12,1 1-1,-1-1 17,2 0 0,-1 0 11,2 0 51,4-2-68,-1 1 0,4-1-10,-3 0-1,1 0-11,1 0 0,-1 0 0,0 0-11,0 0 5,-1 0 0,0-1-5,-2 1 6,0-1-1,-1 1 6,-2-1 11,0 0 56,1-1-39,-2-1-16,2 0 4,-2 0-10,1-1-6,-1-1 0,1 0-6,-1-1-5,1-1 0,1 0-6,-1 0 0,2-1 1,-1 0-7,1 0 6,-1 1 1,4-3-1,-3 2 0,1-1-5,-3 4 10,0 0 1,-2 1 6,1 0-1,-2 1 6,1 0 0,0 0-6,-2-1 23,1-2-22,0 0-7,-1-1 7,0 1-6,0 0-1,-1 0 1,0 0 6,-1 0-12,0 0 6,-1 0-6,1-1 0,0 2 6,-1-1-6,0 0 0,0 1 0,-2 0 1,0 1-1,0 0-6,-1 0 1,0 1-6,-1 1 6,-1 0-6,0 1 0,0 0 5,-1 1-10,-1 0 5,0 0 5,0 0-10,0 1 10,-1 1-5,2 2 0,-1-1 11,1 0-11,0-1 6,0 1-6,0-1 0,0 0 6,0-1-1,1 0 1,-1 0-1,1-1-5,1 1 6,-1-1 0,0 1-6,0-1 5,-1 0-5,0 0 0,-3 1 6,3-1-6,-2 1 0,4-1 5,2 0-5,0 1 0,2-1 6,0 0-12,1 0 23,1 0-11,5-2-12,0 1 1,4-3 5,0 1-6,0-1 6,2 1 0,0 0 0,2 0 0,-1-1-6,2 2 1,0-1 5,1 0-6,0 1 1,0-1 5,1 3-6,-1-1 0,0 1 6,-2 0 0,0 1 0,0 1 0,1 4 0,-5-2-5,3 4 10,-7-3-5,0 3-5,-2-1 10,1 2-10,-1-1 5,0 2 5,-1 0-5,0 1 0,0 9-5,-1-7 5,1 8 5,-1-11-10,1 1 10,-1-2-5,1 1 12,-1 2-12,0-4 5,0 2 6,-1-1-5,-2-3-6,-1 2 11,-2-1-16,0-3 16,-1 2-6,1-2 1,1-1-6,0 0 6,-1-1-1,-2 2-5,2-2 11,-3 1 1,1 0-1,0-1-11,-1 0 11,0 0-11,1-1 11,-1 0 6,0-1-6,2 0 0,-2-1 1,0-1-12,3-2 5,-2-1 1,3 2 5,0-1-5,0 1 5,-1-1-11,1 1 0,-4-1 5,3 1-5,0-1 6,0 1-6,1-1 11,-4-1-5,3 0-1,-4-4 7,4 2-12,-1-2 5,3 1 1,1 0-6,1 0 0,1-1 0,1 0 0,0 0 0,0 0 0,0 1 5,0-1-5,1 1 6,1 0-6,0 1 0,0-1 0,0 0-6,-1 0 12,1-1 0,-1 0-6,0-1 11,1 0-11,-1-1 0,0-1 5,1-6 1,-1 3-6,2-4 0,-1 5 0,2 1 0,-2 0 0,2 1 0,0 2-11,0 0 11,0 2 0,-1 1 0,3-1 0,-3 1-6,3 0 1,-2 2 5,0 2-6,1-2 12,-1 1-12,5-3 6,2-1 0,3-3 0,-2 1 0,0 2-6,-4 2 6,1 1 0,-1-1 0,-1 2 6,3-1 0,-4 1-6,1 0 0,-1 0 0,-2 0 0,2 0-6,-2 1 6,1 0 0,1-1-6,4 0 6,-1 0 0,4-1 0,5-2 0,-4 1 0,5-2 0,-6 2 0,1-1 0,0 1 0,-2 0 6,0 1-6,-3-1 17,1 1 0,-5 0-6,0 0 6,-5 2-17,1 1 0,-1 0 0,0 0 0,0 0-6,0 0 6,0-1-6,2-2 6,0 0-5,2-2-1,3-2 6,-1 3 0,2-2 0,-2 3-5,-2 1 10,0 2-5,-1 0 11,-1 0 12,-1 2-29,-4-2 1,0 2-1,-3 0 0,1 0 6,-1 0 6,-1 1 0,-1 1-6,-6 3-6,-5 2 12,-1 0-6,0 1-12,0 0 12,4-1 0,-3 3 0,7-4-5,0 2-1,2-1 6,0 0-5,2-1 5,0 1 0,2-2 5,0 1-10,1 0 5,0 0 5,-4 3-5,2-2 6,-3 2-12,-2 2 6,-3 2 0,1 0 6,-2-1-6,4-2 0,0-2 0,-1 2-6,2-2 12,0 0-6,1 1 0,1-2 0,1 2-6,1-2 6,0 1 0,2 1-5,0-1 5,2 1-6,-1 0 6,2 1 0,-1 0-11,0 1 16,1 0-10,-1 1-1,0-1 6,0 1-5,-1-1-1,1 1-11,0 1-56,-1-1-134,0 2-353,0-1-761,0 1-2186,0 0 3507,0 1 0,1-8 0,1 0 0</inkml:trace>
  <inkml:trace contextRef="#ctx0" brushRef="#br1" timeOffset="358686">5933 6064 8395,'-1'-6'1672,"-1"0"-1175,2 6 4371,0 0-4703,-39-6-160,30 4-15,-30-4 63,39 6 333,0 0-71,3 0 5,0 0-108,4 0-3,0 1-11,2 0-27,1-1-2,2 0-65,2 1-26,2-1-7,3 1 22,2 0-10,5 0 16,2 1-9,5 0-19,4 1-19,4 0-553,4-1 533,4 2 0,3-2 1,2 1 0,2-2-1836,1 1 1848,0-2-2,-2 0 28,-2 0 1,-2-2-350,-6 0 355,-4-1-13,-7 0-13,-5 0-5,-6 1-14,-6 1 36,-6 0 510,-4 1-336,-3 0 1866,-3 0-1754,0 0 126,-6-1-483,-1 1 2,-6-1-2,-1 1 4,-3-1-7,-4 1 1,-2 0-6,-4 1 8,-2 1-900,-4 1 779,-3 2 22,-4 1-18,-2 1 156,-4 2-8,-4 0-2346,-3 2 2351,-5 1 131,-3 0-81,29-5 0,0 0 0,-1 1 1,0-1-901,-29 7 832,2 1 6,3-2-4,5 0-4,4-2 6,4-1 0,4-3-8,4-1-24,3-2 20,6-1-13,2-2-5,3 0-11,3 0 521,1-1-522,4 0 2197,0 0-2188,3 0 1430,1 0-1420,1 0 17,3 0-63,1 0-39,1 0-135,2 0 229,4 2-118,0 0 62,6 2-5,0-1 35,4 0 11,3 0 14,4-1 8,4 0 4,4-1 127,4-1-29,23-1-13,-9-2-874,-15 0 1,1 0 840,15-3-6,2-2-12,1 0 3,0-1-10,-1 1-2,1-3-4,-2 2-12,-1-1-3,-4 3-18,-3 0 3,-3 2-589,-5 1 574,-5 0 8,-4 1-14,-6 2 37,-5 0 68,-4 1 29,-4 0 1,-2 0 1559,-2-1-1688,-6 1 690,-1-1-714,-7 1 29,0-1-13,-2 0 20,-3 0-5,-2 0-1,-3 1 18,-2-2-34,-1 2 30,-2-1-50,0 1 6,1 0-28,1 0-18,2 0-42,4 0-81,3 0-147,2 0-233,4 1-519,3 0-1156,3 2 2279,2 2 0,3-2 1,0-1-1</inkml:trace>
  <inkml:trace contextRef="#ctx0" brushRef="#br1" timeOffset="363374">24271 13182 11480,'0'-8'1518,"0"2"-773,0 6 4072,0 0-4497,-11-16 16,8 11 16,-7-12 24,10 14-7,0 1-11,0 0-33,1-1-11,-1 0 246,0-1-313,0 2-34,0-2-40,0 3-33,0-1 40,-1 1-136,-1 1-38,0 0-6,0 2 11,1 3 0,-2 4 1,1 4-1,0 4 0,1 4-5,0 1 5,1 4-11,0 2 11,0 2-5,2 2-6,0 0 0,0 2 0,-1-2 5,0 1 1,-2-1-1,-2-1 1,-4-1-322,-4 0 328,-6-3-1,-4-1-6,-5-2 7,-2-2-18,-3-1 0,-1-1-22,-2-3-44,-1-2-57,1-2-106,0-3-214,2-3-419,2-4-1003,6-3-3170,4-6 5041,5-8 0,8 6 0,2-3 0</inkml:trace>
  <inkml:trace contextRef="#ctx0" brushRef="#br1" timeOffset="363824">24453 12787 13082,'-4'0'2055,"1"0"1856,3 0-3822,-32 14-5,24-6-11,-22 12-11,32-9-6,2 1-12,2 0 7,1 1-12,1-2-5,1 0 10,0-1 1,1-2 11,1-1 17,0-1 5,0-3 18,0-1 4,1-2 7,0 0-6,-2-2-1,0-1 1,-3-4 11,0-1 6,-2-1-1,-2-1-5,-2 0 11,0-2 17,-2 0 34,-2 1 22,-1 0 22,-3 1-10,-2 1-28,-1 2-35,-2 0-22,0 2-16,-3 2-12,0 0-17,-1 2-22,1 1-16,0 0-24,2 1 1,2 1-17,2 1-11,1 1 0,3 1-12,1 0-10,1 0-23,1 2-67,2 0-113,-1 1-235,2 1-531,3 2-756,2 1-1491,3 0 3249,7 1 0,-8-6 0,1 0 0</inkml:trace>
  <inkml:trace contextRef="#ctx0" brushRef="#br1" timeOffset="364091">24875 13112 15592,'-3'0'2632,"0"0"-117,3 0-2515,15-25-6,-2 16-39,14-19-190,6 23-431,7 2-4146,-2 1 4072,-2 2 382,-14 2-1025,-3 2-723,-2 3-1692,-2 2 3246,-1 2 1,-9-8-1,-2 0 1</inkml:trace>
  <inkml:trace contextRef="#ctx0" brushRef="#br1" timeOffset="364290">24927 13340 22408,'-6'-2'28,"6"-1"-28,20-4-28,4 1-33,5-1-96,2 1-746,17-4-160,-11 3-680,13-1-1455,-15 2-6633,-2 2 9738,-6-1 1,-13 3-1,-5 1 1</inkml:trace>
  <inkml:trace contextRef="#ctx0" brushRef="#br1" timeOffset="365918">25975 13066 20677,'-1'-61'997,"-2"13"-840,1 48-51,-3 0-22,0 1 0,-3 2 1,-2 3-1,-4 3-11,-2 3 5,-4 2-11,-1 2-5,-1 0-6,0 0-6,1 0-5,2-1-11,3 0-6,1 0 0,4-1-17,1 0 6,3 0-6,2 0 0,2 1-5,2 0 5,0 2-6,1 0 1,3 0 5,0 2-5,3-1-1,0 0 7,2-1-7,2-1 1,-1-2 5,2-2 0,-2-1 6,1-2 5,0-3 12,0-2 11,0-2 0,2-1-1,0-5-4,1-1-7,3-5-5,1-2 0,2-2 0,0-3-5,1-1 5,0-4 0,-1 1 22,-1 0 28,-2 1 40,-2 1 44,-3 3 23,-3 0 17,-3 2-29,-3 0-33,-1 3-28,-3-1-28,-2 0-11,-3 1-17,-2-1-5,-1 1-12,0-1 6,0 0-12,2 0 1,0 0 5,1 1 0,2-1-5,1 2 5,1 1-5,0 0-6,2 2 0,-1 2 0,1 1-12,0 1-10,1 2-28,-1 0 5,-2 1-34,0 3-72,-4 2-157,-2 5-358,-4 2-589,-4 3-1540,-1 1-6575,-1-1 9080,3-2 1,8-7 0,3-2 0</inkml:trace>
  <inkml:trace contextRef="#ctx0" brushRef="#br1" timeOffset="370076">21903 13923 16073,'-22'24'1378,"6"-3"-953,18-12-27,2-1-40,2 2-32,0-1-7,0 3-16,0-1-1,0 3-5,-2 3 0,-2 3-18,0 4-27,-5 4-39,-2 4 90,-12 23-1315,1-11 1054,5-15 0,-1 2 11,-1 1 0,0-1-14,-5 17-22,5-18 0,2 0 11,-2 10-6,3-5 1,2-3-161,4-3 155,2-2-1,1-3 12,1-2-5,1-4 5,2 0 6,1-5 0,-1-2 1097,1-3-1069,0-2 219,-1-3-135,-2-2 22,0 0 134,1-4-218,-1-1-28,2-4-16,0-3-12,0-4 0,0 0-6,0-3 0,0-2 1,1-1-12,2-1 0,1-1 6,2 1 0,1 1 0,3 0-1,1 1 7,1 1-1,2 3 1,0 1 5,2 2-6,-2 3 0,0 3-5,0 0 0,-2 3-11,0 0-12,4 3 0,-3-1-16,10 9 28,-10-1-6,4 8 5,-6-1-5,0 3 0,0 2 0,-1 1 6,-1 2-1,-2 2 1,-2 2 0,-3 1-400,-2 1 405,-5 1 0,-3 0 6,-5-1 0,-5-2 11,-5 0 0,-4-2 0,-4-1 6,-4-1-18,-3-2 7,-3-1-6,-4-2-898,0-3 898,0-2 0,2-3 5,3-4-5,3-2-6,6-4-28,5-5-440,6-4 317,7-7-184,5-4-494,8-5-1165,6-3-3725,9-3 5708,9-8 0,-12 19 0,1 0 0</inkml:trace>
  <inkml:trace contextRef="#ctx0" brushRef="#br1" timeOffset="370790">22625 14408 12640,'6'3'3047,"0"-1"-2185,-6-2 2488,0 0-3149,-16-3 18,12 1 5,-11-1-17,15 1 616,0 2-761,-2 3-12,0 1-5,-2 4-12,-1 1-5,0 0-5,1 1-6,0 1-1,1 0-10,0-2 0,2 0 5,1-2 6,0 0-1,2-3 7,0 0 10,2-1 18,1-2 10,0 0 2,-1-1-7,2 0-6,0-3-5,0 1-6,1-4 12,-1-1 5,0 0 22,0 1 28,-1 0 51,-1 1 50,-1 0 12,-2 3-18,1 0 102,-2 1-258,-5 3-1,0 2-4,-5 3-1,-1 1-11,1 1 0,-1 0-6,1 1-16,1-1 5,2 0-11,2 0 11,2-2-5,1 0-1,2-1 7,0 1-12,0-2 5,3 1 1,1-2-1,1 0 7,2-1-7,2 0 1,1-1 5,1-1 0,2-1 0,0 0 6,1-1 0,-1-1 0,-1-4 5,0-1 1,-2-2-1,-2-1 12,-2-2-1,-1 1 12,-3 0-6,0 0 12,-2 2 10,-1 1-5,-3 2-5,-1 1-12,-3 2-22,0 1-1,-2 1-10,0 2 0,-1 2-6,0 2-90,-6 6-190,4 0-666,-4 3-8885,0 2 9170,7-5 0,-1-1 0,9-7 1</inkml:trace>
  <inkml:trace contextRef="#ctx0" brushRef="#br1" timeOffset="373342">23945 14267 12746,'2'-3'2296,"-1"1"3138,-1 2-5065,-14-33-207,6 25-10,-11-24-24,7 33 80,-5 6-119,3 0 6,-5 6-3391,5-2 3391,-1 3-6,1 1-66,-1 3 44,1 1-10,-1 2-7,2 1-16,1 2 5,-1 15-2265,5-8 2238,1 10 2258,5-3-2270,4-9 11,3 6-5,4-14-12,2-2 57,8 3-57,-2-8 12,6 2 5,-5-8 0,1-3 6,1-2 0,-1-1 5,0-2 0,0-4 6,-1-2 0,-1-3 3392,-1-4-3386,-1-1-6,-2-3 11,0-3-5,-2-2-1,-2-1 40,1-13-28,-4 9 17,-1-8 16,-4 13 17,-2 1 112,-5-3-123,-1 7 12,-7-4-12,1 10-12,-2 1 29,-10-4-39,-2 3-23,-9 0-22,8 5-6,4 3 0,11 2-5,1 1-6,2 0-11,2 0-34,1 2 0,3 1-28,2 2-246,2 4-448,6 4 83,1 0-324,7 1-493,0-2-639,2-1-4596,4 0 1881,1 0 4287,6 1 1,-13-5 0,1-1 0</inkml:trace>
  <inkml:trace contextRef="#ctx0" brushRef="#br1" timeOffset="373733">24459 14298 12326,'2'-5'4660,"-1"2"1384,-1 3-5843,-35-16-4273,25 11 4218,-27-11 836,33 16-892,2 0-40,0 0 23,1 0-62,10 3 1,-1 0 3385,9 5-3374,4 2-18,-2 0-16,6 3 5,-4-3-5,1 1-6,11 6 6,-7-3-544,6 5 544,-12-3 17,-2 0-1,-4 1 1,-3 1-1,-3 12 1,-4-6 5,-7 8-3210,-3-8 3216,-7-1 6,-3 1-12,-3-1 17,-14 9-23,7-8-5,-7 6 0,11-13-11,3-1 244,-1 0-787,6-5-62,4-2-488,6-6-6205,13-12 7309,2-1 0,0 0 0,-2 2 0</inkml:trace>
  <inkml:trace contextRef="#ctx0" brushRef="#br1" timeOffset="373992">24983 14278 16941,'-3'0'2325,"0"0"-259,3 0-2055,41-23-16,-22 15-1186,33-18 1130,-31 21-68,-1 1 264,1 1-583,-1 1-1463,8 0 69,-7 2-1006,5 0-1902,-9 2 1592,-3 0 3035,-2 1 1,-7-1 0,-1-1-1</inkml:trace>
  <inkml:trace contextRef="#ctx0" brushRef="#br1" timeOffset="374199">25104 14517 22111,'2'2'202,"2"-2"-174,11-8-11,0 0 0,2-1-6,1 2-45,22-6-55,-14 6-1588,17-4 1302,-19 6-338,1 0-642,-1 2-1065,0 0-2458,1 0 4150,1 0 0,-11 1 1,-2 1-1</inkml:trace>
  <inkml:trace contextRef="#ctx0" brushRef="#br1" timeOffset="374603">25951 14257 23388,'-49'-12'392,"5"6"-297,30 21-5,-3 1-23,-1 4-11,-2 1-11,0 3-1257,1 0 1234,1 2-11,3-2 6,2 1 388,4-3-400,5-2 207,1-3-212,7-2 0,3-1 0,5-3 0,5-2 0,3-2 0,2-3 0,2-2 0,0-2 0,2-2 6,-2-2 5,0-4 0,-3-3 0,-1-3 1,-2-2-1,0-3 6,-4-2 5,0-1 6,-3-1 17,-3 0 16,-3 1 18,-2 3 22,-3 1-1,-4 2 647,-3 1-646,-6 2-17,-2 1 51,-13-4-85,4 6-5,-8-4-17,8 6-6,1 1-5,2 0-11,2 2-1,-4-1-22,6 1-44,-2 1-96,8 2-218,1 1-426,3 0-795,1 1-2488,3-1 4084,1 1 0,2 0 0</inkml:trace>
  <inkml:trace contextRef="#ctx0" brushRef="#br1" timeOffset="375723">26916 14380 13026,'1'-4'3473,"-1"0"1562,0 4-5030,10-45 12,-7 37 11,7-31 0,-10 49-5,0 3-1,0 4 0,-1 4-5,-3 1-3398,-1 3 3398,-4 0-2268,-3 1 2268,-2-2 5,-3-1-5,-2-3 5,-2-1 6,-1-2-5,-1-2 16,0-2 11,-2-3 12,2-2 84,-9-5-68,10-1 2314,-9-12-2347,17 1-23,-2-10 6,10 1-11,3-4 0,1-3-1861,3-4 1855,3-3-197,7-19 197,2 11 6,4-12-400,-2 18 399,-1 1 12,-1 2 0,-1 1 17,-1 2 0,-3 1 811,-1 2-783,-3 2-1561,-2 1 1566,-1 2-197,-1 3 203,-2 1 1722,-1 2-1678,-2 1 845,0 3-828,0 2-16,-1 1-23,0 3 2918,1 1-2968,0 1 1321,0 1-1377,1 2 0,-1 2 5,1 4 1,0 3 5,-1 3-11,0 2 0,1 2 0,0 1-5,2 0 5,2 1-3387,0 1 3387,4 0 0,2 0-11,14 9 22,-2-6-11,10 6 11,-4-8-2273,3-1 2256,2 0 12,1 1-70,2 0 58,15 12 6,-11-7 1494,11 11-1500,-16-10 6,-3 1-5,-3 0 5,-4 1 0,-6-1-12,-6 3 7,-5 0-18,-8 1-264,-15 17 41,-2-12 2791,-10 11-3139,5-16-961,0-3 211,1-2-807,2-3-2263,2-2 4414,2-1 0,9-10 0,2-2 0</inkml:trace>
  <inkml:trace contextRef="#ctx0" brushRef="#br1" timeOffset="376349">27479 14437 21920,'2'45'281,"-1"-8"-208,-1-25 0,-2-1 11,-1 0 0,-2-1 5,-2 0-5,-3 0 0,-1 0-11,-3-2 61,-8 3-61,5-5 22,-6-1 12,8-4 10,3-4 63,2-7-124,5-3-12,1-6 1,7 1-11,1-2 16,13-14-3425,-3 7 3386,9-11 0,-6 10 1,1 1 27,6-13-22,-5 11-322,3-9 339,-8 13-6,-3 1 72,2-10-44,-5 9-5,-1-7 66,-5 2 7,-3-2-52,-2 1-10,-3 3 3328,-3 5-3228,-2 1-16,-3-1-85,5 8 493,-1 5-465,3 5-55,2 2-23,-1 2-5,2 1 5,1 0-17,0 0 6,1 2 0,0 2-5,0 2 16,0 5-6,2-1 1,-1 4-6,3-2 0,1 1 0,4 2 6,1 1-1,4 3-5,1-1 0,2 4 0,3-1 0,11 13 0,-7-8-356,8 9 351,-10-9-1,-2 1 1,-1 0-1,-2 0 12,-1 1-12,-2-1 6,-1 2-17,-1-1-5,-3 0-23,-1-1-201,-3 10-6,-3-9-101,-3 6-129,-6-11-167,-4-2-247,-3 1-331,-2-2-610,-2 0-1630,-2-2 3467,-4-1 0,13-7 0,-1-2 0</inkml:trace>
  <inkml:trace contextRef="#ctx0" brushRef="#br1" timeOffset="380703">28611 14006 8931,'0'-4'4963,"0"1"-342,0 3-4206,1-63-40,0 43-196,0-16 1,1 3 172,0 22 320,3-5-364,-2 4-33,3-4-18,-4 7-16,1 1-11,-2 2-6,1 0 174,-2 1-236,0 3 90,0-1-224,-2 7 0,-2 2 0,-2 7 0,-2 1 12,-4 16-18,2-7-11,-4 11 17,2 0-11,4-8 0,-2 7-6,5-10 0,1 0-5,2-1-1,0 0 1,2-2 0,1 0-1,3-2 6,2-1-3386,3-2 3392,2-2 5,2-1 1,2-3 5,1-3 5,3-3 7,-1-2-1,3-3 0,0-3-5,1-4 5,1-3 6,-1-3 27,7-11-32,-8 5-234,5-6 238,-12 9 18,-2 0 3313,-3 4-3235,-2 1 11,-2 2 11,-1 2-5,-3 1-17,1 2-22,-2 2-34,1 1-23,-1 1-10,0 1 294,-1 7-339,0 1 0,-1 8-1,1-1-3391,0 3 3391,0 2-1604,1 2 1599,0 1-1738,0 2 1738,0 0 0,0 2-6,0 1-22,1 1 1694,-1 0-1845,1 1-185,0-1-955,-1 1 328,-2-2-561,0 1 1111,-2-2-5429,-2-2 5305,0-1 1,2-11 0,1-2-1</inkml:trace>
  <inkml:trace contextRef="#ctx0" brushRef="#br1" timeOffset="381150">29659 13913 23108,'26'-56'459,"-5"11"-447,-23 45 4,0 2-4,-2 2 27,-5 10-28,0-2 6,-5 6-3398,1-3 3398,-1 0 11,-3 0 39,-10 5-22,5-4 0,-9 2 16,7-5 23,-1-1 28,-1-1 23,0 0 10,1-1 68,-4 3-157,12-5-28,-2 2-11,13-5-6,3 1 3392,3 0-3392,0 1 1,2 1-1,2 0 6,3 3-12,2 0 6,8 8-11,-2-5 6,7 6 5,7 0-5,-6-7-261,10 3 238,-8-6-27,2-2-80,1 0-133,0-2-734,11 3-3146,-10-3 2188,8 0 1396,-10-2 0,-13-3 0,0 1 0</inkml:trace>
  <inkml:trace contextRef="#ctx0" brushRef="#br1" timeOffset="382686">30305 13869 6938,'-3'0'3724,"1"0"4914,2 0-8370,-1-49-49,3 32-23,1-37-45,2 44-33,1 1-29,2 1-22,0-1-16,3 2-18,0-1-16,2 1 0,1 1 0,1 0-6,2 1 6,-1 1-12,3 1 1,-1 2 0,2-1-6,-1 2-12,0 3-10,1 1 11,-3 5-6,0 3 17,-3 1 0,-2 2 0,-3 2 0,-1 1 6,-1 2-1,-3 1 1,-3 1 10,0 0 1,-4-1 0,-1 0 22,-5-2-5,-1 1-1,-2-3 7,-2 0-12,-2-1 11,-2-2 6,0-1 5,0-1 12,0-3 22,0 0 16,2-3 24,1-2 21,3-1 6,2-3-11,2-1-11,2-2-22,2-2 10,2-3 7,2 1 16,1-2-5,2 1-18,3-1-16,2 1-17,2 0-28,2 1-6,1 0-10,0 1-18,2 1 6,1 2-6,2 1-22,0 2 0,3 0-11,1 1 11,2 3 0,2 4 11,2 2-11,1 2 6,1 3 0,0 1-6,-3 2 0,-2 0 5,-5 1 1,-4 0 5,-6 0 0,-4 0 6,-4 0 5,-6-1-5,-4-1-6,-6 0-11,-6-1-5,-6-1-23,-4 0-34,-3-1-2414,-3-2 2252,-2-1-236,-2-2-576,1-2-812,-1-3-2773,1-2-5210,5-1 9468,7-1 1,13 0-1,7 0 1</inkml:trace>
  <inkml:trace contextRef="#ctx0" brushRef="#br1" timeOffset="401299">26048 7901 8053,'-46'9'280,"-1"1"0,4 0 1,6-2 38,12-2 6,1 0 0,2 0-12,2-1-38,2-1-1,4 0-16,1-2-6,3 1-6,1-1 282,1 0-281,2-2 89,1 1-90,1 0 15,1-1-93,1 1 375,0-1-364,7 1 1,2 0-29,5 0-22,1 0-12,3 0 1,2-1 11,5 1 16,2-1 18,5 0-1,4 0 107,25-1-607,-24 0 1,2 0 410,12-1 0,3 0-29,4-1 1,0 0-671,-9 1 0,0 0 640,-1 0 0,-1-1 3,-12 1 0,-1 1-6,1-1 0,0 0 11,13-1 1,3 0-307,0 0 0,1 0 284,-1 0 0,-2-1-6,-4 2 1,-1-1-6,-5 1 0,-2 0-2488,17 0 2482,10-2 6,-25 4 471,-6-1-448,7-1-7,-12 1 1,2-1 887,-15 1-825,-4 1 94,-3-1 34,-4 1 612,-1 0-775,-6 0 3371,0 0-3399,-8 0 6,0 0 6,-4 0-6,-4 2 1,-2 0-7,-6 2-10,-2 0-485,-5 1 479,-3-1 11,-4 1 11,-3-2-6,-3 1 1,-2-1-641,-1 2 649,12-2 0,0 0 8,-21 3-14,21-2 1,0 0-987,-15 1 1018,3 2 4,1-2 12,4 1 6,1-1-6,4 1-167,-14 0 217,1 0-61,2-1 39,-6-1-56,28-1 6,-10-1-6,15 0-6,0 0 6,0 0-5,2 1 10,2-2 404,1 1-393,4-1 588,4 0-620,4-1 1043,4 1-1184,1-1 146,4 0 140,14 1-107,0-1 1,15 2-23,-3-2 5,5 1-696,4-1 691,5 0-6,4 0-11,5 0-1475,3-1 1475,6 0 0,3-2-8,-29 2 0,0 0 2,1 0 1,1 0-6,0-1 0,0 1 0,1 0 0,0-1-6,0 1 1,1 0-1343,-1-1 1,1 0 1333,0 1 0,-1 0-236,0-2 0,0 1 230,-1 0 1,0 0-1,-2-1 0,0 0-328,29-4 331,-4-1 0,-5-1-949,-6 1 966,-5 0 0,-6 1 1807,-6 1-1768,-2 0 606,-10 2-645,-4 1 805,-14 1-861,-7 1 3370,-19 0-3415,-18 5 64,9 0 1,-2 1-569,3 0 1,0 0 598,-6 1 1,2 1-955,6-2 1,1 0 967,-2 0 0,-1 0 6,-1 0 0,0 0-269,0 0 1,-2-1 304,-14 3 1,0-1-21,12-2 1,1 0-340,-10 1 1,-1-1 381,4 0 0,2-1-43,11 0 1,-1-1 3,-7 1 0,0 0 27,-12 1-5,5-1 0,3 0-5,3 0-1,3 0 762,4 1-767,-10 1-29,15 0 1506,-7 0-1511,19-1 669,5-1-814,2-1 1068,6-1-984,2 1 167,16-2-72,1 0-3034,14-1 3017,1-3 0,4-2-706,7-1 689,6-2 0,4 1 1,5-1-12,7 0-556,-30 4 0,1 0 558,1 0 1,2 0 0,0 0 0,1 0 2,0 1 1,2-1 2,18-3 1,1 1-9,-14 1 0,0 1 0,14-2 0,-1 0 0,-18 3 0,-1 0 0,-2 0 0,0 0-3,-2 0 0,-1 0-8,29-3-762,-7 1 767,-6 1 1825,-7 0-1830,-8 2 641,0-1-614,-15 3 1521,-2 0-1504,-13 1 1476,-7 0-1514,-4 2 435,-6 2-469,-5 2-45,-5 2-34,-6 1-207,-28 10-1167,7-3 1414,13-5 0,-1 0-922,7-2 1,-1 0 948,-3 0 1,-1 0 16,-3 1 1,0-1 16,-2 1 0,-1-1 22,-2 1 1,0-1 30,0 1 1,0-1 30,1-1 1,0-1 24,2 0 0,1 0 3,3-2 1,1 0-4,3-1 1,1-1-214,-21 1 283,11-2 68,8-3-185,16-2-51,5-2-5,16-1 1076,4-1-1043,8-1 2068,4 0-2067,5 0 5,2-1-2983,6 1 2978,3 0-6,3 1-681,5-1 675,1 2-5,6 0 0,1 1-6,5 0 5,1 0 6,4-1 0,-17 2 1,1 0-7,-10 0 1,0 1-3,10-2 0,1-1 5,-1 0 0,-1-1-1029,1 0 1,0-1 1023,0 1 0,-2-1-3,-4 2 0,-4 0-71,9-2 71,-7 2 6,-7 1 11,-7 1 28,-6 1 2070,-6 1-1678,-4 0 460,-4 2-556,-1-1 3017,-6 0-3342,2-1 179,-4 1-234,4 0-1210,1 1 151,5 1-1579,3 0 2677,7 1 0,-6-1 0,-1 0 0</inkml:trace>
  <inkml:trace contextRef="#ctx0" brushRef="#br1" timeOffset="405565">29441 7967 9673,'-30'-12'264,"3"3"732,12 9-918,-1 0 504,-1 0-453,-9 2-73,6 0-11,-7 1-6,11-1 280,-7 2-291,7-2 695,-4 2-689,8-3-1,1 1 145,0 0-144,3-1 16,0 0-5,3 0-62,1-1-83,3 1-276,-1-1 438,9 0-23,-1-1-5,8-1-6,0 0-6,2-2-5,2 1-6,3-1-5,1-1-1,1 1 1,2-1-6,0 2 0,1-1 0,-1 1 0,-1 0 0,0 0-11,-2 1-6,-2 0-11,-2 0-34,-3 2-27,-5 0 66,-2 0 102,-4 0 464,-2 0-437,-10 2-16,0 1 0,-10 2-1,-1-1-10,-2 2-7,-4 0 40,-16 3-67,8-1-6,-11 0 17,2 0-16,12-2-12,-6 1 16,16-4 18,3 0 5,4-1 6,3-1 5,2 0-5,3-1 11,1 0-101,3 0-218,0 0 291,5 0-5,0 0-1,12-3-28,-3 1 1,8-3-18,-4 2 12,4-1-11,0 0 5,3 0 0,1 0-11,1 0 0,-1 0 0,0 1 6,-2-1-6,-3 2-6,-3 0 6,-4 2 157,-3-1-11,-6 1 128,0 0-212,-12 1-12,-1 0 6,-10 3 40,-14 3-51,4-1-6,-13 2-3398,9-1 3387,-1-1-831,-1 1 831,2 0 0,1-1 0,2-1 6,4 0 5,2-1 17,5-1 23,4-1-549,3-1 576,4 1 29,2-2-135,4 0 2683,1 0-2660,6 0 1126,0-2-1138,6 0 0,1-2 0,2 0 1,3 0 982,12-4-983,-5 2-5,10-3-6,4 1-11,-6 2-57,12-2-116,-12 4-141,2 0-275,-1 0-593,1 2 1193,17 0 0,-28 2 0,9-1 0</inkml:trace>
  <inkml:trace contextRef="#ctx0" brushRef="#br1" timeOffset="406617">30573 7958 10648,'-42'0'48,"1"0"1,2 1 0,8-1-10,17 0 1160,-1 0-1143,-2 0 522,-9 1-449,5 1 33,-6 0 471,3 1-281,7-2 423,1 1-735,10-1 223,5-1-73,8 0-27,1-1-35,9 0-15,0-2 44,13-2-62,8-1-61,1 0-228,0 1 216,-11 2-5,-1 0 0,0 1-6,-2-1 0,-3 2 11,6-2-5,-9 2-6,4-1-5,-8 1 0,-5 1 22,-1-1 283,-6 1 126,-2 0-314,-8 1-33,-7 1-3449,-5 0 3387,-6 2-289,-10 2 284,3-1-7,-12 2 7,9-2 16,0 1 39,-11 1-38,13-2-7,-6 1-2189,18-2 2179,3-1 5,3-1-39,6 0 2138,2-1-2194,6-1 328,1 0-165,6 0 3324,4-1-3409,4 0 0,2-1 17,6-2-22,-4 1-1,8-1 1,3-2-1,7 1-5,1-1-894,1 0 894,-12 3 0,0 0-583,5-1 588,-10 2-5,3-1 118,-13 2 100,-4 1-117,-3 0 738,-12 0-839,-1 0 639,-9 1-628,0 2 0,-4 2-5,-4 0 5,-18 4 0,-8 1-988,-2 0 983,2 2 0,17-5-1,0 0-192,5-1 198,0-1 6,6-1 0,4-1-17,3-1-34,9-2-5,1 1 977,8-1-876,7-1 214,7-2-254,3-1-5,4-2 6,-4 1-12,3 0 0,0-1 0,3 0 12,13-1-7,-7 1-276,10-1 277,-11 1 0,1 2-6,0 0 17,9-1-11,-11 1-1,12-1-10,-19 2-12,-3 1-5,-7 1-28,-8 1 232,-1 0-2550,-2 0-1772,1 4 4129,-2 0 0,1 0 0,0-3 0</inkml:trace>
  <inkml:trace contextRef="#ctx0" brushRef="#br1" timeOffset="409650">31595 8185 7431,'-7'-3'3696,"2"2"-3125,5 1 1659,0 0-2073,-8-22-51,12 15 0,-2-17 6,14 19-11,4 0-6,1 1-11,3-2-5,4 1-18,2-2 29,22-2-65,-21 3 0,1 1-441,1-1 1,0 0 423,0 1 0,0-1 23,3 1 0,0-1-9,21-2-16,-18 3 0,-1-1-1,17 0-5,0-1 5,-16 3 1,1 0 5,0 0 1,0 0-4,9-1 1,-1 0-4,-11 1 1,-3 1-1,24-2 18,-9 0 5,-6 2-23,-4 0-5,-11 2-11,-13 1-11,-4 0-29,-3 0-5,-3 0 883,-1 0-654,-3 0-10,0 1 0,-4 1-40,-1 1-39,-4 1-17,-4 1-28,-4 0-33,-4 1-34,-21 3 11,4-2-937,-17 4 948,7-5 6,-4 2 12,-4-2 21,-2 1-5,-5 0 6,0-1 2,17-1 1,-2 0-1,0-1 0,-2 1 14,-10 1 1,1-1-658,13-1 1,3 0 631,5-1 0,3-1 20,-9 2-6,6-1-5,5 0-12,7-1 1,-1 2-91,9-2 693,1 2-726,10-2 1414,4-1-1363,2 1 16,0 0 6,0 1 23,0-1 16,1 1 56,3 0-16,0-1 38,8 0-38,-3-1-7,6-1 1,1 0-6,3-2 1,4-1 10,5-1-11,5-2-822,4-1 811,5 0-6,4-1 1,4 1-1053,3-1 1030,1 0-5,2 0-1,0 1 0,-2 0 12,0 0 0,-3 2-1,-3 1 1,-4 0-140,-5 0 140,-3 2-1,-6 0-5,-4 0 0,-5 2 0,-5-1 0,-5 1 764,-5 0-697,-2 0 1238,-3 0-1249,-10 2 136,-1 0-192,-11 3-73,-20 3 22,3 0-1741,-21 3 1741,7-2 23,-9 1 22,29-5 1,-2 0 16,-2 0 0,-1 0 17,-1 0 0,0 1 14,-1-1 0,-1 0 11,2 0 1,-1 0 2,2-1 0,0 1-3,3-1 0,0 1 37,-24 2-446,7-1 406,12-1 17,9-1 23,7-2-6,10 0-28,4-2-39,5 0-62,3 0 1718,7-1-1651,0-1 510,7-1-515,0 0-6,2-1-5,3 0-1,2 0 7,3-1-12,4 1 11,4-2 0,3 1-5,5-2-3387,3 1 3392,5-2-11,2 1-1853,6-2 1836,2 1-919,4-1 908,1 1-28,1 0-45,0 0-95,-3 1-1503,-1 2 1150,-4 0-173,-5 2-1682,12 1 2404,-16 0 0,-7 2 0,-21 0 0</inkml:trace>
  <inkml:trace contextRef="#ctx0" brushRef="#br1" timeOffset="411614">26306 9064 6938,'6'-3'1523,"-1"2"1,-5 1-1295,60-7 7,-35 4-110,12-1 0,-1 0 148,-13 4 17,1-1 34,2 0 17,2 0 291,19 0-364,-8 0-51,16 0-33,-12 0-2502,3 0 2413,1 1-24,3-1-122,-14 1 1,0 0 99,20 0-16,-21 0 0,1 0 52,-3 0 1,0 0 30,0 1 1,0 0-59,-1 0 0,0 0 47,23 4-16,-20-2-17,-3 1 0,-1 0-12,-3 0 18,-2 0 100,9 1-90,-10-1 1805,14 1-1771,-18-2 17,4-1 12,-10 0 925,-1-2-954,0 0 6,-2 0 11,0 0 22,-3 0 157,2-3-173,-4-1-12,0-2-10,-4 1-7,-1 0-5,-1 0-5,-1 0-7,0 0-4,-1-1-24,-1 2-21,-2-1-12,-2 1-11,-3 1-11,-2 0 11,-2 1-3392,-3 1 3397,-2 0 7,-3 1 4,-4 0 1,-2 0 11,-4 0-5,-2 0-1,-4 0-2274,-2 0 2275,-3 1-12,-1 2-408,-2-1 413,-1 1 1,1 0 0,0 0-6,2 1-5,0 0-12,2 1 1961,-14 2-1950,2-1-8,21-2 1,0-1-10,-12 2 7,8-2 22,4-1-29,9-1 7,-7-1 3014,10 0-3025,0 0 924,-8 0-919,7 0 11,-5 0 22,6 1-27,6-1 157,1 1-208,8-1-5,3 1 5,1 0 61,8 1-10,-1 0-12,8 2 11,9-1-5,7 0-11,2-1-1,4 1 1,-8-1-1,0 0-5,2-1 6,-1 0-6,0 1 11,1-1-348,1 0 348,3 0-592,1-1 593,5-2-12,3 0 0,5-2 2,-9 0 1,2 0-9,5 0 1,3-1-439,13-1 1,1-1 423,-12 3 1,-2-1-816,10 0 1,-4 1 727,5-1 26,-23 3 0,-3-1-695,5 1 249,-6 0-178,-7 2-1771,-6-1 2645,-4 1 1,-8 0 0,-2 0 0</inkml:trace>
  <inkml:trace contextRef="#ctx0" brushRef="#br1" timeOffset="437758">28410 8880 14337,'-7'-32'484,"1"0"1,-5-22-233,10 48 613,1 1-658,0 0-47,0 3-132,0 0 208,0 8-96,-1-1 352,0 6-402,-1 0-18,0 2-4,-2 2-24,1 0-4,0 2-12,1-1 0,-1 1-12,2-1 7,1 2 5,0-3-6,1 2-3375,2-3 3393,3-2 21,1-1 34,3-1 23,0-3 28,3-1 22,2-3 6,1-1 156,10-2-178,-5-3-12,8-2-6,-8-4 6,2-3-6,0-1 12,1-4-12,0-2 12,2-3 5,-1-3-812,1-1 823,-1-2 17,-1-1-5,0-1-6,-1 0 0,-1 1-6,-3 2-5,-1 3 130,2-6-175,-6 9 44,6-6-111,-11 14 2967,1 0-2995,-4 5 1215,0 3-1244,0 0-4,1 2-18,1 0-11,1 3-33,1-1-62,2 3-102,0 3-167,1 3-335,0 3-516,0 3-707,-1 3-1197,-2 3-5557,0 14 7873,-5-11 0,-2 0 0,-2-15 0</inkml:trace>
  <inkml:trace contextRef="#ctx0" brushRef="#br1" timeOffset="449349">23516 5276 6876,'-3'-3'2706,"1"2"-562,2 1-1796,5-2 11,2 2-7,8-1-10,3 1-45,5 0 184,21-2-296,-5 0-208,0-1 0,2 0 123,14-2-885,-17 2 0,1 0 846,23-2-879,-30 3 0,1 0 846,1 0 0,1-1-3,0 1 1,1 0-1,1 0 0,-1 0-8,1 0 0,-1 0-1085,0 1 1,0-2 1087,-2 1 0,1 0-4,-1 0 1,0 0-276,-1-1 1,0 1 291,30-3-5,-2 1-5,-4 0-1,-3 1 6,-4-1-11,-6 2 11,-3-1-11,-6 0 762,-4 1-763,-6 0-10,-5 0 1217,-6 1-914,-4 1 2821,-5-1-2642,-3 1 1130,-13 1-1579,-1 0-6,-13 1 1,1 2 28,-21 1-6,-16 2-809,28-4 0,-1 1 761,-3 0 1,1-1 13,-23 1-1456,27-2 1,-1 0 1447,0 0 0,-2 0 5,0 0 1,-1-1-255,-1 0 0,-1 1 254,1-1 1,-1 0 0,0 0 0,-1 0-506,1-1 0,1 1 511,0-1 0,0 0 6,2 1 0,0-1-35,1 0 1,2 0 81,-30 1 1611,6-1-1610,3 0-18,4 0-505,4 1 500,1-1-6,4 0 690,0 1-706,1-1 33,-16 2-39,13-2-6,-13 3 1,17-1 5,2 1-6,0 0 6,4-1 65,4 1 1172,5-1-1167,5-1 563,6 0-662,5-1 1549,3 1-1522,4-1 966,5 0-922,6 0-14,6 0-3,8 0 6,9-2-348,-1 0 1,3 0 329,26-2-773,-17 1 0,1 1 887,-9 0 0,-1 0-3,4 1 0,1 0 149,1 0 0,1 0-702,2 0 0,0 0 696,2 0 0,-1 0-2,1 1 1,1 0-6,-1-1 0,0 1 1,0 0 1,-2 0-144,-1 0 1,0 0 2,-2 0 1,-1 0-147,-4 0 1,0 0-2,-2 0 0,-1 0 5,26 0-895,-6 0 895,-6 0 14,6 0-4,-17-1-3,3 0 451,-21 1-393,-5-1 119,-4 1 1180,-5-1-1092,-3 1 1623,-1-1-1767,-5-1 944,-2 0-1246,-6-1 15,-4 1 29,-6 0 65,-5 1-3410,-6 1 3322,-6 0 11,-6 1-188,-6 1 512,-6 2-2053,-5 0 1927,29-1 1,0-1-9,-2 0 0,-1 1-706,0-1 0,0 0 687,-1 0 0,0 1 325,0-1 0,1 0-335,0 0 0,1 0-454,1 0 0,0 0 446,2 0 0,1 0 23,-26 2 1250,5-2-1239,6 1 12,7-2-22,5 1 15,6-2-28,6 0 1894,3 0-1947,8 0 1059,3 0-1131,6 0 3356,2 0-3256,2 3-395,2-1 85,4 3-66,2-1 105,5 1 3,3 0 58,6-1 14,3-1 23,5-1-1576,6 0 2054,5-1-2612,6-1 2586,6 0-8,7 0-450,-29 0 1,1-1 280,2 0 1,0 0-10,2 0 1,0 0-934,0-1 0,0 1 797,1-1 0,-1 1-7,-1-1 0,0 1 138,-1-1 0,-1 0-145,-2 1 1,-1-1-44,26-1 128,-9 1-7,-7-1 150,-10 1 1755,-7-1-1640,-7 1 667,-7 0-567,-5 0 2940,-4-1-3256,-2 1 839,-5-1-1318,-4 0 188,-5 0 29,-5 1-57,-5 0-59,-6 1-30,-5 0-676,-4 2 1397,-5 1-139,-4 2-174,-3 1-38,-1 1-950,-1 1 1013,0 0-40,0 0 12,1-1-22,3 1-10,5 0-1,4-1-7,7-1 154,5-1-385,6-2 361,6-1-102,5 0 67,5 0 700,2-1-778,3 0 1039,5-3-1042,1 0 82,5-2 5,1 0 21,3-1-28,4 1-71,3 0-19,5 0-92,4-1-3178,5 2 2688,4-1-317,5 2-2904,3-1 821,4 2 2863,7 0 0,-27 2 0,-1-1 0</inkml:trace>
  <inkml:trace contextRef="#ctx0" brushRef="#br1" timeOffset="451356">25452 5164 11629,'3'-7'3365,"0"1"-2567,-3 6 2773,0 0-3303,22-63-244,-14 44-12,4-16 1,1 4 11,-8 25 60,1 2 106,-2 2-10,-1 0-124,-1 1-69,0 0 323,-2 5-312,0 0 207,-9 19-238,1-6-17,-9 12 69,-4-1-89,3-7 17,-7 8 17,6-10 378,0 2-4,-1-1-103,1 0 91,-7 9-158,7-8-42,-4 5 24,3-4-89,6-7-25,0 2-11,5-8-1,4-1-32,0-2 15,2-2 2,0 0 80,3-3 754,-1 0-739,3-4-70,2-2-55,3-5 52,3-4-6,2 0 41,2-4-30,1-1 94,1-2-69,9-10-6,3-2 26,1 1-29,-2 3 4,-9 11 2,0 0-1,-1 2 7,-2-1-13,0 1-7,-2 2-4,-1 1 0,-1 3 40,0-2-52,-3 4-32,-1 0-73,-4 4 15,-2 3-101,0 1 140,-1 3-170,-3 6 25,0 3 26,-4 7 16,-1-1 54,-1 2-14,-1 1 58,-1 0-47,-1 0 242,1-1-79,-1 1-2,1 0-21,-1-1-15,-1 0 0,1-1-4,0-1-7,1 0 4,0-3 0,1 0-120,0-2 25,2-2 10,-3 0-7,5-4 20,-1 0 49,5-5 542,1-1-639,5-9 53,0 0 34,11-19-22,-3 7-18,6-10 1,-3 5 4,7-10-31,-5 8 71,4-8 25,-8 14-16,-1 0-5,-1 3 2,-1 1 12,0-3-23,-3 8 0,-2-2-15,-3 9-19,-1 1-32,0 2-222,-1 1 248,-5 9 36,-1 2 10,-7 9 7,-7 13 12,2-6-607,-6 12 626,5-8 51,-1-1-75,0 2-34,2-2 7,-1-1-7,3-3 9,-5 5 6,7-10 5,-3 2 11,6-10 10,2-3-186,-1 0 14,3-5 629,2 0-629,2-3-26,2-2-19,0-2-18,-1-3-20,1-3 224,0-2 5,-1-3-11,0 1 6,1-1-1,-2 1 7,1 0-7,-1 0 1,0 0 5,-1 1 0,0-7-5,1 1-6,0 0 5,1 2-10,2 5 5,0 1 0,0 0 25,1 1 140,2-1 42,3 1 76,-1 2 25,2 0 60,-3 4 46,3-1 34,-2 3-23,0-1-189,-2 2-141,-1 0-137,-1 0 83,0 4-299,-1 0-44,-2 6 32,-2 0 56,-2 1 61,-2 3 71,0 1 11,0 2-26,0 1 233,0 0-19,2 1-92,1 1-65,1-1-49,1 0-12,1-1-44,1 0 27,1-1-126,2 0 17,1-1 8,3-1 11,0-1 15,3-2 23,0-1 21,1-2 17,1-1 129,1-2 13,-1-1 23,1-1 1,-1-2 0,2-1-12,0-1 0,1-1 1,1-2-1,1-2-5,0-1 5,0-2-5,1 0-6,0-1 1,-1 0-12,-2 1 5,-1 0 6,-3 2 1,-3 2-1,-3 2-6,-2 0-38,-1 2 33,-7 3 0,1 1 0,-6 4-6,3-2 1,0 0 5,1 1 0,0-1 0,1 0 0,0 1 5,-2 0 1,2-1 11,-6 3-1,4-5 1,-2 1-6,1-4 12,1-1-1,-3 0-5,0 0 5,-2-1-10,-2-1 4,0-3 7,-3-1-12,-1-1 11,-1-1-5,-1-1-6,0-1 12,2 1-6,0-2-1,3 1 7,1-1-6,3 1 5,2-1-5,2 1-6,1-1 6,2 0 0,1 0-6,2-1-6,0 0-5,2-2 0,0 0 12,2-1-12,1 0 11,2 1-6,1 0-10,1 2 5,0 1-6,0 3 1,-1 0 5,0 2 0,-2 2 0,0 1-12,-3 2-105,1 0 106,-2 4 11,0 2 0,-3 11-6,-2 9 6,-2 1 0,2 4 0,2-7-6,1 0 6,1 0 0,0-1-5,2 0 5,2-1 0,3-2 0,2 0 5,1-2 1,1-1 5,1-1 0,-1-2 1,0-2 10,-1-3 6,-1 0 22,-1-4 29,1 0 10,-2-3 1,2 0-23,0-4-16,3-2-7,3-5-10,4-2-6,2-2-6,3-2 1,1-2-12,1 1-786,0-1 780,-1 1 12,-2 1-11,-2 1-238,-4 2 243,-2 2-11,-2 0 0,-1 3-34,-2 0-66,0 3-180,0 1-728,1 2-2002,0 1 3010,3 2 0,-5-1 0,-1 1 0</inkml:trace>
  <inkml:trace contextRef="#ctx0" brushRef="#br1" timeOffset="453716">27107 5191 16073,'16'-43'416,"-1"0"1,0 3-1,-4 10-41,-7 20-22,0 2-34,-2 2-50,0 1-55,-1 2-41,-1 0-61,1 1-369,-1 1 279,0 5-5,-1 0 22,0 4 17,-2 1-6,0 1 29,-2 2-6,0 2 27,-2 1 12,-1 0 17,-2 2 6,-1-1-1,-2 0-5,-2 0-6,0 1-11,-3-1 0,2 1-17,-3-1-11,1 1-17,1-2-3403,-1 1 3392,2-2-16,1 0 55,-5 4-62,5-4 1,-3 2-6,6-6 0,1-1 11,-3 4-22,3-2 0,-1 1-6,5-3 3403,0-1-3391,2-1 5,1-1 16,0-2 29,2 0 39,-1-2 67,2 0 998,1-2-1098,0-5 55,1-7-72,1-2-18,2-6-10,1 3 0,2-1-18,0-1 7,2 0-12,0 0 0,0 1-5,2 1-1,-2 1 1,2 1 0,-1 2-1,1 0 12,-1 1-11,1 0-1,-1 1 6,2-1-5,-2 1 5,2 0 0,-1-1 1,1 0-1,-2 0 11,4-5-16,-4 4 22,2-6-17,-5 11 6,-2-2-12,-1 6 1,-2 1 0,0 0-6,-1 0-6,1 1-95,-2 1-5,1 1 78,2 0 5,-2 1-10,3 3 27,-4 1 1,1 5 5,-1-1 5,-1 4 1,-3 0-6,-1 3 0,-3 0 11,-2 0 0,-8 11 0,-4 4-3403,-2 1 3404,0 0-7,7-8 1,0 0-1,0-1-5,1-1 0,2-2 0,1-4 6,2-1-6,2-2 0,1 2 6,2-6-6,0 1 16,4-5 7,1-3 3666,0 1-3617,6-10-55,1 0-11,6-8 11,-1 2-12,3-2 12,1-2-6,1-3 0,2-3-5,1-1 5,2-3-11,1 0 11,0-1 6,9-9-17,2 0 0,-2 3-11,-3 5 5,-12 10-5,0 3 0,-4 1 11,-1 4 0,-3 1 0,0 1-6,0 1-5,-2 2-50,0 0-7,-4 5-105,-1 0 162,0 6-1,-1 1 7,0 6-1,0 0 1,-2 3-1,-4 12 17,-2-5 12,-2 10-1,-1-10 0,-1 2-16,-2 1 0,-3 0-1,-1 0 1,-1 0 22,-11 7-17,7-8 0,-7 3-5,9-12-6,2-2 5,1-1 1,2-3 0,2-1 10,3-1 12,1-2 12,3-1 66,1-2-5,0 0-68,0-5-10,0 0-6,-1-3-6,0-2-6,-1 0 1,-1-1 0,-1 0-1,-7-3 1,4 2-6,-5-1 5,-2-1 1,5 3 11,-9-6-17,12 6 5,-2-2 1,7 3 5,0 1 0,3 0-5,0 0 0,0 0-1,2 0-5,1-6 0,0 3 6,1-4-1,0 2 1,0 2-6,1-1 0,0 1 6,0 1-6,0 1 0,1 2 5,0 0 1,0-1-6,0 2-6,-1 0 1,0 3 5,-1 0-269,0 0 246,3 10 12,-1-1 6,1 7-7,-1-1 29,0 0-6,0 10-17,0-6 0,0 17 6,0-14 0,0 7 0,0-8-11,-1-1-5,0-1-12,2 5 39,0 1 1,2 0-1,0-5 22,6-2-10,-2-5-6,5 2 39,4-4 5,5-2-5,9-3-28,-5-1 6,0-4 44,0-5-44,-6 0-6,6-4-11,-9 2-1,-1-1 1,0 0 0,-2 1-6,-1 0 6,-3 1 11,-1 1 0,-2 0 6,-1 1-1,-2 1 12,-1 1-6,-3 0 0,1 1-95,-2 1 17,-3 2 17,-1 2 11,-4 2 5,-4 8 0,2-3 6,-4 5 0,5-5 0,-1 1 0,1-2 12,0 0 4,-4 3 1,3-4 0,-3 1 5,3-5 1,0 0 5,-2-3 0,0 1 0,0-2 0,-2-1 0,0-1 5,-1-2-5,1-2 28,-7-6-39,6 2 6,-6-5-7,8 4 1,-1-1 0,0-2-6,1 0 0,-1-1 1,2 0-7,0 1 6,1-1-5,2 0 5,0 0-5,2 0-1,1 0 7,0 0-7,1 2-5,-1 2 0,2 0 0,0 3 0,0 1 0,2 1 0,0 2-11,0 2-56,1 1-196,1 0 251,0 5 1,0 0 0,0 4 0,0 0 5,1 1-5,0 0 5,0 2-5,1 1 6,0-1 5,1 2-6,0-1 12,0 1-12,0-1 0,1 0 6,-1 0 0,2 0 6,0 1 0,2 0-6,1 0 11,1 0 0,2-1 0,2-1-5,1-1-1,2-1 7,0-1-1,0-1 11,-1-1 1,1 0 5,-1-3 0,1-1-12,1-1 1,-1-1 0,1 0 0,0-1-12,0 0 7,-1-2-12,1 0 0,-2 0-12,0 0-44,-2 0-89,-1 0-348,-1 1-1137,-2 1 1630,0 0 0,-4 1 0,-1 0 0</inkml:trace>
  <inkml:trace contextRef="#ctx0" brushRef="#br1" timeOffset="497100">26449 11347 2836,'-40'-1'437,"0"0"0,2 0 0,8 0 1888,14 4-2062,0-1 1613,-7 1-1696,6-1-1076,-12 2 1081,13-2 2118,-4 0-2096,7-1 0,-1 0 6,2 1-6,0 0 0,0-1-22,2 1-27,1-1 375,2 0-426,0 0 27,2-1-100,1 2 3358,2-2-3403,1 0 134,5 1-78,4-1-45,8 1-12,-1-1 1,1 0 6,-2 0-7,0 0 1,0 0 0,1 0-11,6 0 10,-4 0-4,3 0-29,-2 2 17,-5-2 0,2 2-23,-3 0 12,-3-1 17,-1 1-23,-3 0 51,-2-1 38,-1 2-4,-2-2 55,0 0-34,0 1-21,-2-1 4,-2 1-10,-1 0-6,-1-1 6,-2 0-1,-1-1 6,-1 0 51,-7 0-45,4 0 5,-6 0 1,4 0-1,0 0 17,0-2 6,-1 1 0,0-2 5,0 2 118,-4-2-84,4 1 11,-2 0 113,2 0-18,4 1-117,1-1-12,4 1 23,4 1-123,1-2-101,1 2 112,5-1 0,1 1-5,6-1-12,1 1-6,2-2-55,14 2 22,-5-1 6,11 0-46,5 1 35,-8-1-6,9 1-57,-7 0 74,-9 0 16,2 0-44,-9 1 56,-7 0 27,-1 1 29,-7 1 16,-1 0-5,-4 0-6,-1 1-5,-4 1 11,-2 0 5,-2 0-5,-3 0 0,-2 0-12,-3-1-10,-1 0 5,-3-1-3387,-2-1 3410,0-1 10,1 0 1,2-1 11,1 0-6,3 0 6,3-1 0,3 1-12,3-2 3365,4-1-3403,3 0-13,2-2-15,5-3-7,0 1 1,6-3-28,-1 3-23,3 1-44,0 0-62,0 1-101,0 1-162,1 1-247,0 1-554,0 2-4800,11-2 6032,-3 2 0,-2 0 0,-9 0 0</inkml:trace>
  <inkml:trace contextRef="#ctx0" brushRef="#br1" timeOffset="498111">27231 11281 14054,'-34'2'585,"0"1"1,-22 1-323,45 0 430,-1-2-486,1 2 160,0-1-166,0 0 93,1 0-93,1 0 224,0-1-273,2-1-29,0 0-39,2-1-23,1 1-27,1-1-45,2 1 0,0-1 39,5 2-6,1-1-5,6 1 0,-2-1-12,2-1 6,1 0-5,1 0-6,2-2 0,1 1 0,1-2 0,-1-1-6,2 0 1,-1 0-1,8-2 6,-6 2 6,6 0-12,-10 1 1,0 0-7,-2 1 7,-1 1-1,-3 0-5,-1 1-6,-3 0-5,-1 0 44,-3 0 40,1 0-40,-6 3-5,0 0-6,-6 3-5,-1-2-1,-3 2 7,-1-1-7,-2 0 6,-2 0 1,-1-1 10,-2 1 0,0-2 6,0 0 0,0-2 6,1 1-12,2-1 12,1 0-6,2-1 0,1 1 11,1-1 0,2 1 1,1 0 11,1-1-6,0 1 11,2-1-6,0 0 0,2 0-10,2 0-18,1 0-56,2 0 46,7 0-7,1 0-5,6 0 6,1 0-17,2-1 5,2-1-11,2 0 0,2 0-5,1 0-12,0 0-5,1-1 6,0 0-1,-2 1 17,0 0 12,-3 0-7,-2-1 7,-3 0-18,-1 1 12,-4 0 6,-2 2 33,-5-1 5,-2 1-22,-12 4-5,3-1-6,-12 5 11,2-3-5,-1 1-6,-4-1 11,-2 2 0,-2-1 12,-2 0 16,1 0 11,1-1 1,2-1 5,3 1-6,4-3 6,4 1-6,5-2 6,2 1 12,4-1 32,2-1 662,2 1-600,4-3-39,-1 0-33,6-2-23,-1-1-22,2 1-11,1-1-6,2 1-12,1-2 1,3 2-6,0 0-11,3 0-11,1 1-22,1 0-40,1 1-73,0 0-78,0 2-112,1-1-140,-3 0-246,0 0-488,-3 0-986,0 0-2352,-3 0 3700,0 1 0,-8 0 0,0 0 0</inkml:trace>
  <inkml:trace contextRef="#ctx0" brushRef="#br1" timeOffset="521551">7481 4902 14758,'-5'1'949,"2"0"-642,3-1-1625,-1 1 1650,1 1-783,-2-1 1024,2 2-456,-5 0 444,2 0-464,-2 0 99,1 1 709,1-2-600,1 0 344,0 0-535,2-1-726,-1 0 38,2 1-520,2 0 27,1 0 44,1 1-14,1 0 93,0 0-252,0 1 820,0-1 64,0 1 568,0 0-164,-1-1-102,1 1 1,-3-1-1,0-1 1</inkml:trace>
  <inkml:trace contextRef="#ctx0" brushRef="#br2" timeOffset="555994">23472 12576 6523,'-3'-3'1395,"1"2"-740,2 1-566,11-1-16,-4 1-6,9-1-5,-7 1 0,2-1 22,0 1 0,2 0 6,1 0 11,2 0-12,1 1 1,1 0-17,2 1 0,0 1-6,0-1-6,1 1-16,-1 0 0,0-1-11,0 2 5,1-2 6,-1 2 5,2-2-11,0 1 12,1-1-1,1 1-245,0 0 245,0-1 6,1 0 0,1 0 0,0 0 0,2-1 6,1 0 5,1 1-6,0-1 7,2 0-7,1 1 1,-1-1-1,1 0-5,-1 0 12,0 0-7,-1-1 6,0 2-3321,0-2 3293,-1 0 6,-1 0-111,1 0 127,-2 0 23,1 0 0,0 1-11,0-1-11,0 1-12,-1-1 12,1 2 27,0-2 1,0 0 0,0 1-23,1-1-17,-1 1-11,1-1 18,-1 2-12,0-2 0,0 2-6,-1-1-2188,2 0 2171,-1 1 55,0-1-49,-1 0 0,0 1 0,0-1 0,1 0 17,14 1-28,-9 0 5,11 0 6,-14 1 6,-1-1 5,-1 0 2199,-2 1-2171,9-1-33,-9 1 112,6 0-118,-11-1 0,-1 0-6,-1 0 1,0-2-7,-1 1 7,0 0-1,1 0 1,1 0 16,0-1 0,3 1 0,1 1 6,2 0-11,2 0 5,3 2 6,0-1-1,1 1 3359,-1 1-3342,-1-1-10,-2 2 10,-3-1 6,-2 0-16,-4-1 16,-2 0 121,-3 0-126,-2 0 16,-2 0 6,-1-2 11,0 1 12,-2-1 10,1-1-5,1 1-11,2-2-17,3 1-17,3-1-16,3 0-23,3 0 17,3 1-6,1 1 11,4 0 17,1 1-11,3 1-11,1 0 0,-1 1 33,10 2-38,-13-2-1,4 1 0,-16-2 0,-4-2 12,-2 1 0,-4-1 21,-1-1 7,-1 0 5,-1-1 0,1 0-11,1 1-12,3-1-5,1 0-5,4 0 5,1 0-6,3 0 17,2 1 17,2-1 0,2 2-11,1 0-11,3 2-18,0-1-4,1 1-1,-2 0 17,12 2-28,-12-3-11,6 2 5,-15-2 0,-2 0 1,-3-1-1,-2-1 6,-3 0-5,-1-1 5,-1 2-6,1-2 12,0 1-6,3-1 5,-1 1 6,3-1 6,1 1-6,3-1-5,1 0 0,2 1 5,2-1-11,2 2 5,2 0-10,2 1-3404,2 0 3398,1 0 0,0 0-307,-1 1 307,-2-1-6,-2 0-5,-3-1 5,-2 0-5,-2 0 5,-3 0-5,-1 0-1,-2 0 1,-2-1-1,-1 0 1,1 0 11,-2-1-150,2 1 155,0-1-11,1 1 6,1-1-6,1 0 0,1 0 6,2 0-11,0-1 5,2 1-5,0 0-6,2 0 5,-1 0 1,2 0-6,0 0 0,-1 0 5,1 0 1,0 1-6,0 2 0,0-1 0,-1 1-6,-1 0 12,-2-1 0,-2 1 5,-2-1 3161,-3 0-3161,-1-1 442,0 0-448,0-1 6,-1 1 6,1-1 229,1 1-235,1-1 0,1 0-5,1 0 5,2 0-5,1-1-1,3 1-5,1-1 0,2 1 6,1 0-12,1 1 18,0 0-12,1 2 0,-1 0-6,-1 0 0,-1 0-10,-3-1 4,0 0 18,8 2 5,-8-2-5,6 2-1,-10-3-5,1 1 12,-2-1-7,0 1 18,8 0-7,-6-2-10,7 2 22,1-1-17,-6 0 0,8-1 1,-10 1-1,2 0-11,0 1 11,1 0 0,1-1-5,2 0 11,0 0-12,0-1-3386,1 1 3387,-2-1-278,0 0 272,-2 0 0,-1 1 5,-2 0 1,0 1 0,0-1-6,-1 1 0,-1 0 5,-1-1 1,0 1 5,-1-1 0,-1 0 0,1 0-11,1-1 6,0 1 0,1-1-12,2 0 0,0 1-2172,1 0 2167,1 1 2178,10 1-2173,-8 0 12,7 2 0,-11-2 271,-1 0-271,-1-1 0,0 1-12,0 0 12,0-1 10,5 2 7,-4-2-12,4 1 6,-7-2-6,2-1-2268,2 0 2262,3 0-985,1 0 975,4 0-464,1 0 457,2 0 1,1 0 0,1 0 5,16 0 1349,6 0-1371,-2 1 1606,-4 1-1600,-17-1 1665,-3 2-1649,-2-2 1,-1 1-1,-1-1 1,-1 0-1,2-1 0,-2 0 12,1 0 0,-1 0-1,0 0 1,0 0-1,-1-1 1147,1 0-1152,0 0 0,2 0-2697,1-1 2691,3 0-1625,0 0 1631,1 1 0,9 0 0,-10 1-125,7 0 119,-12 0 1,-1 0-7,0 0 7,2 0-1,0 0 6,0 0 6,-1 0-1,0 0 18,8 1-12,-8 0 0,6 1-5,-11 0 2205,1 0-2205,-3-2 11,0 2 0,-2-2-1,-2 0 3311,3 0-3321,-2 0-6,-1 0-17,-4-1-17,-6 0-72,0-1 180,-2 0-494,-1-1-3713,0-3 4133,-3 1 0,1 0 0,0 1 0</inkml:trace>
  <inkml:trace contextRef="#ctx0" brushRef="#br3" timeOffset="624196">28801 14752 7251,'-9'-1'2795,"2"0"-1988,7 1 4150,0 0-4548,-28-13-56,20 9-57,-20-10-60,26 13 228,1 1-296,12 1-117,-3-1-18,11 1-16,-4-1-11,2-2-29,2 0 1,2-3-6,0 1-6,12-3 23,-8 1 6,8-1-3387,-11 1 3392,-2 1-1432,-3 0 1437,-3 1 12,-3 2 17,-5 0 5,-2 2 34,-3 0 2629,-8 2-2685,-2 2-6,-8 2 2183,-11 4-2104,-10 1-56,-1 1-846,-2-2 846,9-3 5,-2 0-107,-16 1 152,11-3 16,-10 2 208,6-2 40,6-1-191,3 0-28,12-2 812,13-1-874,4-1 163,2 0-118,2 0-84,8 0-11,-2 0 0,8 0 0,-1-1-1,9-1-10,-2-1-6,8-1 0,-5 0 0,3 0-22,17-3 10,-7 0-745,13 0 718,-12 0 0,0 2-19,12-4 41,-4 2 22,-3 0 18,-13 2 16,-17 3 11,-5 1 23,-4 0 650,-11 1-717,-10 3 8,-5 0 3,-7 3 5,5 0 0,-3 1-356,-1 0 340,-2 0 11,0 0-1,-1-1 7,2 1-1,0-1 23,-5 4-17,5-2-22,3-1 5,10-1-11,11-4 0,2-1 0,3 1 390,1-2-373,7 0-6,-1 0 0,8 0 6,6-3-17,-2 1 6,9-4-6,7 0-12,9-2-10,1 0-965,2 1 959,-14 2-6,1 1 1,12-1 27,-13 1-711,7 1 706,-18 1 0,-5 2 11,-6 0 897,-4 0-858,-3 0-28,-12 3 1,-1 1-7,-11 3 1,-1 0 483,-5 1-472,-2 0 22,-20 4-39,10-4-1028,-13 4 1040,14-5 10,2 0-5,0 0 5,3-1 1,3 0-1,3-1 12,-1 0-40,11-2-5,0 1 279,12-2-268,4 0 1083,1-1-1078,4 1 12,1-2-6,4 1 0,3-1 1,1-1-12,12-2 0,-5-1 0,10-3-6,-8 1 0,3 0-5,1 0 6,0 0-7,2 1 7,0-1-12,0 0-5,0 2-6,-1-1 0,-1 1 11,-3 1 11,-2-1 1,-4 2 16,-3 0 6,-3 1 5,-4 0 12,-4 1-29,-8 0 6,-11 3 12,-5 1-1,-10 3 6,-12 2-17,7-1-1001,-15 2 1002,15-3 4,-1-1 7,1 1 10,3-1 1,1 1-334,3-1 333,4-1-10,5 1-7,4-2-16,5 0-5,5-1 969,3 0-953,3-1 388,5-1-377,1 0 1,5-1 5,3-1 11,15-4-22,-4-1-6,12-4-595,-8 2 589,3 0 1,1 0-12,2 0 6,0 0 6,1-1-12,1 2-5,-2 0 0,0 0 0,7-1 16,-12 2 1,3-1 11,-15 4 16,-6 1 1,-3 1 16,-4 0 29,-2 1-46,-12 2-5,-1 1-5,-11 1 10,-2 2 6,-4 1 6,-3 0 257,-3 1-251,-2 0 10,-1-2 7,1 1 16,3-1 22,2-1 28,6-1 12,4-2-17,7 0-33,5-1-35,5 0 12,2 0-39,12-3 338,0-1-350,11-2-5,2-2-6,3-1-22,4-1-12,2 0-77,4-1-103,2 0-909,1 0 295,2 0-1301,0 1 2118,4-1 0,-21 5 0,-1 0 0</inkml:trace>
  <inkml:trace contextRef="#ctx0" brushRef="#br3" timeOffset="629952">24617 12526 17305,'-5'-2'381,"-3"0"-269,-2 0-6,-2 1 1,-5 1-6,-2 0-6,-3 0 17,-1 0 0,-3 1 22,2 0 12,0 2 11,3-1-5,2 1 100,1 0-152,6-2-21,-1 1-6,7-2-1,2 1-4,0-1-7,0 0-16,2 0-11,-1 0-18,1 0-49,1 0 61,0 3-6,3-1 1,1 2-1,2-2-5,2 1 28,5-1-29,0 0-4,6 0-1,-3-2 0,4 0-11,2 0 6,2-1-1,2 0-5,2-1 11,2-2 1,-1 1-1,-1-1 0,-1-1-17,-4 1 6,-1 0 0,-3 0 40,2 0-18,-11 2 0,1 0-16,-11 2 0,-8 0-6,-1 2 0,-7 0-12,1 2 1,-2 1 0,-2 0 5,-3 1 12,-1 0-6,-3 0 0,0 0 6,-2-1 10,1 0-338,2-1 344,0 0 34,-4-1-39,8-2 5,-3 0 1,11-1-1,1 0 6,3 0-6,2-1-5,1 1 0,2-1-6,1 1 0,1-1 1,1 1 316,1-1-317,5 0-5,0 0-1,8-2 1,1 1 0,3-1-1,14-4 1,-5 1-6,12-4 0,-8 3-6,2 0 6,2 0 11,-1 0 1,-1 1-1,-2 1 6,-4 1-17,-4 0-6,-4 2 12,-6 0 5,-3 2-11,-4-1 22,-2 1-16,-8 1 5,0 0-22,-8 2 0,-1 1-6,-2 0 6,-3 1 11,-2 0 5,-2 0 1,-2 0-6,-1 0 0,-1 1 5,-1-1 1,0 0 5,-1-1 0,1 0 6,1 0-6,2-1 6,1 0 0,3-1-12,3 0 7,3 0-1,4 0-11,2-1 0,3 0-11,3-1 5,2 0 17,1 0 0,8 0-5,6 0-6,3-1 11,4 0-11,-3-1 0,2-1 0,3 0-5,0 1 5,3-2-6,1 2 6,2 0-17,13-1 12,-10 2-566,10-1 582,-16 1-5,-1 0-1,-5 1-5,-2-1-11,-5 1 6,-2 0 10,-5 0 1,-2 0 11,-2 0-29,-5 2 572,-1-1-571,-5 3 11,-1-2 5,-4 2-10,-1-2 5,-3 2-6,-2 0 0,-2 0 18,-4 1-7,-1 0 6,-2 1 1,-2 0-374,-1 0 374,0 0-7,0-1 6,4 0 1,0 0-1,6-2 0,4 0 0,3-2-11,6 0 0,4-1 6,3 1 5,2-1-5,9-1-6,0-1 0,10-2 0,-2-1 0,2 0 0,4-1 0,0 0 0,18-3 5,-10 2-5,14-2-560,-12 3 566,2 0-6,-1 0 11,1 1-11,-2 0-40,0 1 45,-2 0-16,-3 0 0,-2 1 5,-2 0 1,-4 0 10,-4 1 1,-3 1 5,-6 0 923,-3 0-928,-4 0 32,-4 1-38,-4 0 0,-4 1 0,-4 1-16,-4 2 10,-3 1-5,-3 0 0,-3 1 16,-3 0 1,-1 1-1,-2-1 1,2 1 5,1-1 6,4 0-6,2 0-5,5-1-6,4-1 0,4 0-11,4-2-1,4 0 7,2-1-1,3 0 34,0 0-17,8-1 6,1 0-11,8-2 5,2-2 11,3-2-5,3-1 17,18-5-6,6 0 0,1 0-409,-3 1 386,-15 4-10,-1 2-51,0 0-84,-2 2-196,-1 1-863,-2 2-3892,-2 0 5091,0 2 0,-11-1 0,-2 1 0</inkml:trace>
  <inkml:trace contextRef="#ctx0" brushRef="#br3" timeOffset="631921">30683 14368 6815,'-9'1'3332,"1"-1"-2313,8 0 4364,0 0-4672,-34 7-436,21-4-46,-28 6-44,30-6-28,0 0-6,0 0-16,-1 0-12,3 0-17,1-1-44,2 0-12,3-2 6,1 2 23,1-2 22,2 2 17,2 0-12,2 0-11,4 1-44,1 0-12,4 0-17,0 0-16,2 0 22,1 0-11,0-1 5,11 1-16,-6-2-6,6 2-6,-8-3-5,-2 0 0,1 0-6,-2 0-28,7 0 17,-8 0 6,5 0-1,-9 0 7,-1-1-12,0 1 33,-5 0 18,-1 0 38,-5 1-38,-6 1-7,-1 1-4,-9 2-1,0-1 6,-4 2-6,-3-2 11,-3 2 1,-3 0-271,-3 0 304,0 0 17,-1 0-528,1 1 534,0-2-6,2 1-6,1-1 0,4 0-11,2 0-11,6-2-17,4 0-23,4-1-16,3 0 261,4-2-228,0 0 548,9 1-581,26-5 0,8-1-12,-3 1 20,6-2 1,1 0-4,1 0 6,-11 2-885,10 0 879,-16 2 1,-4 0-1,-4 2 0,-4 0 12,-5 0 0,-4 0 16,-4 0 23,-3 0-40,-11 3 7,-1-1-1,-11 3-6,0-1 1,-4 0 5,-5 2 880,-2 0-840,-21 2 21,-6 3-1154,1-1 1110,5 0 17,20-3-6,4-1 6,4-1-6,5-1-16,5-1-12,6-2-11,5 1 0,3-1 5,2 0 1117,3 0-1111,3-1 6,5 1-1,2-1 1,4 0-6,4-1 1,1-1 4,3 0-16,2-2-11,2 0 0,1-2 0,0 0 0,0 1 16,0-1-322,-1 1 317,-1-1 12,-4 2 4,-1-2 12,-5 2 23,-3 0 44,-4 1 23,-3 1-1,-4 0-10,-3 1 327,-1-1-406,-4 2-6,0-1-5,-5 1-6,-1 0 1,-1 0-12,0 1 0,-3 1-12,2 1-21,-1 0-29,2 1-61,1 0-62,3-1-67,2 0-89,3-1-135,4 0-347,2-2-853,6 1-1919,3-1 3595,7-2 0,-9 1 0,1-1 0</inkml:trace>
  <inkml:trace contextRef="#ctx0" brushRef="#br3" timeOffset="632744">32445 13878 20783,'-24'0'493,"2"1"-381,9 7-17,-2 1-27,-2 2-7,-3 1-5665,-2 2 5654,-2 1 1408,-19 10-1419,7-3-16,-14 6-220,11-6 214,0 1-6,0 0-11,1-1 0,1-1-34,2-1-16,2-2-45,3-1-62,3-2-78,4-2-129,4-2-224,4-2 2381,4-2-3401,4-2-766,1-2-1530,4-2 3904,1 0 0,1-1 0</inkml:trace>
  <inkml:trace contextRef="#ctx0" brushRef="#br3" timeOffset="633047">31809 13954 21145,'29'-37'201,"-1"-1"1,-2 2 0,-5 13-56,-14 23 464,3 3-509,-2 1 122,5 4-133,-3 2-6,2 2 0,1 4-6,2 0 132,14 14-137,-4-6-11,12 10-1,-5-6-1300,1 1 1283,2 4-4,0 0-2923,0 3 2889,1 0-1,-2 0-193,1-1 204,-4-1 1,-1-2-6,-4-3 1,-4-2-1,-4-2 592,-4-2-625,-4-3 3060,-4-2-3195,-2-3-213,-2-2-158,-2-3-1404,0-2-3871,0-3-3265,0-1 9068,1-3 0,-1-1 0,0 0 0</inkml:trace>
  <inkml:trace contextRef="#ctx0" brushRef="#br3" timeOffset="661197">24401 13791 9660,'-45'7'597,"0"0"0,-1 1 1,6-2-206,17-1-23,-5 1 338,2 0-399,11-3-45,-3 1-78,11-3-85,3 1-75,2-2 378,1 0-49,11-1-214,-3-1-25,10-1-20,-4-1-22,3 2-6,1-2 0,1 2 112,12-3-72,-5 2 10,10-3 158,11-1-1237,-6 0 1091,16-2-14,-20 3 0,-1 0-405,23-4 376,-5 1 1,2 0-472,-20 3 0,-1 1 402,12-2 0,0-1-658,-12 4 0,-1 0 643,2 0 1,-1 0-6,-1 0 1,1 0-1,-1 1 0,0-1-8,29-3-1674,-1 1 1673,-4-1 7,-3 2-22,-3-1 27,-18 2 0,-1 0 0,17-3 0,11-2 5,-19 3-5,0-2 17,20-5-11,-13 2-1,-16 3 1,0-1-1192,16-4 1186,-1-1-3,-14 5 0,0 0-477,15-3 491,10-3 1177,-13 5-1165,-15 3 188,5 1-172,-19 3 2091,-2 3-2018,-6-1 2557,-2 1-2187,-4 0 702,-9 4-1022,-1 0-3307,-11 5 3291,0-1-2275,-5 0 2258,-5 2-204,-3-2 165,-3 1-12,-3-2-15,-1 1-1466,-2-2 1442,-1-1-11,-1-1 827,-20 1-855,13-2-3,17-1 1,0 0-4,-15 1 1259,-3 0-1248,-2 1-5,-1 1 12,-2 0-1,-1 0 0,1 0 0,-1 0 6,2 1 0,0 0-584,1 0 578,4 1 0,0 0 6,4-1 0,0 0-1,3 1 540,0-2-517,-17 4-22,15-3-40,7-1 1,1 0 39,-6 1-6,-12 1 440,19-3-434,0 0 2640,2 0-2623,-10-1 16,2-1-22,2 0 6,9-2 5,15 0 306,4 0-334,4 0-27,3 0 1113,2 0-1086,2 0 838,10 0-826,-3 0-1,9 0-5,-4 0 0,2 0 0,2 2-1,2-2 1,2 0-6,2 0 1,4 0-1,2 0-6,5 0 7,4-3-12,7-1-562,4-2 553,-7 1 1,1-1 2,-8 2 1,1 0-1605,12-2 1,1 1 1603,-10 0 1,-1 2-4,1-1 1,1 0-647,2-1 1,0 1 645,0 0 1,0-1-375,1 1 0,0-1 366,-1 0 0,0 0-647,-1 0 0,0-1 644,-1 1 1,0-1-1,-2 0 1,-1 0 499,-1 0 0,0 0-491,-2 0 0,0 0-6,27-7 12,-4 2-7,-6 0 567,-4 0-566,-5 1 16,-6 1-5,-4 2 790,-6 0-812,4 1 22,-14 3 11,1 0 2748,-13 5-2731,-6 2 1123,-2 3-1134,-5 1 924,-4 1-924,-16 7-12,4-5-646,-14 5 652,7-4 0,-3 0 6,-4 1 0,-2-1-6,-3-1-1140,-2 1 1146,-3-2 16,0 1 6,0-1 6,0 0-225,15-3 1,1-1 219,-19 4-548,21-5 1,0 0 546,-11 2 0,3-2-196,0 1 190,1-2 571,1 1-582,-2 0 12,-19 3-23,12-1-6,16-2 1,1 0 5,-16 4-99,1-1 105,0 2-34,2-1 29,1 0-1,4-1 0,1 0 0,5-1-5,3-1 718,5-1-712,4-1 372,5-1-378,4-1-12,5-2 568,3 1-579,2-1 1396,1 0-1357,5 0 6,2 1-6,6-1 18,12 0-24,-1-2 1,11-2-6,-4-2-5,22-5-12,-8 2-588,-13 2 0,1 0 588,18-3 1,4-2-1,5 0-8,-12 3 0,1-1 0,-10 3 0,1-1-3,12-2 0,0 1-1018,-13 2 1,-1 0 1006,-1 0 0,1 1 3,0-1 0,-1 1-9,-1 0 1,1 0-49,12-2 1,-1 1-1130,-11 1 1,-1 1 1171,9-2 0,-2 0-45,12-1-190,-4 1 185,-5 1 16,-5 2 23,-4 1 44,1 1 23,-15 2 616,-1-1-588,-16 1 1496,-3 2-1502,-5 0 3262,-2 2-3268,-6 1 372,-2-1-394,-3 2 6,-4-1-12,-3 0-5,-3 0 6,-5 1-469,-4 0 463,-3-1-1089,-5 2 1078,-5-1-6,-5 2 6,-4 0-6,-4 1 14,29-4 1,0-1 2,-1 1 0,-2 0 14,-16 2 0,-1 0 0,12-2 0,-1 1-1276,-12 1 0,1 0 1284,15-2 1,1 0 5,1 0 0,-1 1-268,2-1 0,1 1 268,0-1 0,1 1 39,-28 6-11,3-1 6,6 0 0,3-1-12,5-1 6,6-2-6,5-1-10,5 0 246,5-2-269,6 1-17,3-2 724,6 0-718,3 0 2746,3 0-2741,6 0 921,9 1-915,4-2 0,10 1 5,-1-4-361,8-3 351,5-3-886,9-4 868,7-5 6,-25 8 0,2-2 0,2 0 0,1-1-3,2 0 0,1 0 0,2-1 1,0 0-1,1 1 0,1-1-1103,0 1 1,-1-1 1099,1 2 1,-1-1-1,0 1 1,-2 0 2,0 0 0,-1 0 0,-2 1 1,-1-1-689,-2 1 1,0 0 690,-3 0 0,-1 1-39,26-7 34,-7 1 5,-7 2-6,-6 1-11,-8 2-16,-5 2-46,-6 2 452,-4 1-609,-4 1 1780,-1 1-2267,-3 0 843,-1 2-5324,0 0 4460,2 0 0,-4 0 0,1 0 0</inkml:trace>
  <inkml:trace contextRef="#ctx0" brushRef="#br3" timeOffset="681688">22125 15805 7447,'-1'3'4050,"-1"0"2699,2-3-6178,2-17-329,-1 11-29,0-15-17,-1 16-17,0-3-17,0 2-16,-1-2-6,-1-1-11,-1 0-1,0-2 12,-1 0 6,0 0 22,0 1 0,-1 0-6,0 2-16,-1 2-29,-1 0-27,-1 4-6,-1 0 0,-2 1-17,-3 2 0,-2 3-33,-3 2-6,-2 4 0,-4 3-6,0 3 1,-2 1-1,1 2-11,0 1 6,2 2 0,1 1-11,4 1-315,2 0 314,4 0-5,2 0-70,5 1 64,0-1-11,4 0 1,1 0-7,4-1 1,4 9 22,7 0 0,10 4-6,-4-12 324,3-6-312,-7-10 5,1-4 78,1-1-77,0-2 16,8-10-6,-6 0 0,6-9-10,-7-2-1,-3-2 0,2-5 0,-4-2-551,1-2 568,-3-2 5,0 1 29,-3 0 11,0 2 11,-3 3-3198,0 2 3198,-3 2-1954,-1 2 1965,-1 4 1,-1 1-1,0 4 249,-2 2-266,0 2 2362,-1 2-2384,-1 2 3083,0 1-3100,-1 2-28,0 2 0,0 2 0,1 4 6,-2 4 0,0 3-11,0 3 5,-1 3 22,0 3 1,1 2-6,0 3 0,-1 16-45,2-11-3386,-1 11 3381,5-15 10,1-2-173,1-2 174,3-3-17,4-1 11,2-4 12,4-1 5,2-4 3300,2-1-3311,14-1 11,-5-5-233,9-1 233,-8-4-6,-1-3 12,1-3-6,-2-3 11,-1-4-6,-2-2 1,-2-2 5,-1-2 25,6-9-25,-8 6-5,4-6 16,-9 3-10,-6 7-1,-2-5 11,-3 10-5,-4 0-6,-2 1 491,-2 1-474,-6-3-11,2 5 0,-4-3 5,6 5-5,0 0 5,2-1-5,2 0-11,2-1-1,0-1 1,4-1 0,2-1-1,3 0 1,4 0-6,2-1 11,2 2-11,0 0 0,1 1 6,2 0-6,-1 2 0,2 1 0,-3 1 11,8 0-11,-7 3 5,5 0 1,-8 3-6,0 1 11,0 3-11,0 2 0,0 2 6,1 1-1,-1 2-5,0 1 0,-2 0 0,1 2 0,-2 1 6,0 0 0,-2 2-6,0 1 0,-2 1 11,-1 0-6,-1 0 1,-1 0 0,0 0-1,0 0 1,0-2-6,1 0 5,2-3-5,1 0-11,2-3 6,3-1-7,2-3 1,3-1 17,3-2-1,2-2 7,2-2 10,2-2 0,13-6-16,-10-1 5,9-5 0,-15 1 23,4-9-23,-9 4 6,3-6 5,-12 6 1,-2 1 5,-3-1 5,-3 1 1,-1 0-6,-4 1-6,-2 1 6,-3 1 12,-6-6-24,3 6 12,-7-9-16,10 10-1,-1-3 0,7 6 0,0-1 0,2 1-5,3 1 5,1 0-11,3 2 6,2-1-1,0 2 1,2 0-6,0 1 0,-1 0 0,1 1 6,0 0-6,0 1 5,1 0 1,2 0-6,0 1 5,1 0 1,0 1 5,1 1-11,-1-1 0,1 2 0,0 1 6,0 2-6,-1 1 0,0 3 0,0 1 5,-2 1-5,-2 2 6,0 2-6,-2 1 0,-2 1 0,-1 2 6,-3 2-1,-1 0 1,-1 2-6,-1 0-6,-1 1-16,-1 0-6,-2 0-34,1 0-33,0 0-11,1 0-214,1 1-408,1 0-790,3-2-1210,2-1-772,5-4-421,2-4 3921,5-2 0,-8-6 0,1-1 0</inkml:trace>
  <inkml:trace contextRef="#ctx0" brushRef="#br3" timeOffset="682168">24139 15461 20092,'-42'1'554,"6"-1"-425,27 0-17,-2 0 929,-2 0-974,-2 0 332,-3 0-349,-2 1 1,-3 0-6,-2 2-1,-2 1 7,-1 1 5,0 2 5,1 1-5,2 0 12,3 0 170,4 0-194,4 0 539,4-2-572,2 0-5,4-2 5,1 0 0,2-1-16,0 0 10,2 1 1,0 0 5,1 1 23,2 1-1,0 2 1,2 0 5,1 1 0,0 2 0,1 2 6,-2 2 0,0 2 5,-2 4 1,0 1-1,-3 4 6,0 3 0,-1 1-11,-3 4 0,-2 2-6,-3 2-11,-2 2-840,0-1 834,0 0-16,0-2 0,2-4-6,2-2 0,3-3 0,1-3 0,3-3-6,2-2-5,4-3 0,3-4-12,4-2-27,3-5-45,3-2-79,6-3-162,4-4-364,5-3-723,3-5 1423,-3-3 0,-1 0 0,-4 2 0,17-9 0</inkml:trace>
  <inkml:trace contextRef="#ctx0" brushRef="#br3" timeOffset="683914">24657 15734 7654,'2'-6'3697,"-1"2"2280,-1 4-6363,22-58 660,-16 42-46,7-16 0,-4 4-27,-9 24-38,0 1 69,-1 1-142,-3 1-34,0 0-28,-2 1 393,-6 4-393,0 1 5,-4 4-5,3 2-5,-1 0-6,0 2-1,1 1-10,1 0 11,2 1-6,-1 1-5,3 1-6,0 1 0,1 1 0,2 2-34,2 22 17,2-13-712,4 16 690,1-20 0,4-1-301,1-2 283,1-1-16,7 4 57,-1-9 10,3 4 12,-2-13 5,-3-1 11,3-4 697,-2-1-697,-1-3 323,0-3-328,-2-3 6,0-4 10,0-2-5,-1-1 12,0-2-18,-1-3-5,-1-1 5,-1-4 12,0 0 11,-1 0 11,1-1 22,-2 2 23,-2 2 22,0 1 23,-3 4 16,0-1 17,-4 4 0,-1 0 12,-3 2-29,-3 1-5,-2 0-34,-2 2-22,-3 0-23,-2 3-11,-2 0-11,-2 3-11,-1 0-17,0 2-11,-9 1-23,10 2-5,-4 1-50,7 5-7,8-1-32,-1 4-63,10-1-89,1 2-151,3 0-325,3 2-656,5 0-1282,3 0-2548,5 0 5214,3 1 0,-8-7 0,-1-1 0</inkml:trace>
  <inkml:trace contextRef="#ctx0" brushRef="#br3" timeOffset="684194">25367 15548 14152,'0'-3'3254,"0"0"1400,0 3-4552,0 18-29,0-5-23,0 18-11,0-9-22,0 3-6,0 1-11,0 1-17,0 2-673,0 1 612,0 1-68,0 2-118,-1-1-195,0 1-246,-1-2-669,1-1-27,0-3-526,1-3-862,0-3-1602,1-3 1030,0-4 2595,1-4 0,-1-5 0,0-3 0</inkml:trace>
  <inkml:trace contextRef="#ctx0" brushRef="#br3" timeOffset="684413">25175 15907 9346,'-5'-1'4431,"0"1"1248,5 0-5505,-5-26-51,15 18-28,1-21-27,17 25-24,2 0-21,3 0-12,1 2-17,1 0-22,1 0-28,-1 0-39,-1 1-303,-1 0 130,0 1-225,-2-1-370,-1 0-728,-1 0-1226,-2-1-3008,-3-1 5825,-4 1 0,-9 0 0,-5 2 0</inkml:trace>
  <inkml:trace contextRef="#ctx0" brushRef="#br3" timeOffset="684668">25967 15554 14521,'0'-4'4268,"0"1"454,0 3-4626,-8-16-18,4 21-16,-6-7-18,5 25-16,0 4-11,0 1-6,0 3-5,-1 0-28,2 2-23,-1 0-67,2 1-532,1 12-568,0-12-223,4 7-1242,2-15 2677,4 0 0,-3-12 0,0-2 0</inkml:trace>
  <inkml:trace contextRef="#ctx0" brushRef="#br3" timeOffset="685214">26358 15513 16364,'-6'-9'2425,"1"2"-1786,5 7 2134,0 0-2683,-4-24-18,5 18 1,-4-18-6,7 23-5,-1 1 5,1 0 12,-1 0 21,0 0 18,0 0 22,0 1 11,1 0-5,-1-1-6,2 1-23,1-1-27,2 0-12,1 0-16,3 0-12,1-1-5,3-1-6,0-1-11,2-1 0,0 1-3392,0 0 3381,0 1-500,-1 1 500,-2 0-2108,-1 1 2107,-2 1-25,-2 1 26,-1 2 5,-2 3 12,-2 1 5,-2 2 11,-1 2-5,-2 4-6,0 1 0,0 3-11,-1 0 2113,-2 11-2130,0-7 23,-1 20-29,3-18 1,0 10 496,3-10-502,2 1 0,4 1 0,1 0 3377,4 1-3377,3-2 57,2 0-68,3-1-11,0-2-223,-1-1 222,-4-2 7,-3-1-1,-4 0 6,-5-1 5,-5 0-5,-6-2-6,-5 1-3316,-8-2 3305,-4-1-243,-6-1-64,-17 3-113,7-6-454,-12-1-1109,15-7-6967,4-3 8978,5-1 0,14 0 0,6-1 0</inkml:trace>
  <inkml:trace contextRef="#ctx0" brushRef="#br3" timeOffset="685660">27143 15696 17776,'-8'-2'1888,"1"1"-925,7 1 0,0 0-1042,39-25-66,-16 17-194,11-6 0,3 1-310,-2 12-365,13 0-3025,1 4-206,-11 0-4149,5 4 8394,-21-1 0,-10-3 0,-6-1 0</inkml:trace>
  <inkml:trace contextRef="#ctx0" brushRef="#br3" timeOffset="685836">27248 15984 14813,'-3'1'4089,"1"-1"-196,2 0-3865,61-24-17,-32 13-23,10-4 1,1 0-67,-8 7-829,2-2 531,2 2-259,0 0-6159,15-1 6794,-11 2 0,-6 0 0,-17 4 0</inkml:trace>
  <inkml:trace contextRef="#ctx0" brushRef="#br3" timeOffset="686362">28239 15525 20907,'-36'-45'235,"8"14"505,22 61-684,3-5 195,0 11-229,2-7-11,1 2-120,1 0 98,2 2-163,0 1 102,3 0-485,1 15-373,0 3 79,-1-2-493,-2-6-4005,-3-18 885,1-3 4276,0-1 1,-1-10 0,0-2-1</inkml:trace>
  <inkml:trace contextRef="#ctx0" brushRef="#br3" timeOffset="687422">28489 15575 15564,'-4'-3'2839,"1"1"-649,3 2-1949,-65-9-62,41 12-888,-15-6 0,3 3 821,19 11 479,2 1-379,-6 8-83,5-4 6,-4 6 128,2 0-151,5-7 244,-1 6-194,4-3-38,3 1-74,0-1 797,4-1-813,3-7 5,0-1 0,1 1 0,3-1 1,3 0-1,2-1 22,10 2-27,-3-3-12,8 1-5,-4-4-6,2-1-3397,2-2 3386,2-1-762,14-1 745,-7-1-17,11-4-106,2-5 39,-11 1-427,9-3 388,-17 1-12,-1 0 2472,5-9-2421,-10 6 39,3-6 1065,-13 7-1014,-3 1 17,-4 2 10,-1 0 663,-2 2-640,-4 0 340,-3 0-294,0 3 5,-3-1-1,2 4 1,1 2-17,0-1-12,1 2-5,-1 0-5,1 2-6,0 0 5,0 2-16,1 0 5,1 2-17,0 1-5,2 0 0,1 2-6,0 0-5,4 1 5,0 1-11,4-1 5,0 0-10,2 1 10,2-2-5,0-1 0,2-1 6,0-2-6,1-1-6,1-2 6,1-2-11,9-5 0,-7 0-6,6-6 6,-10-1 11,0-2 6,-3-2 5,-1-2 6,-2 0 5,-2-3 17,-4 2 12,0-1 5,-4 4 5,-2 1 1,-4 2 5,-4 2 11,-2 1 6,-4 3 28,-1 2-5,-2 1-1,0 3-5,0 1-28,3 0-12,2 2-27,3 1-17,2 3-6,2 2 0,2 1 0,1 2 12,0 7-12,2-2-5,1 7-1,1-5 1,2 2-6,2 0 0,4 0 0,2 1 5,5-1-5,1 0-5,3-1-1,2 0-16,2-2-463,1 0 462,0-3-5,11 1 17,-9-6-6,8-2-382,-10-5 382,-1-5 6,1-2-1,-1-6 1,1-3 0,0-4 11,-1-3-313,0-3 313,-1-3 6,0-3 5,-2-1 6,0 1 5,-2 1-5,-3 3 17,-1 3 5,-4 2 11,-1 4 23,-4 2 454,-1-1-437,-2 5-17,0 1-12,-3 6 766,1 2-810,-1 1 6,0 2-12,0 2 0,1 2 0,-1 4-11,1 3 11,0 2 1,2 9-7,3-4-5,1 8 0,3-7 0,2 0-5,1-2-1,3 1 0,0-2 6,3-2-11,2-1 17,1-3-6,0-2 0,1-3 0,-2-3 0,0-4 5,-1-4 1,-1-3-6,1-5 11,-3-4 0,1-1 1,-1-3 16,-1-1-6,-1-1 73,3-9-22,-5 9 22,1-5 34,-6 12 28,-2 2 28,-2 2 11,-1 3-22,-1 2-29,0 2-38,0 3-34,-2 0-34,-2 2 22,-5 8-38,1 1 16,-10 18-28,7-4 0,-4 10 1,5-4-7,0 2-10,-3 21-513,3-8 485,-2 14-984,5-14 804,-1 0-162,3 0-1581,0-1 1044,1-1-556,1-3-1377,1-2 2845,0 0 0,1-19 0,-1 0 0</inkml:trace>
  <inkml:trace contextRef="#ctx0" brushRef="#br3" timeOffset="692656">30281 15709 19283,'-26'-42'140,"9"7"-118,33 30-11,3 0-11,4 1-11,3 0-17,3 1-22,2 2-29,2 0-44,1 0-174,12 1 123,-10 1-278,6 1 284,-17 2 43,-4 1-82,-5 1 17,-4 0-12,-7 1 29,-5 1 5,-7 2 5,-5 0 57,-10 1 44,-3 0 45,-6 2-631,-3-1 659,-3 2 22,-4-1 23,0 1 23,0 0 27,1 0 12,4 0 16,1-2-22,6 1-17,3-2-33,5 1-28,5-2-18,4-1 7,5-1 16,4-1 17,2-2 11,6 0 884,2-2-895,6-2-22,4 0-12,3-2-5,5-1-17,3-4 6,4-2-12,2-2 0,2-3 1,18-8-18,1-5-343,-2-1 388,-10-1 34,-21 8 17,-5-2 28,-5 0 39,-6 0 22,-3 1 35,-7 1 33,-3 3 39,-6 2 55,-5 2 57,-2 2 39,-2 1 0,0 1-39,0 1-56,4-1-79,4 4-33,4-1-50,5 3 332,3 0-400,1 1-16,5 0-1,0 1-5,6-1 0,1 2-6,2 0-11,1 3-34,2 2-10,1 6-12,0 2-6,1 3 12,0 2 5,0 3-6,0 1-5,-1 3-565,0 2 531,-3 2-16,-3 2-51,-3 1-72,-4 2-147,-2 0-324,-7 1-510,-3-1-829,-6 0-1865,-4-1-4603,0-5 7649,2-4 0,7-13 1,4-4-1</inkml:trace>
  <inkml:trace contextRef="#ctx0" brushRef="#br3" timeOffset="695056">31344 15369 10158,'1'-3'2678,"0"0"2838,-1 3-5185,25-55-34,-19 41-61,19-41-68,-25 54 28,0 1-124,0 3 24,-1 4 16,-2 4 0,-2 5-12,-3 6-10,-3 2-12,-1 6 29,-11 20-62,6-8-443,-7 13 426,9-16-11,4-3-1,1-3-4,5-4-1,1-3-6,3-3 7,1-3 10,3-3 79,5 3-12,1-8 29,5 0 5,-2-9-11,2-1-5,3-2-12,2-3-6,1-3-16,3-5-11,1-3-6,2-3-2967,2-1 2973,0-2-634,-1 0 662,-1 1 33,-2 2 40,-2 1-72,-4 4 111,-3 1-12,-4 4-44,-4 2 2981,-2 2-3066,-2 1 980,-2 1-1001,-1 7 168,0 1-174,0 7 11,-1 1-6,-1 2-5,0 5-6,-2 0 5,0 5-10,-2 1-7,-1 4 1,0 1-11,-2 1-29,0 1-10,0 1-6,0-1-40,0-1-44,0-1-129,0 0-336,1-2-785,0-1-1859,1-4 2384,1 1 0,4-18 0,0-2 0</inkml:trace>
  <inkml:trace contextRef="#ctx0" brushRef="#br3" timeOffset="706295">22538 17256 6904,'3'-6'3019,"0"1"2801,-3 5-5501,-1-30 0,0 21 6,-2-23 0,0 28-17,0 1-17,0-2-28,-1 1-28,0-2-11,0 0-16,0-1-24,0 1-9,-1-1-13,0 1-22,-1 0 112,-2-1-140,1 2-22,-3 0 67,-3 3-90,2 0 62,-12 2-79,8 2-5,-6 2 22,-2 5-33,5 0-12,-4 3 0,9-1 6,0 0-5,2 3 5,1 2 5,1 1-5,0 4 6,2 2-12,-1 2-5,3 4-6,0 0-5,2 2 0,0-1-6,3-1 0,-1-2-6,1-1 0,1-2-5,2-1 11,2-2 0,1-2-11,2-2 11,1-2 11,0-4 0,3-2 23,0-3 5,3-3-5,-1-2 5,4-4-17,0-4 6,2-5 28,12-14-17,-7 3-5,7-11 5,-11 7 0,-1-2 1,-2-1 4,-1-1 7,-2 1 5,-3 1 11,-1 2-201,-2 2 218,-3 3 11,-1 2-5,-3 3 5,-1 3-5,-1 2-12,-1 3-5,-1 1-6,-2 2-5,0 0-6,0 2 28,0 1-56,-1 1 190,1 3-206,0 3-1,0 4 6,0 2-1,-1 3-4,0 3-7,-1 3 1,2 2-6,0 1 5,2 2-5,0 10-5,1-9 5,3 7 0,1-14 0,4-1 0,2-2-6,1-2 12,3-1-12,1-1 6,4-2 6,0-2-6,3-1 5,0-2 1,2-2 0,-1-2-23,2-1 0,-2-3 6,0-3 0,-2-3 33,7-10 0,-2-3-3397,0-1 3392,-6 3 28,-9 2-6,-4 5-5,-2-3-1,-5 6-5,-2 0 0,-3 1-5,-1 0 3391,-2 0-3392,1 1 1,-1-1-1,1 1 1,1-1-7,1 0 18,2-6-28,2 4 5,1-4-6,4 6 1,1 0 5,4 2 0,0-1 1,3 0-1,0 2-6,2 0 7,0 1-1,1 1 0,-1-1 0,0 2 0,0-1-5,1 1 0,-1 1 10,7-1 7,2 1-1,8 2-16,-5 1-1,-2 3 7,-8 1-7,1 2 6,6 6-5,-6-1 0,5 3-1,-9-2 1,-1 0 5,-1 1 0,-3 0 6,1 7-11,-3-5 5,0 6-6,-3-7 1,1 0 5,0 5-5,3 0 5,2 4-11,0-7 0,3-3 6,2-4-6,-1-3 5,3 1 1,-2-4-6,0-1 5,0-1 1,0-1 5,0-1 12,-1-1-7,0-3 7,0-2 10,5-10-16,-4 3-6,3-8 12,-5 5-12,0-2-3381,-1 0 3382,1 0 4,-2 0-83,1 0 89,-1 1 6,-1 1-5,0 1 16,-2 1 0,-1 1 6,-2 1 0,-1 1-6,-1 1-5,-1 0-6,-1 0 3353,-3 1-3359,-2 0 174,-6-3-140,-5 0-22,1-1 10,-1 3 7,7 4 22,2 2 72,-1-3-83,4 4-12,0-2 6,4 4-45,1 0-5,0 1 5,4-1-5,0 0-1,4 0 1,0-1 5,1 1-5,1-2 5,2 1 6,7-3 11,2 0-11,7-2-12,-7 3 1,0 0-6,-9 3 0,1 0 0,-1 2 0,0-1 11,0 1-11,-1 0 0,1 0-6,-2 2 1,1 1 5,-1 1 0,-1 3 0,0 1-6,-2 1 6,3 10 6,-3-4-6,3 8-6,-3-6 1,2 10 5,-2-6-6,2 7 0,-3-9-5,0 0-62,1 7 1,-1-5-74,0 5-112,-2-8-229,-1-1-470,-1 0-909,-1-1 1866,-1 4 0,0-10 0,0 2 0</inkml:trace>
  <inkml:trace contextRef="#ctx0" brushRef="#br3" timeOffset="706803">24586 16899 14555,'2'-6'2532,"0"1"1920,-2 5-4284,-5-15-22,3 11-23,-5-12-16,1 13-17,-3 1-17,-2-1-12,-5 2 7,-3 0 4,-4 1 12,-4 0 0,-3 0 107,-17 1 55,-2 0-712,2 0 583,9 0-16,19-1-28,6-1-28,4 1-17,6-1-17,1 0 28,2 1-11,4 0 579,1 5-591,4 4 18,-3 3 5,-1 3 6,-2-1 0,-1 3-12,-1 2 7,-1 1-7,0 1 12,-1 1 0,0 1-6,-2-1-5,2 0-12,0 0-5,1-1-6,0 1 0,0 0 0,2 0 1,1 0-7,2-2 1,1 0-1,2 0-5,-1-1-5,1-1-6,0-2-12,0-1-16,1-3-34,1-1-39,2-2-73,2-2-117,3-3-247,2-1-353,1-3-543,3-1-1076,3-2-2474,0-3-2287,-1-2 7282,-3 1 0,-11 3 0,-5 1 0</inkml:trace>
  <inkml:trace contextRef="#ctx0" brushRef="#br3" timeOffset="707268">25117 16923 15625,'0'-8'3019,"0"2"-2106,0 6 2593,0 0-3321,3-59-78,-3 44-35,2-45-21,-5 63-1,-1 2 6,-1 4-5,-1 4-12,0 2-6,-2 5-16,0 2 0,0 2-17,0 3 6,0 2-6,1 1-6,0 2-16,2-1-40,0 0-44,0-1-102,2-1-184,1-1-369,1-1-562,1-3-900,1 0-2230,1-3-3999,3-2 8452,-1-5 0,-2-6 0,0-5 0</inkml:trace>
  <inkml:trace contextRef="#ctx0" brushRef="#br3" timeOffset="707777">25512 16909 12444,'-6'0'2710,"2"-1"3810,4 1-6347,-20-36-5,21 24-27,-13-29-23,28 33-12,1 0-16,0 1-1,1 0-5,-1 0-5,1 1-1,-1 0 6,-1 1-5,-1 0 10,-1 1-5,0 1 0,-1 1-11,0 1 0,0 1-12,-2 0-10,1 0-6,-2 2 22,3 3-34,-5 2 1,2 2-6,-5-1 6,-1 2-23,-1 1 0,0 3 6,-1 2-6,-1 2 11,1 2 1,-2 1-1,1 1-5,0 0 11,1 10-17,0-7 0,0 8 1,1-10-1,-1-1 0,0 0-5,0 0 5,0 1-11,-1 0 5,-1 12-5,0-8 6,0 18-6,0-19 0,0 6 0,-5-13 11,-2-2-11,-5 0 0,-4-2-11,-3 1-11,-2-1-29,-1 0-296,-11 6-1916,-2-2-2162,-2-1 3577,0-5 0,22-9 0,2-2 0</inkml:trace>
  <inkml:trace contextRef="#ctx0" brushRef="#br3" timeOffset="708211">26139 16968 15838,'-3'-1'1366,"0"1"51,3 0-1478,66-51-505,-37 36 487,12-13 1,0 3-1,-12 23-229,2 0-140,0 1-1412,10 3-475,-11 2-2087,5 2 1544,-18 2 2218,-3-1 0,-8-3 1,-2-2-1</inkml:trace>
  <inkml:trace contextRef="#ctx0" brushRef="#br3" timeOffset="708434">26394 17211 13233,'-4'1'3540,"1"-1"1484,3 0-4934,24-32-68,-9 20-465,22-25 421,-14 27-40,3-1-67,1 0-89,3 0-157,2 0-320,2-1-453,2-1-3406,16-7 4554,-21 8 0,-2 0 0,13-4 0,-7 1 0</inkml:trace>
  <inkml:trace contextRef="#ctx0" brushRef="#br3" timeOffset="708821">27087 16753 9330,'0'-3'6413,"0"0"1479,0 3-7820,15-40-21,-11 31-12,10-29 11,-16 45 1,-3 4-12,-1 3 0,-4 3-11,0 3-11,-7 15-17,5-8-17,-3 9-3392,7-12 3409,3-1 0,2-1-5,2-1 10,3-3 1,3-2 0,3-3-6,3-2 16,2-4 3388,2-2-3404,1-3 5,20-15 12,-10 3-590,14-14 601,-16 6 17,-1-2-3171,0 1 3210,-2 0 45,-2 3 50,-3 2 23,-3 2 28,-4 3-18,-3 2-37,-1 3 350,-4 2-441,1 1 3378,-2 1-3412,1 3-25,-1 1-14,0 6 0,0 4-5,-1 2 5,-1 3-11,-1 2 0,-1 2 0,-1 3-3397,-1 2 3380,0 1-646,-6 15 365,2-8-279,-4 12-464,3-14-881,-1 2-2861,-2 0-5048,-1-4 9435,3-6 1,5-12-1,3-6 1</inkml:trace>
  <inkml:trace contextRef="#ctx0" brushRef="#br3" timeOffset="710218">21460 17901 16023,'-16'-11'269,"1"1"-230,4 10 0,-3 1-11,-1 1 0,-4 2-6,-1 2-10,-3 0-7,0 2-5,-2 0 6,1 1-1,1 0 12,-1-1 0,3 0 22,1-1 17,2-1 23,2-3 10,2 0 1,1-3-1,1 1-10,0-2-12,0-1 0,-1 0-5,0-1 16,1 1 17,0 0 29,0 1 27,0 1 22,2 0 1,0 0-12,2 0-33,0 0-39,3 0-34,0 0-28,2 1-6,1 1-5,2 1 17,-1 0-1,1 2 12,0 2 17,0 2 22,0 1 23,1 3 27,-1 1 23,1 2 22,0 2-5,-1 1 22,0 3-6,-1 2 1,-2 2-1,-2 3-16,-1 3-3404,0 3 3364,-1 1-22,0 1-22,1 3-29,1 0-10,2 0-732,2 1 709,1-2 0,4 0-12,4-1 7,4-2 89,2-4-11,2-3-1,1-6-38,1-1-90,4-4-154,2 1 120,21 7 46,-7-8 424,17 4-447,-13-10-40,2-3-267,0-2 94,1-2-263,-1-2-751,-3-2-1814,1-1-6751,-8-2 9797,-4 0 0,-16 0 0,-5 0 0</inkml:trace>
  <inkml:trace contextRef="#ctx0" brushRef="#br3" timeOffset="712401">22443 18276 18033,'-26'-49'583,"5"8"-505,21 35-28,2-1 1,2 1-6,2-1-11,3 0 5,1-1 0,3 1 1,0-1-1,2-1 11,1 1-5,1-1 0,0 1 0,2-1-12,0 2-5,1 0 0,-1 2-5,1 2-1,-1 2-11,0 1-11,-2 4 6,0 3-12,-3 3 1,-1 3-1,-3 2 0,-2 3 1,-3 2-6,-2 2-1,-3 2-16,-8 12 17,1-10-306,-7 9 295,3-13 11,1 0-6,0-3 17,0-1 0,2-3 11,1-3 34,2-3 45,0-2 55,1-4 329,1 0-289,1-2-29,0 0-32,0-3-18,1-1 129,-3-8-95,3 1 22,0-4 6,1 3-16,0 2-46,0 2-28,0 2-33,1 2-17,0 1 0,3 1-5,0 0-7,2 1-4,2 0 10,2 1-16,1 1-1,3 2-5,2 3-5,1 1-1,3 2 6,1 1-22,3-1 5,2 0-11,1-1-6,2 0 12,1 2-1,0 1-5,-1 2 6,-4 1-6,-3 0 11,-7 1-5,-5 0 11,-6 0 5,-5 1-5,-7 0 11,-6 0-11,-6 1-12,-4 0 12,-5-1-6,-3-1-28,-2-2-717,-2-1 655,0-4-262,-13-3 44,15-3-241,-6-4-885,21-3-313,6-1-1121,7-3-1993,3 0-1466,5 0 6344,1 1 0,-1 3 0,1 2 0</inkml:trace>
  <inkml:trace contextRef="#ctx0" brushRef="#br3" timeOffset="712634">23366 18308 13749,'5'0'2459,"-1"1"1641,-4-1-4028,27 64-32,-19-39-35,7 12 1,-2 0-17,-10-18-29,-1 1-60,-1 1-91,-1 0-234,0 0-713,-3 1-1824,-1-2-5311,-4-2 8273,0-5 0,4-5 0,1-5 0</inkml:trace>
  <inkml:trace contextRef="#ctx0" brushRef="#br3" timeOffset="715050">25690 12597 7319,'-5'-2'2688,"2"1"2151,3 1-4587,-34 11-22,26-7-6,-26 8 17,34-10 28,0 0 11,0 0-22,3-1-34,1 1-40,3 0-38,3-1-28,2 1-23,3-2-17,1 0-11,2 0-5,2 0-6,0 0-11,2-2-12,1 0 1,0-2-6,0 0-3392,-1 1 3392,0 0-6,-4 0 1,-2 1 16,-4 0 45,-3 1 62,-4 1 5,-3 0 3493,-1 0-3599,-7 0 5,0 0 0,-7 0 1,0 2-1,-4 0-11,-1 1 1,-2 0-12,-3 1 0,1 0 0,-3 1 17,0 0 0,-2-1 11,-1 2 6,0-2 72,-10 1-67,11-1-263,-6 1 246,14-3-5,2 0 5,3-2 18,1 1 10,3 0 140,1-1-106,4 0 247,0 0-280,4 0 5,0 0-84,3-2 5,1 0-5,4-3 6,2 1-1,5-1 1,2 1 0,4 0-1,2-1-5,3 1 0,3-1 0,3 2-3392,2 0 3392,1 1-5,1 0-1182,-1 1 1182,-1 0 5,-3 1 0,4 0 5,-10 0 12,-4 1 2815,-12 0-2798,-8 1 1768,-4 2-1780,-3 0-5,-6 2 6,-3-2-7,-3 3 1,-3-1 11,-14 3-11,7-2-6,-9 1-5,11-3 22,-13 2-17,10-2 11,-9 2 1,15-3-1,2-1 17,4 0-11,3-1 51,3 0-51,5-2-6,2 0-22,5 0 28,0 0 0,6 0-6,1-1 6,8-1-11,1-1-6,2-2 6,3 0-17,1 0 23,16-4-23,-8 2 5,12-3 1,-11 2-6,1 2-216,0-2 222,0 2-6,-1 0 0,-1 2 0,-5 0 0,-4 1 0,-4 1 11,-6 1 6,-4 1 17,-4 0 27,-2 0-33,-10 2-5,0 1-7,-10 2 222,-1 1-227,-4-1 6,-4 0 6,-18 4-12,9-3-1786,-11 1 1803,12-2 0,3-1 12,0 0-1,4-2 0,4 0 0,4-1-5,3-1-6,5 0 5,3 0 1798,3-1-1792,1 0-5,3-2-1,0 0-16,0 0 0,2 0-12,1 0-10,0 1-1,1 0 6,1 0-5,4-1 5,1 2-6,4-1 6,1 1 0,3-1 0,2 1 0,2-1 0,3 0 0,2-1 0,2 1 6,2-1-6,1 0-6,-1 1 6,1 1 0,-2 0 0,-2 1 0,-3-1 0,-4 1 6,-5 0 10,-4 0 1,-5 0 11,-3 0-22,-8 1-1,-1 1 7,-19 3-7,5 0 1,-11 2-1,7-2 7,-1 1-7,-2 0 1,0 0-1,-1-1 7,0 1-1,0-1 6,0 0-1,2-1 12,4 0 6,3 0 12,4-3-2,5 1-10,4-2 0,3 1-6,3-1 44,1 0-38,7-3-6,1 1-6,6-3 1,2 1-1,3 0-5,1-1 5,4 0-10,0 0-1,1 0 0,1 0 0,-1 1-5,2-1 5,-1 2-11,-2-1 0,-2 2 0,-2 0-11,-4 0-17,-3 1-23,-4 0-55,-1 1-84,-4 0-192,-1 1-318,-1 0-756,-1 2-1737,-1 0 3193,-1 1 0,0-2 0,0 0 0</inkml:trace>
  <inkml:trace contextRef="#ctx0" brushRef="#br3" timeOffset="717545">23916 18197 12913,'10'-38'530,"0"-1"0,-1 4 0,-1 7 820,-3 17-953,0 0 513,0 1-630,0-1-49,0 1-41,1 1 283,-2 0-317,0 2 748,0 2-759,-3 1 198,1 2-136,-2 1-168,0 6 6,-3 2 0,-1 7 0,-1 0-6,-1 3-5,-1 1-1,1 3-10,0 0 5,0 1 0,1 1-6,2 0 6,0 2 6,3-1-1,-1 1 12,1-1 0,1 0-17,0-2 0,1 1-12,1-2 1,-1 0-6,1-1-5,0-2 5,1-2 0,1-3 6,1-2 17,0-2 22,2-3 22,0-4 17,2 0 1,3-6-1,3-4-17,3-6-3391,4-5 3380,3-3-6,3-3-158,2-1 159,0-1 11,-2 2 16,-1 2 23,-4 2 34,-3 3 28,-6 5 22,-4 3-5,-4 3-29,-3 4-33,-2 2 3282,-1 1-3394,-3 3 234,-1 1-234,-1 5-11,-2 0-1,1 3-5,0 0 12,0 0 4,1 2 1,1-1 11,2 0 6,0 1-1,1 2-5,0 2-5,1 1-12,2 2 0,1 1-11,1 1 0,1 1-357,1-1 340,0 1-11,0-2-17,1 0-33,-1-2-96,1 1-235,-2-3-661,-1 0-1302,-2-2-4091,-1-2 5646,-1-1 0,-1-7 0,0 0 1</inkml:trace>
  <inkml:trace contextRef="#ctx0" brushRef="#br3" timeOffset="718112">25023 18290 21371,'-3'-12'493,"2"2"-342,1 13-4,0 4-41,0 2 17,-5 13-89,0-3-28,-7 11-18,0-5-21,-3 1-40,-1 2-78,-2 1-830,-12 13-419,7-10-1658,-7 9 3058,7-13 0,12-12 0,-1-3 0</inkml:trace>
  <inkml:trace contextRef="#ctx0" brushRef="#br3" timeOffset="720995">25873 18062 7822,'3'-7'4369,"-1"1"-3567,-2 6 4440,0 0-4407,16-57-533,-14 42-66,12-42-46,-20 57-44,0 0-23,-2 0-11,-2 4-11,-2 0-6,-2 4-17,-1 3 79,-13 8-84,5-1 5,-8 7 6,8-5-11,0 2-6,1 1-5,0 2-12,1 2-11,1-1-5,2 3-12,0 1-11,1 3-5,-5 15-12,6-10 1,-3 11-1,9-17-5,2 0-6,2-3-5,3-1-1,2-2 1,4-3 0,1-1 5,6-2-3392,2-4 3392,4-1-1298,0-5 1304,4-2 11,0-3 0,3-3 0,0-3 11,2-4 1,-1-4 10,2-4 6,-1-4 6,-2-2-1843,0-2 1848,-3 0 1927,2-10-1871,-8 10 28,1-5 11,-10 11-10,-3 3-18,-3 2-28,-3 4-22,-3 0-11,-5 4-11,-4 0-11,-2 2-6,-2 1-6,-3 2 0,0 1 1298,-1 2-1303,1 2 0,0-1-6,3 1 0,1 1-12,3-1-10,1 2-113,-2 2-22,6-2-117,-1 3 3195,7-4-3828,2 0-706,1 2-1737,2-2-5090,2-1 8440,0-2 0,0-4 0,0 0 0</inkml:trace>
  <inkml:trace contextRef="#ctx0" brushRef="#br3" timeOffset="721452">26532 18308 12937,'1'-3'2508,"1"0"2579,-2 3-5031,5 9-34,-6 1-22,3 10-34,-10 0-33,-1 1-62,0 3-111,-2 0-186,1 1-1759,-8 13-688,5-10-6404,-3 8 9277,7-16 0,4-10 0,3-4 0</inkml:trace>
  <inkml:trace contextRef="#ctx0" brushRef="#br3" timeOffset="722053">27212 18029 11810,'-1'-42'407,"0"1"0,0 2 0,-3 11 2431,-6 20-2530,-3 2 1141,-1 1-1231,0 2-11,-4 0-22,1 2-1912,-3 0 1889,1 1 739,-3 0-783,1 1-12,-11 4-28,8 1-10,-5 2 21,2 5-61,8-3 6,-4 5-12,9-4-11,2 2 1,0 1-7,2 1 2899,0 1-2915,2 1 11,0 1-11,1 1 1294,2 0-1294,1 0-6,2-1 0,2-1 185,5 5-168,2-8 0,13 3 5,-4-11 18,17-2-1,-13-8 0,8-2 1,-9-5 5,-1-2 50,9-10-22,-9 3 6,6-7 83,-6 0 91,-3 2-80,-2 2 35,-5 8 5,-6 8-6,0 3 85,-2 2-124,1 0-140,-1 8 6,-2-1-12,1 8 7,-1-1-12,0 3-3392,1 1 3392,1 2-6,0 0-11,0 14 0,0-6-11,0 10-215,1-8 198,0 2-17,-1 0 3084,0 13-3783,-2 3-102,0-2-1179,-4-5-607,0-16-3131,0-3-863,1-3 6643,1-5 0,2-5 0,1-4 0</inkml:trace>
  <inkml:trace contextRef="#ctx0" brushRef="#br3" timeOffset="722344">27531 18193 12141,'2'3'2840,"0"-2"3954,-2-1-6666,-6 64-16,2-38-70,0 12 0,-1 0-342,1-13 311,1-1-90,1 2-100,1-1-219,-2 0-464,0-2-964,-3 0-3120,-3-2-3192,0-3 8138,0-5 0,4-6 0,2-3 0</inkml:trace>
  <inkml:trace contextRef="#ctx0" brushRef="#br3" timeOffset="723204">28210 17908 9313,'1'-7'4620,"-1"1"-3432,0 6 5118,0 0-5992,-10-46-40,7 31-15,-7-35-35,9 43-23,1 0-27,0 1-17,1 0-23,0 1-16,1 1-23,0 2-39,-1 0 73,1 2-68,-2 4 18,1 2-6,0 6-17,-1 4-6,-2 4-16,-2 5-12,-4 3-5,-2 4-12,-3 3-10,0 1-1178,-1 1 1161,-1 0-90,-3 18 0,4-12-67,-3 12-135,8-16-280,-1-3-498,3-1-656,-1-3-1338,2-2-2756,1-3 5090,2-2 1,1-11 0,2-3-1</inkml:trace>
  <inkml:trace contextRef="#ctx0" brushRef="#br3" timeOffset="723462">28671 18192 17154,'7'-5'2487,"-1"1"-1736,-6 4 1131,0 0-1888,-25 24-11,15-11-27,-21 18-40,21-16-96,-1-1-106,0 2-235,-2 1-492,1 0-774,-2 0-1798,0-1 3585,-3 0 0,9-7 0,-1-2 0</inkml:trace>
  <inkml:trace contextRef="#ctx0" brushRef="#br3" timeOffset="724095">29007 17920 21635,'39'-2'308,"-6"2"-252,-30 2 11,0 0 544,-3-1-549,-5-1-12,1 0-16,-7 1-6,3-2 0,-3 0-12,-1-2 12,0-1 0,0-2 6,0-1 0,1-2 5,1 0-6,2-3 1,1 0 0,3-1-3398,1 0 3397,2-1-271,1 1 282,3 0 12,3-1 6,5 0 0,3 1-1,1 0-10,3 2 5,0-1-6,0 4 0,0-1 23,6 3-50,-6 2-7,3 2-4,-7 2-1,0 1 3249,0 4-3260,-1 2 365,4 10-382,-4-3-5,0 8-1,-7 6 6,-7-3-50,-16 25-308,-3-15 291,-17 12-17,5-11-16,-6 1-526,-2 0 536,-3 0 35,-1-1 44,12-11 0,1-1 44,-15 8 1,19-12 0,0-3 112,-10 0-383,14-8 310,1-3-23,15-9 1,3-1-125,6-6 141,4-1 357,11-10-262,9-2 51,10-4-89,-6 7 510,0 7-539,-8 7-16,2 3-23,-1 1-17,2 1 340,13 7-362,-9 0 0,10 7-3280,-13-1 3213,1 2-50,-1 0-91,-1 0-88,0 0-309,-3-2-337,-1-1-407,-1-1-2320,5 1 992,-4-5-5305,5-1 8742,-10-3 1,-7-2 0,-4 0-1</inkml:trace>
  <inkml:trace contextRef="#ctx0" brushRef="#br3" timeOffset="724686">29788 17613 15534,'-30'-27'250,"-1"-1"1,2 4-1,10 5 2392,21 9-2586,3 6-6,4-1 1174,6 3-1174,-1 1 626,4 0-637,-5 1 2232,1 0-2209,6 2-12,4 1-28,-1 2-10,-1 1-1,-8-1 6,0 1-6,-2 1 0,-1 0 28,3 7-11,-5-4 0,3 5 0,-6-5 0,-1 2 0,0 0 6,-2 0 33,0 9-33,-1-5-29,-1 6-10,-1-6 5,0 1 28,2 6 39,3 4-17,6 10-33,-1-7-6,2 2 0,-4-8 1,-1 0 10,-1 11-11,-3-9 12,-1 7 10,-11-3-10,-8 1-12,-14 8-6,1-10-716,-2-3 711,7-10 0,-1-2 5,-2-1-16,0-1-6,1-2-11,0 0-17,0-4-27,1 1-320,-13-1-129,10-2-443,-7 0-688,12-4-1787,3 0 3439,-1 0 0,10 0 0,2 0 0</inkml:trace>
  <inkml:trace contextRef="#ctx0" brushRef="#br3" timeOffset="729594">23850 14930 12892,'19'-15'1545,"-4"2"-1377,8 7-39,-8 2-34,2 0-39,0 1-11,1 1-22,0-1-7,0 2-4,0-1-1,-2 1 0,1 1 0,-1-1-5,-2 1 5,0 0-11,1-1 17,-5 1 84,-1 0 106,-5 0 437,-3 0-554,-5 1 78,-6 1-78,-3 0 5,-3 2-6,2-1-10,-2 0-6,0 0-6,-1 0-6,-1 0-10,-2 1-6,0 1 55,-13 2 52,-3 0-52,0 1 12,4-1 6,11-3 16,3 1-38,2-1-7,3 1-10,2-1-35,1 0 24,2-1-7,-1 1 74,1 0-1,0 0-89,2-1-17,2 0-23,3-2-33,0-1 135,8 1-79,-1-1-6,8 1-11,-1-1 1,3-2-1,3 0 0,5-3-3397,1 0 3386,4-1 0,2 0 0,1 0 0,-1 0 0,0 0-12,7-1-2256,-13 1 2262,3 1 2260,-16 3-2221,-4 1 29,-6 1-40,-6 3-10,-5 1-7,-15 8 1,2-2-1,-11 6 7,-6-1-1,8-3 3376,-10 3-3370,11-5 22,1-1 18,1 0 4,0-2-3349,2-1 3372,1 0-1110,3-2 1144,1 0 207,-2-2-124,7 0 12,-1-1 0,10-1-34,2 0-22,3 0 134,1 0 2610,5-3-2772,7-4 1606,2 0-1701,6-3-1,-1 4-33,2-2 0,1 2 0,3-2-5,1 1 21,14-2-10,-8 3-287,10-1 276,-14 3-6,0 2-79,6 1-246,-3 0-90,-1 1-442,-5 0-5802,-2 0 6670,-2 0 0,-5 0 0,-6 0 0</inkml:trace>
  <inkml:trace contextRef="#ctx0" brushRef="#br3" timeOffset="747486">24534 12671 11810,'2'-16'269,"2"2"-218,-1 11-7,2 1 1,1-2-17,0 1-5,2-1 0,1 0-7,0-1 18,4-1-12,-5 2 12,2-1 67,-6 3 123,-1 0 33,-2 1 516,-1 1-650,-7 1-11,0 2 6,-8 2-17,0 1 16,-3 1 18,-2 2 22,-2 0 279,-13 6-156,8-4-398,-10 4 409,14-4-50,0-2-40,3 0-44,2-2-28,2 0-6,3-2 0,1-1 12,3-1 10,2-2 428,1 0-422,2-1-11,0 0-39,3-2-17,-1 0-22,2-3-6,2-1-6,2-2-16,3 1-6,1-2-6,1-1 1,3 1-1,2-2 0,2 1 1,2-2-6,2 1-1,3 0-4,3-1-475,4 0 469,1 1 5,3-1 0,2 2 6,1 0-6,0 2-17,0-1-3232,-1 2 3243,-3 0-5,-3 1 0,-3 1-28,0 2 34,-11 2 11,-2 0 326,-11 1-304,-5 2 3386,-3 1-3397,-4 3-5,-4 0 5,-3 1-6,-2 1-22,-3-1-11,-2 1 0,-2-2 11,-1 2 17,-2 0 44,-13 3-22,9-3 6,-8 2 0,14-4 45,-5 1-51,9-2 0,0 0-11,10-2-5,4-2-17,3 0-1,2 1 1,1-2 50,2 0-11,3 0-6,2 0-5,5-1-12,1-1-11,2-2 0,3-1-5,1 0 5,3-1 0,2 0-11,2-1 17,0 0 0,1-1-6,0 2 6,0-1-17,-1 0 0,-2 3 11,-2-2-11,-2 2 11,-5 1 17,-3 0 17,-5 2 6,-2 0 16,-2 1-56,-8 0 0,0 2-5,-7 0-17,-2 2-1,-3 1 7,-4 2-1,-1 0 29,-3 2 10,-1 0-520,-2 0 548,0 2-203,0-2 226,2 0 17,3 0-11,4-2-12,5-1-28,5-2-16,4 0 11,4-3 83,2 0-38,5-3 520,1 0-520,5-2 221,1-1-228,1-1-21,1-1-12,1 0-16,1 0-12,0 0 1,2 0-12,0 0-5,0 0 5,1 1-17,-2 1-22,1 0-33,-2 1-63,0 0-94,0 1-151,-1-1-1251,5 1-407,-5 0-2549,2-1 3728,-5 2 0,-7 2 0,0-1 0</inkml:trace>
  <inkml:trace contextRef="#ctx0" brushRef="#br3" timeOffset="762475">23722 15009 6585,'7'-4'901,"-2"0"-643,-5 4 1848,0 0-1876,-6 8 0,5-6 27,-4 6 1,8-8 22,1 0 28,0 0 0,0 0-6,0 0-10,0 0-18,0 2-38,0 0-12,1 0-12,0 0 7,1 1-1,-1-1 6,1 0 11,1 1 1,2-3-7,0 2-27,2-2-29,1 0-21,2 0-35,1-2-16,1 0-6,3-2-11,0 0 1,1 0 88,13-4-89,-7 2 12,10-3-7,-9 3-314,2 0 331,0 1 1,1 0 5,-2 0 0,-2 1 117,4-1-117,-8 3 0,3-1-11,-10 2 78,2 0-100,-4 0 5,4 1 0,-5 0 0,1-1 331,2 0-331,2 1-5,3-2 5,1-1-6,3 0-5,1-1-23,4 0-5,1 0-17,2-1 0,1 1 0,1-1-11,1 2-2553,0-1 2547,0 1-502,1 0 502,-3 1 1,0-1-1,-2 1-6,-1 0 7,-2 1-43,-1-1 37,-1 1 0,-3 0 5,0 1 0,-2 0 6,-1 0 0,-1 0-1,1 0 2366,-1 0-2370,1 0-7,2 0 6,0 1 1,3 0-7,0 0 6,0 0 1,1 0 4,0 0 668,1-1-650,-1 0-6,0 0 0,-2 0-6,-2 0-11,-2 0 0,-1 0 54,-3 0-54,0 0 0,-1 0 6,-2 0 1,0 0 4,1 1 0,-2-1 1,2 1-1,-1-1-5,1 0 5,0 0 6,1 0-5,1 0 5,1 0-6,1 0-5,2 0 0,2 0 0,3-1 5,15-2-16,-7 1 5,10-2-11,-13 1-659,0 0 659,-1 0 6,-1 0 0,-2 1-12,0 0 12,-2-1-1,-2 1 1,-1 0 22,-1 0 17,-1 1-6,3 0 0,0 0-39,1 0-17,0-1 6,-1 1 0,0-1 16,-2 0 23,1 1 12,2 0 55,14 0-73,-6 1-22,12-1 11,-10 1 17,16-2-204,-11 2 181,12-1-5,-14 0 6,-2-1-6,0 0 11,-3 1-5,-1 0-1,-3 0 1,-2 0 5,-2 0 0,0 0-11,-2-1 0,0 0 12,-1 0-1,0 1 0,1 0-5,-1 0-6,2-1 0,0 0 0,0-1 0,0 1 11,0-1-6,0 1 1,1 0 0,-1-1-1,1 0-5,-3 1 0,0 0 6,-2 2 11,1-1-12,0 1 6,1-1-5,1 1-6,0 0 0,-1-1 6,-1 1-6,-2-1 683,4 0-666,-6 0 0,5 0-6,-5 1-11,1-1 0,0 0 11,1 0-5,-1-1-1,-2 0 220,0 0-225,0-2 11,-1 1-11,2 0 0,1 0 0,1 0 11,8 1-11,-6 0 6,6 0-6,0 1 5,-6 0-5,7 1 0,-8-1 6,-1 0-1,1 1 23,0 0 12,1 0-7,1 0 1,3 0-17,0 0-3398,2 0 3386,1 0-363,0 1 363,2 0 1,-2 0 0,0-1-1,1 1 6,-3 0-5,0 0-6,-4-1-185,-2 2 185,-3-1 6,-2 0-6,-3 1 5,-2-1-5,-1 0 3132,-2-1-3121,1 1 535,-1-1-524,0 1 1,3-1-1,-1 0 281,2 0-286,2-1-12,3-1 7,0-1-7,3 1 6,0-1-11,0 0 6,0 1 0,-1 0 10,-1 2 7,1-1 10,2 1-16,0 0-6,1 1-22,8 1 17,-8 0 22,4 1 17,-9 0-6,0-1-6,0 1-10,2-1-1,7 1-5,-6-1 0,6 0 16,2-1-22,-4 0-11,6-1 0,-6 0 6,-1-1 22,1 0 22,1-1 12,0-1 0,1 0-29,0 1-5,0 0 6,6 0-17,-8 1 11,2 0 0,-11 1 0,-2 0 0,-2 0-6,0 0 51,0 0-23,-1 0-5,1 0 0,-2 0-12,2 0-5,1-1 0,2-2-5,1 0-1,1 0-5,3-1-6,0-1 12,5 2 33,1-1 33,3 1 6,2 2 40,17 0-118,-9 1-1,9 0 1,-14 1-6,-4 0 6,-3 1-6,-3 0 6,-3 0 11,-1 0-5,0 0-12,0 0 0,7 1 6,-7-2 12,4 1 32,-5-2-33,-5 0-11,4-2 5,-5 1 6,3-2 0,0 1 6,2-1 0,0 0 5,1 1 34,7-2-45,-5 1 0,5 1 5,-8 1-5,1 0 11,4 1-27,-5 0 10,4 0 0,-8 1 1,0-1 16,4 2-5,-1 0-18,2-1 1,-2 0 11,-2-1 17,8 0-17,-1-2 11,22 0-16,3 0-3404,1-1 3398,2 2 5,-12 1-5,0 0-12,1 1 7,-1 2-1,-1 0-6,-2 1 23,6 1-22,-13-1 0,8 2 3391,-21-4-3397,2 2 17,-10-3 5,0-1-22,0 0 17,1 0-17,1 0 0,1 0 17,2-1-17,2 0 22,7-4-10,-2 1-1,5-2-6,-5 2 1,0 1 0,0 0-1,-1 1 6,0 0 6,0 2-17,-1 0 6,0 0-6,-2 0 0,-2 0 11,-4 0-11,-2 0 0,-1 0 6,-1 0-1,1 0 1,0-1-1,3 0 7,0-1-7,3-1 1,0 0-6,2-3 11,0 2-5,6-3-6,-4 2 0,2 0 5,-6 2 1,-2 0 5,0 1 23,-2 0-18,-2 1-32,-2-1-7,-2 1 1,-3-1 11,-2 1-1,-2-1 12,-1 1-5,1 0 10,1 0-16,0 1 6,4 0 5,1 0 33,2 0-27,1-2-1,0 1 1,0-2 0,0-1-6,-2 2-6,-1-2 0,-1 1 1,-2 1 5,-1 1 5,0 0 1,-3 0 0,0 1-1,0-2-5,1 2 0,0-1 0,4 1 0,1-1-17,3 1 23,0 0-6,-1 0 0,-1 0-28,-3 1-67,2 0-185,-2 0-515,0 0-9036,-3 2 9429,3-2 0,0 1 0,4-1 1</inkml:trace>
  <inkml:trace contextRef="#ctx0" brushRef="#br3" timeOffset="785929">24732 16422 6232,'8'-4'756,"-2"1"-414,-6 3 2548,0 0-2610,5-1-129,-12 5 23,5-2 16,-13 6 45,4-2 29,-1-1 60,-1 0 52,1-1 50,0-1 27,1 0 1,0-1-17,1-1-51,0 1-33,1-2-39,0 0-34,1 1-33,0-1-35,0 1-32,0 0-35,1 1 51,-4 0-123,3 1-79,0-1-16,3 0-6,4-1-6,0 0 18,1 1 10,0 0 6,0 0 17,3 0 11,1 0 11,3-1 11,1 0 51,9-1-62,-1-3-5,9-1-12,-3-3-5,3-1-6,1-3 6,2 0-6,-1-1 1,1 1-7,-2 0-5,-2 1 0,-4 3-5,-3 2-7,-3 2 24,-5 1 156,-4 1-40,-2 2 7,-4 1-34,-4 1-23,-4 4-22,-3 2 6,-4 1-23,-2 2 17,-2-1-17,-2 0 11,0-1-10,-1-1-1,0-2 0,1 0 0,1-1 12,1-1 5,1-1 11,1-2 0,2 0 84,-3-1-78,5-1 5,-1 0 6,6 0-5,1 0-6,3 0-17,0 0-40,3 0-72,0 0 68,9-1-1,-1 0-6,7-2-10,-3 0-1,2 0 6,1-1-5,1 1-18,19-4 18,-10 3-3404,14-2 3392,-17 4 0,-2 0-103,0 2 103,-3 0-5,-2 0 11,-3 0 22,-4 0 22,-3 0 3356,-2 2-3339,-1 0 164,-9 2-192,0 0 0,-9 2 1,1-2 5,-3 2-6,-2-1 6,-2 0 11,-1 0 1,-1 0 0,1 0 10,1-1-11,1 1 17,3-2-5,1 0 10,4 0 1,3-2-17,3 0-6,4 1-28,1-2-11,2 0-39,1 0 50,4 2 6,0-2-6,5 2-5,-1-2 5,2 0-6,2 0-10,4 0-23,2-1-67,3-1-129,3-3-236,5-1-436,5 0-1597,5-1-979,5-1 3472,9-1 0,-23 4 0,-2 0 0</inkml:trace>
  <inkml:trace contextRef="#ctx0" brushRef="#br3" timeOffset="786746">26048 16337 7218,'-6'-1'3260,"0"1"-2297,6 0 2425,0 0-2990,-60 12-4257,34-5 4052,-12 2 1,0 1 164,14 1 832,-2 1-893,2-1-51,3 0-61,2-2-51,3-1-61,5-1-34,2-2-22,4-1-6,2-1-5,2-1 22,1 0 3409,0 0-3376,1-1 18,1 0-1,3-1-11,1 0-11,1 0-17,2 0-5,-1 0-6,2-2-11,1 0 28,6-3-29,-2 0-4,5 0-1,-4 0-6,0 0 1,0 0 5,0-1 0,0 1-5,-1-1 0,-1 1-1,-1-1-5,-1 2 11,-1-1-11,-3 3 6,-1 0 5,-2 0 6,-3 2 140,0-1-140,-6 4 5,0-1 0,-5 4-5,1-1 6,-2 0 5,-1 1 0,-1-1 11,-1 0 6,-1 0 11,-2 1 12,-2-1 10,0 1 12,0-1 16,0 1 0,2-3 12,2 1-17,4-2-12,2 0-10,3-1-34,2-1 44,2 0-55,11-1-12,4-3-5,6 0-11,-1-1 5,-5 1-6,1 1-5,0-1-16,0 1-158,7-4-33,-3 3-690,13-6-16,-13 3-627,8-1-1154,-9 1 1846,3 1 0,-10 3 0,-1 0 0</inkml:trace>
  <inkml:trace contextRef="#ctx0" brushRef="#br3" timeOffset="796862">26204 11580 6927,'-11'-2'2783,"3"1"-2144,8 1 3130,0 0-3506,-7-6-44,4 3-46,-6-5-21,7 6-12,-1 0-17,0-1 28,0 1 0,-1-1 23,-1 0 6,1 1 10,-1-1 23,0 0-23,0 1-11,0 0-33,0 0-23,1 0-16,0 0 5,0 0 89,-1 1-111,0 0-6,-1 0-6,2 0-5,-1 1 11,0 0-11,-1-2 106,-4 2-95,2-2 67,-7 0-89,6 2-1,-5-2-10,5 2 5,-2-1-6,1 1-5,0 0-6,0 0-11,1 0 6,0 0-12,1 0 12,0 1 16,-2 0-22,2 0 0,-1 1 0,2 0 7,0 0-7,0 0 5,-1 0-5,-1 0 0,0 0 0,0 0-11,-2 0 5,0 1 6,-1 0 6,0 1 0,-1 0-6,-1 0 5,-1 0 1,0 0-12,0 0 12,-8 2-23,6-1 0,-10 4-11,14-4 0,-7 4-5,12-5-7,-2 1 1,7-3 11,1 0 79,1-2-35,-2 3-27,1-2 6,-4 4-1,-2-1 12,-3 3-6,-3 2 0,-4 2 0,0 1-12,-3 2 7,0 0-6,0 0 5,-10 6-16,10-5-6,-7 3 0,14-7-12,2-1 7,3 0-1,2-2 6,4-1 0,1 0 11,2-1 1,0-1 27,0 4-6,0-3 46,0 5-23,0-4 5,0 2 23,-1 0 0,0 1 12,-2 2-7,-1 0 1,-1 2 72,-6 8-89,3-5-6,-5 7-11,4-8 0,0 2-11,1-1 0,1 0 27,-1 5-38,4-5 28,-1 9-23,4-12-6,1 3 57,0-2-45,0-4 5,-1 3-5,1-5 0,-1 1-6,-1 0 0,1 0 6,-2 0 28,-1 6-40,-1-4-5,0 5 0,2-5-5,0 0-12,1-1 0,0 0 17,1 5-17,0-5 12,2 9-12,1-9-5,1 3 5,1-5 11,1 4-11,-1-3 6,2 3 45,-2-1-29,0-3 7,1 3 27,-1 0-50,-1-2 11,0 2-5,-2-3-6,1 0 11,0 0-12,1-1-21,2 4 5,-2-3 0,2 2 17,-1-3-6,1-2 6,0 2-1,1-2 18,3 4-23,-1-2 6,3 2 0,-3-3 0,0-1 39,5 6-40,-6-5 7,5 3 16,-5-3-17,-2-2-10,0 3 10,-1-4 0,0 2 1,1 0 5,0 0 0,1-1 33,4 3-33,-1-2 6,3 2 11,2 0-28,-3-1 5,3-1-11,-3-1 6,-1 0-6,2-1 12,-2 0 21,4 0-16,-5-2 0,5 1 6,-7-1-6,2-1 0,-2 0 22,5 1-22,-2-2-5,3 1-1,-4-1 1,1 0-7,2 0 1,0 0-6,1 0 12,9 0-6,-3-1-1,8-1-10,-6-1 11,2 0-12,0-1 1,1 1 5,10-3-3392,-10 2 3387,6-2-2258,-13 2 2269,-1-1 17,5-3-23,-6 2 6,3-3-6,-7 4 2274,1 0-2274,-2-1 1,2 1 4,-2 0-10,0-1 3397,1 1-3392,-1-1-5,2 1 5,0-2-3397,0 1 3391,2-1 7,-1 0-7,1-1 12,8-2 0,5-4-6,-5 3 0,1-1 6,-13 6-6,-2 0 12,1 1 3380,-3 0-3386,1 0-1,-2 0-16,1 0 12,0 0 10,3-3-11,-1 1 0,8-7-5,-6 5 0,6-4-1,-5 4 18,7-5-18,-5 3 6,4-3 12,-4 0-1,-4 5 1,1-3 10,-4 4 1,-1 1 11,-1 0-17,-1-1-6,-1 0 0,0 0 1,0-1-1,-1-2 6,2-8-17,0 4-5,2-6 0,0 6-1,0-1 1,1 0-1,0 1 18,3-6-12,-2 5-5,1-2 5,-3 4 0,-1 1 6,0 0 11,-1 0-6,0-1 6,-2 0 6,0-1-17,-1 0 5,0 0-11,0-2 6,-1-1-6,0-1 12,-3-9-7,1 7-4,0-6-7,1 9 12,0-7-6,1 8 0,-1-5 6,1 8 0,-1 1 5,0 1 12,-3-5-17,2 4-6,-4-4 6,3 5 0,-2-1-1,0-1-4,-2 0-7,2-1 1,-2-1 5,1 1-5,0 0-1,1 1 12,-3-4-17,3 6 6,-1-2-1,1 4 1,1 2-1,0 2 7,0-1-7,-1 2-5,0 0 6,0 0-6,-1 1 0,0-1 5,-1 1-5,-1 0 0,0 0 6,0-1-6,0-1 17,0 0 5,-1 0 1,2 0-7,-1 1-10,1 0 0,0 1-6,0 1 0,1 0-6,-1 1 12,2-1-18,-2 2 12,0 0-11,-1 0 11,2 1 0,2 0 0,1 0 0,0 0 0,-1 0 0,0 0 6,-1 0-12,-1 1 17,0 0-11,-2 0 0,-3 0 12,0 1-12,-2 0 0,-9 2-6,3-2 6,-5 3 0,7-1 6,1 1-6,0-1 0,2 0 0,1-1 0,0 1 0,4-1-6,-1 0 0,3 1 6,0-2-5,1 2 10,1-2-5,1 0 0,-1 0 0,1 2-5,0-2 5,-1 2-6,0 0 6,-1 0 0,-3 1 0,-1 3 0,-2 0 0,-10 7 0,-5 3-5,-2 0-308,1 1 313,8-7 0,3 1 0,-1-3-5,3 0-12,1-2 0,2 0 0,2-2-5,2 0 22,1 0 0,-1 0 318,4-1-324,-2 1 12,3-1-12,0 1 6,-2 1 6,0 1-12,-2 0 12,0 2-6,-2 1 0,-1 0 5,-2 2-5,0-1 12,0 1 10,0-1-11,1 1 12,0 0-23,2 0-6,0-1 0,-1 0 6,2-1 0,0 1 0,1-2 0,0 0 0,1 1 0,0-2 0,1 1 6,1-1-12,0 0 6,0 0-5,0-1 10,1 1-10,0-1 5,0 0 5,0 0-5,0 1 0,-1 1 0,0 0 0,0 1 6,-1-1-6,2 1 0,-3 1 0,2 0 0,-2-1-6,1 1 12,-1-1-6,1 0-6,0-1 6,1 0 6,0-1-12,0-1 6,1 0 0,0 0 6,1 1-6,-1-1 0,0 0 0,1 0-6,-1 1 6,2-1 0,-1 0 0,0 1-5,1-1 5,0 1-6,0 0 6,0 1 0,0 0 6,0 0-1,-1 1-5,1 0 0,-1 0-5,1 0-1,-1 0 6,1 0 0,0-1-5,1-1 5,0-1 0,0 0 0,1 0 0,0 0-6,0-1 0,1 1 1,0 0-1,1 0 6,0 1 0,0 0 0,2 1-33,1 3 16,-1-3 0,1 4 17,-2-3 0,1-1 0,-1 1 0,2-1 0,-1 0 0,1 1 0,0-1-6,0 0 6,1 0 6,1-1-12,0 0 12,2 1-12,-1-1 6,3 0-5,-1 0 5,2-2 0,-1 2 0,2-1 0,-1 0 0,2-1 0,0-1 0,6 2-6,-5-2 6,3 1-5,-7-1 5,0-3 0,-1 1 0,0-1 0,0-1 0,1 0 0,0-1 5,-1 0-10,1 1-1,1-1 12,13 2-1,-8-1-5,10 1 0,-12-2 0,0 1-5,2-2 5,0 1 0,0 0 0,1-1 0,0 0 0,0 0 0,1 0 5,0 0-5,-1-1 0,0-1 0,0 0 0,-1 0-5,-1 0 10,-2-1 1,0 1-6,-2 0 0,-1 0 0,-1 0 0,-1 1 0,0 0 0,-2 0 0,0 1 0,0-1 0,-1 1 0,0-1 0,0 0 0,2 1 0,-1-2 0,2 0 0,-1 0 0,2 0 0,0-2 0,1 1 5,1-2-5,0 1 0,0-1 0,-1 1 0,0-1 6,-1 1-12,0-1 6,-1 1 0,-1 0 6,-1 0-6,-1 0 6,0 1-1,-1 0-10,-1 1 10,0-1-5,0 2 6,0-3-1,1 2-5,0-3 6,3 0-6,-1-1 6,3 0-1,-1 0-5,2-1 0,1 0-11,0 0-6,-1-1 6,1 0-6,-1 0 17,4-3 6,1-1-6,-2 1 0,0 1 0,-7 3 5,0 1 23,0-1-5,-1 1-6,0 0 11,-1 0-28,1 1 5,-1-1 6,0 0-11,0 0 0,0-1 0,0 0 0,0 0 0,1-1 0,0 1 6,0 0 0,0 0-6,1 0 0,-1-1 5,1 1 6,3-4-11,-2 3 0,2-3-5,-3 4 5,-1-1 5,0 1-5,1 0 12,-2-1-12,1 1 0,-1-1 5,2-4 1,-2 3-6,3-4 11,-4 5-5,0-1-1,0 1 1,0 1-1,0 0 1,-1 0 5,0 0-11,0 0 0,0 0 11,0 0-5,0-1 5,-1 0-5,0 0 5,0-1-5,0-1 5,1 0-6,-2-1 1,2-1 0,-2 0-1,2-2 12,-1-6-11,1 3 27,-1-16-27,-2 15 11,0-8-12,0 12 6,-2 1 1,1-1-1,-3 1-6,1-1 1,-2 0 11,1 0-17,-2-2 11,1 0 0,-1-2-11,0 0 11,-1-2-11,1 0 6,0-1 0,1 1 5,-1 1-6,1 0 12,-2-5-6,1 7 12,-3-11-17,2 14 0,-2-6 5,2 7-6,-2 0 12,0 0-11,-1-1-1,-1 2 1,-1-1 0,-1 0-1,0 0-5,-1 1 6,1 1-6,-1 1 5,3-1 7,-2 1-1,-1-3 6,3 4 16,-7-3-22,8 6-11,-4-1 0,3 3 0,0 1 0,-1 1-5,0-1 10,0 1-5,0 0 6,0 1 0,1 0-6,-1 1 0,2-1-6,-1 1 6,0 0-6,1 0 6,-3 0-11,3 0 11,-3 0 0,4 2 0,-1 0 0,0 2 0,-1 1-5,1 0 5,-2 0 5,-6 4-5,2-2 0,-4 3 0,4-3 0,0 0 0,-1 1-5,-1 0 10,-2-1-5,0 1 11,-11 3-11,-1 2-5,-7 5-1,3 1 1,10-4 5,5 0 0,8-5 0,1 1-6,2-1-16,0 1 5,1-1-6,-1 0 12,1 1 11,0 0 0,-1 0 0,1 0 0,-1 0 0,0-1 6,0 2-12,0-2 6,-5 7-5,4-5 10,-3 4-10,2 0 5,3-2 0,-6 8 0,8-10 11,-3 5 6,5-6 16,-3 4-33,2-2 0,-3 4 0,-4 1 0,3-3 0,-5 3 0,4-5 0,1-1 11,-1 0-11,0 0 0,1 0 0,1-2 0,1 0-5,1-1-1,0 2 6,2-2-11,1 0 11,0 1 0,2-3 0,0 3 6,1-2-12,0 0 6,0 1 0,1 0 0,-2-1 0,2 1 6,-2 1-12,0-1 6,0 2 0,0-2 0,-2 1 6,1-1-6,-2 0 5,1 0-10,0 0 5,0-1 0,0-2-6,1 2 6,1-3 6,-1 1-1,2 0-5,0-1-5,0 2 5,0-2-6,1 4 6,0-2 0,0 2 0,0 1-6,0-3 12,0 4-6,0-4 0,0 0 6,1 1-12,0 0 6,-1 3-6,0-2 12,0 1 0,0 0-6,0-2 0,0 1-6,1-2 6,-1 1 6,1 0-12,0 0-11,1 2 0,-1 0 1,2 0-1,-2 2 17,4 4-6,-3-2 6,3 3 0,-1-4 0,0-2-5,1 1 5,0-2-6,1 0 6,1-2 6,0 1-1,1-1-5,1 0 0,1 0 0,1 0 0,1-1 0,1 1 0,-1-1 0,2 0 0,-2-1 0,0 0 0,-1 0 0,-1-1 0,-1 1-11,4 2 22,-3-2-11,4 1 0,-4-2 0,1 0-11,1-1 17,1 0-6,1-1 0,2 0 5,1-1-5,1 0-3386,2-2 3391,0 0-5,2 0 0,-1 0 6,2 0-6,-2 0 0,2 0-6,-2 0 6,1 0 0,0 0 6,0-1 0,0 0-6,0-2 5,-2 0-5,0-1 0,-1 0 6,8-3-6,0 0 0,1-2 0,-3 2 5,-9 2 3387,1 1-3397,5-2 5,-5 1 5,9-2-5,-11 2 12,4-2-12,-5 1 0,-1 1 5,0-2 1,1 1 5,-1-2-28,5-5 6,-3 3 0,3-6 16,-5 5 1,-1-2 0,0 1-1,-1 0 1,0 1 5,-2 2 0,0-1 12,-2 3 33,0-3-34,-2 3-11,1-1 0,-3 4-5,1-1 5,-1 0 0,2-4-11,-1 2 6,2-4-6,0 2 0,0-1 0,1 0 0,1-2 6,1 0-1,6-6-5,-3 3 0,5-3 0,-4 5 0,-1 1 0,0 1 6,-3 1 5,0-1 0,-2 2 12,-2-2-7,0 2 7,-2-2-6,-1 1-1,-1 0 1,-1-1-6,0-1 1,-1-1 4,0-1-4,-2 0 4,1-1-4,-2-1-1,0 0 0,1-1-5,-1 1 5,1 0 0,-2 0 0,1 1 6,-2 0-6,1 1 0,-1 0 1,-1 1-1,0 0 6,-2 1-6,1-2-6,-2 0 12,-1 1-11,0-2-1,-2 1 7,1-2-7,-1 1 6,0-1-5,0 2 0,1 0 5,0 1 0,2 1 0,1 1 6,-6-6-11,6 7-6,-4-5 11,7 7-11,0 1 5,0 0 7,0 0-12,0 0 11,0 0 0,-1 0-5,-1 0-1,0-1 18,-1 1-7,0-1 18,-1 0-12,0 0-16,0 1-6,-2 1 6,2 0-1,-1 0 6,1 0-5,1 2-6,1 0 6,-3-1-6,4 2 11,-3-2-11,3 2 0,1 0 5,0 0-5,1 0 6,0-1-6,-1 1 6,1 0-6,-1 0 0,-3 0-6,0 2 12,-3 0-6,1 1 5,-1 0-5,-2 0-5,-1 1 5,-3 1 0,1 3 0,-2 0 0,1 1-6,1 1 6,1-1 6,1 0-6,2-2 5,3 0-5,2-1 6,2-2-1,2 1 1,1-2 0,1 1 5,2-1-17,-2 0 6,0 0 0,0 0 0,-2 1 0,1 1-5,-2 0-1,-2 1 6,-1 0-17,-2 2-5,0 0-34,-8 6 33,3-1-44,-5 4-106,6-1-292,0 0-482,1 2-1411,1 1-7293,2-3 8803,1-1 0,5-6 0,2-3 0</inkml:trace>
  <inkml:trace contextRef="#ctx0" brushRef="#br3" timeOffset="820121">24388 11484 11144,'51'-30'689,"-10"5"1621,-16 17-2249,-10 5 882,4-3-898,-6 4-2378,-1 0 2356,0 0 1087,-1 1-1110,2 1-6,-4 0 12,0 0-1,-6 1 29,-1 2 22,-1 0 3403,-1 1-3392,0-1-5,-4 2-1,0-1 1,-5 2 11,-2 1 67,-11 4-62,2 0-5,-11 2 117,-5 4-66,7-4 27,-9 5 186,0-1-186,10-5-22,-7 3-17,14-6-6,2-2 118,2 0-118,6-4-22,3 0-28,6-3-28,1-1 6,6-3 5,7-5-5,9-5-12,8-3 1,7 0-12,-6 3 0,2 1 0,4 1-5,-8 3-6,10-2 11,-12 5-410,0 0 399,-2 2 0,-1-1 0,-3 2 0,-3 0 0,-3 2 0,-3 0 28,-4 1 393,-3 1-387,-3 1 11,-9 4-17,-1 1-11,-7 2 16,-10 3-27,3-1 5,-10 3-5,6-3-1,0-1 1,-1 1 5,0-2-5,2 1-485,0-1 490,2-1-6,3-1-166,-2 1 167,8-3-6,1 0-6,9-3 1,2-1 10,2-1 510,7-1-498,4-4 175,3 0-186,3-3 5,-1 1-5,1-1 5,12-4-11,-6 2 5,9-2-5,2 1-11,2 0 6,5-1-1,-14 5 6,-8 3 6,-12 3-1,-2 1 12,-3 0 0,-9 4-11,-1 0-1,-9 4 1,0-2-204,-3 2 209,-3-1-6,-2 2 12,-18 3-11,9-1-1,-11 3 7,12-4-1010,2 0 1010,0-1 4,2 0 7,-5 0-12,13-2-11,-1 0 0,16-5 11,4-1 17,2-1 217,17-4-217,-4 0 1018,15-5-1018,-9 0-12,2 0 1,2-2-6,1 1-3391,1 0 3385,0-1 1,1 1 5,-1-1-5,1 1 5,-1 0 11,9-1-2279,-12 3 2268,7 0 2263,-16 4-2257,-1 1 11,-4 2 11,-4 0 79,-1 1-29,-10 5 3337,0 0-3409,-9 4 5,1 0-5,-3 1 0,-2 0-6,-1 1 6,-2 0-6,1 0 0,-1-1 17,2 0 6,1-1 11,3-1 72,0 0 1,7-3-51,2-2 23,7-1 140,2-2-112,6-4 89,5-5-123,2-2 33,11-8-72,-7 7-17,6-5-11,-5 5 5,1 0-44,10-3-62,-6 4-533,8-2 174,-9 6-548,0 2-6761,9 1 6938,-6 2 0,-5 1 0,-9 1 0</inkml:trace>
  <inkml:trace contextRef="#ctx0" brushRef="#br3" timeOffset="880239">21514 747 14680,'-47'18'741,"0"1"1,8-3 0,6-3 7,14-3-168,9-4-18,1-1 411,1 0-596,1-1 189,2-1 103,0-2-352,1 1-301,1-1 225,0 0-348,0 1 64,2-1 103,0 2-343,0-1-53,0 1-173,1 0-27,0 0-78,0 1-87,0 1-40,0 0-135,1 1 228,0-1 28,1 2 252,0 2 123,0-1 86,0 3 117,0 0-153,0-3 51,0 4 81,0-3 236,-1 0-64,1 1 113,0 1 8,-1 7 56,-1-3 61,0 6-3,0-5 46,0 0-58,0 0 74,0-1-61,0 0 24,0-1-174,0 0-26,1 1-122,0 0-54,1 1-99,1-1-49,-1 2 92,2 4-60,0-4-30,0 5 22,0-6-28,-1 1 194,0 7 84,-1 2 103,0 0-19,-2-2-3278,-1-8 3630,0 0 48,-2 1 384,0 0-20,-1-1-16,1 1-135,0 0-66,1 0-2355,0 1 2003,0 2 1552,1-1-1910,1 2-164,-1 1 8,1 1-43,0 0 45,0 1 21,0 0 57,0 0-56,2 0-75,-1-1 127,4 10-264,-1-7 70,1 6 114,-1 2-33,-2-10 55,0 9 28,-1-12 152,-1 0 105,0 0 174,-1 0 104,-1 0 41,-1 0 34,1 1-63,0 0-29,0 12-212,1-7-145,0 8-26,1-7-155,1-1-72,2 1-224,0-1-68,4 0-141,-2-3 98,2 0-60,-1-3 145,3 8-89,-3-7 96,1 5 194,-3-8 223,-3 0 376,0 0 0,-1 0 255,0 1-54,0 0 73,0 1 10,-2 2 87,-2 14-125,1-8-221,-2 11 53,2 0-319,1-9-14,1 9-44,1-13-114,0-1-59,2-3-258,1-1-14,4 7-305,-1-9-9,2 6 138,0-3-102,-3-5 163,1 4 51,-2-6 200,-2-1 281,1 1 120,-2 0 394,2 9-139,-1-6 43,1 7-86,1 3-175,0-6-41,2 8-227,-2-8 74,2 1-281,0 0-5,1-2-44,0-1-38,-1-1 133,3 5-7,-2-2 38,0 0 83,-1-3 147,-3-2 177,0-3 44,0 5 156,-1 1 84,1-5-221,0 5 102,3-1-379,2 4-87,2 0-272,0-1-74,-2-6-113,0 1-64,3 3 67,-2-6-127,1 2 202,-4-7 98,-2-2 95,1 0 171,-1 0 51,1 3 76,-1-4-107,1 4 293,1-2-189,-3-2 258,2 3-84,-2 2 262,-1-2 123,2 9-65,-2-5 261,2 4-285,-2-5 335,1 3-363,-2-4 168,2 0 3566,-1-2-4240,-1-4-90,1 1 32,-1-2-114,-1-1 332,0 0-125,1-1-115,-1 3 423,1-3-422,0 6 483,-1-4-223,0 4 320,1-4-583,-1 2 357,1-1-245,-1 2 19,1 2 294,0 4-360,0-2 145,0 2-220,-1-6 307,1-1-388,0 1 354,-1-3-432,0 0 229,0-2-133,0 0 67,0 0-16,0-1 201,-1 1 36,0-2 685,1 0-593,-1 1 348,1-1 5,0 0-406,-1 1 572,0 0-588,0 0-126,0-1 0,1 0 0,-1 1 0,0-1 0,1 1 0,-1 0 0,1 1 0,-1 3-137,1 0-755,0 1 743,2 1-924,-1-3 608,1 2-267,1-4-428,-2 0 563,1-1-91,-1 0 444,0-2-540,0 2 242,-2 1 1475,0-1-273,-1 1 848,2-2-644,0-1-442,0 4 180,-1-3 284,1 5-286,-1-4-1146,1 3 228,0-2-481,-1 2 575,0-2 283,0 0 311,1 2-649,-1-1 552,1 2-456,-1-1 196,1-1-67,0 2-197,0 1 193,0-1-307,0 1 335,0-2-279,0 0 283,0 5-113,0-4 139,0 4 0,0-4 0,0 1 0,0 1 0,0 0 0,0 0 0,0 0 0,0 0 0,0 1-6,0 0 6,0 0 0,0 1 0,0 2-155,0-1 11,0 2-159,0-2 4,0 0 1,0-2 0,0-1-1,0-2 1,1 0 92,0 0-87,1-2 118,-1 1-57,1-2 21,-1 1-14,0-1-3,1 0-22,-1 0 178,0 1 72,-1 1 156,0 1 24,0-1 32,0 1 13,0 0 9,-1 0 127,0 2-300,-2-1 63,0 1-111,-1 0 40,1 0-54,-1 0 13,1 0-37,0 0-85,1-1 162,-1 0-54,1 0-31,0 0-14,1-1-23,-1 0-18,1 1 31,-2 6 192,0-2 2,0 3 16,0-3 12,1 0-16,0-2 27,0 2-4,0-1-187,-1 0-184,0 1 33,-1 1-14,0 1 3,-1 0 43,0 1-10,-1 5 4,-2 0 193,2 1-30,-1-3 0,4-5-23,-1-1-7,1 0-24,0-1 3,-1 7 4,1-4-18,-2 6 24,-1 3-14,1-6 9,-1 6 15,3-9-3,-1 0 25,0-1-6,1 0 10,-1 4-23,1-4 5,-1 3-23,2-6 19,0 0-26,0-1 33,0 0-19,0-1 30,0 0-23,0 0 35,0 0-22,0 0-9,1 0 17,-1 0-27,1 0 21,-2 1-11,1 1 7,0-1-37,0 2 52,0-1-58,0 0 64,0 0-54,0 0 35,1-1-59,0 1 22,0 0-17,0 0 4,0 1-155,0 0-22,1-1 18,0 2-14,0-1 15,-1 0 13,1-1 15,-1 0-9,1-1 192,-1 1-21,0 5 23,1-4-14,-1 5 16,1-5-17,-1 1 19,0 1-20,0-1 11,1 1-4,0 1 11,0 1 4,0 0-117,0 2 9,0-2-24,0 1 14,0-2-8,0-1 8,0 0-5,0-1 6,1 1 102,1 0 81,-1 0 4,1 1-3,0-1 5,-1 1 2,1 5 4,-1-3-5,1 3 0,-1-4-79,1 1 0,-1 1 5,0 0-9,0-1 2,0-1-6,0-2-1,1 0-9,1-1-8,2 5-12,0-5-19,2 5 3,-1-6-28,1-2-4,0 1-2,0-3 11,2 0 31,0-3 43,2-1 43,2-4 45,3-5 37,2-6 38,4-5-262,2-4 278,5-4-2995,2-2 2704,4-1-58,1-3-421,2 1 1,1 0-527,0 1-1269,0 3-1820,-1 0 4150,2-1 1,-18 13 0,-4 2 0</inkml:trace>
  <inkml:trace contextRef="#ctx0" brushRef="#br3" timeOffset="882137">20415 4227 20675,'-12'-38'-876,"-1"1"1,-7-23 962,19 62 1338,0 6-901,1 2-524,-1 8 240,1 11-150,2 8-278,0 2 1048,1 1-513,2-10-1403,-1 1 909,1 0 94,0-1 12,0 0 11,0-2 194,4 6-148,-1-11 9,3 2 39,-2-14-233,1-4 246,3-2 345,2-3 743,2-5 77,16-15 61,-4-3-447,14-16 766,-7 1 269,5-5-1053,-19 19 1,1-1-163,11-14 1,1-2-1231,-8 9 1,0-1 853,8-10 0,-1 0-219,-10 10 1,-1 2-104,0-1 0,0 0-40,0 1 1,-1 0-162,0 0 1,1 0 8,-2 2 0,1 1 24,-2 0 0,1 1-159,19-23-290,-2 3 503,-12 15 1,-1 1-105,10-13-441,-12 17 1,-2 1 756,4-4 307,-3 5 12,-3 4 782,-2 3-437,-2 4 1190,-1 2-1930,4 4 0,-4 3 0,2 6-1177,-2 13 850,-4 17 1,-1-12 0,-4 4 0</inkml:trace>
  <inkml:trace contextRef="#ctx0" brushRef="#br3" timeOffset="898819">20713 14838 9199,'-19'-41'670,"1"0"0,1 3 1,4 9 2018,8 21-2347,2 2 912,0 1-1058,0 2 457,2 0-648,-1 2 1668,1 1-1656,1 4 28,0 1-6,0 7-11,0 1-11,0 3-1,2 3-4,0 1-7,1 1 6,1 0-5,0 0 0,1-1-6,1-1 11,2-2-6,-1-1 1,2-2 5,-1-2 12,2-2-1,0-1 12,0-2 22,0 0 16,1-3 40,0-2 28,0 0 18,2-4-7,0-3-22,0-4-6,0-3-28,2-4-5,-1-3 0,4-4-18,0-3-1791,2-4 1792,2-3 11,2-3-307,1-2 366,-6 11 0,0-1 31,11-13-82,-12 14 0,1 1 93,5-7-22,-1 1-23,-2 4-40,-2 2-27,-3 3-17,-2 4-123,-2 3 111,-2 3-16,-2 3-16,-1 1 4,1 2-10,-2 1 1700,3 2-1717,-1 2 343,5 1-399,-4 2 66,3 1-212,-1 2-173,1 4-253,1 1-408,0 4-785,1 1-4792,-2 3-1245,-1-1 7869,-2-1 0,-5-7 0,-1-4 0</inkml:trace>
  <inkml:trace contextRef="#ctx0" brushRef="#br3" timeOffset="900920">20988 15643 14219,'-25'2'678,"3"0"-449,10 3-10,-1 0 11,-1 1-12,1 0-33,-2 1-6,1-1-16,-1 0-7,-1 1 1,-1-1-6,-1 0-22,-2 0-17,0-1-3414,-4 1 3375,-1-1-1497,-2 0 1486,-2 1-1781,-2 0 1781,-1 2-1,-1 0 12,0 2 61,-17 6-61,12-3 6,-11 5 83,2-2-89,13-2 0,-9 1-520,15-6 508,1-1 1512,1-1-1528,1 0 0,0 0-6,1-1 0,0 0-5,-1-1 33,-14 3-45,7-2 1582,-12 4-1582,9-2 0,-3 3 12,-2 1-6,-1 0 2649,1 0-2637,4-1-1,2-2 6,5-1 39,-5 2 5,8-2-38,2-2-6,11-2-1,8-3 963,2-1-911,1 1 406,2-1-491,-1 2-6,0 0 12,-2 3-11,-1-1 11,0 3-1,0-1 7,1 0-6,0 2 5,1 1 0,0 1 6,0 0 6,1 2 5,0 0 6,1 0-6,0 1 17,0 1-5,1 2 21,2 1 1,0 2 11,1 1 0,0 2-3397,0 2 3380,0 2-2268,0 1 2262,-1 3-581,0 15 570,-1-9-445,0 12 440,-1-15 1731,-1 0-1698,0 14 12,0 4-23,0-1 1795,1-5-1811,1-13-6,0-3 836,0 1-842,1-1 45,2 12-39,-2-8 995,1 7-939,1 1-56,-2-10-401,0 9 401,0-12 0,-2 1 0,1-1-6,0 1 6,-1 1 0,0 0-1,0 0 946,0-1-906,0 11-45,0-10 0,0 8 7,0-12-18,0 0 11,0-1-11,1 0 11,0 0-5,1-2 5,0 0 45,1 11-45,-1-8 107,2 19-79,-3-18 46,1 8-74,-2-11 0,-1 1 34,0 11-39,0-8-6,0 7-6,0-10 6,0-2-6,-1 0 6,1 8-16,0-7-1,0 4-6,0-8 454,0-1-448,0 1-5,0-2 0,0 2 5,0-2 320,1 2-314,1-2-12,-1 0 29,1 6-23,1-4 0,-1 5 12,0 3-7,-1-6-4,0 6-1,0-10 0,-1 0-5,1-2-1,-1-1 12,0 5-17,0-7 6,0 5-6,0-7 0,0 0 5,0 1-5,0 0 11,-1 4-16,1-2 10,0 2-5,0-5 0,0-1 12,0 0-7,0-2-5,0 1-5,0-1-7,0 1 12,0-1 0,1 2 0,0-2 34,0 1-6,0-2-6,0 0 1,0-2-29,-1 2-5,2-1 5,-1 0 1,1 2-6,0-1 5,0 2 0,0-1-10,1 0 16,1 0-17,0 1-11,5 3 17,-2-2-1,4 3-10,3 1 5,-2-4 6,4 3 5,-2-5 6,0-1 0,1 0-5,2-1-1,0-1-5,3-1-17,0-2-6,3-1-3430,3-3 3340,3-3-83,4-4-449,10-10 3,-1-5 1,4-2-396,-6 2 1,1-2 578,-5 3 1,3-3-1,-2 1-1157,4-4 0,-2 0-80,-2 0 1,-1 0-1923,-5 3 1,-2 1 3627,-3 2 0,-4 3 0,3-2 0,-12 9 0</inkml:trace>
  <inkml:trace contextRef="#ctx0" brushRef="#br3" timeOffset="1.21567E6">5949 3306 23933,'-25'-34'-6681,"3"7"4514,19 25 2358,0 1 1058,0 0-351,1 1 269,-1 0-262,1 0-373,1 0 1463,4 0-72,2 0-652,4 0-701,1 0 51,2-1-429,2 0 45,4-1 71,13-1-68,-4 0 9,12-2 2,-6 2-2,3-2-77,3 1 0,4-1-76,3-1-19,4 1-32,2-1 13,1 1-22,2 0-2,-1 0-75,2 0-1,-1 2-21,-2-1-7,-1 1 50,-4-1 5,-3 0 1,-5 1 49,-4 0-18,-5-1 70,-7 2 46,-4-1 43,-6 1 64,-4 1-39,-4 0 166,-3 0-2662,-2 1 55,-1 3 1902,0 2 1,0-3 0,0 0-1</inkml:trace>
  <inkml:trace contextRef="#ctx0" brushRef="#br3" timeOffset="1.21709E6">5861 2494 19830,'-3'-2'-3296,"1"0"2603,2 2 2456,2-8-1840,2 6 2017,5-5-837,9 6-678,-1 0-263,8 0 1326,9-2-30,-6 1-1258,11-1 702,-10 0-1419,0 0 277,0 0 415,0 0-33,11-1-23,-10 2-75,7-1-27,-15 2-50,-2 1-168,-4-1 97,-2 1-70,-6 0 191,-2 0 484,-4 0-280,-3 0-106,-3 2 457,-3-1-51,-6 2-69,-2 0 72,-4 0-128,-2 0-18,-1 0-37,-2 0-70,-1 0-467,-13 1 45,-4 1-18,-1 0-4,4-1 160,3 1 11,10-2-17,-7 2 97,14-2-36,1-1 109,3 0-30,-4 0-100,7 0-46,-1-2-197,7 1-128,3-1 215,1 1-89,1-1 882,4 3-1986,5-2 696,1 3-214,4-3 571,-2-1-6,2 0 22,1 0 87,3 0-724,3 0 2123,1-1-634,2-1 227,1 0-390,0-1-84,1 0-93,7-2 69,-5 1-21,-1 0-46,-9 1 59,-9 2 10,-5 0 38,-1 1-522,-15 4 500,3-1-48,-13 4-17,5-2 81,-15 5-112,6-2 187,-10 2-168,11-2 319,2-2-543,1 0-68,4-1 179,-1-1-246,7-1 131,1-1-13,8-1-85,1 0 156,2-1-608,7-3 805,0 1-93,8-3 128,0 0-105,5 0-64,2-1 59,5 0-211,3-1 105,4 1-375,3 0-966,22 0 1117,-20 4 1,-1 1-1,13-3 1,-2 4-1</inkml:trace>
  <inkml:trace contextRef="#ctx0" brushRef="#br3" timeOffset="1.22318E6">4319 3665 17683,'-45'27'4460,"6"-4"-3126,23-17-1164,-2 1-113,-1 0-69,-1 1 86,-1-2-132,0 1 723,-9 2-1096,-1-1 24,-6 2 241,5-2-18,9-4-6,5-1-97,7-1 119,2 0-78,0-1 63,2 0-83,-1 0 135,1 0-63,0-1 60,0 1 127,-3 0-132,3-1-12,-1 1 226,3-1-151,2 1 475,-1 0-134,2 0 78,0 0 510,0-1-829,1 1 380,0 0 399,1 1-1352,-2 0 262,2 1-680,0-1 249,-1 1-482,1 0 657,-2 2 326,1 3-1021,-1 0 1752,0 2-776,-1 2 711,2-2-416,-2 5 80,1-3 188,0 0-402,0 1 81,1 0-163,0 1 27,1 0 28,0 7-15,0-4-129,1 4 88,0-5-255,1 0 60,1-1-89,1 1 216,2 8-94,-2-4 33,1 4 13,-2-6 108,0 0 157,0-1 112,-2 2 281,1 0-14,-2 0 217,1 1-89,-1 0 119,0 8-83,0 4-151,0-1-2,0 0-140,0-10 45,0 0-172,1-1-64,0-2-18,1 1-167,0-4 12,0 1 12,0-1 0,0 1 210,-2 6-4,1-5 96,-1 6 37,-1-7 329,-1 1 81,-1 1 31,-1 0 149,-1 9-239,2-5-145,0 4-7,2-8-241,0-2-174,2 1-235,1-2-243,1 1-289,2-2-60,4 6-216,-2-5-9,2 3 69,-3-5 100,3 5 154,-4-4 348,1 5 224,-3-6 367,0 1 386,-2 0 124,-1 0 202,0 0 33,0 0-50,0-1-71,-1 1 80,-2 5-128,1-5-166,-1 4-118,2 0-299,1-5-82,0 4-79,0-6-91,1 1-294,0 0-150,2-2-231,0 2 87,0 6 268,-1-3 51,1 5 152,-3-5 145,1 1 225,-1-1 119,0 0 220,0 1-32,-1-1 56,-1 0 46,-2 0 122,1-1-137,0-1-21,0 0-116,1-3-28,0 1-12,1-2-194,0 0-266,0 0-212,1 0-145,0 1-13,0 0 65,0-2 23,1 2-109,0 4-11,1-3 64,0 6-3,0-5 179,0 1-49,-1 0 184,0 1-54,0 1 124,1 0 10,0-1-41,0 1 187,0 5-113,0-5 87,-1 3-176,1-6 41,-1 0 8,0-1 19,1 1 121,0-3-272,0 4 127,-1-3-17,0 4 130,0-4 72,-1 0 87,1 1-82,-1-1 124,0 1 159,-1 2-15,0 0 76,-1 1-36,0-2-27,0 1-127,0 0 11,2 1-212,-1-1-29,1 1-170,0 0-98,0 0-97,0 1-27,1 1-44,0 0-27,1 0 39,1 0-56,-1 1 110,2-1-85,-2 0 122,1-2-122,-1 4 243,0-5 13,-1 4 235,1-6 26,-2 1 162,0-2-11,0 0-5,0-1 155,0 1-208,0 0 90,0 0-166,0 0 49,0 0-149,0 0 84,0-1-67,0 5-39,1-4-97,1 5-150,1-6-306,1 2-217,2-2-218,0 1-68,1-1-282,1-1 363,8 1 415,-2-3 468,7 1 493,-3-5 610,3-2 339,2-1 201,3-3 404,3-2-190,3-4-276,3-2-385,4-3-438,4-3-1182,3-2-3034,3-3 3649,-19 9 1,-2 0 0,2-2 0,1 1 0</inkml:trace>
  <inkml:trace contextRef="#ctx0" brushRef="#br3" timeOffset="1.25506E6">8924 4050 11732,'-18'-6'689,"4"1"-437,12 5 1647,1 0-835,0 1-688,-1-1-85,1 1-73,0-1-44,-1 0 184,-3 0-184,2 1 5,-4 0-17,3 0 12,-2-1-17,1 1-6,1-1-17,0 0-38,2 0 16,0 1 902,1-1-986,5 0 0,-2 0-17,4 0 0,-3 0 12,0 0-6,-1 0-6,1 0 0,-1 0 6,1 0-12,0 0 18,1 1-1,1-1 17,2 1 12,1 0 10,2 0 12,2 0-6,2 0-5,2-1 0,2 1 88,3-1-8,1 0 251,2 0-16,2 0 5,-1 0-12,2 0-4,-2 0 5,1 0-106,-2 0-5,-1 1-259,0 1-7,8 0-1,-7-1 3,5 1-10,-8-1 2,1 0 6,0 0 1,1 0 11,1-1 22,0 1-8,0 0 5,1-1 4,1 0-8,1 0 7,1 0-4,1 1-3,1-1-6,0 1-840,1-1 850,-2 0-6,1 0 11,-2 0-19,-2 0-143,-1 0-291,-3 0 303,1 0-36,-3 0 33,0 1 799,0-1-808,-1 0 11,1 0 149,0 0-6,2 0 1,1-1 20,1-1-19,1-1 29,15-2-27,-9 1-223,12-2 228,-11 4-3192,-1-2 3181,1 2-6,0 0-341,-2 0 317,-1 0 8,-2 0-17,-2 0 14,0 2-1,-3-1-154,0 1 170,-2 0 322,-3 0-483,5 0-13,-6 0 28,2 0-9,-4 0 8,-1 0-4,3 0 3120,1 0-3110,2 0 650,0 0-514,2 0 6,2 0-3151,-1 0 3140,1 0 0,0 0-92,0 0 92,-1 0 0,-1 0 0,-1 1-57,-1 0 5,-2 2-6,-1-2 6,3 2 3338,-6-2-3349,3 1 134,-7-1-129,1 1 63,0-2 1,2 2 16,-1-2-16,2 0 5,-3 0 0,1 0-16,0 0 10,1 0 1,1 0 0,0 0-1,1 0-5,0 0 0,0 0 0,1 0 0,7 0 6,-5 0-1,6 0-5,-8 1 0,5 0 6,-6-1-6,4 1 0,-7 0 0,-1-1 0,1 1 22,5 0-10,-3-1-12,4 2 11,-3-2-11,0 1 0,1-1 0,1 1-6,1-1 6,0 0 0,1 2 0,-2-2-5,0 2 16,-2-2 0,-1 2-11,-2-2 22,4 0-10,-6 1 4,4-1-4,-7 1-1,0-1-6,-1 0 1,1 0-6,-2 0 0,2 0 6,-2 0-1,2 0 12,0 0 5,0 2 1,2-2-6,1 1-12,1 0 1,0 1-6,1 0 5,1 0-5,-1-1 6,1 2-6,-1-2 0,0 1 11,-2 0 0,0 0 1,-2-1 16,0 0 72,-2 0-38,0-1-6,-1 0-11,-2 0-12,0 0 7,1-1-35,1 0 6,0-1-11,2 0-16,1 0 10,1-1-5,2 0 5,1 1 6,2 0 0,0 0-11,0 1-11,-1 0-46,0 1-172,-2 0-561,-2 1-2257,-2 2 3058,-3 3 0,-1-3 0,-2 2 0</inkml:trace>
  <inkml:trace contextRef="#ctx0" brushRef="#br3" timeOffset="1.33583E6">11869 1660 29702,'-42'-9'-260,"0"-1"1,4 1 0,8 3 7,19 5 556,0 0 66,-2 0 154,1 1-282,0 1 186,2-1-102,6 1 605,-1 0 39,1-1-970,2 1 0,0-1 0,7 0 0,1 0 0,7 0 0,0 0 0,5 0 0,4-1 0,4 0 0,8-1 0,4-1 0,8-1 0,6-1 0,6 0 0,-26 2 0,1 0 0,2 0 0,0 0 0,3-1 0,0 0 0,2 1 0,0-2 0,1 1 0,0 0 0,1-1 0,0 0 0,0 0 0,0 0 0,-1 0 0,1-1 0,-2 1 0,0 0 0,0 0 0,-1 0 0,-2 1 0,0 0 0,-2 0 0,-1 0 0,29-1 0,-5 0 0,-8 1 0,-7 2 0,-8 0 0,-8 1 0,-7 0 0,-7 1 0,-5 0 0,-5 0 0,-2 2 0,-6 3 0,0 1-351,-5 3 34,1-1-586,1 2-1478,-1 1-5879,2 0 8096,2-1 0,2-4 0,2-3 1</inkml:trace>
  <inkml:trace contextRef="#ctx0" brushRef="#br0" timeOffset="1.44858E6">7278 5062 20121,'-42'-3'244,"0"-1"0,4 2 1,7-1-82,17 0 94,-5-1-1,0 0-186,0 0 6,2 1 37,5 1-150,1 1 215,-5-1-133,5 1 126,-2 0-9,5 1 89,1 0-10,1 0-46,0 0-35,2 0-65,2 0 259,0 2 179,0-1-236,2 2-630,-1-1 320,1 1-463,1-1-304,1 0-87,1 0-77,1 1 190,1-1 326,1 0 529,2 0-8,0 0 341,9 1 433,-3 0 128,8-1-63,10-1-362,-5 0-24,13-1-333,-9 1 41,3-1 185,2 1-191,1 0-16,22 1-99,-13 0-1288,16 0 1096,-17 1 6,-1 0-1,19 1-11,-15-1-95,13 2-6,-21-3-649,11 0 581,-15 0-2705,6-2 2767,-17 0 27,-3 0 229,-2 0-51,-1-1 838,0-1-570,1-1 29,0-1 22,1-1 457,0 1-403,13-3-82,-7 2-33,9-2-78,-10 2-71,2 1-76,-1 0-60,1 0 13,10 0-49,-10 1 3190,5 0-3347,-9 1-54,-9 0 36,0 2 134,-9-1 67,-2 1 16,-2 0 641,-1 0-896,-6-1-181,2 0 143,-6 0-54,3 1 156,-2 0-33,-2 1 147,-5 1 70,2 1 133,-5 1 235,3-2-154,-1 1 41,-11 1-138,4-1 14,-8 2-61,7 0-33,-2-1-47,-3 2-723,-1-2 702,-3 1 28,-1-1-406,-2 0 374,-1-1-3,-17 2-54,-5-1 24,0 1-1168,2-1 1192,16-1-15,0-1 23,-1 1-20,-1 0 21,0 0-18,-1 0 64,0 2 156,-1-1 11,1 1 18,-1-1-21,1 1 30,0 0-14,2 0 6,2-1-22,2-1-191,3 0-11,2-1 122,-10 2-96,12-1 338,-20 2-9,23-2-24,-7-1-6,13-1 1132,3-1-1194,3 2 82,1-2-61,2 2 467,-2 0-676,5 0 357,-2 2-178,6-2 79,0 0 165,1 0-219,1 0 195,1-1-132,1 0-60,0 1-295,2-1-528,0 0-567,0 0-90,0 2 120,0-1-170,0 0-217,2-1 263,2 1 551,2-1 760,1 0 472,3-1 152,2 0-48,11 1 34,-2-1 446,9 1-302,-6 0-276,2 0-332,3 0 83,1 0-197,3-1 76,2 1-453,3-1 268,4 0 46,3-1 32,4-1-19,-10 0 1,2-1-664,-10 1 0,2 0 672,10-2 1,2 0-13,4 0 0,1 1 4,-11-1 0,1 1-1416,13-2 0,0 1 1402,-14 1 1,-1 1-19,0-1 1,1 0-238,-1 0 1,1 0 207,-2 1 1,1-1-7,-1 0 0,0 1-297,-3-1 0,1 0 216,-2 1 0,-1-1-63,27-2-5,-6 1 1,-7 1 644,-7 0-653,-6 1 9,-8 0 2614,-4 0-2485,-7 2 657,-3 0-632,-4 0 1498,-3 0-1470,-2 0-916,-2 0-1249,0 3 1946,0 2 0,-1-1 1,1 0-1</inkml:trace>
  <inkml:trace contextRef="#ctx0" brushRef="#br0" timeOffset="1.45295E6">9181 5075 11569,'-9'2'1188,"1"-1"-714,8-1 1180,0 0-1337,-60 9 87,42-6-2385,-16 2 0,4 0 2231,24-5 802,1 0-924,-1 1-6,1-1 35,-1 1 81,-1-1-132,-1 0-8,1 0-39,0 0 3471,-3 0-3509,0 0-46,1 0 42,1 0-82,5 0-7,0 0 44,3 0 212,-1 1-199,3 0 45,2 2 145,10-2-35,0 0-10,5 0 115,5-1-110,-6 0-18,5 0-3141,-9-2 3418,0 2-434,-1-3 299,-1 2-23,2-2-60,-4 2-49,2-1 10,-4 0-4,1 1 3471,0 0-3210,2 0 319,1 1-59,1-1 781,10 1-723,9 0-56,1 0-41,4-1-339,-7 1 48,3 0-407,2 0-215,0 0-350,17 0 28,-14 0-39,11-1 69,-5 1-44,-10-2 31,6 1 36,-5-1 316,-8-1 329,5 1-3519,-11-1 3407,1 1-567,0 0 537,1 0 21,14-2-38,-8 2-27,12-2-9,4 3 111,-10-2-177,12 2 171,-14 0 3038,-1 1-3054,1 0 22,-1-1 16,13 0-23,-10 1 398,8-1-492,-16 0 13,-1 0-2,-2 0 37,-2 1-22,1-2 39,-2 1-3,0-1 25,0 0 446,8-2-327,-6 1-12,4-1-5,-7 2-22,-1 0-7,1 0-27,0 0-7,1 1-134,-1 0-7,0-1 2,0 1-2973,-2 0 2972,-1 0 349,3 0 350,-6 1-21,2 0 149,-8 0 22,-2 0 187,1 0 3160,-1-2-3268,0 2-402,0-2-205,1 0-455,0-1 6,1 1 44,5-3-150,-3 2 593,4-2-64,3 1-45,-5 0-103,5 1 410,-3 1-49,-4 1-91,1-1 21,-6 2-498,-1 0 24,-2 0 588,0 0-783,-7 0-10,0 0-160,-5 0-355,1 2-1468,-2 1-5427,0 2 7773,2-1 1,4-1 0,2-2 0</inkml:trace>
  <inkml:trace contextRef="#ctx0" brushRef="#br0" timeOffset="2.21351E6">7321 3174 16408,'5'-9'804,"-1"2"-177,-1 7 366,2 0-331,1 0-173,3 0-95,2 0-62,1 0 369,2 0-216,0 0-92,2 0-314,0 0-18,1 0-10,1 0 10,0 0 6,2 0-16,1 0 16,1 0-11,2 0-17,2 0 6,4 0-11,1 0 5,5 0 0,0 0-5,3 0 22,19 0-506,-11 0 478,15 0-823,-17 0 994,0 0 12,-1-1 20,0 1-16,-3-1 49,0 0-6,-2-1 27,0 1 133,-2-2-283,-2 1-9,-2-1 1,-2 0 24,-2 0-23,-2 0 17,-1 1 22,10-2-30,-9 1-10,8-1-22,-10 1 17,0 0-55,0 0 11,1 0-30,0 0-6,1 1-43,1 0 11,0 2-40,1-2-17,-2 2-22,-1 0-15,-5 0-11,-3 0 7,-3 0 321,-3 0-409,-3 0 770,-1 0-809,-2 1 6,-2 0-39,0 0-69,-2-1 260,1 1-94,-1-1 303,0 1 187,2-1-11,-1 0 33,2 0-4,1 0 106,0-1-155,2 1 254,1-3-93,1 1 24,1-1-157,1 0-86,0 0 6,3 1-246,-5 1-104,2 0-65,-8 1-224,0 0 59,-2 0 1250,-1 0-596,1 0 11,0 0 212,1 0 16,-1 0 44,1 0 14,3 0-229,-1 2-1159,2 0-1073,-1 2 1550,0 2 1,-3-2-1,0 0 1</inkml:trace>
  <inkml:trace contextRef="#ctx0" brushRef="#br0" timeOffset="2.67076E6">4254 7984 7946,'-10'-1'5612,"1"1"-5242,9 0 257,0 0-616,-31-1 40,23 1 184,-23 0-95,32 0 5,1 0-33,2 1 0,1 2 91,4 0-69,-1 0 45,3 2 40,-1-2 61,2 0 352,12 0 24,13-1-96,21-1-325,0-2-972,-26 0 1,1 0 927,26-4-102,-27 3 1,1-1-14,4 0 0,0 0-12,2-1 0,2 1-943,1 0 0,3 0 0,-1 0 912,8-1 1,1 1-16,-7 1 1,2-1 0,1 1-619,2 0 0,2 0 0,-3 1 617,10 0 0,0 0-6,-8 0 0,2 0 0,-3 1 0,5 0 1,-3 0-293,0 1 0,1 0 298,-1 1 0,0 0-12,-2 1 1,3 1 3,-5-1 1,3 1-1,-2-1-224,7 2 1,0 0 219,-8-1 1,3 0-1,-4 0 3,2 0 1,-2 0-4,1 0 1,-1 0 0,-2-1 0,0 0-1,-1 0 1,0 0 5,-2-1 0,-1 0 93,-1 0 0,-1 0-99,-1-1 1,-1 0-21,-1 0 0,-1 0 29,-3-1 0,1 1 988,27-1-966,-23 0 1,0 0 13,15-2 17,10 0 6,-26-2 5,-3 0 18,-3 0-1,-1-1 0,-1 0-5,-1-1-6,3-1 1927,1 0-1938,2 0 2315,2 0-2293,11-1-78,-13 3 16,11-2 1207,-26 5-1217,-1 1 397,-12 1-319,-3 0 431,-2-1-543,-6 0-40,0 1-94,-5-1 299,2 1-1072,0 0-1569,1 0-6093,1 0 8580,1 0 0,3 0 0,1 0 0</inkml:trace>
  <inkml:trace contextRef="#ctx0" brushRef="#br0" timeOffset="2.73353E6">4013 3212 19129,'6'1'3595,"-2"0"-1875,-4-1 979,0-2-3377,-3 2 1869,0 0-1063,-6 4 970,-1 0-159,-14 6 179,2-2-63,-11 5-282,6-4-773,-2 0 0,-2 1 0,-1-2 0,-18 6 0,10-5 0,-12 3 0,-2-1 0,14-4 0,-15 3 0,17-5 0,-3 1 0,2-1-131,-2 0-52,2-1-62,-1 1 119,-14 0 11,1 2 49,-8 2 78,19-2 49,9 0 96,12-3 34,4 0-14,1-1-5,4 0-76,1-1-96,4 0 0,2-2 0,2 1 0,0 0 0,2-1 0,-1 2 0,1 0 0,1 1 0,-2 0-178,2 0-649,-1 1 350,1 0-465,-2 4-328,1 4-11,-1 0 958,2 1-74,-1-2-143,1 1 477,0 9-504,0-4 490,1 8-385,0 3 224,1-5-240,1 7 211,0 0-40,0-7 82,-1 7 75,0-8 55,-2 1 103,0 1 108,0 1 87,0 14 40,-3 7 205,-2 14-1,-2-11 62,0-2-11,2 2-147,1-10-62,0 11 37,1 1-41,2 5-311,-1 0 24,2-3-181,0-15 12,0-1 19,0 0 17,0-2 46,0 0 22,0-2 194,-1 16-68,-1 3 51,0 1 7,0-5 6,0-14-6,2-1 4,0 15-32,1 3-80,0-18 0,0 0-52,2 17-95,0-5-2,-1-15-66,0 0 78,-1 1 12,1-1 80,-1 0 123,-1 0 66,0 11 123,-5 1 235,-2 13-15,-1-14 83,1-2 0,3-13-100,1 0-114,1-2-126,0 0-68,2-2-347,0 1 84,0 6-200,0 3-20,0-1 100,0-3 40,0-8 137,-1 0 30,1 0 91,-1 1 55,0 0-61,1 0 69,0 9-127,1-6-94,1 5-8,6 1-440,-2-8-7,9 17-251,-5-17-4,2 8-35,-2-10-4,0-1 24,-1 0 95,6 7 227,-1 2 4275,-1-2-3968,-1 0 106,-5-8 125,0 1 144,0 10 198,-1 3 97,-2 1 156,-1-2-8,-3-9 111,0 1-56,0 0-88,1-1-239,-1-1-104,1-1-385,1 0-32,1 5-182,0-7-175,4 10-29,-2-13-123,2 4 138,-3-8-25,1 1 145,-1-1 81,1 1 41,-2-1 192,1 0-9,0 3 153,2 1-73,-1 0 40,1-2-55,3-1-250,4 0-7,4 0-2,4-3 365,20-4 115,-9-6 1,3-2-1664,1 0 0,1-1 1583,9-3 0,0-3 87,-7 1 0,0 0-215,3-2 0,3-1 136,0 0 0,3-1 1,-1 0-794,8-3 1,0 1 421,-8 1 1,3 0 0,0-1 235,4-1 0,0 0 1,-7 2-1,-11 3 0,-2 1 1,15-5-1,0 0 0</inkml:trace>
  <inkml:trace contextRef="#ctx0" brushRef="#br0" timeOffset="2.73478E6">2116 4705 13919,'29'-56'1272,"-1"0"1,-2 5-1,-2 5-246,-2 4-121,-1 6-89,-4 4-117,-2 6-25,-3 5 1047,-4 7-1162,-3 4 161,-3 5-389,-1 3 72,-3 10-371,-2 4 485,-11 29-247,-1-3 65,4-10 1,-2 3-147,-6 9 1,-1 1-1250,4-8 1,-1 1 1116,-7 12 0,-1 0 84,5-11 1,1-1 101,-1 1 0,-2 2-509,-8 14 1,-2 3 341,0-1 1,0 1-161,1-1 0,0-2-568,4-5 1,3-6 896,-6 10-67,4-9-472,4-6-39,4-7 1312,3-6-1873,2-7-501,4-5-88,2-6-7880,-2-5 9222,4-1 0,-1-2 0,5 2 1</inkml:trace>
  <inkml:trace contextRef="#ctx0" brushRef="#br0" timeOffset="2.73497E6">1354 5087 19733,'-29'-41'-499,"0"1"0,1 2 1,11 9 2182,18 21-258,7 2 1629,6 2-2086,9 3-994,9-1 495,9 3-195,12 1 256,-22 1 1,2-1-71,4 1 1,1 1-918,5 0 0,1 1 153,5 0 1,0 0 165,4 1 1,0 0-498,2 1 1,3 1 554,-3 1 1,3 0 0,-2 0-566,-12-1 1,-1-1 0,1 1 569,12 2 0,2 1 0,-4-1-437,3 3 1,-3 0 260,-1 0 0,-1 1 50,-3 1 0,-1 2-613,-3-1 1,-3 2-845,-3 1 1,-2 1-2781,-6-2 1,-3 1 4145,14 13 1,-20-14 0,-11-8 0</inkml:trace>
  <inkml:trace contextRef="#ctx0" brushRef="#br0" timeOffset="2.73795E6">2126 1709 25937,'-43'-36'-1106,"1"0"0,3 4 0,10 5-476,23 17 294,2-2 1207,4 4 743,4 0 799,3 4 587,3 1-1496,3 1 1160,1 2-147,2 0 220,0 5-978,1 3-955,-1 7-1338,4 18-1321,-5-3 767,2 12 311,-8-8 459,-2 1 279,0 0 433,-1-2 515,0-3 489,0-2 300,3 2-193,4-9-664,1-4-153,4-12 1104,-1-12 1315,19-19 144,-5-1-1225,0-5 0,1-1 926,11-14-962,-13 14 0,-1-1-693,-6 7 1,-1 0-346,1-1 0,1-1 0,1-1 0,0-1 0,1 0 0,1 0 0,0 0 0,0-1 0,2 1 0,-1 1 0,1-1 0,0 1 0,0 1 0,-1 0 0,0 1 0,0 1 0,-2 1 0,1-1 0,6-6 0,1 1 0,-3 3 0,1 2 0,3-1 0,0 2 0,12-3 0,-11 17 0,-16 13-28,-4 7-582,1 8 0,-9-6 0,-1 2 0</inkml:trace>
  <inkml:trace contextRef="#ctx0" brushRef="#br0" timeOffset="2.74079E6">11469 5744 21461,'-33'-15'78,"0"0"1,-19-2-40,52 47-11,0 4-5666,1 4 5661,1 1-1,1 1 705,1 0-710,0-1-6,-1-1 0,-1-3 12,-1-3 5,-1-1 5,-3-3 7,-1-2 4,-3-3 7,-1-3-1,0-4 798,-1-4-703,2-4 35,0-2 21,1-4-16,2 0-62,-1-5-39,0-3-28,1-4 2990,0-6-3012,0-4-2411,0-6 2405,2-4-1331,0-3 1343,2-2-168,0-22 156,0 12-6,2-16-5,1 17 11,2 1-11,-1 2 11,1 2-6,0 5-5,0 5 0,0 3-6,0 5 2535,6 0-2557,5 5 2231,3 4-2220,4 6 6,-3 4 0,3 2-6,0 1-6,2 3 0,0 3 339,2 3-355,11 12 11,-8-4-645,8 11 651,-15-6-12,-2 1 0,-4 1 6,-4 1 5,-6 0 1,-3 0 5,-9 2 11,-3-2-5,-21 12 5,2-10-6,-13 7-5,7-14 17,-2-2 6,2-4-1,0-4 12,3-4 10,3-3 7,5-4-1,3-4 17,3-8-61,8-2 5,2-4-5,7 2-6,4 2 11,3 0-11,5 1 0,2 1 0,3 2 0,1 0 0,2 3 0,12-1 0,9 4-2770,0 0 2770,2 7-6,-14 2-5,0 5 5,10 9-5,-12-1 5,4 6-27,-11 7 22,-9-8 5,-2 11 23,-13-2-17,-3-7 11,-7 5 6,-13-3-12,2-9 7,-11 2-12,6-11 5,-1-3-5,-2-3-5,0-1-7,1-5-21,1-3 3302,-7-14-3426,12 1-162,-2-10-325,18 6-494,4-1-6244,15-9 6534,5 6 0,0 5 0,-4 10 0</inkml:trace>
  <inkml:trace contextRef="#ctx0" brushRef="#br0" timeOffset="2.74179E6">11902 5979 23293,'32'-15'174,"-3"1"-118,-12 4 0,0-2 0,0-2-6,0-2-5,0-2-6,0-1-5,-1-2 5,-1 0 0,-3 2 17,-2 1 22,-3 3 6,-4 1 12,-2 2 88,-7-3-100,0 4-11,-8-2-6,0 6-5,-2 2-12,-1 0-5,0 2-17,0 2 6,3 1-12,-3 0-16,7 3-6,-2 2 0,6 4 0,2 2 22,-2 2-11,3 2 12,-1 3-6,2 0-23,1 3 6,0 0-6,2 0 1,2 0 10,2 0 7,1 1-12,2-1 0,2-1-6,0 0-5,3-2 5,1-2 12,2-2-1,1-2 7,2-3-7,0-2 12,3-2-11,0-3 5,3-2 22,1-4-27,3-2 11,0-5-533,1-2 527,-2-3 6,-3-2 17,-4-2-1,-4-2 46,0-13-35,-9 8-10,-1-7 28,-9 1-34,-2 9-104,-4-6 121,-1 13 0,0-1 11,-1 4 5,2 1 1,0 3-1,1 2 7,2 1-12,1 2 521,1 1-555,2 2 83,0 2-105,6 0 0,3 1 16,18 6-4,-2 1-18,13 5 6,-4-1-622,4 2 644,2 0-28,1 2 1,16 10-18,-15-6 23,9 9 0,-20-7 0,-5 0 0,-4 1 0,-8 1 0,-5 1 0,-6 0 12,-8 0-12,-4 0 11,-8-1 11,-5-2 1,-2-1-1,-3-2-5,-2-3-12,1-2 1,0-5 0,2-2-6,0-4 11,4-3 0,1-4 6,3-3 0,4-5-17,2-4 0,4-1 5,2-3-5,4 1 0,1-2 0,3 1-5,2 1 10,3 0 606,10-5-622,0 6 6,7-3-12,-2 7 0,1 2-5,4 1-34,2 0-318,3 0 357,1-1-6,3 1 29,1-1 5,16-7 0,-14 3-529,9-6 534,-21 3 1,-4-2-167,-5-5 167,2-20-11,-7 7-711,2-16 716,-6 13 6,-2-1-6,-1-1 253,-2 0-247,-1-16-488,-2 16 488,-3-9 5,-1 22 1,-2 4 981,0 4-982,0 2 1,0 5-12,0 1 6,0 5 256,2 0-273,0 4 738,1 3-749,0 2 11,1 5 0,0 4-5,-1 6-1,0 5 6,-1 5 11,2 4-11,1 3 0,1 5 0,2 4-842,2 2 848,2 2-12,3 2 0,1-1-1203,1 1 1198,1-1-12,2 0-16,3-2-17,2-1-28,3-3-56,3-3-84,5-3-51,2-3-16,1-2-73,1-3-84,2-4-927,-1-4 76,1-3-191,-2-5-599,-1-3-2123,-3-4 4212,-2-6 0,-13 3 0,-3-3 0</inkml:trace>
  <inkml:trace contextRef="#ctx0" brushRef="#br0" timeOffset="2.74194E6">12957 5597 20398,'43'-25'-89,"0"0"1,1 1-1,-4 1 1,-1 1-1,-4 7-1194,21 6-4362,-2 2-4186,-8 1 9172,-8 0 0,-18 4 0,-9 0 0</inkml:trace>
  <inkml:trace contextRef="#ctx0" brushRef="#br0" timeOffset="2.74323E6">14254 5438 11519,'0'-5'4913,"0"2"-438,0 3-3826,17-64-1520,-12 41 1090,5-13 0,-2 1 134,-7 22 198,-1 2-288,-1 3 235,-1 0-335,-2 3-46,-4 2-50,-3 1-16,-3 1-12,-4 5-11,-4 3 6,-3 6-18,-2 5 718,-2 2-722,0 4-7,2 1-1369,1 2 1364,2 2-2879,4 0 2879,2 2-5,2 3-12,2 0-6,4 3-5,4 1-851,3 1 823,4 1-28,5-1-17,5 1-50,7-2-45,3 0-1110,5-3 959,2-2-533,19 5 1104,-8-15-879,15-1-748,-10-18 614,2-9-800,5-7 1068,3-9 367,-25 8 0,0-2 704,1-1 1,-1-1-560,0-2 1,0-1 22,-1-1 0,-1-1 16,-2 0 1,0-1 25,-3 0 0,-1-1 101,17-23 45,-7-1 393,-6 4-310,-6 1 41,-7 5 16,-5 4 27,-3 3 792,-5 4-775,-3 3-5,-3 3 3030,-9-3-3131,4 9-56,-3-1 556,5 11-657,0 2 1343,0 4-1393,0 4-1,-1 5 1,-1 4-3409,0 4 3392,-1 3-186,-1 2 158,2 2-6,0 0-10,1 1-1,0 0-6,1 0 7,2 0-1,1-3-6,1-1 1,1-1-12,2 1 6,1-7 12,2 0 55,5-10-34,0-2 3312,8-6-3317,-1-2 0,4-5-6,2-2 17,0-3-5,0 0-6,-1-2 34,-2 2-6,-4 0 373,0-4-339,-6 6 0,-1-1-6,-4 7-12,-2 3 29,-5 0-17,-5 4-50,-2 2-6,0 3-11,4 3-1,0 3-10,0 1 0,2 2-6,2 1 11,1 2-11,2 0 0,2 1 5,2-1-10,4-1 16,3 0-5,5-2-3404,5 0 3409,4-3-11,5-1 6,2-3-1,2-3 1,1-2-804,-2-2 809,-2-4-1981,-2-2 2003,-3-6 1236,-4-2-1224,-2-4 11,-4-3-11,-1-4-6,-3-2 6,-2-3-6,-3-2-91,-1-1 102,-2-1 12,0 2-1248,-1-1 1264,-1 2 12,-1 0-6,-1 2 334,-1 0-306,1 3-170,-1 3 198,0 2 60,0 5-94,0 2 2022,0 4-2072,2 2 2357,-2 4-2385,2 1 1696,0 2-1724,0 1 0,-2 4 11,0 2 0,-4 14-11,2-1 0,-2 9 6,5-4-6,2 1-6,1 0 12,5 1-12,5-2-5,5 0 11,19 7 0,-4-7-1024,14 6 1035,-6-10-6,2-1 7,1 1-7,-1-2-710,5 7 700,-17-5-7,-2 4-10,-19-6-17,-11 0-495,-18 11 338,-3-7-107,-15 7-133,6-9-186,-1-1-2993,3-4 2344,3-1-340,6-5-2276,6-3 3887,4-4 0,8-1 0,1-1 0</inkml:trace>
  <inkml:trace contextRef="#ctx0" brushRef="#br0" timeOffset="2.74362E6">15509 5297 14594,'1'-8'4308,"-1"3"-3485,0 5 2314,0 0-7294,-29 30 4264,26-18 960,-14 27-961,30-30 0,7 0 12,-3-6-12,1-1 1,1-2-6,0-3-17,0-3 5,0-4-22,-2-3 6,0-2 0,-3-2 5,-2-3 6,-2-1 6,-3 0 16,-4-1 6,-1 3 157,-8-5-22,-5 4-140,-4 0-7,-2 8-16,3 7 3392,0 2-3408,-1 1-12,1 2 5,1 1-16,0 2 17,-4 7-57,4 1 23,-3 5-17,5-1 6,1 2 0,1 3-17,0 2 6,3 2-18,2 0 12,2 1-5,3-1-12,11 9-11,2-9-56,10 7-374,0-12 82,4 0-879,7 0 645,4-1-527,7 0-1995,8-1-587,6-1 3719,-22-7 0,-2-2 0,4 0 0,0 1 0</inkml:trace>
  <inkml:trace contextRef="#ctx0" brushRef="#br0" timeOffset="2.744E6">11870 7124 9807,'-46'13'226,"-1"-1"1,0 1 0,0 0 0,-12 3 0,1 1 0,3-2 196,-8 3 0,5-1 50,2-1 1,2-1-15,6-1 0,1-1-73,6-2 1,2 0-107,6-1 0,2-2 151,-15 6-150,19-6 2490,19-4-2659,48-17-5,9-1-384,-3-1 1,3 0 329,0-1 0,2 0-20,-11 5 1,0-2 0,2 1-6,4-2 0,2 0 0,0 1-291,4-2 1,2 0-1,1 0 281,3-1 1,1 1 0,1-1-183,-13 4 0,0-1 1,1 1-1,0 0 169,2-1 1,1 0 0,0 0-1,0 1-341,2-1 0,0 0 1,1 0-1,-1 0 340,2 0 0,1-1 1,-1 1-1,1 0-126,0 1 1,1-1 0,0 0 0,0 1 131,1-1 0,-1 0 0,1 1 0,0-1-48,0 1 0,1 0 0,-1 0 0,0 0 42,1 0 0,-1 0 1,1 0-1,-1 0 0,0 0 0,0 1 1,0-1-1,0 1-3,-1-1 1,-1 1-1,1 1 1,-1-1-1,0 0 0,0 0 1,-1 0-1,0 1 1,-1 0 1,-1 0 0,0 0 0,-1 0-2,0 0 1,-1 0-1,0 0 1,0 1-1,-2-1 1,-1 1-1,0 0 1,0 0 87,14-3 1,0 0 0,-1 0-96,-2 1 1,-1 0-1,0 0-11,-1 0 1,-1 0-1,-1 0-9,-1 0 0,-1 1 0,0 0-1,-2-1 1,-1 1 0,0 0-2,-3 0 1,0 0-1,1 0-250,11-4 0,3-1 0,-4 1-189,-15 4 0,-3 0 0,2-1-833,7-3 1,1 0 0,-4 0-3065,-7 2 1,-5 0 4482,18-9 0,-25 10 0,-14 5 0</inkml:trace>
  <inkml:trace contextRef="#ctx0" brushRef="#br0" timeOffset="2.74478E6">16213 5337 19204,'-5'0'2223,"1"0"-671,4 0-1490,35-66-3233,-8 42 3176,1-14 1,4 2-6,14 20-34,4 2-50,4 1-166,2 3 37,1 2-95,0 2-834,0 3 532,-3 2-191,-4 2-145,-6 4-63,-10 3-83,-9 4-207,-12 2 1041,-8 3-1389,-13 2 213,-9 3 460,-11 2 79,-8 2 940,-7 0 291,-5 0 274,-2-1 297,-4 1 259,2-2 797,-1 0-635,4-1-146,4-1-197,5-3-230,7-2-93,6-3-114,8-3-44,6-3 1427,6-2-1466,4-2 1164,6-2-1275,4-1-55,8-2-154,7-2-66,8-3-946,10-5 912,6-2-22,8-3-12,3-2-6,2-2-1055,1-1 1039,-2-1-1488,-3-1 1471,-4-1 5,-6-2-1028,-6-1 1040,-6-2 162,-7 0-146,-6-1 6,-6 0 6,-8 0 6,-3 0 16,-9 3 6,-3 1 16,-7 4 23,-3 2 11,-3 3 6,-1 3 39,-1 4 670,0 2-659,0 3-11,4 3-45,2 2 1402,4 1-1441,4 2 1424,3 2-1446,3 3 656,1 1-667,2 3 124,1 2-119,3 2-17,2 2 12,6 3-12,3 2-6,5 2-582,4 0 566,2 3-17,3 0-34,2 2-61,0 0-90,-2 0-162,-2 0-274,-5-1-332,-7-1-330,-7-1-512,-7-1-1218,-7 0-5065,-4-4 7714,-3-4 1,6-9-1,3-3 1</inkml:trace>
  <inkml:trace contextRef="#ctx0" brushRef="#br0" timeOffset="2.74529E6">17915 4719 15757,'-18'-40'599,"-1"-1"1,2 4 0,1 8 1936,4 17-2284,-2 3-84,0 3-45,-1 3 864,-1 1-925,-2 6-17,-2 3-17,-1 6 33,-2 6-27,0 3-12,0 7 12,0 4-40,1 4 536,2 3-519,2 3-11,4 2 306,4 2-306,4-2-11,3 1 22,6-2 6,4-1-11,6-4-905,25 10 893,-3-15 6,-8-14 0,2-1 0,20 2 0,4-3-1814,5-6 1814,0-5 11,-1-3 0,-2-8 17,-5-4 6,-4-9-217,-18 1 1,-1-4 216,11-13 2,-11-1 0,-3-3-2,-3-12-69,-8 14 1,-3 0 67,-2-21-5,-4-3 0,-3-4 6,-5 1-23,-4 0 6,-7 3 22,-5 4-5,-6 4-1,-6 6 18,-4 6-18,-5 5 18,-1 8-7,-3 6-10,0 7-17,2 5-6,2 5-5,2 8-1420,5 4 1414,3 9-12,-9 21-420,14-4 426,-5 18-398,15-11 393,6 3-6,4 2-6,3 2-27,8 1-40,4 1-94,10 0-136,6-2-245,7-1-314,5-3-270,5-2-27,7-4 397,-23-21 1,2-1-698,2-1 0,0-2-633,2-1 0,2-2 2109,6 1 0,-3-2 0,5 1 0,-1-3 0</inkml:trace>
  <inkml:trace contextRef="#ctx0" brushRef="#br0" timeOffset="2.74554E6">18868 4313 21145,'-50'-19'355,"0"0"0,4 1 0,9 11-204,18 27 46,3 3 72,-2 21-157,8-6-11,-1 14-23,9-11-22,5-1-11,4-1 21,6-1-22,4-2-4,5-1-1719,4-2 1724,4-3 33,21 6-72,-10-11-40,13 3-61,-17-15-129,-1-3-303,-1-4-560,-2-3-1298,-1-2 2391,2-4 1,-17 2-1,-1-3 1</inkml:trace>
  <inkml:trace contextRef="#ctx0" brushRef="#br0" timeOffset="2.74595E6">19204 4316 23976,'20'58'62,"-2"-5"-40,-12-22-11,0 0 29,0 9-18,-3-11 0,-1 5 18,-2-14-18,0-2 6,0-2 6,-1-4-1,1-3 57,-1-3 251,0-2-161,0-2 21,1-9-162,0-2-5,0-8-12,1-1 6,1-4-5,2-3-1,1-5-5,1-3-3387,2-5 3398,0-3-2268,0-1 2285,2 0-555,0 3 678,7-9-73,-4 15-22,6-5-11,-5 20-34,2 2-12,-2 4 1998,8 4-2009,-4 4 1,5 1-12,-5 8 2969,3 1-2963,1 6 1279,2 4-1285,3 4-11,1 3-33,0 4-3600,14 16 3353,-10-7-201,8 12-2194,-5 0 1062,-10-12-995,5 8 2625,1-9 0,-18-19 0,7 4 0</inkml:trace>
  <inkml:trace contextRef="#ctx0" brushRef="#br0" timeOffset="2.74621E6">20042 3917 19921,'-4'-8'2448,"1"2"-1798,3 6 559,0 0-1035,-11-62-90,10 46-45,-7-46 6,24 73 0,5 13-23,6 7-1026,2 12 1026,-4-5 12,2 6-6,2 5 0,1 3-22,0 3-9,-16-26 0,0-1-17,0 1 1,-1 2-88,3 13 1,-2 1 11,-4-11 0,-1 1-20,2 9 0,-3 3-571,-4-2 0,-2-2-891,-2-9 0,0-1-244,-2 10 1,-3-2-6979,-6 8 8799,-3-9 0,6-20 0,2-9 0</inkml:trace>
  <inkml:trace contextRef="#ctx0" brushRef="#br0" timeOffset="2.74664E6">17614 5730 18868,'-38'2'1089,"0"-1"1,-20 2-654,67-5 444,21-6-510,5-1-3585,21-5 3473,1-1-152,-23 7 0,1-1-8,3 0 0,2-2-11,3 1 0,3-2-732,2 0 1,5-1 0,-2 0 673,-8 3 1,-2 0 0,3-1-10,13-2 1,3-2 0,2 0-209,-10 2 0,2 0 0,-1-1 0,-1 1 195,5-2 0,-1 1 1,2-2-309,0 1 1,2-1 0,1 0-1,-3 0 310,3-1 1,-2 0-1,0 1-111,-12 2 1,1 1-1,0 0 1,0-1 108,1 1 0,0-1 0,1 0 0,0 0-2,1 0 1,0 1 0,1-1-1,-1 1-1,1-1 0,1 0 1,-1 1-1,1-1-2,-1 1 1,1 1 0,0-1 0,0 1-5,-1 0 1,-1 0 0,1 0 0,3 1 2,-1-1 0,4 1 0,1-1 0,-1 1 0,-4 0-1,0 1 0,-4 1 0,0-1 0,2 1-3,10-3 0,3 0 1,-1 1-1,-6 1 1,-7 1 0,-4 0 1,-1 1 6,17-3 1,-1 0 64,-8 0 1,-2 1-82,-7 1 0,-3 0 295,-6 1 0,-2 0-614,18-7-2635,-11 0 2965,-20 4 0,-7 2 0,-12 5 0</inkml:trace>
  <inkml:trace contextRef="#ctx0" brushRef="#br0" timeOffset="2.77449E6">10855 3321 10875,'-6'1'4178,"0"-1"-3528,-54 5-2363,39-4 1945,-14 1 0,2 0 191,20-2 619,1 0-698,0 0 359,2-1-487,1 0-49,0-1-1,0 0 1516,-5 1-1220,-2-2-171,-6 1-207,3 1-14,-1 0 37,4 1 51,-1 0 134,-1 0 27,-1 1-14,1 0 320,0 0 129,-7 1-95,8-1-12,-4 1 152,5-2-351,7 0 14,-2 0-83,8 0-322,-1 0-34,2 0-25,-1 0 16,1 0-48,-1 0 43,2 0-42,-2 0 50,2 0-11,-1 0-1,1 0 1,-1 0 5,0 2 298,-2-2 96,0 3 74,0-2-10,-2 3 12,1-2 50,1 1-77,1-1-26,3-2-1165,3 2-131,5-1 566,9 1-62,2-1 30,5-1-10,-4 0 72,3 0 69,1-1 902,4 1 124,2-1-650,5 0 36,24-1-565,-24 0 1,2 0 398,13-1 0,1 0-574,-8 1 1,-1-1 561,2 1 1,-1 0-21,-11 1 0,0-1-5,1 1 0,1 0 4,0-1 0,0 1-8,1 0 1,2-1-5,16 0 0,2 1-71,-13-1 0,1 1-1234,14 0 1,-2-1 1230,-14 1 1,-2 0-3,0 0 1,0 0 3,0 0 1,0 0-785,-1 0 0,-1 0 784,1 0 0,-1 0 5,-1 0 0,1-1 69,-1 1 1,0 0-1,-2 0 0,1 1-23,13-2 0,0 0 30,-13 2 1,0-1-7,20 0 0,-1-1-53,4 1-17,-22 0 0,-1 1-51,8-2-7,-1 0 8,-2 1-6,-3-2 37,0 1 1542,-3-2-1493,-2 0 2227,8-1-2023,-5-1-2,-4 1 993,-9 0-858,-14 2 1284,-3 1-1247,-4 0-244,-3 1-720,-1 0 277,-3 0 186,-10 0 5,2 1-2,-10-1-189,3 2-37,-3 0 521,-3 1 357,-2 1-287,-3-1-195,-1 1-33,-3 0-39,-21 2 102,24-2 1,-1 0-614,0 0 0,-1 0 426,0 0 1,1-1-162,-19 2-20,-4-1 8,-2 0 2,-3 0-328,30-1 0,0-1 488,0 1 1,-2-1 173,-15 1 0,-2 1-10,12-1 0,0-1-943,-13 2 0,0-1 943,14 0 0,2-1-1,-1 1 1,0-1-475,0 0 0,-1 1 475,1-1 0,-1-1-4,1 1 0,0 0 3,0 0 0,1-1 2,-1 1 0,1 0-11,1-1 0,1 1 3,0 0 0,-1 0 156,-12 0 1,-1 1 12,13 0 0,-1 0-2,-11 1 1,1 0 163,-16 3-155,30-4 0,0 1 4,0 0 0,-1 1 3,0-1 1,1 0-3,-2 0 1,1 1-275,0-1 0,0 1 187,0 0 1,1-1 102,-30 4-23,3 0-14,4 0 4,3 0 10,4 0 2,5-1 1,-9 1-145,18-2-13,-4 0 628,18-3-641,4 0-6,3 0 1700,3-2-1760,2 1 1259,5-1-1351,0 0 1387,3 0-1198,3 2-520,0 0 172,5 1 33,0 0 120,1-2 132,3 1 43,3-1-26,3 0 19,4-1 557,6 0-166,5-1-1929,8-2 1837,7 0 235,8-4-244,-23 4 1,0-1 150,5-1 1,1 0-7,5 0 0,1-1-14,6-1 1,1 1-883,4-2 1,2 1 720,-17 3 0,2-1 1,-1 0-679,3 1 1,1-1 0,0 1 416,1-1 0,2 1 0,-1 1-630,2-2 0,1 2 0,-1-1 367,2 0 0,0 1 1,-1-1-14,1 1 0,-1-1 1,1 1-7,-2 0 1,0-1-1,0 1-14,-2 0 0,-1 0 0,-1 0-20,-2 1 0,0-1 1,-1 0-22,17 0 1,-2 0-253,-4 0 1,-2 1-299,-3 0 1,-3 1-3356,-6 0 0,-3 1 4193,22-1 0,-30 1 0,-13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4:23:04.787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1484 1965 16314,'0'-3'2558,"0"0"1383,0 3-2576,-32-60-3094,18 42 1421,-5-16 1,-1 4 139,5 23 584,1 2-149,-2 1 551,-1 1 13,-1 2-286,-2 1-2198,-2 4 3827,-1 1 190,-3 4-520,-2 3-73,0 2-288,-1 2-1242,2 1-241,3 1 0,5 0 0,4 0 0,4-1 0,5-2 0,3-1 0,3-4 0,5 2-2454,0-6-486,6 3 845,-1-5 732,2 0 414,2 0 511,3 0 322,2 0 380,15 3 907,-6-1 286,25 7-634,-19-5-532,12 3-132,-12-2-117,1 0-122,-1 3-161,-2 1-63,-2 1-174,4 8-198,-14-5-191,0 12-511,-22-11 1353,-8 6 632,-10-6 363,-20 4 0,-8 1-187,9-8 0,-1 1 39,-16 6 0,-1-2 42,16-9 1,3-3 914,-17 0-847,4-4-932,5-2 0,7-5 0,8-3-719,7-3-1026,8-5-575,7 0-368,6 0 306,8-1 130,8 1-1947,8-1 4486,10-2 1,-14 7 0,2 1 0</inkml:trace>
  <inkml:trace contextRef="#ctx0" brushRef="#br0" timeOffset="267">2025 1718 31065,'-19'-20'-6403,"4"5"4457,34 52 883,-3-5 488,2 1 73,-1 2 217,2 1 38,-2 0-1329,1 2 1610,-2-1-28,0-1-11,-3 0 40,-1-1-17,-4 0 1,-1-1-910,-3 13 142,-2-13-804,-2 8-1321,-2-17 3177,-3-2 0,2-11 0,-1-2 0</inkml:trace>
  <inkml:trace contextRef="#ctx0" brushRef="#br0" timeOffset="1289">2033 2138 28471,'-9'-38'-2009,"1"0"0,-3-23 750,17 59 3887,3 0-1585,3 2-656,2 3-473,3 0 1,2 2-430,1 0 1125,2 1-80,2 0-1562,10 3 335,-7-4 369,7 1 316,-4-4 269,-9 0 193,3-2 57,-14 0 76,0-2 330,-4-1 629,-2-3-442,-1-4-909,-2 3-279,-4-5-915,-1 7-721,-4-2 558,-1 6 544,-1 0-499,-1 1 753,-1 2 1080,0 2 381,0 1 1075,1 2 851,2-1-2332,2 3-687,3 3 0,2-2 0,5 3 0,3-4-1385,6-3-373,4 0 112,4-2 254,4-3 752,3 0 647,3-3 532,2-1 932,13-8 909,-11 0-698,7-6-940,-17 3-742,-4-1 0,-4-3 0,-3 0 0,-6-2 0,-3 0 0,-3 0 0,-4 2 0,-2 2-1627,-6 2-1199,-2 3 792,-4 1 650,-2 2 662,-2 2 678,-10 1 432,8 2 584,-8 2 400,12 1 521,2 0-380,-2 6 108,8 0-743,-3 5-878,8 1 0,1 2 0,-1 12 0,3-2 0,-1 9 0,4-7-62,0 13-1724,2-8-101,2 10 717,3-12-61,2 1 166,0-1 94,2 2-50,2 1-24,0 2-106,3 0-17,1 2-76,3-3 115,3-3 88,3-5-119,3-6-93,2-5-169,1-6 230,-1-5 769,0-6 1066,-2-3 1090,-1-8 737,-1-4 146,-1-6-552,-3-3-473,-2-3-353,-5-4-266,-2 0-355,-5-2-188,-3 3-359,-2 1-233,-2 2 165,-2 5 1178,-6-7-1740,1 11-15,-4-4-199,2 12-102,0 1-139,1 4 24,0 1 52,2 4 482,1 0-93,0 2 1144,3 1 837,-1 4-135,1 2-122,1 6-137,2 4-282,2 4-630,3 3 198,2 4-1141,1 2-573,2 3 292,1 3 357,-1 3 141,0 4 379,0 3 131,-2 0 278,0 0 39,-3-3 97,2-2 11,-2-4-30,0 5 25,-3-12-67,0 2 80,-4-16 146,-1-4 36,0-4 212,-3-4 1137,0-2-23,-4-3-1234,1-2 1915,-4-6-2531,1-4-135,-2-5-736,0-7-160,0-4-1754,-1-6 738,0-6 1260,1-3 732,1-3-451,0-1 1107,2 1-81,-1 2-140,1 2-2958,1 3 2803,1 4-61,1 0-644,3 3 704,1-1 1310,2 2-957,2 1 112,3 2 184,4 2 247,2 5 259,2 3 219,1 5-207,2 2-1391,0 4 0,2 3 0,0 3 0,1 2 0,1 2 0,3 4 0,1 4 0,2 3 0,0 5-1547,-1 2-280,-3 4 38,-4 1-68,-6 14 714,-10-9 597,-9 10 810,-8-12 842,-9-2 679,-2 0 256,-6-2 504,-1-1-1577,-2-3-968,0-2 0,0-2 0,2-4 0,3-2 0,4-4 0,6-2 0,5-3-2818,6-3-6969,4 0 9218,3-3 0,1 3 1,0 0-1</inkml:trace>
  <inkml:trace contextRef="#ctx0" brushRef="#br0" timeOffset="1582">3477 2106 30002,'-7'-7'-6573,"6"1"5318,12 2 4497,3-1-1438,2 1-813,2-2-306,1 2-421,1-2-167,1 0 1233,0 1-1327,2-1-3923,1 1 3889,5-3 1,-14 5 0,-1-1 0</inkml:trace>
  <inkml:trace contextRef="#ctx0" brushRef="#br0" timeOffset="2098">3869 1830 22384,'-6'-2'511,"2"0"3114,4 2-2343,-38-60-3397,29 39 1488,-11-13 1,5 2-134,18 21 1661,4 0-495,0 1 935,2 1 204,0 1-638,1 0 2040,1 1-1901,1 2-1046,2 1 0,0 1 0,2 1 0,1 1 0,4 4 0,1 1 0,3 4-296,2 3-1314,1 0 185,2 4 124,-1 0 151,-2 3 11,-1 0 208,-4 1-46,-3 1-5,-5 1-92,-5 9 460,-6-7 446,-6 6 541,-6-9 804,-7-1 564,-3-1 538,-3 0 346,-2-4 474,-1-1-2726,1-4-373,0-3 0,3-2 0,-5-7 0,9-2 0,-1-6 0,10-1-410,3-1-2036,2 1 620,5-9 661,2 9 594,3-6 690,2 11 1413,2 1 511,2 1 531,2 2-2424,3 1-150,3 1 0,4 2 0,3 2 0,5 2 0,2 4 0,5 1 0,0 1-614,0 3-278,-1 2 37,-3 2-42,-4 1-53,-6 0-28,-6 1-201,-8-1-264,-6-1 419,-6 0 636,-8 0 866,-6 1 614,-11-2 731,-7 0 120,-9-1-58,-6-2-17,-6 0-1737,-5-2-131,-2-1-2509,-3-3 2460,27-4 1,2-2 0,-3 2-1,1-2 1</inkml:trace>
  <inkml:trace contextRef="#ctx0" brushRef="#br0" timeOffset="2618">793 3206 10202,'-47'-5'821,"-1"1"1,5 0 0,7-1-273,9-5-99,6 1 1113,5-2-1544,6 2 1046,6-6-1187,8 3 2162,7-4-1076,20-2 89,-1 5 34,16-3-21,-6 6 2873,4 3-2754,3 1-896,-11 3 1,1 2-130,19-2-266,-18 2 1,-1 1-518,16 0 155,2 1 48,0 0-2292,2 2 2491,1-1 67,3 0 124,-29-1 1,0-1 14,2 1 0,1-1 19,1 0 0,2 1 16,3-2 1,1 0-747,3-1 0,1 0 652,4-1 0,2 0-213,2-1 0,2 0 226,3-1 1,1 0-410,2 0 1,2-1 422,-20 2 0,0 0 0,0 0 0,2-1 1,-1 1-1,1-1-1,1 0 1,0 0 0,1 0-8,0 0 1,0 0 0,0 0 84,0-1 1,1 1-1,0-1-102,-1 1 1,1-1-1,-1 0 99,0 0 1,0 0 0,-1 0-1,0 0 0,0-1 0,-1 1 4,0-1 0,-1 1 1,0-1 156,-1 1 0,0-1 1,0 0-166,-1 1 1,-1-1 0,0 1-112,19-4 0,-1 0 111,-3 1 1,0 0-7,-4 1 0,-1 0-23,-3 0 0,-1 2-28,-3 0 0,-1 0-95,-3 1 0,0 0-50,-4 0 0,0 1-104,-2 1 1,-1-1-156,-2 1 0,-1-1-748,29-2-509,-5 2 1639,3-2 0,-28 3 0,-2 0 0</inkml:trace>
  <inkml:trace contextRef="#ctx0" brushRef="#br0" timeOffset="3167">5524 1945 30843,'-17'-19'-4771,"3"10"4273,14 50 696,-1-9-138,1 9-769,1-13 555,1-1-19,2-2-820,2-2 1021,0-1-625,2-2-525,1-2-778,1-3-846,1-3-1413,2-5-638,-1-2 4928,-1-3 1,-5-1 0,-3-1 0</inkml:trace>
  <inkml:trace contextRef="#ctx0" brushRef="#br0" timeOffset="3558">5848 1582 26099,'-42'-26'-740,"0"1"1,3 0-1,9 11 196,19 19 2990,2 3-1211,-2 9-1022,5-2-220,-1 6-207,5-5-252,2 1 649,1 0-305,2-1-1456,3 0-132,2-2 226,2-2 400,1-1 408,0-3 483,1-1 460,-2-3 448,0-2 510,-1-1 459,-1-3 631,-1-2 566,1-9-1305,-5 1-703,1-7-397,-4 3-571,-1-1-431,-3 0-408,-1 0-623,-3 1-598,-5-2 642,2 6 654,-4-1 264,1 8 618,2 1 243,-3 2 433,2 1 318,-1 3 409,3 1 265,1 2 29,2 2-344,2 1-672,2 2-516,1 2-199,2 0-516,0 4-383,2 0-630,3 2-742,3 0-1132,5 1-2321,2 1-1672,2-2 7178,-2-4 1,-6-6 0,-3-4 0</inkml:trace>
  <inkml:trace contextRef="#ctx0" brushRef="#br0" timeOffset="3789">6131 1902 25266,'-4'0'2632,"0"0"40,4 0-2750,48-47 719,-21 34-244,6-13 0,2 3-56,0 21-1009,1 1 66,-1 1-693,0 3-1295,-1 1-3980,-5 2 6321,-6 1 1,-11-4 0,-6-1 0</inkml:trace>
  <inkml:trace contextRef="#ctx0" brushRef="#br0" timeOffset="3971">6221 2179 32767,'47'-34'0,"0"-1"0,-4 4 0,-5 6 0,-7 14 0,0 2 0,1 1 0,2 1 0,0 1 0,0 2 0,0 0-3909,0 2-3213,-4 0 6986,-5 0 0,-12 2 0,-5 0 1</inkml:trace>
  <inkml:trace contextRef="#ctx0" brushRef="#br0" timeOffset="4484">7064 1714 22533,'-2'-5'-6018,"0"1"7341,2 4 2918,2-68-3995,1 45-77,-1-15 0,1 2 114,3 25 600,0 1-905,0 2 2219,2 0 227,0 2-1734,1 1 1328,2 1-387,2 1-1631,0 2 0,2 0 0,2 2 0,0 3 0,2 3-111,2 3-1687,0 4-30,2 2 313,1 2 41,0 1 85,-1 4-20,-1 0 261,-3 0 52,-4 1 45,-5-1 124,-5 0 434,-6-3 639,-6-1 657,-5-1 640,-6-2 546,-1-2 416,-2-1 444,-1-3 218,2-1-1530,0-3-1537,1-3 0,3-1 0,0-1 0,3-5 0,2-1 0,1-5-207,3-2-2285,2-1-1,0-1 297,4 1 493,0 1 169,2 2 972,2 1 723,3 1 1384,1 2 840,3 0 400,2 2-175,2 2-909,2 0-1701,3 2 0,15 2 0,-4 2 0,12 3 0,-8 1 0,1 2 0,2 1-792,-2 1-52,-1 2-27,-6 1 10,-5 1-121,-5 2-279,-7 1-303,-6 0 222,-5 2 596,-8 0 635,-5 0 577,-6 1 492,-6-2 507,-3-1 536,-4-1 598,-2-2-714,-2-2-1885,-2-1 0,2-2 0,-1-3 0,3-2-1682,2-2 1599,0-1 0,15-3 1,2 1-1</inkml:trace>
  <inkml:trace contextRef="#ctx0" brushRef="#br0" timeOffset="4924">8125 2050 32767,'40'-13'0,"1"0"0,-4 1 0,-9 10 0,-16 28 0,-4 5-1024,-3 4-325,-4 6-330,-8 6 217,-7 5-2053,-10 6 3264,5-23 0,1-2 1,-3 4-1,-1-1 0</inkml:trace>
  <inkml:trace contextRef="#ctx0" brushRef="#br0" timeOffset="10051">10045 356 25730,'-53'-5'-120,"4"3"285,35 6 1375,-2 2-549,4-2-250,1 0-168,0 0 24,-1 1 298,-7 1 113,3 0-361,-6 1-647,5-1 0,0 1 0,-2-2 0,-1 3 0,-2-3 0,0 1 0,-1-2 0,2 0 0,0-2-141,3-1-354,1 0 48,1-1-148,-4-2-28,5 1 11,-4-3-75,7 2 44,1-2-95,1 1 33,1-1-42,1 1 4103,2-1-4078,1 2-41,2-1-281,0 1 56,2 0-652,0 1 709,1 6 830,0 0-119,-1 7 380,-3 9 28,-1-2 654,-2 10-345,0-4 605,-2 1-521,-1 4-705,0 1 249,-8 20-153,6-10-381,-6 14-16,1 4 160,1 2-117,1 0 161,4-8-8,7-20-81,1-2-3373,2-4 3292,1-3-321,2-4 441,2-3-16,6 1-241,0-8 120,4 2 354,-1-7 99,2-2 3256,2-1-3052,3-1 782,17-5-579,-5-1 183,14-4-587,14-5-1815,-25 6 1,2-1 1863,4 0 1,-1 0 0,13-3 0,-23 6 0</inkml:trace>
  <inkml:trace contextRef="#ctx0" brushRef="#br0" timeOffset="16689">10982 624 19131,'0'-3'-1045,"0"0"4584,0 3-3649,-5-49-470,4 34 196,-4-38 105,5 44 130,1 0-845,2-2 1051,1-1 214,2 0-229,2-1 395,0 1-7,2 0 54,1 1 36,0 2-81,1 3-40,-2 0-429,1 2-148,-1 2-371,0 0-28,1 2-73,0 0-110,0 1-3,1 2-80,1 3 324,2 2 81,2 2 281,1 2 12,10 9-2,-6-4-5,6 7-198,-8-7 227,-2 2 26,-1-1 32,-3 2-31,-3-2 41,-3 2 10,-4-2 18,-1-1 49,-6 1-16,-2-1 26,-5 0-1,-5-1 25,-1 0-5,-2-2 10,0-2 18,0-2 16,2-2 56,3-3 28,2-1 216,4-3-227,1 0-28,2-2-45,2-1-39,2-1-17,0-4-22,3 2 11,1-3 5,3 2-16,1-2 0,3 2-17,1-1 0,2 2 0,2 0 0,3 2 0,15 1 0,-6 1-497,13 3 491,-9 1-5,0 4-23,-1 2 1,-1 1 5,-3 2 11,-4 1 11,-4 3 18,-5 1-1,-4 1 17,-5 1 17,-5 1 11,-6 0 0,-6 0 44,-20 9-66,3-7-6,-15 5 6,-5-4-180,10-8 157,-11 2-22,19-10-6,3-2-33,4-3-17,5-1-146,6-2-252,4-1-667,5-2-1354,3-3-4829,4 1 6629,0 0 0,1 3 0,-2 2 0</inkml:trace>
  <inkml:trace contextRef="#ctx0" brushRef="#br0" timeOffset="16952">11963 781 18760,'5'-7'2950,"0"2"-2065,-5 5 321,0 0-1850,18-26 252,-10 26 48,15-17 139,-15 34-475,-1 1-736,-1 3 490,-2 1 597,0 0-67,-2 2-175,-1 1-133,1 0-559,-2 1-546,1-2-1391,0 0 3200,2 0 0,-1-11 0,1-3 0</inkml:trace>
  <inkml:trace contextRef="#ctx0" brushRef="#br0" timeOffset="17401">12459 457 15740,'-7'-39'692,"1"0"1,0 3-1,2 9-300,2 20-60,1 3-220,0 1-16,1 3-23,0 4 17,1 3-23,1 6 63,1 2-79,1 2 27,0 4-5,0 1-6,-1 3 11,0 2-22,0 1-5,-1-1-18,0 0-10,-1-1 10,0-1-21,0-2 4,0-3-10,0-3-12,1-1 18,1-3-1,0-2 34,1-3 27,1-3 35,0-2 10,2-2-10,2-4-6,2-3-29,4-5-4,3-5-3432,2-2 3392,0-4-149,2 0 160,-2-3 23,0 0 10,-4 1 24,-1 2 38,-4 2 51,-2 3 44,-1 2 12,-4 3 6,0 3-18,-2 1-21,-1 2-29,0 2-33,-1 1 3240,0 1-3409,0 2 279,0 8-245,1 1 0,0 10-5,2 0 11,0 3-17,0 3 17,1 3-34,1 1-34,-1 2 1,0 3-28,0 1-6,1 4-62,0 0-163,2 2-950,1 1 486,0-1-218,2 0-528,0-4-1208,0-2 1938,1 0 0,-4-17 1,-2-2-1</inkml:trace>
  <inkml:trace contextRef="#ctx0" brushRef="#br0" timeOffset="17615">13203 820 20699,'-16'-12'28,"2"8"-95,9 27-168,0 1 0,2 0-84,0 1-118,1-1-106,1 2-567,1-2-1007,0 0-1989,2-1 3043,3 0 0,-4-15 1,1-3-1</inkml:trace>
  <inkml:trace contextRef="#ctx0" brushRef="#br0" timeOffset="18065">13797 460 15224,'-15'-42'868,"0"1"0,2 2 0,-1 9-274,2 18 515,-9 1-929,6 5-68,-5 0 119,0 12-181,5 2-11,-4 8-5,6 2 5,2 4-17,0 4 12,2 3-6,0 3-6,3 3 6,0 2-657,1 0 618,2 3 5,1-2 6,1 0 11,1-2 85,0 12-101,2-13 16,2 7-3135,3-16 3130,4-3-1461,1-2 1455,3-1 305,3-3-305,1 0 22,4-4 58,2-3-64,2-4 2592,1-4-2597,-1-4 17,-1-3 2382,5-10-2365,-11-1 5,4-6 96,-12-3-51,-5 5 104,-3-5-115,-8 8-22,-3 1-17,-7 2 5,-3 2 12,-17-2-17,6 5-17,-12 0 50,-3 6-33,10 2-12,-9 1-5,18 2-11,3 2-22,4 2-7,4 2-3413,3 3 3386,4 0-29,2 3-189,2 10 5,4-4-851,8 16-141,2-13-1108,9 7-2555,1-11 4907,6 3 0,-12-11 0,0 0 0</inkml:trace>
  <inkml:trace contextRef="#ctx0" brushRef="#br0" timeOffset="18265">14442 802 20946,'-9'-4'-23,"1"7"-795,3 26 550,1 4-253,1 1-398,1 5-2083,1 1-1681,1 3-979,0-4 5718,0-5 0,0-16 0,0-8 1</inkml:trace>
  <inkml:trace contextRef="#ctx0" brushRef="#br0" timeOffset="19105">15202 554 14313,'-3'-7'-263,"1"1"5,2 6 4961,0 0-7948,-22-66 3330,14 43-8,-5-15 0,0 3 971,6 22-1523,-1 2 883,0 0 18,-1 3-648,-1 0-29,-2 2 367,0 1-25,-3 1 3377,0 1-3394,-2 2-45,-1 0-38,-10 6-35,7-1-23,-6 5 92,11 1 12,0 1-22,3 3-12,1 1-61,1 2 15,3 1 2,0 2-14,2 1-22,1 1 26,2 2-14,0 11 25,2-8 34,2 9-11,2-12 12,2 0-6,3-3 5,0-1 12,2-3-6,-1-2 16,2-3 18,0-2 5,1-4 28,1-3 1,-1-2-7,1-3 34,8-10-50,-5-1-6,7-9 1,-9 1 10,1-2-11,-1-3 0,-2-1 1,0-2 10,-2 0 17,-1 1-5,-1 1 38,-1 3-32,-1 1 16,-2 4 28,0 2 0,-2 3 16,0 2-4,0 2 10,-1 2-56,0 4-55,-1 1-18,1 2 1,1 4 39,-1 2-12,3 6 1,0 5-6,1 3-17,0 5 0,0 3 1,1 3-1,0 2-427,-2 2 433,2 2-946,-3 2 929,-1 2-11,-1 1-34,-1 0-50,-1 1-112,0 1-135,-2-2-223,0-1-2073,-1 11-583,2-14 3221,-1 9 0,2-30 0,1-1 0</inkml:trace>
  <inkml:trace contextRef="#ctx0" brushRef="#br0" timeOffset="19333">15683 757 21170,'-1'28'-90,"1"0"-83,1-1-191,-1 2-308,0 2-623,-2 1-1286,-1 2 2581,-4 2 0,3-16 0,-1-2 0</inkml:trace>
  <inkml:trace contextRef="#ctx0" brushRef="#br0" timeOffset="19623">16076 513 18812,'15'-51'62,"-4"17"1356,-9 56-1384,-2 5-23,0 5 183,0 2-222,-3 3-5,-3 2-18,-3 2-33,-2 0-56,0 1-134,-2-1-958,-1 18-34,5-14-1363,1 11-1858,7-20 4487,3 2 0,-2-19 0,2-1 0</inkml:trace>
  <inkml:trace contextRef="#ctx0" brushRef="#br0" timeOffset="19871">16604 744 15569,'0'-3'2554,"0"1"829,0 2-3327,19-4-6,-11 12-11,15 0-11,-17 13-16,-2 1-12,0 1-6,-2 0-50,0-1-50,-4 1-113,-1 0-150,-4 0-281,-3 1-582,-2 0-8599,-4 6 8517,4-11 1,2-1 0,7-13 0</inkml:trace>
  <inkml:trace contextRef="#ctx0" brushRef="#br0" timeOffset="20452">17138 598 18997,'9'-28'426,"-1"7"235,-8 27-499,-10 4-56,2-2-33,-10 3-22,3-5-1,0-1 12,0-1 10,2 0 12,0-3 6,4-1 16,1-2-33,3-2-6,1-4-5,2-10-51,1-11-17,3-2 6,3-5 23,3 9-12,2 0 11,2 2-10,1 3-18,1 2 28,1 2-10,0 4 38,-1 3-16,0 2-1,0 2-5,5 3-11,-3 3-23,4 5-5,-4 3 11,1 5 6,1 4 11,0 3 11,0 5 0,-3 2-3404,-3 5 3393,-4 3-17,-4 3-761,-8 3 761,-6 1-120,-9 5 131,-9-1-5,-7 1-1977,-5-2 1971,-4-3 11,0-6 1784,1-6-1723,-12-1 164,6-14-63,4-2 723,14-16-739,18-4-28,5-5-6,4-1 12,3-1-1,4 0 6,4 2 226,11-4-276,-2 6-29,6-2 3277,-5 7-3287,1 1-18,-1 3 333,3 1-338,1 1-12,2 2-4,4 2-12,1 3-3392,3 2 3386,2 1-2296,1 3 2218,1 1-1291,15 8 411,-12-4-849,10 4-1889,-16-9 3702,2-1 0,-16-7 0,-1-1 0</inkml:trace>
  <inkml:trace contextRef="#ctx0" brushRef="#br0" timeOffset="20948">18013 288 14470,'-27'-38'5776,"8"6"-5448,30 29-241,2 1 10,1-1 243,8-1-256,-7 1-12,4 0-46,-8 2 30,0 0 170,0 1-159,1-1-33,-1 0 22,1 0-23,1-1 6,-1 1 12,2-1-12,-1 1-11,2 0-22,-2-1 5,4 1 6,-6 1 11,1 0-6,-8 0-33,-1 0 0,-1 2 67,-1 2-17,0 1-6,-1 2-15,0-1-1,0 3 11,0 1 0,0 3 33,1 0-10,0 3-12,2 0 17,0 4-11,2 2-12,0 2 29,4 17-45,-2-8-969,2 13 975,-2-11-23,-1 1-648,0 0 637,-1 1 11,0-1 11,-1 1 0,-2-1 6,-2-2 28,-5-2-23,-3-2-2211,-8-1 2212,-3-3-1795,-6-1 1783,-1-2-456,-17 7 439,9-8 0,-10 4-103,-2-8 31,11-7 1634,-12-2-1886,15-8-455,0-1-1124,2-5 1909,-3-2 0,16 1 0,1 0 0</inkml:trace>
  <inkml:trace contextRef="#ctx0" brushRef="#br0" timeOffset="26401">14887 1248 25608,'-51'-7'138,"0"1"-89,35 6 441,-5 0-105,5 1 102,1 0-79,1 1 58,2-1 22,0-1-238,4 0 52,0 0-659,3 0-46,2 0-154,1 0 160,2 0-1125,-1-1 78,0-1 527,0 0 11,1 1 751,0 0-776,4 0 893,-1 2-75,5 0 544,-1 0-102,1 0-274,0 0 235,0-1-179,1 1 224,-1-1-876,2 1 73,0-1 314,0 0 33,2 1 184,1-1 17,3 0-42,0 0 22,4 0 0,1 0-11,4 0 3,1 0-2,2 0 60,17 0-58,-9-1-138,12-1 14,3-1-22,-12 1 2,11-1-1,-17 2-10,-3-1 15,-3 0-201,-1 0 136,-2 0-5,-3 1 0,-2-1-2,-1 0 19,7 1-25,-5 0-3,6 0 208,-7 0 6,2 1 0,1-2-12,1 1-5,4 0-5,2 1-1,3 0-5,1 1 39,17 3-17,2 1-33,1 1-461,-7-2 477,-19-1 1,-1 0-6,-4 1 11,5-1-17,-8-1 45,8 0-28,-13-1 11,4 0-5,-5-1-1,1 0 23,3 0-11,2 0 28,13-1-51,-5 0 6,11 0-2943,-9 0 2932,3 0 22,13 1-28,-10-1 1,10 1-486,-14 1 496,-2 0-10,0 1 4,-3 0-10,-1-1 0,-3 0-17,5 0 11,-7 0 3152,2-1-3135,-7 0 0,0 0 11,-1 0-23,1 0 12,1 0-6,0-1-11,2 0 23,0-2-12,2 2 6,0-1-6,1 2-11,0 0 732,10 0-721,-6 0 0,7 0 1,-8 0-12,1 0 0,1 0 11,0 0-11,0 0 5,-1 1 7,-2 0-12,-1 0 64,-3-1-52,-1 1-1,-2 0 11,-3-1-22,-1 1 6,-1-1 5,-1 0 0,-1 0-5,5 1-1,4 0 23,10 0-22,-4 0 5,3-1-5,-6 1 5,0-1 0,0 1-11,1-1 23,9 1-12,-6 0 0,7-1 6,-9 2-6,0-1 6,0 0 5,-3 1-11,-3-1 1,-2 0 10,-4-1-11,-2 0 28,0 0-27,-1 0 10,0 0 40,0 0-34,-2 0 0,1-1 0,-2-1-6,0 1-5,0-1 0,0 0-23,1 0 18,0 0-12,0 0 11,0 1-11,1 0 0,0 1-5,2-1 5,-1 1-12,1-1 6,-1 0 0,1 1 1,-2-1 16,1 0 1,3-1 38,-1 1-5,-2-1 11,-2 1 11,-4-1-50,1 1 6,-2 0-1,2-1-22,-2 1 17,2-1-12,-2 0 1,0 1-17,0 1 0,1-1 5,0 1 6,0-1-11,2 1 0,-3 0-6,3 0 6,-3 0-29,1 1 35,-1 0-6,0 2 5,-1-1 23,0 1-17,-1 0 11,-1 0 0,-2 0-5,-2-1 11,-2 0-17,-1 0 33,-6 0-16,3 0 5,-4 0-10,5-1-12,0 0 0,-1-1 0,-1 2 5,-2-1-10,0 0 27,-11 0-11,-6-1-5,-1 1-1,-16-1 1,15-1-6,-13 0 0,8 0 0,-4-1-402,-3 1 396,-3-2 12,-1 1-3,15 0 0,-1 0 8,-17-1-693,19 2 1,1-1 681,-8 1 0,4 0-334,3 1 328,3 0 17,-8 0-11,10 0 11,-7 0-5,0 1 0,9-1-6,-11 0-17,-3 0 22,7 1 1,-13-1 2,9 1 1,-1-1-774,-11 1 770,9-1 1,1 1-6,-2-1 0,2 1 632,4 0-644,3 0 352,4 0-323,-4 1-11,10-1-1,-1 1 12,11-2-28,2 1 1225,-5-1-1214,3 0 656,-6 0-645,3 0-5,-2 0 11,-14 0-17,7 0 5,-12 0-10,8 1 5,-1-1 11,-1 0 0,-1 0-313,0-1 302,2-1 11,1 0 0,3-1 1,2 0 4,1-1-10,4 2 0,2 0-6,3 0 11,1 1 0,-5-1 0,6 1-22,-6 0 11,6 1 325,-1 0-325,0 0-12,-1 0 18,-1 0 0,-1 0-6,-1 1 11,-2 1-11,1-1 5,-1 1 23,-10-1 0,7 0-16,-9-1-1,3 0-11,6-1 17,-5 0-6,11 0-6,1 0-10,-3-1 5,6 1 0,-3 1 0,6 0-6,-1 0 6,-1 0 6,0 0-1,-6 0 1,3 2-12,-5-1 12,5 1-12,-1 0 12,-1-1 5,1 0-11,-2-1 17,1 0-6,1 0 0,0 0 12,2 0-1,0 0 23,2-1 33,1-1 68,-2-1-112,4 0-34,-3 1 11,4 0-28,-1 1 28,-1-1-5,0 1-6,-1 0 22,-2 1-22,1 0 6,0 0-29,-5 0 23,4 0 6,-2 0 16,3 0-16,3 0 0,-1 0-6,4 0 5,1 0 6,0 0-16,2 0 44,0 0-33,1 0-12,0 0 0,-1 0-5,-1 0 11,0 0 0,0 0 11,-2 1-11,1 0 6,-1-1-17,3 1 11,0-1-90,1 1-33,5 0-230,1 2-908,6 2-3914,1 3 5175,4 1 0,-7-4 0,0 1 0</inkml:trace>
  <inkml:trace contextRef="#ctx0" brushRef="#br0" timeOffset="28948">10738 1251 27852,'-37'-34'-5260,"7"6"3538,26 27 3026,1 0-894,0 1 611,1-1-1045,1 1 737,0 5-1728,1-1 1275,0 5-17,1-2-1214,1 0-64,2-1-808,2 0 815,2 1-187,1-1 1083,1-1 433,2 1 359,11 0 357,-1-2 401,9 0 459,9-2-253,-6-1-352,13-1-29,-12 0-191,2 0-107,19 0-413,-13-1-66,14 0-6,1 0-307,-13-1 21,13 2-104,-18 0-6,0 0-12,-1 0 37,-2 0-62,-1 2-29,0 0-43,-1 0-36,0 1 42,0 0-9,1-1-938,1 1 598,1 0-260,2-1 77,1 0 25,2 0-232,1 0 292,0-1 1,2 1-989,0-1 1266,0 1 272,-13 0 0,1-1 1372,17 1-1404,-18 0 1,0 0-302,12 0 19,-1 0-26,-1 0-121,0 0-1531,0 0 1550,0-1 11,0 0 260,0 0 108,-11-1 1,0 0-40,17 0 18,-17 0 0,1 0 98,0 0 1,-1 0 3,17 0 698,-17 0 0,0 0-700,10 0-13,1 0-285,-3 0-16,-1 0-238,12 0-78,-13 0 17,8 0-100,-5 2-44,-9 0-12,7 1 831,-12 0-569,-1-1 291,0 1-22,0-1 10,0 0 151,12 1 2318,-9 0-2313,8 1 8,-11-2 0,-1 1-91,0 0 82,-3-1-245,-1 1 4,-2 0 798,-3-1-804,0 1 39,-6 0-36,-1-1 750,-6-1-730,-1 0 806,-2-1-561,2 1 33,0-1-6,2-1-1,0-1 11,2 0-29,2-2 18,1 1 15,0 0 10,1-1-31,0 1-25,0 0-14,-2 1-7,0 0 13,-2 0-12,0 2 6,-4-1 17,1 1 135,-2 0-225,-14 2-7,3 0 11,-13 2-6,4 0 18,-11 1-19,4-1-9,-6 0 93,10-2-6,2 0 0,2 0 1,3-2-7,3 1 6,3-1-5,2 0 5,1 0-5,1 0 5,0 0 1,-1-1-12,-1 1 11,-7-2-5,1 0-1,-6 0 7,2 1-12,-1 0 5,-3-1 1,-3 1-23,-1 0 28,-2-1-263,0 1 252,-1 0 6,1-1-1,0 0 1,0 0-1,1 1-10,0 0 5,2 0 0,-1 0 0,1 1 11,-9-2-11,6 2 6,-6-1-6,9 0 5,0 0-286,-1 0 281,-2 0 11,-16 0-11,7 1 0,-13-1 0,11 1-838,-2 0 844,-1 0-1,-1 1 1,1-1-6,0 0 0,2 0-6,1 0 12,4 0 0,2 0-1,2-1 219,3 0-213,-9-3-11,10 1-213,-7-1 225,9 2-12,1 0 5,-1 1-5,-1-1 6,-1 1-2763,0-1 2763,0 0 588,0 1-589,0-1 1,1 0 11,1 0-28,1 0 22,2 1 0,0-1 0,2 0-11,2 1 6,0 0-12,0 1-11,2 0 188,0 0-171,0 0 11,1 0 3386,-1 0-3380,0 0-6,1 0-5,-1 0 5,0 0-11,-1 0 0,1 0 11,-1 0-11,0 0 6,1 1-6,0 0 0,0 0 6,1 0-6,0 1 5,2-2-5,0 1 11,2 0 1,0-1 10,1 1-5,1-1 0,1 1-1,0-1-4,1 0-1,-1 0-6,0 0 7,-1 0-7,0 0 1,-1-1 5,1 0-5,-1 0 10,0 0-10,1 0 11,0 0-6,0 0-5,0 0 16,0-1-11,2 1 6,0 0 0,-2 0-12,3 1 7,-2-1-12,4 1 0,0 0 0,0 0 0,0 0 0,0 0 11,1-1-6,0 1 7,-1-1-7,1 1 6,-1 0-11,0 0-5,-1 0-1,-1 0 6,-2 0 0,-1 0 6,-1 0-1,-1 1-5,0 1 0,0 0 6,0 1-6,1-1 6,1 0-1,0-1 1,2 0 5,0 1-5,2-2-1,0 1 1,2-1 5,-1 1 17,1-1 0,-1 0 0,1 0-6,0 0 1,-1 0-6,-1 0 5,-1 0-16,-1 0 5,1 0 11,-2 0-5,0-1 17,-1 0-12,1-1-11,-1 1 12,1 0-7,-1 1 7,2-2 10,0 1-10,0 0-6,0 1 5,2-1-5,-1 0 0,1 0 5,0 0-5,0-1-6,-1 1 0,0 0-5,0 0-6,0 0 22,-2 0-22,1 0 6,-1 0-1,1 0-10,1 1 16,-2-2 0,1 2-5,-1-1 5,0 1-5,-1-1 10,-1 0-10,-1 0 5,-1 1 0,0-1-16,-1 1 10,0-1 7,0 1 4,2 0-4,0-2-1,2 2-6,0-2 1,3 2-28,1-1-18,2 1-296,1 0-224,5 5-1260,2 1 1820,6 8 0,-5-7 0,0 1 0</inkml:trace>
  <inkml:trace contextRef="#ctx0" brushRef="#br0" timeOffset="34840">9208 1920 28118,'-6'-44'-4030,"1"8"2497,1 34 1492,2 1 863,0 1-280,0 0 460,0 0-246,1 0-723,-1 0 1384,1 1 576,-2 1-571,2 3-1413,-2 2 140,1 1-816,-1 4 9,1 1-154,0 4-63,0 2-684,1 3 201,0 1 841,1 2-172,0 1 258,1-1-46,4 13-64,-1-8 0,4 8-1,-2-11 63,-1 0 79,-1-1 151,-1 0 102,-2 0 172,0-1 270,-5 1 334,-2-2 344,-6 1 337,-4 0 231,-5 0 110,-2 0 41,-5-1 55,-1-1 76,-2-1-459,-2-3-1364,0-1 0,0-3 0,1-3 0,1-2 0,4-5-105,3-2-77,4-5 1,9 2-1,4-3 1</inkml:trace>
  <inkml:trace contextRef="#ctx0" brushRef="#br0" timeOffset="35323">9088 1656 18615,'0'-8'-3077,"0"1"2136,0 7 5305,0 0-3264,18 56-2416,-9-39 822,2 15 0,1-4-193,-1-22-19,0-1 1321,2-2 283,0-1-761,1-2 83,1-2 1956,0-2 605,7-8 305,-6 1-1062,5-7-407,-9 3-630,-1 0-403,-2-1-356,-3 0-613,-2 1-302,-5-6-1249,-2 7-143,-4-4-216,-2 8 724,-7 0 478,3 2 323,-4 1 576,6 2 242,0 3 837,2-1 155,0 1 553,4 1-477,0 0-252,3 1-121,2 0 18,-2 2 314,0 2-1093,0 1 128,0 3-540,0 1-170,1 2-583,0 1-3554,1 9 4404,3-2 0,-3-2 0,3-8 1</inkml:trace>
  <inkml:trace contextRef="#ctx0" brushRef="#br0" timeOffset="35655">9787 1882 27791,'31'-38'177,"-1"1"1,-2 2 0,-2 9 548,-2 24-778,0 0-183,0 1-156,-1 1-29,-1 2-540,5 6-651,-4 5-314,-2 1-776,-6 1-651,-10-2-735,-3 1 1582,-7 8 2372,0-7 1,-1 0-1,3-10 1</inkml:trace>
  <inkml:trace contextRef="#ctx0" brushRef="#br0" timeOffset="35849">9830 2120 21006,'-3'2'6070,"2"-1"-379,1-1-5691,6-3 0,-1 1 0,6-2 0,-3 2 0,2-1 0,3 0 0,1 1 0,3-2 0,3 1 0,1 0 0,4-1 0,2 0 0,3-1-2064,2 0 2043,6-2 0,-18 4 1,0-1-1</inkml:trace>
  <inkml:trace contextRef="#ctx0" brushRef="#br0" timeOffset="39165">9888 1817 19758,'-4'2'5397,"0"0"-1403,4-2-5243,-6-7-1937,3 6 2220,-7-2 328,6 6 1234,0 3-287,0-2-938,1 0 62,-1 1 788,0-1 1784,1 1-1048,0-2 441,-2 1-1171,2-1 387,0-1 140,1 0 206,1-2-469,-1 0 1471,1 0-1988,6 0-88,-1-2 323,6 0-302,0-2 141,0 0-164,2 0 567,1 1-716,6-2 530,-4 3-265,12-4 0,-10 3 0,4-2-167,-4 1-108,0 0 120,1 0 77,1 1 45,10-3 18,-7 3-56,6-2 37,-9 3-156,-1 0 18,0 1-97,1 0-30,-5 1 107,-2 0 29,-7 0 206,-4 0-1818,-9 2 2241,-6 4 156,-4-1-135,-4 3 176,3-2-140,0 0 131,0-1-224,1 0-430,-1-1 0,-2 1 0,5-2 0,-1-1 0,7-1 0,0 0 0,0-1 0,1 0-17,0 0-412,-1 0 67,0 0 42,0 0 81,0 0 159,1 0-15,1 0 91,0 0-94,2 0 126,2 0-5,1 0-29,1 0-195,1 0 223,4-2 526,2 0 372,4-3-610,1 0-310,3-1 0,8-3 0,-4 1 0,6-1 0,-7 4 0,0-1 0,-1 1 0,-1 1 0,-1 0 0,1 0 0,-5 1 0,-1 1 0,-6 2 0,0 0 0,-2 2 0,0 0-742,-2 2-359,-1-2 1213,-2 2-74,-2-1 459,-8 3-215,2-1 475,-7 3-600,3-2-157,-1 0 0,-9 3 0,6-3 0,-6 2 0,10-2 0,3-2 0,1 1 0,3-2 0,2 0 0,3-1 0,1-1 0,2 0 0,1 0 0,5-3 0,0 0 0,5-3 0,1 1 0,2-1 0,2 1 0,1 0 0,2 0 0,2 2 0,3 0-869,2 1 656,6 1 1,-14 0-1,-1 0 1</inkml:trace>
  <inkml:trace contextRef="#ctx0" brushRef="#br0" timeOffset="40348">10188 2212 26483,'-28'-22'-4831,"4"5"3316,18 17 3322,-1 0-698,-4 1 93,-1 3-75,-2 1-100,-2 2-138,-1 0 1337,0 0-127,0-1-1245,2 0-564,1-1-290,3-1 0,2-2 0,0 2 0,3-3 0,1 1 0,3-2 0,2 0 0,5-4 0,0 1 0,3-4 0,0 3 0,1 0 0,2-1 0,1-1 0,2 0 0,1-1 0,2 1 0,0-1 0,1 1 0,0-1 0,0 1 0,0 0 0,-2 1 0,1-1 0,-2 2 0,-2 0 0,-3 2 0,-2 0 0,-2 1 0,-4 1 0,0 0 0,-9 1-228,0 1 242,-7 0-97,-6 4 155,3-1 148,-6 1-215,5-1-5,0-1 0,-1 1 0,0-1 0,0 0 0,0 0 0,0-1 0,1 1 0,1-2 0,1 1 0,1-1 0,2 1 0,0-1 0,2 0 0,1-1 0,2 1 0,1-1 0,2-1 0,1 1 0,1-1 0,2 0 0,6-1 0,0 0 0,6-3 0,1 0 0,1-2 0,2 0 0,2-1 0,10-3 0,-4 2 0,7-2 0,-8 2 0,-1 2 0,-2 0 0,-3 1 0,-3 2 0,-4 1 0,-3 1 0,-3 0 0,-1 0 0,-2 1 0,-4 0 0,-1 1 0,-6 1 0,-1 2 0,-4 1 0,-1 0 0,-3 1 0,0-1 0,-1 1 0,0-1 0,0 1 0,1-2 0,1 1 0,-7 1 0,0-1 0,0 0 0,3 0 0,8-3 0,1 1 0,1-1 0,2 0 0,3-1 0,2-1 0,2 1 0,3-1 0,0 0 0,7 0 0,1-1 0,7 0 0,-1-2 0,4 0 0,1 0 0,2-2 0,0 1 0,1 0 0,0 0 0,-1 1 0,-2 1 0,-2-1 0,-2 2 0,-4-1 0,-2 2 0,-3 0 0,-3 0 0,0 0-25,-6 1 50,0 1-25,-5 2 0,1 1 0,-2 1 0,-2 1 0,-1 1 0,-1 0 0,-1 0 0,1-1 0,2-1 0,0-1 0,3-1 0,1-2 0,3 0 0,1-1 0,2-1 0,1 1 0,6-2 0,1 0 0,8-1 0,1 0 0,5 0-745,4 0 621,7 0 0,-14 0 1,1 1-1</inkml:trace>
  <inkml:trace contextRef="#ctx0" brushRef="#br0" timeOffset="61682">11015 1903 22506,'0'3'-4094,"0"-1"5904,0-2 295,1 2-3371,0-2 450,0 2-176,0 0 510,-1-1-1207,2 0 1564,-2 0 214,2 1-1916,-1-1 2278,0 1-787,0-2 717,1 2-260,-2-1-546,2 1 493,-1-1-652,0 0 1420,0 0-1128,1 0 1143,-1 0-297,0 0-471,0 0 622,0 0-755,-1 0 391,2 1-1056,-2-1 403,0 0-877,0 1 664,0-1 470,0 1 38,0-1 171,0 2 106,0-2-100,0 1 1579,0-1-1022,-2-2-361,1 1 1523,-2-2-1622,3 1-767,-1 1 1815,0-1-1168,-1 0 1278,0 1-393,0-1-412,0 1-1682,2-2 364,-2 1 380,2 0-1169,-1 5 1958,1-3-1704,-1 5 619,1-3-181,-1-2 839,1 1 535,0-1-465,0 0 100,0 1-786,0-1 416,0 1-210,0 0 243,0-1-423,0 1 556,0-1 6,0 1-6,0-1 11,0 1 493,0 0-280,0-2-201,0 2-12,0 0 0,0-1 17,0 0 67,0 1-95,0 0 1014,0-1-1009,1-4 315,-1 0-224,0-3 89,0 2-202,1 0 258,0-1 256,1-2 45,1 0 172,0-1-230,1 1 206,0 0 255,1 0 245,1 1-33,-1 1-41,2-1-32,-1 2 96,0 0-56,0 0 94,0 1-1042,1 1-176,-1-1 0,0 2 0,-1-1 0,0 2 0,0 0 0,-2 0 0,1 0 0,-1 0 0,0 0 0,0 0-365,-1 1-933,1 0 66,0 3-485,-1-1-61,2 2-81,-2 1-349,2 0 8,-2 3 112,1 2 898,0 2 236,-1 1 803,1 2 1,0 1 241,0 11 373,-2-5 156,0 9-114,-1-6-9,-2 3 63,-1 0 40,-4 2 229,-1 1-74,-3 1 93,1 0-147,-2 0 79,-1-2 24,-1-2-50,-1-1 47,0-2-112,-2-1 36,0-2-83,0-1 121,-1-2 40,0-3 133,-8 4 102,5-7-5,-5 2-82,8-7-951,0-3 0,2-1 0,0-1 0,2-1 0,0-1 0,-1-1 0,0 0 0,0-1 0,1 0 0,0-2 0,2-1 0,0-2-1075,2-1-358,0-2 20,0-1-174,1 0 174,0-1-239,1 0 210,1 0 123,1 0 166,1 2 310,2 0-25,0 2 344,2-1 284,0 2 470,1-1 250,0 2 102,0 1 169,2-1 942,1 2 959,7 0-296,0 2-582,6 0-397,0 3-444,3 1-163,3 3-87,2 1-942,5 0-897,2 0 303,4 0 295,3-1 265,3-1 342,4-1 230,2-1 144,3-3 94,2 1 19,0-2-55,0 0-110,0 0-189,-2-1-278,0-1-2185,-18 0 0,1 0 2361,17-3 0,-8 0 0,-23 3 1</inkml:trace>
  <inkml:trace contextRef="#ctx0" brushRef="#br0" timeOffset="63532">10932 1926 19742,'1'4'-4269,"0"0"4189,-1-4 2235,-7 10-1016,3-4-424,-5 8-96,5-9-115,0 1-403,0-1 1425,1 0 79,1-1-1739,-1 0 261,1 0-170,-1 0 71,1 0-4,0-1-83,0 0 354,0 0-84,-1 1 115,0-1 186,0 1 170,-3 3 34,0-1-200,-1 3 89,-2 1-355,3-4 32,0 3-54,1-4-222,1 0 279,0 2-420,1-3-37,0 1-60,2-4 3292,1 0-3887,-1-5-1043,1 2 376,-1-2 15,1 0 287,0 2 64,0-2 151,1 2-57,0-2 1211,2 0 1628,4-3-116,-1 0 58,4-2-85,-2 2 78,2 0 22,0 0-711,1-1-1051,0 1 0,1-1 0,0 2 0,2-2 0,0 2 0,0 0 0,-2 1 0,0 2 0,-1 1 0,0 1 0,-2 0 0,-1 1 0,0 2 0,-1 2-378,-1 2-2224,0 4-336,-1 2-1849,-1 3-4850,0 0 9196,-2-1 0,-1-6 0,-1-3 0</inkml:trace>
  <inkml:trace contextRef="#ctx0" brushRef="#br0" timeOffset="65731">12258 2276 25459,'0'-15'-2811,"0"7"2644,0 22-129,0 4 478,0 2-162,-1 0 113,-1 2 15,-2 1-339,-1 0 749,-3 1-112,-1 1-133,-3 0-1089,-2 2 215,-4 2 1,9-12 0,0-2 0</inkml:trace>
  <inkml:trace contextRef="#ctx0" brushRef="#br0" timeOffset="67515">13073 1947 20318,'0'-6'-108,"1"1"3872,-1 5-2443,2-20-2133,-1 14 290,1-14 177,-1 21-1038,-1 0-80,1 1 419,-1 0 722,1 0-1362,-1-1 3790,0 0-2089,-4-7-987,1 1 1293,-3-7-793,2 2 589,1-1-421,2 0 655,-1 0-511,2 1 198,0 1 851,0 0-220,2 1 471,0 0 146,1 1 86,2 0 103,1 0 64,1 0 132,2 1 58,0 0 360,1 1-1981,2 2-110,0 0 0,0 2 0,9 2 0,-4 4 0,5 3 0,-6 2-172,0 3-2045,-1 2 119,0 1 29,-3 3-98,-1 1 229,-5 1 574,-1 11 502,-5-6 765,-5 6 436,-4-9 721,-5-3 484,-3 0 566,-3-1 321,0-2-103,-2-1-231,2-1-1022,-1-3-1075,3-1 0,-4-1 0,8-4 0,-3-1 0,10-5 0,1 0 0,1-6 0,2 1-212,2-4-2203,0 2 139,2 0 494,0 1 392,2 2 958,1 0 908,0 0 1836,2 2 392,1 1-676,0 0-1041,2 1-987,1 0 0,3 3 0,1 0 0,2 2 0,3 1-814,2 0-179,4 1 299,2 1 123,2-1 70,2 1 342,15 6 2,-11-3 153,8 5-94,-19-3-240,-5 0-308,-6 1-351,-7-1-660,-5 2 689,-8-1 998,-15 8 745,-2-4 297,-11 4 396,6-7 373,-1-3 310,0-2-891,1-2-1260,3-2 0,2-3 0,5-1-702,3-3 414,3-3 1,7 2 0,0-2 0</inkml:trace>
  <inkml:trace contextRef="#ctx0" brushRef="#br0" timeOffset="67906">14103 1806 22009,'2'-4'3358,"-1"1"745,-1 3-3518,0-32-2093,-3 29 74,-2-23 372,-4 39 1780,-2 1-610,0 3 314,-10 12 50,3-6-379,-9 11 1205,5-9 419,-2 1 90,0 0-1726,1-1-81,1-2 0,3-1 0,2-2 0,2-2 0,3-3 0,3-1 0,2-2 0,3-1-579,2-1-507,2-1-159,0 0-282,3-2-539,8 4 399,0-4 604,7 4 316,8-2 601,-2-2 380,8 1 336,-5-3 338,2 0 684,1 0-349,2-1-627,19 2-2,-11-3-434,15 1-205,-13-3-587,1 1-1025,2-2-1946,1 0 3659,4 0 0,-23 0 0,-1 0 0</inkml:trace>
  <inkml:trace contextRef="#ctx0" brushRef="#br0" timeOffset="68371">15161 1668 26443,'0'-5'-2638,"0"1"5558,0 4-1132,-41-43-3259,25 38 1779,-33-30-777,35 50 1496,-1 3-898,0 4 1102,-2 3-64,0 3-1367,-1 2 1546,-1 3-1019,0 1 532,1 1-1391,2 0-22,2 0 53,4 0-84,1-2-18,4-1-169,3-3-62,1-3-111,4-1-177,2-3-117,4-2-241,3-2 368,1-3 399,3-2 539,3-2 378,0-3 463,3-1 461,-1-4 477,2-1 669,6-5 41,-7-3 1,5-5-1659,-12-2-657,-1-2 0,-2 0 0,-2-1 0,-2 1 0,-4 0 0,-2 1 0,-2 2 0,-5 1-2285,-2 2 539,-7 2 812,-2 1 626,-4 2 468,-3 2 523,-4 2 398,-2 0 419,-1 1 349,0 1-1849,0 3 0,1 0 0,3 2 0,2 0 0,4 3 0,4 0 0,4 1 0,5 2 0,3-1 0,7 3 0,-3-8 0,4 0 0</inkml:trace>
  <inkml:trace contextRef="#ctx0" brushRef="#br0" timeOffset="72158">15817 2012 32767,'28'21'-1803,"-1"-1"0,15 16 53,-46-20 1673,-2 0 456,-3 2 139,-1 0-151,-4 2-3419,0 2 2467,-3 1-683,-2 3-1285,-1 2 2289,-6 5 0,13-15 1,-1 0-1</inkml:trace>
  <inkml:trace contextRef="#ctx0" brushRef="#br0" timeOffset="73172">16565 1780 31051,'2'-40'-1323,"-1"0"1,1 3 0,-2 9-268,-1 20 560,-1 0 12,1 3 395,-1 0-80,1 2 57,-1 2-901,2 0 1671,-1 5 180,1 1-118,0 7 337,0 3-13,0 4 204,0 4 61,0 4-735,0 4-247,0 2-114,0 2 309,-1 1 54,0 0-35,-2 0 112,0-2-50,-2-1 36,1-1-48,-3-1 9,0 0-120,-1-1-118,-1 0-350,0-2-583,0 0-985,1-3-3684,1-4 5853,2-3 1,2-10-1,2-4 1</inkml:trace>
  <inkml:trace contextRef="#ctx0" brushRef="#br0" timeOffset="74273">16889 1815 30943,'-28'-18'-2173,"0"0"1,-21-7 1236,26 39 3203,-1 1-1054,0 0-361,1 1-284,2-1-122,0 0-129,3-2 1118,2 2-1428,2-2-7,1 1 0,3-2-119,1 1-387,2-3-80,1 1-137,3-1-313,0 0-14,3 0-252,-1 0 106,2 0-160,2 0-438,3 1 167,4-1 768,2 0 450,2 0 425,4-1 457,3-1 237,2-1 352,3-1 691,1 0-2,4-2-446,1 0-77,4-3-193,0 0-176,4-1-215,-1-2-58,2-1-107,-1-2 30,-1-2-356,-1 0-153,-2-2 0,-4-1 0,-2-2 0,-5 0 0,-5-1 0,-1-6 0,-8 4-505,-3-3-576,-6 6-680,-4 1-621,-2-1-500,-2 1 338,-3-1 538,0 1 525,0 0 394,0 2 403,2 0 553,0 2 657,1 1 700,-1-1-104,1 0-573,0 2-70,2 2 24,2 2 607,1 1 591,1 2-1132,0 2-556,0 3 41,0 1-100,0 2-182,0 0-134,0 0-716,0 0-574,2-1 1042,0-1 386,1 0-234,2-2 308,1 0 528,2-2 418,3-2 491,0-1 278,1-2 566,1-4 576,1-2 177,0-5-1132,1-3-1752,2-9 0,-3 5 0,0-7 0,-8 9 0,-2 1-503,-3 2-1384,-1 1 303,-2 3-426,-3 0 187,-3 2 846,-2 3 608,-1 0 547,0 3 612,-1 1 435,2 1 290,-1 0 614,-2 5 791,3 0-2524,-2 5-396,4 1 0,1 2 0,-1 3 0,2 0 0,0 3 0,1 1-1331,2 2-591,0 1 442,2 0 410,0 1 115,1-2 105,7 8-316,-1-9 60,7 5 59,-1-10 549,3-2 366,3-1 414,3-3 334,3-2 353,3-1 580,5-4 413,0-1 104,3-4-210,-1-2-34,11-9-1387,-12-2-435,6-7 0,-15 2 0,-2-3 0,-2-1 0,2-13 0,-8 8 0,0-5 0,-9 13 0,-3 5-1136,-1 1-389,-1 4 127,0 1 199,-1 2-29,-1 2-54,0 1 90,-2 1 791,3 2-56,-1 1 843,2 5-415,0 1 1,0 5 283,0 2 201,2 2-177,2 3-809,2 1-29,4 0-365,2 2 613,3-2 239,2 0 179,3-2 205,2-2 472,0-1 398,1-3 397,-1-3-26,1-3 104,-4-3-47,-1-1 129,2-9-1367,-3-9-372,-2-4 0,-5-5 0,-5 4 0,0 0 0,-2 0 0,0 1-1279,-2 3-742,1 3 865,-1 1 233,0 3 554,-1 3 166,1 2 113,-1 3-62,0 1-202,0 2 188,0 7-244,1 3 308,-1 20-127,0-1 200,-1 14-61,-4 12 275,-1-11 88,-3 16 24,0-16 271,2 1-233,0 0-27,2-2-204,3 1-207,2-3-312,2-2-374,3-4-1661,5 8 25,-1-12-1481,1 4 3654,-1-14 1,-4-10 0,-1-2-1</inkml:trace>
  <inkml:trace contextRef="#ctx0" brushRef="#br0" timeOffset="74539">18496 1762 32767,'15'-30'-637,"0"1"1,16-19-146,0 48 1558,2 3-881,1 1-285,1 5-424,-1 1-470,-2 2-1096,-1 1-189,-5 1-1470,-2 1 119,-8-1 3578,-4-2 0,-6-5 0,-4-3 1</inkml:trace>
  <inkml:trace contextRef="#ctx0" brushRef="#br0" timeOffset="74706">18554 1967 32767,'5'-3'0,"6"-1"0,21-3 0,2 1 0,3 0 0,2 0 0,2 2-110,1 1 133,6 1 0,-22 1 1,-2 0-1</inkml:trace>
  <inkml:trace contextRef="#ctx0" brushRef="#br0" timeOffset="86647">14917 168 18373,'-5'-3'-3343,"2"2"2701,3 1 2767,-56-6-1771,38 5-42,-42-4 1305,48 6-1091,4 0 87,-3 1 673,6 0 518,-1 1-870,2 0 284,-2-1 765,2 2-999,-8 1-609,4-1-65,-4 2-248,4-3-374,0 1-67,-1 0-194,1 0 258,-6 1 262,-2 2 102,-5 1-128,3 0 47,2-3 111,5 0-97,1-1 79,0 0-102,1 0 259,-1 1-50,2-1 59,0 0 90,-2 0-161,4 0 161,-3-1-230,3 0 190,-1-1-349,1 1 109,0-1 34,1 1-7,-1 0 148,1-1-219,-1 1 259,-2 2-45,2 0 202,-2 1-332,3-1-246,1 1-187,0 0-115,0 1-453,1 0 96,-1 1-538,0 0 86,0-1 200,-1 6 109,1-3 124,-1 5 96,0-4 500,1 0-61,-1 1 366,0 0-67,-1 1 76,1-1 123,-4 6-28,1 2-47,0-1-97,1 0 51,4-6-141,-1 0-12,1-1-70,1 0-89,0-1-20,1 0-18,1-1-147,0 4-21,0-3 134,0 8-49,1-8-87,2 3 122,-1 2 5,0-4 13,0 5 301,-1-4-20,-1-2 86,0 1-16,0 0 123,0 0 26,0 0 16,0 0 10,0 0-92,0 0 12,0 0-65,0 0 24,0 0-40,1-1-32,0 0-63,1 1-6,0-1-148,0 0 24,2 0-124,-1 1 22,0-1-16,1 2 62,0-1 29,0 2 20,-1 0 172,0 0-27,-1 1 268,0 0-24,0 1 163,-2-1 12,2-1-15,-2 0 48,1-1-92,-1-1 52,1 0-211,0-1 24,1 0-228,0 0-33,1-2-79,0 1-15,1-1-62,-1-1-54,1-1 3,0 1-9,0-1 101,1 3 14,0-2 87,0 2 2,-1-2 79,-1 0 49,1 1 33,0-1 11,3 4 1,-2-3-84,2 2-5,-3-3-14,1 0-28,0-1-46,0 0 5,1 0 66,1-1 47,0 0 98,1-1 61,1 0 61,1-2 101,1 0 36,1-1 50,1 0-2,0-2-26,1 0-52,1 0-35,1 1-100,-1 0-82,1 0-38,-1 2-94,-1-1-30,0 2-77,-1-1-26,0 2-35,-1-1 28,1 1-24,0 0 34,1-1 61,0 1 7,1-2 104,0 0 37,1 0 38,2-1 65,7 0-1,-6-2 1,6 0 2,-8 0 0,0-2-27,-1 0 21,0-1-10,0 1-19,-2-1-41,0 1-11,-1-1-40,3 2-30,-4 1-48,2 0-48,-5 0-9,-2 0-14,0 0 7,0 0 1,0 0 34,3 0 63,-2 1-6,3-2 87,-3-1 101,1-2 115,6-6 39,-3 1-25,4-6 13,-4 4-70,0-2 38,0 0-75,0 0-116,-2 2-51,-1 0-170,-1 1 0,-1 0 12,3-5 15,-2 3-22,3-3 47,-4 5-17,0 0 34,1 0 22,-1 2 11,0-1 57,0 1-13,-1 0 18,1 0-27,0 0-4,-1 0-18,1 0 8,-1 0-28,1 0-4,-2 0-31,1 1 23,0-1-6,-1 1-5,1-1-12,-1 1-2,-1 0 8,1 1 38,-1 1 30,1-1-33,-1 0-31,-1-1-31,0 0-14,1 1 30,-2 0-38,2-2-6,-1 2-72,0-3 53,0 3 10,0 0 58,0-2 28,0 1-16,2-1 132,-1 0-329,1-1 114,-1 0-56,0 1 0,1 0 59,-2 0-71,1 0 39,-1-3-124,-1 4 229,0-3-43,-2 4-49,1 0 21,-1 0-47,1 0 72,-1-4-46,0 4 37,0-6 0,0 5 40,0-7 19,0 5 4,0-5 18,0 5-37,0 0 46,0 1 20,1 0 3,1-1 56,0 1 9,1-1 27,-1 1-30,0 0 13,0-1-29,0 2-17,-1 0-196,-1-1-54,0 2-89,0-2-4,0 2 20,0-1-20,0 0 42,0 0-39,0 0 223,0-1 3,0-1 67,0 0 29,0 0-34,0 1 0,0 0 11,0 1-16,0 0 10,0 0 6,0 1-11,0 0 12,0 0-24,0 0 18,0 0-12,0 0 12,0 1 16,-1 0-22,-1-1 6,0 0 11,-1-1-12,0 0 12,-2-1-6,2 0-22,-2-1 11,0 1-11,0-1 0,0-1 0,0-3 22,-1 2-6,1-1 1,1 3 29,1 1 1,-1-1 34,2 1 33,-2 0-54,0 0 17,0 0-1,0 1-37,0-1 18,-2 1-64,2-1-20,-2-1-50,0 1 32,-1 0 9,0-1 21,0 1 26,-1-1-1,1 1 31,-2 0 32,-3-3 14,3 3 7,-3-1 0,4 2-30,1 2 36,0 0-21,1 1 43,-1-2-67,0 2 28,0-1-20,-1 0 1,2 1-5,-1-1-16,1 1-44,0-1 4,0 1 36,-3-1 137,1 0-15,-2 1 118,3 1-141,0 0 16,-1 0-102,2-1-51,-2 1 31,1-1-193,-1 1 36,1 0-45,-5 0 208,3 0-45,-4 0 185,4 2 38,0 0-27,-1 1 78,0-1-67,-1 1-26,-7 0-74,4 0 10,-6 0-20,6 0-27,1 0 6,-1 0-20,2 0-13,0 0 9,2 0-213,2 0-5,1 0-115,2 0-23,2-1-33,2 1-174,0 0 140,4 3-89,2 2-130,4 5-1552,1 2-5966,0 1 8126,0-1 0,-5-5 0,-2-3 0</inkml:trace>
  <inkml:trace contextRef="#ctx0" brushRef="#br0" timeOffset="113289">5960 2733 16611,'-45'-2'326,"0"0"0,3 0 0,8 0 1785,15 1-2026,2 0 1346,3 0-1357,0 1 849,4-1-858,1 1 2130,2 0-2256,3 0 364,2 0-4316,1 0 4367,6 3-1061,2 0 447,7 1 81,3-3 326,5 0 90,5-2 93,7-1-89,5-4 107,7-1 1213,4-3-515,6-1-20,5-1-728,-28 5 1,0 0-51,3 0 1,0 0-46,1 0 0,0-1-42,2 0 0,0 0-51,1 0 1,0-1-32,0 0 1,1 0-34,0 0 0,0 0 0,0-1 1,-1 0 0,0 1 1,0 0-8,-1 1 1,-1-1 0,-1 1 0,-1 0-18,-1 1 1,-1 0-1,28-5-48,-6 2-45,-7 2-44,-8 2-42,-6 2-24,-4 2 13,-13 0 136,-3 2-56,-12 0 33,-4 2 641,-5 0 65,-4 2-138,-7 2-49,-5 2 83,-5 0-55,-4 2 118,-7 0-61,-4 1-720,-3 0-166,-5 2 150,-2-1 34,-3 2 30,-3-1 29,-2 0 25,27-6 0,1 0 33,-2 0 1,1 0 5,-2 0 1,-1 1 21,0-1 0,0 1 6,-1-1 1,-1 1-12,0-1 0,-1 1-2,0-1 0,0 0 1,-1 1 1,0-1 3,1 0 0,1 0 18,0 0 1,0 0-9,2-1 0,1 1-10,1-2 0,1 1-25,-29 5 13,5-2-64,6 0 47,5-1 4,5-1-10,7-1 51,5-2-68,6 0-28,7-2-284,5-1 228,6 0-437,3-1 756,12 0-505,2 0-33,13 0 73,1-2 66,5-1 232,7-2-81,5-3 328,6 0-469,5-2 542,4 1-176,-26 4 0,0 0-6,1 0 0,2 0-72,1-1 0,1 0-52,1 0 0,1 0-20,1-1 1,1 0-24,1 0 0,0 1 25,0-1 0,1-1 4,1 1 0,0-1 11,0 1 0,2-2 6,-5 2 1,4-2 0,0 1 9,2-1 1,0 0-1,0 0-12,0 0 1,0 1-1,-1-1-2,-2 0 1,-1 1 0,-3 1 7,1-1 1,-2 0-20,-1 2 0,-1 0 4,-3-1 0,-1 1 15,28-4-42,-9 1 2,-8 2 25,-9 1-33,-9 2 134,-8 2 24,-8 1-109,-5 0 62,-5 1-340,-7 2 280,-6 1 131,-8 2 10,-7 4 149,-9 2-28,-7 2 140,-9 3-89,-5 1-66,25-7 0,0 0-163,-2 0 0,-1 0-92,-2 1 0,-1 0 15,0-1 0,-1 1-75,-1 0 1,0 0 31,0 0 0,-1-1-25,1 0 1,1 0-2,-1 0 0,1 0-1,0-1 0,0 0-2,2 0 0,0 0 10,1-1 0,0 0-9,2 0 1,0-1-7,1 0 1,1-1-12,0 1 0,1-2-48,-28 6-53,4-2-23,5-1 37,4-1-42,4 0 72,5-1-14,5-1 70,6-1-52,6 0 99,5-3-267,6 1 100,5-2-257,3 1 336,1-1-176,8 0-68,1 0 95,11 0-97,1-3 409,26-5-45,-4-2 188,-11 3 1,1-2-149,22-5 474,7-4-239,-28 8 1,0 0 4,2-1 0,1 0-2,1 0 1,1-1-114,0 0 0,1 0-66,1 0 0,0 0-62,-1 0 0,3 0-7,15-5 1,1 1-33,-14 3 0,-1 1-22,13-4 0,-2 2-20,-18 4 1,-1 1-21,-2 1 0,0 0-76,27-7 8,-7 4-66,-9 1 1,-7 3-84,-8 3-71,-7 2-278,-7 2-98,-8 3-1041,-7 2-751,-8 5-366,-8 1 3009,-7 4 0,11-7 1,-1 0-1</inkml:trace>
  <inkml:trace contextRef="#ctx0" brushRef="#br0" timeOffset="114822">5489 2078 19080,'4'-9'720,"-1"1"-566,-3 8 3551,0 0-3291,-14-25-2693,10 18 759,-11-18 273,13 24-67,1 0 860,0 0-488,2-2 430,1 1 896,1 0 2369,0 1-189,2 1-462,-1-1-332,0 2-1215,0 1-322,-2 0-1108,2 5-1427,-1-1-256,0 3 451,-2-1 808,0 0-64,-1 7 713,1-3 698,-1 6 665,0 2 433,0 3-215,0 2-301,0-2-207,1-6-135,-1-1-115,1 9-71,-1-7-20,1 6 40,-1-1-51,0-5 11,0 4-37,0-7 82,0-1-47,0-1 84,0-1-76,0-1 33,0-1-54,0-2-1,0 0 11,0-2-5,0-1 16,0-1 28,0-1 57,0-1 1868,0-1-1874,1-4 981,1-5-586,1 0 124,-1-5-205,0-1-122,-2 2-131,2-5-31,-2 4-142,0-1-931,0 0 459,0-3-141,0 2 265,0-2 39,0 1 126,0-1-24,0 1 136,0 0-16,0-1-1,0 1 7,0 1-1,0 0 6,0 2-5,0 0 26,0-2-10,0 3 5,0-2 5,0 6-12,0 0 7,0 3-18,0 0 204,1 1 184,0 2 483,1 0 963,0 2-358,1 0-539,0 0 22,0 1-670,0 2-808,2 1-464,-1 3-908,1 1-926,-1 1 513,1 2 468,0 1 156,0 1 680,0 1 675,2 10 374,-2-6 494,0 8 25,-2-8-8,-1 0 150,-1 0-33,-1 0 26,0 1-31,0-3-72,-1 2 51,0-3 21,-4 5 84,2-6-94,-2 6 3,2-11-46,1 1-59,1-7 241,0 0 17,1-2 454,-1-7-2065,0 1 128,-1-8-108,0 2 87,1-3 87,0-8-144,0 2 580,0-4-1264,1 4 1866,-1 3-181,1 0 77,0-6-88,0 6-28,1-3-32,0 7 125,1 0 43,-1 2 29,1 1-34,-1 2-9,0 0-131,-1 3 33,1-1-67,-1 4-307,1-1 57,-1 2-255,2 7-466,-1 0 164,1 7 78,0-2 15,0 2 29,1 0 30,-1 2-303,2 2 391,0 0 458,0 4-327,3 1-389,1 4-1625,3 2-6261,1-1 8440,0-4 0,-6-10 0,-2-5 1</inkml:trace>
  <inkml:trace contextRef="#ctx0" brushRef="#br0" timeOffset="175830">2753 4273 11374,'0'-5'1495,"0"1"2264,0 4-3160,-9-64-1294,6 43 896,-2-15 1,-1 2 128,2 23 223,0 2-312,0 0-51,-1 1-27,-1 1-29,0 1-33,-1 2 882,-1 0-910,-2 1-34,-1 2-5,-2 0-12,-2 2-11,-3 2 17,-2 4 11,-3 2-11,-1 2 12,-1 2-12,1 3-537,0 0 526,3 2-6,1 0-16,3 2-43,2 0 42,2 1 6,3-1-6,0 8 1,4-8-12,2 5 17,3-9-6,2-1 6,3-2 529,1-1-535,3-1 62,1-1-50,1-3-6,1 0 22,1-3 6,-1-2 6,1-1 16,-1-2-5,0-3 5,0-3-16,1-3 5,1-2 6,0-3-6,1-1 12,0-1-7,0-2 1,0 0 5,-1 1 12,-1-1 16,-2 3 23,-1 1 6,-1 3 5,-3 1-17,0 3 11,-3 0-5,0 3-23,-1 2-22,-1 0-61,1 2 5,2 4 11,-1 2 0,5 5 6,-1 2-17,2 3 11,0 2-11,2 2-5,1 2-1,0 2 6,1 1 11,1 0 28,-1 1 1,2 1-44,0 1 36,0 1-61,-1 0-120,0-1-364,1-1-431,1-2-595,0-2-1100,1-3-2396,1-3 339,-2-4 4260,-2-3 0,-6-5 0,-3-1 1</inkml:trace>
  <inkml:trace contextRef="#ctx0" brushRef="#br0" timeOffset="176376">3246 4314 18089,'-46'-26'-742,"9"8"2482,37 22-1581,0 2 716,0 2-815,0 0 407,1 2-467,1-1-90,1 0 117,0 1 1361,2-1-1536,0 0-21,0-1-47,0-2-5,1-1 65,-1-1 71,0-1 100,-1-2 102,-2 1 79,0-2 95,0 0 29,-1-1 45,0-1-68,0-3-114,0-3 5,-1-1-80,1-1 46,-1 0-61,0 0 22,-1 2-91,-1 0-2,0 2 14,-1 1-42,0 1 10,1 1-64,-1 1 20,1 0-4,1 2-86,-1 0 196,3 3-41,1 0-6,1 5 0,1-2-1,1 1-34,0 0-27,0 0-22,0 0-79,1 0 81,-1 0 15,1-1 25,0 0 37,0-1 1,0-1 37,0-1-4,0-1 74,-1-1 3,1 0 48,-2-2 47,1-2 59,-2-2-33,0-3-74,-1-2-37,0-3-63,-2 0-9,0-1-42,-1 1-64,-1 1-103,-3 2-23,0 1 18,-2 3 26,-1 1 56,-1 2 35,-1 1 30,1 1 39,-1 1 4,1 2 86,-1 1 38,2 2 0,0 3-76,2 1-254,0 2-517,4 2-1013,0 1-3437,3 2 5108,4 2 0,-3-8 0,2-2 0</inkml:trace>
  <inkml:trace contextRef="#ctx0" brushRef="#br0" timeOffset="178880">4650 4138 13640,'-16'21'2448,"2"-3"-1657,7-11-176,0-1-155,0 0-145,2-1-41,0-1 6,3-2 796,0 0 1522,1-2-2389,-1-1-646,-1-2-111,-1-3 11,-2 0-16,0-1 9,-1 0 35,0-2-40,-1 0-22,0-1 544,-1-7 131,3 5 22,0-6 50,5 5 98,0 0-12,2 0 87,3-1 56,1 0 53,4 0 3,1 0 4,2 1 3,3 1-44,2 2 171,1-1-70,0 3-132,1 0-83,0 3-141,0 3-105,1 0-111,-2 4-107,0 2-306,-1 4-168,-1 6-37,-3 2-43,-2 5 172,-5 3 142,-2 5 88,-4 3 121,-5 5-153,-3 3 515,-8 4-567,-4 1 794,-4 2-880,-4 0 1009,-4 2-1133,-2 0 1088,-1-1-35,-1-3-4,0-4-13,4-7 19,4-7 43,3-8-189,5-6-73,3-7-156,2-3-119,2-6 262,2-2-738,1-7-240,2-2 48,1-4 76,5-2 170,0-2 157,2-1 140,4 1 294,0 1 204,4 2 271,0 3-40,1 3 976,-1 3-1053,0 4 1428,0 2-1606,0 2-166,1 2-178,1 3-263,1 2-128,1 4-160,3 3-122,2 1-83,2 2 187,2 0 115,3-1 164,3 0 182,2-1 63,2-1 65,2 0-18,2-2-1606,2-1 1358,1 0-261,2-2-398,0-1-610,2-2-715,0-2-1420,1-1 3738,6-5 1,-23 3 0,-1-2 0</inkml:trace>
  <inkml:trace contextRef="#ctx0" brushRef="#br0" timeOffset="179356">5446 3974 20671,'0'-3'1578,"0"1"1840,0 2-3016,-65-12-4704,41 14 4406,-13-6 0,1 3-1713,20 12 2273,1 0 15,2 0 102,3-2-51,2-1-248,3 0 1342,2-2-1569,1-1 2342,2-1-3375,0 0 1661,1 0-2014,2 0-109,2 0 161,3-1 203,1 0 176,1-1 450,2 0 60,1 0 253,3 0 90,0 0 183,11 3-152,-5-1-85,9 3-52,5 2-58,-9 0-24,21 9-58,-21-6-742,6 6 706,-14-3-50,-2 0-1,-3 3-68,-3 0 110,-3 2 169,-3 0 128,-2 1 170,-2 0 64,-4 0 235,-2 1 88,-3-2 221,-4 1-256,0-1-75,-2 0-100,0-1-99,0-2-56,3-1-222,1-1-148,3 0-317,1-2-99,2-2-573,3-2-746,0-2-1612,3-4 3245,3-1 0,-2-2 0,2 0 0</inkml:trace>
  <inkml:trace contextRef="#ctx0" brushRef="#br0" timeOffset="179909">6221 4106 16343,'-3'0'3943,"0"0"989,3 0-4729,-24-39-970,26 27 871,-14-31-361,33 36 575,17-2-113,-6 3-117,12-2-4511,-12 5 4080,-1 1-127,-1 1-175,0 1-65,-3 1-852,-2 3-476,-4 3-589,-4 3-6434,-4 7 8905,-7-6 1,-2 1-1,-4-8 1</inkml:trace>
  <inkml:trace contextRef="#ctx0" brushRef="#br0" timeOffset="180089">6236 4326 12539,'-4'5'4570,"0"-2"1336,4-3-6206,39-14-1146,-18 6 1394,34-12-154,-28 8-165,4 2-185,1-2-968,3 1-1244,3-2-3445,-3 2 5516,-3 1 0,-16 5 0,-6 2 1</inkml:trace>
  <inkml:trace contextRef="#ctx0" brushRef="#br0" timeOffset="180480">7167 3954 17502,'-7'-3'2843,"1"1"-2130,6 2 3061,0 0-3501,-56 13-1047,39-4 1185,-43 12-173,54-5 102,1 0-138,2 1-27,1 8-287,3-7-56,4 6-174,4-9-295,12 4 118,-2-5 704,10 5-402,-3-8 96,2-1 114,2-4 117,2-1 105,-1-2 240,1-2-34,-2-2-1,-2-3 30,-3-3-28,-4-3 72,-3-3-221,-5-1-98,-3-2-142,-5-1-44,-4-11-3266,-5 5 2916,-5-7-1945,-4 9 1657,-3 3 182,-2 0 93,-1 3 102,-1 2 118,-1 2 98,2 0 94,0 2 36,4 1 2551,1 2-2481,3 0 2716,2 1-2810,2 1-158,2 0-61,2 2-921,1 1-649,9 5-3498,0 1 5232,10 4 0,-9-4 1,1 0-1</inkml:trace>
  <inkml:trace contextRef="#ctx0" brushRef="#br0" timeOffset="181333">8202 4051 16174,'2'-2'162,"0"0"1882,-2 2-1926,21 19-12,-15-6-16,14 18-34,-19-8 0,-3 3 6,-2 2 0,-2 0 16,-3 0 12,-1-1 50,-1-3 219,-2-2 39,-2-2 45,-1-3 207,-10 2-161,5-8-13,-7 1-6,8-8-40,0-2-8,-4-9-329,6 0-85,-2-9-99,10 0-106,3-3 39,2-4 28,2-2 41,2-2 24,0-3 59,3 0 16,2-2 72,2 1 84,3-1-11,1 1 10,0 2-41,0 0-405,-2 1 350,0 0-10,-3 1-4,0 2-139,-3 1 109,-1 3-13,-1 0-7,-3 2-26,-1 1-23,-4 2-37,-2 1-13,-1 2 46,-8-4 5,4 6 21,-4-1 18,6 6 40,0 3 45,1 1 420,2 1-349,0 3 423,2 1-76,0 4 378,2 2-232,2 1-136,2 2-162,2 0-88,3 0-220,4 1-422,4 1-87,4 0-297,4 0 252,3 1 169,4 1 165,19 9 94,-11-4-459,14 6 771,-17-6-44,-1 0-94,-2 3-99,-2-1-68,-2 1-68,-3 1-75,-1 1-36,-4 2-29,-1 1 115,-2 4 72,-4 2 97,-1 2 58,-3 2 75,-3 2 57,-1 2 31,-1 0-238,0 1-77,-2-4-216,-2-3-89,-3-6-127,-1-3-264,-3-4-540,0-4-168,0-2-450,0-3-1585,0-4-6294,3-3 9539,1-3 1,4-3-1,2 0 1</inkml:trace>
  <inkml:trace contextRef="#ctx0" brushRef="#br0" timeOffset="181964">8983 4123 16902,'5'7'1260,"-2"-1"-700,-3-6 2465,0 0-2885,-19 31-12,9-18-9,-16 25-24,14-25 0,-3 1-5,-2 0 5,-1-1 11,-1-1 6,1-2 23,1-2 10,2-2 23,4-2 6,2-2-12,4-2-16,1 0-56,2-2-18,1-3-27,0-3-17,1-4 6,1-4-12,2-2-5,3-3 5,4-3-16,2-2-17,3-1 5,1-2-5,2 1 11,1-1 11,-1 1 0,-1 2 6,-2 1 0,-2 0 0,-4 2 16,-1 1 1,-4 1-6,-2 0 6,0 1-12,-5-2-5,-2 1 5,-3-1 1,-2 1-12,-2-1 17,-6-8-11,2 9-17,-6-5 16,6 11-10,-1 1 5,1 3-5,0 1-12,2 3 116,1 1 2,1 2 33,1 3 16,1 0 9,1 3 56,1 2 58,2 2-37,0 4-149,2 0-54,1 5-64,2-2-33,1 3-38,5-3-114,2 0-77,6 1 82,3 1 39,4 1 48,5 0 64,4 3-533,4-1 594,3 3 82,2 0 14,0 1-40,1 1-33,-1 1-38,-1 2-5,11 15-3224,-14-7 3163,7 12-15,-19-12-177,-2 0 149,-4 0 10,-2 1 17,-5 0 13,-2-1-2071,-3-2 2145,-3-2-262,-6-1 267,-3-2 1748,-15 9-2037,2-9-424,-9 4-728,6-11-2691,1-4 3676,-4-2 0,13-7 0,1-1 0</inkml:trace>
  <inkml:trace contextRef="#ctx0" brushRef="#br0" timeOffset="184840">19586 1676 17205,'-22'-40'227,"-1"-1"0,2 4 1,4 8-168,6 18 764,1 1-547,1 2 167,0 1-222,2 1 26,-1 2-262,0 1 756,-19 2-397,8 4-26,-15 2 9,12 4-54,-2 2-58,-3 2 391,-1 2-685,-2 1 570,0 2-111,-1 1-71,1 0-28,2 1-9,2 1-21,4 1-426,3 0-64,6 1-60,4 1-49,5 0-104,2 1-15,7-1-82,1 0 76,8-2 418,4-1 220,4-3 339,2-3 240,2-3 303,2-3 201,0-2 212,0-4 101,-1-1-303,-3-2-72,0-4-40,-4-1-352,-1-6-795,-3-2 0,-2-3 0,-2-3 0,-2-3-491,-1-3-416,-2 0-247,-1 0 74,-1 1 262,-1 0 213,0 4 238,0 1 177,1 2 268,-1 2 113,1 3 207,-1 2-77,1 1 180,-2 3 582,1 2-339,-2 2 201,0 1 406,1 0-1351,-1 2 0,2 3 0,0 2 0,2 5 0,0 3 0,2 4-488,0 3-1337,-1 4-235,-1 4 478,-1 2 736,-2 4 419,-1 2-1282,-1 1 1596,-2 2 109,-1-1 107,-1 1 152,-2-2 159,0 2 15,0-2-170,1 1-127,1-2-317,2-1-1366,0-1-182,1-2-3519,3-3 5150,1 1 0,0-16 0,0 0 0</inkml:trace>
  <inkml:trace contextRef="#ctx0" brushRef="#br0" timeOffset="186123">10664 3935 8466,'0'-7'2600,"0"2"-1525,0 5 124,0 0 5,8-62-61,-6 37-645,2-13 1,-1 2 301,-4 16 332,-6-7-751,0 8-39,-7-5-57,3 10-21,-2 1-24,-1 2-55,-2 1-45,-2 2 45,-13 2-118,5 3 62,-21 6-3454,18 3 3375,-10 5 1,10 2-6,1 1-6,-11 10-28,11-3-414,-12 18 403,20-14-11,-3 20 6,13-17-7,3 9 12,6 1 6,5-10 3184,4 7-3162,10-6-6,-2-11 12,6 4 16,-4-13 17,0-2 135,10-3-101,-7-2 5,7-5-22,-10-3 6,1-4-6,0-2-17,-1-2 18,1-4-7,0-1-3178,0-3 3184,1-1-83,5-10 94,-6 8 163,5-14-113,-13 18 1,-1-3-12,-6 10 130,-3-2-74,-1 5 2984,0 0-3151,0 5 837,0 4-835,0 1 68,0 7 102,2 2-102,3 14 4,1-3-82,2 10 11,-1-4-419,1 3 311,0 3 12,-2 2-103,0 2 91,-2 2-3257,-1 1 3324,-1 1-2192,-1 0 2207,-1-1-1463,-2 1 1429,0-2-978,-4-1 709,2-2 407,-2 0-2019,0-3 1915,0 4 0,2-17 0,1-1 0</inkml:trace>
  <inkml:trace contextRef="#ctx0" brushRef="#br0" timeOffset="186757">11660 3811 10310,'1'-3'5371,"0"1"-694,-1 2-4649,-4-23 6,0 20 10,-3-16 1,1 27 22,-2 2-5,-1 1-1,-2 2 12,-3 0-6,-2 3-5,-3-1-6,-3 3-6,-2 0-5,-4 0 22,0 1 79,-16 9-34,10-7-1213,-8 6 1236,16-9-12,5-1-39,2-2-45,5 0-11,4-1-11,2 0-11,4-1 5,1 0 11,3 0 1,0 0 27,6 4-22,2-5 1235,7 4-1223,1-7 10,4 1-10,5-1-1,3 0 0,4-1-11,1-1-683,1 0 666,1-1 0,1 0-11,0-1-95,2 1-158,0 0-385,2 0-829,1-1-2443,1 1 3910,5 1 0,-23-4 0,-1 1 0</inkml:trace>
  <inkml:trace contextRef="#ctx0" brushRef="#br0" timeOffset="206898">12820 3826 6758,'2'-9'2011,"-1"3"-282,-1 6 1245,0 0-2375,-7-26-526,3 20 151,-6-20-135,4 26 35,-2 0 460,0 0-444,-3 2 180,-7 3-141,3 1 23,-7 1 173,-1 3-212,4-3-29,-6 3-28,8-1 1,1 0-12,0 2 0,0 0 118,-6 7-101,4-4-6,-3 5 90,-1 2-22,2 5-101,0 0 22,0 10-67,11-14-3386,-1 7 3386,4-7-17,2 0 6,2 2-2269,0 0 2252,2 2-1511,0 2 1528,3 0-1,1 2 7,4-2 16,2 1 6,2-3 0,4 0 16,2-4 237,2-3-220,3-3 40,2-4 17,2-4-1067,0-3 1105,0-3 1079,0-3-1084,-2-3-12,0-2-16,-2-4 1421,8-9-1292,-1-4 2252,4-8-2376,-12 6 3415,-7 2-3364,-10 8 11,-2 2-16,-2 1-12,-3 2 56,-7-1-145,-1 4-3387,-17-1 3337,8 5-2160,-10 1 2154,5 2 0,-1 1-12,-2 2-11,0 2 0,-1 2 6,-11 5-17,8-3 0,-5 4 2261,5 1-2367,12-2-164,-4 3-306,13-4-869,2 1 696,2 0 749,4 4 0,1-8 0,1 0 0</inkml:trace>
  <inkml:trace contextRef="#ctx0" brushRef="#br0" timeOffset="211723">14113 3573 16230,'-15'5'913,"2"1"-639,0 13 1,1-2-12,0 1-11,-3 2-23,-1 3 158,-12 15-218,3-6-1087,-9 11 1046,6-8-21,-3 1-29,-1 2 1,-3 3-18,-1 0-5,-2 1-306,12-13 1,-1 0 260,0 1 0,1-1-17,0 0 1,1-1-538,4-3 1,1-2 436,-3 7-85,4-5-173,3-1-496,2-2-232,3-3 111,2-1-2171,1-4 3152,1 1 0,3-8 0,1-2 0</inkml:trace>
  <inkml:trace contextRef="#ctx0" brushRef="#br0" timeOffset="212040">13411 3662 16599,'9'-32'151,"1"-1"1,8-17 1411,0 60-1468,1 2-5,2 5 16,2 2 25,1 4-13,1 2-257,2 2 251,2 2 6,2 3-6,2 0-6,1 2-22,3 1-5,1 0-414,2-1 386,3 1 22,1-2-17,3-2 5,0-1-11,1-2-27,1-1-23,1-1-23,1 1-133,1-2-298,2 1-767,0 0-3695,-17-9 1,-1 0 3740,10 4 0,-1 0 1,-33-16-1</inkml:trace>
  <inkml:trace contextRef="#ctx0" brushRef="#br0" timeOffset="216832">1274 6163 14047,'-12'-43'478,"1"0"0,0 3 0,1 8-92,1 17-21,-1 0-62,-2 1 3,-1 1-15,-2 1 14,0 1 30,-2 3 223,-8-2-137,-7 4-103,0 1 10,0 4 18,7 4 24,-11 8-21,7 2 221,-8 6-7,13-1-3618,2 2 3296,2 0-2044,2 3 1931,3-1-1691,2 2 1514,4 0-483,1 1 128,3 0 134,2 0 3,2 0 12,2-1 13,2-1 9,2 0 13,3-1-16,2-1-8,2-1 1276,8 5-1241,-4-8 49,6 4 54,-5-9 83,-1-3-18,1-2 298,0-3 133,1-2 116,1-2 69,-1-5 62,2-2 2087,-1-6-1989,1-2-85,0-3-108,0-1-100,-2-3-127,0-1-93,-4-3-166,0-1-2158,-2-2 1903,-1 0 146,-2 1 20,-2 2 2058,-3 4-2014,-1 2 632,-2 5-647,-2 2-88,-2 5-121,-1 1-319,-2 3 133,1 0 3446,-3 3-3128,1 0 101,0 3 267,2 2 617,3 2-322,0 3 25,2 2-204,0 2-110,1 2-309,2 2-113,6 13-363,4 4-551,7 9 417,-3-8-342,0-6 466,-6-10 73,0-1 21,0 0 51,-1-3 111,5 5 28,-3-6 84,2 2 33,-4-8 233,0-2 526,0-2-243,0-2 165,0-2 289,2-2 301,0-3 135,3-4 183,2-3-346,1-4-74,1 0-185,1-3-165,10-10-269,-1-3-358,-2 0-170,-6 3-284,-12 10 57,-3 1-64,-3-7-197,-9 3-319,-7-3-167,-10 5 56,2 6 118,0 4 183,9 5 199,1 1 180,0-2 53,3-1 46,3 0 61,3-1 397,3 3 459,2-1 406,3 0 292,2-2 50,1 0 227,7-4 291,-2 2-1624,6-2-341,-6 3 0,2 0 0,0 0 0,-1 1 0,1 0 0,-1 1 0,1-1 0,-1 1 0,2 0 0,0 1 0,8-1 0,-6 3 0,3-1 0,-7 5 0,-3 0 0,0 3 0,-2 3-755,-1 3-724,-1 2-163,2 10 414,-3 6 218,0 2 231,-2 0 241,-1-7 251,-1-1 391,0 1 293,1-1 181,2 0-354,0 0-240,1-2-93,0 0-173,1-3-98,0-1-3527,2-1 3278,0-2-1213,2-2 1555,-1 0 146,3-2 315,2-2 204,2-2 371,2-2 227,3-1 2981,1-4-2589,0-1-50,2-6 109,-1-2-107,0-2 1021,-2-2-2341,-1-2 0,-2-1 0,-3-1 0,-2 0 0,-5 0 0,-2 2 0,-4 0 0,-2 1 0,-4 1 0,-2 2-1124,-3 0-435,-10-4 31,2 4 228,-6-3 263,6 6 297,0 0 637,-1 1-158,3 0 163,0 0 269,3 0 90,0-4-452,5 4 88,0-3 71,4 4 362,3 0 378,2 1 339,3-1 351,3 1 484,3 0 148,2 0-1781,11-3-249,-6 3 0,8-1 0,-8 3 0,-1 4 0,1 0 0,-2 1 0,0 1 0,0 0 0,-2 1 0,0 3 0,0 0-589,0 4-232,0 0 54,0 3-59,0 0 23,0 2-129,0 1 76,1 2 91,0 1 98,0 1 195,0 2-91,-2 0 137,-1 2 92,-2 1 201,-1 1-3267,-1 4 3536,-2 0 107,2 2-297,-2 1 351,3-1-146,0 0-195,1-2-310,0-2-583,0-2-510,1-2-3464,6 2 4285,-2-7 1,-5-5 0,-8-9-1</inkml:trace>
  <inkml:trace contextRef="#ctx0" brushRef="#br0" timeOffset="217314">3356 5714 22851,'-63'3'555,"8"0"-340,37 6-192,-5 0 345,-2 1-123,-4 0-62,-1 0-57,-1-1 152,0-1-45,0-2-13,3-1-249,3-2 9,3-2 245,4-1-253,3 0 35,3 0 124,3-1-199,3 0 10,2-2-372,2 1 224,1-1-169,1 0 62,0 1 133,2 1 364,2 0 109,3 1-202,1 1 236,0 3-56,0 2-275,5 10-269,-4-1-84,3 8-308,-8-3 150,0 4 282,-3 2 174,0 3-34,-3 1 434,-1 3 218,-2 0-6,-2 2-54,0 0-152,-1 2-59,2 0-88,-1 1-36,2-1-605,1-2 470,2-2-68,2-2-52,2-2-60,2-1-70,4-2-76,5-1-100,3-4-69,6-2 432,4-4-87,23-3 158,-7-6 88,18-2 79,-14-7-897,-12-3 0,-1 0 373,17-8-473,-17 4 0,-1-2 984,13-9 0,-21 9 0,-3 1 0</inkml:trace>
  <inkml:trace contextRef="#ctx0" brushRef="#br0" timeOffset="220973">3661 6018 11055,'3'-5'4144,"-2"2"1134,-1 3-4871,25-31 353,-19 23-37,18-22-368,-24 30-106,0 0 33,-1 3-175,-1 1 40,0 1-19,-1 1-147,1-2-47,-1 1-43,2-2 142,0 0 65,1-2-141,0 1-266,0 0 114,1 0-377,0 0 168,-1-1 1500,1 0-1532,0-5 382,-1 1 207,-1-4-23,1-1-46,0 0 290,0-2 5,2-1 249,2-1 94,2-1-384,2-1 144,0 1-3400,1-1 3511,0 0-225,-1 1 73,0 1-68,0-2-149,0 3-69,-1-1-110,0 2 32,0 1-9,1 1 72,-1 2 140,1 1-100,1 2-168,-1 0-62,3 2-188,0 1-65,1 4-302,1 2-192,3 5-272,0 3-11,4 3 191,0 4-20,2 3 128,1 4 2,6 22 353,-8-8 317,-9-13 0,-1 2 145,-4 15-173,-4 3 487,-10 2 238,-7 1 129,-9-1 211,-9 0-10,-3-3-7,-5 0-44,-2-2-101,0-5-23,0-3-122,4-8-7,2-8-190,6-6-148,5-8-179,7-4-168,6-7-465,4-3-525,5-8 126,3-3-1911,5-5 2361,4-1 504,7-3-10,4 2 299,5 1 378,0 3 511,2 2-238,-2 3-296,0 2-253,0 4-224,-1 2-210,1 3-1760,1 3 1360,0 0 1420,0 2-1695,27 10-65,-20-3-50,21 8-251,-27-5 1699,0 0-2115,0 0-270,-1 0-2247,-1-2 1150,-1-1 264,-1-2-2398,-2-2 4960,-5-1 0,-7-2 1,-4-1-1</inkml:trace>
  <inkml:trace contextRef="#ctx0" brushRef="#br0" timeOffset="221240">4841 5792 22345,'-14'-43'-411,"6"13"290,18 49-32,6 16 88,-5-5-34,3 12 33,-4-8-557,-3 1 532,0 3 178,-3 0-49,0 1-39,-3 0-705,0 14-2764,-3-14 2926,0 9-1816,-6-13 82,2-12-1498,-5 2 3854,3-13 0,4-5 0,-1-2 0</inkml:trace>
  <inkml:trace contextRef="#ctx0" brushRef="#br0" timeOffset="221490">4698 6085 12268,'-41'-11'267,"0"0"1,2-1 0,12 5 1987,24 7-1781,1-1 985,10 0-1132,1 1-1372,9-2 1240,2 0 1674,3 1-1632,4-2 470,17 0-55,7-1 93,1 0-800,-3 0 582,-15 1 18,-2 0-28,-1-1 20,-3 1-515,-1-1-342,-2 0-278,-3 1 2366,-1-1-3907,0 0-1533,-2 0 3656,2 0 0,-10 1 0,-1 1 0</inkml:trace>
  <inkml:trace contextRef="#ctx0" brushRef="#br0" timeOffset="221772">5503 5631 17497,'-2'-3'4150,"1"1"-2102,1 2-742,-21-31-1758,19 28 196,-16-20 67,25 36 94,0 5-114,1 3 240,4 15-58,-4-5-678,4 11 790,-6-7 14,3 19-405,-3-10 333,3 14-1604,-4-16 1657,1-1-124,-1 0-913,2 0 323,-1-2-1033,2-2-602,0-2-2093,0-5-4899,0-7 9252,-2-5 0,-2-10 0,-2-3 0</inkml:trace>
  <inkml:trace contextRef="#ctx0" brushRef="#br0" timeOffset="222223">5928 5545 13105,'-2'-4'2288,"0"1"2433,2 3-3907,21-63-371,-7 43-249,0-15 0,4 1 198,14 20-2,6 2 69,2-1-830,-1 5 796,-11 5-375,1 2 30,1 0-63,0 2-12,-1 1-175,-2 2-4,6 7-41,-11-2 18,1 4-1,-12-2-63,-2 1-67,-3 1 36,-1 2 77,-1 3 894,-3 1-727,1 2 48,-2 13 29,0-7 75,0 11 54,0-10 10,0 0-54,1 1-51,3-1-54,2 1-43,2 1-52,3-1 4,9 16-58,-2-10-9,5 11 15,-3-2-444,-7-10 522,0 9 47,-9-15 86,-6-1 56,-4-1 51,-6 1 36,-6-2 32,-17 9-38,6-9-775,-13 4 646,11-12-187,-2-1-312,0-2-589,1-3-1612,1 0 2623,0-3 1,15-4-1,1-1 1</inkml:trace>
  <inkml:trace contextRef="#ctx0" brushRef="#br0" timeOffset="222530">6847 5690 19912,'50'-24'-101,"1"1"1,-9 2-1,-3 5-168,7 14-956,-10 2 542,0 0-359,0 2-543,-1 2-132,-4 4-1599,-4 1 3316,-3 4 0,-11-5 0,-3-1 0</inkml:trace>
  <inkml:trace contextRef="#ctx0" brushRef="#br0" timeOffset="222698">7025 5917 21355,'10'11'184,"5"-4"-212,16-17-33,4 0-102,2-1-880,2 2 253,1-2-846,1 2-1663,-1-1 2339,3-1 0,-21 5 0,-1 0 1</inkml:trace>
  <inkml:trace contextRef="#ctx0" brushRef="#br0" timeOffset="222973">7780 5456 17238,'-3'-4'2756,"0"2"291,3 2-3058,-17-37 5,15 31 17,-12-24-5,20 43 10,1 3 1,0 3-2,0 3-15,0 2 6,-1 4-6,-2 1 11,-2 2-22,-1 3-50,-2 1-524,-1 1 391,-2-1-98,-2 0-946,-3 13 269,4-15-1635,-2 18 514,5-27-1523,2 3 3613,4-12 0,-2-8 0,3-1 0</inkml:trace>
  <inkml:trace contextRef="#ctx0" brushRef="#br0" timeOffset="224008">8061 5505 19305,'-40'-3'125,"-1"-1"0,3 1 1,8 4-48,15 11 333,1 2-350,-2 2 18,0 1 16,1 2 34,-2 0 324,-9 9-279,6-7-23,-8 6-33,11-11-29,1 0 26,3-2-81,3-2 157,2 0-163,4-3 5,2 0 23,2-2 96,8 1-90,1-2-12,7 0-5,2-3-28,2 0-17,4-1-11,1-1-40,0-1-22,2 0-39,-1-2-45,0-1-3420,1-3 3319,1 0-475,14-9 223,-9 2-44,9-7 16,-12 4 95,0-3 130,-2 0 139,-2 0 124,-1 1 94,-5 0 242,2-4-62,-9 6 46,-2-1 3424,-8 6-3364,-3 2 23,0 2 17,-2 0-6,-1 2-23,-4 1-38,1 0-35,-2 3 108,-3 0-270,3 1-38,-4 0-18,5 2-27,1 1-1,2 7-11,2-2 12,0 4-12,3-3 17,2 0 17,4 1 5,4-1 1,3 0-7,3-1 1,16 1-17,-6-3 0,11-1 6,-10-4 5,-1 0-5,-1-3 5,-2-2-3398,-2-4 3387,-2 0-22,4-11 27,-9 4-5,1-7-5,-11 4-7,-2 0 12,-1 1 34,-8-6-23,-1 7-5,-7-3-1,0 9 18,-3 1-1,-2 3 3376,0 2-3359,-2 1 0,2 2 6,-1 0-22,3 1-12,1 2 90,2 1-129,3 1 0,2 3 0,2 0-6,1 3 6,1 1 6,1 9-12,2-4 6,0 8-3397,4-5 3391,1 1-464,4 0 476,2 1-6,3-1 0,1 0-10,2-1 10,10 5 11,-5-7 6,16 7 6,-14-13-1,7-1 6,-9-8-11,1-1-6,1-5-5,2-2-34,14-13 22,-7 1 1,9-9 5,-12 3-23,-2-1-2058,-2-1 2081,-1 1 23,6-5 5,-8 10 11,2-1 28,-13 10-5,-3 3 2107,-5 2-2085,-1 1 497,-1 2-497,-1 1 3359,-1 1-3410,-1 0 6,0 1-27,0 0 4,1 0 7,0 2-18,0 2 7,1 2 16,3 8-17,1-2-6,5 5 1,1-3 0,2 1 5,4 0 11,1 1-3397,4 0 3397,2-1-1346,1-2 1335,2-1 28,8-2 90,-3-5-51,-2-2 17,-8-7-22,-11-4-6,0-5 2759,2-10-2787,-4 3 0,3-6 2004,-5 7-2003,1 2 10,-2 1 17,0 1 45,0 3 11,-1 2 34,-1 1 11,0 3 107,-1 0-197,0 3-39,0 1-28,-1 20-11,0-3 0,0 20 0,0-6-11,-3 29-2933,-2-7 2944,1-15 0,-2 4-11,-4 10 0,-1 4-1442,3 1 1,1 3 0,0-1 852,0-9 1,0-2 0,1 2-586,1 10 0,0 1 0,2-7-1406,2-9 1,0-5 2333,1 5 0,0-3 0,0 2 1,0-4-1</inkml:trace>
  <inkml:trace contextRef="#ctx0" brushRef="#br0" timeOffset="228631">10137 5566 18235,'2'-17'22,"4"2"-50,9 11-39,3 0-45,4-1-84,3 2-90,1 0-94,3 0-141,1 2-168,0 1-269,-1 0-325,0 0-246,-4 1-201,-3 3-125,-5 2-138,-4 2 1102,-7 2 891,-2-1 0,-4 0 0,0-5 0,0-1 0</inkml:trace>
  <inkml:trace contextRef="#ctx0" brushRef="#br0" timeOffset="228808">10083 5821 17557,'55'-5'151,"-4"-1"-151,-19-3-67,5-1-600,4 0 370,5 0-207,4 0-425,4-1-1975,2 2-36,3-1-4975,-7 2 7915,-8 1 0,-22 4 0,-9 1 0</inkml:trace>
  <inkml:trace contextRef="#ctx0" brushRef="#br0" timeOffset="229813">11793 5452 8063,'0'-4'2353,"0"1"3405,0 3-5108,-40-65-5812,24 42 5346,-8-15 1,1 3 118,9 22 1346,0 2-1262,-9 1-236,4 4 844,-8 1-867,6 4-167,-2 2 163,-2 2 3439,0 3-3306,-2 3 10,0 3-30,-1 2 204,-13 9-1368,11-3 1259,-8 6-27,16-6-2934,2 0 2724,4 2-26,4-1-32,5 0-172,3 10-137,7-8 103,22 22-68,-5-24 896,19 11-770,1-16-11,-9-7 3419,10-1-3228,-7-9 32,-10-5 134,10-11-123,-18 1 12,4-9-18,-9 4 168,3-13-106,-5 9 28,1-8 612,-4-1-657,-2 17-45,-1-7-61,-2 21-28,0 2 5,2 13-5,-1-1 11,4 23-427,-1-9 404,1 11 18,-1-6-3257,1 3 3262,-1 3-17,0 2-538,0 1 527,0 3-5,-1 1-12,-1 3-33,1 1-141,0 1-313,1 1-258,1 0-1212,-1-1-340,1-1-2250,-1-1-4227,0-7 8791,-2-7 0,-1-17 0,-1-6 0</inkml:trace>
  <inkml:trace contextRef="#ctx0" brushRef="#br0" timeOffset="231173">1343 7891 6742,'-2'-4'2613,"0"0"3235,2 4-5301,-63-6-759,40 5 404,-14-2 1,2 0 345,20 3-284,0 0-25,1 0 76,1 0-153,0-1-53,-1 1-13,0-2-27,-1 0 1,-1 0-26,1 2 8,-2-2 352,0 2-372,0-1 5,0 1-20,1-1 4,1 1-12,3 0-10,2 0-20,4 0-22,1 0 3,3 0 9,0 2 363,1 0-105,0 1 199,1 6-138,-2-1 52,2 5-27,-2-1 43,0 2-22,0 2-322,0 2 117,-2 3-171,0 2-22,-3 4-36,0 4-160,-2 3-37,-2 4 12,-1 3-22,-1 4-352,-1 3 283,2 1 210,-1 2-15,3 0-537,2-1 733,3-2 1,2-2-7,2-4 85,3-2-5,2-2 16,4-2-11,2-2 51,15 19-56,-8-21 0,10 11 16,-13-25 11,0-4 1,0-2-1,1-4-5,1-1-17,2-4-50,2-1-74,4-2-564,19-8-349,-5 0-1328,16-10-1995,-9 4 4291,8-6 0,-24 10 0,-1 0 0</inkml:trace>
  <inkml:trace contextRef="#ctx0" brushRef="#br0" timeOffset="234375">2079 8173 7179,'-4'1'3007,"0"0"2348,4-1-5114,-32 1-6,24-1-5,-24 0-12,32-1 17,0 0 1,0-1 16,0 0 16,0-2-16,0-1-16,0-1-46,0-1-22,0-1-28,-1-2 90,0-7-146,0 2-6,0-5 7,1 6-18,1 0-5,1 1-12,2 0-5,2 2-12,1 0-10,2 1-6,1 2-17,1 0 11,0 2-6,1 0-5,-1 2 0,0 0-5,1 2-1,0 1 1,0 0 5,1 2-12,1 2 12,0 1-5,1 5-1,0 0 1,0 3-7,-1 1 7,-1 3 5,-1 1 11,-2 2-11,-3 2 6,-2 1-1,-3 2-5,-1 0 0,-4 2 6,-2 0-6,-4 1 0,-3-2-11,0 1 5,-2-4 12,1-2 22,0-4 56,0-1 16,1-4 35,-1-2 27,1-3 6,0-4 6,1 0-1,1-4-27,2-2-12,0-3-16,1-3-29,2 0-5,0-2-22,2 2 0,1-1-18,2 2 1,0 0-22,2 1-7,0 1-4,3 1-7,1 1 6,1 0 6,8 2-11,-1 1-6,6 1-11,-2 1 22,3 3-6,2 2 7,3 1-1,1 2-28,3 0 17,0 1-34,0 0 6,-3 2 23,-3 1-18,-4 3 29,-5 2 5,-6 3-22,-3 1-11,-5 1 22,-7 2-17,-4 1 17,-8-1 11,-5 2-22,-5-2 11,-4-1-3415,-3-2 3382,-2-1 5,-2-3-1953,0-2 1920,2-3-707,1-3 611,3-4-193,4-3-294,5-2-650,6-3-1125,8-2-683,5-4 3102,9-4 0,-2 6 0,4 0 0</inkml:trace>
  <inkml:trace contextRef="#ctx0" brushRef="#br0" timeOffset="234639">2717 8304 20229,'31'45'56,"-5"-4"-73,-18-18-55,-1 1-68,-1 2-118,-1 0-252,0 2-246,-2-1-364,-1 0-611,-1-1-1153,-1-1-3496,0-3 6380,-1-4 0,1-9 0,-2-4 0</inkml:trace>
  <inkml:trace contextRef="#ctx0" brushRef="#br0" timeOffset="235139">3227 8033 9419,'0'-6'4643,"0"2"1121,0 4-5366,-12-62-118,8 44-183,-2-17 1,0 6 31,6 25-50,0 2 49,0 2-100,1 6 17,0 1 6,0 7-1,0 2 6,-1 2 6,0 3-6,-2 2 0,-1 3 5,-3 1-16,-1 2-6,0 0-3397,0 0 3380,2-1-739,0-1 717,2-1-421,2-3 427,1-2-1,3-2 6,3-4 1910,3-3-1888,2-3 881,3-5-863,1-1-7,2-4 7,1-4-12,2-3 11,1-5-16,0-3 11,0-3-5,0-2 619,1-2-614,-2-3-28,0 1 39,-2-2-17,-1 2 12,-2 0 27,-2 3 23,-3 2 33,-1 3 29,-2 2 10,-2 3 1089,-2 2-1116,-1 4 15,-1 0-77,0 3-34,-1 1-39,0 2 0,0 3 1,0 2-7,0 5 1,0 1-23,0 4 11,0 0 6,0 4 0,1 0 17,1 2-17,1 3 6,1 0 5,1 1-5,-1 1-1,2 1-22,0 0-33,3 13 0,-2-8-57,1 10-83,-3-12-253,0 1-465,0-1-514,0-2-830,0-2-1450,0-3-6129,-1-4 9378,0-5 0,-2-8 1,0-2-1</inkml:trace>
  <inkml:trace contextRef="#ctx0" brushRef="#br0" timeOffset="235357">4023 8169 19755,'-5'41'11,"0"1"0,1-4 1,0-5 347,4-6-544,-1 0-184,-1-1-1252,1 11-333,-1-11-2068,2 6-2458,0-15 6480,0-4 0,0-7 0,0-2 0</inkml:trace>
  <inkml:trace contextRef="#ctx0" brushRef="#br0" timeOffset="235805">4493 7923 22364,'-27'-28'70,"0"-1"0,-19-11-8,29 69-23,2-2-22,-6 12-6,7-6 11,0 0-27,1 2 10,1 1 54,3 0-71,1 0-490,4-1 513,1-1-22,2-3 22,1-2-11,3-3 121,2-2-127,3-4 6,2-2 0,1-3 28,14 4 0,-9-10-17,11 2 57,-13-10 33,7-7-29,-6-1-16,5-8-5,-7 0-1,-2-1 407,-2-2-390,-4 1-3397,-2 1 3392,-3 0-34,-3 3 0,-3 0 5,-12-1-10,3 4 5,-6-1-6,4 8-11,0 0 6,1 2-6,0 0 3398,-2 4-3409,5 0 0,1 4-11,4 5 0,5 0-12,0 4 1,2-3-85,2 2-133,2 1-253,3 2-589,3 1-5997,9 10 7079,-1-4 0,-1-4 0,-6-9 0</inkml:trace>
  <inkml:trace contextRef="#ctx0" brushRef="#br0" timeOffset="236024">5076 8179 16247,'0'-3'3305,"0"1"-264,0 2-3019,-9-5-27,7 12-6,-7 1-3398,8 15 3342,-2 4-1034,0 1 893,-3 3-408,-1 1-101,-2 2-515,0 0-1362,-2 2-2239,0-1 4833,-2 6 0,6-19 0,1-2 0</inkml:trace>
  <inkml:trace contextRef="#ctx0" brushRef="#br0" timeOffset="236522">5743 7901 17344,'-27'-42'644,"-1"-1"0,4 5 0,0 7 68,-13 16-4407,9 5 3953,-9 0-51,13 5 1222,2 2-1323,1 1 889,4 1-961,1 4 374,2 2-396,2 3 3304,-1 4-3305,2 3 252,-1 4-257,-2 16-23,2 9 11,0 1-1522,5 0 1522,5-13-5,2 0-9,3-2 14,3-1-16,12 4 39,7-8 72,9-5 40,2-23-56,-8-9-23,-3-13 68,-1-16-51,-5 6-5,4-14 94,-4-6 599,-6 15-654,2-11 17,-8 22-324,-2 4 335,-2 5 5,-1 4-22,-2 4 6,0 3-17,0 2 800,0 3-907,0 1 357,0 3-357,0 4 0,0 3 6,0 6 0,-1 3 0,1 3 0,0 3 0,0 3-5,2 0-12,2 3 11,2 12 1,-1-9-541,2 11 551,-4-13 1,-1 0-1,-1 2-21,-1 0-356,-1 2 288,-2 1-107,-2 2-234,-3 2-1984,-5 24-918,4-15-6504,-3 13 9250,6-26 1,3-16 0,1-8 0</inkml:trace>
  <inkml:trace contextRef="#ctx0" brushRef="#br0" timeOffset="236747">6069 8252 23159,'-4'49'56,"0"-2"-73,2-19-2043,-1 5 1792,-4 1-484,-1 6-1360,-2 0-3427,-2 2 5539,-2 3 0,6-20 0,0-3 0</inkml:trace>
  <inkml:trace contextRef="#ctx0" brushRef="#br0" timeOffset="237773">6738 7720 15967,'9'-43'1335,"0"-1"0,-1 1 0,-1 6-792,-4 18-135,0-2-83,-3 11-50,2 2-91,-2 3-77,1 1-46,-1 2-61,1 2 12,-1 3 21,0 4 18,0 17-29,0 1-16,-2 14-2226,0-5 2225,-2 5-5,0 2-165,-2 3 126,0 2-40,-1 2-61,1-1-61,0 0-253,3-15 0,0-1-1012,0 16 15,0 12-722,3-23-1412,0-3 3585,2-1 0,-2-16 0,2-1 0</inkml:trace>
  <inkml:trace contextRef="#ctx0" brushRef="#br0" timeOffset="237990">7135 7978 12690,'3'-3'4117,"-2"2"-241,-1 1-3843,21 14-22,-15-1-27,16 15-80,-19-4-178,-1 1-303,-1 1-566,-1 3-1052,-1 0-2320,-1 2 4515,-3 4 0,3-16 0,-1-2 0</inkml:trace>
  <inkml:trace contextRef="#ctx0" brushRef="#br0" timeOffset="238559">7733 7789 21528,'23'-27'50,"0"0"1,15-15-17,-33 46 10,-1 2 12,-2-1 17,-1 0 0,-1 1-6,-3 1 0,-1 0 13,-5 0-13,-1 0 6,-1-1 106,-7-2-67,6-2-17,-4-4-11,7-3-17,2-4-16,2-3 5,1-2-17,2-2-6,0-4-10,3-1-6,2-2 5,2 0 0,9-7-10,-2 8-12,6-3 39,2 6-28,-4 6-5,4 1-6,-6 6-6,0 3-5,-1 1 5,1 1-16,0 2 11,0 4-23,6 10 28,-6 1-5,3 10 6,-8-2 5,-3 3 0,-3 4 0,-3 3-6,-6 4-11,-3 2-11,-8 5-485,-3 0 491,-4 2 11,-2-3 5,6-17 1,-1 0 16,-11 10-740,-9 4 746,13-21 11,1-5 22,3-5 17,2-5-2939,4-3 2984,2-4-54,5-2 26,3-4 257,5-3-296,1 0 488,3 0-527,2 1 3393,6-3-3382,0 5-1,5-1-27,-4 6 11,2 1-11,0 2 17,1 0-12,10 4 6,-4 1-22,9 6-29,-7-2 24,2 2-124,1 0-123,2 0-948,14 5-27,-7-6-655,11 2-7927,-1-7 9162,-15-2 0,-1-1 0,-20-2 0</inkml:trace>
  <inkml:trace contextRef="#ctx0" brushRef="#br0" timeOffset="238989">8392 7506 14583,'-4'-3'3226,"0"1"969,4 2-4116,14-56-63,-5 41 2,13-43 4,-4 55-5,-3 0-17,4 2 6,-7 0-6,0 1-6,-1 0 6,-1 1 0,5 1 11,0 4-11,-1-1 6,-1 3 0,-4-1-12,-1 1 6,1 3 17,0 1-6,-1 1 0,1 3 6,2 10-6,-3-4-221,4 10 216,-4-8-6,0 1 0,1 2 0,1 1 6,0 1-12,1 1 17,1 1 0,0 0 12,4 16-6,-2 2-6,-1-1-624,-7-6 646,-6-16 7,-5-1 10,-5-2 0,-5-1 6,-5-1-16,-4-1-12,-3-2-589,-4-1 550,-3-1-51,-3-1-117,-1-2-309,-1-2-643,-1-2-2135,1-2 3266,-5-2 0,21-2 0,1-1 0</inkml:trace>
  <inkml:trace contextRef="#ctx0" brushRef="#br0" timeOffset="265147">615 9866 14066,'-34'-20'246,"0"1"0,2 1 1,5 6-62,8 14-34,-2 3 801,-3 3-801,-3 4-11,-1 4 11,-3 0-274,-1 4 246,0 0-22,3 2 63,4-1-113,5 1-18,1 5-33,10-9 619,1 4-602,7-11 180,3-2-174,2-2 657,2-1-607,9 1 403,-3-3-448,6 1 11,-3-3-16,0 0-1,2-1 17,1 0-11,2 1-5,2 0-6,2 0-1,-1 0-4,2 2-1,0-1 0,1 2 0,0 1-5,-2 1-12,0 1 1,-3 1 16,-2 0-11,-4 1 11,-4 2 23,-4 0-1,-3 1 96,-9 10-62,-3-4-5,-7 7 55,-13 1-55,5-7-374,-9 6 362,6-10-5,0 0-6,-2-2-17,-2 0 18,0-3-7,-1 0 1,1-2-6,1-3-101,-5-3-95,11-6-140,-2-4-1154,12-14-50,7 1-5512,3-20 3182,7 16 3398,1-5 0,-1 19 0,-2 5 0</inkml:trace>
  <inkml:trace contextRef="#ctx0" brushRef="#br0" timeOffset="265423">946 9757 20380,'-30'2'56,"7"5"-33,23 18-12,0 3 6,3 2-2320,3 2 2309,3 2-12,3 2 6,3 0-33,1 1-46,2-1-66,0 1-130,1-1-178,0 0-287,-1 0-352,-1-3-2748,-2 0 1857,-2-2-247,-2-3-1336,-3-2 3566,-1-1 0,-4-11 0,0-3 0</inkml:trace>
  <inkml:trace contextRef="#ctx0" brushRef="#br0" timeOffset="266473">983 10171 19286,'-33'-48'0,"11"10"435,38 36-138,4 0-118,3-1-50,2-1-38,1 0-9,0-1 69,0 0 135,-2 0-145,-3-1-109,-1 1 24,-4-1-155,-3 1 77,-3 0-48,-5 1 182,-2-1-203,-3 1-13,0-1 0,-5-1-28,-1 1 165,-4 1-5,1 3-5,0 0-1,1 1-28,1 0 6,2 0-16,2 0-1,0 0 17,2 1 0,1 1 11,0 3-5,0 0 101,0 1 6,1 0-34,1 0-13,1 0-21,1 0-7,0-2-13,0 1 1,-1-2-111,0 1 8,-1-2 23,0 0 37,-1-2 271,0 1-41,1-1 73,0-1-20,0-2-3,3-2-28,0-4-30,3-2 9,-1-3-60,1-1 4,-1 0-58,1 2 0,-3 0-33,0 1 15,-3 1 35,0 3-11,-2 0-27,0 2-46,-4 0-83,-1 2-39,-5 0 42,-2 2 10,-3 0 11,-2 2 9,-1 1 28,-2 2 44,0 3 69,1 3 37,1 2-32,2 0-23,2 2 5,3 0-22,2 1-27,3 2-43,2-1-38,2 2-36,2 1-32,1 0-22,3 1-25,4 2-16,2 0 8,4 0 7,2 0 17,4 0 4,3 0 2,2-2-23,17 6 21,-9-10-337,10 4 311,-11-10-72,-2-2-45,1-3-23,-1-2-168,0-2-201,-1-2-92,-1-3-129,-1-4-3152,-3-4 3547,-2-2-172,-4-3 552,-2-1 82,-4-2 44,-4 0 42,-2-1 13,-3 2 51,-1 0 37,-1 1 256,-1 2-165,0 0 85,0 2 85,-1 1 3257,-1 0-3205,1 0-6,0 3 485,0 0-577,0 3-105,1 1-97,-1 2-103,1 2-32,0 1-11,1 2 94,1 0-67,2 2-78,2 2 1,2 5-28,3 3 13,0 3-22,1 4 17,0 3-117,1 4 87,-1 4 72,-1 7-20,0 4-399,-5-5 0,-1 1 411,4 23-2,-4-20 0,-1 0 8,2 16-11,-1-5 6,1-5-6,-2-8 0,1-5 16,-2-5 1,-1-6 6,-2-4 5,0-3 39,0-6 22,-1-3-10,0-4-12,-2-3-39,0-5-34,-1-6 6,0-6 0,0-5 17,0-5-17,0-5 6,1-6-2552,0-5 2546,2-4 0,0-2-168,1-1 180,0 1-1,0 3-1142,-2 2 1137,-1 3-1,-1 2 1,-2 3 5,-1 1-18,1 3 18,-1 1 2728,1 3-2733,1 3 220,2 2-226,1 2 1749,1 2-1760,1 3 50,3 1-50,2 3-6,5 0 0,1 3 6,3 1-3398,2 2 3404,2 2-1288,3 2 1282,1 2-114,4 4 125,0 1 16,2 6-21,0 3 10,-2 4-21,-2 2-7,-4 3 23,-5 1 17,-7 3 5,-7 1 1,-9 2 10,-7 1-5,-24 14-16,6-10-46,-1-7 0,-1 0 2268,-7 2-2313,14-11 1,0-1-235,-7 4-343,4-5 1061,6-4-4566,5-5 4208,4-4 1,9-3-1,2 0 1</inkml:trace>
  <inkml:trace contextRef="#ctx0" brushRef="#br0" timeOffset="266765">2326 10102 16168,'-3'0'2610,"1"0"-95,2 0-2526,30-32-832,-14 19 820,26-24-61,-21 28-89,1 0-208,0 0-136,1-1-783,0 0-1080,0-1-1972,-1 0 4352,3-4 0,-12 7 0,-1 0 0</inkml:trace>
  <inkml:trace contextRef="#ctx0" brushRef="#br0" timeOffset="267164">2731 9690 22503,'3'-43'62,"0"12"-12,-1 45-10,-1 2 32,2 16-27,-2 8-6,0 17-11,1-10-5,-1-2-23,6-5-11,0-13 5,6 5 34,6-14-6,-3-7 1,8-3 61,4-14-34,-3-3-11,6-9 6,-7-3-6,-2-3 1,0-4-7,-1-1 40,5-17-3426,-8 12 3409,3-10-2246,-10 17 2291,-1 3 45,-2 4 38,-1 3 264,-3 2-274,-1 6 2201,-2 2-2336,0 7 3370,-1 9-3381,0 1-11,2 8-6,0 2-11,1 2 5,1 3 7,2 5-7,5 19-846,-3-18 1,1 1 801,-1 2 0,0 0-62,1 2 0,-1-1-251,2 22-141,-1 2-286,-5 2-689,-2 1-1029,-5-2-1077,-3-3 2861,-6 2 0,5-29 0,-1-3 0</inkml:trace>
  <inkml:trace contextRef="#ctx0" brushRef="#br0" timeOffset="267640">719 11010 3477,'-54'15'518,"1"0"1,0 1 0,3-2 0,1 1 0,3-2-421,-5 2 0,3-1 459,0 0 0,1 1-288,-1-1 0,3 0 190,10 0 0,3 1-803,-13 15 1179,30 0-1185,15-1 1022,0-2-715,0-4 592,0-3 487,0-4-565,0-3 1432,0-4-1606,0-3 2190,0-2-2341,0-3 3363,0 0-3414,0-7-11,0 0-5,0-7 16,0-1-11,0-1-6,0-4 73,44-15-126,-14 20 1,3 1-1459,21-7 0,5 1 1451,-18 8 1,0 2 0,1 0-4,1-1 0,1 0 0,0 0 3,1 0 1,1 0 0,1 0 1,1-1 1,0 0 0,1 0-806,2 0 1,0 0-1,1 0 811,0 0 0,1 0 1,3-2 6,2 1 1,3-1-1,2 0 1,1-1-19,-10 3 1,1-1 0,0 0 0,0 0 0,0 1-331,0-1 1,1 0-1,0-1 1,-1 1 0,0 1 318,-3-1 0,0 1 1,0 0-1,0 0 1,0 0-211,0 0 0,1-1 0,0 1 1,-2-1-1,-1 2 210,0-1 0,-3 1 1,1 0-1,2-1-27,-2 1 0,4-1 0,-1 0 0,0 0 1,-5 2 31,10-3 0,-4 1 1,-1 1-1,-1 1 0,-1-1 1,-2 1-3,-2 1 0,-1-1 1,-1 1-3,15-3 1,-1 1-6,-6 0 0,-3 1 192,-5 1 1,-2 0-193,-6 1 0,-2 0 891,21-2-868,-14 2 1389,-11 1-1423,-9 2 2301,-6-1-2446,-5 1 1521,-2-2-3145,-1 0 1780,-1-3 0,-2 5 0,-2-1 0</inkml:trace>
  <inkml:trace contextRef="#ctx0" brushRef="#br0" timeOffset="268957">5020 10145 15900,'-2'-45'937,"-1"1"0,1 3 0,0 6-287,1 11-101,1 1-101,0 4 269,0-6-437,0 9 168,1-5-325,-1 13-67,1 2-45,0 4 6,-1 3 0,1 3 27,1 3 8,-1 6-30,1 4 23,-1 7-34,-1 4 0,-1 8-624,-2 2 608,-2 5 10,-2 1-16,0 2-28,-1-1-57,1 0-27,0-2-68,4-3-514,0 11 133,3-15-217,3 5-326,2-18-403,3-5-566,1-4-1534,2-7 3618,2-3 0,-9-4 0,0 0 0</inkml:trace>
  <inkml:trace contextRef="#ctx0" brushRef="#br0" timeOffset="269357">5180 9564 12813,'-3'-3'3305,"1"1"-314,2 2-2968,-39 25-1,30-11-5,-30 21 0,42-18-1,0-1-4262,4-2 4263,2-1 876,6 1-764,1-5 140,4-2-112,-6-4-6,-1-6-33,-4-3 3386,-1-3-3320,4-8 7,-2-8-79,0-1 0,-4-2 22,-5 7 28,0 1 18,-3 3-1,-2 2-6,-3 3-21,-2 3 44,-6 1-135,2 4-22,-3 1-16,4 3-12,0 3-11,1 1 0,0 4 0,3 2 0,2 2-17,1 2-67,2 10-22,2-3-101,3 8-208,2-8-503,4 0-1302,3 1-1252,2-1 3472,5 2 0,-8-11 0,0-1 0</inkml:trace>
  <inkml:trace contextRef="#ctx0" brushRef="#br0" timeOffset="269596">5455 9897 16241,'-5'0'2823,"1"0"236,4 0-3054,16-61-1378,0 42 1358,-1-16 1,3 3-65,11 25-77,1 0-113,3 2-224,0 1 9,2 1-1051,-2 2-968,0 0-1766,-4 4-1863,-4 0 6083,-6 2 0,-9-2 0,-4-1 1</inkml:trace>
  <inkml:trace contextRef="#ctx0" brushRef="#br0" timeOffset="269775">5493 10122 8562,'-3'2'6295,"1"0"-413,2-2-5877,38-31-988,-17 18 946,5-7 1,1 1-137,-2 5-813,14-8-191,-8 6-833,9-6-1423,-12 7-6398,-4 1 9775,-4 2 0,-9 6 0,-5 3 0</inkml:trace>
  <inkml:trace contextRef="#ctx0" brushRef="#br0" timeOffset="270180">6104 9623 22414,'-10'-44'145,"2"12"518,8 38-607,0 6 23,0 4-18,0 4-16,1 3-11,-1 3-6,0 1 0,0 1 5,0 0 1,0-1-6,1 0 193,1-1-199,2-2-16,1-2 5,3-2 0,1-3 118,3-3-96,2-2 344,3-5-310,2-3 0,1-2 0,1-6 1,1-3-12,0-5 0,-1-4-6,1-4 6,0-2 11,-1-1 12,0-2 21,-2 0-280,-1 1 343,-3 0 27,-2 3 17,-2 3-76,-2 0 70,-3 4-27,-1 0-28,-1 4-12,-2 2-39,-1 2 285,0 2-346,0 2 45,-1 1-74,1 9 7,1 0-7,1 9 1,1 0-1,1 4-10,0 3-1,1 3 6,1 5 0,2 3-17,2 6-1399,2 4 1349,3 4-224,3 4-376,2 1-549,2 1-525,1 2-3564,-1-2 5305,-11-23 0,-1-3 0,1 2 0,-1-1 0</inkml:trace>
  <inkml:trace contextRef="#ctx0" brushRef="#br0" timeOffset="279507">7357 10118 9486,'0'-3'4207,"0"1"1584,0 2-5477,1-51-756,1 36 710,0-38 203,1 49-298,0 1 70,-2 1-125,1 1-46,-1 1 18,0 2 412,1 2-373,-2 6 5,1 3-22,-1 5-28,0 4-22,-2 4-17,-2 4-6,-3 3-28,-5 19-56,1-11-1247,-4 12 1001,3-15-403,-1-1-1521,-2 1-1101,0-2 3316,-4 3 0,10-19 0,-1-1 0</inkml:trace>
  <inkml:trace contextRef="#ctx0" brushRef="#br0" timeOffset="280481">8196 9489 20671,'-6'-33'185,"3"8"-73,5 33-11,1 3-23,3 3-10,0 4-12,1 4 0,0 3-6,0 3-11,-2 5-698,0 2 664,-2 3-44,-2 2-45,-1 0-67,-1 1-95,-3 0-197,-4 0-285,-4 0-409,-2-1-504,-2-1-936,-2-2-1758,-2-2 0,3-7 3691,2-6 0,8-10 0,3-6 0</inkml:trace>
  <inkml:trace contextRef="#ctx0" brushRef="#br0" timeOffset="280924">8412 8973 10842,'-5'-3'2240,"1"1"970,4 2-2779,-62-16-1987,41 13 1662,-14-5 1,2 4 613,22 10-636,0 2 299,3 4-327,1 1-5,2 2-7,2 3 963,1 1-979,2 1 0,2 2 23,2-2-12,4-1 28,4-1-11,2-2 0,2 0 17,3-4-17,1-1 22,0-3 17,1-3 17,-1-2 34,-2-2 22,-3-2 29,-2-2 4,-4-2-21,-2-4-35,-2-2-38,-3-2-35,0-2 52,-2-10-57,-2 4 17,-2-7 17,-2 10 27,-2 2 24,0 2 16,-1 2-6,0 2-33,0 3-12,0 2-38,1 2-29,-1 1-16,2 1-34,-1 2-6,2 1 6,0 2-11,2 4 0,-1 1 5,1 3-22,1 1 0,1 3-34,2 0-481,3 11-257,2-6-864,6 7 1664,12 4 0,-12-18 0,6 6 0</inkml:trace>
  <inkml:trace contextRef="#ctx0" brushRef="#br0" timeOffset="281163">8711 9288 18951,'46'-34'-176,"0"0"1,-4 2 0,-4 9-352,-6 21-358,0 0-599,-2 2-830,-1 2-1326,-2 2-785,-3 4 3384,-4 0 1041,-4 0 0,-9-4 0,-3-1 0</inkml:trace>
  <inkml:trace contextRef="#ctx0" brushRef="#br0" timeOffset="281356">8755 9605 22234,'34'-12'145,"-1"-1"1,24-9 135,-38 12-259,-1 1 0,1 0-38,1-1-85,2 2-230,2-1-750,0 2-2156,3 0-5725,-2 1 7933,-3 1 0,-10 2 1,-5 2-1</inkml:trace>
  <inkml:trace contextRef="#ctx0" brushRef="#br0" timeOffset="282490">9713 9218 10030,'3'-10'2234,"-1"2"-1410,-2 8 2755,0 0-3002,20-60-129,-12 39-292,4-14 1,0 2 56,-3 21-73,2 1-34,0 1-22,2 1-11,1 1 56,9-1-84,-4 3-23,8 0 7,-7 5-18,1 1 12,11 8-35,-8-1 12,8 9-5,-12-1-12,0 1-1,-4 3 7,-2-1 6,-4 2 10,-4 1 18,-3-1 0,-4 1-3370,-4-1 3391,-3 0 1,-6-1 90,-18 13 27,3-8-33,-6 4 39,12-15 39,9-8 23,2-3 251,-2-2-268,5-3-17,0-2 3358,6-2-3403,0-2-22,2 1-17,1-1-33,0 2-18,2-2-16,0 3-11,3 0 22,3 0-40,-1 2 12,3 0-28,-1 4 12,3-1-24,10 4 18,-3 1 0,10 5-6,-5-1 0,2 2 5,1 0-5,1 3-11,0 1 11,-1 2-6,-1 2 6,-3 2-267,-4 0 278,-5 1 11,-6-1 1,-6 1 5,-10 0 0,-5 1 22,-21 7-5,-11-2-457,-4-1 434,-1-6-869,13-11 863,-1-3-4,2-4-293,2-1 242,3-4-96,5-3-279,2-6-644,7-4-2040,4-5-5550,6 1 8587,4 0 1,2 9-1,1 5 1</inkml:trace>
  <inkml:trace contextRef="#ctx0" brushRef="#br0" timeOffset="284233">11037 9455 14202,'-2'-3'2162,"0"0"1574,2 3-3657,4-6-12,0 13 6,4-1-23,0 17-5,-2 3-34,-1 5-3470,-2 2 3179,-2 3-3308,-12 19 3588,-1-7 0,-1-8 0,4-18 0</inkml:trace>
  <inkml:trace contextRef="#ctx0" brushRef="#br0" timeOffset="286447">11797 8996 12533,'0'-4'1960,"0"0"3670,0 4-5468,-7-60-16,5 44-57,-5-45-27,7 60-23,0 1 45,0 5 17,0 0 0,0 7 5,-1 1-11,-2 5-3397,-3 3 3375,-2 2-1118,-1 3 1095,-2 1 28,-6 14-50,5-10-5,-3 9-12,8-15-5,1-2-1,3-2 1,1-3 16,2 4-11,2-8 6,3 1 17,2-8-1,1-3 12,3-1 6,1-3-18,3-2 1,2-2 5,3-2-22,0-4 5,2-2 6,0 0 6,-1-1 11,-2 1-6,-1-1 0,-3 1 419,-2 0-413,-3 1 11,-1 1 11,-3 2-5,-1 1 5,-2 2 3074,-1 1-3108,-1 2 1030,0 1-1029,-1 8-6,0 1-11,0 8-23,0-1 6,0 2 0,0 2 6,0 3 10,0 1-21,0 2 5,0 12-28,0-8-191,3 21-106,-1-22-1482,2 9 407,-1-12-1725,1-1-5451,-1-4 8576,0-5 0,-2-6 0,-1-5 0</inkml:trace>
  <inkml:trace contextRef="#ctx0" brushRef="#br0" timeOffset="286776">12504 8930 20895,'-33'35'129,"1"0"0,4-6 0,3-2-56,-4 11 5,7-10 12,-2-2-1,0-1-396,0-1 475,-9 8-106,11-10-18,-4 6-27,13-12-6,4-2 1,4-2-7,3-2 134,5 2-128,3-3-6,7 1-49,14-4-35,-3-1-55,11-2-62,-5-2-90,0-1-162,2 0-207,-1-1-207,0 0 106,2-3-1490,0-2-2313,2-1 3711,5-2 0,-18 4 0,-2 0 0</inkml:trace>
  <inkml:trace contextRef="#ctx0" brushRef="#br0" timeOffset="287230">13229 8830 14561,'-2'-4'2632,"0"0"2466,2 4-4824,-63-22-162,39 24-589,-14-9 1,2 3 549,17 26-11,-1 3 210,1 3-233,2 3 0,-4 17-3144,7-9 3099,1 10 6,9-14 6,3-3 22,12 11-28,-1-12 19,10 8-19,-1-14 18,2-3-18,4 1 0,1-3 17,14 4-1,0-6 1,0-4 2922,-10-8-2911,-14-8 6,-3-2-1,-3-5 762,0-4-733,-1-11-34,-4 4 6,0-8 61,-7 3 11,-8 2 206,-9-3-273,-3 11 12,-4 4 5,4 6-6,-2 3 6,-1 1-6,0 1 18,-10 4-46,10 1-28,-5 4 18,12 2-12,4 0-12,-1 10-44,6-3-78,0 6-196,7-5-510,1-1-1256,4 1-6669,1-2 8573,2-3 1,-3-7 0,0-3 0</inkml:trace>
  <inkml:trace contextRef="#ctx0" brushRef="#br0" timeOffset="290906">13818 9255 13597,'1'-5'3680,"-1"2"-1181,0 3-1867,5-14-503,-7 18-23,1-6-16,-9 24-28,-2 5-23,-2 2-11,0 2-3409,-1 3 3398,0 0-67,-6 17-1291,-3 4 831,2-1-1065,-1-7 7,9-18-1182,-1-2-2005,2-3 543,1-5 4860,4-4 1,3-8-1,2-4 1</inkml:trace>
  <inkml:trace contextRef="#ctx0" brushRef="#br0" timeOffset="291180">14191 8838 17480,'15'-44'836,"0"0"1,-2 5-1,-2 8-202,-6 19-365,-1 5-121,-2 2-120,0 3 21,-2 3-4,1 4 131,-1 5-64,0 18-73,0-2 0,-1 14 23,-2 11-45,-1-9-17,-2 14-17,2-14-1042,-1-1 936,1 0-112,1-2-1037,-1 13 102,2-13-679,0 6-1265,1-18 3114,1-1 0,-1-13 0,1-2 0</inkml:trace>
  <inkml:trace contextRef="#ctx0" brushRef="#br0" timeOffset="291524">14563 8842 10556,'0'-5'3405,"0"1"2958,0 4-6312,-29-36-6,14 33-23,-24-25 6,23 42-6,-3 1-5,0 3 11,-2 1 95,-11 9-28,8-6 29,-8 7 150,2-2 129,-1 5-308,7-6-22,6-1-17,15-14 45,3 5-45,4-4 11,3 4-5,5-6-17,5 0 11,3 1-16,4-2 4,3 0 1,2-2-17,1 0-5,1-1-40,12 0-28,-11-3-566,9 0 431,-15-2-151,-1-1-358,0 0-308,-1-2-667,1-3-1293,0-2-1821,1-3 4778,4-3 0,-15 6 0,0-1 0</inkml:trace>
  <inkml:trace contextRef="#ctx0" brushRef="#br0" timeOffset="292257">14885 8880 8758,'-3'-1'5047,"0"0"1153,3 1-6054,-31 0-17,23 4 61,-23 8-106,35-1 0,4 6-11,2-7-1,2 1 1,0-3-17,1-1 23,0-2 100,6-2-95,-4-2-11,5-3-1,-7-3-4,0-4-1,-1-2-6,-2-3-10,-1-3-18,-4-1 7,-1-2 10,-3-1 6,0 0 22,-3 2 18,-2 1 28,-3 3 27,-2 1 17,-2 3 11,-1 1 0,-2 2-16,1 3-35,-1 2-32,0 1-35,2 2-16,0 3-28,2 2 5,2 3 1,0 2-23,3 0 22,1 2-16,1 1-12,1 2 6,1 1 0,1 1 11,2 1-5,1 0 5,4 3-5,1-1-1,3 0 6,0 0 1,2-1-7,2-1 1,1 0-1,2-2 7,0-2-1,3-1-11,0-2 0,-1-4 0,1-1 0,0-4 0,0 0 0,-1-6-17,0-2 23,1-5-1,-1-2-10,0-4 33,-1-2-6,-1-2-5,-1-1 11,-2-1-17,2-8 39,-3 2-5,-1 2 17,-6 8 11,-5 10 11,-2 2 0,0 2-12,0 1-21,0 2-51,0 1 11,0 9 6,0-2-12,0 9 1,1-3-17,1 2 0,2 0 5,3 1 12,2 0 5,2 0 0,3-1-11,2-2-28,3 0 22,1-3-10,4-2 4,0-2 29,0-3-22,-1 0-1,-1-5 12,0-3-6,-2-4 5,0-4 6,-1-3 6,5-13 34,-1-4-12,-2 0-261,-6 3 317,-9 13 6,-3 3 50,-2 2 45,-1 3 6,0 1 5,-1 2-56,-1 2-50,0 2-45,0 1 234,1 3-274,-2 3 1,0 3-11,-2 6 11,-2 5-17,0 4 11,-2 5 0,0 4-22,0 6-1141,-1 5 1141,-1 5-6,-1 6 6,-1 5-9,6-27 1,0 1-21,0 0 1,0 1-45,1 0 0,-1 0-70,2 0 0,0-1-373,-3 29-274,4-5-235,3-4-1070,2-7-3249,2-6 5355,2-3 0,-2-18 0,1-3 0</inkml:trace>
  <inkml:trace contextRef="#ctx0" brushRef="#br0" timeOffset="292573">16033 8724 22337,'28'-19'-208,"-1"-1"1,25-10-230,-22 30-358,1 2-485,1 2-703,-3 5-1036,-2 2-1333,-6 2 4354,-1 3 0,-10-7 0,-3 0 0</inkml:trace>
  <inkml:trace contextRef="#ctx0" brushRef="#br0" timeOffset="292726">16071 8935 23159,'28'29'240,"-1"-8"-212,-3-30-16,1-1-5701,1 1 5549,1-2 1038,-1 2-2764,0-1-7965,-3 2 9670,-4 1 1,-10 4 0,-3 1 0</inkml:trace>
  <inkml:trace contextRef="#ctx0" brushRef="#br0" timeOffset="300655">6855 8575 8786,'22'-46'112,"-6"10"1277,-24 37-1327,-3 2 600,-1 3-543,-3 0-13,1 2 23,-3 0-12,0 0 23,0 1-16,0 0-7,-2 0 321,1-1-292,-4 0 78,-1 0 84,-1-1 95,-1 0 45,0-2 17,2 0-22,0-1-23,3-1 0,2-2 890,4 1-896,3-2 15,2 0-99,3 0-83,3-1-85,1 0-72,1-2-40,1 0-28,1-2-10,2 0 4,2-2 1,5 0 0,2-2 5,4 0-22,3-1 17,4-1-6,2 1 1,4-2 16,1 2-28,4-2 11,0 1 6,0-1-12,1 1-290,0 1 285,-1 0 7,-2 2-14,-4 1 2,-3 2-18,-5 2-10,-5 1 16,-5 2 6,-5 0 44,-3 1 12,-2 3 291,-4 2-308,-3 2-3392,-7 1 3387,-3 2-437,-4 1 431,-4 0-1,-4 2-4,-2 1-12,-1 0 0,-1 0-17,0-1 22,1 0-2125,0-2 2126,3 1 11,-6 1-17,12-3 5,-2 0 2127,13-5-2144,4-1 432,2-1-448,3-1 3397,1-1-3397,1 0 12,0-1 27,2 1 22,1-1-5,2 1 6,4-1 5,1-1-22,2 0 11,4-1-6,1-2-22,3-1 17,2-2 6,2-1-1,1-1-3380,2-1 3386,0 0-17,2-1 6,0-1-12,0-1 6,-2 1 1,-1 0-1,-3 1 28,-4 0 17,-4 3 39,-4 1 12,-4 1 5,-2 2-40,-3 0-49,-5 1-29,-1 1 3381,-5 0-3380,-4 2 5,-4 2-11,-3 4 11,-4 2 0,-2 3-12,-4 0-3391,-1 3 3392,-1 0 11,-2 1-69,3-2 80,0 0-11,4-2-6,4-1 12,7-2-6,4-3 0,6-2 0,2-3 11,4 0 51,0-1-18,7-2 3353,0-1-3335,15-7-40,-3 0 1,10-4 5,-5 3-12,3-1 12,1-2-5,3 1 10,14-8-10,-9 5-12,10-4 6,-5 3-6,-12 4 6,3-1 28,-17 7 33,-4 1 143,-4 2-97,-2 2-13,-3 0-15,0 1-522,-1-1 90,0 7-330,0-1-785,1 6-2028,2 0 3479,2 2 0,-1-5 0,0 0 0</inkml:trace>
  <inkml:trace contextRef="#ctx0" brushRef="#br0" timeOffset="302581">16904 8749 14359,'-2'-4'773,"0"0"3490,2 4-3854,-15-61-1779,10 42 1507,-3-15 0,1 4 87,5 25 484,1 2-579,0 1 145,1 1-257,-1 5 33,0 2 6,1 5 892,-1 3-903,1 2-6,0 4-11,0 1 11,0 2-11,0 1 6,0 0 5,0 0 22,0 10-16,0-9 0,1 8-17,-1-12 39,0 0-33,0-1 11,0-3-6,0 0 0,0-3-5,0-1-1,0-2 51,0 0 186,0-3 4,0-3 23,0-3 157,0-2-365,0-6-27,0-1-12,0-7 17,-1-1-11,0-2-11,-2-3 62,-1-14-57,1 6-408,-2-8 403,3 9-1,-2 1-4,1 0-12,0 0 16,1 1 1,1 0 6,0 1 5,1 1 33,0-4-38,0 8-23,0-1 16,0 11-27,0 2 414,0 3-442,2 2-23,-2 2 29,2 6 5,1 11 0,2 3 5,0 12-5,0-4-22,2 18 22,-1-11-335,3 12 351,-3-16-16,0 0-11,1-2 22,-1-1-22,0-1 17,0-2-6,-1-4-6,-2-1 23,0-2-11,-2-4 335,0-2-319,-1-3 17,0-3 62,0-3 140,0-2-101,-2-9-112,1-2-6,-3-10 6,0 1-17,0-4 12,-2-3-18,2-4 12,-2-1-11,1-1 11,0-2-1,0 0 1,1 0 17,0 1-12,0 3 12,1 3-6,0 4-6,1 4 23,-1 5-6,2 4-16,-1 3-29,1 3-28,0 2-22,1 2 56,0 7 0,0 1 0,0 10-5,0 2-1,2 4 17,2 2 1,2 3-7,1-1 1,2 0-29,0 0 12,1-1 0,5 11 0,-4-11 0,1 6 22,-4-14-11,-3-3 17,-1-1-1,-1-4 12,-2-3 40,0-3 5,-1-3 84,0-1-107,-2-9 40,-4-10-34,-5-17-34,0-1-5,-1-3-6,4 8-1297,0 1 1286,2 0 6,0 3 5,2 1 12,0 2-7,1 4 7,1 4-6,0 3-6,0 3-11,0 4 1269,1 2-1292,1 2 7,0 2 21,0 9 1,0-1-6,0 11-17,2-1 17,2 3 0,3 13 6,3 5-18,-1 1-32,0 0-74,-4-10-202,-1 1-475,0 1-986,-3 1-3977,0 1 5758,-1 4 0,0-18 0,0-1 0</inkml:trace>
  <inkml:trace contextRef="#ctx0" brushRef="#br1" timeOffset="312012">1537 11702 11618,'2'-42'394,"0"1"0,1 3 0,-4 8 2400,-7 18-2593,2 3 1187,-5-6-1225,3 5 548,-2-3-576,3 3 5,0 0 5,-1 1 1960,1 1-1960,1 1 102,-3 0-169,4 3-33,-3 1-17,1 3-22,0 3 10,-3 3-10,1 4-12,-1 2 12,-2 5 0,-2 3 38,-7 16-38,-3 7-733,9-13 1,1 0 715,-8 18-6,6-2 6,8-16 5,3-1 0,2 0 1,2-3-1,3 0-11,2-3 12,4-2 5,3-2 5,1-1 23,8-1-5,-5-6 1458,6-3-1431,-8-6 6,0-4 56,3-8-61,-4-2 66,6-16 7,-6-5-63,-1-2-341,-3-3 375,-2 10 23,-2 1 28,1 0 11,-2 4 22,1 2 0,-2 4-39,2 3-5,-3 4 22,1 2-129,-1 4-34,-1 2-22,1 1 398,2 5-353,3 7-1,1 3-10,2 6-6,4 6-6,3 6 1,0 0-29,1-1-55,-5-9-96,0 0-185,-1 0-325,0 0-2699,2 7 3394,1 1 0,-5-8 0,-2-6 0</inkml:trace>
  <inkml:trace contextRef="#ctx0" brushRef="#br1" timeOffset="312549">1969 11673 20498,'-33'36'173,"8"-6"-145,24-15 0,1-2 0,0 0-5,0-2-12,2-2 11,0 0 6,1-3 28,2-1 174,2-3-79,-1-1 0,3-4-27,-1-3-29,0-4-6,1-2-10,0-2 16,0 0 0,-2 0 29,0 0 39,-3 2 223,-2-2-44,-2 4-236,-2 1-16,-2 5-6,-6 3-51,2 3-5,-4 2-5,4 3 10,-4 5-33,4-3 0,-1 4 6,5-4-12,1-1 6,2 0-5,0-1-1,1 0 6,1 0 6,0-1-1,2 0 1,1-1 11,3 0 11,-1-3-6,2 0 23,-2-2 0,1-1 11,0-2 5,0-2-5,-2-4 11,1 0-5,-2-2 16,0 0 96,-2-2-56,-1 3-6,0 0 0,-3 5-17,0 2-22,-3 1-23,0 2-22,0 0-11,-1 0 0,0 2-12,-2 4-5,3 0-11,-1 4 11,3-3-22,0 1-34,2 1-96,1 0-273,1 1-762,1 0-2163,4 0-6071,0-1 9421,1-2 0,-4-3 0,-1-1 0</inkml:trace>
  <inkml:trace contextRef="#ctx0" brushRef="#br1" timeOffset="315623">3099 11597 16863,'1'-19'571,"0"4"-437,-1 15 2169,0 0-2085,0-3-89,0 1-62,0-3-5,2-1-6,-2 0-6,2-1-11,-1 0-11,0-2 6,1 0-12,0 0 12,0-7-34,2 3 5,0-4-16,1 3 0,0 1 6,3 0-7,1 0 12,2 1 0,2 0-11,2 2 11,2 0 0,1 2-11,1 0 5,0 3-5,0 2 6,0 2 5,-2 2 0,-1 4-6,-1 2-5,2 12 5,-5-4 12,0 9 11,-8 5-12,-2-4-10,-4 9-1,-2-8 6,-3-1 0,-2 1 0,0-1 0,0-1 6,0-1-6,1-5-12,2 0 18,1-6-6,1-2 11,2-4 17,1-3 17,0-1 140,1-1-180,0-8 6,1 2 6,1-8-11,1 3 5,1-1-5,0 0-6,0 1 0,0 1 5,1 2-16,0 2 5,0 1 1,0 0-6,1 3-12,5 0 12,-1 1 0,4 1 5,-2 2 6,1 1 6,2 2-1,2 1 1,1 0-6,3 1 6,1 0-12,0-1 0,1 0 6,-2 0-11,-1 1 6,-2 0 10,-6 3-5,-4 1 11,-4 2 6,-9 4-22,-4 0 10,-10 4 1,-6 2-382,-7 1 382,-4 2-1010,-4-1 942,-2 0-39,-1-1-44,1-2-18,3-3-3003,3-4 2847,6-4-286,5-5-532,7-4-1003,5-4-1876,6-5 4016,4-7 0,1 6 0,2-2 0</inkml:trace>
  <inkml:trace contextRef="#ctx0" brushRef="#br1" timeOffset="316196">3962 11358 21752,'-34'-26'499,"7"5"-387,23 20-28,0 1-16,0-1-7,-3 1 1,1 1-12,-2 0-16,1 2-1,0 1-21,1 1 4,1-1-4,0 1-12,2-1 0,1-1-6,1 1 12,0-1-6,1 0 5,2 0-5,1 0 17,3 1-11,2-2 5,2 2 17,12 1-17,-3-1 0,8 1-5,-4 0 11,1 0-6,3 0 6,1 2-861,1 0 850,-1 3-3095,0-1 3106,-1 2-530,-2 1 524,-1 0-322,0 0 311,-2 1 447,-1 0-447,-3 0 6,-3-1-6,-5 1 2937,-4 0-2914,-4 0 5,-3 0 11,-4 1-11,-5 1 11,-4 0 798,-4 2-809,-11 6-28,6-4-12,-7 3-4,9-7-18,3-3-39,1-1-2893,4-2 2608,1-2-385,5-2-769,3-2-1524,2-2 127,3 0 0,0-1 0</inkml:trace>
  <inkml:trace contextRef="#ctx0" brushRef="#br1" timeOffset="316722">4585 11419 20550,'31'-38'56,"1"5"-50,-9 26 195,4 0-263,0 0-83,2 0-147,0 1-312,0 0-2707,13 2-738,-10 2-5782,6 1 9551,-18 1 1,-10 0-1,-5 0 1</inkml:trace>
  <inkml:trace contextRef="#ctx0" brushRef="#br1" timeOffset="316946">4777 11655 20683,'34'-21'56,"-2"3"-5761,2 5 5598,-6 3-453,26-8 1192,-19 7-1859,13-4-1299,-13 5-1643,1-2-670,-2 2 4281,-5 2 0,-14 3 0,-6 2 0</inkml:trace>
  <inkml:trace contextRef="#ctx0" brushRef="#br1" timeOffset="317359">5640 11232 22957,'-48'10'91,"1"1"1,3-2-1,10 3-23,20 9 38,-5 11-78,7-8 0,-2 8 11,6-3-22,5-8-6,0 6 0,4-10 29,9 4-24,1-7 1,9 2 11,-1-7 6,3-3 39,15-2-29,-8-2-4,9-4 4,-12-4-4,0-3 4,-2-3 1,0-2 11,-2-2 0,-2-2 0,-2-2 6,-3 0-12,-3-2 6,-2-1 17,-4 0 0,-2 0 140,-3-7-101,-5 9 5,-1-3-16,-5 12-17,-1 1-11,0 2-23,-2 1 1,0 1-18,0 1 18,-4 0-40,6 2 6,-3 0-11,6 2-6,2 0 5,1 1-21,-1 0-41,1 1-122,1 0-292,-1 0-593,1 0 1064,-3 2 0,4-1 0,-2 0 0</inkml:trace>
  <inkml:trace contextRef="#ctx0" brushRef="#br1" timeOffset="319116">6789 11363 11267,'0'-3'2510,"1"1"3242,-1 2-5522,18 4-17,-14 5-57,13 5-32,-20 4-7,-2 1-44,-3 1-6,-2 1-5,-1 0-6,-1-1 5,-2-1 6,1 1 34,-2-3 6,1 0 33,-3-3 22,0-1-5,-1-1 16,0-2 1,0-2-23,1-2-16,0-2-23,0-2-11,2-2-17,0-2 34,-6-5-68,5-1-5,-5-7 11,7 2-11,1-2-6,1-3-5,1-1-6,1-3 0,3-1 0,1-3 0,3 0-3398,1-3 3392,2 0-202,7-18 197,1 11-1,6-12 7,-1 14-6,1 2-1,1 1-4,-1 2 4,0 2 35,3-7-18,-8 9 7,3-3 10,-8 11 6,-2 2-6,-1 2 3295,-1 1-3300,-1 2 317,-1 2-306,-1 0 0,-2 3-11,0 0-34,-1 2-44,2 1-12,-1 1 17,3 3-6,-1 1 34,1 4-17,-1 1 17,0 4-5,1 0 5,1 3 5,0 0-5,1 1-5,1 0-6,1 0-1,2 0 12,2 0-5,1 0 5,0 0 5,0 0-5,0-1 12,1 0-1,4 7 6,3 3-12,0 1 18,2 0-7,-3-6-4,1 1 21,1 1-16,3-1 11,2 1-6,2-2-10,3 1-7,4-2-3397,4 0 3398,3-1-12,4-1-595,1 1 596,2 0-23,-1-1-23,0 0-27,-3 0-68,-4-1-78,-7 1-299,-8 0-54,-8 0-1423,-15 14 863,-9-6-885,-7 0 0,-4 0 316,-15 6 1706,7-7 0,1-3 0,5-4 0,0-1 0</inkml:trace>
  <inkml:trace contextRef="#ctx0" brushRef="#br1" timeOffset="319806">7418 11492 16174,'9'0'683,"-2"0"-95,-7 0 3249,0 0-3624,36 6-23,-31 0-11,25 6-28,-41-1-10,-3-1 5,0 0-17,-1-2 22,0-1 11,0-2 1,1-2 5,0-1-23,1-2 90,-5-7-134,5 0-22,-3-6 44,2-9-78,4 3-6,-1-9-3409,5 5 3393,2-2-76,2-2 87,2-13-6,0 9-301,2-10 312,0 14 17,1 2-79,-2 0 68,0 1-6,-1 1 3212,0-12-3223,-1 9 34,-1-8-23,-1 11 6,-2 1-1,1 1-38,-1-1 126,-1 2-99,-1 0-5,0 1 23,-1 2-23,-1 3 11,0 1-17,0 3 6,-2 2-2904,0 2 2893,-2 1-501,0 2 500,-2 2-10,1 1-6,-1 1-6,1 1-5,2 3 11,1 2-11,3 0 3114,3 1-3098,1-1 835,2 4-840,4-3-6,4 2 17,14 1 1,2-3-1,12 3-3403,-2-5 3397,4 2-10,5 0-481,-8-2 0,1 1 486,21 4 2,-18-3 1,0 0-3,15 5-22,1 1-547,-2 2 563,-5 1-96,-3 3 102,-5 2 0,-6 3-11,-7 1 0,-5 5 2140,-9 3-2140,-5 4-17,-5 3 465,-5 1-582,-2 0-135,-4-3-275,-1-1-492,0-3-2427,-4 12-2059,2-13-4298,-2 7 9816,6-19 0,4-11 1,2-5-1</inkml:trace>
  <inkml:trace contextRef="#ctx0" brushRef="#br1" timeOffset="321863">8493 11114 16651,'-6'-49'687,"-1"1"0,1 3 1,1 8 589,5 16-957,1 2 262,2 1-330,1 2 121,0 0-165,1 1 464,0 1-521,-1 2-11,1 1-33,-1 2-29,0 2-5,-1 2-17,0 1-28,-1 1-6,-1 1-33,0 1 28,1 6-6,-1 2 6,1 7 0,0 2-6,-1 3 6,0 5-6,-1 3 11,1 3-11,-1 2 1,3 17-24,0-11-1534,2 12 1546,0-17 0,0-1 5,0-1 1,1-2-6,-2-2 6,0-1-1,-3-2 6,0-2 12,-1-2-1,0-2 1,-2-3 5,-1-3 16,-1-2 1559,1-3-1508,-1-1 34,2-2 22,0-2-16,1-2-40,0 0-45,-1-3-27,0-2-7,-2-3-4,1-3-1,0-4 0,-1-3 6,2-2 0,-1-4-6,0-1 6,1-2-6,0-2 0,0 1 0,0-1-11,1 0 11,-1 1 6,0 1 6,-1-10-18,1 9 1,0-6-1,1 10 12,1 3 0,0 0-17,1 2 6,1 1-18,2 1 12,1 3 0,0 2 6,0 3-6,0 1 0,-2 4-17,0 1 6,-1 3-6,0 3 23,2 3-6,-1 4 0,1 4 11,-1 4-11,1 2 0,-2 4 0,1 2 6,0 3-12,0 1 0,2 16 12,0-10-6,2 11 0,-2-15-6,0-1 1,0-1 5,0-3 0,-1-1 5,-1-3-16,0-3 11,-1-2 6,-1-4 11,-1-2 11,0-3 28,0-4 44,0 0 18,-1-4 11,0 0-28,-1-1-40,-2-3-16,-1-3-11,-1-4-23,0-3 0,-1-3 6,1-4-12,0-2 18,1-2-12,-2-16 0,2 8-5,-1-12 11,3 14-6,0-2 0,1 2 0,0 2-5,1 0-6,1 2 0,-1 1 17,1 3-23,0 1 17,1 2 0,0 2-16,0 2 22,0 2-12,0 2-10,-1 4-29,1 2-22,-1 4 45,0 8 16,2 1-10,0 21 10,0-5-5,1 14-11,-2-7-1097,0 5 1108,0 0-6,-1 1 6,1 0-16,-1 1-35,0-2-3063,0 0 2934,0-2-1390,0-1 1071,-1-2-1856,1-3 1195,0-2-211,0-5-1245,1-2-2480,2-5 5096,4-1 0,-2-7 0,0-1 0</inkml:trace>
  <inkml:trace contextRef="#ctx0" brushRef="#br1" timeOffset="322322">9268 10938 14129,'0'-3'2924,"1"0"3047,-1 3-5870,16-59-51,-12 45-27,10-45-23,-17 62 11,-3 2 0,-3 5 17,-9 9 6,-7 7-23,-1-1-11,-8 7 17,14-13-6,-5 6 11,8-9-5,1 1 6,0 0 10,1 0 1,0 0 33,-5 7-50,7-5 5,-2 4-27,8-8 16,2-1-11,2-2 0,1 0 5,2-1 1,3 0 22,6 4-17,2-3 6,7 2 11,10-1-6,-4-4-10,11 3-7,-7-5 6,0 0-27,11 1-91,0-1-83,0-1-337,-5-2-5197,-1-3 5724,-3 0 0,-5-1 0,-11 0 0</inkml:trace>
  <inkml:trace contextRef="#ctx0" brushRef="#br1" timeOffset="325846">5550 8693 12976,'41'-28'257,"-4"3"-173,-14 17-16,1 0-12,0 0 0,1 0-6,-1 0-11,-2 0 68,6-1-29,-10 2 118,2 1 174,-12 2 89,-2 2-6,-4 0 108,-1 1-460,-4 0-12,-2 1-21,-4-1 83,-11 2-73,3 1-11,-9 2-11,3 2-5,-2 0-12,-2 2 17,-2 0 0,0 1 22,-1 0 113,-10 5 22,1-2-113,3 1 7,6-5 27,14-3 40,2-2 27,4 0 7,2-2 10,3 0-50,1-1-50,2 0-135,2 0 62,6 0-6,1 0 6,8-1-23,1-2 6,3-1-6,5-2-16,1-1-3381,3-2 3386,1 0-1160,2 0 1160,-1 0 0,2 1-11,-2 1-205,-1 0 205,-4 1-6,-4 1 1,-4 2 27,-5 0 41,-4 3 2789,-5-1-2790,-4 1 1594,-5 0-1639,-4 2 0,-5 1 366,-4 4-372,-19 7-296,5-1 296,-16 6 1,9-3-7,9-4 1,-1 1-2684,-19 6 2678,18-7 0,-2 1 31,3-3 0,2 0-1349,-14 3 1402,-7 0 28,26-7 33,5-4 31,6-1-45,5-1 323,5-4-397,3 0 2272,4-5-2098,11-5 25,1 3 29,9-5-1481,-2 4 1446,3-1-707,3 1 663,2-1-2096,3 1 1964,-1 1-79,13-3-33,-3 2-21,-3 1 2050,-10 5-2159,-14 3-118,-2 3 273,-4-1-1079,-2 1 2125,-2 2-1081,-1 2 0,-2 0 0,0-1 0</inkml:trace>
  <inkml:trace contextRef="#ctx0" brushRef="#br1" timeOffset="329389">2010 8944 11789,'-3'-53'388,"0"11"1305,8 42-1463,-1 3 477,-2 0-629,2 3 317,-1-1-339,0 0 1045,0-1-1039,0-1 72,1 3 34,1-2-56,0 1 17,1-2 5,1-1 12,1 0-6,3 0 11,2-1-5,1 0 106,11-1-140,-4 0-17,10 0-5,-6 0-18,2-1-10,2 0 0,3-3-18,2 1-571,1 0 566,1-1 12,1 2 44,15-1-45,-12 0-4,11 0 10,-17 1 50,12-2-608,-11 1 558,10-1-6,-16 0 1,1 1 22,-1-1-12,0 0 62,13-3-78,-10 2 0,9-3 5,-14 4-5,2-2-6,0 1-5,0 0-12,1 1 1,-1 1-1,1 0-5,0 1-23,1 0 29,-1 0 5,1 2 0,0 0 0,0 0-6,13 0-201,-9 0 196,8-1 16,-13 0-5,-1-1 0,-1-1 0,1-2-5,0 0-6,1-2 149,2 0-155,1-1 11,1 0-11,-2 0 205,13-2-7,-13 3-12,10-2-1,-16 5-3,1 0 14,-2 2-20,0 0-16,-2 1 531,1 1-889,-2 0-1,-1 0 6,0 0 9,-2 0-3,-1 0 16,1 0 31,8 0-10,-4-1 156,8-1-6,-7-1 436,3-2-430,0 0-11,1-1-310,-1 2 321,0-1-10,-2 2-1,0-1-22,-1 2 16,-2 1 5,0 0 205,-2 1-12,-1 0-6,1 0 6,-3 0-11,1 0 333,-2 0-321,0 1-3,1-1-193,0 1 22,1-1-2,0 0-12,3-1 18,-1-2 28,12-2-8,-6 0-185,8-2 1,-9 3 4,-1 0-13,-2 1 15,0 0-19,-2 1-9,-2-1 0,-2 2 165,-2 0-4,-2 0-4,-2 1-13,-1 0 6,-2 0 12,1 0-6,-1 0 6,0-1 16,2 0-5,1-1 7,3-1-56,1 0-11,2-1 11,2-1-23,2 1 19,0-1-12,2 0 9,1 0-2,0 1 155,0 0 6,1 1 231,-1 1 1,0 0-2,0 1-34,-2 1 11,-2 0-22,-3 0-134,-4 0 12,-2 2-279,-4-1-19,-2 1-66,-3-1-83,0 0 76,0 0-88,1-1 286,0 1-26,5-1 85,1-1-98,3-1 82,1-3 140,1 0-78,1-1 119,1-1-287,0 2 29,3-2-59,-6 3 128,0 0 18,-8 3-29,-2 0 589,-2 1-667,1 0-149,1-2 25,2 1-58,1-2 7,0 1 12,3-2-7,-1 2 21,0 0 45,1 0 145,-3 0-2,0 2 46,-2-2 4,-1 2 708,-1 0-719,-5 1 1,0 2-6,-3 1 11,-1 0 6,-2 2-12,0-2 1,-1 2 5,-1 0-11,-1 1 17,-2-1-6,-2 1 28,-11 3-44,4-2-6,-10 4-6,7-4 6,-2 1-1,-1-1-232,0 0 250,0 0-12,3 0-11,0-1 28,2 0-16,0-1-12,2-1 23,0 1-18,2-2-4,-1 0 21,1-1-10,0-1 5,0 0 0,-1-1-12,1 1-10,-1-2 0,-1 2-1,-2-2 18,-1 2-3323,0 0 3317,-1 0-971,0 0 960,0 1-81,0 1 81,1 1 5,0 0 0,-2 1 0,1 0-5,-1 0-12,-1 0 18,0 2-1884,-2-2 1872,1 2 1239,0-1-1239,1 0 409,-1 0-397,0 0-34,-1-1 49,-1 0 0,-1 0 175,-1-1-10,-1 1 6,0-1-6,0 0 0,-1 1-1,-1-1-15,-1 1 12,-2 0-198,0 0 14,0 0-2,1 0-4,1-1 22,1 0-27,1 0 11,1 0-7,0-1 5,3 0 10,0 0-13,3 0 2848,-8 2-2664,10-3-12,-7 2-6,11-3 1021,1 0-1029,0 1 751,0-2-757,1 1-171,0-1-1,1-1 0,1 1 212,-6-1-457,6 0-91,-3 1-8,8 0 38,1-1-21,0 1 8,-1 0 27,1 0 212,0 1 6,1-1 95,0 1 11,-5 0-6,3 0 12,-2-1 0,5 0-17,2-1 50,0 0-12,1 0-4,-2 0 15,1 0 1,-1 0 6,-1 0-6,-2 0-12,0 1-45,-3 0 12,0 2 4,-3 1 6,1 0-5,-8 0-1,7 0 5,-9 0-52,13-3 11,-4 1 1,-4-2-47,9 1 24,-7-1 9,12 0-15,1-1 22,0 1 36,0-1 0,2 1 0,-1-1-3,1 1 0,-1 0 0,0 0-6,-1 0 6,-2 0-5,0 2 6,-3-1 11,0 3-11,-2 0 23,-1 0-18,0 0-11,0-1 6,0 0-28,2 0 27,0-1-5,2 0 4,1-1 23,1-1-23,1 1 12,0-1-6,1 1 5,-2-1-5,2 0-11,0 1 17,0-1-11,0 0 0,0 0 11,-1 0-37,-1 0-6,-2 0 11,-1 0 7,-2 1 16,-2 0 5,-12 4-10,6 0-3398,-8 1 3407,10-1-6,-6 0 0,9-2 11,-3 0-17,10-2 12,2-1-1,1 1 3393,2-1-3404,0 0 1,0 0 16,-1 0-11,0-1 0,1 0 6,0 0-1,-1-1 1,1 1-6,-3 0-17,3 0 11,-2 1 6,0 0-11,0 0 17,-4 0 5,3 0-5,-1 0 5,2 1 131,2 0 11,1 0 9,2-1-23,1 0 6,2 0-23,-3 0 5,2-1-81,-1 0-116,1 0-54,-1-1-21,1 0 23,-2 1-1,1-1-4,-1 1-6,1-1 104,-1 0-33,-1-1 67,0 2 1,-2-2-1,3 2-10,-2 0-1,2 0 1,1 0 5,0 1 11,1-2-17,1 1-11,0 0 12,0-2-12,2 1 23,0-1-6,4 0 0,-1 0-12,1-2 12,2 0 12,0-2-24,2 0 24,2-2-18,2 1 6,1-2 6,2 0-6,1 0-6,12-4 0,-7 4 1,10-1-1,-9 6 1,1 1 5,1 2 0,0 0 130,12 1 8,-10 1-22,9 1-3346,-14 2 3329,-1 1-5,-1 1-109,-1 1 82,0 0-113,0 0 9,0 0-14,0 1-2206,2-2 2243,0 0 2236,1-1-2226,26-1 40,-15-2 117,20-2-84,-6-4-2264,-11-2 2262,13-3 16,-16 2 2259,0-1-2289,-1 2-5,0-2-26,10 0-286,-11 2 287,8-1-20,-16 4-4,-3 1-20,-1 0 5,-3 1 13,-2 1-6,-2 0-9,0 1-11,-1 0-63,10 0 68,-3-2 15,20-1-17,-11-2 3252,13-1-3223,-9 0 17,3 0 20,2-1-7,1-1-7,1 1-5,18-4-835,-15 3 826,12-3 8,-21 4-164,-1 1 177,-2 1 402,0 0-420,-2 1 99,0 0-99,-2 1-3097,8-3 3084,-8 2 373,4-2-363,-10 2 15,-1-1-1,2-1 1,1-1-7,2-1 15,18-6-18,-6 2 4,12-4 8,7 0 2875,-12 5-2903,-6 2 0,-1 0-73,5 1 50,10-2 9,-22 6-216,6 1 13,-13 0-5,4 1-3047,-14 1 3071,-1 0 217,-3 1-208,0 0 464,5 0-260,-3 0-17,4 1 1,-2-1 3380,2 1-3375,1-1 183,2 0 16,2 0 0,2-1 1,1 0-157,1 0-4,0 0 17,-1 0-2,-1 0-204,-3 1 4,-2 0-12,-3 0-16,-1 0 178,-2 0-23,1 0 0,-2 0 5,0 0 25,2-2-8,-2 1-9,3-1 22,-2-1-11,0 0-43,2 0 6,1-2-43,8-1 25,-2 1-2,5-1-8,-6 2 7,-1 1-18,0 0 55,-2 0 11,-1 2 0,0 0 6,-4 1 5,2 0-17,-5 0 12,0 0-12,-4 1 18,-1 0-7,-1 0-10,0 0 21,1-1 7,0 0-1,4 0 6,6-3-17,1 0-5,7-4 11,0 0-6,1-1 0,2 0 0,0 0 1,7 0-12,-9 3 5,2 1-10,-8 3-1,-6 0 0,-1 1 29,-6 1 55,0 0 6,-2 1-11,0 0 0,0-1-90,3 0-112,0 0-364,3 1-1058,1 2 1551,2 0 0,-4-1 0,0-1 0</inkml:trace>
  <inkml:trace contextRef="#ctx0" brushRef="#br1" timeOffset="331622">6558 8714 7554,'-9'3'3652,"3"-2"-2526,6-1 3242,0 0-3936,2-18-7,1 11-27,2-15-29,-1 17-44,1 0-50,0 0 173,2-1-263,-1 1-22,1-1-1,-1 2-44,0 2 10,2-1 7,0 2 145,9-3-135,-1 2 23,7-2 129,9-2-84,10-3-3527,1 0 3381,5-3-22,-12 5 5,0-2-11,1 1 6,1-1 5,-1 0-170,2 0 187,17-4-33,-13 4-819,13-4 791,-19 5 5,0 0 2907,1 0-2907,0 0 12,2 0-874,0 0 857,0 0 10,18-3-4,-15 3 10,13-2-22,-21 4 39,12-3-39,-13 4 11,8-2 194,-6 3-193,-9 0-1,6 0 1109,-1-1-1109,-7 1-5,8-3 16,-10 3-5,0-3-11,1 1 5,0-1 17,12-2-2391,-8 1 2391,8-1-6,-1 0-16,-2 1 5,-1 1 0,-7 3-11,-12 3 0,-1 1 0,-4 0 6,-3 0 3414,-2 0-3185,-1 0-162,-8 2 0,1 0-12,-7 2-10,1 0-18,-1-1-16,-3 1 0,-2-1 11,-12 4 0,4-2-17,-12 2 17,7-1-760,-4 0 749,-5 2-12,-5 1-16,-3 0 17,-4 1-1,-1-2 1,1 1-1,14-3 1,0 0-3154,-18 3 3154,19-4 0,2 0 16,-9 2-628,1 0 617,4 0-341,-15 2 330,14-2-6,-12 1 12,1 2 5,10-4-5,-13 3-12,13-2 6,-1 0-298,-3 1 309,1-2-11,-1 2 2050,1 0-2045,2-1-5,1 0-5,1 0 736,-8 1-742,14-2 11,-3 1 514,18-4-514,4-1 1208,3 0-1219,3-2 639,4 2-645,0-2 11,3 1 1,0-1-1,0 3 6,1-1 6,-2 2 22,0-1-23,-2 0 7,-1 2-7,-4 0-5,-3 1 6,-2 1 11,-4 1 16,-10 2-27,7-3-1,-6 0-5,13-3 0,4-2 6,3-1-6,5 0-6,0-1 12,9-2 5,0-1-28,19-6 12,-5 2-209,11-4 214,-5 4 28,1 0-11,2 0-11,2 0 10,-1 0-16,3-1-596,2 0 602,2-1-6,2-1 5,3 0-10,3 0-1394,3-2 1410,4 0 1,3 0-12,3-2-6,1 1 3,-29 6 0,1 0 0,-1 1 1,1-1 10,0 0 1,1-1-9,0 2 0,-1-1 2,0 0 1,1 1-3,-1 0 0,0 0-17,30-5 29,-3 1-24,-19 4 1,0-1 28,18-2-20,-21 4 0,0-1-2652,8 0 2661,-2 0-6,-4 1-56,-4 0 56,-3 0-12,-2 1 18,-2 0 0,8-1-6,-10 3 11,7-1-11,-13 2 342,-3 1-337,-1 0 968,-3 0-973,-3 0 3286,-2 0-3286,-2 0 330,-3 0-218,-2 0-112,-5 0 0,-2 1 6,-6 1-12,0 0 6,-4 1 0,-1 0 0,-3 0 0,-2 1 0,-3 1 17,-2-1-444,-3 2 427,-3 1 17,-1 0-17,-3 2-934,-2-1 934,-4 1 0,-2 1 0,-4 0 0,-1 0 17,-1 1-2956,-2-1 2950,-2 0 0,0 1-275,0-2 264,16-2 0,0 0 5,-18 3-5,21-4 0,0 0 3,4 1 0,1-1-3,-15 3 11,-10 3-16,19-4-240,2 0 239,0-1 1,3 1 438,0-1-427,2 1-1,1-1 1,1 0 5,1 1-5,0-1-6,1 1-12,-1-1 7,1 0 5,0-1 5,2 0 2883,2-1-2882,2-1 388,2 0-405,2 0 847,2-1-847,2 1 252,0-1-236,1 0 1,2-2-12,1 0 6,2-1 6,2 1-12,1-1 29,0 0-23,1 0-23,1 1 299,6-4 16,1 1-9,8-4 15,2-2 23,5-1 3,4-2-672,4-1 645,6-2-313,6 0-3,4 0 22,6-2-2099,6 1 2065,4-1 12,-28 8 1,-1 0-7,2 1 0,1 0 7,-1 0 0,0 0-685,1 0 0,0 1 564,-1 0 0,-1 0 10,0 0 0,-1 0-124,30-4-9,-6 0 8,-4 2 0,-6 1-511,-6 0 782,-6 3-6,-6-1 6,-3 2 221,-6 0-244,-3 0 17,-2 0 17,-4 1 1833,-1-3-1744,-4 1 1383,-1-1-1388,-3 1 794,-1 0-828,0-2 225,-2 2-258,0 0-17,-2 0 6,0 0-18,0 1 7,1 0-12,0 1-11,0 0-50,2 1-466,0 1-660,4 2-3540,3 1 4716,5 3 0,-4-2 0,1 0 0</inkml:trace>
  <inkml:trace contextRef="#ctx0" brushRef="#br1" timeOffset="358105">8331 10152 9497,'-57'-11'728,"10"3"1869,32 11-2412,3 0-12,-6 3 1023,-3 2-1061,4-2-6,-7 3-1,7-3 1,1 0-11,1 0 5,1 0-28,3-1-16,1-1 452,4-1-508,2-2 1836,2 0-1752,9-1-7,3-3-10,9 0-62,2-4 22,4-2 12,20-4-17,-9 1-28,15-3 27,4-1-472,-13 5 433,12-4 1,-18 6-17,-1 1 5,-3 2 1,-1 0-3247,-3 1 3246,-4 1-1058,-2 1 1036,-5 2 6,-4 1 28,-5 0 257,-5 0-224,-2 3 2848,-6 1-2870,-4 4-1,-7 2-4,-4 2 4,-18 8-10,6-3 1644,-13 5-1639,10-5-1103,-2 0 1103,0 0 11,-1 0-453,-12 6 448,13-6-1,-6 2-2871,20-9 2883,5-1-149,4-2 132,4-3-11,4-1-28,2-1 674,3-1-601,0 0 316,6-1-344,-1 0 5,5 1-11,-1-1 6,2-1 3303,1-1-3315,2-2 242,2-1-247,2-2 0,2 0-5,2-1 5,3-2-6,1 0-3380,3-1 3391,2-2-2021,-2 1 2016,1-1 0,8-3 0,-12 6 12,3-2 21,-16 7 6,-4 2-5,-4 1 5,-3 2 2378,-10 1-2412,1 2-5,-10 2 0,1 2 6,-2 1 0,-3 0 3030,-1 1-3036,-1 1 0,0 0 0,0 0 6,1-1 0,0 0 5,1-1 6,3-2-17,-3 3-23,6-4 12,3-1-6,8-2 0,19-5-146,8-5-27,9-2-124,5-3-179,-4 1-3214,5-1 1259,4-1 2310,9-4 0,-23 8 1,0 1-1</inkml:trace>
  <inkml:trace contextRef="#ctx0" brushRef="#br1" timeOffset="358774">10034 9927 12357,'-40'7'282,"0"1"0,3-2 0,7 0-47,18-3 781,1 1-803,1-2 293,1 1-305,2-2-38,2 0-35,2 0 344,2-1-377,6 0 413,1-1-458,6-2-22,1-1 6,3-2-12,4 0-11,1-1-5,3 0-12,2-1 12,2 0-23,1 0 17,1 0-22,12-3 22,-9 3-6,8-2 0,-16 4 6,-2 0 45,0 2-6,-10 1-5,-2 1-17,-11 1-6,-12 2 0,-1 2 0,-13 1 1,0 4-1,-23 6 11,17-4 1,-2 0-1697,0 0 0,-1 0 1708,-2 1 0,0 0 66,-17 5-2211,-1 1 2329,1-1-433,4-2 501,6-1-340,7-3 250,9-2 1813,9-3-1913,9-2 77,6-2 2748,19-2-2725,14-7-112,8-1-121,8-6 98,-8 3-16,1-2-11,3 1-1,0-1-27,3 0 0,1 1-18,2-1-27,0 0-34,0 0-55,-2 1-119,-2-1-185,-3 2 181,-4 0-1434,-5 1-2124,-6 1 3809,-3-1 0,-11 5 0,-3 1 0</inkml:trace>
  <inkml:trace contextRef="#ctx0" brushRef="#br1" timeOffset="366714">10267 11012 6722,'6'-11'4755,"0"3"-3006,-6 8 2978,0 0-4296,16-60-1196,-12 42 941,4-16 1,0 4 484,-8 22-397,0 0 110,0 0-194,0 0 139,-1-3-162,1 2 974,-1-2-874,-1-1-38,-3-1-124,0 0-11,-1 0-11,-1 3 16,0 1-5,-2 0-11,-1 1 6,-2 1-11,-2 1-29,-3 1 6,0 2-6,-2 0-6,-1 2 7,-1 1-1,-1 0-17,1 0 12,-1 0 11,2 1-6,2 2-11,2 0 5,2 0-10,-3 4-18,5-2 1,-2 2 0,6-1-6,0 2 11,-1 0-6,2 1 7,-2 2-12,1 1 0,0 1-6,1 1 6,-3 10 11,4-5-11,-2 7 0,3-8 0,2 2-11,1-1 5,1 1 12,1 0-6,2 0 11,7 8-5,8 0-1,1-2-5,5-4 23,-6-11-6,2-1-1,1-2 12,0-4-11,-1-1 11,0-3 6,-1-1-6,-1-3 5,0-4 1,-2-2 11,-1-2-6,0-2 0,-2-1 0,-1-3 1,-1 0-12,-1-2 16,-2 0-10,-1 1 5,-2 1 12,0 1 55,-2-3-39,-1 5 6,-1-1 5,0 5 12,0 2-6,0 1 0,0 2 0,0 0 6,0 1-18,0 0-4,0 0 16,0 0-45,0 1-11,0-1-11,1 2 5,1 0-5,2 1-6,1-1 6,0 1-12,3 0 7,0-1-12,2 1 11,4 0-6,-3 0 7,3 2-12,-6 0 5,-2 0 1,-1 0 11,-1 2-6,-1 1 11,-1 4 6,-1 2 0,0 2 23,-1 4 5,-2 1 5,-2 4-10,-1 2-7,-2 3 1,0 1-6,0 4 6,0 1-6,1 3 6,0 2-315,1 3 304,0-1-6,0 3-6,2-1 1,-1-1-12,1-2 6,2-2-1,1-4 12,0-4-16,1-3-24,2-3-4,1-3-80,1-3-228,1-2-679,1-2-2178,2-4 3181,1-2 0,-4-4 0,0 0 0</inkml:trace>
  <inkml:trace contextRef="#ctx0" brushRef="#br1" timeOffset="371214">10972 11077 13939,'-2'-6'1154,"0"1"2206,2 5-3294,-7-67 522,4 44-247,-1-15 0,0 2 263,3 19-73,0 2-195,1 0-95,1 6-180,-1 3 348,1 4-292,-1 2-4,2 5-12,-1 2 128,0 17-133,0-3-7,-2 11-10,-1-3 10,-2 4-16,-3 1 0,0 3-12,0 0-10,2-2 16,-1 12 6,5-3-23,2-4 12,3-10 145,9-12-61,-1-8 33,6-1 157,9-13-191,-2-5-21,15-9-3416,-2-6 3376,6-7-22,7-4-386,-23 17 0,1-3 363,18-10 1,1-1-29,-10 6 0,0 0 3,14-9 0,-1 1 3,-13 9 0,-2 0-1,2 1 1,-1-1 3,1 0 0,-1 1-9,-2 1 0,2-1 20,13-7 0,0 0-20,-13 8 0,-2 1-536,11-6 0,-2 2 559,9-6-12,-4 3-167,-5 5 173,-6 2 28,6-1-38,-14 6-1,5-2-6,-6 8 11,-8 4-27,6 1 10,-10 5-21,-1 3 529,-1 2-586,-1 3-95,-4 4-163,0 2-676,-4 12 1007,-6 11 0,0-13 0,-4 1 0</inkml:trace>
  <inkml:trace contextRef="#ctx0" brushRef="#br1" timeOffset="397097">3611 12708 12129,'-12'-41'414,"1"0"1,1 3-1,1 8 1744,2 18-1923,1 2 737,-2 0-770,0 0 385,-1 2-431,0 1-27,-2 1-28,0 1 1326,-2 2-1354,0 0-3404,-1 2 3376,0 1 0,-2 2-12,-1 2 1,0 4-6,0 1-22,0 2-6,2 2 0,0 2 0,2 2 22,0 1 6,0 1 11,-3 10-39,5-7 6,-2 9-12,7-10 12,1 0-1,2 0-5,2 1 0,2 6-5,6 2 3402,6 3-3380,0-9 0,2-6 0,-3-7 5,1-3-5,1-1 11,0-3 6,1-2 10,0-2 57,8-5 11,2-6 23,7-10-74,-8-1 23,-3-3-11,-8 5-6,-1-1 56,3-10-56,-6 8 17,3-5-3380,-6 11 3408,-2 2 5,-2 3-5,0 1-5,-2 1-7,1 2-10,-1 0 11,0 2-12,-1 1 3387,1 1-3392,-2 1-33,1 1-34,0 1-1,-1 1-4,1 1-12,-1 1 22,-1 4-11,0 3-5,-1 3 5,-1 3-11,1 2-6,0 1 12,2 2 0,0 0 0,2 12-6,5 3 0,-1-1 0,6-4 0,1-10 0,0-3-3386,4 0 3391,1-2-562,3-1 568,2-2-2089,2-3 2089,2-1-571,3-4 565,1-2 6,-1 0-11,-1-4 1411,-2-2-1394,-1-2-1375,-4-2 1386,-1-1 1849,2-8-1832,-7 3 846,1-5-840,-8 5-7,-1-1-1752,-3 0 1758,-1 1 2269,-1-1-2274,-2 2-1,-2 0-10,-2 1 0,-2 1-6,-2 1 5,1 0-5,-2 1 28,-2-5-28,3 3 3375,-1-3-3369,4 4-17,1-1-6,3-1 0,0-1-22,2-1 5,3-1-3391,1 0 3386,5-1 11,2-1 0,3 1-2269,1 1 2275,1 0-12,1 2 6,0 1 6,-1 2-12,-2 1 17,1 3-16,-2 1 2262,6 2-2268,-4 1 0,3 2-1,-1 6 12,-5-1 3392,3 7-3380,-5-2 10,-2 3-11,1 1-5,-1 2-6,0 1-11,0 0 16,0 2-10,4 10 5,-3-6 5,4 6-5,-4-8 6,3 9-6,-1-7 0,2 5-3392,-1-10 3392,-1-2-293,2-1 310,-1-3-11,1-1-1,1-2 7,1-2-12,0-2 11,1-2 0,1-1 0,2-3 0,2-2-5,-1-2 5,2-5-888,-2-1 888,1-3-304,8-12 315,-8 6-5,4-8 17,-12 7-1,-1 2 1,-5 0 5,-2 2 2662,-3-4-2662,-3 5 1669,-5-2-1657,-10 3 557,1 3-586,-6-2-16,5 5 5,0 0 6,1-1 5,1 1 6,-1-7-11,5 5-17,1-5 11,8 1-22,3 2 17,4-2-12,2 5 6,2 0 0,2 1 0,0 1-3381,1 0 3381,1 1-44,0 1 49,0 0 1,6-2-17,-6 3 11,4-2 0,-5 3 3359,0 1-3354,1 0 67,1 1-55,8 1-22,-3 0 5,4 1-3409,-6 0 3403,0 2 6,-2 2-11,0 3 11,-3 2 0,-1 1 0,-3 3 6,-2 1 5,-3 3-11,-2 2-6,0 2 6,-4 1-5,0 2 16,-2 1-11,0 0-11,-1 10-1,3-9 3399,-1 7-3393,4-11-61,7 8-62,1-9-78,8 6-56,1-10-219,4-1-962,1 0-370,2-1-1362,1 0 3176,4 0 0,-14-7 0,-1-1 0</inkml:trace>
  <inkml:trace contextRef="#ctx0" brushRef="#br1" timeOffset="397577">5799 12368 19777,'-31'-21'73,"0"0"0,-23-10 601,36 33-601,-13 7-40,5-3-302,-12 5 303,8-4-18,-3 2 7,-1-1 5,-1 0 17,2 0-6,2 0 17,4-2 17,4-1 274,6-2-257,4 0 361,4-1-401,5-2 34,2 2-23,1-2 432,4 3-465,0-1 0,3 3 11,4 4-16,-2-1 10,3 4 46,-2 7-23,-4-2 0,1 9 28,-5-5-525,0 3 542,-1 1 0,-1 1 117,-3 13-117,2-8 6,-3 10-18,2-11-16,1-1-11,0 0-23,1 0-6,1-1-10,0-2 5,1-1-11,3-1-6,2-3 6,4-1-6,4-2 0,4-2 6,17 3-51,-3-7-364,16-1 168,-9-7-252,5-3-616,2-4-1971,2-2 3069,5-6 0,-24 5 0,-2-1 0</inkml:trace>
  <inkml:trace contextRef="#ctx0" brushRef="#br1" timeOffset="400320">6313 12544 10959,'-10'3'1507,"2"0"-689,8-3 3472,0 0-3971,-10-37-39,11 21-45,-8-29-39,13 29-33,0 0-28,0 0-1,-1 0-16,1 1 72,2-4-117,-2 5-22,3 0-12,-4 7-22,2 2 5,-1 2-16,1 1 10,0 1-16,0 0 6,2 3 0,1 0-1,1 4 1,1 2-1,1 2 1,1 2-6,1 1 0,0 2 6,0 2-12,0 1 0,-1 0 1,-1 0 5,-2-1 0,-2 1 5,-3-1 12,-3 0 0,-2-1 22,-3 1-5,-2-1-1,-4 0 12,-4-1-11,-2 1 39,-10 5-29,6-5-4,-7 4 16,9-9 5,1-1 29,0-2 16,3-3 29,0-2-7,1-2-5,2-3-33,2-2-17,1-4-12,2-2-16,2-3-6,2 0 1,3 0-12,2-1 39,10-2-39,-3 4 17,6-2-12,-5 6 29,7 0-51,-5 2 0,5 1-11,-5 3 0,9 1 11,-5 3 1,8 1-12,-8 3 16,0 2-16,0 1 6,-2 1-6,0 0 0,-1 2-6,-2 2 1,-2 0 10,-3 9-10,-5-5 10,-6 7-21,-5-5 4,-7 0 1,-5 2-17,-2-1 6,-3 0-279,-1-1 245,0-2-16,1-3-242,-7 2 62,10-7-213,-3 0-504,12-8-1243,3-4-2404,3-3 4616,3-7 0,1 5 0,2-1 0</inkml:trace>
  <inkml:trace contextRef="#ctx0" brushRef="#br1" timeOffset="400610">7085 12398 21650,'28'25'168,"-2"0"-128,-8-6-18,-1 3-500,0 0 484,-1 1-6,1 2-11,-3 0-23,0 2-22,-2 0-67,-3 1-79,-1 0-139,-3-1-230,-2 0-488,-2-3-1064,0-1-2163,-3-4-2990,0-3 7301,-2-5 1,2-5-1,1-3 1</inkml:trace>
  <inkml:trace contextRef="#ctx0" brushRef="#br1" timeOffset="400852">7078 12670 21763,'-11'-50'224,"9"10"-179,25 36-11,4 0-12,3 0-5,0 1-17,3 1-11,-1 0-12,0 1-1698,0 0 1598,0 1-124,0-1 185,-1 1-783,1 0-589,-2 0-1383,0-1-2314,-3-1-2856,-4 1 7987,-6-2 0,-7 2 0,-5 0 0</inkml:trace>
  <inkml:trace contextRef="#ctx0" brushRef="#br1" timeOffset="401088">7705 12374 15185,'1'-62'185,"1"15"2408,3 59-2537,0 3 1386,1 4-1408,1 2-17,0 4 0,0 2 5,-1 1-5,-2 2 842,2 14-898,-2-9 3319,0 11-3537,-1-13-141,0 0-1383,1 1 285,0-1-1697,1 1-2235,1-4 5428,3 3 0,-5-17 0,1-1 0</inkml:trace>
  <inkml:trace contextRef="#ctx0" brushRef="#br1" timeOffset="401546">8123 12274 16185,'-3'-3'2039,"2"1"2028,1 2-3950,28-61-1175,-16 44 1103,5-17 0,1 5 22,-6 25-98,0 3 76,0 0-11,0 1 5,-1 1 0,0 3 0,1 2-5,-1 2 0,1 2 10,4 6-32,-2-3-1,3 5 11,-4-6-16,-1 2 16,1 0-11,-1 1-2413,0 0 2418,0 1-502,-1 1 486,1 1 0,6 11 0,-4-5 0,6 8-2015,-8-9 2015,1 1 1872,-1 1-1878,-1 0-1482,-2 4 1488,-1-1-667,-2 4 679,-2-1-12,0 2-12,-3 0-1171,0 0 1172,-3 0 738,-2-2-721,-4-1 5,-3-3-11,-3-1-712,-3-3 712,-2-2 971,-3-2-965,-2-1-12,-1-3-22,-2-1 446,-16 1-721,11-6-442,-11 0 152,14-7-5529,1-3 6124,-2-6 1,14 4 0,2-3-1</inkml:trace>
  <inkml:trace contextRef="#ctx0" brushRef="#br1" timeOffset="401881">8958 12375 17570,'49'-17'-27,"1"0"1,-4 1 0,-6 4 1229,-8 10-1534,3 0 228,0 1-967,1 0-1293,-1 2-7468,9 4 9028,-17-1 0,-1 2 0,-20-4 1</inkml:trace>
  <inkml:trace contextRef="#ctx0" brushRef="#br1" timeOffset="402076">9122 12654 22492,'15'1'353,"-1"0"-347,21-14-29,-6 4-1810,2 0 1581,3-1 104,1 2-1632,3-1-4506,0 0-2020,-5 2 7583,-5 1 1,-13 3-1,-7 0 1</inkml:trace>
  <inkml:trace contextRef="#ctx0" brushRef="#br1" timeOffset="403114">10510 12218 12785,'0'-4'2224,"0"1"1675,0 3-3832,-34-11-6,20 11-16,-28-7 0,26 13-17,-2 0 6,-2 1-6,-3-1-355,-3 1 372,0-1 16,-3-1 23,1-1 49,0-1-10,3-2 34,2 0 11,3-2 22,2 0 17,4-2 0,3 1-27,4-2 256,2 2-324,2-1 21,2 0-77,0 1-28,1 0-17,0 0 12,1 0-7,1 2-4,1-1 4,1 1 1,0 1 0,1 2 17,-2 2-1,0 4 6,-1 2 6,0 4 6,-2 2 10,0 3-5,-1 3 6,-3 2-1,-1 3-10,-1 0 10,-1 2-463,2 1 452,-1 1-5,2-1-11,2 1-12,0-2 13,2 1-13,2-2-5,1 0-3246,4-3 3229,3 0 5,1-3-430,4-2 420,1-3 18,4-3-35,1-2-2,3-4-48,2-2-52,2-4-116,1-1-242,2-3-442,0-2-1009,0-3-2810,2-3-3093,-3-2 7836,-5 2 0,-11 4 0,-7 1 0</inkml:trace>
  <inkml:trace contextRef="#ctx0" brushRef="#br1" timeOffset="405329">10514 12355 6921,'0'-5'3719,"0"1"2829,0 4-5888,-8-33-396,4 24-24,-7-26-44,6 31-16,0 1-17,0-1-40,-1 2 6,-1-1 78,-4 0-106,2 2-6,-4 0 6,3 1 5,-2 0 12,1 0-1,-1 0-5,-1 2 0,1 0-5,-1 0 5,0 2 117,-6 0-128,5 0 73,-11 4-96,11-2-22,-5 3 11,4-1-5,1 1-17,-2 0 5,0 3-5,0 0-3398,0 2 3387,0 1 27,-7 8 1,0 5-23,0 2 17,4 0-17,6-6 0,2 1-5,0 0-6,2 0-2268,1 1 2273,2-1-5,4 1 0,0-2 6,3 0 2089,3-2-2089,3 0-6,3-2-12,3-1 7,2-2 5,2-2-23,2-2 41,10 1-29,-4-5 11,6-1 22,1-6-16,-8-1 3305,6-4-3288,-11-1-18,-2-5 1,-1-1 5,0-4-11,0-3 0,-1-3 259,7-16-242,1-8-20,-8 12 1,-1 0-413,7-20 403,-3 1 1,-7 17 17,-1 1-3255,-2 4 3266,-1 1-1427,-1 5 1432,-2 1-5,-1 2-6,-1 3 228,0 1-216,-1 1 2674,1 2-2652,-1 0 0,0 2 5,1 1 6,0 2 6,0 0 2237,-1 3-2248,0-1 33,0 2-79,-1 2-16,1 0 6,-3 9-1,-3 6-11,-1 4 0,-2 6 1,-3 7-12,4-6 5,-2 10 1,4-9-1,2 0 7,0 1-1,2-1-11,1 0 5,0 0-10,3-1 5,2-2 0,7 8 5,-1-9 7,7 5-7,-2-11-5,2-1 11,2-2-5,0-2 28,12-1-18,-7-4-4,8-1-1,-9-3-6,0-4 1,0-1 11,0-3 22,8-10-11,-7 2-11,6-8 5,-10 4-489,0-1 490,-1-3-7,-1 0-3240,-2-2 3235,-2 1 6,-2 0-6,-4 2 12,-1 2-6,-4 1-6,-2 2 338,-1 1-321,-8-5-16,1 6-7,-8-3 1,2 6-1,-1 0 7,0 2-7,0 0 3410,-2-1-3415,4 2 11,-1-1 6,6 5 16,1-4-33,5 1 0,3-2 6,4 2-6,10-1-6,-2 2 1,7-2 5,-5 3 5,0 1-5,0 2 11,0 0-11,-1 2-5,0 0 5,-1 1-17,-1 2 6,4 4 11,-2 7 5,2 4-16,-6 0 17,-2-1-12,-5-3 6,0 1 6,1 0-6,-1 2 0,3 8 0,-3-5-6,3 6 12,0 1-12,-2-6 12,2 5-12,-2-9 1,1-1 5,5 3 0,2-1 5,1-3 6,0-4-5,-3-6-6,1-2 0,1 0 0,0-2 11,3-3-11,1-1 0,2-5 6,0-2 5,9-8 0,-1-4-22,5-8 17,-11 6-1,-7 3-5,-9 7 17,-3 2-11,-2 0 5,-2 1 6,-6-5-12,1 5 1,-5-5 5,0 1-5,4 3-1,-2-4 6,6 2 1,1 4-7,1-1 1,1 5-6,1 1 0,2-1 0,3 2 5,0 0 1,2 0-6,1 1 0,2 0-6,4-1 12,-3 1-12,5-1 12,-1 2-6,-3 2 0,4-1 6,-5 2-6,0 2 5,2 0-10,1 3 5,1-1-6,1 1 6,0 1-6,1 0 6,0 2-5,-1 1 5,-1 0-11,-1 2 5,1 5 0,-4-1 1,0 4 5,-7-4-11,-2 1-1,-2 1-10,-1 1-157,-1 12-6,-2-6-241,0 9-520,-1-10-813,1 2-1199,0-1-2441,0-1 5399,1 2 0,0-12 0,1-1 0</inkml:trace>
  <inkml:trace contextRef="#ctx0" brushRef="#br1" timeOffset="405803">12322 12143 12942,'0'-5'2969,"0"0"1409,0 5-4328,-15-43-22,3 35 11,-15-32 482,7 46-499,-2 1 6,0 1-2644,-3 1 2633,-1 1-1730,-1 1 1718,-1 0 226,-10 4-198,10-6 6,-4 1 34,15-8 88,4-1-49,3-1 2274,4 0-2224,3-1 3275,1 0-3392,2-1 33,1-1-55,2 1-6,1 0 5,0 1 0,0 1 1,0 1 5,1 2 5,0 0 7,1 3-7,-1 1 6,0 1-5,1 2 11,-4 3 11,1 1-6,-2 2-5,-1 2-6,0-2 6,0 3-17,-1-1 28,-1 0 6,1 9-40,0-7-16,1 7 10,0-8 12,2 9-16,0-7-7,4 6 12,0-8-17,2 0 0,0 0-17,2 1-22,1-1-23,2-2-44,1 0-45,0-3-51,1-1-61,1-3-90,1-4-162,1-2-348,2-2-498,2-2-1216,3-4-2553,1-2 5130,6-4 0,-15 4 0,0 0 0</inkml:trace>
  <inkml:trace contextRef="#ctx0" brushRef="#br1" timeOffset="406081">12625 12197 16532,'1'-9'3496,"-1"1"-2472,0 8 1984,0 0-2929,11-2-23,-11 10-23,8 2 1,-13 9-1,-1 2-5,1 0-22,1 1 11,1 0-12,2 1-5,0 1 6,1 1-17,1 1 5,2 1-22,1 1-22,-2 0-40,0 1-44,-5-1-79,-3 0-101,-4-1-184,-6-1-336,-4-2-1073,-3-2-838,-2-3 2745,-5 0 0,14-10 0,1 0 0</inkml:trace>
  <inkml:trace contextRef="#ctx0" brushRef="#br1" timeOffset="406551">12763 11906 15860,'-1'-3'2649,"-1"1"689,2 2-3315,-16-8-6,11 11 5,-12-3-5,17 13-12,0 2 12,3-1-6,1 0 1,3-2-1,1-1 6,2-1-1,1-2 7,1-2 5,1-1 85,3-2-35,-4-3 0,0-2 6,-5-3 0,-2-3-5,-1-2 27,-2-2 12,-1-2 16,-1 0 1,-1-1 10,-3 0 12,-2 1-6,-2 1-5,-1 2-12,-1 2-39,-1 2-16,0 3-29,-1 1-27,2 2-7,-1 0-16,3 3 6,-1 1 0,2 4-18,1 1-16,1 1-72,2 1-108,1 2-245,1 1-639,2 2-1502,2-1 2594,3 4 0,-2-9 0,1 0 0</inkml:trace>
  <inkml:trace contextRef="#ctx0" brushRef="#br1" timeOffset="407167">13322 12048 8388,'-3'0'5965,"0"0"2079,3 0-7680,24-24-50,-17 16-57,17-18-61,-23 23-39,-1 0-23,0 0-10,-1 0-18,-1 0-11,-1-1 0,-1 1-11,0 0-11,1 0-6,0 1-16,1-1-1,2 2-5,0-2-34,3 1 6,3-1-6,2 1 0,4 0 6,1 0-22,2 0 10,1 0 6,0 2-16,0-1-1,0 1 12,5 0-1,-6 1 1,1 1 0,-7 1-12,-3 0 12,0 2-18,-1 0 7,-1 2 10,0 1 1,1 0 5,-1 2 0,3 7-11,-2-3 12,2 6-18,0-4 12,0 2-1,1 2-5,2 0 17,0 2-17,3 1 0,0 2 0,3 0-3392,-1 2 3392,3 0 0,1 16 11,-6 4-11,-2 1 0,-11-3-28,-6-14 34,-3-2-1,-6-1 1,-1-2-6,-16 9-17,7-10-33,-12 5-236,-2-8-134,5-7 2830,-10 0-4802,11-8-6884,3-3 8650,5-1 1,11-2 0,6 0 0</inkml:trace>
  <inkml:trace contextRef="#ctx0" brushRef="#br1" timeOffset="412901">2499 13587 12444,'0'-3'694,"0"1"4095,0 2-4638,-12-18-56,7 13-11,-11-13-22,10 21-6,-2 1 17,-2 3-6,-1 0 6,-2 2 11,-2 0 0,1 1 12,-2 1-1,-1 1 0,-1 0-5,-1 0-18,0 0 7,-2 1-1,-1-1 6,0 0-410,-1-1 472,1-2 11,1-1 33,1-2 23,2-4-6,2 0-5,3-2-18,2 0-21,2-3-18,3 0 411,1-3-450,2 0-22,1 0-17,2-2 40,0-4-57,2 3-16,0-2-1,2 3-5,-1 3 0,0 0-11,-1 2-6,0 1-27,-1 2 21,-1 4 12,1 1-6,-2 6 12,-2 2-1,0 1-11,-1 2 6,-1 3 0,-1 1 16,1 4-573,-1 1 574,1 3-6,-1 2 5,1 1 7,-1 1 16,2 0-11,0 0 0,0 1-6,2 0 6,0 1-1,0 0 18,1-1-12,0 1 1,1-2-12,0-1-11,0-1 0,2-3-6,2-1-10,3-1 4,2-3-215,3-1 221,1-3-5,3-1 0,3-4-11,1-2 5,4-4 0,4-3-17,2-2-22,3-6-39,5-3-78,2-5-107,4-4-1570,2-3 837,3-3-1474,1-2 2459,-20 9 0,-2 2 0,3-2 0,-2 1 0</inkml:trace>
  <inkml:trace contextRef="#ctx0" brushRef="#br1" timeOffset="414785">3089 13832 7822,'-2'-5'2577,"0"0"4178,2 5-6497,-14-10-46,10 7-55,-10-8-56,14 11 145,-1 0-139,-1 2 61,-1 0 84,0 1 101,0 0 62,0-2-6,1 0-68,0-1-94,1 0-79,0-4-34,-1-3-17,2-4 1,-1-4 0,2-2-1,1-2-5,3 0-11,2-1-6,2 1-5,0 2-1,0 3-16,1 2-17,-1 1-17,-1 4-11,-1 1-16,0 2-7,0 2 6,0 1 6,4 2-11,-2 3-6,3 4 0,-2 2 11,2 4-11,0 2 0,0 4 11,1 2-228,-1 3 217,1 3 0,-2 2-11,-1 1 22,-1 2-16,-3 0 10,-2-2-5,-3-1-5,0-4 16,-4-1 6,-1-3-6,-5-1 0,-1-2 6,-2-2 44,-7 5-15,4-9 16,-5 3 16,8-11 234,0-1-116,-2-4-117,3-3-23,-2-2 0,5-2-6,1-1 34,-1-3-62,4 3-16,1-2 0,2 3-12,3 1 23,0 0-23,4 3 1,4-2-7,1 3 12,4-1-11,-1 2-6,11 0 17,-2 2 6,8 2 5,-6 1-11,1 4 0,1 1-11,-1 2 11,9 6-6,-11-3-5,4 5 0,-15-5 5,-2 1 12,-6 0 5,-2 1-11,-3 0 0,-5 2 0,-3-1-11,-4 0-39,-12 6-6,5-6-51,-9 2-3470,9-8 3275,0-2-186,0-3-385,2-2-863,-1-2-2247,4-4 3983,-1-2 0,7 2 0,2-2 0</inkml:trace>
  <inkml:trace contextRef="#ctx0" brushRef="#br1" timeOffset="415063">3974 13995 16488,'-3'2'2301,"0"0"729,3-2-2957,14-9-6,-8 13-16,9-4 5,-12 17-17,-1 3-27,-2 2-18,0 2-45,-2 2-663,-2 3 395,-3 1-403,-1 1-1003,0 1-3042,1-2 3966,-2 3 1,5-16-1,0-2 1</inkml:trace>
  <inkml:trace contextRef="#ctx0" brushRef="#br1" timeOffset="415580">4546 13708 20633,'0'-42'237,"0"1"0,0 2 0,1 9-120,4 21 770,-2 2-819,1 2 230,0 1-264,-1 2 127,-1 1-139,0 1 474,-1 3-456,-1 4 21,0 4 6,-1 5-16,-4 5-1,-2 4-5,-5 4-28,0 4-592,-2 1 597,1 3-16,2 0 5,1-1-17,3-1 6,3-3 6,2-4 0,3-4-1,4-4 6,2-3 1,4-5-12,2-1 11,3-4 0,2-2-5,2-2 5,1-2 0,2-2 17,0-3 625,11-11-630,-9 1 16,5-7 0,-10 2 0,-4-2 12,-1-2-6,-1-1 11,-2-1 0,0 0 5,-2 1 1,0 3 22,-2 1 11,-1 4 11,-2 1 6,0 3 140,-2 0-145,-1 6-18,-1 0-49,-1 6-40,0-1-12,0 5 12,0 2 12,0 6-18,-1 3 17,0 4-5,-1 3-6,-1 4 0,0 3-23,0 18 7,0-9-1362,1 12 1322,1-15-61,2 0-259,1-1 146,2 0-89,2-2-79,1-3-106,1-1-229,1-4-360,-1-4-632,2-3-1938,-1-6 3663,3-2 0,-6-6 0,0-1 0</inkml:trace>
  <inkml:trace contextRef="#ctx0" brushRef="#br1" timeOffset="415797">5458 13878 22811,'-14'36'50,"3"-3"-50,10-12-5,-1 1-40,0 2-84,0 2-156,-2 1-253,0 2-622,-2 0-1208,1-1-6319,0-4 8498,1-6 0,2-8 0,1-5 0</inkml:trace>
  <inkml:trace contextRef="#ctx0" brushRef="#br1" timeOffset="416797">5998 13675 17143,'0'-4'2476,"0"0"1506,0 4-3904,0-48-22,0 36-11,0-37-6,-1 49 62,1 0-84,-3 0-23,0 2 18,-2-1-7,1 1-5,2 0 28,0-1-39,2 0 22,-2-1 0,2 2-11,-1-1 185,0 0-179,3-4 5,0 1 11,2-5 1,-1 4-6,0 0 11,-2 1 50,1 0-11,-2 1-67,-3 2 0,1 0 11,-2 1-16,2-1 66,1 0-44,0 0-6,0-1 1,-1 1-1,0 0-6,-1 0 7,-1 1 4,0-1-10,-1 1 5,0 1-5,0-1-1,0 1-16,2-1 11,0 0-5,0 1-12,0 0 17,0 1 11,0 1 0,0 1 12,0 1-23,0-1-6,0 2 12,0-2-6,1-1 5,0 0-10,1-2 10,1 0 18,-1-2 72,1 0-90,-1 0 1,0 2 5,-2 1-5,0 2 11,-3 1 5,0 3 6,-8 7-11,1-1 5,-6 6 17,3-4 12,-1 2-18,-1 1 1,1 1-6,0 2-3398,2 2 3404,0-1-1988,2 1 1982,1 1 5,-3 10-10,5-7-6,-1 8 5,7-10-5,2 0-6,1 1 6,8 9 2401,1-11-2407,11 6 1,0-16 16,20 0-17,-8-6 0,14-1 1,-14-8 2955,-2-2-2945,-2-3 12,-3-2 27,4-11-21,-10 3-18,3-7 17,-11 4 6,-2 0 0,-3 1 5,-2 0 12,-8-1-45,-1 5-6,-6-2 6,-1 7-29,-3 1 29,-2 1-11,2 0 5,-1 1-5,1 2-1,2 1 1,0 0-6,1 0 11,0 1-5,-9 5-1,-5 5 1,-17 14-12,14-7 1,-3 5-12,19-10-6,3 0-33,2 0-274,1 8-107,5-5-381,0 5-862,5-6-2919,3-1-4755,1-2 9354,1-2 0,-3-5 0,-2-2 0</inkml:trace>
  <inkml:trace contextRef="#ctx0" brushRef="#br1" timeOffset="417613">6879 14027 14617,'0'-5'2414,"0"2"1747,0 3-4122,-9-30-16,7 28 10,-7-11-66,9 43-29,0 3-72,-2 2-384,-2-8 98,-1 2-275,0 1-381,-2 1-760,0-1-2239,0 0-3122,1-5 7197,2-4 0,2-10 0,1-5 0</inkml:trace>
  <inkml:trace contextRef="#ctx0" brushRef="#br1" timeOffset="418112">7713 13720 16931,'-7'-46'562,"0"0"0,0 4 0,0 9-204,-1 18 854,0 2-993,-1 2-40,-1 1-28,-1 3 314,-2 1-258,-8 3 44,4 1-178,-8 2-17,6 4 525,-2 3-503,-10 10-55,6-1-1,-7 7-11,11-4 6,-7 13-6,7-7-732,-3 8 727,11-9-6,3-2-112,4 0 112,1-1 6,4-3-6,3 0 11,5-4 6,3 0-12,5-4 29,2-2 701,2-3-679,13-4-17,-8-3-6,9-4 12,-12-5-95,0-2 112,-2-1 28,-1-3-12,-3 0 6,-1-2 17,-4 0 5,0 0 208,1-9-124,-5 8-11,1-5 17,-4 11 216,-1 2-239,0 2-27,-1 2-23,0 3-33,-1 2-46,2 0 1,-2 2-34,3 6 12,-2 0-12,4 8 6,0 3-6,0 4-5,0 3 10,0 4-277,-1 2 278,-1 3-6,-1 3-14,-3 4 0,0 1-36,-3 11-568,1-9 0,-2 0 423,-2 2-197,-2 1-364,1-1-795,0-1 954,2-10 0,0-1 0,0-3 1,-2 11-1</inkml:trace>
  <inkml:trace contextRef="#ctx0" brushRef="#br1" timeOffset="424347">12689 12289 7794,'3'-11'3680,"0"2"-2952,-3 9 2443,0 0-2987,0-10 13,0 8 16,0-7 39,0 9 1629,0 0-1640,0-3-11,0 2-12,0-2-21,-2 2-40,0-1-12,0 0-27,-2 0-6,0 0 0,0 1 0,-2 0 11,1 0-5,0 0 11,0-1 5,1 1 0,1 0 12,1-1-12,0 1 1340,2 0-1390,-1 0-28,-1 0-6,0-1-11,0 0 1,0 0 4,-1 0-10,0 0 16,1 1 1,0 0-12,1 0 611,0 0-645,2 6 1,-1-1 5,1 6 0,-1-3-5,-1 1 5,1 1-5,0 0 5,1 0-11,0 0 5,1 1 7,1-1-1,-1-1 17,0 1-6,0-1 1,-1 0-7,0 0 18,-1 0-12,0 0 18,-2 0-1,0 0-11,-4 0 0,2 0 0,-2-1-17,0 1 0,2-1-5,0 0-17,0 0 16,1-1-5,0 1 0,0 0 11,1-1-11,1-1 6,-1 1 0,2-1 5,0 0-11,0-1 11,0 0-5,0 1-6,0 0 0,0 0 0,0 1 0,0 1 5,0 0 1,0 1 5,-1 0 6,0-1-23,-1 1 17,0-1-16,0 0-1,-1 0 17,0-1-5,1 1 0,0 0 5,-1-1-11,1 1 5,-1 0-5,1 1 0,-1-2 0,0 4 6,1-4 0,0 3 10,1-2 24,-1 0-12,0 1 5,-2 0-10,-1 0-7,0 0 12,-1-1-5,0 1 10,-1-1-10,1 2-1,-2-1-11,1 0 1,1 0-12,0-1 5,2 0 1,0 0-1,1-2 1,0 0 0,1 0 10,-1 0-4,1 0 10,-1-1 0,0-1 6,1 0 12,0 0-7,0-1 1,-1 0-6,-1 0-6,0 0 6,-1 0-5,-2 2 16,-4 1-28,0 0 6,-3 1-6,3 0 0,0 0 6,0 0-28,2 0 16,-1 0 1,5-2 5,-1 0 0,5-3 376,0 1-337,0-2-22,-1 0 0,0-1-22,-2-1 5,0 1-5,-2-1-12,-1 0 17,-1 1-11,-1 0 6,-1 1 5,0 0-11,-1-1 0,1 1 6,2-1 5,2 1 39,0-2-11,3-1-44,0 0 10,3-1 7,0 2-1,0-1-11,0 1 0,0-1 5,0 0 7,0 1 16,0-1-23,0 2 6,0-1-16,0 1 10,0 0-16,2 0-6,0 0 12,3 0 5,0 0 0,0 0 0,2 0 5,0 1-5,1-1-5,0 1-6,3 0-1,1 1 12,-1 0-16,-2 1 4,-2 1 12,-2 1-5,2 0 10,-1 1-5,0 1 0,1 0 0,0 2 12,-1 0-18,1-1 0,0 1 18,4 0-7,-2 0 6,2-2 1,-2-2-12,-1-2 5,1-1 1,-1 0 27,6-5-27,-4 1 5,4-6 0,3-5-5,-4 2 0,4-6-1,-3 5-5,-2-1 11,1 0 1,0-1-3398,-1 1 3375,1 1-293,-2 0 310,0 2-1,2-3-5,-3 5 6,1-1-1,-4 4 1,-2 1 3247,3-3-3259,0-1 455,2-5-438,1 2 0,-3 1-17,0 4-16,-3 1-12,0 2-56,-1 0-72,-1 2-869,1 1-6440,2 0-1844,-2 1 9315,0 1 0,-3-1 0,0 1 0</inkml:trace>
  <inkml:trace contextRef="#ctx0" brushRef="#br1" timeOffset="426797">8647 14022 17406,'0'-3'526,"0"0"2885,0 3-3349,7-20-17,-5 19 5,4-13 17,-12 34-39,0-3-5,-4 9-6,-6 5-34,1-5-67,-6 9-487,-5 2-286,4-6-8974,-15 18 9313,18-25 1,1 0 0,13-18-1</inkml:trace>
  <inkml:trace contextRef="#ctx0" brushRef="#br1" timeOffset="438020">9597 13810 6921,'0'-5'2549,"0"1"4485,0 4-6591,-1-64-979,2 44 729,-2-16 1,2 3 164,2 23 281,-2 1-331,1 1 147,-1 0-197,-1 0-40,0 0 112,-3-3 289,-1 3-507,-4-1-6,0 3-39,-3 0-16,-2 2-12,-1 0-5,-3 2-1,-3 0 6,-2 1 1,-2 1-7,-1 0 1,0 1-6,0 1 0,0 2 28,1 1-12,3 0-4,1 1-1,5 0 0,-4 2-17,7-1-10,-1 2-1,6-3-11,2 2 22,-2 6-16,2-1 22,-1 5-6,0 6-11,2-5 6,-1 9 0,3-9-6,0 2 0,2-1-5,0 0 5,3-1 12,1-1-1,4-2-11,1 0 6,3-5 11,1 0 0,2-3 22,0-1-10,2-2 10,0-2 62,10-2-45,-6-4-5,6-3 72,0-9-67,-7 1 6,6-8 11,-10 4-5,0-2 27,-1-1 18,-1-1 22,-2 2 55,-2 0 23,-2 2 28,-1 1 6,-2 3-12,-3 2-22,0 2-28,-2 2-11,0 0-28,0 3-34,0 2-28,0 1-39,0 1-39,0 5-6,0 1 0,0 7 1,0 1 4,0 3 1,2 4 6,0 4-7,2 2-264,0 3 276,-1 5 5,0 0 1,0 19-23,-2-13-467,1 13 467,-5-17-11,-1 1-11,-5-1-17,-1 0-51,-3-2-139,0-2-342,-2-3-840,0-3-3009,1-3 3621,-1-2 1,8-11 0,1-1 0</inkml:trace>
  <inkml:trace contextRef="#ctx0" brushRef="#br1" timeOffset="445662">10408 13943 19758,'-23'-42'723,"4"7"-561,19 32-11,0 0-55,2 1-3,-2 0-37,2 1-6,0 0-11,-1 1 8,0 0-2,1 0 0,-1 3 5,0 1 96,0 13 5,-4 9-95,-3 3-599,-5 5 582,-1-6-28,-2 0 0,-2 3-22,0 0-17,0 1-50,1-1-85,0-1-374,2-1-7,0 0-548,1-2-1714,1-3 2806,-1 2 0,6-13 0,0-1 0</inkml:trace>
  <inkml:trace contextRef="#ctx0" brushRef="#br1" timeOffset="446753">11053 13321 12293,'1'2'95,"0"1"3674,-1-3-3606,0 12-1,0-7 12,1 10 10,-1-10-16,-1 0-5,-1 1-29,-2-1-11,0 0-16,-2 1-12,1-1 11,-1 0 12,0-1 50,1-1 56,-1-2 22,1 0 6,1-1 186,0-1-259,1-2-33,1-3-12,1-1-11,1-1-5,0 0 78,2-4-123,1 3-12,2-3 1,0 4 84,3-3-74,-1 3-10,1-3-17,-1 5-12,-1 1-16,1 0 0,0 3 0,1 0-6,1 1-6,-1 0 7,2 2-12,0 3 0,2 3-6,-1 4 0,2 2-10,-1 4 10,2 1-5,0 5-6,-1 1-3392,-1 3 3365,-2 2-1630,-3 2 1601,-3 3-179,-9 17 196,-6-10 0,-9 11-982,-6-16 1021,-4-2 23,-3-4 1922,-4-2-1861,0-5 34,-1-4 33,3-6 40,2-7 2075,-6-9-2053,14-5-16,-2-9-35,18-1-10,5-4-12,2-1-6,7-1-5,4 1-16,6 2-17,3 2-12,2 3-2521,0 3 2510,0 4 1305,6 3-1345,-7 3-21,4 5 10,-8 4-10,1 5-1,1 2 1,1 4-23,0 1-45,0 4-2176,0 1 2002,-1 2-145,-1 2-349,-1-1-87,0 1 1808,-1-2-2985,1-3-1921,0-3 3378,2 0 0,-9-9 1,1-2-1</inkml:trace>
  <inkml:trace contextRef="#ctx0" brushRef="#br1" timeOffset="447478">11736 13297 15969,'-24'-24'135,"4"5"1820,20 20-1860,0 1 750,1 0-716,1 0 408,1 0-386,3-1 1287,1-1-1304,3 1-11,0-1-27,2 0-18,1-1 12,0 0 22,8-2-62,-6 1-22,6-2 0,-6 2-6,0 0-3374,5 1 3363,-6 0 0,4 1 6,-7 0-17,-1 0 11,-2 1 1,0 1-12,0 2 3403,-2-1-3386,2 2-17,-1-1 22,1 2 1,1 0-1,1 2 6,0 0 6,1 0 39,6 6-40,-4-4 6,3 4 45,-3 1-33,-3-3-12,-1 3-3381,-4-3 3393,-2 0 16,0 1 6,-2 2 84,-3 8-96,0-4 1,-3 7-2275,-1-6 2264,0 1-6,1 1 2262,0 1-2268,2 11-27,2-7-212,5 8 206,2-10 5,6 1-17,2 2 12,2-1 0,0 1-1,-1-1 6,-2-2-11,-5-1 17,-5 4 0,-9-7-11,-7 3 5,-8-10 2653,-6 0-2664,-5-1-28,-6-1-34,-4-1-83,-3-2-130,-1-2-313,0-1-2753,14-5 0,0 0-5582,-12-3 8923,-5-1 0,33 1 0,8 0 0</inkml:trace>
  <inkml:trace contextRef="#ctx0" brushRef="#br1" timeOffset="452410">4047 15129 13693,'0'-10'1724,"0"3"-956,0 7 2946,0 0-3725,-15-22 5,12 16 34,-11-14 28,14 23 6,1 4-12,0 2 0,3 4-5,0 2 6,0 2-12,0 3 22,1 13-38,-2-6-6,-1 24-593,-2-18 553,-3 10-5,-4-13-11,-1 0 0,-3-1-3215,-2-1 3193,-2 0-12,-2-2-316,-2-1 288,-1-1-16,-1-4-18,1-2-125,-1-3 70,0-3 251,3-4-527,-1-3 2801,3-3-4155,1-2-1463,2-5-3046,3-2 6329,2-1 0,3 3 0,3 2 0</inkml:trace>
  <inkml:trace contextRef="#ctx0" brushRef="#br1" timeOffset="452853">4178 14684 17269,'-25'31'119,"-1"0"1,2-2 0,6-3 213,15-1-271,1-1-17,2 0-6,0-3 6,3 0-6,1-2 0,4-2 102,1-1-85,2-4 51,0-2-12,1-2 51,0-4 62,0-1 181,-2-3-125,0-1-7,-1-3-33,0-2-28,-2-4-28,-1-1-11,0-4-23,-2-1-5,-2-3 5,-1-1 12,-1 0 33,0 0 12,-2 2 10,-2 0 6,-3 2-32,0 2-18,-2 1-29,1 2-16,-1 0-22,1 3-17,0 1-17,1 1-11,1 2-40,1 0-16,0 3-28,2 0-12,0 1 1,0 2-23,1 2-22,0 3-56,0 3-96,2 1-95,-1 2-156,1-1-253,3 2-548,1 0-1541,3 0 2840,3 1 0,-5-7 0,1-1 0</inkml:trace>
  <inkml:trace contextRef="#ctx0" brushRef="#br1" timeOffset="453120">4579 14947 15564,'-4'0'1713,"0"0"590,4 0-2365,46-32-3158,-25 22 3124,7-8 1,2 2-190,-9 14-108,1 0 78,0 2-419,-1 2-201,1 0-427,-1 4-1048,0 1 2410,1 3 0,-11-4 0,-1 0 0</inkml:trace>
  <inkml:trace contextRef="#ctx0" brushRef="#br1" timeOffset="453309">4651 15357 16404,'-6'5'2520,"1"-2"-1719,5-3 1400,0 0-2140,54-63-21,-33 44-38,11-17 1,0 5-42,-14 24-67,0 2-96,1 1-190,0 1-319,2 2-784,-1 0-2477,0 1 3972,1 0 0,-11 0 0,0 0 0</inkml:trace>
  <inkml:trace contextRef="#ctx0" brushRef="#br1" timeOffset="453938">5517 14886 21920,'20'-15'382,"-5"4"-265,-15 16-16,-2 2-17,-1 0-17,-3 2 6,-2 0-17,-1 0-5,-1 0-1,0 0-11,0 0 0,0 0 12,1-2 5,1 0 33,0-3 7,0-1 4,1-2-4,1-1-12,-1 0 50,-3-6-33,-1-6-73,1-2 11,0-3-5,4 1-6,2 0-6,1-3 0,2 0 6,0 0-5,2 1 5,1 2 11,2 0-5,8-2-1,4 2-16,7-2-11,-2 6-29,-2 3 29,-5 6-1,1 1 7,7 5-18,-3 2 0,4 5 6,-7 2-5,0 3-1,0 14-5,-7-4-11,-1 14-1,-20 15-545,-3-7 517,-6-1 1,-4 2-1094,6-16 0,-2-1 1102,-6 12 0,-2 0 14,7-12 0,0-1 11,-9 11 0,1-1 22,8-12 1,1 0 2,-5 5 1,1-3 19,-2 0 51,5-8 117,2-8-40,8-14-83,3-7 11,7-11 11,4-4 12,3-3-1,4-2-11,4 0 23,1 0-17,2 2 5,0 4-5,-2 3-23,-1 4-27,-2 4 414,-1 3-436,-2 3 2312,6 3-2348,-2 2 2,7 3 5,-2 5-34,3 2-50,2 1-84,1 4-1114,12 8-292,-8-4-2431,9 6 4005,-9-6 0,-13-9 0,-1-2 0</inkml:trace>
  <inkml:trace contextRef="#ctx0" brushRef="#br1" timeOffset="459718">1556 15914 12685,'-4'-4'991,"1"1"3624,3 3-4442,-22-45-16,17 33-11,-17-34-22,22 45 593,0 1-617,0 5 18,0-1 0,0 6-18,0 2-16,0 2-22,0 4 0,0 4-40,-1 2 51,-1 17-51,0-8-496,-2 13 490,1-12-4,0 1 10,0 0-5,0 0 11,-1 0-11,0 1-12,1-2 1,-2 13 5,1-12 17,0 8 22,1-18-33,0-2 0,1-5 0,-1-2-6,1-4 17,1-2-11,-1-2 0,2-2 530,-1-1-502,0-3 1091,1 0-1074,-1-8-12,1 1 7,0-8 10,0 3 29,1-10-52,1 4 91,8-24-96,-2 17-3409,7-12 3393,-6 18-6,1 1 5,-1 3-11,0 0 0,-1 4 12,0 1-23,0 3 3381,-1 0-3387,1 2 0,0 2 18,0 0 10,5 4-33,-1 0 0,5 3-1,-2 2 1,1 0 0,2 0-6,1 2 6,1-1 0,-1 1-12,0-1 12,-1 2-6,-2-1-5,-2 3 11,-3 0-12,-4 1 23,-3 1 12,-2 0-1,-4 1 0,-4 0-5,-4 0-1,-4 0 12,-15 7-17,6-6-550,-10 3 533,8-8 11,0-1 1,2-3-23,1-2 0,3-3-51,2-2-44,4-5-96,2-2-145,5-3-145,0-3 280,4-1-1003,1-2-874,1-2-1809,2-2-3445,1 2 7360,1 3 0,-1 6 0,-2 4 0</inkml:trace>
  <inkml:trace contextRef="#ctx0" brushRef="#br1" timeOffset="460554">2019 16295 11262,'4'0'4856,"-1"1"-1439,-3-1-3300,-18 25-33,12-14-16,-12 19-7,17-20 6,1-1-5,0 0 5,0 0-11,0-1 6,2-1 83,2-1 74,2-2-63,-1 0 24,0-3 10,-2-1-5,1-3-34,1 0-22,0-4-17,1-1-17,-1 0 23,1-2-6,-1 0 22,0 0 1,-2 0 11,0 1 22,-2 0-6,-1 3-11,0 0-16,0 2-29,0 1-39,0 2-11,-1 0-39,-2 1-6,0 0-22,-2 1 11,0 1 11,0 2 12,-2 5-18,1-1 1,0 1-17,2-2-17,0 0 11,2-1 11,0 2 12,0-1 0,1 1-6,0 0 5,1-1-16,0 1 5,0-2 6,0-1-11,0 0 22,1-1 6,0-1 6,1-2 10,0 0-5,-1-1 11,0-1 6,1-1 11,0-2 11,0-2 6,0-2 0,-1-1 5,0-1 6,-1 0 6,0 1 22,0-1 28,-2 2 17,0 0-23,-1 4-22,-1 0-17,-1 2-33,-1 0 0,-2 2-12,0 0-28,1 2-5,-1 0-6,0 3-11,1 1 12,2 1-12,-2 4 0,3-3-6,0 3 0,3-3-5,1-1 0,0 1 0,2-1-6,2 0 17,3 1 0,1-2 0,2-1 0,2-1 6,0-1-6,0-2 5,0 0-10,-2-1 21,-1 0-4,-2 0 16,-2-1 5,-2-1-5,-1-1 6,-1-3 5,-1-1 17,1-1 0,-1-1-6,0 0 29,-2 1-34,1 1 11,-2 1 6,-1 1-34,0 1 22,0 0-22,0 2-5,0-1-1,1 2-11,0-1 12,1 2-18,-1-2-5,2 2-628,-1 0 46,2 4-812,0 1-3345,1 4 4739,1-1 0,0-3 0,-1 0 0</inkml:trace>
  <inkml:trace contextRef="#ctx0" brushRef="#br1" timeOffset="463619">3485 16090 19496,'0'-18'207,"0"5"-112,0 20-11,0 1 11,-1 0 12,0 2-12,-2 0 0,0 1 23,-2-1-40,0 0 23,-1 0-17,0-1-12,-1 0 7,-1-2-12,1 1 0,-1-1-11,-1 1 11,0-2 6,0 0 6,-2-1 10,2-1-10,-2-2 10,2 0 1,-1-2-17,2 0 5,0 0 34,-3-5-39,3 1-12,-1-4-10,4 1-6,1 0-17,0 0 6,1-1 11,0 0 0,1 0-1,0 0 1,1 0-6,0 0-5,1 0 5,0 0-22,0 0-6,0 1 6,2 0-6,0 1 12,2 1-7,0 0-16,2 0-5,2 0-1,1 2 1,3 1-12,3 1-6,2 1 12,2 0-28,12 6 33,-7 1-27,8 5 22,-11 2-12,-3 0 1,-2 4 16,-4 2-5,-4 3-6,-4 3 0,-4 2-227,-7 3 227,-5 2-1687,-8 4 1682,-6 2-18,-5 1 24,-2 0-2,-3-3 1,2-3 23,0-4-6,2-5-632,2-4 660,2-5 0,2-4 22,3-5-5,1-4 174,3-1-185,2-6 1591,3-2-1586,0-5 6,4-3-1,2-2-16,1-2 810,4 0-777,2-7-15,3 6-18,1-4 0,4 9-6,-1 3-5,0 2-17,1 4-5,-1 2 10,1 2 18,2 3-12,1 2-11,3 4 5,2 2-16,2 2 6,2 0 5,2 2 5,3 0-10,1 2-1357,3 0 1283,2 0-105,2 0-336,2-1-24,1 0-290,0-1-527,0-3-1171,-2-1-2537,0-2-991,-6-2 5760,-5-1 1,-11-3 0,-5-1 0</inkml:trace>
  <inkml:trace contextRef="#ctx0" brushRef="#br1" timeOffset="464087">4053 16093 22665,'-28'-29'82,"-1"0"0,2 1 0,7 10-9,16 19 251,-1 1-291,0 3 100,-1 1-150,0 2 89,0-1-55,1 1-17,1 0 22,1 0 129,2 0-135,0 0-4,2-1 10,3 0-5,2-1-17,4 0 28,1-1-17,3 0 17,2-1-6,2 0-10,1 0-7,1 0-22,1 1 23,-1 0 0,0 2-1,-2-1 6,-3 2-5,-1 0-12,-3 0 6,-1 1 0,-3 3-11,-1 0 17,-4 3 5,0 2-5,-5 1 10,-2 1-3402,-5 3 3386,-2 1-621,-2 1 627,-2 2-17,-1-1 16,-1 1-10,0-1-41,1-3 40,2-1-16,1-3 0,3-4-40,2-2-84,3-3-106,2-2-246,3-3-432,1-1 2006,0-3-6800,4-2 5113,3-4 1,-2 2-1,0-1 1</inkml:trace>
  <inkml:trace contextRef="#ctx0" brushRef="#br1" timeOffset="464355">4569 16094 17843,'-5'0'1367,"0"0"1002,5 0-2381,34-36-5704,-15 24 5610,27-27-79,-23 35 1193,1 0-1450,0 2 682,2 0-1164,-1 2-505,0 1-1220,0 1-1709,-1 3-2622,-4 0 6980,-3 0 0,-9-3 0,-3 0 0</inkml:trace>
  <inkml:trace contextRef="#ctx0" brushRef="#br1" timeOffset="464560">4674 16321 21047,'15'-21'72,"1"1"-72,3 9-11,1 1-5683,1 1 5622,-1-1 1223,2 2-1347,1-1-101,1 1-123,1-1-246,1 1-461,3-1-1062,1 0-2225,2 0 4414,5-2 0,-18 6 0,0-1 0</inkml:trace>
  <inkml:trace contextRef="#ctx0" brushRef="#br1" timeOffset="464977">5574 15967 24402,'-39'2'112,"0"0"0,3 0 0,6 3-23,12 8-10,1 1-1,1 1-33,1 0-17,3 0 6,2 1-6,1 0 0,3 0 11,2 0-28,2 1-17,0 0 12,2 0-6,3 1 28,2-1-17,4-2-11,3-2 0,4-1-3397,1-4 3408,3-1 56,10-2-45,-7-3 1,7-2 17,-12-5-24,-1-2 63,6-12-40,-8 3 3420,5-8-3392,-10 4-5,-1 0 11,-2 0 5,-2 0 34,-3 2-22,0 2 117,-9-6-84,-3 2-72,-4 0 5,0 4 11,4 4-28,1 2-17,1-2-10,2 2 10,-1-6-16,2 5 10,1-4-55,3 2-39,0 3-113,1-2-1304,4 3-1592,-2 3 3087,5 0 0,-5 4 0,0 1 0</inkml:trace>
  <inkml:trace contextRef="#ctx0" brushRef="#br1" timeOffset="495998">6362 16135 7414,'11'2'4901,"-3"-1"-4067,-8-1 2712,0 0-3317,1 40-49,-4-24-24,0 32-38,-5-35-17,0 1 0,0 2-29,0-1 12,0 1-5,0 0 16,0-1-3381,0 1 3404,0-2 28,1 1 257,-4 1-111,1-3 55,-2 0 34,3-5-23,-1-2 3381,1-2-3420,0-2-27,0-1-35,0-1-27,1-3 139,-2-4-105,-1-8-168,1-1-18,1-2 56,1-4-50,1 5-3263,-3-13 3314,3 15-23,0-5 95,-1 4-112,2 3 79,-4-10-107,4 8-6,-3-6-21,3 4 10,1-3 17,-4-15-44,3 6 3391,-2-13-3380,4-4-12,1 11-604,2-8 610,1 19-216,0 2 221,1 4-5,0 2 56,-1-3-33,0 6-6,0-3 61,-3 7-72,1 3 608,-3 0-570,-2 2 185,3 1-234,-2 0-1,3 2-11,0 0-11,2 1-50,0 0 50,1 2-6,1 2 6,1 3 6,2 3 0,0 2-6,2 1 11,0 2-17,3 9 23,2 6-17,0 1 11,1 0-11,-2-8 11,0 1-11,3-1 6,2 0-17,3 1 16,4 0-622,4-1 617,4 1-6,-3-7 1,1-1 5,18 8-799,-14-8 0,0-2 799,17 4 6,0-2-12,0 1-11,-3-1-294,-5 0 283,-6 3-2568,-9 1 2540,-8 2-222,-16 15 82,-10-6-90,-15 12-173,-8-9-308,-9 1-449,-4 2-1041,-5 0-3031,0-3-2659,4-5 7799,8-7 0,18-11 0,8-5 1</inkml:trace>
  <inkml:trace contextRef="#ctx0" brushRef="#br1" timeOffset="496698">6926 16114 22537,'58'-5'174,"-12"3"-96,-45 12 0,-2 1 12,-2 0 5,-2-1-5,-4 0 11,-1 0-1,-2-1-10,-1 0 123,-7 1-84,5-4 11,-5 0-6,9-5 6,0-2-39,2-3-28,2-2-12,2-3-16,1-3 5,2-3-10,2-2-1,0-2-17,3-2-22,2-1 11,2-2 23,7-9-12,-3 7-454,5-8 460,-5 11 0,0-1-11,0 0-41,-1 0 46,0 0 18,0-1 4,-2 1-4,-2 1 10,-2-1 0,-2 2-5,0 0 6,-2 1 5,-5-8-23,0 7 1,-5-5 22,0 10-28,0 3 12,-2 2-12,0 3 0,-2 3-11,0 3-6,-1 2-6,-1 5 7,-1 1-1,0 6 0,1 1 451,1 1-456,2 0-6,3-1 78,3-1-78,3-1 5,2 0-5,2-1 11,3 1 1,4 0-7,4 1 23,5 0-11,3 0 0,4 1 22,17 6-22,-6-3 5,13 4 6,5 3-22,-13-4-440,12 7 434,-20-4-3232,-2 1 3232,-5 4 0,-3 1-5,-4 3-18,-5 1 12,-3 1-385,-5 2 396,-2-2 23,-4 1-18,-2-1-10,-2-2 208,-3-2-242,-2-2-12,-1-1-83,0-2-113,-2-1-184,-1-1-393,0-1-766,-1-2 1015,-1-2 575,0-2 0,7-6 0,1-3 0</inkml:trace>
  <inkml:trace contextRef="#ctx0" brushRef="#br1" timeOffset="501561">8184 15689 12253,'0'-10'3848,"0"2"-2773,0 8 1816,0 0-2449,1-61-56,0 40-573,1-14 0,0 2 517,-1 19 182,1 2-204,-1 2-22,0 0-40,-1 3-44,1 0-23,-1 0 519,0 3-558,0 0-23,0 0-10,0 2-12,0-1-17,0 1-22,-1 0-5,1 1-34,2 8-12,0 0 1,3 10 5,-2 0-11,0 5 17,-2 3 0,0 3 5,-2 1-16,-2 2-1,-2 1 1,-2 0-12,-2-1 17,1 0-640,-1 0 629,1-2 11,0 0-11,0-2-254,1 0 265,0-2-5,2-2 0,0-1-18,2-4-10,0-3 11,1-3 5,0-1 6,2-3 6,0-2 600,0-2-578,0-2 619,0-1-580,0-7-11,2-2 6,0-8-34,1 0 0,-1-2-6,1-3-5,0-3 0,-1-1-1,0 0-4,0-2-7,1 1 18,-1-1-1,2 0 6,-1 1 6,1 0-12,0 1 0,-1 2 12,1 1-12,0 1 18,-1 1-12,1 0 0,-1 0 0,0 0-12,0 2 1,1 0-6,0 1-5,1 1 5,1 2-11,-1 1 17,1 2-11,-1 3-12,-1 3 12,-1 2-18,-1 2 7,0 0 10,-1 5-16,1 2 11,0 7-11,0 4 11,-1 8 6,-1 3 5,0 6-896,-3 4 885,-2 0 0,-2 3 0,-1-1-5,-1 1 5,-1-2 0,1 1-6,0-3-3078,1-1 3078,0-2-147,2-4 153,1-3-28,0-3 28,2-3-6,0-5-6,1-2 626,0-5-597,1-2 3350,1-3-3266,0-2 327,0-2-350,-1-4-22,0-2-16,0-8-1,1-3-6,0-5-10,0-4-23,2-5 5,1-3-1448,4-3 1465,1-1-11,2 2-11,0 0 17,0 4-11,0 3-685,-2 4 691,0 3 21,-2 5 12,-1 2 11,-3 5 17,-1 3 1305,-1 3-1367,0 2 795,0 2-795,-1 6-11,-2 3-6,-1 8 1,-2 3-7,0 4 7,-2 4 5,0 3-17,0 5-11,-2 2-11,2 2-62,-1 1-89,1 0-164,2-1-318,1 0-1041,3-4-1446,1-1 3159,4-2 0,-2-15 0,2-3 0</inkml:trace>
  <inkml:trace contextRef="#ctx0" brushRef="#br1" timeOffset="502179">8804 15708 12707,'23'-42'597,"-1"1"0,-1 3 1,-5 7 2423,-11 19-2488,-1 1-52,-1 2-77,-1 0 1070,0 3-1194,-1-2 634,-1 4-696,1 0 2287,-1 1-2175,0 2-313,-1 6 6,-1 0-1,-1 5 0,0 0-5,0 1 0,-1 1 5,-1 2-5,-1 0 22,-2 0-5,-2 1 5,-4 0 0,-3 1 1,-6 3-7,-4 0-5,-4 4-11,-4 0-414,-2 3 420,-3 0-12,0 1 11,13-9 1,1 0 10,-19 17-16,4-1 11,16-8-5,15-12-7,5 0 12,2-1-16,2-1 4,1 0 1,3 0 6,2 0 5,4 0 17,4 0-6,2 0 51,16 6-62,-4-5 0,13 4-17,-9-7 0,4 0 0,0-2-22,2-1-11,0-2-29,0-1-380,14-1-146,-12-2-700,8 0-2068,-17-1 3345,0-2 0,-14 2 0,-2-2 0</inkml:trace>
  <inkml:trace contextRef="#ctx0" brushRef="#br1" timeOffset="504697">14183 9706 16028,'-18'2'521,"3"1"-342,15-2-27,0 2-1,0 0 28,0-1 0,0 2 297,3 1 118,5 0-286,2 1-5,7-3 195,13-1-302,-1-1-28,13-1-11,-4 0-356,5 0 334,7 0-1684,6-2 1644,7 0-56,-29 0 0,2 0-1369,1 0 0,1 0 1358,2 0 0,1 0-9,3 0 1,0 0-706,1 0 1,2 0 704,1-1 1,2 0-6,0 1 0,1 0 0,1-1 0,1 1-3,1-1 0,2 0-7,-3 1 0,4-1 0,1 0-432,3 0 0,1 0 1,0 0 417,0 0 1,1 0 0,-2 1-10,-4-1 0,0 1 0,-1-1 19,-2 1 0,-1 0 0,-3 0 5,8 0 1,-1 0 45,-10 0 0,1 0 1,-3 0-49,-2 0 0,-3-1 2,-3 1 1,-1 0 970,25-3-951,-28 2 0,-2-1 1979,8-2-1920,1-2 1343,-25 4-1276,-4-1 34,-5 2 3000,-1-1-2989,-2 2 80,-2 0-153,-1 0-50,0 0-23,0 1-16,-4-1-29,-1 1-5,-5 0-5,0 1-6,-1 0-29,-2 1-38,-1 2-96,0 1-190,0 3-560,-1 0-8907,-4 6 8592,7-5 1,1 1 0,8-6-1</inkml:trace>
  <inkml:trace contextRef="#ctx0" brushRef="#br1" timeOffset="574762">4927 15722 6266,'-5'2'873,"0"-1"410,5-1 45,-1 1-1082,5-1 0,-2 1-10,5 0-7,-2-1-38,1 0-29,1 1-44,0-1 61,6 0-123,-3 0 5,4 0 51,4 0-61,-4 0-6,7 0 11,-5 0-17,2-1-11,1 0 0,1-1 5,10-2 7,5-1 16,10-3-23,-9 1-321,-2-1 316,-10 2-5,0 0 27,10-1-39,-7 1 12,5-1-18,-10 4 6,-2 0-11,6 1 0,-6 0-11,5 2 6,-9 0 5,-3 0 321,-2 0-321,-2 2 11,0 1 29,-5-1 50,1 2 67,-5-2 39,0 1 5,0-1-16,-1 0 89,-5 1-173,0-1-6,-4 1 1,0-2-12,-2 0-6,0-1 196,-17 1-190,10-1-22,-13 1-12,12-1-5,-2 2-6,-2-1-11,-1 1 6,-1 1-6,1 1 17,-11 1 11,1 2-11,2-2 5,5 0 6,13-3-6,2 0-5,2-1 6,3 1-7,2-1 1,2 0-11,1-1-1,1 0 7,-2 1-24,2-1 1,-3 1-11,1-1 11,-1 0-6,-2 2 0,0-2 11,0 2-10,-1-1 4,1 0 12,0 1-5,1-1 10,0 0-16,2 0-11,2 0-169,0-1 175,9 0-1,-2-1-11,13-2-6,-5 0 6,7-2-17,-4 3 12,1-2-18,1 2-5,1-1-5,0 1-18,1 1 1,-2 0-17,2 0-40,6 1 68,-7 0 11,6 0-28,-5 0 23,-6 1-1,2 0-11,-8 1 6,-2 0 5,-1 0 23,-2 0 45,-1 0 44,-2 1-44,-8 2-40,-1-1 12,-7 1 5,0 0 0,-4-1 12,-4 2-7,-3 0 85,-21 3-6,11-3-767,-15 2 823,17-4-11,1 0-16,4-1-250,2 1 250,3-1 27,2 1 22,3 0 35,1-2 4,4 1-10,2-1-12,3-1-38,2 1 751,2-2-791,3 1 247,1 0-263,1-1-68,6 0 5,4 0-22,4-2-11,9-1 6,-5 0 0,6-1-1,-5 2-5,2-1 0,3 0-5,1 0-46,17-3-1010,-9 1 994,13-2-39,-12 1-337,0 0 168,1-1-106,0 0-134,1-1-253,0 0-951,1-1 1719,3-2 0,-18 5 0,-1 1 0</inkml:trace>
  <inkml:trace contextRef="#ctx0" brushRef="#br1" timeOffset="577686">9676 15486 18875,'-7'-39'997,"1"7"-399,4 29-368,-1 2 69,0-1-154,-1 1 31,-1 1-75,-1 0 157,-1 1-179,-1 3-1,-4 3-5,-1 3 0,-2 2 0,-1 3 0,0 1-6,-2 5-5,1 0 5,-1 4-11,1 1 6,0 2-1,2 0 1,1 0-450,3 0 427,2 2 6,2-2-6,2 3-16,2-1 10,2 0-16,1 1-3253,3-1 3259,2 0-12,3-2-5,10 9-1,-3-11-5,8 7 0,-4-14-17,11 6 12,-5-8-6,9 2 139,-9-9-128,3-3 3299,-1-1-3305,0-3 12,-1-1 5,-2-2 17,-4-3-6,-5-1 6,-1-5 247,-5-1-241,-1-3 5,-3-2 17,-2-2-11,-2-2 28,0 1 27,-4 0-10,-1 1 11,-4 3-23,-2 1-11,-4 2-11,-3 3 6,-3 1-12,-4 3 1,-2 2 10,-1 1 1,-1 2 5,1 2-5,1 2-12,2 2-16,1 1-17,3 0 5,1 0-11,2 1-5,2 0-23,1 0-56,4 0-112,2-1-291,4 1-851,2-1-4532,6 0 5859,3-1 0,-1-3 0,0-2 0</inkml:trace>
  <inkml:trace contextRef="#ctx0" brushRef="#br1" timeOffset="585786">10378 15839 10080,'-2'-4'2213,"0"0"3410,2 4-5366,-3-60 23,3 43-17,-3-45 74,5 61-135,-2 0-79,0 4 34,0 2 22,-2 5-11,0 2-17,-2 4-22,-1 3-17,-1 3-17,0 2-11,0 2-11,-1 0-6,3 0-5,1-2 16,2-2 6,3-2 17,2-3 16,4-3 12,4-3 11,0-2 39,4-2 197,11-3-169,-4-4-22,11-4 11,-6-5-28,4-7-11,5-4-28,3-6-478,6-5 433,4-5-580,-23 16 1,2-1 537,18-14 0,2 0-1473,-9 6 0,0 0 1442,-3 3 0,2-2 0,-1 2 3,7-5 0,0 2-490,1-1 1,3-1 490,-3 4 0,4-1 0,0 1-2,0 1 0,0 0 0,1 0-494,-2 1 0,1 0 1,-1 1 485,-6 4 1,0 1-1,-5 1 1,0 2 0,-4 2 163,-3 1 0,0 1-169,19-7-11,-9 3-40,-10 5-44,-7 3-101,-7 3-179,-4 3-281,-3 0-559,0 3-8616,4 4 9461,-5-1 1,1 2 0,-8-4 0</inkml:trace>
  <inkml:trace contextRef="#ctx0" brushRef="#br1" timeOffset="590846">3135 17483 18134,'-7'-58'1070,"3"7"-795,5 44-18,1-2-10,-2 4-12,0 0-28,-1 1-22,-2 0-51,-3 0-33,-2 0-28,-1 1-28,-1 1-6,-3 0 11,-1 1-16,-1 1-1,-2 0-16,1 1-6,-1 1 17,2 1-22,0 2 5,2 0 17,-1 0-5,2 0 5,-1 1 0,1 0-12,0 1-4,-5 6-1,4-3-11,-3 5 0,5-3 0,0 0 17,1 3-29,0-1 12,0 4-16,0-1 4,1 2 7,2 1-1,0 1 1,1 1-12,2 12 0,1-9 0,2 8 6,4-10 5,3-2-5,3-1 11,2-2 0,1-3-11,1-2-6,7 1 23,-4-5 5,5 0 11,-7-7 18,1-1 16,-1-3-12,-1-2 1,0-2 28,-1-3-39,0-3 61,0-2 6,0-2 5,0-2 124,5-13 0,1-5-101,-2 1 0,-2 3 5,-8 12 0,0 1 1,-2 1 5,-1 0-11,-2 2 22,0 0-3386,-1 2 3380,-1 2-414,-1 0 381,0 2-23,-3 1 12,2 2-28,-1 2-17,1 1 3192,0 2-3231,1 0 603,1 2-620,0-1-11,-1 3 28,1 3-17,-2 2-6,2 3 12,-2 3-17,2 1 16,0 2-16,1 2 6,0 1-1,1 2-5,1 1-12,4 11 18,0-9-18,3 10 29,-2-11-17,1-2-6,0 1 17,1-3-22,1-1 27,1-2 1,9 5 5,-5-8 0,7 3-5,-6-9-1,2-2 18,0-3-23,1-1-23,1-3 35,0-1-24,8-9 52,-7 1-46,5-7 6,-10 4-11,-2-1 11,-2 0 17,-3 0-6,-2-1 6,-1 0 5,-3 1 0,-1 0 12,-1 0-6,-1 2-22,0 1 5,-2 0 17,0-5 0,-1-2-11,1 0-6,1 2-6,1-1 1,0 5 0,0-3 10,1 7 1,1 0-6,1 1 6,-1 0-17,1 1-5,0 0-1,1-1 12,0 3-6,1-1 11,-1 3-6,2 0-10,0 2 33,2-1-28,5-1-23,7 2 12,0-2 11,4 3-5,-5-2 10,3 2-5,2 0-5,2 0 10,0 0-5,-1 1 0,0 1 11,-2 1-22,-2 2 39,-3 0-33,1 5 5,-6 0-28,-1 3 33,-7-1-5,-3 2-5,-1 2 5,-1 1 5,-1 1-27,-2 0 16,-1 0-22,0 8 34,2-6 5,0 6-5,5-9 5,2 0 0,3-3-11,4-1 11,3-3 23,3-1-6,3-2 0,15-1-51,-7-3 18,12-1 55,0-8-27,-9 0-1,8-6-11,-15 2 0,-1-3 51,3-8-23,-10 4 17,2-6 11,-8 0-27,-5 4-18,-1-5 40,-4 6 33,-4-4-45,-2 6-39,-3-2 12,-2 7-18,0 2 12,-1 1-3392,-1 1 3397,0 1 1,-2 0-29,0 1 29,-2 0-40,0 1 6,-1 1-6,-1 0 3398,-8 0-3381,7 1 11,-6 0 0,13 0-5,1 0 33,10-7-16,5 4-23,8-8 39,2 6-17,2 0-22,2-1 12,0 1-24,1 0 24,0 1-1,0 1-11,1 1 11,-2 1-22,1 0 33,0 2-33,0-2 22,-1 2-11,1-1-17,1 1 29,0 0-29,1 1 17,1 0-23,1 0 29,1 0-12,0 1 1,-1 1 5,0 2-23,5 7 23,-9-2 6,3 7 0,-10-2-1,-1 1-10,-1 2 10,-1 0-10,-2 1-18,-3 1 18,-1 0-7,-1 1 12,1 9 6,1-7-12,3 4-5,2-8-45,3-2-12,1-1-10,2-1-152,1-2-257,2 0-134,1-2-348,0 0-1205,1-4 2174,1-1 0,-9-3 0,-2-1 0</inkml:trace>
  <inkml:trace contextRef="#ctx0" brushRef="#br1" timeOffset="591376">5485 17160 19556,'-37'-16'86,"-1"-1"0,4 2 0,4 6-30,8 15-6,-1 1 991,0 2-1024,-3 3 11,0 1-34,-1 1 34,0 0-5,2 0 16,2-3 22,3-2 778,4-1-727,3-4 390,3-1-367,4-2 959,1-1-994,1 0 363,2-2-390,-1 0 5,2-2-10,-1 1 4,1 0-16,0 0 0,1 1-5,-1 0 5,0 1-56,1 6 0,0 0 17,0 8-23,0-3 12,0 4 10,1 1-21,0 1 22,3 2-12,-1 1 18,0 2 10,1 0-5,-1 1 11,0 2 6,0 2-366,-2 1 372,1 3-18,-2 0 18,0 1 5,0-1-5,1 0-40,1-3-6,2 0 23,3-2-50,2-2 44,3-3-16,3-4-162,2-3 167,3-3-56,3-2 5,3-3-55,3-3-84,1-1-101,4-4-392,2-2-554,2-4-1256,2-6 2482,6-4 0,-22 8 0,0 0 0</inkml:trace>
  <inkml:trace contextRef="#ctx0" brushRef="#br1" timeOffset="596937">5937 17321 8108,'1'-5'3635,"-1"1"852,0 4-4386,-5-6 173,3 9-123,-5-7 6,6 11 218,0-1-145,1-1 33,-1 0 12,1-2 21,0 1 1,-1-1-33,0 0-17,0-1-57,-2 1-44,0-1 61,-2 1-129,1 0-22,-1 1-11,0-1 5,0 0-10,0 1 16,0 0-6,0-1 12,-1 1-12,1-1 84,-1 0-44,2-2 11,-1-1 11,2 0 5,-1 0-27,0-1-1,1-1 12,-1-2-6,1-1 29,0-2 94,0-5-128,2 3 5,0-4 0,1 4 11,0 1 85,1-4-112,1 2-6,1-3 72,5-1-77,-2 4-12,3-4-23,-1 4 6,0 2-16,6-2-18,-4 4 18,5-1-1,-5 4-11,2 2-11,2 1-11,0 0 0,2 3 22,0 1-28,9 11 1,-7-1-1,12 15 0,-15-7 17,2 9-11,-10-7-56,-5 16 16,-7-9-714,-6 13 732,-5-11 10,-6 2-2,3-9 0,-2 0 14,-12 15 5,10-14 1,0-1 16,-9 7-916,0-3 910,4-5 40,2-6 11,5-6 0,3-6 84,0-8-84,6-6 11,2-7 651,6-4-685,2-3-2399,3-3 2416,3-1-5,3 2 5,2 0-11,2 4-16,-1 2 33,5 0-17,-1 7-28,1 1 0,-3 8 3376,-2 2-3387,1 2 5,1 4-16,2 0 6,0 4-12,2 0-95,10 7 17,-4-4-255,9 4 165,-8-7-151,2 0-124,0-1-189,1 0-370,-1 0-494,0-2-968,0 0-2163,-1-2 3814,1-2 0,-11-2 0,-2-1 0</inkml:trace>
  <inkml:trace contextRef="#ctx0" brushRef="#br1" timeOffset="597204">6689 17227 16521,'-1'-3'4761,"-1"0"-2044,2 3-2645,4-13-10,0 16-12,4-7-16,0 20 16,0 4-27,0 2-12,-2 3-11,-1 2-17,-2 1-16,-1 2-586,-2 0 490,0 0-90,-2 0-145,0 0-246,-3-2-304,0 0-497,1-3-779,-1-2-1792,0-2 3982,0 0 0,2-10 0,1-1 0</inkml:trace>
  <inkml:trace contextRef="#ctx0" brushRef="#br1" timeOffset="597461">6562 17487 16268,'-40'-7'771,"0"0"0,3 1 0,9 1-194,20 2 617,4 0-858,2-1 171,2 0-283,3-1 85,3 0-101,5-1 359,4-1-415,5-1-18,3 0-28,5-2 40,20-4-3499,-8 3 3359,15-2-6,-15 4-396,0 1 390,-2 2-44,-1 0-62,1 2-112,-3 1-152,-1 1-229,-2 1-381,-2 0-783,-4 1-1912,-4 0-4754,-5 1 8435,-5-1 0,-6 1 0,-3 0 0</inkml:trace>
  <inkml:trace contextRef="#ctx0" brushRef="#br1" timeOffset="597736">7206 17123 24710,'29'-6'179,"-6"6"-123,-17 22-6,-2 3-344,-2 2 294,0 2 0,-2 3-23,-1 0-10,-2 0-2,0 1-122,-2-2-3421,0-1 3136,0-1-252,1-2-945,2-1-478,0-3-2768,2-1-3925,0-6 8810,0-3 0,0-7 0,0-3 0</inkml:trace>
  <inkml:trace contextRef="#ctx0" brushRef="#br1" timeOffset="598240">7557 17075 15698,'-4'-1'3142,"1"0"2039,3 1-5108,-24-31 0,21 21-34,-17-23 17,28 30-17,1-1 0,1 1-5,1 0 11,-1 1-1,1 0-10,0 0 0,1 0 38,7 0-16,-5 1-33,6 0 22,-6 0-12,0 0-5,-2 0 28,1 1-28,-1-1 11,0 0-5,0 1-12,0 0 18,4 1-29,-5 1 11,3 2 1,-6 1-7,2 0-10,-2 2 16,2 0-5,0 2-6,0 0 12,0 3-29,1 0 17,0 2-5,0 1-6,2 0 28,0 1-22,2 1-1,0 0 1,-1 1-17,0 3 5,-4 2-5,-2 3 11,-5 3 0,-1 2 11,-5 2 6,-1 0-17,-6 0 11,-4-1-17,-2-1-5,-4-1 0,-10 13-6,5-12-548,-7 8 526,10-14 11,0-4-23,0-1 1,2-3-1,2-2-33,1-2-28,3-3-112,2-2-1108,1-3-735,3-4 2067,2-5 0,4 1 0,2-1 0</inkml:trace>
  <inkml:trace contextRef="#ctx0" brushRef="#br1" timeOffset="598577">8359 17123 19950,'46'-20'-357,"0"0"1,-3 1 0,-5 4-725,-2 9-1149,2 1-2833,-1 2-4768,-2 1 9662,-7 1 0,-14 1 0,-6 0 0</inkml:trace>
  <inkml:trace contextRef="#ctx0" brushRef="#br1" timeOffset="598769">8429 17423 16804,'53'-18'-36,"-1"0"1,-3 1-1,-7 2 1882,-5 3-2250,1-1-1289,0 0-212,0 0-5012,0 0-707,-5 2 7624,-6 0 0,-13 6 0,-6 1 0</inkml:trace>
  <inkml:trace contextRef="#ctx0" brushRef="#br1" timeOffset="601176">9483 17098 10086,'0'-3'4895,"0"1"460,0 2-4768,-20-59-323,12 40-444,-4-14 0,0 3 399,4 22 115,1 3-166,-1-1-38,0 3-18,-1 0-11,0 2 89,-6 0-134,2 3 6,-5 2-18,4 3 435,-2 3-429,0 2-27,-2 2-7,2 2-4,-2 0 16,3 2-34,1 1 6,0 1 0,3 2-17,2 0 28,1 0-11,4 1-5,0 0-6,3 0 22,0 0-11,3-1 17,1 1-23,3-2-5,0-1 0,1-2 11,1-3 11,-1-4-11,1-2 11,0-4 6,0-2 5,1-1 6,0-2 6,1-3-6,1-2 0,1-5 5,1-3 7,2-4-12,0-4-6,1-3 0,0-2 6,0-1-493,0-2 510,-1-1-6,0 1 6,-2 1 5,-1 3 34,-1 1-11,-2 4 11,-3 2 11,-1 3-5,-1 3 16,-2 3 6,0 2-17,-2 3 477,0 2-454,0 1-118,-2 5 5,-1 2-5,-2 5 17,-1 0-11,1 2-12,0 2 12,1 2 5,0 2-22,2 1 11,0 0 0,2 1-23,0 0 29,2 0-6,2-2 11,3-1-22,2-1 17,2-2-1,2-1-5,3-2 23,2-1-35,3-2 7,1-4 10,3-1 7,2-3-12,0-1-23,11-6 34,-11-1-11,7-6 12,-14 1-1,-1-2-34,-2 0 51,-3-2-11,-1 0 0,-3-1 0,-3 2-6,-3 0 6,-3 2 5,-2 1 17,-3 2-33,-2 0-12,-4 2 18,-1 0 4,-1 0 7,-1 0-1,0 0-16,2 0-1,0 0 18,4 0-1,1-1-5,3-4 5,1 3-10,4-4 4,3 4 35,2-1-46,3 1 7,2-1-1,1 1 11,2 0-22,1 1-5,0 2-1,0 1 12,0 1-12,-3 2 17,0 2-11,-1 0-17,-1 3 29,-1 1-12,2 2 11,-1 2-22,0 1 5,1 1 0,0 1 6,1 0 12,0 1-29,1 0 11,5 8 6,-3-5 11,2 6-16,-6-5-1,-1 1-5,-1 1 0,0 0 22,-2-2-17,0 1-5,-1-1 11,0-1-5,1-1 5,0-1-6,-1-2 6,1-2 11,1-2-11,0-1 17,1-2-28,0-2 0,1-1 16,1-2-16,2-2 11,1-5-6,3-1-5,1-4 11,1 0 11,0-2 1,1 1-1,-2-1-17,-2 0 12,-3 2 22,-4 1 17,-2 1 16,-4 2-5,-2 0 6,-2 2-23,-2 0 6,-2 0-23,-2 1 6,-2-1 6,0 1 5,0-2 6,1 0-17,0-1-6,0-1-16,1 1 16,0-2 12,1 1 0,1 0-6,0 1 6,0 1 5,0 3-6,0 1 29,1 2-34,1-1 0,0 2 22,1 1-27,1 0-1,1-1-5,3 0-11,2-3-12,4 1 6,2-2 17,3 0-6,1-1-11,2-1 11,-1 1-11,2 0 11,-1 1 12,-2 0-23,-1 2 0,-3 0 0,-2 2 0,-1 1 0,-2 2-11,0 1 11,-1 2-6,0 2 12,-2 3-6,-1 2-17,0 2-6,-1 2 18,2 2-6,-2 2 39,3 1-23,-2 1-5,3-1-11,-1 1 0,1 0 11,1-2-17,1-1-5,2 0-1,1-1-27,3 1-17,1-2-68,2-1-101,1-2-144,0 0-192,0-2-335,-1-2-527,-3-2-879,-2-2-7518,0-2 8851,-5-2 0,-2 0 0,-4-1 1</inkml:trace>
  <inkml:trace contextRef="#ctx0" brushRef="#br1" timeOffset="601622">11242 16789 16874,'1'-4'3736,"-1"1"347,0 3-3937,30-50-1,-22 37-5,23-38-39,-31 49-28,0 2-23,-2-1-27,-2 0 28,-22 1-40,5 2 0,-18 2-5,9 1-12,-4 2 28,-1 1-10,0 0-1,1 2 6,4-1-12,4 0 1,4-1-3398,5 0 3397,4-2 12,3 0-28,5-2 22,1 0-11,3-1-22,0-1 44,1 1 3370,0 0-3386,1 1-6,0 2-6,2 0-3363,1 2 3369,2 1 0,-2 2-12,1 2 1,-2 0 22,0 3 12,-1 0 16,-1 2-17,-1 11-5,-1-6-6,0 8-11,-2-7 17,1-1-22,1 0 3408,0 0-3392,1-1-17,1 0 1,2 1-12,2-2 0,2-1-11,1-1-22,4-2-147,12 4 18,-2-6-398,23 6 34,-14-12-314,11 2-448,-10-8-700,-1-2-1843,0-4 3848,3-3 0,-16 1 0,-1 0 0</inkml:trace>
  <inkml:trace contextRef="#ctx0" brushRef="#br1" timeOffset="602620">11682 16811 13659,'-5'0'3562,"2"0"2364,3 0-5763,10-22-46,-7 17-38,6-17-12,-11 22 11,-2 0 1,0 0-29,-1 1-5,1 0-17,0 1-22,1 0 27,1 0 34,2-1 505,-1 0-600,-1-1 11,1 1 146,-1-1-107,6 0-5,-3 0-28,4 1 33,-4-1 51,0 0-56,-3 4-17,2-2 11,-1 5 0,1-4-22,0 0 11,0-1-28,0 0 39,0-1 17,0 0 723,0 1-712,-1-6-5,0 1-6,-1-5 11,1 1-22,-1-1 22,0-2 6,0 0 5,0-1 40,-1-5-34,2 4-6,-1-2 6,2 5 0,-1 2 11,1 0-50,0 3-6,0 1-11,0 1 0,4 2-5,1 2 10,4 1 7,1 4-24,2 2 12,1 3 0,2 2-16,1 3-7,0 4-10,0 1-23,-3 4 5,-4 3-89,-4 17 45,-9-7-957,-6 12 962,-10-12 23,-7 0-3049,-6 0 3071,-6 1 23,-4-1-1262,-3-2 1289,-1-4 5,1-5 51,-10-5 12,13-13-39,5-7-18,20-14 581,22-26-574,6 11-7,11-18 2011,2 19-2005,3 1 17,2 1 1473,1 4-1507,8-4-10,-9 9 16,13-2-6,-18 11-21,4 2-118,1 7 112,-6 1-23,7 5-84,-8-1 678,-1 2-1120,-1 1-146,-1 0-1462,-2 1-3803,-1 0 6020,0 0 0,-8-5 1,0-2-1</inkml:trace>
  <inkml:trace contextRef="#ctx0" brushRef="#br1" timeOffset="603136">12205 16632 24593,'-33'-28'386,"7"5"-243,28 22-71,3-2 15,2 0-25,3-1 7,2 1-24,2-1 4,2 0-10,0 0 0,1 0 0,0 0 12,-1 1-23,0-1-17,-1 2 11,-1 0 6,0 2-11,-2-1 0,-1 1 0,-2 1-23,-1 1 17,-1 1-5,-2 3 11,-1 1 5,-1 1-11,0 2 17,0 1-17,-1 3 6,0 0 17,0 3-29,0 2 18,1 0-6,1 4 27,7 14-27,-1-6-6,7 11-225,-3-11 214,1 3-11,1 0 0,0 2 22,5 15 0,-6 2-22,-1-2-641,-13-7 635,-9-18 12,-7 1-12,-21 5 6,4-7-17,-16 5-79,9-11-162,9-8 0,-1-1-465,-18 4-3212,8-6 1,0-2 3945,-10-2 0,8-1 0,22-3 0</inkml:trace>
  <inkml:trace contextRef="#ctx0" brushRef="#br1" timeOffset="606355">5985 18237 7968,'7'1'3966,"-1"0"-2056,-6-1 1764,0 0-3080,4-18-23,-3 13-100,2-12 134,-3 17-443,-1 0-61,-2 0 5,-3 2-10,-2 2-18,-2 0-11,-1 3 0,-2 0-27,0 1-12,-1 0 5,0 0-22,-1 0 40,-7 2-51,7-2 22,-5 1-16,7-3-1,2-2 34,0 1-22,2-2 17,-2 1 5,1-2-28,-2 2 28,0-2 101,-7 1-44,5-1 4,-6 1 74,4-3-96,3 1 18,0-1-12,5 0 28,3 0-23,1 0-5,1 0 129,2 0-185,3 2-10,0 1-2,3 3 40,0 6 12,-1 0-1,1 5 34,-2-2-1,-2 1 18,1 0-12,-1 2 18,0 1-7,0 3-50,0 2-5,1 2-3398,0 3 3375,0 2-172,2 12 257,-1-12 27,0 7-62,-1-14-122,1 1 72,-1 1-67,2 1 73,1 1-6,1-1-39,1 0-39,3-3 33,2-2-44,2-3-1,12 2-10,-5-8 89,10 1-95,-8-8 55,1-3-55,1 0 2840,0-2-3142,0-1-343,-1 0-856,-1-2-2223,-1-1-5081,-2-1 8872,-4 1 0,-7 1 0,-4 0 0</inkml:trace>
  <inkml:trace contextRef="#ctx0" brushRef="#br1" timeOffset="609369">7054 18420 15821,'-2'-3'863,"0"0"-315,2 1-312,-1 1-12,0 0 0,1-1-6,-1 1 6,1-1 162,-1 0-217,1 0-29,-1 0-22,1 0-23,0 0 56,0-1-11,1 0 45,1-4-67,1 2 38,0-3 1,1 2 6,-2-1-1,2 0-22,0 0 123,4-4-151,-1 3-6,3-3 62,6-1-78,-4 4-28,6-2-23,-6 4-6,2 2 1,-1 0-17,1 1 22,5 2-45,3 1-5,-1 3 0,-1 2 5,-7 3-16,0 0 22,0 2-17,0 0-22,-1 1 5,-1 1-5,-2 1 11,-2 2 17,-1 0-17,-4 1 17,0 0-23,-4 0 34,-2 0-17,-4 0 6,-2 1 6,-2-1-29,0-1 40,-2 0 5,0-1-6,-1 0 29,1-1 0,0-2 100,-2-1-44,4-5 22,-2-1-23,8-3-38,2-1 10,1-2-33,2 0 0,0-3 0,1 0-17,1 0-16,2 0 33,5-2 0,0 1-6,3-1-11,-2 3 1,1 1-35,0 0 34,1 1-11,0 0 23,1 2-23,0 0-11,2 0-17,8 3 22,-5 0-11,6 3-5,-6-1 39,-1 1-23,1 1-28,4 6-16,-6 0 5,0 4 6,-8 6 17,-4-6-1,-5 8 34,-3-9 62,-4-1-28,-1-1-17,-1-1-84,-1 0-84,-1 1-56,-2 0-90,-2 1-604,-7 4 157,6-6-500,-5 2-1265,7-10-4997,4-1 7495,2-4 0,5 1 0,2-1 0</inkml:trace>
  <inkml:trace contextRef="#ctx0" brushRef="#br1" timeOffset="609844">7929 18576 23237,'4'-50'554,"0"11"-514,-4 39-12,0 1 22,-1 2-33,0 4 5,-1 4-16,-2 3-29,0 3 18,-2 3-34,-1 3 5,-2 3-5,-1-1 11,0 0-123,0-3-619,2-2 194,1 0-567,0-2-1025,1 1-2363,1 1 4531,1 1 0,2-9 0,1-2 0</inkml:trace>
  <inkml:trace contextRef="#ctx0" brushRef="#br1" timeOffset="610396">8359 18276 14124,'0'-4'4486,"0"1"628,0 3-4951,-1-62-23,3 43-96,-2-16 1,2 3 34,3 24-7,0 1 1,1 1-28,-2 2 0,0 2 22,-1 2-22,-1 2 22,-1 3 11,-1 6-50,0 5 17,-3 5-6,-4 5-50,-3 5 28,-3 2-17,-2 2-22,-1-1 38,2-1-27,1-3-11,3-2 5,4-3 0,3-4 0,2-3 1,2-4 21,2-2-16,2-4 22,2-1 0,0-4-22,2-1 50,2-2-33,3-2 28,0-2 16,3-4-61,1-3 22,1-2-5,0-3-6,2-2 39,2-3-3398,0-2 3382,3-1-371,-1-2 376,1 2 11,-1 0 6,-2 1-28,-2 2 39,-2 2-17,-5 2 28,-2 4-5,-4 3-5,-2 3 4,-2 3-21,-2 2 3188,-1 1-3194,0 0 566,0 4-600,1 2-5,1 3 5,0 2-12,-1 2 12,0 2 0,0 3-3408,-1 0 3396,0 3-116,-1 1 100,0 2 6,0 3 11,-1 0 11,-2 1-40,-1-1-11,-1-1-5,-2 0-100,-3 10-1,1-8-129,-3 6-223,4-11-399,1-3 2520,1-1-5063,1-4 3488,2-1 1,1-7 0,1-1-1</inkml:trace>
  <inkml:trace contextRef="#ctx0" brushRef="#br1" timeOffset="610645">9208 18401 17400,'0'-3'3647,"0"0"-40,0 3-3512,14-31-5677,-10 28 5632,11-21 1387,-15 36-1409,-1 4-28,-3 1-22,-3 2 22,-4 4-23,-3 1-16,-3 3-101,-1 3-280,-1 0-560,-1 2-7567,-5 9 8194,7-9 1,3-5 0,9-16 0</inkml:trace>
  <inkml:trace contextRef="#ctx0" brushRef="#br1" timeOffset="612793">9912 18034 16073,'-2'-55'728,"-2"11"1386,-2 43-2013,-2 3 790,-2 2-808,0 3-21,-2 2 5,-1 3-11,-1 0-11,-1 2 5,-2 1-4,-1 2 16,0 2-1,-2 1-33,1 3 17,0 2-17,0 2 136,1 0-125,1 1 789,3 0-828,1-1-17,3-1 12,2 0-12,2-1 11,0 0-11,4-1-200,1-1 201,2-1-29,3-1 17,3-1-6,3-2-5,3 0 17,2-2-12,2-4-11,2-1 33,3-4-10,0-2 16,1-2 23,0-2-11,-3-3 309,0-2-275,-4-4 5,-2-2 5,-2-1 577,-2-2-560,-3-1 34,-1 1 45,-2 0-1,-2 1 23,-2 1-11,-3 0-11,-1 2 212,-5 0-274,-1 2-17,-2 1-11,-1 0 17,-1 3-23,-2 1-27,0 2-6,0 0-6,-1 1 6,1 3-1,1 2-27,1 3-28,2 2 0,1 1 16,1 2-10,-1 2 16,0 1-17,1 1-33,0 1-39,1 0-79,2-1-50,2-1-174,2-1-180,2 0-346,1-2-706,3-1-1445,2-3 3086,5-1 0,-4-5 0,1-1 0</inkml:trace>
  <inkml:trace contextRef="#ctx0" brushRef="#br1" timeOffset="613011">10236 18390 16241,'5'0'2537,"0"0"-750,-5 0-2123,8 61-758,-8-38 520,4 13 0,-2-1-2158,-8-18 2732,-2 1 0,4-8 0,0-2 0</inkml:trace>
  <inkml:trace contextRef="#ctx0" brushRef="#br1" timeOffset="617887">10948 18103 8405,'-9'-4'3837,"1"0"-2991,8 4 4827,0 0-5157,-11-27-62,8 19-57,-9-21-72,10 27-45,-1 0-34,0 1-33,-2 0-11,0-1-51,-2 2-28,-1-1-28,-1 1-11,-1 0-5,0 0-29,0 1-5,0 1-11,1 2 5,0 0 23,1 0-6,1 1-17,0 0 1,0 2-12,-1 0 22,-2 2-5,1 1 22,-2 1 6,-1 2-23,-1 1 23,-1 1-6,0 1-28,-1 1 23,-1 2 44,-5 11-72,5-8-310,-3 9 288,7-12-24,1 1 7,3-1 10,2 2-49,2-1 38,2 2 0,1 0-33,1-1 17,2 0-17,1 0 5,3-2-5,2 0 5,1-2 6,2 1-28,7 2 309,-2-5-286,6 3 5,-4-9 5,1-2 29,0-2-40,0-2 23,-1-1 22,-1-2-5,-1-3 16,-1-1 23,5-9-28,-6 3 39,3-5-17,-8 4 12,0 1 27,-3 1 0,-2-1-22,-2 2 0,-2 0-33,0 0 27,-3 2 1,-3 0-1,-3 1 6,-2 1-39,-1 1 16,-2 0 1,0 0 0,0 1-6,-1 1-6,1 1 0,0 0-5,1 2 6,-1 1-35,1 3 12,0 2-5,0 0-6,0 3 11,-1 1-23,0 2-5,1 0-22,-2 2-29,2-1-77,-1 0-175,1 1-370,2-3-939,2 0-2511,1-3-4754,4-2 8905,0-2 0,3-2 0,0-3 0</inkml:trace>
  <inkml:trace contextRef="#ctx0" brushRef="#br1" timeOffset="620321">11537 18378 20767,'9'-33'380,"-1"9"-234,-6 28-17,-1 5-6,1 4-45,-2 1-22,0 3-16,-3 1-35,-1 1-27,-2 1-12,-2 0-50,-1 1-17,-1 0-67,1-1-151,-2 0-207,2-2-398,0 0-774,2-2-1651,0-2 3349,2-1 0,2-7 0,1 0 0</inkml:trace>
  <inkml:trace contextRef="#ctx0" brushRef="#br1" timeOffset="620976">12137 18131 9374,'0'-4'5147,"0"1"-16,0 3-4716,9-63-18,-7 42-224,3-15 1,-1 2 140,-4 24-51,-2 1-4290,-1 0 4206,-3 3-949,-39-4 809,25 6-66,-30 1 38,34 7-17,1 3 12,0 1-1,1 2 2222,0 2-2232,2 0-12,0 2 6,2 0 5,-1 1 0,2 2 3336,-1 2-3324,1 0-23,1 3 137,0-1-153,2 1-18,0-1 12,2 0 6,2 0-7,0-2 18,2-1 0,0-3-29,3 0 22,1-4-21,3-1 0,0-2-23,7-2 34,-2-2-12,6-2 18,-5-2-1,2-3 17,2-2 34,0-2 0,1-2 0,0-2 27,0-1-4,-1-1 27,-3-1 11,0 0 1,-4 0 28,-1 1 10,-3 1 51,-1 0 12,-2 1-18,-1 2 23,0 0 190,0-1-173,-1 3-40,0-1-33,1 4-45,-2 1-28,1 1-28,0 0 45,0 2-29,2 0-27,-1 1 6,2 2-12,0 3-28,0 2-5,0 3 10,-1 2 7,0 4-12,-1 1 6,-1 4-23,0 0-11,-1 2-5,-2 1-12,-1 1-22,-3 0-50,-1 1-84,-1 1-169,-2 0-246,1 0-1269,-1 0-120,1 0-2213,1-1 4235,-1 3 0,5-15 0,1-1 0</inkml:trace>
  <inkml:trace contextRef="#ctx0" brushRef="#br1" timeOffset="621272">12581 18305 14001,'2'-3'3422,"0"1"1120,-2 2-4475,-3 29-28,2-15-16,-3 23-51,3-21 0,-1 0-39,0 0-51,-2 2-56,0 0-145,-3 0-291,0 0-723,-2 0 1333,-7 9 0,8-14 0,-4 5 0</inkml:trace>
  <inkml:trace contextRef="#ctx0" brushRef="#br1" timeOffset="621931">12956 18106 15210,'0'-10'3170,"1"3"-2250,-1 7 1885,0 0-2597,21-11-107,-16 11 11,16-8 11,-21 13-11,-2 1-28,-2 1-39,-4 0-12,-2 2-10,-4 0-12,-1 1 6,-11 4 0,6-3 33,-7 0 23,10-5 0,2-2 11,2-2 0,3-1 16,2-9-83,4 1 11,1-8 11,6 0 45,5-10-67,2 3-11,6-6 22,-2 7-6,0 1 23,1 0 11,-1 3-11,0 2 5,-2 2 17,0 3-16,-2 2-1,0 3 12,-1 1-6,-1 2-23,-1 1-16,1 3-56,-2 1 33,1 4 6,-1 2-5,1 3-3370,0 3 3341,-1 3-1252,0 1 1242,-2 2 4,-1 2-16,-2 0 0,0 3-5,-3 0-1,-2 2 17,-3-2-11,-3 0 23,-3-1-1871,-1-2 1887,-2-1 1012,-2-2-989,-1-2 1040,-9 4-1040,6-8 16,-6 3 12,9-10-6,2-2 16,3-2-10,2-2 2940,1-1-2935,6-1 1555,0-3-1549,8 1-6,0-1 6,5 2 0,0 0-17,0 1-6,2 0-5,0 1 6,1 0-23,1 1 0,0 1 0,0 2-17,2 1 17,0 3 0,2-1-11,2 0-34,1 1 6,3-2-34,3 1 0,1-2-3403,4-1 3314,1-1-1223,1-1 853,2-2-732,-1 0-3396,15-6-4117,-15 1 8611,6-4 1,-27 7-1,-5-1 1</inkml:trace>
  <inkml:trace contextRef="#ctx0" brushRef="#br1" timeOffset="622486">13724 17726 8074,'-3'-3'5955,"2"1"2620,1 2-8396,-26-28-50,19 21-22,-19-21 10,26 28 141,0 0-129,5 0-17,0 0-51,6 0 1,-1 0-17,4 0-23,0 0 17,2 0-22,1 0 5,1 1-5,8 1 0,-7 0 0,6 1 67,-3 0-28,-6-1-6,1 1 12,-6 0 11,-3 0-6,-1 1 17,-1 0 5,-1 2 79,1 5-106,-2-1 0,0 4-34,0-3-6,-2 2-11,1 2 0,-1 1 17,0 2 6,0 2 0,-1 1-18,3 2-10,-2 0-3392,2 2 3380,0 1 12,0 2-283,0 0 272,-2 1 10,0 0 1,-2 1-6,0 0 5,-3 0-16,-1-1-22,-4-1 5,-2-1 11,-10 9 0,3-8 6,-7 6-34,-6-4 6,7-10-23,-10 6-50,9-11-56,-1 0-100,0-2-2348,-26 6-431,16-10-6784,-15 2 9473,28-9 1,10-2 0,6 0 0</inkml:trace>
  <inkml:trace contextRef="#ctx0" brushRef="#br1" timeOffset="629860">19946 332 11911,'-12'-20'135,"2"4"-18,7 16 7,0 0 10,0 0 18,-1-1-7,1 1 1,0-1 16,0-1-5,0 1-17,-1-1 196,-1 0-140,1-1 50,-2 0 62,2 0 23,0 0 10,0 1 18,0-1-39,0 0-18,1 1-33,-1-1-51,2 0-39,0 1 62,-2-2-151,2 1-6,-2 0-6,2 0 1,-1 1 21,1-1-4,0 1 10,0-1-5,0 1 0,0-1-1,0 2-10,0-1-6,0 1-11,0-1-40,0 1-5,-2 0-5,0 0 5,-1 1 22,0-1 6,-2 1 6,2 0 11,-1 0 39,1 0 61,1 0 52,1 0 268,2 0-314,0-1-61,1-1-34,0 0 0,2-1-12,1 0 18,2-1-23,2-1 6,2 1-6,0 0 0,1 1 6,-1 0-39,-1 2-23,-2 0-11,-1 0 0,-3 1 17,0 0 28,-1 0-12,1 1-5,-2 1-17,2 2-5,-1 2 22,0 0-6,0 0 6,1 2 11,-1 0-22,0 0 6,1 2 10,0 1-27,0 0 16,0 1 6,1 1-22,0 0 22,1 2 11,0-1 0,0 3 12,0-1-12,2 2 11,2 8-16,-1-5-17,2 6 5,-2-8-11,-1 1 17,1 0-33,0 0-18,-1 0 23,0 0-28,0 0 39,-1 0 12,0 0-6,-1 2-17,-1-3 11,0 1-6,0-2 1,-1 1 5,0 0 6,-1-1-6,0-1 6,-1 0-6,1-1 12,0 5-18,0-5 6,2 4-11,0-5 12,-1 0-12,-1 1 16,1 0-4,0 0-7,1 1 12,0 1-6,-1 0-5,0 0 11,0-1-12,1 0 1,0-3-1,-1 1 1,1-1 0,0 0 5,-1 0 0,-1 1-5,0-1-1,-1 0 1,0-1 11,0 1-1,-1 0-10,-2 1 5,0 0-5,-1-1-6,-1 2 28,1-2-11,0 1 11,0 0-6,0 0-5,0 2-6,0-1 0,0 1 0,0 0-11,0 0 17,0 1 11,-3 8-11,1-5 0,-2 6-6,2-7 0,1-1 0,0 0-11,0 0 0,1-1 12,-1 0-7,0-2 1,0 1 5,1-1-11,0 2 0,0-2 11,1 1-5,0 2-1,0-1 1,0 10 0,1-7 5,0 18 83,1-16 3,0 8-12,0-10 12,0 0 2,0-2-5,-1 0 6,0 1 12,-1 7 34,0-6 7,-1 6 27,0-9-7,0 1 16,0-1-5,0 0 17,0 1-20,-2-1-100,2 1-22,-2 0 1,1 1-7,0 0-29,0 0 3,0-1-42,0-1 39,1 0-51,-1 1 23,0-1 7,1 0-8,-1 1 10,-1-1 16,1 2-12,-1-1 2,0 0 34,-3 9-3,1-8 21,-2 6 5,3-9 1,0 0-3,-4 7 16,2-5-2,-2 5-3403,3-6 3369,0-1-2,0 1-22,-4 6 8,3-5-19,-4 4 262,5-8 2,-2 0 291,0 0 46,0 1-33,-1-2 116,-2 2-29,0-1 69,-1 0-198,-1 1-52,-2-1-173,-10 9 2827,5-6-2785,-8 4-94,9-7 34,0-1-15,1 1-3315,-1-2 3321,3 0-260,-15 10 100,13-9-66,-11 7-12,16-10-40,2-1-68,-2 0 78,-7 5-49,-5 1-249,-1 0-422,-2 0 32,6-5 42,-1 0-3,-2 1 87,-1 0-67,-13 5 324,8-4-875,-11 5 1221,13-6-12,1 1-32,0-1 2736,2 1-2747,1-2 3,3 0-21,3 0-11,1-1-15,1 0 12,1-1-4,0 1-62,-1-1 47,-1 2 1247,0 0-1220,-14 6 39,-5 5-25,11-7 1,-1 0-636,-19 10 633,-1 1-531,12-7 559,-1-1-14,-1-1 33,-1 1-8,-15 5 28,13-4 163,-10 3 1,3-1-13,14-5 16,-11 3-20,17-6 1,2 0 28,0 0-474,2 0-191,1 1-5,-2-1-8,2 2-3,-1 0-3,-12 9-8,8-4 9,-8 5 393,-1 3-185,10-7 202,-7 6-5,13-9-12,0-1-1,4 1-4,0-2 1,4 0 573,1 0-600,3-1 91,2 1-32,1-1 822,2 1-886,1-1-9,0 2-14,2-1-1,-1 1 52,0 1-122,-1 1 65,1 0 236,-2 2-159,0 1 43,-1 2 29,-2 1 18,0 2 6,-1 0 35,-2 1-17,-1 0 40,0-1-30,0 1 1,1-1 86,-4 14-38,6-10-28,-2 9-234,4 0-17,2-8-185,-1 8 24,0 2-3419,1-11 3295,-2 12 31,2-13-391,-2 0 633,0 2 7,-2 1 160,1 0 5,-1 0-5,1-1 6,-1 1-2138,2-1 2130,0 2-3,0-2-300,1 1 297,1-2-12,1-1 4,1 0 4,0-2-7,2 0 1935,0 0-1929,0 0 5,1 0 67,0 1-7,-1 0 5,0 1 404,0 0-373,-4 17-11,0-11-6,-2 12-75,-2 1 2679,1-11-2730,-1 12-4,3-16 0,0 1-2,0-1-16,2 1-11,0 0 81,2 0 3,0-2-14,1 2 12,1-3-13,0 0-5,0 0 18,0 2-5,0-1 13,1 1-12,0 0 1,2-1-23,2 17 5,-1-13-753,2 14 764,-2-16 7,-1 2 35,-1-1-33,0 1 2,-1-1-4,0 17 8,0-13-5,0 13 16,-1-16-11,1-1-1,0-1-300,1-2 286,0 1-1,0-2 4,0 1 1,0 0 9,-1 0 4,1 2-32,-2-1 362,1 1-339,-2 15-4,-1-10 332,-1 11-355,-1-15 1,-1 1 4,-1-1 30,0 1 1,-1-1-17,0 0 52,0 0-11,1 1-30,0 0-211,1-2 211,1-1-5,1-2 10,0-2-16,1 0-13,0 0 0,1 0 18,0-2 6,1 0 310,0 0-287,1 21-18,0-16-2915,2 15 2910,-2-22 0,1 0 742,-1 0-748,0 0 18,0 0 207,-1 0-225,1-1-5,-1 0 11,0-1 11,0 0 1,0-1 4,1 9-44,1 0 28,3 8 6,1-10-12,-1-3 1,1-10 10,0 0 3399,0-2-3393,0 1-3403,0-2 3386,1 1 6,-2-1 0,1 0-5,-2 0-7,0-2 24,-1 0-18,0 0-5,-1 0 16,0 1-10,-1-1 3397,0 0-3364,1 6-28,0-6 5,0 5 7,0-1-24,1 1 1,2 0 22,-1 0 12,0-5-12,1 1-11,-1-2 11,2 2-16,-1-2 16,1 0 17,0 0-17,1 0 6,0 0-17,0-1 0,-1 1 0,0-1-6,-2 0 12,2 5-6,-2-3 5,1 2 1,-2-4 0,0-1 16,-2 0-16,1 0 5,0 1-11,0 0-17,0 2 17,0-1 0,1 1 6,-1-1 5,1 1-6,0-2-5,0 0 12,0 1-18,1-1 6,-1 1 11,0 0-11,1 1 0,0-1 6,-1 0-1,0 1-5,0-1 17,0 1-11,-1-2 5,1 1 0,0-1-5,-1 0-6,0 2 11,-1 0-5,0 2 16,0 0-16,-1 0 5,1 0-6,-1-1-10,1 1 16,-1 1-11,-1 0 22,-1 8-33,-1-6 28,0 6-6,0-8 0,0 0 17,1 0-11,-1-1-17,0 0 17,1 0-6,1 0 0,0 0-5,1 1 0,-1 0 10,1 1-4,0 1 16,-1 0-12,1 2-16,-2 0-3380,1 1 3385,0 1-766,-1-1 772,1 1 1,0 1-1,-2 11 11,0-8-11,-1 8-5,1-11 5,0 0 0,-1-2-16,2 0 16,-2-1-5,2-1-6,0 0 22,0 1-16,1 0 5,0 1 0,0 0-11,1 1 11,0 1-11,0 0 6,0 1-1,0 10 18,0 6-23,0-2 5,0 0 2392,-1-10-2397,0 0 5,-3 2 1,0-1-6,0 1 5,-2 1 1049,-3 9-1065,2-8 11,-3 7 23,-1 1-18,2-9-5,-2 10 11,4-12-11,-1 1 12,1-1-7,-1 3-3156,1-1 3156,-1 2 6,0 1 452,0-1-463,0 0 0,0-1 0,1 0 0,-1-1 5,0 0 1,1 1-6,-1 1 6,0 2-6,-2-1 0,0 2-1284,-1-1 1284,0 0 2477,-6 16-2477,4-11 0,-4 11 12,5-15-12,0 0 0,0-1 5,0 2-2656,0 0 2651,-1 1 23,-6 17-1800,4-11 1783,-5 12 466,6-18-461,0 1 1,0-2-12,1 1 5,-1 0 1,0 0 5,-1 0-5,0 1-6,0 0-6,-1 0 23,-6 18-6,10-26 1,-1-1-6,-11 30-1,2-6 954,7-16-953,2-1 5,-1 2 0,0-1-5,1 1 437,1 0-420,-5 15-1,1 2-16,0 0-214,3-5 208,6-14 1117,0 0-1112,0 1-5,1 1 1594,0 1-1594,0 0 5,0 0-5,0 0 11,0 1 1,-1 0-7,2 1-731,-1-1 737,1-1-6,0 0 1,2-1 5,0 0 0,1-2-5,0 1 390,-1 13-385,1-12-509,-1 11 510,0-15 4,1 0-4,-1 2-1,0-1 0,-1 1 0,-1 1-5,0 0 5,-1 0 11,0 0-16,-1 1 28,-3 16-12,3-12 0,-3 12-5,4-15-6,0-1-1420,1 0 1431,0-1-11,1 0 610,0-1-615,0 0 146,1-3-130,-1 15-5,1-12 449,0 13-449,0-15-6,0 1 1,0 0 21,-1-1-1850,1 0 1828,-1-1-1673,0 1 1662,1-1-1112,0 0 1128,-1-1 1036,0 0-1029,0 0-12,0-1 1197,0-1-1191,0 1 2214,0 0-2209,-2 16 1,-1 3-7,0 1-4,0-5 40,0 2-41,2-12 6,-3 12-6,3-14 11,-2 2-11,1-1 6,0 0 17,-5 16-23,4-13 6,-3 12 5,0-3 17,1 2-16,0-2-6,1-5-1509,4-15 1509,0 0 2615,-2 14-2593,0 2-22,-1 0 153,1-4-125,-3 0-23,1-9-5,-2 10 6,0-11-7,1 1-4,-2 1 10,2-1-11,-1 0 1784,1-2-1789,0 0-1,1-1-5,1-1-64,0-2 76,1-1-1,0 0 0,0 1 11,0 0 6,-1 11-16,1-9-1,0 8-3199,1-11 3200,0 0-38,-3 13 37,2-7 46,-2 12-45,2-12-12,-1 3-2139,1-1 2139,-1 1 730,0-2-713,0 1 282,-2 12-283,0 1 1,2-1 6,2-5-1,4-15 0,0-2 2669,1 7-2657,0-7 5,0 7 2226,0-6-2226,0-1-16,0 1 16,0-1-22,0 1-17,-1 0 11,-1 3-5,-3 1 11,-6 15-17,2-9-631,-6 25 620,7-22 5,-3 26 6,7-24-11,0 13 16,3-17-10,1 0 5,4 8-6,-2-10 12,4 5-3191,-2-15 3196,0-1-5,1 3 5,-2-6 424,2 1-429,-4-5-1,0-1 18,0 9-1,-1-5-5,-2 8 11,-3 4-17,0-5 3392,-3 6-3408,3-8 83,-1-1 23,2-2-28,-1-1 22,-2 8-123,-2 5 11,0 1-383,-1 2 372,2-10 0,1 1 5,-1-3 12,1-1 0,-1 3 5,3-9-16,-1 2-12,3-9 373,2-3-373,0-2-268,1-2-23,0-6-241,0 1-420,1-8-924,-1 1-3114,1-3-4151,-1 0 9175,0 1 0,0 7 0,0 3 0</inkml:trace>
  <inkml:trace contextRef="#ctx0" brushRef="#br1" timeOffset="635360">21343 914 26597,'1'-9'1840,"0"2"-2680,-1 7 5315,0 0-4271,0-57-2352,0 38 1447,-1-43 365,2 54-1645,-1 1 1495,0-1 37,0 1-564,0 2-11,0 0 934,0 3 841,0 0-942,0 1-9,0 7 23,1 1 80,2 7 23,1 1-6,4 13-17,-1-4 17,2 11 91,-2 9-28,-3 11-1085,0 1 1068,-7 0-22,-5-18-5,-4 0-40,-7-2-137,-3 0 126,0-12 0,-1 0-28,-15 12-699,12-13 0,-2-2 649,-11 6-6,-1-3-354,2-4 303,3-4-129,5-5-312,5-5 48,5-3-2743,6-7-5086,5-2 8469,4-3 0,3 4 0,1 1 0</inkml:trace>
  <inkml:trace contextRef="#ctx0" brushRef="#br1" timeOffset="635807">21491 468 18166,'2'-5'664,"-1"0"2125,-1 5-3053,-30-5 116,19 9 55,-22-2 73,27 11-52,2 0-259,2 0 160,2 1 194,2-2 77,3-1 18,4-1 28,2-1-29,3-2-10,2-1-35,2-2 7,2-2 22,2 0-12,0-2 34,1-1-22,-1-3-6,-2-2 40,-3-1-23,-4-2 6,-3-1 11,-4-1-39,-4-2 16,-1 1-5,-4-3-12,-3 1 7,-4 0-18,-3 1 28,-2 1-5,-1 2 6,-2 1-40,0 2 0,-1 0 39,-6 1-44,7 3-40,-3 0-16,10 2 0,2 1-23,1 1-6,2 2 7,1 2-119,-2 8 1,3-2-555,-1 12-1624,4 1-1177,3 0 3490,4 1 0,-2-15 0,1 0 0</inkml:trace>
  <inkml:trace contextRef="#ctx0" brushRef="#br1" timeOffset="636055">21921 747 17961,'24'-29'-208,"1"0"1,-2 2 0,-1 8 308,2 18-745,2 1 300,0 2-1342,1 2-1137,-1 5-2447,1 2-422,-5 1 5692,-3-2 0,-10-5 0,-4-1 0</inkml:trace>
  <inkml:trace contextRef="#ctx0" brushRef="#br1" timeOffset="636226">21768 1056 11071,'-5'3'4683,"2"-1"2503,3-2-6906,59 4-3715,-31-7 3527,9 4 1,0-2 41,-10-7 996,-2 1-1107,-2-1-74,-1-1-66,-1 2-180,-2-1-386,-2 2-1356,0 0-7792,-3 1 9488,-2 2 0,-6 1 0,-2 1 0</inkml:trace>
  <inkml:trace contextRef="#ctx0" brushRef="#br1" timeOffset="645320">22777 805 24176,'1'-10'-4657,"0"3"7511,-1 7 3867,0 0-6466,20-53-1096,-15 39 252,15-40 157,-20 53-1660,0 0 1668,0-1-71,-1 1-664,0-1-1,-2-1 895,-2 0-13,1 0-53,-1-2 263,1 3 5,2-2 207,-1 1-73,1 1-65,1 1-43,-1 2-6,2 3 77,-2 9-23,1-1 0,-2 6 0,1-3 0,-1 0 6,0 3-11,-1 2 5,0 2 0,-1 2 0,-2 2 6,1 0 0,-1 3 0,-1 0 5,-1 1 29,-4 11-29,4-12 0,-2 7 1,6-16 5,1-1 5,1-4-5,1-1 17,1-2 28,1 1-28,0-4 16,0 0 46,0-6 101,0-1 1108,0-2-1143,0-5-61,1-1-11,0-7-28,2 1-6,-1-3-11,0-1-3386,1-1 3380,0-1 62,1-9-78,-1 6 11,2-6-6,-3 7-6,2 1 35,0-8-35,3-2-22,-1 0 12,0 2-6,-2 9 5,-1 0-11,1 0-11,-2 2-2251,0 2 2256,0 2 1407,0 1-1378,-1 2-17,0 1 11,0 1-17,0 1-17,-1 2 2969,1 0-2958,0 2 1315,0 0-1399,-1 1 85,3 11-6,-1-1 0,1 9 6,-2-3-1,0 2 1,-2 12-1,-1-6 7,-2 9-12,-5 4 5,0-8-5,-1 9 6,1-11-1,1-1 1,-2 8-6,1-3 6,0 0-12,4-8 6,3-4 0,0-6 6,2 1-6,0-6 0,0-3 22,0 0 303,0-3-241,3-11-62,-2 2 6,3-9-5,-2 2-12,0 0 0,0-2 6,0 0-12,0-3 7,0 0 11,2-12 16,1-3-17,2-10-5,0 11-223,-2 5 245,-1 11 1,-2 2-7,0 3 6,0 1-5,-2 1 11,0 2 22,0 1-67,0 3-17,0 2 212,0 2-212,-2 6 23,0 2-6,-2 8 0,-1 3 16,0 5-16,-2 3 6,-1 18-17,2-9 0,-1 26-1186,5-25 1169,0 10-45,2-17-27,0-1-142,0-1-172,0 0-398,1 1-5344,-3 11 6156,-2-9 0,3-9 0,-1-15 0</inkml:trace>
  <inkml:trace contextRef="#ctx0" brushRef="#br1" timeOffset="651589">20547 2110 11900,'1'3'2369,"1"-1"3322,-2-2-5338,-15-17-17,11 13-11,-11-13 235,15 16 34,0 1-454,-1-3-28,0 2-28,-2-1 28,-3 0-61,1 0-12,-3 0 0,0 1-11,-1 0 0,-2 1 11,0-1 23,-5 1-51,2 0 0,-3 0 12,6 0-12,-1 0 0,2 0 0,-1 1 219,-5 2 17,2 1 214,-4 3 20,4-1 17,-1 1 3,0 1-29,0 1-20,0 1-226,1 2-68,0 1-212,1 1-55,1 1-28,1 1-43,1 2 19,1 0-24,0 3 7,2 1 13,0 4-16,1 0 19,2 2-367,0 1 251,2 0 29,2 1-1,5 13 6,2-11-2,6 7 21,13-7 3,-3-10 8,12 3-89,7-11-62,6-5 7,0-1-1465,-4-9 272,-15-3-2610,-2-4-4437,-4 0 8598,-5 0 0,-8 4 0,-6 1 0</inkml:trace>
  <inkml:trace contextRef="#ctx0" brushRef="#br1" timeOffset="652222">20774 2439 14740,'3'-2'2560,"-1"0"2951,-2 2-5455,11-26-11,-11 20-17,7-20 28,-17 30-5,-1 4-35,0 2 18,0 3 16,0 4-33,4-4 22,-3 4-5,6-5 11,-1-1 50,2 2-33,1-4 5,0 2 6,2-6 22,0-1 22,0-2 23,1 0 28,1-1-11,1 0-17,0-1-33,0-2 33,5-5-23,3-5-50,0-1-11,0-1 12,-3 4 10,-2 0 6,0 2 17,-2 1-12,-2 2 13,-1 2-1,-1 0 27,0 2-122,-2 0-6,-1 1 22,-6 2-22,2 1-16,-3 3 21,4 0 1,-1 2 33,-3 6-39,2-3-6,0 6 1,3-5 5,2 1-11,2-2 11,0 0 16,1-1-21,3 0 22,1-2-12,3-1-10,5 0 10,-3-3 12,4-1 5,-5-3 23,0-1 11,0-3 62,1-5-45,-3-1-12,-1-4 12,-3 2 5,-1 0 18,-2 0-1,-2 1-11,-2 2-28,-3 1-11,-1 3-17,-1 0 0,-1 3-12,0 0-4,0 2 4,2 0-10,1 0 5,1 2-5,1 0-23,2 1 11,0 0 1,2 2-1,0 0-11,1 1-55,1-1-113,3 1-241,2 0-554,5 0-1591,4 0 2571,5 2 0,-8-5 0,0 1 0</inkml:trace>
  <inkml:trace contextRef="#ctx0" brushRef="#br1" timeOffset="655076">21790 2388 19660,'2'-45'338,"0"1"0,0 4 0,0 7-109,0 20 739,1 0-789,0 2 6,1 0-23,0 1-5,0 1 393,1-2-303,1 1-135,-1 1 5,-1 2-5,-2 4-39,0 0 132,-1 1-115,0 1 364,-1 6-376,-3 8-55,-1 2-1,-3 9 12,-4 8-18,2-5-10,-3 9 5,3 4-11,4-10 0,0 10 0,4-1-5,3-10-483,0 9 494,0-13-211,2-1 216,-2-1-5,0-2 0,-2-3 5,1-1 11,-1-3-5,-1-2 11,0-2 90,-3-2 470,1-3-420,-2-2 115,2-6-255,-1-1 22,1-5-16,0-3-6,1-2-16,0-2 21,2-14 1,1 5-6,2-12-3398,3 9 3393,1-2-2133,0 1 2144,1-1-1025,0 2 1047,-2 1-491,1 2 486,-2 3 1635,-1-4-1624,-1 9-6,-2-1-17,0 10 17,-1 2 2147,0 3-2186,0 0 1943,0 2-1966,0 9 1341,0 1-1312,0 8-12,0 1-17,0 3-5,0 3 0,0 2-17,1 2 39,-1 1-11,0-1 0,0 1 17,0-1-3432,-2-1 3376,-2-1-332,-3 10 113,-1-10-196,-1 6-319,3-12-615,1-3-1346,2-1-6519,1-4 9253,2-2 0,0-6 0,0-1 0</inkml:trace>
  <inkml:trace contextRef="#ctx0" brushRef="#br1" timeOffset="655523">22275 2277 19484,'-1'-3'3445,"0"0"-1115,1 3-2190,-35-47-1298,27 36 1163,-26-36 373,34 48-372,0 0 200,0 3-195,0 3 11,1 0-5,1 2-17,2 1 603,1 0-614,1 1 11,1 1 11,1 0 6,5 6-6,-2-5-11,3 6 11,-2-7 0,-2 2 0,1-1-11,-1 0-16,1 0 10,-1 1 12,1-1-1,0 2 12,6 4-34,-4-4 17,3 3-5,-6-6 21,-2 0-16,-2 0 17,-3 0-6,-2-1-11,-5 0 23,-10 6-1,-11-1-5,-17 6-6,5-6 0,-1-2 12,12-5-46,2-1-38,-3 3-29,11-5-73,0 1-178,12-3-326,5-3-772,6 0-2392,6-1-5478,2-2 9309,1-1 0,-7 1 0,-3 0 0</inkml:trace>
  <inkml:trace contextRef="#ctx0" brushRef="#br1" timeOffset="655787">22832 2313 19456,'-2'-3'1305,"0"0"1742,2 3-3013,35-44-17,-22 33-23,28-33-28,-30 43 1,1 1-46,1 1-89,2 1-162,3 0-303,4 3-583,2 0-1304,3 1-4605,-3-2 7058,-2 2 0,-11-4 0,-5 0 0</inkml:trace>
  <inkml:trace contextRef="#ctx0" brushRef="#br1" timeOffset="655994">22799 2524 24122,'30'4'-135,"1"-3"-72,-4-7-134,3-1-191,2 0-247,4-1-1116,0 2-4,1-2-958,0 2-2263,-2 0 5120,1 1 0,-17 2 0,-1 1 0</inkml:trace>
  <inkml:trace contextRef="#ctx0" brushRef="#br1" timeOffset="656390">23523 2296 9206,'3'-4'6195,"0"1"3159,-3 3-9153,13-44-50,-14 33-22,7-33-28,-16 46-22,0 2 5,-1 3-17,0 2-11,0 1-17,0 3-11,2 0-5,1 3-12,0 1-5,2 2-12,0 0 6,2 2 11,1 1-11,2 0 11,-1 2-11,2-1 12,3 0-1,1-2-11,3-1 0,3-2-6,1-2 12,1-3 11,1-3 5,0-2 12,0-4 5,0-2 11,0-1 23,0-5-11,1-1-1,-1-6 6,0-3 6,0-2 11,0-2 0,-2-2 11,-1-1-11,-2-1 0,-2 0 6,-2 0 11,-2 1-6,-1 2 0,-1 0-16,-2 2-29,-2 1 6,-3 1-11,-1 1-12,0 3 7,-2 2-7,1 1-16,0 2-6,-1 1-16,1 0-1,0 2 0,-1 0-10,0 1-46,0 1-100,-1 1-225,1 0-492,0 0-1261,-1 0-7691,2 0 9814,2 0 1,4 1-1,1-1 1</inkml:trace>
  <inkml:trace contextRef="#ctx0" brushRef="#br1" timeOffset="664789">24519 2531 20240,'-4'-4'375,"0"1"-279,2 5-1,0 0-28,0 2 45,-1-1 185,-1 4-112,-1-1-17,-3 3 95,-5 4-168,1-3-22,-6 6-11,1-4 0,0 2-6,-2-1-11,0 1 16,-1-1 6,1-1 12,0-1 5,0-2 11,1-1 107,-6-1-68,6-3-22,-2-1 6,8-2 5,1-4-17,1-1 1,2-5-7,0-1 1,2-2-6,0-3-22,1-2-11,2-3-23,1-2-5,1-1 5,1-1-3398,0-2 3399,3 1-464,0 1 458,3 0 5,1 0-5,1 1 38,0-2-27,2 0-2109,-1-1 2120,0-1-1424,-1 0 1407,0 1 1474,0-7-1473,-3 10 4,0-3-4,-3 11 4,-1 2 299,-1 2-298,0 1-11,-1 2-6,-1 2 2251,-1 1-2268,0 1-16,1 3-6,0 0 3386,0 1-3398,1 0 12,-1 1 6,0 3 5,0 2 0,-1 4 0,0 1-6,1 3 6,1 1-6,1 11 6,4-6 0,1 7 0,5-8 6,0 0-12,4 2 18,2 1-12,0 1 11,3 1 11,0 1-16,2 1-3393,11 15 3387,-5-10-11,8 13-107,-11-12 123,0 1-10,-2 2 10,-1 0-16,-2 1-22,-2-2 27,-2-1-28,-2-3-22,-3-2-5,-4-3-74,-3-1-21,-2-2 3302,-7-1-3415,-3-1-62,-8 0-89,-5-1-168,-4-1-3510,-4-2 2682,-1-2-2007,-1-2-1662,1-1 4601,-2-2 0,16-4 0,2-1 0</inkml:trace>
  <inkml:trace contextRef="#ctx0" brushRef="#br1" timeOffset="665469">25065 2621 17809,'5'0'1037,"-1"0"2307,-4 0-3249,5 6 0,-4-1 28,2 4 23,-7-2 0,-2 0 16,-2-1-3403,-1 1 3415,-2-1-592,-2-1 569,0-1-2057,-2-1 2052,1-2 5,0 0 6,1-2-1,2-2-4,0-1-24,2-4-16,2-1 2125,2-7-2192,3 2 613,3-13-641,3 10 22,3-7-16,3 7 10,0-1 3393,2 0-3381,0 0 16,1 0 46,5-9-11,0-5-46,0-2-431,-4 0 403,-5 7 1,-2 0 5,0-1-11,-2 2-6,-1 0 6,-3 2-3255,0 1 3266,-1 2 22,-6-6-22,-4 2 283,-6-3-277,2 11-1,0 4 1,6 8-1,2 0 3382,-3 1-3398,4 1-23,-1 2 0,2 3-5,2 1 0,-2 4 17,4 2-12,-1 1 17,2 2 0,2 3-3403,2 1 3398,5 2-12,9 12 18,6 6-24,12 15-602,-5-8 614,0-1-11,-10-11 11,1 0-2061,-1 1 2066,1 1-5,0 1 2021,-1 1-2071,7 16 11,-9-11-1008,4 11 957,-10-16-44,-4-2 176,-4 10-736,-11-3 274,-3-1 2262,-11-9-2716,-3-12-471,-3-3-5152,-20 1 6497,5-6 0,5-2 0,15-5 0</inkml:trace>
  <inkml:trace contextRef="#ctx0" brushRef="#br1" timeOffset="666845">25978 2344 16157,'0'-6'2756,"0"1"-208,0 5-1988,4-61-134,-2 40-124,0-17 1,1 2-45,-1 22-23,-1-2-22,1 7-23,-1 2-16,0 1-17,1 0-12,-1 2-44,0 2-28,-1-1 72,0 2-139,0 8 0,-1 1 5,-1 9 0,-1-1 0,-1 3-11,0 4 0,0 2 0,1 2 0,1 1-11,0 15 11,1-9-1303,1 8 1337,0-14-28,0-2-1,0-2-10,0-1 5,0-3 22,0-2 0,0-3-10,-1-1-1,-1-4 17,0-2 17,-1-3 1358,2-2-1302,0-2 84,0-1-123,0-3-23,-1-3-5,1-4-6,-1-3-6,0-3 0,1-2-10,0-2 10,1-4-5,0-1-6,0-2-512,0-2 518,0-1 16,1-1-5,2 0 0,1 1 11,0 1-86,1 2 81,-2 3-6,1 1 0,-2 3-6,0 3 18,0 1-7,-2 3 1,0 3 5,0 2-28,0 2 515,0 3-543,0 2 79,0 6-57,-1 2-5,0 9 0,-1 3 17,0 4-22,0 4 5,1 1-6,1 4-16,0 0 10,0 2-3380,1-1 3398,1 0-196,0-1 196,0-2-6,-2-1-6,1-3 6,-1 0 11,-3-4-11,0-3 11,-4-1-33,-1-4 38,0-2-4,0-2 10,0-2 17,0-3 6,2-2 3300,0-1-3294,1-2 296,1-3-313,1-2-17,2-4 5,0-4 19,3-3-19,2-5-16,3-2 5,2-4 6,2-1-23,0-3 29,0-1-346,0 0 340,-1-1 0,0 0-12,-2 2 1,-1 3-1,-2 2 7,-1 4-1,-2 3 11,-1 2 1,-1 4-1,0 2 0,0 3-5,0 2 317,0 2-328,-1 2-18,0 1 12,-1 3-5,1 3 5,-1 4 5,1 5 1,-2 3 0,0 4-6,0 3-6,0 2-16,-1 3 10,1 0 7,0 3-18,0-1-10,1 0-253,-1 13-123,1-11-364,1 8-745,1-15-2800,1-4-5159,1-2 9477,0-6 0,0-6 0,-1-4 0</inkml:trace>
  <inkml:trace contextRef="#ctx0" brushRef="#br1" timeOffset="668031">26565 2317 8718,'8'-6'4151,"-1"2"-2745,-7 4 5164,0 0-5937,10-39-370,-8 29-39,8-30-10,-11 37-24,0 1-16,0 0-34,0 1 112,0 0-174,-2 0-61,1 2-6,-1 0 51,-2 3-23,2-1 17,-3 2-11,3-3 67,-4 1-62,2-1 51,-7 3-56,3-1 5,-6 3-5,2 0 5,-2 0-16,-1 3 11,-2 0-1,-2 2 40,-10 8-56,8-4 0,-8 6-5,13-7 5,1-1 11,2 0-5,0 0 10,4-1-4,-1-2-12,3 0 5,1-2 51,1 4-33,2-3 5,2 2 0,1-3 22,1-1 17,3 1-5,0-1-1,5 0-21,1 1-18,4-1-5,3 1 28,14 3-57,-5-2 1,12 3-3414,-8-3 3357,1 0-2346,4 1 2140,-1-1-477,2 2-280,0 1-1249,1-1-6984,-4-1 9089,-5-2 0,-13-5 0,-6-1 1</inkml:trace>
  <inkml:trace contextRef="#ctx0" brushRef="#br1" timeOffset="679811">27054 2235 9100,'0'-7'3831,"0"2"-2694,0 5 4537,0 0-5299,15-28-50,-12 20-40,12-22-49,-15 26-52,0 2-27,0-2-50,0 2-18,0 0-5,-1 0-5,0 0 72,0 1-50,1 0-6,-1-1 23,1 1-23,0 0 73,0-2-89,0 1-1,0-1-5,1 1 0,0 0 5,0 0 12,1 0-6,0 0-6,-1 0 96,0 1-174,-3 5 5,-1 0 1,-2 6 5,-1 0-11,-1 3 0,-1 2 17,-4 12-3403,1-5 3402,-2 10-4,3-8-461,2 3 466,-1 0-1,2 0-4,0 1 16,0 0-17,1 0-6,1 0 7,-3 11-1,3-8-280,-2 7 269,4-11 0,0-1-6,1 0 3037,1-4-3014,1-3 22,2-5 23,1-4 685,4-5-556,12-7-107,-1-4-28,10-7-3232,-4-2 3220,2-3 7,2 0-446,0-3 389,2 1 17,-2 0-16,0 1 27,-3 2 34,4-4 0,-9 8 5,1-4 18,-12 9-6,-3 1 3030,-2 1-3041,-2 2 1062,-1 1-1091,0 1-44,-1 1 11,0 7 6,0 0-1,0 7 12,0-1-6,0 2 12,-1 1-12,1 1 0,-1 1 6,0 1 0,-1 2-6,0 1 0,-1 2 6,0 1-555,-1 1 543,-1 1-16,0-2-28,0 1-62,-1-1-129,0 0-639,0 0-340,1 1-1877,-1 0 3086,-2 3 0,5-13 0,-1-1 0</inkml:trace>
  <inkml:trace contextRef="#ctx0" brushRef="#br1" timeOffset="681260">27894 2543 10550,'0'-5'4212,"0"1"2364,0 4-6335,-3-61-34,1 45-45,-1-46-44,3 60 0,0 1-107,0 8 12,0 0 5,0 8 5,1-1 12,0 4-3392,0 3 3375,-1 3-1310,1 2 1327,-1 1 26,-2 14-20,0 3-35,0-1 12,0-5 11,2-15 12,0-4 117,0 2-34,0-8 51,2 1 3090,3-8-2665,3-2-380,1-3-68,4-5-50,0-3-28,3-3 0,3-3-6,1-3 2033,16-12-2050,-7 4-10,12-11-257,-16 16 1,1-1 241,5-2 1,1 0-23,1-1 0,0 1-6,1 0 1,-1 1 13,17-9-5,1 1-6,-2 2 0,-1 3-11,-5 2-1141,-5 4 1153,-4 3-7,-5 3 6,-4 3 1,-5 3-35,-3 2-33,-4 2-67,-3 1-85,-4 1 353,-2 1-616,-2 2 89,-2 9-3500,-11 8 3882,-11 14 0,7-14 0,-4 0 0</inkml:trace>
  <inkml:trace contextRef="#ctx0" brushRef="#br1" timeOffset="691385">20495 3645 13601,'3'-41'343,"0"0"1,0 4-1,-3 8 908,-2 22-1038,-1 0 1352,1 1-1419,1 1 838,-1 0-843,2 0 1975,-1 0-1965,0 0 1278,-1 0-1278,-1-2-17,-1 2-27,0-2-12,-2 1-22,-2 0-17,-2 0 5,-1 1-16,-2 2-6,-2 1-5,-1 1-6,-1 1-11,-1 3-1,0 0 12,-7 8-5,0 3-12,1 0-5,4 3 5,8-4 0,0 1-17,3 2 12,0 1-12,1 1 1,2 3 16,1 0-11,2 2 11,1 0-11,1-2 11,1 1-16,1 0-1,3-2 6,2 1 0,1-3 6,2 0-1,0-2 7,1-2-18,1-2 17,-1-1-11,1-2 11,-1-3 12,0-2 5,-1-2 11,0-1 0,1-1 0,0-3-11,0-3 0,1-4 0,0-2 6,2-3 11,-1-2-17,0-1 5,0-2-5,0 0 6,-2-1 22,0 2-6,-1 1 6,-2 1 17,0 1 0,-3 1 0,0 1 0,-2 2-12,1 1-10,-2 1-1,1 2-16,-1 1-1,0 2 1,-1 0-17,1 2 33,-1 0-39,1 2-39,-1 0 23,0 5 21,-2 2-10,0 6 5,-3 7-22,1-2 11,-1 7 0,2-7 11,1 0-5,1 1-6,1-1 0,0 1 0,1-2 0,2 0 0,2-1 5,4 1-5,-1-2-5,5-1 10,0 0-5,2-2 0,2 0 0,2-3 12,1-1-12,1-2 0,0-2 5,-1-1-5,0-2 0,-3 0 34,5-6-17,-8 0 11,4-6-6,-9 2 0,-2-1 6,-1-2-11,-2 1-6,-2-2 6,-1 0 0,-1-1 0,-3 1 5,-2 0 1,-2 0-12,0 1 6,-1 1-6,0 0 0,1 0 11,0 0 1,2 1 5,1-2-17,2-1 6,1 0-6,3-5 6,2 4-12,3-2 1,2 7-6,2 2-6,2 0 6,0 1-5,2 2 16,0-1-5,1 3-6,-1-1 0,1 2-6,8 0 12,1 3-18,0 1 12,-2 2-5,-8 1-1,0 1 29,0 2-18,0 0-5,-1 0 0,0 3-3414,-2 1 3419,0 1-16,1 9 28,-4-5-11,0 6 10,-5-7-9,-1 0-7,-2 1-7,0 0 2,-1-1-6,0 1 11,2 5-6,0-5 0,1 3 12,1-7-12,1 0 3404,2-2-3392,2 0-6,1-2 0,2-1 0,0-1-6,1-1-5,1-2 11,-1-1 5,0-2 18,0 0-6,-1-2 0,0-2 0,-1-1 0,0-3-1,-1-2-4,1-1 4,-1-2 12,0-1 40,2-7-40,-3 4-12,0-5 12,-4 6-11,-2 0 0,-2 1 11,0 0-6,-1 1-5,0 0 6,0 1-1,-2 1 0,0 1 23,-2 0-17,0 1-5,1 1 38,-1-4-38,2 4 5,-1-4-12,2 6-10,0-2 11,3 2 0,2-1-12,9-3-5,-1 2 11,9-1-5,-2 4 5,2-1 0,3 2-16,0 0-3387,1 0 3397,-2 2-612,-1 0 613,-2 2-2081,-2 0 2070,-2 1-1,-1 2 17,2 5 2036,-6-1-2058,2 3 618,-6-2-607,-1 0 11,-2 2 3398,0 1-3420,-2 2-3393,0 1 3404,-1 2-11,-1 0 22,0 7-22,0-4 0,-1 6-6,-1-6-44,0 0-40,0 1-84,1 0-112,1 1-123,1 0-129,2 1-778,9 8-101,0-5-1922,7 5 3350,-1-9 0,-9-9 0,1-2 0</inkml:trace>
  <inkml:trace contextRef="#ctx0" brushRef="#br1" timeOffset="691852">22297 3646 21222,'-6'-34'75,"0"-1"1,-6-19 1117,-3 62-1159,-2 0 496,-2 2-485,-3 0 242,-2 1-231,-1 0 17,-3-2-11,0-1 16,-2-1 756,0-2-750,2-1 23,1-1 5,3-2 11,3 0 83,4-3-60,5 0 0,4-1-23,2-1-11,3 0 17,2-1-90,0 2-11,3 0-6,0 1 1,1 2-23,2 0 5,-1 1-5,5 6 6,-3 1 11,4 12 5,-4-5-11,1 7-11,-4-4 12,0 0-1,-2 2 6,-1 1 11,0 2 39,0 11-11,-1-6 0,-2 9-11,-2-9-12,0 0-10,-1 1-7,1 1 7,-1-1-29,2-1 17,2-2-11,1-1-5,3-2-1,3-3-27,5-2-35,5-3-380,19 0-79,-4-6-1304,14-1 279,-7-7-1982,2-4-5758,-2-1 9292,-5-2 0,-16 3 0,-6 0 0</inkml:trace>
  <inkml:trace contextRef="#ctx0" brushRef="#br1" timeOffset="694080">22769 3751 17059,'1'-5'1910,"0"1"1759,-1 4-3384,13-60-625,-9 42 426,4-16 1,-1 5 240,-7 26-226,2 0 131,-2 2-199,1 9-5,-1-1 0,1 10 281,-1-1-281,-2 2-11,0 5-1,-3 1 1,-2 2-11,-2 2-1,1 1-16,0 2-22,0 0-12,1 1-907,2 0 767,2-1-111,1-1-402,1-3-114,2-3-555,3-2-907,1-1-2402,3-3 4676,3-1 0,-6-8 0,1-1 0</inkml:trace>
  <inkml:trace contextRef="#ctx0" brushRef="#br1" timeOffset="694344">23188 3693 22985,'13'-7'101,"-2"8"-96,-6 20 12,0 4-11,0 0 5,2 2-28,-2 1-16,1 0-23,-1 0-56,0-1-79,-1-1-139,-1 0-136,-1-2-228,0-1-426,-2-2-510,-2-3-1148,-2-3-7053,-2-3 9600,0-4 1,4-3 0,0-4 0</inkml:trace>
  <inkml:trace contextRef="#ctx0" brushRef="#br1" timeOffset="694577">23136 3935 22066,'-23'-29'611,"12"6"-505,39 20-16,3 1-23,0 1-530,1-1 496,0 2-10,0-1-23,0 1-11,-2-1-29,-2 1-60,-1-1-68,-2 0-118,-2 0-140,-4 0-330,-1 0-717,-2-1-1225,-2 1 2698,-2-2 0,-5 2 0,-2 0 0</inkml:trace>
  <inkml:trace contextRef="#ctx0" brushRef="#br1" timeOffset="694831">23684 3715 17904,'-3'-6'3047,"0"0"-2117,3 6 2078,0 0-2963,11-24-12,-4 22-4251,10-16 4224,-6 30 870,0 4-859,-1 1-6,-1 4 6,-2 1 6,-3 2-35,-1 2-21,-2 1-23,0 1-84,-3 1-51,-3 0-878,-7 15-57,0-12-902,-4 10-1663,4-15 3446,-2 1 1,7-13 0,1-2 0</inkml:trace>
  <inkml:trace contextRef="#ctx0" brushRef="#br1" timeOffset="695372">24136 3579 23248,'33'-19'97,"-1"0"0,-1 2 0,-4 5-35,1 10-6,0 2-6,-3 0 12,-1-1-12,-1 1-5671,-2-1 5649,-1 1 1403,-2 0-1414,-1 0 865,-3 0-859,0 2-7,-4 0-4,0 3 10,-4 1 6,-1 2 0,-1 0 6,-2 3 3425,0 8-3431,-1-5 45,1 22-34,0-16 6,0 13-6,1-13 0,-1 0 0,2 1-11,-1 1 39,6 10-33,-2-6 0,3 8 27,1 2-50,-2-8 12,2 9-23,-5-9 0,-2 0-17,0-1 0,-3 1-16,-6 10 16,-3-10-90,-20 18-917,3-22 867,-12 6-297,6-14 191,-2 0-68,-2-4-161,-2-1-332,-1-2-3661,1-4 1248,1-1-6594,4-3 9609,7 0 0,12-1 0,6 0 0</inkml:trace>
  <inkml:trace contextRef="#ctx0" brushRef="#br1" timeOffset="696361">24964 3871 18028,'-6'1'2431,"0"-1"-1664,6 0 1905,0 0-2683,50-34-422,-30 26 388,10-10 0,0 2-156,-12 18-51,1 0-414,2 3-634,1 2-1148,1 0-2968,-1 2-4415,-2-1 9553,-4 0 1,-7-3 0,-4-3 0</inkml:trace>
  <inkml:trace contextRef="#ctx0" brushRef="#br1" timeOffset="696520">25102 4049 14460,'-3'1'4094,"0"0"1037,3-1-5170,10 6-90,5-5-168,13 2-442,5-7-2561,5-2-5707,-1 2 8665,-3 0 0,-17 2 0,-6 0 1</inkml:trace>
  <inkml:trace contextRef="#ctx0" brushRef="#br1" timeOffset="721528">25996 3978 16988,'17'-59'1221,"-4"10"-929,-11 40 314,-2 1-365,0-1-6,0 0 95,0-1-134,-2 0-17,0 0-28,-2 0 42,-1 0-86,-1 1 167,0 0-117,-8-1-90,3 4-11,-6 0-6,3 4-5,-3 2-6,-1 3 45,-11 5-56,7 2 0,-6 4-22,9-2 11,3 2 0,2 0-6,1 2 0,3 0-11,0 1 6,2 0-6,1 2-3376,1 1 3388,1 1-826,2 1 842,0 0-290,1-2 273,2 1-75,-1-1 59,3-1 10,1 0 18,3-2-18,2-2 12,2-1 2813,7 2-2802,-2-6 40,9 2-29,-8-8 1190,4-2-1179,-5-3 6,0-3-5,0-2 461,0-4-462,0-2 169,4-9-180,-5 2 0,4-8-5,-8 7-1,0-1 1,-2 1 11,0 0 5,-2 2 6,-1 2 22,-1 2 1,0 3-6,-3 3-1,0 2-27,-1 3-6,0 1-22,0 1-11,-1 7-1,-1 0 1,-3 7 11,0 1 0,-4 9-1,3-3-4,-3 8-7,3 4-5,2-7 0,0 9 6,4-10-1,0 0-5,3-2 0,2 0 12,9 5-12,-2-8 0,7 3 5,3-8 1,-2-5 5,5 0 17,-4-7 6,-1-1 5,1-3-11,-2-3 45,7-7-34,-7 0 0,4-5 51,-4-8-51,-6 5-3364,3-17 3353,-9 13-566,0-6 571,-4 10 18,-2-6-29,0 7 12,-1-4 33,0 3-34,0 6 3110,0-3-3121,0 7 0,0 0 851,2-1-862,2 2 17,3-5-28,2 5-6,2-3 1,8 2 16,-4 4 0,7 0-5,3 4-1,-7 1-5,5 0 6,-9 3-12,-2 1 6,-2 2 0,-1 1 11,2 6-11,-3-3 6,1 4-6,-2-2 0,0 0 6,3 7-1,-2-5 1,3 5 11,0 0-17,1 1 0,0 1 0,-1 5 11,-5-9-11,0 4-6,-3-6 6,0-1 6,0-1-6,1 0 0,0-1 0,0 0 0,2-2 11,4 1-11,-3-3-11,6 0 11,-3-5 11,2-1-5,1-1 16,1-1-5,9-8 5,3-6 1,1-2-12,-2-4 22,0-2-21,-8 5 16,4-5 5,-10 8-16,-3 1 17,-1 0-6,-4 0 28,-1-3-34,-1 3 17,-3-3 34,-3-1-34,1 5-11,-1-5 34,3 1-40,1 5 6,3-5 0,8 3-22,0 3-1,6-1 7,2 6 10,-4 2-22,4 0 11,-7 4-11,0 0-11,1 1 0,-2 1 22,6 4-5,-1 3-1,4 6-5,-5-3 6,-1 2-6,-2 3-6,-2-3-16,3 4 22,0 2-17,-3-5 23,5 6-34,3 0-68,5 5-234,5 8 50,-6-7-22,-5 0-2012,-6 1 2314,0 4 0,-3-10 0,-1-2 0</inkml:trace>
  <inkml:trace contextRef="#ctx0" brushRef="#br1" timeOffset="721997">27964 3843 15345,'0'-4'2240,"0"1"2438,0 3-4561,-26-26-5,15 19 45,-28-19-101,25 26-11,-8 1 56,-8 3-68,4-1 1,-10 1 16,-5-2-22,10-1-5,-8-1 10,9 0-5,11 0-17,-1 0 1,13 1-12,3-1 11,2 1 22,2 2 7,1 2-7,3 4-22,0 1 6,2 1 6,-1-1-1,0 3-11,0 1 40,2 12-35,-3-5-3402,1 8 3386,-5-8 0,0 1-59,0-1 98,-1 1-5,0 0 50,-3 9-73,1-7 23,0 5-2265,3-10 2231,-1 0 1474,1-1-1469,0-1 58,2 0-57,2-2-29,5 0-49,2-2-231,12 4 68,-3-5-73,9 1 2190,10-7-3058,-7-4-723,12 0 1899,7-10 0,-28 6 0,10-6 0</inkml:trace>
  <inkml:trace contextRef="#ctx0" brushRef="#br1" timeOffset="722228">28228 3954 14449,'2'-3'4234,"-1"1"253,-1 2-4420,14-6 0,-10 10-11,10-1-5,-14 12-7,-1 3-21,-1 1-12,-1 0-22,0 1-34,-1 1-218,-3 10-62,2-8-213,-2 7-392,2-9-582,-1-2-1104,1-2-3511,-1-1 6127,0-1 0,2-7 0,0-1 0</inkml:trace>
  <inkml:trace contextRef="#ctx0" brushRef="#br1" timeOffset="723253">28622 3869 17171,'-3'-3'2056,"0"0"2016,3 3-3994,-4-31 23,3 23 22,-2-22 6,5 30 28,1 0-12,0-1 6,1 1-5,0-1-23,1 0-16,2-1-29,0 1-22,2-2 0,1 0-22,0 0-1,1 1 1,0-1-1,0 0-5,-1 1-5,0 1-12,-2 0 0,-2 0 17,-2 1-17,0 0 12,-2 0-1,-1 0 29,0 0-35,0 2-16,0 1 0,0 1-5,-1-1 5,0-1 0,0 0 5,0 0 1,0 0 0,0 0 5,0 1-11,1-2 67,-1 0-28,3-1-5,-2 1 11,1-1-12,-1 0-5,1 0 62,-1 0 56,0 0-168,-4-1-1,1 1 18,-3-1-18,3 2 12,0 0 17,1 1-18,-1-1 29,1 2 0,-1-1-23,1 0 18,0 0-7,0-1-5,-1 0 11,0 0-5,1-1 0,-1 1 5,0 0 6,0 0-6,0 0-6,0-1 12,-1 1-17,-1-1 0,-1 0 0,0 0-11,-2 2 5,0-1 6,-1 1 0,0 1 0,-1 1 6,0 0-6,-1 0 0,0 1 6,1 0-1,-1-1-5,2 0 0,0-1 0,1 0 0,0 0 17,0 0-11,0-1-6,1 0 16,-3-1 7,3 0 10,-1 0 12,3-1-17,1 0 129,2 0-163,7 0 6,-1 0-5,7 0 5,-1 0 11,7 0-5,-3 0-6,7 0 11,-5 0-6,9-1 7,-5 0-7,5-2 12,-7 1-17,-2-1 11,1-1 0,-2 1 12,0-1-1,-3 1 17,-1 0 17,-2 1 12,-4 0 21,-2 1 12,-1 0 5,-2-1 191,-1 2-263,1-2-34,1 2 0,0 0 5,0 0 1,-1 0-6,1 2 11,0 3 12,1 1-23,1 4 5,0 2-27,0 2-6,0 2 17,0 3-6,-1 3 17,0 0-11,0 3-6,-1 1 11,1 0 1,-2 18-1,0-10-646,0 12 652,-1-12-6,-1 0 46,0 0-12,-2-1-6,-3 1-16,-1-3-34,-4-1-6,-2-2-11,-5-3-22,-4-1-84,-4-2-163,-5-1-341,-4-1-757,-4-3-3455,-4-2 4867,-9-2 0,24-6 0,1-2 0</inkml:trace>
  <inkml:trace contextRef="#ctx0" brushRef="#br1" timeOffset="724922">19598 4505 17781,'-13'5'857,"1"-2"-621,7-1-12,-1 1-17,-1-2 12,0 1-18,-2-1-16,0-1-3409,0 1 3375,-3-1-22,2 0-11,-3-2-18,-2 0-16,0-2-5,-1 0 10,0-2-5,-1 1 3392,1 0-3409,2 0 6,0 0-17,3 0-11,1 2 5,3 0-16,0 1-12,2 0 1,1 1-1,1 0 17,1 1 309,1-1-253,2 4 17,-1 1 17,1 4 17,-2 1-6,-3 1 6,-2 2-6,-2 1-28,-2 2 16,-1 1-21,-1 1-6,0 3-1,-1 1-16,1 2-5,0 2 5,2 2-6,2 2 96,-3 16-79,5-8-1058,-2 13 1047,4-14 6,0 0-12,0 1-11,0-2-11,2 0-5,0-2-6,1-1-6,0-3 22,4 11-33,0-11-5,2 6-6,3-13-1,0-3-16,3-1-11,3-3-28,2-1-84,6-4-146,5-3-257,7-3-1368,7-2-302,7-2-2868,4-4 5064,11-2 0,-30 1 0,-1 0 0</inkml:trace>
  <inkml:trace contextRef="#ctx0" brushRef="#br1" timeOffset="726828">20405 4873 12993,'-6'0'2441,"1"0"3844,5 0-6033,-14-27 12,12 17 4,-9-22-21,15 26-18,1-2-10,-1-1-23,0-1-17,0-1-11,-2-1-28,1 0-3426,-1-1 3370,0 0 40,0-4-80,0 4-4,2-1-24,0 6 1,0 3 0,6-1-17,1 2 0,5 2 6,0 1-6,4 1-6,15 6-5,-6 1 0,10 6 5,-11 0 0,-2 3 12,10 12-12,-12-4-5,5 8 0,-15-8 3167,-4 1-3150,-5-1 0,-3-1-6,-5 0-6,-3-1 12,-5 1-6,-4-2-3313,-3 0 3330,-1-1-1303,-1 0 1291,-1-2 120,-5 5-114,2-3-1833,1-3 1861,6-6 1834,8-9-1840,3 0 1324,-2-6-1329,1 0-5,-1-4 5,2 2-6,1-1 3387,0 2-3392,0 0 5,1 2 6,1-1-6,0 2-5,1 0-6,0 2 34,1-1-39,1-1-1,3 1 23,5-4-16,0 3-7,4-3 12,3 0 0,-3 1-12,4-2 23,1-1-28,-5 2 12,3-2-7,-6 4 1,-2 1-6,0 0 5,-2 2-5,3 3-5,-3 1 5,4 4-6,1 11-5,3 6 5,6 12 6,-4-5-348,2 1 337,-6-9-6,1 0-5,-1-1 11,-1 0 0,-4-1 11,-2-2 5,-4-1 1,-5-4 5,-6-3 11,-6-2-5,-6-2-11,-4-1-1,-6-3-10,-4-1-23,-3-1-220,-2-2 1,-18-5-348,18 0 281,-10-7-184,24 0-320,7-1-790,5-3 1608,4-7 0,7 12 0,2-4 0</inkml:trace>
  <inkml:trace contextRef="#ctx0" brushRef="#br1" timeOffset="727096">21195 5104 20492,'9'10'1989,"-2"-2"-1379,-7-8 925,0 0-1507,-3 11-28,4 0 11,-3 12-11,3-5-45,-1 3-89,0 2-191,-1 0-330,-1 2-488,-3 0-1041,0-2-3182,-1-2 5366,-2 1 0,6-16 0,0-1 0</inkml:trace>
  <inkml:trace contextRef="#ctx0" brushRef="#br1" timeOffset="727603">21535 4897 19255,'0'-6'2452,"0"2"310,0 4-2532,3-60-1358,-2 43 1257,3-45 358,-2 58-442,-2 2 214,1 2-226,-1 4-22,0 2 6,0 5 673,-1 4-679,-1 3 11,-3 3-10,-2 2 10,-3 2 0,-7 12-5,-2 3-633,0 0 610,3-5 17,7-13-11,3 5 11,3-8-11,1 2 6,5-9 0,6-1 11,2-5 616,5-1-610,6-4-23,-3-3 11,7-1 11,3-10 6,-8 2-11,9-5 6,-11 3-390,1-1 384,-2 1 11,-1 0 73,2-3-29,-5 4 1,1-2 101,-4 1-90,-3 5 11,1-3 350,-3 6-372,0 0-28,-1 0 11,5 0-45,-3 2 0,4-1 11,-3 4-22,0-1 6,1 3 0,-1 1 5,-1 4-6,0 3 1,-2 2 5,-2 3-5,-1 2 5,-1 2-11,-2 3 0,-3 2-11,-2 0 5,-2 2 1,-4 0-12,0 1-11,-1 0-219,-6 12-49,6-9-1024,-3 7 363,7-13-539,3-1-1836,2-2 3332,1 2 0,3-10 0,0-2 0</inkml:trace>
  <inkml:trace contextRef="#ctx0" brushRef="#br1" timeOffset="727845">22275 5253 25473,'11'-30'22,"-1"0"1,7-14-23,-15 57 138,-1 4-149,0 2-11,0 3-29,-1 2-66,-1 1-113,-3 0-207,0 1-442,-2-3-729,0 1-5692,-1-3 7300,-1 2 0,4-11 0,0-1 0</inkml:trace>
  <inkml:trace contextRef="#ctx0" brushRef="#br1" timeOffset="728353">22635 4945 19580,'0'-7'2604,"0"1"-1842,0 6 492,0 0-800,13-62-642,-8 42 316,3-14 1,0 2 51,-3 24 80,0 2-176,0 0-22,-1 4-18,1 0-16,-1 2 12,1 3 392,-2 3-410,0 5 6,-1 5 11,-1 3-5,-3 5 5,-2 2 6,-4 3-17,-5 2 11,-1 1-5,-3 1-12,-1 0 1,0-1-852,2-1 846,1-3-6,3-1-6,3-4-55,4-1 50,3-3 6,2-2 11,3-3-12,3-2 6,4-3-5,2-3 16,2-3 1,2-1-6,3-4 11,0-3-12,2-3-4,1-4 16,2-2-17,1-2 11,3-3-11,2 0 6,2-3 6,0 2 10,-1 0 18,-1 1 16,-4 1 28,-4 2 28,-4 3 107,-5 2-79,-4 4-11,-3 1-23,-3 3-44,-1 0 61,-2 3 718,-4 4-852,1 2 5,-5 5-10,3 1-973,-1-1 984,0 4-6,2-2 6,0 2-6,1 0 0,1 1 0,1 2 0,1 1-12,1 2 7,2 1-12,1 1-33,2 1-12,2 0-11,-1-1-78,1-1-101,1 0-3231,-1-2 2828,-2-1-2,-3 0-614,-1-1-913,-5-1-7164,-1-1 9348,-2-4 0,3-5 0,0-3 0</inkml:trace>
  <inkml:trace contextRef="#ctx0" brushRef="#br1" timeOffset="728569">23532 5349 21097,'-1'-3'3170,"1"0"-537,0 3-2599,1-22-18,0 20 1,2-14 0,-1 28-6,-1 3 0,0 3-16,-2 2-3421,-2 2 3359,-3 2-502,-5 0 99,-2 1-573,-3 0-2620,-2 1-6168,1-3 9304,2-3 1,7-10-1,3-4 1</inkml:trace>
  <inkml:trace contextRef="#ctx0" brushRef="#br1" timeOffset="730427">24412 4964 7727,'0'-8'4515,"1"2"-3199,-1 6 3338,0 0-3942,2-60-922,-1 40 487,0-15 0,0 3 227,-1 23 147,0 0-259,0 2-56,0 2-67,0 1-50,-1 1-85,0 2 602,-3 0-663,-2 2 0,-2 2 22,-3 3-6,-4 4 7,-5 4-12,-4 3-17,-5 2-1712,-4 3 1690,-2 1-6,-2 2-733,0 1 710,2 1 1,3 1-6,5 0 1,3 1 4,3 2-4,3 0 4,2 2 1,2 0-6,3 1-5,3 0-6,3 0-66,4-1 71,1-3 1,5-1 5,3-4-11,6-2-11,4-2 16,1-4-16,4-1 6,1-4 16,2-2 0,1-4 6,1-3 5,1-2 1,0-5-1,0-2 17,-3-5 51,8-11-34,-11 3 1126,4-8-1104,-12 7 6,-5 0 11,-3 1 825,-4 0-830,-2 3-12,-6 1-10,-1 2 135,-16 0-169,1 5-1,-11 1-5,6 6 0,-3 2-17,1 2 1,1 2-7,2 4-5,3 2 6,3 1-12,4 2 482,1-2-488,4 4-32,-3 5-29,6-2-17,0 5-89,5-7-123,2 1-202,3-2-432,3-1-1035,5 0-3272,3-2 5243,6 0 0,-10-6 0,1-1 0</inkml:trace>
  <inkml:trace contextRef="#ctx0" brushRef="#br1" timeOffset="730645">24788 5232 17664,'0'-3'3254,"1"0"-627,-1 3-2610,-23 28-6,13-10-574,-18 23 518,18-17-39,2 0-84,1-1-129,2 1-151,0-2-221,2 0-798,1-3-1373,1 0 2840,1 0 0,0-10 0,0 0 0</inkml:trace>
  <inkml:trace contextRef="#ctx0" brushRef="#br1" timeOffset="731169">25401 5254 14885,'3'-6'4146,"0"0"-3065,-3 6-169,0 0-161,15-64-3016,-10 38 2514,3-13 1,0 1 153,-7 17 553,-1 0-665,0 3-50,0 1-17,-1 2-45,-2 1-44,-2 2-23,-1 2-45,-2 2 0,-1 2-11,-2 2-17,0 1 2222,-2 2-2233,-2 2-17,-2 2 6,-3 2 0,-1 5-6,-14 11-5,8-2-1,-8 8 1,13-5 0,2 1-12,3 1-5,4 0 5,3-1 1,6-1-1,1 0-5,5-2 0,3-1-6,2-2 6,4-3 11,3-1-6,0-4 0,3-2 6,0-3 6,2-2-6,1-5 11,1-2 6,-1-5 0,1-4 5,-1-2-5,-1-3 17,0-2-1,-1-2 18,-1-2 21,-2 0 24,-2 0-384,-2 3 428,-2 2 5,-4 2 7,0 3-182,-3 2 164,-1 3-22,-1 2-17,1 2-11,-1 1-17,0 2-39,0 2-16,0 0 370,0 7-376,0 1 176,0 8-176,1 0-6,-1 4 11,0 2-17,0 14 6,-4 6 0,-1 2 6,-5-1 5,-1-11-22,-1 0 5,-1-1-16,1-1-57,-2-1-5,1-1-84,1-1-123,0-1-891,-1 10 101,2-9-661,1 7-823,4-11-717,4 0 2434,0 4 0,2-13 0,0 0 0</inkml:trace>
  <inkml:trace contextRef="#ctx0" brushRef="#br1" timeOffset="731403">25878 5383 19994,'0'-4'2801,"0"1"425,0 3-3181,13-36-12,-10 33-5,10-25-11,-13 42 0,0 3-12,-2 3-5,-3 2-95,-11 13-78,2-7-242,-8 8-2397,-3 3 2812,2-5 0,4-6 0,7-13 0</inkml:trace>
  <inkml:trace contextRef="#ctx0" brushRef="#br1" timeOffset="732411">26479 5184 14737,'1'-7'364,"1"1"2280,-1 6-2521,1 1 2327,-1 0-2405,-5-2 837,0 0-837,-7-2 3352,3 2-3380,-3-2-6,2 1 12,0 0 5,-1-1 5,2-1 1,2 0 5,1 0-16,2 0 5,2-1 5,0 0 6,3-1 12,1 0 5,3-1 67,5-4-56,-2 2-11,4-3 1,-3 4-7,0 0-5,0 0-6,0 1 0,5-1-11,2 3-11,4 1-22,-5 4-1,-2 4 0,-5 5-5,-2 2 11,0 4 6,0 2-6,0 14-23,-4 7-3391,-2 2 3397,-6 2-5,-5-10-308,-6 0 319,-5 0-12,-3-2-436,-4-2 459,-4-3-6,-3-2 12,-2-2-6,0-3 6,1-2 27,-13-1 1,13-7-1,-5 0 12,18-7 17,4-4-1,5-1 1,5-5-12,4-3 3002,4-1-3019,5-1 423,4 0-434,6 1-5,3 2 0,3 2 0,1 2 713,1 1-724,0 4-1,-3 1-10,-1 1 5,0 3 5,-2 2-10,1 4 10,0 2-72,9 11-6,-5-4-44,7 7-349,2 3 29,-6-7-698,9 5 250,-10-8-50,1-2-68,0 0-1176,-2 0-6441,-1-3 7812,-5-1 1,-7-7 0,-4-1 0</inkml:trace>
  <inkml:trace contextRef="#ctx0" brushRef="#br1" timeOffset="732937">27292 4968 23511,'-24'-41'73,"6"9"-50,20 32 5,3 0-6,3 1 6,3 1-17,1 1 12,3 1-1,0 0-5,1 0 5,1-1 6,-1 1-5,2 0 10,-1-1-10,0 1-1,1-1-5,-2 1-17,1 0 11,-1 0 0,0 2-11,0-1 11,-3 2-11,0 1-5,-3-1 5,0 3 0,-2-1 11,-1 2-5,0 0 5,-2 2 6,0 1 5,-2 1 12,1 1-6,-3 0 0,0 1 0,-1 2 5,0 0 23,-1 3 6,-2-1-12,-1 3-5,-2 1-11,0 0-6,0 0 0,-2 0-6,1 0 0,0 0 6,-2 1 0,1 0 0,-1 0-11,-2 1 6,0-1-7,-2 1-4,-1-1-7,0 0 6,-3 0-5,0-2 5,-3-2-5,0-1-17,-3-2-29,0-2-60,-3-2-130,0 0-1192,-14 2-836,7-5 1800,-14 2 0,28-9 0,2-1 0</inkml:trace>
  <inkml:trace contextRef="#ctx0" brushRef="#br1" timeOffset="737353">20180 6087 22951,'18'-30'320,"-1"9"-236,-7 29-17,0 2 0,0 3-17,-1 2 6,-1 4-5,-3 2-12,-1 5-4246,-3 4 4235,-5 3 0,-4 3-434,-16 20 417,1-12-338,6-14 0,-1 0 316,-10 12-5,0 0-13,0-1 7,1-3-34,0-2-22,2-2-17,1-3-51,1-3-106,1-3 17,1-3-84,1-5-107,2-3-218,1-3-443,1-4-689,1-3 829,2-2 947,0-4 0,6 1 0,1-1 0</inkml:trace>
  <inkml:trace contextRef="#ctx0" brushRef="#br1" timeOffset="737804">20375 5885 21086,'-36'6'448,"5"2"-375,23 9-12,2 2-10,1-1-18,2 2 12,2-3-17,2 0 17,2-2 5,2-1 17,5-3 6,0-1-5,4-3-1,0-3-5,1-2 11,1-1 0,1-3 11,0-3 0,-1-3 11,0-3 11,-4-1 124,1-10-1,-5-6-105,-1 0 16,-4-1-6,-4 9 17,-3 2-5,-1 0-12,-2 2-5,-3 3-28,2 1-17,-3 1-23,1 2-27,0 1 0,0 3-12,1 0-16,1 3 5,0 0-17,2 1 1,1 0 5,2 3 0,0 1-17,1 2 0,1 3-28,0 1-22,1 3-67,0 1-90,0 2-135,0 1-246,1 2-549,2 0-1220,3 1 2374,4 2 0,-4-9 0,-1-1 0</inkml:trace>
  <inkml:trace contextRef="#ctx0" brushRef="#br1" timeOffset="738053">20693 6116 17120,'-4'0'3048,"0"0"94,4 0-3170,51-40-39,-24 29-1800,6-10 1,2 3 1665,-2 16-1764,-1 2 1589,1 3-1637,-1 1 1117,-3 4-2694,4 9 67,-13-2-3395,-1 6 7023,-14-7 1,-2-7 0,-3-3 0</inkml:trace>
  <inkml:trace contextRef="#ctx0" brushRef="#br1" timeOffset="738244">20694 6421 23366,'26'-18'-17,"0"0"0,21-13-72,-22 25-91,2 0-100,2 0-162,0 1-4712,2-1 3385,1 1-3449,1-2 5218,5 1 0,-18 2 0,0 0 0</inkml:trace>
  <inkml:trace contextRef="#ctx0" brushRef="#br1" timeOffset="738636">21575 6084 15384,'0'-3'3529,"0"1"1142,0 2-4329,-27-26-40,11 28-167,-18-19-18,18 33 1,3 0-12,-1 2-3391,-1 2 3374,-1 2-1255,1 0 1233,2 0 1,0 7-46,7-8-5,0 5-6,7-10 11,3-1-16,4-2 0,3-2 5,4-1 0,0-1 0,3-2 0,-1-2 2802,10-2-2797,-7-1 18,6-4-1546,-8-2 1546,-2-3 6,0-3 10,-4-1 0,-2-3 6,-2 0 17,-4-1 6,-2 0 100,-6-9 50,-5-4 23,-7-9-44,-4-2 3335,2 2-3476,7 10-28,5 6 23,4 3-40,2 6-11,0-2-27,1 7-68,0 3-84,2 1-1149,-1 8-1063,-1 2 2380,1 7 0,-1-7 0,0 0 0</inkml:trace>
  <inkml:trace contextRef="#ctx0" brushRef="#br1" timeOffset="744411">18466 7585 21898,'-12'-44'299,"1"1"0,1 3 0,-2 10 9,-8 20-90,-5 4-123,-1 0-5,-3 6 16,6 4 6,-3 2-3392,-2 6 3381,-3 2-17,-1 4-59,-1 3 59,-18 17-59,25-16 1,0 3-217,-6 5 0,2 0 193,7-5 1,2 0 9,-11 20-18,17-16 0,5-1 18,3-2 4,7 6 3139,4-11-3144,14 8 61,12-18-66,2-1-1,6-8 6,-9-7 12,0-3-2742,1-5 2753,-1-4-2275,1-5 2269,-1-3 6,-1-3-6,-1-4-854,6-19 860,-10 9-23,-9 13 0,-1-1 28,2-14 12,-1-3 5,-2 1 1659,-2-1-1648,-5 15 1,1-1 16,-1 1 0,0-1 0,3-29 1817,-1 10-1805,-4 20-1,0 3 0,0 3-16,0 4 1612,0 3-1640,1 4 70,0 1-99,0 5-5,1 2 241,0 6-258,1 12 0,0 3 17,1 10-17,-3 1 0,-2 6 0,0 23-177,-2-8 177,-1-14 0,-1 0-11,-2 17-1563,-2 0 1557,-2 1 6,0 0-2455,1-2 2387,1-1-55,1-3-116,0-1-787,2 13-1679,5-2-7115,6 3 9445,-1-20 0,2-19 0,-6-13 0</inkml:trace>
  <inkml:trace contextRef="#ctx0" brushRef="#br1" timeOffset="744786">18809 7586 23797,'-21'1'185,"6"7"-163,16 3-5,3 3 5,3-4-5,0-2 17,3-2-1,0-1 12,2-2 67,4-2-39,-5-2 0,2-2 5,-5-2 29,-3-2 100,0-4 73,-3-2-135,-1 1 7,-4 0 128,-7 2-45,-4 0-3531,0 1 3380,0 1-6,4 3 0,2 1-10,0 1-7,2 0-5,1 1-22,1 0 3375,2 1-3404,0 0 1,0 1-17,1 1-12,0 4-38,1 0-46,-1 4-615,3 3-343,1-1-1534,2 4 2599,3-4 0,-4-4 0,1-2 0</inkml:trace>
  <inkml:trace contextRef="#ctx0" brushRef="#br1" timeOffset="745561">20184 7699 22811,'-3'-32'168,"0"0"0,-4-17-62,-2 54 242,-2 3-259,-2 4 69,-1 3-96,-2 2-23,0 4 6,0 3-412,-1 2 383,1 2-4,0 2-12,4 1 0,1 1 0,4 0 5,4-3 6,4-1-11,3-4 122,6-2-133,3-4 16,5-2 1,2-2-6,4-3-6,1-3 18,2-2-7,2-3 6,-2-1 6,0-4-17,-3-3 23,-1-4-7,-2-3 12,-1-2-11,-3-3 22,-3-2 23,1-15-12,-8 5 425,0-12-358,-9-5-49,-4 11-643,-4-9 643,-4 18-1,-2 2-6,-3 2 12,-2 2 73,-12-3-90,7 8 5,-6-2 35,5 7-56,9 5-29,-3 1-6,11 3 637,2 1-648,1 3-5,2 2-17,0 3 0,2 3-18,1 2-21,2 1-78,0 2-113,3 0-196,2 2-330,4-1-576,4 1-1279,2 0-6143,1-3 8380,-2-2 1,-6-6-1,-3-4 1</inkml:trace>
  <inkml:trace contextRef="#ctx0" brushRef="#br1" timeOffset="745937">20648 7594 23610,'-24'-29'42,"-1"0"0,-12-17 758,45 47-772,2 1 355,3 2-366,3 2-6,1 1-5,2 2 197,2 1-198,1 2-38,3 2 44,1 0-22,2 2 529,0 1-501,2 2-40,-1 1 12,-1 0 58,-2 1-69,-2 0 22,-5 0-17,-6 0 12,-5 11-12,-11-9 22,-6 8 1,-7-10-6,-6-2 6,-3 1-1,-3-4-5,-2 0-5,0-3 16,0-1-11,2-2 5,4 0 12,4-2-28,4 0 22,3-2-22,4 0-28,2-1-40,3-1-117,1 0-213,2-2-364,3 1-700,2-2-1837,3 0 3310,6-1 0,-6 0 0,0 0 0</inkml:trace>
  <inkml:trace contextRef="#ctx0" brushRef="#br1" timeOffset="746206">21352 7696 24531,'6'-35'72,"4"6"-83,7 28-34,4 0-50,3 1-106,3 0-141,3 0-5867,2 1 5251,0 2-115,1 3-2287,-1 2 3086,2 2 0,-17-4 0,-1 0 0</inkml:trace>
  <inkml:trace contextRef="#ctx0" brushRef="#br1" timeOffset="746410">21292 7979 13099,'-5'1'4598,"1"1"1838,4-2-6358,72-25-3013,-41 15 2955,13-6 0,0 1-9,-16 5-6,1 0-44,-1 1 838,2-1-1006,-1 2 280,2 0-874,-1 0-852,0 1-1864,1-1-5384,-4 1 9306,-4 1 0,-11 4 1,-5 0-1</inkml:trace>
  <inkml:trace contextRef="#ctx0" brushRef="#br1" timeOffset="746787">22065 7620 17070,'1'-3'3702,"0"1"656,-1 2-4207,-39 0-22,19 7-50,-30 2-1,28 9-5,4 0-28,4 0 11,3 1-28,4-1-11,2 0 27,5 8-32,3-6 4,5 5-4,3-9-7,3-1 1,3-3-6,3-1-3375,4-2 3397,0-2-1211,2-3 1200,1-2-93,-1 0 93,0-5 1,-2-2 16,-2-4 16,-2-3-21,-4-3 27,-3-1 6,-3-3-5,-5 2 27,-2-2-1057,-3 3 1080,-3 0 183,-10-5-167,1 7-10,-8-4 5,6 8-17,-2 1 0,0 0-11,1 0-45,1 2-5,0 0-23,2 1-5,2 0 5,1 2-11,2 1 2257,3 1-2330,1 0 3292,2 1-4371,0 1 0,1 0 0</inkml:trace>
  <inkml:trace contextRef="#ctx0" brushRef="#br1" timeOffset="752445">23074 7878 18459,'0'-3'1804,"0"1"1276,0 2-3024,0-14-5,2 15-18,1-9-5,3 21 0,-1 0-11,1 3 11,-1 0-11,-2 2 5,-1 0 23,-4 1-34,-3 0 17,-3 2 6,-8-1-12,-4 0 12,-6 0-12,-3 0-1348,-4-2 1348,-3-1 6,-1-1 0,0-2 17,1-3 22,2-3-774,3-3 802,4-3 6,6-2-12,5-4 1,6-2-34,5-6 1226,3-3-1248,6-3-17,3-4 11,7-4-28,4-3 22,3-3-2505,4-3 2499,2-2 7,1-1-489,0-1 488,-2 1-5,-3 1 11,-5 2 11,-3 3-11,-5 2 6,-3 2-6,-5 2 0,0 0 61,-4-9-44,0 10 34,-3-7-1,0 12 0,-1 3-21,0 2-12,-2 2 3175,-2 0-3186,2 5 693,-2 1-716,4 5-5,0 2 22,-1 1-17,0 2 6,0 3 0,0 2-23,0 3 0,1 2 12,1 2-6,0 2 11,4 1 0,0 3-11,9 11 0,1-5-5,9 10-1732,2-10 1725,2 2 7,3 0-249,3 1 248,4 2-22,0 1 17,3 1 5,-1 0-11,2 1-5,-4 1-12,0 3-5,-3 2 6,-2 3-58,-2 2-1757,-5 0 1669,-3 1-17,-9-1-17,-4-1-224,-11 0-380,-5-4-696,-8-1-1057,-5-4-1161,-2-2-6100,3-6 9592,1-5 1,12-11 0,4-6-1</inkml:trace>
  <inkml:trace contextRef="#ctx0" brushRef="#br1" timeOffset="753080">23891 7963 18358,'0'-3'1563,"1"1"1641,-1 2-3165,-4-6-5,-5 8-6,-6-3-6,-4 9 6,-3 1 6,-11 1-12,6-3 1,-9 0 27,12-5 12,2 0 22,2-5 5,5-1 51,3-11-101,7 1 6,2-7 17,15-9-29,0 4-27,11-10 28,11-6-12,-7 10-414,10-10 420,-12 14 12,0 1 4,-2 1 12,-3 0 17,-3 2 6,-4 0 100,-1-11-101,-7 8 1,0-7-12,-5 10 11,-2 2 493,-7-6-420,-7 2-3459,-1 3 3381,-3 6-1453,5 10 1443,0 2-7,0 2-28,0 2 5,1 1-5,0 1-28,1 4 17,-1 3-11,2 3-1,1 1-1801,2 2 1807,2 1 266,3 2-266,2-1 1042,4 2-1042,4 1-11,6 1 0,6 2-1632,4 2 1632,7 2-12,4 1 7,6 2 638,-8-7 0,2 1-650,17 12 290,-17-10 0,-1-1-289,12 13-7,-6 0-5,-5 0-17,-8 0-5,-8-2 11,-9-1-40,-9-1-22,-9-2-341,-23 15 1119,10-24 0,-3 0-1274,-7 5 1,-1-1 44,5-7 0,1-1-1783,-22 10 1830,13-11 1,19-9 0,1-1-1</inkml:trace>
  <inkml:trace contextRef="#ctx0" brushRef="#br1" timeOffset="754004">24977 7627 20821,'6'-44'579,"-1"0"0,-1 4 0,0 6-5080,-4 10 4837,0 3-1013,-2 2 901,1 2 1040,-1 2-1113,1 3 81,0 1-131,1 2 2252,3 2-2297,0 2 3369,3 1-3397,0 1-11,4 2-6,-2 2 12,6 8-18,-7 1-10,1 9 16,-5 1 6,-1 3-12,-2 4 12,-9 19-17,1-8-240,-10 15 240,2-12-828,-1 0 823,0 1 10,-1-1 1,3-1-3,4-7 0,0 0-3,1 7-12,-3 15 7,11-33 16,2-5-11,0-3 0,2-2 6,1-4 33,1-4 11,0-1 12,-1-3 220,0-2-237,0-2 841,1-5-847,1-11-22,-1 1 11,1-9 6,0-11-720,-2 6 675,2-14 22,0 12 6,1-17-11,0 14 5,1-11 0,-1 17-5,2 2-34,-1 2 56,5-7-22,-4 11 5,4-3 11,-5 13 1,1 3-1,-3 4 1,-1 1-7,-1 4 688,-3 1-687,1 0 59,-1 5-59,-2 2-17,-1 6 11,-2 4-22,-1 3 11,-1 5-5,-1 2-1,1 4-662,0 1 662,0 2 6,1 2-22,1-1 2,2-2 0,2 1-30,-1 7-28,1 21-79,1-34-118,0-2-201,0-3-331,0-2-503,0-2-1250,1-1-6682,-1-4 9242,1-3 0,-1-6 0,0-1 0</inkml:trace>
  <inkml:trace contextRef="#ctx0" brushRef="#br1" timeOffset="754427">25777 7668 19249,'1'-6'1669,"0"0"-964,-1 6 1127,0 0-1434,33-61-952,-22 42 652,8-15 0,-2 3 70,-12 25 157,-1 1-247,-1 2-16,-2 2 5,0 1-33,-6 7 22,-22 17-28,-13 11-426,16-15 0,-2 0 420,-25 16 1,11-8-7,-3-1-4,2 0 4,1-1-16,6-1-331,-2 8 325,14-10 29,2 6-6,14-13 11,4-1-6,4-2-5,4-1-6,4 0 6,4-2 1403,3 1-1398,3-2-5,4 1-11,2-1-12,4-2-11,16 4-360,-8-4 321,10 2-56,-15-4-106,-1-1-152,-1-1-291,-1 0-548,-1-1-1658,1 0 2867,2 0 0,-16-1 0,0-1 0</inkml:trace>
  <inkml:trace contextRef="#ctx0" brushRef="#br1" timeOffset="817310">26375 7660 9498,'-5'6'3892,"1"-1"-2301,4-5 677,0 0-1814,-3-17-40,9 9 360,7-18-410,4 16-45,4-4-22,-8 4-28,-3 1-40,-2-1-5,-2 0-6,-2 0 1,0 1 150,2-3-234,-2 2-23,1-1 22,3 3-89,-2 2-17,5 1 45,4 3-45,-2 1-11,6 0 5,4 7-28,5 5 1,8 10-12,-6 2 0,-3 1 0,-10-3-5,-3 1 11,-3 1 11,-4 0 0,-8 11 0,-13 1-3392,-2 0 3403,-11-4-957,5-12 952,0-1 16,0-2 12,1-2 5,2-2 6,2-3 79,-1 0 83,4-4-84,2-1 11,5-4-16,6-2-17,0-2 16,1-2-33,0 0 6,1-2 5,2-1 2963,5-4-2952,2 1 1393,5-1-1460,1 6-5,3 4-29,-1 7 1,3 1-6,-3 5 17,3 2-17,2 4-6,2 1-16,14 15 11,-1 9-195,-16-16 1,-1 3 194,7 26 17,-20-4-6,-15-14 0,-14-8-178,-26-7 178,6-6-11,-18 2 22,14-10-11,-1 0-28,1-4-45,4-1-409,-9-7-190,18-1-1131,-2-8 1803,21-15 0,7 16 0,3-8 0</inkml:trace>
  <inkml:trace contextRef="#ctx0" brushRef="#br1" timeOffset="819896">27581 7898 11659,'0'-6'4795,"0"1"-2930,0 5-1052,-6-63-1978,3 39 1425,-1-13 1,0 2 187,3 18-78,-1 1-46,2 2 558,0 1-635,0 2-23,2 1-39,0 2 262,2 0-318,0 3-45,0 1-22,-2 2 966,0 1-967,-2 5 12,0 1 0,0 7 11,-2 3 0,-2 4 17,-2 4 5,-2 3-39,-1 3 1,0 4-35,2-1 6,1 1-616,2-4 633,2-1 0,1-2 0,1-3-284,3-1 290,1-2 10,3-3 85,4 5-50,-2-8-7,3 3 130,-3-6 502,-3-5-598,1 0 321,-3-4-327,2-2-16,1 0 40,10-8-62,12-7-68,4-4 6,10-8-1594,-2 5 1577,8-4 3,-20 11 0,0 1-14,4-3 0,0 1 5,4-2 1,1 0-1,2-1 1,1 0-9,1 0 1,1 0 13,0 0 0,-1 1-6,0 1 1,0 0 0,-4 2 0,0 0 2,-4 2 0,-1 0 4,23-8 4,-12 3-10,-12 4-12,-6 1-33,-13 7-50,-3 0-79,-9 5-180,0 1-391,-3 3-897,-1 2-2163,-3 4 3799,-1 3 0,3-5 0,-1 0 0</inkml:trace>
  <inkml:trace contextRef="#ctx0" brushRef="#br1" timeOffset="827810">19268 8752 9957,'0'-3'5522,"1"0"-749,-1 3-4460,25-51-33,-18 35 157,18-41-258,-25 50-50,0-1 84,0-2-118,0 2 6,0-2 79,2-1-1,1-2-17,3-3-83,-3 3 10,0 3 6,-3 3-11,0 1 0,0 0-16,0 0 38,-5-1-78,1 2 6,-5-1-23,1 3 11,-1 1-5,-2 1-11,0 0 10,-2 2-4,-1 1-1,1 1-6,-2 2 7,-4 6-12,3-2 5,-2 4-5,2 3 6,4-4-6,-1 6 5,5-6 1,1 2-17,-2 9 22,0 5-11,0 2 0,0 1-11,1 2 11,3-8 5,-2 7-5,4-12 6,1-1 5,1-2-5,2-1-3404,2-2 3398,2-1-1239,3-2 1234,1-1 5,1-2 0,2-2-6,1-2 12,2-2 2783,1 0-2783,2-5 0,2-1 1807,0-5-1802,11-8 11,0-8-10,-2-1 10,-3-1 45,-8-4-33,-5 7-1,1-8 7,-7 9-7,0 3 29,-2-7-29,-1 9 12,-1-5 39,0 6-39,-2 6 0,1-2 16,-1 7-5,-1 1-5,1 2-12,-1 1 17,1 0-73,-1 6 28,0 1 12,-3 11-6,0-3-6,-3 8 0,0-3 6,-1 1 11,-4 13-11,0 4-6,0 1-11,3-3 0,5-12 11,2-1-5,1-1-12,2-1 6,2-2 0,4 0-11,2-2 28,3 0-29,3-3 18,2 0 5,2-3-16,1 0 5,12 0-12,-7-4 12,9-1 0,-12-3 12,0-3 4,9-6-4,0-7 49,7-11-38,-13 2-525,-4-3 524,-11 7-22,-1-1 39,-1-7-16,-4 7 5,-1-6-6,-3 10 12,-1 0 16,-1-5-22,-1 5-11,-1-2 22,-1 7 513,1 2-524,1 1 17,1-3-50,0 4 5,1-2 11,0 4 11,4-2-22,1 2 11,6-2-11,1 3 0,2 0 12,3 0-7,2 0-10,2 1 5,1 0 11,1 0-3403,6 2 3397,-9 1-16,4 0 22,-12 2-22,-2 1 17,-3 1-6,-1 3 0,0 0 3397,-2 2-3397,0 0 6,-1 2 0,2 7-6,-2-1 5,3 13-5,-2-9-5,0 7 21,-1-6-21,0-1 16,0 0-5,1 0-12,-1-1 6,2 1 0,-1-2-6,2-1 12,4 7-17,-2-9 22,5 6-11,1-6 0,-1-5 0,4 0 11,-5-6-11,3-2 11,8-3 6,-4-3-28,8-2 28,-7-4-17,0-1-6,-1-2 51,1-3-45,-3 0 17,1-2-6,-3 1 0,-2-1 0,-2 0 12,-2 1 5,-2 1-6,-3 0 12,-2 0 5,-2 0-17,0 0 6,-1 0-5,-2 1-18,-3 0 23,0 1-16,0 1-1,0-1 6,1 2-6,1-1 12,0 2-18,2 1 7,1 1-12,0 2 5,2 0 1,1 3 5,1-1-5,2 2 5,3-1-11,0 2 0,3 0-6,2-1 17,2 2-11,1-1 0,2 1 6,1-1-23,1 1 17,1 1 0,2 0 6,-1 0-6,1 2 11,-2 0-17,-1 1 12,-2 0 11,-2 1-17,-1 1 17,-2 1-17,-2 1 5,-1 1 23,-2 1-11,-2 1 11,0 2 0,-3 1-22,0 0 22,-1 2-6,-1 0-5,1 2 0,-1 0-6,1 0-17,1-1 6,0 1 11,0-1-22,1-1 17,0 1-23,4 7-5,-1-5-130,6 7-111,-1-6-622,12 7-280,-6-6-1031,9 5-1797,-7-11-1805,-1-1 5798,4-1 0,-11-6 0,0 0 0</inkml:trace>
  <inkml:trace contextRef="#ctx0" brushRef="#br1" timeOffset="828310">21590 8550 20402,'33'-41'162,"-12"7"1682,-44 34-1804,-3 2 698,-6 1-698,-4 2-621,-3 0 598,-2 1 5,0 0-11,1 0 6,4 0 436,-4 0-442,15-2 23,1-1-23,17-3 11,3 0 57,2 0-46,11 3 7,-4-1 999,7 3-1016,-4-1 779,-2 1-774,0 2 16,-2 1 19,0 2-7,-2 1 22,-2 2 12,0 1-23,-2 2 90,-5 11-23,-3 5-72,0 0-12,0-1 0,3-9-5,3-1-11,-2 1 5,2 1 17,0 0-11,2 3-3420,0 0 3403,0 0-28,2 1-12,0-1 24,4 0-35,3-1-33,16 6-2223,0-8 2256,13 3-61,-4-12 2206,3-3-2379,0-2-203,1-4-335,-1-2-717,0-2-2011,-1-5 3523,2-3 0,-16 2 0,-2 0 0</inkml:trace>
  <inkml:trace contextRef="#ctx0" brushRef="#br1" timeOffset="829560">22293 8880 12416,'5'-6'2873,"-1"1"-1736,-4 5 4385,0 0-5241,20-35-63,-16 25-50,14-26-33,-22 34-6,-2 1-29,-2 1 24,-2 2-18,-3 1-11,0 4-11,-2 2-11,-1 3 5,-1 2-10,-1 2-1,1 2-11,-1 3-6,2 0-16,2 3-12,3-1-3397,1 1 3386,4 1 0,3 0-196,2 0 185,3-1 12,2-2-12,5 0 11,4-3 0,2-1-11,3-2 17,2 0-23,1-3 29,12 1-29,-8-6 12,6-2-6,-10-4 22,-3-4 6,-2-1 3298,-1-5-3287,-1-3-6,-2-2-10,0-3 22,-3-4-3102,0-1 3085,-2-3 34,-2-3-40,-1 0 73,-2-13-50,-2 11 17,-3-7-1,-4 14 6,-3 3 1,-2 1 10,-2 2 0,-1 3-22,-1 2 0,1 1 0,-1 2-11,2 1-17,0 3-17,1 0 6,0 3-6,1 0 17,1 1-16,0 3-18,1 0-5,1 4 0,1 2-29,1 1 12,1 1-33,2 3-51,1 2-34,2 0-100,0 4-202,2-1-252,2 2-493,3 1-784,4 0-1827,1 2 3804,4 2 0,-7-12 0,1-1 0</inkml:trace>
  <inkml:trace contextRef="#ctx0" brushRef="#br1" timeOffset="829822">22944 8863 24833,'1'-11'230,"1"7"-214,-5 28-4,2 2-1,-1 2-22,1 2-5639,0 1 5645,0 1-6,0-1 965,-1 27-1251,1-22-151,-2 19-241,2-28 536,-2-3-1472,2-2-1321,-1-1 2946,0-1 0,2-10 0,-1-1 0</inkml:trace>
  <inkml:trace contextRef="#ctx0" brushRef="#br1" timeOffset="830053">22791 9122 15087,'-6'-3'4235,"1"1"50,5 2-4224,38-46-55,-12 34-667,2-12 0,3 2 633,8 22-12,1 1-50,2 2-66,-1 0-108,0 1-167,-2 0-1193,11 1 173,-14-1-795,9-1-1776,-20-2 4022,2-1 0,-14 0 0,-1 0 0</inkml:trace>
  <inkml:trace contextRef="#ctx0" brushRef="#br1" timeOffset="830327">23541 8872 14807,'0'-3'5064,"0"0"576,0 3-5573,-10-44-27,8 32 16,-8-29-17,10 46 28,0 4 6,1 3-6,1 4 151,4 22-162,-3-10 6,1 19-17,-3-19 0,-1 2-1,0 0-392,-1 0 404,-1 1 9,-5 11-48,2-11-3274,-6 18 3262,4-23-702,-3 4 647,4-12 51,-1-2-388,1-2-408,-1-1-963,1-1-8073,-1-1 9315,2-4 1,2-1-1,1-5 1</inkml:trace>
  <inkml:trace contextRef="#ctx0" brushRef="#br1" timeOffset="831353">24026 8907 22156,'-6'-26'521,"0"5"-353,6 21-6,2 0-22,1 0-28,4 0-33,3 0-12,3 0-5,3-1-6,4-2 11,4 0-22,2-1-6,3-1-6,0 1 1,0-1 5,-1 1 0,-3 1 1,-3 0 4,-5 1 12,-5 0 6,-3 2 11,-4 0 16,-2 0-5,-2 0 6,0 2-12,-1 2-16,0 2-17,0 1 16,0 1-10,0 1-12,1 2 17,0 1-11,2 2 0,1 2-1,1 1-21,1 3 5,1 0 0,1 2 5,0 2-16,-1 2-11,1 3-510,-1 0 521,0 4 28,-1 1-6,-1 0-33,-2 2 10,-2-2-16,0-1-5,-5 0 38,-2-3-27,-5 0 0,-3-3 5,-3-1-39,-2-2-11,-2-2-17,-1-3-40,0-2-294,1-1 99,3-4-191,5-2-296,3-4-746,4-3-2414,2-1 3938,3-7 0,1 4 0,0-3 0</inkml:trace>
  <inkml:trace contextRef="#ctx0" brushRef="#br1" timeOffset="831672">24858 9024 24547,'12'-44'45,"5"8"-67,15 33-17,4 0-57,2 2-60,3 0-444,19 2-1576,-16 2 1325,12 1-477,-22 4-587,-4 0-779,-5 2-555,-5 1-757,-5 0 3339,-5 3 1,-5-6 0,-2-1 0</inkml:trace>
  <inkml:trace contextRef="#ctx0" brushRef="#br1" timeOffset="831835">25064 9193 22770,'-35'24'112,"1"0"0,0-1 0,16-8 967,26-18-1074,6-1-38,5-2-46,6-2-122,5 2-286,4-2-4082,3 0 2104,2 0-7366,-3 2 9643,-5 0 0,-15 3 0,-8 1 0</inkml:trace>
  <inkml:trace contextRef="#ctx0" brushRef="#br1" timeOffset="833288">26564 9129 12418,'-13'-42'463,"0"1"0,2 2 0,-1 10 2674,-6 19-2902,4 4 1370,-5 1-1437,6 3-23,0 2 844,-1 3-888,0 2-6,-2 3 0,0 3 0,-1 1 17,-1 3-33,-2 2 5,-2 1 0,-1 2-40,0 0 1166,-1 2-1176,2 1-677,2 1 688,3 1-2466,3 0 2426,2 1-689,5-1 684,3 1-610,2-3 621,5-1-976,2-1 965,6-4 958,3-2-952,5-3 0,3-2 5,2-4 582,14-2-605,-11-4 7,10-4 44,-3-10-22,-8 0 2039,7-7-2039,-14 1-6,0-1 6,-2-4 16,-1-2 12,4-16-28,-5 9 3097,2-7-3053,-4 6-10,-6 13 10,0-3 931,-5 13-919,-2 4 0,-1 2-23,-1 2-39,-3 2 12,-2 2-23,-1 2 22,-1 2 12,-6 11-6,0 5-17,-2 3-6,3 2 7,6-5-12,0 2-3381,2 1 3370,2 1 5,0 0 17,2 11-180,0-7 175,2 6-12,2-11 0,2-2 1,4-1 10,2-1 1,3-3 3294,13 3-3295,-4-7-5,7-1 23,3-8-18,-8-3-10,10-3-1,-10-4-5,2-3 17,0-2 5,-1-3 6,0-1 261,-2-2-284,-1-3 6,-2-1-3392,-3-1 3387,-2 0 10,-1-9-5,-5 0 11,-2 2-11,-6 4 6,-5 10 34,-1 2-1,-4 0-22,-1 2 11,-6-4-28,4 3 3409,-1-2-3387,6 0-22,4 5-11,2-2 5,10 1 6,1 4 6,16-2 5,-5 4-11,8 1 6,-4 2 16,13 1 0,-7 0-33,8 1 6,-3 1-18,-10 0 34,3 1-27,-10 3 32,-8-1-16,0 2 6,-6-1-12,-1 0-5,-1 2 22,0 0-16,0 1 10,1 1-5,0 2-11,0 0 11,1 2-5,1 0 10,-1 1-5,1 2 0,0 0-11,-2 2 0,0 1 11,-2 2 17,-1 9 5,0-7-28,-2 14 18,0-17-35,1 3 23,-1-9 0,1-2-5,0-3 16,1-1-11,1-2 5,2-1-10,1-3-1,3-1 1,2-2 5,11-7 16,8-7-16,13-12 0,-6 2-935,-2-5 946,-12 7-11,-1-1 17,-2-1-23,-3 2 51,-2-7-28,-6 7 27,-2-3 7,-6 2-18,-2 8-5,-2-5 6,0 8 958,1 0-931,1 0 35,1-4-57,1 5-6,3-3 7,1 7-12,2 1-12,2 2 7,1 1-18,1 1 7,2 1-1,1 0-6,1 1 7,1 0-7,4 1-5,-5 0 11,6 0 1,-11 0-7,4 0 6,-6 1-22,1 0 11,-1 2-5,1 0-1,0 2 45,5 3-11,2 4 0,3 6-22,-3-2-6,-4 4 5,-5-4-21,-2 3 16,-2 1 0,0 1-17,-1 11 17,0-8-6,-2 8-206,0-9 168,0-1-68,-1 0-129,1-1-280,0 0-499,1-2-1074,0-1-3860,0-1 5158,0 0 1,0-8 0,0-1 0</inkml:trace>
  <inkml:trace contextRef="#ctx0" brushRef="#br1" timeOffset="834593">28476 8938 22196,'12'-42'655,"-2"10"-186,-10 31 12,0 0-295,-2 0-113,-3 1 9,-4-2-42,-4 1-7,-4 0-10,-3 1 5,-4 0-6,-3 0-16,-1 1 10,-1 0 1,1 2-11,2 0 11,3 1-12,4-2-10,4 0 5,5 0 164,3-1-159,4-1 63,1 0-40,2 1-28,0 1 11,1 0 0,0 1 17,0-1-6,0 2 23,-1 1 0,0 1 5,0 2 29,0 1-6,0 2 5,0 1 0,0 0-16,0 3-17,0 1 16,0 2-5,0 2 1,0 2 21,-1 2-5,-1 2 6,0 2-1,-2 1-22,-1 1 0,-2 1 0,-2 0-22,-1 0 5,-1 0-11,0-1 17,-2 10-40,4-11 1,3 6-1,4-15-21,7-2 27,3-1-56,8-2-45,6-2-83,5-2-3555,7-4 3134,6-3-437,6-2-780,6-1-1297,3-4-6010,-3-1 9036,-8-1 0,-21 1 1,-9 3-1</inkml:trace>
  <inkml:trace contextRef="#ctx0" brushRef="#br1" timeOffset="835044">29024 9026 18930,'-1'-2'2156,"1"-1"1451,0 3-3478,-21-16-12,8 17-5,-18-9-11,13 23-28,0 1-23,1 3-16,1-1-23,0 3-3392,4 0 3393,1-1-7,2 1 6,4-1 1,2 1-1,2-2-11,3 0 5,3-3-21,3 0-7,4-2-10,2-1 21,1-2 7,7-2 16,-5-4 3370,4 0-3364,-8-5-12,-1-1 18,-2-4-18,1-3 18,-2-3 0,0-2-1,-3-3 23,-1-2-23,-2-13 12,-1 8-29,-2-10 23,-2 12 23,-2 0-23,-3 3 17,-2 2-3381,-1 2 3364,-1 2-108,0 3 113,1 1-5,0 3-11,2 1-11,2 2-6,1 1-17,2 0 11,0 1-22,2 2-22,0 1 3069,2 7-3473,2-1-247,4 4-1141,4-2-2685,4-1 3679,4 1 0,-8-5 0,-1-1 0</inkml:trace>
  <inkml:trace contextRef="#ctx0" brushRef="#br1" timeOffset="835462">29399 8971 24178,'30'-31'213,"-2"7"-185,-14 24-6,1 0 23,1 0-12,0 0-5,2 0 6,-1 0-6,0 1 50,6 1-27,-6-1-18,4 3 29,-9-3-12,0 1 1,-3 0 22,-2 1-6,-1-1 129,-1 4-107,-2 0-4,0 1-23,-3 1 10,0 1-4,0 2-7,0 2 6,0 2-27,-1 2 10,-2 3-22,1 3 28,-1 16-28,2-7 6,0 12-29,8-11 1,3 1-4,2-4 1,1 1-14,11 23 0,1 0-324,-10-23 1,-1-2 309,2 4 0,-5-2-71,-17-6-27,-11-4-269,-36 3 16,3-9-1041,13-6 1,-2-2 800,7-2 0,0-2-1353,-1-1 0,-2 0 1475,-4 0 1,1-2 0,-2 1-1,1-1 1</inkml:trace>
  <inkml:trace contextRef="#ctx0" brushRef="#br1" timeOffset="837406">18711 9778 9184,'7'-4'6553,"-1"1"-5142,-6 3 2404,0 0-3569,5-20-39,-6 15-28,2-15-44,-8 20-18,0 0-16,0 0-22,0 1-12,-2 2-22,1-1 11,-1 2 6,-1-1 0,-1 1-18,-1-1 1,-3 1-22,-1 0-7,-4 0 7,-1 0-12,-2 1 17,0-2 6,0 2-1,0-3 29,0 0-12,3-2 12,3 0 27,2 0-10,5-2 22,2 0-6,4-1-28,2 0-17,0 0-16,2 0-12,0-1 1,2 1 16,0 0-11,2 0 11,1 0 23,-2 1-17,2 1-1,-2 0 12,1 1 6,-3 0 16,0 2 6,-1 2-11,0 2-6,0 2-16,-3 2-6,0 3 16,-3 0 6,0 3 6,0 0 0,-1 3-11,0 1 5,0 3-6,0 3 18,-2 1-203,1 4 220,-3 2-1,-1 2-6,-1 3-5,-3 1-22,-1 4 0,-1 0-1,0 2-33,0 1-1118,0-1 1113,4-1-18,2-2 35,4-5-29,4-3-11,4-4 0,5-5-22,3-3 22,7-5-12,4-3-2928,5-4 2901,5-4-184,3-2 77,5-5-184,4-3-141,6-4-960,3-3-1107,5-3 2538,-22 6 0,-2 1 0,3-2 0,-1 1 0</inkml:trace>
  <inkml:trace contextRef="#ctx0" brushRef="#br1" timeOffset="838705">19415 10041 17307,'-25'-29'616,"6"4"1568,23 19-2021,0-2 808,0 0-725,2-6-150,-2 3 462,6-11-541,-2 7 1488,5-4-1483,0 6-11,4 1 17,1 1-11,2 2-17,9 2-11,0 4 16,6 8 7,-11 2-29,-5 9-6,-4 11 1,-5-4 0,1 11-3398,-7-8 3380,-2 2-883,-1 0 895,-4 2-619,-7 13 614,-2-10-288,-6 8 321,4-16 2361,-1-2-2356,-1-3 18,0-3 1130,-8 1-1091,0-5 937,-5-3-903,5-11-2833,8-6 2776,5-6 148,8-1-154,1-1 6,2 0-27,3-1 27,8-3-6,6 2-10,9 0 5,-4 8 3375,0 5-3386,-7 3 11,2 4-23,-1 1 1,1 4-6,0 2-6,1 2 1,1 2-6,0 1 11,8 8-12,-7-4 24,3 6-12,-11-8 0,-2 1 0,-4 0 0,-3 0 0,-7 8 11,-3-6-11,-9 6 0,-14-3 0,4-6-391,-10 3 374,9-8-6,1-1-38,1-1-74,2-2-363,-1 0-1009,5-4-313,3-2-2005,9-5-4846,6-2 7919,1-1 0,0 3 1,0 1-1</inkml:trace>
  <inkml:trace contextRef="#ctx0" brushRef="#br1" timeOffset="838965">20267 10341 25130,'-23'38'-11,"2"-3"-68,8-10-414,-10 10-167,5-7-1812,-6 9-1230,9-12 3702,-1 2 0,9-13 0,0-2 0</inkml:trace>
  <inkml:trace contextRef="#ctx0" brushRef="#br1" timeOffset="839553">20623 10192 17985,'4'-44'142,"1"0"0,-1 4 0,1 8 1878,2 20-1936,1 1 1007,2 2-1035,0-1 570,2 2-598,2 1 1740,1 0-1729,3 1-39,2 0 6,2 2 228,1 1-240,1 1 23,0 2-12,1 2 1,-1 2-17,10 9-6,-10 0 11,5 6 1,-14-3-12,-3 3 11,-5 0-5,-4 2 0,-3 1 11,-5 1 0,-5 1-11,-4 0 16,-3-1-21,-1 0 4,-1-1-357,0-3 369,-1 0 11,1-3 6,0-1 5,2-2 1,1-2 5,3-4-12,1-2 12,3-3-5,0-1 10,2-4-16,0-2 386,3-3-369,0-3-6,1-3 17,2 0-12,0-1-16,2 0 11,3 2-5,2 1 10,2 1-5,2 3 0,2 1 6,-1 2-12,3 1 12,0 1-12,2 1-16,0 1 11,2 1-6,2 3-6,0 1 1,1 5-6,1 1 0,1 2 0,0 2 17,-1 2-17,-1 1 0,-1 2 0,-4 2-11,-3 1 11,-5 1-6,-4 0 12,-7 0-18,-5-1 1,-7 0 17,-7-2-12,-4-2 12,-5-1-17,-3-1-367,-4-1 311,-2-1-67,-2-3-124,-1-1-134,1-3-240,1-2-444,4-3-1108,5-1 2184,4-4 0,14 3 0,2-3 0</inkml:trace>
  <inkml:trace contextRef="#ctx0" brushRef="#br1" timeOffset="839810">21537 10370 21377,'-4'3'1524,"1"0"918,3-3-2426,-5 58-2573,-3-35 2518,3 12 0,-3-1-219,-8-14-459,-1 0-998,-2 3-3416,1-3-4700,0-1 9400,4-4 1,7-8 0,2-3 0</inkml:trace>
  <inkml:trace contextRef="#ctx0" brushRef="#br1" timeOffset="840693">22059 10115 14549,'0'-4'4257,"1"0"-571,-1 4-3316,7-60-96,-2 40-42,1-17 1,2 3-43,0 23-16,2-3-45,-3 9-12,-1 1-21,-2 3-1,-2 2 90,-2 12-107,-3 1-28,-4 11-3391,-5 0 3408,-4 3-902,-3 4 885,-3 2-16,0 2-6,-2 1 17,-8 15-2004,11-13 1959,-2 9 0,15-19 12,5-4-1,17 3 1975,2-10-1947,30 2-16,-11-15-861,15-2 860,-10-7-16,1-3 5,1-6 17,16-12 2155,-4-6-2169,-22 11 0,-1-1-8,11-11 5,-12 4 28,-15 13 6,-4 2 23,-4 4-7,-3 1-16,-2 4-17,-2 1-5,0 2-12,-5 4 2445,2 2-2456,-5 5 5,1 2 1,0 2-12,-2 2 29,1 3-18,-1 3-10,0 2-2855,-1 2 2832,1 1-407,-6 15 424,5-10-102,-2 9 73,4-12-66,2 1-107,1 1-269,2 1-364,1-1-374,1-2-8611,5 4 8913,-1-13 1,2-3 0,-4-12-1</inkml:trace>
  <inkml:trace contextRef="#ctx0" brushRef="#br1" timeOffset="840905">22985 10310 23303,'-22'45'-135,"0"0"1,0 2 0,5-6-493,12-15-774,-3 9-1772,3-14 3173,0 3 0,2-13 0,1 0 0</inkml:trace>
  <inkml:trace contextRef="#ctx0" brushRef="#br1" timeOffset="841377">23747 10113 18952,'-2'-3'2347,"0"0"913,2 3-3115,-69 4-10,40 5-88,-14-3 1,1 4 25,14 12-12,-1 2 12,-11 17-45,3 6-5688,2 1 5654,10-2 6,14-14 1409,3-2-1409,4-2 5,4-3-16,5-2 6,4-3-7,5-2-4,3-4 4,2-1 1,1-4 6,1-2-7,-1-2 24,0-3 853,-2-1-860,-1-4 1,0-2 5,4-11-5,-7 2 22,4-5 3392,-10 3-3392,-1 2 5,-3-1-5,-2 2 17,-2 2-6,-3 2-4,-3 0 4,-11 3-17,3 1 12,-7 1 5,7 3 0,0-1-22,1 2 5,2 0 12,0 0-23,2 0 12,0 2-23,2 0-12,0 2 1,-2 4 0,2 5-45,1-1-67,2 3-186,4-3-374,-1 1-823,4 0-2623,2 3-5252,2-3 9381,1 0 0,-4-7 0,-2-2 0</inkml:trace>
  <inkml:trace contextRef="#ctx0" brushRef="#br1" timeOffset="841602">24102 10406 19165,'0'-4'2963,"0"0"50,0 4-2968,-4 5-23,1 5-5,-4 8-23,-1 4-50,-2 1-50,-2 1-196,-1 2-404,-2 0-924,-1 0-3073,0 1-4584,1-5 9094,3-4 1,6-9 0,2-3 0</inkml:trace>
  <inkml:trace contextRef="#ctx0" brushRef="#br1" timeOffset="842119">24825 10317 18369,'2'-8'3266,"0"2"-2370,-2 6-156,0 0-136,12-63-1216,-9 39 780,4-13 0,-3 2 84,-7 19 177,-3 3-295,-3 1-16,-2 2-17,-2 3-5,-4 1-7,-2 3 783,-4 1-804,-4 4-515,-3 3 487,-4 4-7,-3 6-16,-4 2-703,-1 5 686,-1 2 5,2 3 3,17-7 1,0 2 8,-7 11-17,-3 10-6,21-13 1,7-2 5,3-2-23,6-3 1,5-3-6,5-2 5,5-3 12,2-3 6,2-3-7,0-2 7,1-4 10,-1-1-5,-1-3 6,-1-4 5,-1-2 427,-1-3-427,-2-3 740,-1-1-751,-1-4 34,0-2-12,-3-1-5,1-3 28,-2 1-1,-1 2 18,-1 1 33,-1 2 6,-3 4 11,0 1 22,-2 2-16,0 2 5,0 1-16,0 1-23,0 2 5,1 0-33,-2 2-39,1 1 5,0 2-16,-1 0 0,2 3 16,0 2-16,0 6 10,1 3 1,-1 4-6,-1 4-5,-1 3-6,0 4-6,-3 2 12,-3 4-12,-5 1 1,-15 21-12,1-12-400,6-13 0,0-2 311,-12 15-112,1 0-135,0-3-168,3-1-208,4-5-239,6-3-460,3-3-701,6-6-1456,3-4 3585,3-3 0,1-10 0,0-1 0</inkml:trace>
  <inkml:trace contextRef="#ctx0" brushRef="#br1" timeOffset="842339">25114 10650 20817,'0'-8'3305,"0"2"-2628,0 6 1032,0 0-1692,9 13 16,-9 0-33,5 13 23,-13-3-23,-1 1-56,-3 2-67,-3 0-241,-2 0-937,-1 1-927,-2-2-7603,2-1 9034,3-4 0,7-10 0,3-4 0</inkml:trace>
  <inkml:trace contextRef="#ctx0" brushRef="#br1" timeOffset="843145">26052 10326 24351,'33'7'241,"-10"0"-190,-33 3-18,-3 0 1,-2 2-6,-2 0-11,-1-1-4247,0-1 4253,0-1 231,1-2-232,0-2-5,2-2 28,1-1-17,0-2 17,1 0 5,2-3 12,1-1 3069,2-4-3069,2-3 5,2-2-17,1-2 1,2-1 0,0-2-6,3 0-23,2 0 945,2 1-945,4 1 1,0 1-1,2 2-11,1 2 0,0 0 6,0 3-6,0 1 1,0 2 4,1 1-16,0 1 6,2 2 22,0 0-22,2 1 5,0 2-11,2 1-6,0 3 12,1 3-6,-2 1 17,-1 2-23,3 11-5,-7 6 0,-1 1 5,-12 3 0,-17 4 1,-2-8-1,-16 10-11,0-11-523,-6 1 529,-4 0-17,-5 1 16,-2-1 7,0-2 10,2-1 7,3-3-18,5-3 12,6-4 5,7-4 17,6-4 5,7-4-16,6-3-6,4-4 12,3-2 22,9-9-29,0 3-21,8-4 22,0 5 5,1 2 0,2 1 6,0 1-11,-1 2 0,1 2-6,-1 0 0,1 2 1,1 0 506,2 3-513,3 1-5,3 4-11,1 1 11,2 2-39,0 1-23,1 2-3458,1-2 3234,0 2-969,19 5-2307,-10-4 1120,13 3 2062,-9-7 1,-31-7 0,-2-2 0</inkml:trace>
  <inkml:trace contextRef="#ctx0" brushRef="#br1" timeOffset="843606">26690 10218 19714,'-4'-3'2223,"1"2"505,3 1-2678,18-25-5654,-3 19 5643,17-19 114,-8 27-103,2 0 1040,8 4-1050,-8-2-1,5 1 22,-3 0-33,-8-1 0,5 1-28,-9-2 28,0 1-22,-1 0 0,-1 0 2875,4 4-2847,-6-2 16,2 3 1733,-7 0-1732,-2 0 33,-3 3-6,-1 0 90,-6 13-106,-2-5 10,-6 10 18,-8 6-28,-3 7-885,-1 2 845,2 1 23,9-9-12,4 1-3113,3 2 3119,4 1-33,1 1-12,2 1 6,0-2 0,2 1 23,2 12-23,-2-15 5,0 9-21,-15-13 16,-1-11 556,-13 0-568,-3-14-83,-5-6-112,-7-1-235,-5-6-132,10-4 0,-2-2-6013,-21-10 6587,14 2 0,4 0 0,8 1 0,1 0 0</inkml:trace>
  <inkml:trace contextRef="#ctx0" brushRef="#br1" timeOffset="849389">19443 11568 22537,'-1'-36'1030,"-1"8"-901,8 25 6,-4 3 385,-2 0-419,0 5-34,-2 0-16,-1 7-12,-1 0-5,-3 2-12,1 4 0,-4 2-10,1 4-7,-2 2-10,-2 2-1,0 2-3397,-1 0 3397,0 1-2268,-2-1 2257,-1 1-305,-2 0 282,-1-2-111,-12 10 0,8-11-90,-8 6 1205,11-14-1490,3-3 1284,-5 3-2819,9-8-1776,-3 0 3241,8-8 1,6-2 0,1-1-1</inkml:trace>
  <inkml:trace contextRef="#ctx0" brushRef="#br1" timeOffset="849821">19647 11179 14480,'-38'16'42,"0"1"1,2-3 0,10 1 2030,22 1-2056,2-1 0,0-1 0,5 0-6,1-4 17,5 0 1485,9-1-1469,-2-3 901,9-1-912,-7-4 3218,3-2-3218,0-2 547,1-2-541,-1-4 6,0-2 11,-1-2 5,-3-2 96,2-9 34,-9-2-102,-1 0-5,-11 3-11,-4 9 0,-6 1 72,-12 2-89,4 4 0,-10 2-16,10 4-7,-2 1 12,-4 6-39,7-1-1,-3 5 1,11-1-29,2 0 23,1 1 0,3-1-22,2 1 22,0-1-118,3 7 12,0-5-118,2 6-174,2-5-330,2 1-678,1-1-1344,4 0 2750,2 0 0,-5-5 0,0-1 0</inkml:trace>
  <inkml:trace contextRef="#ctx0" brushRef="#br1" timeOffset="850110">20062 11455 15300,'-4'0'5215,"1"0"-1513,3 0-3612,-33-16-68,28 10-11,-21-12 0,39 15-22,5 0-17,1 0-22,4 2-57,3 0-49,1 0-96,2 2-129,2 1-151,0 2-1519,15 6 316,-13 0-708,9 4-1343,-18-1 3786,-2 3 0,-11-7 0,-3 0 0</inkml:trace>
  <inkml:trace contextRef="#ctx0" brushRef="#br1" timeOffset="850319">19933 11828 23999,'42'-33'459,"-3"5"-381,-21 23-33,2 1-17,0 0-17,1 0-28,1 1-78,2 0-683,14-2-544,-7 2-2630,13-3 3952,-6 2 0,-18 1 0,0 1 0</inkml:trace>
  <inkml:trace contextRef="#ctx0" brushRef="#br1" timeOffset="850637">20842 11552 18840,'-6'0'2890,"1"0"599,5 0-3410,-28-14-6,28 9-28,-18-10 5,36 12-27,1 2 5,2-2 22,11 1-39,-8 0 1,8 0-1,-10-1-6,-1 2 12,1-1-17,0 0 0,-1 1-11,1 0-23,-1 0-16,-1 0-62,0 0-101,-4 0-191,-1 0-301,-4 1-2841,-2-1-2581,-6 1 6127,0 0 0,-3 0 0,0 0 0</inkml:trace>
  <inkml:trace contextRef="#ctx0" brushRef="#br1" timeOffset="850986">21365 11325 22438,'27'-39'156,"0"1"1,-3 2 0,-6 11 1455,-15 22-1304,-1 12 327,-3-1-585,-2 11 6,-1-2-11,-2 2 315,0 1-304,-2 3-11,0 1-6,-1 4 611,0 1-628,-1 4 1,2 2-18,-1 3 7,2 1 4,0 2-4,0-1 4,1 0-16,-1-2 6,1-1 5,-1-3 0,0-2 1,-1-3-12,0-3 11,1-2-6,0-4 1,-1-3-23,3-3-39,0-4-73,3-3 237,1-3-651,0-2-2448,1-1-3377,5-6 6368,1-3 0,0 2 0,-2 0 0</inkml:trace>
  <inkml:trace contextRef="#ctx0" brushRef="#br1" timeOffset="862134">17434 13071 16006,'-2'-3'1803,"0"1"2880,2 2-4543,-17-31 11,10 26 12,-15-21 5,14 36-6,-2 2 113,-7 10-169,4-3-11,-3 7-16,6-6 5,2-1-34,1 0-5,4 0-17,2-1-17,4-2 11,2-1-5,6-2 6,5-3-1,4-2 0,3-4 1,5-1-1,3-4 1,2-4-1,1-3 0,1-5 1,0-3-1,0-4 6,-3 0-5,-1-3 16,-5 0 0,-4-2 11,-6 0 1,-6-1-12,-4-1 11,-7 0-16,-5 1 5,-4 2 6,-5 2 0,-5 4-6,-2 4-5,-2 4 5,-3 3-17,-1 3 17,-2 3-5,1 2-6,1 3 0,2 3 0,3 3-11,2 1-6,5 3 0,-4 12 6,8-3-6,-1 10-3380,6-7 3402,2 2-22,3 0 12,0 1-12,2 0 0,2 1 0,2 0 1,2 1-1,8 14-6,-3-11-5,7 10 6,-4-17 3392,2-1-3426,11 4 0,-5-9-40,7 4-32,-8-11-96,1-3-202,0-2-425,1-2-942,0-4-2990,1-1-5076,-2-2 9137,-2-2 0,-10 1 1,-4 0-1</inkml:trace>
  <inkml:trace contextRef="#ctx0" brushRef="#br1" timeOffset="862347">18092 13321 26402,'-8'-34'-370,"1"8"-72,5 28-472,0 0-1135,0 3-5866,0 0 7915,1-1 0,0-1 0,1-2 0</inkml:trace>
  <inkml:trace contextRef="#ctx0" brushRef="#br1" timeOffset="863068">18877 13257 23791,'-41'-27'314,"12"6"-236,38 21-16,5 0-17,1 0-6,3 0-22,4 0 0,3 1 5,3-1-16,4 1-680,4 0 652,2-1-40,2 1-61,2-1-107,-1 0-755,14 0-91,-16 0-845,7 0-2184,-22 0-5726,-5 0 9317,-6 0 0,-6 0 0,-5 0 0</inkml:trace>
  <inkml:trace contextRef="#ctx0" brushRef="#br1" timeOffset="863361">19628 13027 19070,'-3'-4'3389,"0"1"-629,3 3-2659,8-20-5,-3 21-18,6-12-16,-7 28-12,-2 3-5,-1 2-11,-1 3 5,-3 2-5,-3 2-240,-3 2 212,-2 1-17,-2 2-23,0 0-973,1 2 822,0-1-157,0-1-224,3 0-280,0-3-419,3-1-791,2-4-2324,3-1 3626,0-2 0,1-10 0,0-3 0</inkml:trace>
  <inkml:trace contextRef="#ctx0" brushRef="#br1" timeOffset="863777">20186 13022 19871,'-30'-32'67,"0"1"0,3 0 0,6 12 2244,14 20-2255,1 1 969,-1 2-997,0 2 539,1 1-545,0 1 1856,2 1-1861,0 1-6,3 0 0,0 1-5,3-1 5,3 0-5,5 1-1,4-1 7,4 0-7,6 0 6,5 0-11,7 0-1588,5 0 1577,4 0 5,4 0 6,0 1 0,-2-1-292,-4 2 298,-8-1-6,-7 1 22,-9 2-16,-10 0-6,-5 2 0,-11 0-22,-4 2 27,-9 1 6,-5 1-5,-3 1-296,-4 0 290,-1-1-6,-1-1 6,0-1-6,2 0 6,2-1 0,2-2-22,1 0-17,5-1 1417,1-2-1529,4 0 186,4 0-607,4-2-380,4 0-857,2-2-2459,5-2-4924,1-1 9192,3-3 0,-2 0 0,-1-2 0</inkml:trace>
  <inkml:trace contextRef="#ctx0" brushRef="#br1" timeOffset="864054">20894 13151 19816,'41'-15'5,"0"1"1,-3 0 0,-4 5 1523,-6 8-1629,1 0-91,-1 1-150,0 0-225,0 2-499,-3 0-1074,-1 4-3176,-1-1-4516,-4 1 9491,-3-1 1,-8-2-1,-4-1 1</inkml:trace>
  <inkml:trace contextRef="#ctx0" brushRef="#br1" timeOffset="864263">21057 13346 21243,'-46'15'84,"13"-5"1344,51-15-1422,3-1-17,3 1-23,2 0-56,2-1-83,1 1-201,1 0-142,1 0-357,0 1-629,1 0-1310,1 1-3136,1 0-3038,-4-1 8986,-3 1 0,-14 2 0,-5 0 0</inkml:trace>
  <inkml:trace contextRef="#ctx0" brushRef="#br1" timeOffset="864634">21812 13095 22828,'-51'-16'291,"5"7"-229,26 22-17,-2 2-3952,3 2 3929,1 0 1038,4 3-1038,3-1-16,4 2 5,4-1 856,2 1-862,6-1-5,2-2 6,7 2-6,2-4-6,3 0 6,1-4 0,2-1 0,-2-3 6,1-3-1,-1-3 7,-1-2-7,-2-4-5,-1-2 6,-2-4 5,-1-3 0,-3-3 6,-2-1 400,-2-11-389,-3 7 17,-2-7 16,-2 10-16,-1 2 3143,-3 0-3148,-1 2 568,-1 1-563,-2 2 181,0 2-181,-1 1-6,0 1-28,0 2 12,0 1-18,-1 0 1,0 2-1,0 0-21,-1 0-40,-2 2-96,-2 0-256,0 0-612,-3 2-1764,0 1 2784,-4 3 0,11-3 0,0 0 0</inkml:trace>
  <inkml:trace contextRef="#ctx0" brushRef="#br1" timeOffset="865728">23580 13111 17445,'0'-5'2667,"0"0"648,0 5-3130,-63-5-435,35 13 311,-11-7 1,-1 4 184,9 18-173,-3 2-397,-4 5 357,-2 1-16,-4 4-28,11-8 0,-1 1-1595,7-6 1,0 0 1585,-8 8 1,-1-1-26,-13 10-1196,1-1 1112,4-1-270,2-5-318,-8 7 107,15-14-389,-3 1-451,18-16 1567,3-4-4250,4-4-3546,3-2 8134,3-1 1,3 0-1,3 0 1</inkml:trace>
  <inkml:trace contextRef="#ctx0" brushRef="#br1" timeOffset="865946">22582 13161 22901,'32'-11'439,"-1"0"1,27-1-294,-27 39-2186,6 2 2119,3 3-35,-7-7 1,1 1-34,-7-6 1,0 0-12,10 6 0,1 0-6,-11-7 0,-1-1 3,1-1 1,1 1-71,11 6 0,2 0-204,2-1 0,0 0-12,0-1 1,-2 0-180,-3-3 0,-2-2-1845,-4-3 0,-4-1-6003,11 4 8316,1 1 0,-28-13 0,-6-2 0</inkml:trace>
  <inkml:trace contextRef="#ctx0" brushRef="#br1" timeOffset="887453">18429 14270 20823,'-4'-42'252,"-1"0"0,0 4 0,1 7-6,0 18 0,-2 1-4,0 1 195,-5-2-269,3 4-34,-4 0 73,-5 4-123,4 3-16,-6-1-1,5 3-22,1 3 16,-6 4-44,6 2 11,-4 5 0,5-1-6,0 2-10,0 2-1,0 2 6,0 2 5,-2 11-22,5-7 6,-1 18-6,7-17 0,1 6-6,7-2 6,1-7 6,5 5-12,0-12 6,2-2-11,5 1 16,-3-6 1,5-1 0,-7-5 5,1-3-6,-1-3 7,1-1-7,1-6 6,0-2 6,1-2 0,0-4 5,0 0-208,-1-3 214,-2 0 17,0-1 16,-3 2 12,-1 1 11,-2 2 22,-3 1 6,-2 3-11,-1 0 6,-2 3-12,-1 1-11,-3 2-23,-1 2 1,0 1-17,0 3 225,1 0-219,-1 1-18,0 1-10,1 3-1,-1 2-16,1 3 5,1 2-11,0 1 0,2 0 6,1 2-23,1 1 28,1 0-5,1 1-6,2 0 16,4 0-16,1 0 0,2 0 0,1 0-5,2 0 5,1-2 5,10 6-10,2-4 5,2-1 0,-1-7 22,-8-6-16,0-2-6,0-2 0,1-2-17,0-4 17,0-2 6,9-9 16,-1-2-5,1-6 5,-12 6-11,-7 3 17,-9 7-5,-1 0-1,-3 1 1,-2-1-12,-3 1 6,0-1 17,-3-3-23,4 1 0,-1-1-5,6 2-12,1 0 12,3 0-6,2 1 11,10-6-11,-1 4 6,6-3 10,3 3-10,-5 3 0,5-1-6,-7 5 0,3 0 5,-5 3 1,2 0-6,-6 2 0,0 2 5,-1 1-5,3 5 0,-2-1 0,4 5 0,-5-2 12,2 2-1,-1-1-11,1 2 0,0 0-11,5 8 11,-6-5 0,8 13 0,-4-3 5,0 0-5,-1 1 17,-5-8-17,-2 1 0,-2-1 11,-1 2-16,-1-1 5,1 1-6,0-2 6,3 0 0,1-1 0,3-3 0,9 2-17,-3-7 23,8 0-1,-6-7-5,1-3 23,1-2-18,0-4 1,1-2 5,0-3 12,-1-2-12,-1-1 0,-3-1 11,-2 0 6,0-10 6,-6 7-6,-2-7 0,-5 10-11,-1 0 0,-2 1-1,-1 0 1,-3 1-6,1-1 1,-1 1-1,2 0-11,1 1 17,1 0-12,1 1 6,0 2 1,1 0-18,0 2 17,0 1-5,0 0-6,0 1-6,0 1 6,1 0 0,2 0 6,1 1 11,3 0-6,0 0-6,2 1-5,0 0 0,0 0-5,0 0 5,-1 1 0,1 1 11,-1 1-5,4 0-1,-2 0-22,4 0 17,-2 0 0,1 0 12,2 0-1,0 0-6,1 0-10,1 0 10,1 1 1,0 1-6,1 2 0,0 1 0,-1 2 0,-2 1-6,-1 1 6,-3 2 0,-2 1 0,-1 2 12,-4 2-7,-1 1-5,-2 1 6,-2 2-12,-8 8 6,2-4-5,-7 6-7,4-8-27,-1 1-34,2-1-83,1 1-91,2-2-381,3 12-262,6-7-1256,7 7-1483,9-13 3629,10 0 0,-14-10 0,2-2 0</inkml:trace>
  <inkml:trace contextRef="#ctx0" brushRef="#br1" timeOffset="888069">20652 14100 18871,'-36'-21'97,"0"0"0,2 2 1,4 5 1386,5 12-1388,-2 1 4,-2 1-16,0 0-5,0 2-1,1 1-27,3 4-1,3 0-22,3 1 0,4 0-2216,5 0 2210,2 0 1031,3 0-1031,2 0 979,1-1-929,1 6-38,1-3 11,1 5 0,0-3-6,2 2 17,0 2 0,-1 2 11,0 1 17,-1 3 6,-1 2 17,-3 2-7,-2 3-16,-4 0 302,-1 4-324,-1 0-34,-2 2 1504,0-1-1498,0 1 0,-3 15-964,5-11 930,-2 9-5,9-18-1,3-2-261,5-4 167,4-4-80,8-2-117,6-5-218,8-3-331,5-5-849,-3-4 1,1-1-1745,20-3 2962,-11-1 0,-3 0 1,-7-1-1,-1-1 1</inkml:trace>
  <inkml:trace contextRef="#ctx0" brushRef="#br1" timeOffset="889253">20987 14504 16129,'-9'-9'3047,"2"2"-1641,7 7 1333,0 0-2526,-23-18 173,19 16-246,-16-14-33,27 19-29,1 0-16,4-2-18,1 0-10,3-1-23,2 0-5,3 0-12,2-2-22,2 0-17,1-2-89,2 0-135,0 0-184,-1 0-337,0 2-594,-2 0-1204,0 2-3192,-1 0 5780,1 0 0,-11 1 0,-2-1 0</inkml:trace>
  <inkml:trace contextRef="#ctx0" brushRef="#br1" timeOffset="889520">21740 14279 25724,'-2'-53'90,"0"13"-51,1 47-11,-1 4 5,0 4 18,0 13-23,-1-2-6,-1 11 1,1-8-737,-1 5 719,0 0-49,-2 18-24,3-11-3207,-1 12 3068,3-16-101,0-1-697,1 0 305,0-4-325,1-2-622,1-5-1487,2-3 3134,3-1 0,-3-10 0,-1-2 0</inkml:trace>
  <inkml:trace contextRef="#ctx0" brushRef="#br1" timeOffset="889769">22368 14279 19518,'0'-5'3142,"0"1"-308,0 4-2789,-18-18-11,13 19-17,-13-9-6,18 26 11,0 3-11,0 3-5,0 2-45,0 16-23,0-10-559,0 12 368,0-15-217,-1 0-325,0-1-577,0-1-1127,0 1-3214,0-3 5713,-1 3 0,1-13 0,0-2 0</inkml:trace>
  <inkml:trace contextRef="#ctx0" brushRef="#br1" timeOffset="889986">22107 14551 24536,'4'-36'11,"0"0"1,11-21-29,20 55-17,4 2-1347,3 0 1252,3 0-100,2 2-130,1 0-218,-1 2-1910,1 0 812,-2 0-1512,-3 0-6644,-7-1 9598,-7-1 0,-14-1 0,-7-1 1</inkml:trace>
  <inkml:trace contextRef="#ctx0" brushRef="#br1" timeOffset="890219">22897 14299 25735,'10'-41'107,"-3"11"-79,-7 36 5,0 3 1,0 3 5,-2 3-17,0 3-10,-2 4-18,0 2 6,0 2-6,0 1-38,1 1-35,0 1-66,-1-1-119,2 0-173,-2-1-297,0 2-458,0 0-814,0-1-2290,1-1-4688,0-4 8136,2-4 0,0-10 0,1-4 0</inkml:trace>
  <inkml:trace contextRef="#ctx0" brushRef="#br1" timeOffset="890645">23270 14296 23454,'23'-30'50,"1"0"1,-3 2 0,-1 8 407,1 18-424,0 1 0,0 1-6,-1 0-6,1 0-5,-2 1-12,0 1-3968,-1 1 3997,0 0 911,6 4-923,-7-2-10,4 1 175,-10-1-170,-2 0 5,-3 1 17,-1 0-11,-2 2 6,-3 2 0,1 2-1,-2 3-5,-2 2 6,-1 3-23,-1 1 0,0 2 6,0 2-6,2 2 23,0 3-29,2 1 1,0 2-6,3 2-28,0 19 2133,0-14-2111,0 13-5,-2-21 11,-4-3-54,-2-3 60,-4-4-17,-3-1 11,-1-4 5,-4-2-5,-2-1-5,-17 0-1427,-3-12 0,-10-4 0,6 0 1432,10 2 0,1-2 0,-33-2 0,12-3 0,42 1 0</inkml:trace>
  <inkml:trace contextRef="#ctx0" brushRef="#br1" timeOffset="891086">24300 14456 20414,'-2'-4'1495,"1"1"96,1 3-1540,66-48-5678,-35 35 5632,10-13 1,1 3-12,-9 21 1324,-1 1-1408,2 2 765,-3 1-999,0 2-214,-1 3-2509,9 7-1894,-11-2 4941,8 8 0,-23-12 0,-3 1 0</inkml:trace>
  <inkml:trace contextRef="#ctx0" brushRef="#br1" timeOffset="891278">24344 14708 23786,'44'-16'-6,"1"-1"0,-4 2 1,-3 2-107,0 3-90,1 0-167,0 1-236,2 1-460,-1-1-1040,2 1-3043,1-2 5148,6 0 0,-23 4 0,-1 1 0</inkml:trace>
  <inkml:trace contextRef="#ctx0" brushRef="#br1" timeOffset="891512">25363 14186 20817,'-1'-3'2650,"0"1"-163,1 2-2454,-31-2-27,20 10-12,-25 2-5,28 12 5,0 4-4239,0 0 4233,0 3-863,-1 1 819,1 1-281,-2 15-414,1 4 85,2 2-731,3-7 86,3-14-750,1-2-1960,3-2-4661,0-5 8963,2-6 1,-3-7 0,0-5-1</inkml:trace>
  <inkml:trace contextRef="#ctx0" brushRef="#br1" timeOffset="892576">25553 14274 17529,'0'-4'3165,"0"1"-5655,0 3 2563,-46-20-12,27 20 812,-37-14-772,38 27 861,-3 0-850,-1 2 17,-1 1-6,-3 0 129,-13 7 2938,8-6-3106,-9 6 6,4-1 244,13-7-312,-5 6 145,16-9-156,3 1-5,5-1-6,2 0-6,10 4 18,0-3 469,10 3-481,0-5 11,3 0-56,27 6 1,-15-7-1518,19 5 1501,-23-9-35,0-3-284,15-1-348,4-2-437,1-3 381,-2-1-235,-14-4-275,0-2-376,-1 0-379,-2-4-416,-1 0-291,-2-1 370,-4-2 734,-1 0 930,-3 1 991,-2-1 660,-4 0 1884,-3 1-999,-2-1 203,-4 3-35,-2 0 531,-1 2-1007,-1 1-267,-2 2 608,-4-2-1158,0 5-117,-4-1 279,-1 4-537,2 1-62,-1 1-50,3 1-29,1 1-38,0 2-35,1 2-27,0 3-17,0 0-22,2 2-6,1 0-11,1 1-12,1 1-5,0 1 0,3-1 0,1 2-5,4-3-1,3 1-5,2-2-12,3-2-5,0-3-39,10-1 39,-6-2 0,7-2 11,-9-4 17,2-3 17,4-11-11,-6 2-501,4-9 506,-10 5 40,-2-10-29,-5 8-3218,-1-5 3235,-7 10 6,-3 1 5,-5 3 356,-4 0-345,-1 3 12,-2 0 17,-1 3 16,0 2-21,1 2 83,-5 1-135,6 5 3398,-3 0-3419,9 5 10,1 2 6,1 0-17,1 4-5,3 0 5,0 4 0,2 1-5,2 1-12,1 2 12,0 1-6,3 1 5,2 0 18,3 0-23,3-1-11,1-1-6,3-1-11,2-1-11,3-1-6,2-2-22,3-4-23,-1-2-6,3-3-111,11-4 117,-9-4 18,10-4-208,-12-5 269,0-5 0,-1-3 0,0-3 22,-2-3 0,-1-2 12,-1-1-7,-1 0 40,4-8 0,-8 10 34,0-3 11,-9 12 6,-5 4-12,-1 1-22,-3 2 5,-1 4-5,-3 1-6,-1 2 207,-2 1-257,1 1-12,-1 3 1,2 3 5,-1 1-11,2 3 0,1 1-6,2 0 1,0 2-6,2 0-6,3 0 6,3 1-17,4 0 0,4-2-23,4 0-27,4-1 16,4-1 6,2-3 23,1-2-257,-1-2 284,0-2 12,-1-4-6,-2-3 5,-1-5 12,-1-4 0,-1-4 28,-2-3 5,-1-3 23,-3-1 16,-1 0 40,-3 2 28,-3 2 50,-3 2 23,-2 2 11,-3 3-23,0 2-22,-2 3-34,0 1 235,-2 2-313,0 3-39,-1 1-29,0 2-4,-2 4-1,-2 4 6,-8 18 5,2 0-11,-8 16-5,4-2-359,-2 5 353,-2 6-1265,-1 5 1223,11-27 0,0 1-39,-1 0 0,1 1-93,1 0 0,0-1-137,0 1 1,0-1-760,-7 29-739,0-3-2521,1-1 4330,-4 1 0,10-26 0,1-3 0</inkml:trace>
  <inkml:trace contextRef="#ctx0" brushRef="#br1" timeOffset="894843">18872 15502 15575,'0'-5'3130,"0"1"136,0 4-2795,7-65-1284,-4 40 972,1-12 1,0-1 400,-2 11-303,-2 7 331,1-4-409,-4 10 157,-3 1-230,-4 3 0,-4 2-22,-4 2 0,-5 3 6,-3 1-449,-4 3 449,-3 3-12,-3 2 6,-1 5-11,0 3-34,-1 2-10,2 4-7,3 1 0,3 2-5,5 2 0,4 1-2668,5 0 2662,4 2-11,4 0-425,3 0 425,4-1-101,2-2 112,5-2-5,3-4 0,6-2-6,2-4 0,4-1 290,1-4-257,11-1-27,2-6-23,0-3 6,-5-5 11,-12-4-11,0-3 22,-1-2 0,-1-3-5,0-4 3141,3-15-3119,-2-3-11,-2-1-2671,-5 7 2688,-5 15-17,-2 4 140,-2 3-101,0 3-5,-1 3-1,0 2-5,-1 3-23,0 0 3409,0 2-3419,0 3 10,0 1-11,0 4 17,1 2-17,0 2 12,0 2-12,1 2-11,1 3 17,1 2-6,-2 3 0,1 14-5,-1-8-511,1 10 527,1-14-22,2-2 0,2 0-281,3-4 270,2-1 11,0-4 0,3-2 0,0-3-6,1-3 1,0-3 5,0-2 495,1-2-478,1-4-11,1-2-6,1-4-6,2-3 12,1-1-6,2-3 0,-1-1 11,-1-2 285,-2 0-279,-4-1-17,-3 2 0,-3 0 11,-4 2 11,-4 1-5,-2 2-11,-5 1-1,-2 2-27,-4 1 22,-1 1 6,0 0 10,0 1 12,2 1 0,1 0 6,1 1-23,3 1 6,1-1-6,2 0-5,1 0 5,2 0-11,1 0 17,4 0-12,1 0-5,2 0 0,1 1-11,1 0 11,0 1-5,3 0 10,-1 2-16,2-1 11,1 2 11,0 0-5,2 1 5,0 0-17,2 1 6,-1 1-5,2 2 10,1 2 7,-1 0-12,2 2-6,-2 0 12,0 3-12,-1 1 0,-3 1 6,-3 2-22,-3 0 22,-3 1 11,-2 0-11,-4 0 28,-1 2-22,-8 7 5,1-5-5,-6 4 5,3-8-6,1-1-10,0 0-12,2-1 6,1 1 5,2-1 1,1 0 10,3 0-5,1-2-5,3-1 5,3 0-6,3-1-11,8 2 17,-1-4 0,6 1 0,-4-5-17,-1-2 17,0 0-16,0-2 4,-1-3 18,1 0-23,-2-5 23,-1-1-17,-1-2-1,0-2 12,0 0 0,0-1-5,-1-1 10,-1 0-10,-1 0 10,-1 1-5,-1 1 12,-2 2-12,0 0 16,-3 1 7,3-6-18,-3 5 12,1-5-6,-4 6 12,1-2-6,-2 1-1,1 0 12,-2 0 0,0 0 6,-1 1 5,0-1-16,0-1 10,-2-1 6,-1 0-5,-2 1-6,1 0 22,0 2-5,1 1 0,1 2 17,-1 2-29,2 1 6,-1 1-27,1 2 4,-1 0-16,0 1 0,-1 0 12,1 0-12,-1 1 11,0 1-17,0 0 12,1 1-6,-2 1 11,0-2-11,0 1 11,0-1-16,0-2 16,0 1 11,-2-1-22,-1 0 17,0 0-23,-1 0 1,0 0 5,0 0 5,0 0 12,1 0-6,0 0-5,2 0-6,1 0-6,2 0 6,1 0 23,8 0-23,-2 0 0,7 0 5,-5 0 1,2 0 5,0 0 6,2 0-11,0 1-23,2 0 6,2 1 5,2 1-3386,1-1 3392,3 0 0,0 1-11,2-1-6,1 0 23,-1 0 5,14 1-6,-10 0 1,9 0-6,-14-2 0,-4 1-11,-2 0 11,-5-1 3386,-4 1-3380,-5-1-29,-2-1 23,-1 2 12,-1 0-12,0 2 11,-2 0-6,0 0-5,0 3 6,1 0 5,1 1-11,0 1-5,1 1 10,1 2 6,0 4-5,1 0 0,1 3-6,2 0 0,2 0-6,2 1 0,2 0 18,0 1 4,0-1-32,0 2-18,0-1-78,-3 0-140,-3 1-207,-3 0-404,-3 0-1008,-3 0 1871,-6 1 0,4-10 0,0-1 0</inkml:trace>
  <inkml:trace contextRef="#ctx0" brushRef="#br1" timeOffset="895502">21146 15340 14370,'0'-3'3736,"0"1"2017,0 2-5574,-14-48-5683,6 35 5633,-11-36 590,8 47-618,-1 0-23,-5 2 1,-1-1-23,-5 3 967,-3 0-967,-3 3-6,-1 2-5,-3 3-6,2 0-11,0 2-5,3-2 16,3 0-17,6-2 3091,3 0-3035,9-2 1025,1 0-1053,9-2 12,0-1 39,7 1-67,-2 0 5,4 4 56,1 4-45,-4-1 23,2 6-11,-6-2-1,-1 3 18,-2 1-1,-1 3-5,0 3-3392,-3 1 3380,0 2-1327,-2-1 1310,-2 0-1851,0 1 1835,1 0-12,1 0-215,2 1 227,1 0 1732,1-1-1749,3 1-17,2 0 1158,11 13-1429,0-14 0,2 0-149,13 18 157,-9-20 0,0-3-700,8-1-3783,17 1-765,-10-8 5517,15-2 0,-31-11 0,-3 0 0</inkml:trace>
  <inkml:trace contextRef="#ctx0" brushRef="#br1" timeOffset="895898">21709 15664 21831,'-46'-27'97,"1"-1"0,2 2 0,9 11 1624,17 23-1648,-7 9 586,7-3-653,-4 8-6,9-6 345,3 2-345,2 1 6,3 0 1094,2 0-1106,3 0 6,4 0-11,4-1 11,3-2-17,12 4 12,-4-8-12,6 2 17,-7-9 6,-1-2-6,-2-2 11,0-3-6,-2-2 1,0-4 0,-1-4-1,-1-3 12,0-1-6,-3-3 0,0-2 23,-3 0 5,-2-10-5,-2 8-12,-3-5 23,-4 12-6,-3 0 6,-4 3 22,-10-1-33,3 4-1,-6 1-5,8 6 6,1 1-28,1 1-6,2 1-12,1 1-21,1 1-1,3 2-22,0 1-213,4 6-22,2-2-225,5 4-312,5-4-3059,18 3-2191,-2-4 6078,16 3 0,-23-8 0,1 1 0</inkml:trace>
  <inkml:trace contextRef="#ctx0" brushRef="#br1" timeOffset="896290">22037 15425 25264,'22'-39'0,"1"8"6,-3 31 5,4 0 6,0 0-6,4 0 0,-2 0-11,1 1 23,-2 1-18,-3 1 18,-2 1-7,-3 1-21,-3 0 28,-5 0 5,-2 0 11,-4 2 17,-1-1-17,-1 2 34,-2 2 0,-2 0 5,-2 2 1,-3 2-29,1 2 0,0 2-16,-1 0 50,1 13-56,3-6 11,1 10-253,5-7 242,4 4-6,3 2-5,5 3-12,3 3-1303,2 1 1298,3 1 0,0 0 0,1-1 0,-3-3-612,-7-3 601,-6-4-39,-22 5 5,-4-12-56,-19 3-95,1-13-483,-7-2-302,9-6 1,-2-2-1714,-23 1 2202,15-2 1,3-1-1,9-2 1,-1 0-1</inkml:trace>
  <inkml:trace contextRef="#ctx0" brushRef="#br1" timeOffset="896761">23361 15571 18666,'-12'-1'2969,"2"-1"-2285,10 2 1903,0 0-2509,63-54-2554,-38 39 2498,12-15 1,1 3 0,-15 24 545,4 1-568,3 1-50,4 1-57,1 1-117,3 3-190,0 2-225,2 3-391,-1 3-960,-1 1-1180,-2 3 3170,1 1 0,-18-7 0,-2 0 0</inkml:trace>
  <inkml:trace contextRef="#ctx0" brushRef="#br1" timeOffset="896944">23568 15762 25085,'27'17'101,"3"-5"-96,5-18-633,3 0 589,1 0-23,1 1-117,-1 0-224,1 1-544,-2 2-1299,-3-1-7131,-4 3 8580,-7-1 1,-12 1 0,-6 0 0</inkml:trace>
  <inkml:trace contextRef="#ctx0" brushRef="#br1" timeOffset="897843">24712 15843 16387,'6'-52'537,"1"-1"1,-1 5 0,-1 7-1699,-3 13 1559,1 1 902,0 4-1014,0 3-51,0 3-44,0 2 790,-1 2-847,0 3 1018,-1 2-1085,1 4 2921,-2 1-2960,2 3 880,-2 8-880,1 1 0,0 10-2917,-1 1 2911,-1 3-885,-2 3 886,-2 2-13,-9 18 23,0-10-10,-6 13-1968,5-14 1939,1-1-22,2 0 1943,2-1-1926,3-2 888,2-3-877,2-2 0,3-5 57,-1 2-52,1-9 3379,0 0-3350,1-10 124,-1-2-57,2-3-34,-1-3 17,2-9-56,-1-2 23,3-22-12,-3 10-28,2-13-5,-1 6 5,2-2-11,0-1-6,3 0 34,-1 2 17,7-8-17,-3 14 0,3-6 51,-2 11-40,-4 8-17,0-3 1,-4 11-7,-1 2 1,-2 2 0,0 2 0,-1 1 0,-1 9-12,-2 1 6,-3 9 1,-1 1-7,-9 16-16,3-6 5,-5 15-3386,4-9 3392,1 3-44,1 2-184,1 1-483,2 16-151,4-13-567,2 11-1534,3-20 2963,2 1 0,-1-17 0,0-3 0</inkml:trace>
  <inkml:trace contextRef="#ctx0" brushRef="#br1" timeOffset="899253">17082 16422 12242,'4'-4'3568,"0"0"3226,-4 4-6643,33-45-22,-30 33-11,22-33-29,-39 45-16,-1 1-17,-2 0-22,1 1 11,-2 0-12,1 0-5,-1-1 6,0 1-12,-1-2 12,-1 0-17,0-1 27,-10-3-27,8-1 28,-6-3 0,10 1 11,2-1 11,2 1-5,3 0 5,2 2-6,2 0-10,3 2 5,0 1-23,3 0 46,0 1-62,1 6-1,0-2-4,0 6 27,0-1 22,0 0 18,-2 4 16,-2 0 23,-3 4-6,-3 2 0,-2 2 5,-2 2-16,-2 0-6,0 1-11,0 1-17,2 0 12,1 1-11,1 2-1,2 1-459,0 3 465,1 1-17,1 3 6,0 3-6,-1 3-28,0 2-6,1 3 6,-2 1-11,2 2-23,0 0 12,3 1-6,2-2-1017,3 0 1017,4-4-22,5-4 16,5-6 1,6-5 22,4-7-23,3-5-44,4-7-79,1-4-191,2-4-246,0-4-1774,3-3-3799,1-6 6139,8-6 0,-22 6 0,0 0 0</inkml:trace>
  <inkml:trace contextRef="#ctx0" brushRef="#br1" timeOffset="901535">17817 16872 18878,'-7'-42'534,"0"0"0,1 3 0,3 7-136,6 11 1077,5-8-854,1-3-324,-1 2-11,0 4 470,-2 7-560,-2 7-62,0 0 107,-3 7-196,1 2 453,-2 3-447,0 4 21,0 11-49,-3 3-1,-2 10-5,-2-1-6,-9 22-1682,2-7 1677,-8 16-12,4-12-316,5-12 1,-1 1 276,-5 18 11,6-19 1,2 0-144,2-2 0,3 0-458,1-1 1,1 2-1310,1 5 1,2 0-3995,5 17-3893,3-14 9532,1-22 0,-3-9 0,-2-6 0</inkml:trace>
  <inkml:trace contextRef="#ctx0" brushRef="#br1" timeOffset="901755">18449 17030 24895,'-7'45'-73,"1"-5"-73,6-18-167,0 1-320,1 2-610,0-1-1155,0 0-3259,-2-1-4174,-1-3 9052,0-4 1,0-8 0,1-3 0</inkml:trace>
  <inkml:trace contextRef="#ctx0" brushRef="#br1" timeOffset="902382">18961 16854 14180,'-4'-8'4245,"1"2"-3258,3 6 967,0 0-1512,16-66-1746,-7 38 1483,1-12 0,1 1 157,-1 16 365,0 1-438,0 2-16,-2 1-51,1 3-23,-2 2-22,1 2-61,-2 2 1293,0 3-1316,1 1-33,-1 3 10,3 1-16,0 1-16,4 2-1,0 2 0,4 2-11,0 4 11,2 2 12,1 3-12,0 1-11,0 3 5,-1 1-16,0 1 6,-3 1 5,-3 0-17,-4 0 11,-4 1 1,-3 0-7,-7 1 24,-3-1-7,-6-1-5,-2-1 0,-3-2 0,-1-2-5,0-2-12,1-3 28,1-2-5,2-2 33,2-2 11,0-3 1,1-1 16,2-3-11,1-2 22,2-3-5,2-2-23,2-1-5,2-1 17,1-1-12,1 1 1,2 0 5,1 1-45,2 1 29,1 2-1,0 1-11,1 2 0,0 1-11,2 1-12,0 1 6,2 0 1,1 2-18,2 1 12,2 3 10,2 2-10,3 2 5,4 2 6,1 4-23,3 2-431,0 3 442,0 4-27,-3 2 16,-4 3-22,-7 0 23,-8 3-1,-5-2-11,-11 0 6,-7-2 0,-10-3 5,-5-2 1,-6-3-7,-2-1-1190,-4-4 1174,-1-2-45,0-3-95,1-5-185,2-1-523,4-6-687,4-4-3181,7-6-4532,8-3 9276,6 0 0,7 7 0,3 2 0</inkml:trace>
  <inkml:trace contextRef="#ctx0" brushRef="#br1" timeOffset="902613">19847 16904 17910,'-24'42'74,"1"1"1,1-4 0,3-7 1394,4-14-1513,1 1 916,-1 1-1179,1-1-399,-1 0-1249,1-1-7876,2-3 9820,2-4 0,5-5 0,2-3 0</inkml:trace>
  <inkml:trace contextRef="#ctx0" brushRef="#br1" timeOffset="903644">20482 16874 20606,'-26'-45'342,"0"1"0,2 3 0,9 7 367,19 18-446,5 0-22,3 1-34,3 0-11,2 0-28,1 2-17,1 0 245,7 0-312,-9 4 106,4 1-156,-15 7 237,-1 1-210,-5 4 29,-10 13-45,-1 0-17,-9 11 39,-10 10-45,6-7 6,-9 10-5,14-11-23,3-1 5,4-2-5,4 1-5,4-3 10,3 0 1,2-2-17,4-2 11,12 4 39,8-6-22,1-3 28,0-8-6,-8-7-17,-2-4 51,7-7-39,-6-2 5,5-6 56,2-7 12,3-4-51,0-1 17,-2 3 11,-7 9 22,-1 3 1,-1 2-18,-1 3-22,-1 1-11,-3 3 0,1 2-28,-5 3-16,1 0-1,-3 7 6,-2 1-1,0 6-4,-2 1 27,-1 3-28,-7 15-5,-6 9-29,-3 0-824,-8 15 813,9-22-11,-2 10-83,7-13-141,4 0-157,2 0-727,2-2-39,2 0-4656,11 7-3176,-3-13 8278,9 3 1,-11-19 0,-1-3-1</inkml:trace>
  <inkml:trace contextRef="#ctx0" brushRef="#br1" timeOffset="903864">21347 17079 25046,'-19'2'106,"2"4"-106,6 11 0,-1 2-22,1 3-17,0-1-4291,1 3 4218,0-1-1423,1 1 1059,1-1-420,1 0-914,1-4-2155,2-1 3965,2 0 0,2-9 0,0-2 0</inkml:trace>
  <inkml:trace contextRef="#ctx0" brushRef="#br1" timeOffset="904319">21992 16870 21748,'10'-40'283,"0"1"1,-1 2 0,-5 9 956,-9 20-1095,-4 1 340,-3 2-407,-3 2-26,-2 2 190,-2 1-208,-3 3-6,0 4-11,-2 4-12,1 4 18,-1 3-2801,0 3 2766,-1 4-4,1 3-69,-1 2 80,0 1-1,1 2 6,-4 14-17,5 0-529,5-2 529,10-7-5,10-16-7,4-1-4,12 2-1,1-8 12,8 1-1,7-9 23,-6-3 3121,7-3-3104,-3-10 0,-9-1 5,4-7 76,-13 1-75,-2 1 11,-4-1 753,-4 1-715,-4-4-55,-3 6 11,-6-3-11,-2 7 17,-4 1 10,-1 2 35,-9 1-79,4 2-11,-4 0 11,8 3 5,2 3-5,2 1 6,0 3 5,3 2-17,0 0 12,1 2-6,0 1-34,1 2-16,1 2-40,0 1-381,0 12-77,4-5-382,0 7-734,3-8-1545,4-1 3209,3 2 0,-1-12 0,-1-1 0</inkml:trace>
  <inkml:trace contextRef="#ctx0" brushRef="#br1" timeOffset="904560">22421 17079 25830,'31'-32'101,"-9"8"-78,-38 37-23,-1 2-45,-12 14-45,5-4-649,-9 10 341,7-6-1724,1 2 885,-1 1-998,1 0-2513,3-1-4320,2-4 9068,6-7 0,7-9 0,3-6 0</inkml:trace>
  <inkml:trace contextRef="#ctx0" brushRef="#br1" timeOffset="905293">22938 16899 21164,'14'-42'352,"0"1"1,-1 3 0,-5 7-33,-10 17 520,-2 1-582,-3 1 152,-1 2-225,-3 1 81,-1 2-137,-1 4-12,-2 0-38,-1 3 270,-2 1-305,-1 2-16,-2 4-16,-1 3 16,-1 3-17,-1 3 0,0 3 6,1 1-676,0 3 648,2 1 11,1 0-11,3 1-6,3-2-6,2 2 1,3-3 5,3 0 28,4-2 6,1-2-6,6-2-22,3-2 0,6-2 5,3-2-5,5-3 22,2-2-5,0-3 0,3-1-1,-2-4 18,0-2-18,-3-5 6,1-4-22,-2-2-6,-1-4 317,-1-1-283,-2-4 45,0 0 39,-2-2 28,-2 1 22,-2 1 40,-2 2-6,-3 2-6,-2 3-23,-3 3-10,0 2-28,-1 3-23,-1 2-11,0 2-34,0 2-16,-1 3 341,0 0-391,1 1 4,-1 3 29,-1 3-11,0 6-12,-1 3-11,0 4-33,-1 4 61,1 4 6,1 2-1181,0 3 1187,-1 3-68,1 1 34,-1 1-3035,0 1 3018,-3 2 0,-1 1-335,-3 2 50,-3 2-337,-4-1-549,-3-2-1311,-3-3 2510,-4-1 0,13-19 0,0-2 0</inkml:trace>
  <inkml:trace contextRef="#ctx0" brushRef="#br1" timeOffset="905738">23780 17257 24038,'-7'-1'61,"-3"4"-72,-1 15-34,-3 3-72,-1 1-85,-3 2-67,-1 0-4481,-3 1 3753,-2 2-6452,-10 13 7096,7-6 1,4-5 0,12-13 0</inkml:trace>
  <inkml:trace contextRef="#ctx0" brushRef="#br1" timeOffset="906360">24357 16964 23489,'50'-7'543,"-13"3"-408,-40 8-57,-4 1 0,-1-1-16,-4 1-34,-1-1 6,-2 1-12,-3 0 28,-11 0 1,-3-3-6,-1 0-12,3-3 1,10-2 44,3-3 12,-2-5-45,6-4-17,3 0-17,7-2 84,9-3-67,1 4 6,7-6-1,-1 5 12,3 0 5,0 1 62,9-3-78,-7 6 23,6-2-18,-10 7-11,1 3 11,-2 0-28,0 2 6,-1 0-6,-1 3-5,0 0-1,-1 3-5,0 3-50,1 10-12,-4 10 62,-1 2 17,-3 4-11,-7-4-23,-10 17-5,-3-7-3178,-12 13 3172,0-12-26,1-9 1,-1-1-1141,5-6 0,0-1 1171,-9 8 1,-1-2 11,0-5 0,1-2-469,-15 7 486,-8 0 40,19-17-13,13-6 1,1-4 1910,14-11-1916,6-2 5,6-9 3006,7 1-3006,5 0 7,6-1 1068,3 1-1074,3 2 5,1 2 12,2 3 70,1 2-82,0 1 6,-1 4-305,-1 2 271,-1 2 11,10 9-22,-11 2-11,6 8-6,-14 2-11,0 3 0,-3 3-50,-1 1-399,3 13-122,-6-10-639,3 8-599,-6-14-1837,1-3 3674,1-2 0,-4-9 0,-1-1 0</inkml:trace>
  <inkml:trace contextRef="#ctx0" brushRef="#br1" timeOffset="906888">25084 16797 21756,'-13'-39'209,"0"1"0,2 3 0,2 10 1152,7 22-1221,1 1 389,0 1-444,0 0 132,2-1-212,3 1 730,10-2-724,2 1-11,8-1 6,-2 1-12,2 1 1,10 1 10,0 0 23,1 0-33,-11 0 16,-12 0-11,-8 1 11,-3 2 6,0 1-17,-2 1 22,-1 1-22,-3 2 12,-2 2 4,-1 2-21,-1 2 16,1 1-5,0 2-1,0 2 1,2 4 11,1 1-23,0 16-5,2-7-23,0 12 23,4 7 22,4 7-1488,0 2 1454,2-1 6,-4-19-812,-4-1 823,-6-4 23,-7-3-11,-22 4 11,2-10-1050,-18 2 1011,9-13-23,-4-2-45,-2-3-33,-2-2-129,-2-3-224,0-2-443,1-3-1159,2-5 1700,-1-3 0,25 2 0,2-2 0</inkml:trace>
  <inkml:trace contextRef="#ctx0" brushRef="#br1" timeOffset="909526">17111 17610 7906,'-10'-3'3479,"2"0"-1754,8 3 1625,0 0-3138,-14-7 7,12 5-6,-10-6-17,18 8 22,2-1-11,2 1 6,3-1 0,1 1-23,2 0-27,1 0 128,11 0-44,5 0-34,12 2-84,-6 0-480,-2 1 463,-10 1-6,0 0-3244,0 0 3250,0-1-11,0 1-103,1-1 114,0 1-11,3 0-6,1-1 293,3 0-253,20 0-85,-10-1 1368,16 0-1384,-15-1 10,1-1-649,3 0 633,1 0 12,2 0-18,1-1-2474,1 0 2475,1 0 5,-17 0 0,1 0-658,21 0 644,-22 0 0,0 1 5,-2 0 1,-1 0 8,19 0-20,-20 0 1,-2 0 19,12 1-23,-2 1 18,-1 0 5,-2 1 11,15 0 618,-13-1-634,12 0-6,-16-2-1,1 1 1,1-1-17,1 0 6,2-2 11,0 1-1,3-3-16,1 2 0,2 1 6,0 0-6,-15 2 0,0 0 11,16 0-103,12 2 92,-24-1 34,-3 0 2399,-3-2-2399,-3 1 27,-4-1 1083,-2 0-1094,-2 0 12,-1-1-1,1-1 1,1-1-12,0 0 6,3-2-22,1 2 411,2-2-433,2 2 4,1-1 1,1 1 12,3 1-18,17-1 0,-10 1 409,12 0-397,-15 2-1292,-1 0 1269,-2 0 22,-1 2-47,-4 0 36,-4 1 17,-4 0 208,-4 1-230,-2-1 11,-5 0-12,0-1 29,-3-1 603,0 0-609,0-1 1469,0 1-1464,1-1 50,1 0-38,2 0-34,3 0 12,2 0-7,3 0-16,4 0 23,3 0-18,3 0-287,1 0 282,2 0-657,1 1 657,-1 1 12,0 2-1,-3 0-11,-1 2-220,-4-2 214,-2 1 0,-4 0 18,-5-1 305,0 1-250,-7-3 659,0 0-670,-5-2 250,0 0-294,1-1 27,1-1-28,2 0 23,2-1 5,1 1-6,11-1-33,-3 1-16,6-1 32,-5 1-27,1 1 22,0 1-11,0 0-11,0 0 6,-1 0-12,-1 0 22,0 0 12,4 0-6,-6 0 1,2 0 4,-8-1-10,-1 0 5,-1 0 0,-1-1-39,3 0 40,-1-1 10,2 1-16,2 0 16,1 0-39,2 1 6,2-1 0,2 0 5,2 0 23,-1 0-11,2 1-1,-2 0 6,0 0-11,0 1 0,-3-1 6,1 1 5,-2-1-11,4 1 0,-6 0 11,1 1-5,-7-1-12,-3 1 18,0-1-46,0 0 34,0 0 11,1-1-16,2 0 33,0 1-28,3-1-12,8-1 18,5 1 11,0-1-17,1 1 22,-7 0-27,-1 0 5,-1 0 11,-1-1-11,-2 1-6,-1 0-5,-2-1 0,0 1 0,-2 0 11,0-1 11,-2 0-6,0 1-5,0-1 6,-1 1-17,-1 0 5,6 0 12,-3 0-17,4 1 11,-1 0 0,0 0 0,1 1 5,0 0-16,0 2 17,1 0 10,-2 0-10,1 1 5,-1-1-22,0 0-11,0 0 22,0 0 0,0-1-6,-2 0 12,0 0-6,1-1 5,-2 0 1,0 0-6,1-1 11,1 0-17,1 0-10,0 1 16,1-1 11,1 1-11,0 0 17,2 0-12,0 1-38,2 0 44,-1 1-11,1-1 0,-1 1 0,-1-1 11,-2 1-11,-1-2 0,-1 1 11,-2-1-22,0 0 11,-1 0 0,-1-1 0,3 0 22,-3-2-5,3 0-11,-2 0 22,2-2-28,1 2 0,2 0 17,1 0-23,2 1 17,1 0-11,10 1 0,-6 0-5,6 0-7,-10 2 18,-1-1-6,-1 1 0,-2 0 0,-2-1-17,-2 1 23,-3-2-6,-1 1 5,-2-1-16,1 0 28,1 0-17,1 0-22,0-1 22,2 0-28,1-2 16,3 2 7,2 0 10,2-1-5,1 2 6,2 0-6,-1 0-11,0 0 11,-1 0-6,-1 0 6,-2 0 17,-2 0-17,-1 0 6,-2 0 16,-4 0-16,-1 0 22,-2 0 5,-1-1-10,-1-1-12,1 0 17,-1-2-23,2 3 7,0-1 4,0 0-16,2 1 0,0 0 6,1-1-12,0 0 6,1 1 12,0 0-24,0 1 18,0 0-17,-3 0-6,0 0-162,-3 0-157,-3 2-802,-4-1-3606,-6 2 4744,-6 1 0,9-2 0,-2 0 0</inkml:trace>
  <inkml:trace contextRef="#ctx0" brushRef="#br1" timeOffset="910936">24373 17844 8819,'5'-1'4269,"-1"0"536,-4 1-4598,-5-10-11,-5 7-16,-7-10 4,-6 10-10,-1-2-16,-3-1-7,-2 1 11,-1-2 12,0 2-216,2-1 266,2 1 11,3-1-11,4 2-34,4 0-39,3 1-112,3 1 22,2 0-38,2 2-1,0 0 6,1 0-6,-1 0 260,-1 0-248,0 1 52,-2 0-58,1 1-6,-1-1 6,0 0-11,3 0-6,0 0 23,3 0 50,1 0-34,7 1-16,3-2-1,8 1-10,4-1-6,6 0-6,5 0 11,5 0-5,3 0-646,3 0 635,1 0-1,0 2-5,1 1 0,-1 2 12,-1 1-1,-2 1-22,-4 0-1,-6 0 1,-6-2 11,-7 1 11,-8-2 23,-5-1 0,-6 0-40,-6 0 17,-6 0-5,-7 0-6,-5 0 17,-5-1-1173,-4-2 1156,-2 1 17,-2-1 0,-1 0-1,-17 0 1,15-1 0,-11-1-2438,18-1 2443,3 0-107,2-1 113,4 0 33,2 0-33,4 1-16,2 0 16,5 1 804,3 1-821,4 0 3332,3 1-3321,1 0 173,6-2-190,1 2 18,7-2-29,1 1 17,2 0 6,5 0-11,3 0 10,3 1-4,4-2 10,1 2-5,2 0-6,1 0 1,-1 0 5,1 0-23,-3 1 23,0 2-17,-4 1-11,-3 1 5,-6 0-5,-5 1-1,-6-1 1,-4 1 11,-7 0-23,-6 0 7,-8 0-1,-6 0-17,-6 0 12,-6-1-1460,-5-1 1438,-4 0 16,-4-1 5,-1 0 6,0-1 17,3-1 12,5-1-12,5 0 33,8 0-10,8-1-1,8-1-28,12 0 1,8 0 38,9 1-33,5 1 23,5-1-6,3 1-1,4-1-4,2 1-81,1 0 80,2-1-2878,0 1 2895,0-1-23,1 0-65,-1-1 60,-1 1-12,0-1-38,-3 2-101,-2 0-213,-5 0-890,-5-1-3625,-6 0-3814,-6 0 8949,-5 0 0,-3 1 0,-3 0 0</inkml:trace>
  <inkml:trace contextRef="#ctx0" brushRef="#br1" timeOffset="1.0238E6">17459 13789 4392,'-46'5'916,"-1"0"1,5 0-1,4-1 2699,-1 1-3039,11-1 742,-4 0-993,17-2 493,1 0-773,7-1 1546,2-1-1625,4 0 331,1 0 185,6 1-292,1-1 46,15 0-158,-4-2-28,9-1 1,-3-1-12,3-1 23,18-3-46,-8 2-10,12-2 0,1 0-842,1 1 825,-2 0 6,-9 2-1,-19 3 6,-5 0 50,-3 1 12,-7 1 11,-2 0 56,-12 3-68,-8 3 780,-5 2-813,-5 2-3403,4-1 3397,-2 0-2273,-1 0 2267,0 0-280,-14 3 298,9-3 1,-12 2 38,1 0-28,10-5 2119,-9 3-2035,5-4-62,10 0 3177,-6-1-3148,13-2 774,-4 0-758,9-2-3,-1 0-25,8 0-28,4 0-28,7 0 0,3-1-12,8-1-4,2-2-7,16-3-5,-4 1-508,13-2 497,-9 3-12,2 0-3221,2 0 3216,0 0-5,-1 2 5,-3 0 5,-3 1-5,-5 1-28,-1 0 56,-11 1 23,-2 0 343,-10 0-333,-6 1 3376,-3 1-3403,-5 2 5,-6 1-11,-3 0 11,-19 4-17,4-2-1633,-14 3 1633,9-2 12,-1-1 5,0 0 11,-1 1-486,1-1 503,3 1-6,2-1-5,4 1 6,4-1-28,5-1-1,5-1-22,5-1-33,5-1 0,4 0 22,2-2 72,3 0 1549,5-1-1554,1 1 568,7-1-596,1 0 1,3-1-12,5 0-6,3-2-22,18-4 6,-7 1-12,14-2-11,-11 2-876,2-1 871,2 1-6,-1 0 17,-1 0 5,-4 0 23,-5 2 5,-7-1 29,-6 2 5,-8 1-6,-5 2 23,-4 0-34,-13 1 0,-1 1 0,-12 2 12,-2 1 864,-5 1-870,-4 0 11,-4 0 17,-21 3-923,14-1 923,-15 0 62,5 0-51,16-3 0,-9 2 0,23-4-12,4-1-16,6-1-11,5 1-34,5-2-22,2 0 6,3 0 61,6 0 5,1 0-5,6-1-17,1-1 912,5-1-911,2-1-12,4-1 0,2 0 0,1-1-253,3-1 248,1 1-6,3-2-636,3 2 613,2-2 6,2 0 0,0 0 0,-2 2 6,-2-1 11,-5 2-129,-7 1 191,-5 0 33,-7 2-12,-7 0-10,-2 1-34,-4 1 206,-9 0-223,0 0 630,-9 0-613,1 2 141,-2 1-146,-1 1 5,-2 1-12,0 0 1,2 1 0,0-2-6,3 1-5,2-1-6,3-1-11,3 1-1,2-1 7,3 0-6,0 1-1,2-2 18,0 2-12,0-1 6,0 0 0,2-1-11,-1 1 11,1-2 79,0 1-12,4-2 11,1 0-22,6 0-17,3-2 17,13-2-33,-4-1 5,8-2-6,-10 3-11,-3 0 1,-2 0-12,-3 1 5,-2 1 6,-4 0 12,-3 1 5,-2 1 162,0 0-179,-8 0-11,3 0-11,-4 0-22,3 2-40,2-2-39,0 0-275,1 0 410,0 2-12,-2-2-5,-3 2 38,-9 0-10,1-1 5,-6 2 0,4-1-5,1 0 5,-1-2 6,3 2 5,0-2 6,3 0-5,1 0-6,2 0-1,0 0-4,1 0 4,-1-1-10,0-1-12,0 1-5,-2-2 0,-1 2 0,-3-1-6,-1 2 0,-4 0 0,-1 0-5,-3 0 5,-1 2 0,-3 1 1,0 1 10,-2 0 17,3-1-11,0 1 17,4-2-6,4 0-5,4 0 5,3-1 0,3 0 17,2-1 6,1 1 10,2-1-10,-1 0 5,0 0-5,1 0-6,-1 0 22,0 0-16,1 0 11,0-1 128,1 1-201,5-1 6,0 1-1,6-1 12,1 2-11,2 0 5,3 1 0,3 0-11,2 0 6,3-1-1,1-1 7,1 0 10,0 0-11,1 0-5,-1-2 5,1-1-17,-1-1 12,-1-1-6,-1 1-11,-4 0 0,-2 1-34,-4-1-45,-3 2-50,-3 1-95,-2 0-196,-2 1-454,0 0-1210,0 0 2095,2 0 0,-3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7T14:41:31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1314 1768 10069,'-4'0'5346,"1"0"960,3 0-5112,-35-10-706,25 7-206,-27-8-34,32 8-213,1 0 301,-2 1 83,-1 0-188,-12 1-118,5 0 191,-9 1 69,0 6 169,5 0 553,-7 6 124,5 0 348,0 2-33,-1 0-468,3 0-1066,0 0 0,4 0 0,1-1 0,3-1 0,2-2 0,1 0 0,2-1 0,2-1 0,2-1 0,0-1 0,1 1-256,2-1-1078,1 0-207,4 1 77,1 0 214,2 0 296,2 1 415,2-1 360,3 0 321,2-1 447,4 1 340,1 0 35,4 1-41,1 0-176,3 2-181,12 7-376,-11-2-715,6 6 265,-19-5-423,-5 0-257,-5 2 38,-5-1 336,-4 2 565,-7-1 718,-5 1 176,-6 0 454,-6 1 538,-5 1-383,-5-2-1502,-2-1 0,-2-1 0,-10 2 0,10-4 0,1-1 0,1-4 0,4-4 0,3-2 0,5-4 0,5-6 0,5-4-2066,5-6-1639,3-6-1491,7-4 5089,7-8 0,-4 16 0,3 1 0</inkml:trace>
  <inkml:trace contextRef="#ctx0" brushRef="#br0" timeOffset="267">1933 1514 24047,'-1'-3'736,"1"1"2636,0 2-3142,-38-13-649,30 18 1384,-26-6-977,39 23-406,1 4-546,3 4 415,0 3 544,1 3-509,1 4 362,-1 1-909,0 3 646,-1 1 412,-1 1 69,-2 0-91,-1-1-1676,-3-2 1099,-1-3-744,-1-3-1582,0-3 3046,-1 0 1,1-17-1,0-1 1</inkml:trace>
  <inkml:trace contextRef="#ctx0" brushRef="#br0" timeOffset="1317">1807 2030 17992,'-5'-2'2597,"2"-1"2369,3 3-3388,-46-43-2494,41 30 528,-21-32-104,48 42 1473,13 2-404,-7 0 474,2 1-135,0 0-2094,-1 0 2341,0 0-165,-2 0 195,-1 0-1371,-4 1 38,-1-1 338,-5 0-21,-3 0 467,-4 1-477,-3-1 290,-3 1-160,-2-1-190,-6 1-107,1 0 0,-5 1 0,3 0 0,0 0 0,0 0 0,3 0 0,0-1 0,3 0 0,-1 1 0,1 0 0,1 1 0,0 1 0,3 1 0,3-1-1591,0-1 45,3-1 772,2-1 588,2 0 657,0-1 400,3-1-3350,1-3 4497,2-2-214,0-4-392,-1-1-1412,0-1 0,-2-1 0,-2 1 0,-3 0 0,-3-5 0,-5 4 0,-1-4 0,-5 5 0,-2 1 0,-4 0-1245,-2 1-1499,-1 0 558,-2 1 635,-2 1 558,0 0 263,-1 1 945,2 1 379,-1 1 610,1 3-2,2 0-103,1 1 17,2 1-105,1 0 27,2 1 131,0 3-368,2 2-801,0 3 0,0 12 0,2-2 0,1 9 0,1-4 0,0 3 0,1 3-1135,2 1-339,2 1 434,1 1 280,2 0 131,0-2-71,3 2-31,2-1-109,2 2-64,3-2-175,2-1-85,4-1 103,3-4 225,3-3 215,5-5 338,1-4-482,26-7 1291,-13-9-86,-15-1 0,-1-3 677,15-11 381,0-5 100,-2-4 300,-5-2 205,-5-2 7,-5 0-573,-7 1-782,-6 0-755,-6 3 0,-6 2 0,-3 1 0,-5 2 0,-7-4-759,-2 6-1253,-5-2-112,3 9 422,1 2 293,1 1 376,1 3 335,2 2 527,2 2 618,1 1 790,3 0 81,0 3 882,2 3-1140,0 2-335,0 5-190,2 1-418,0 3-148,3 2-773,0 0 135,2 2-1187,0 1 1000,-1 1 327,0 2 52,0 1 336,0 17 218,-3-9 367,-1 12 56,-2-14 160,0 0-9,-1-2-19,-1 7 51,-1-12 3302,-1 3-3985,0-12 0,2-8 0,0 0 0,1-10 0,-1-2 0,0-4 0,-1-13 0,-1 1-102,0-11-555,1 2-26,0-3 0,-2-22 1338,1 10-664,-1-16 246,2 16-128,2 13 1,-1-1 15,1 1 1,1-1 54,-2-30-3301,4 11 3326,0 24 93,6-2 250,1 10 296,3-3 117,0 12-104,10-1-857,-3 5 0,8 2 0,-5 4 0,2 2 0,1 4 0,11 10 0,-10 1 0,7 6-1760,-14-2-177,-5 1 138,-3 3 611,-6 2 485,-11 14 853,-5-9 766,-9 9 532,-3-13 631,-3-1 561,-5-4-2486,-1-1-154,-2-4 0,0-2 0,-12-2 0,5-5 0,3-5 0,12-11 0,19 3 0,1-2 0</inkml:trace>
  <inkml:trace contextRef="#ctx0" brushRef="#br0" timeOffset="1587">3335 1916 32767,'29'-33'0,"1"0"0,-6 4 0,0 6 0,8 17 0,2 2 0,-9 2-4823,17 1 4746,-16 1 0,-5 0 0,-10 0 1</inkml:trace>
  <inkml:trace contextRef="#ctx0" brushRef="#br0" timeOffset="2243">4076 1507 31076,'-12'-48'-2281,"-1"9"1229,7 39 1656,-6 3 31,-11 6-123,2 0-76,-10 4-141,6-3-199,0 0 666,-10 1-262,3-3-890,3-1-145,8-4-31,12-3-163,3 0 63,2 0-81,4 0-15,6 0 370,0 0 278,7 2-3,-1 0 7,0 2-23,6 6-85,-1 5-57,0 9-55,-8-2 98,-4 3 98,-5-6 80,0 0 70,-2 1 245,0 0 82,-2 0 354,-2-1 92,1-1-51,-3 4-44,2-6-41,-2 2 17,3-10-8,0 1-33,2-5-143,0 0 242,2-4-406,1 0-322,-1-4 0,1 1 0,-1-8 0,1 5 0,0-3 0,1-4 0,1 3 0,1-5 0,4-2 0,-1 5 0,4-5 0,-3 6 0,2 1 0,0 0 0,1 2 0,6-1 0,-4 3 0,5-1 0,3 4 0,-3 2 0,7 0 0,6 5 0,-6 0 0,9 3 0,-9 0 0,0 2 0,-4 1 0,0 4 0,-4 0-481,-3 3-754,-3-1 57,-3 2 314,-3-2 1022,-2 1-388,-2-1 315,-4 1 601,-10 8 398,-10 1 542,-2 0-1277,-4-3-349,8-9 0,-1-2 0,2-3 0,0-4-2618,2-2 2559,-1-4 0,10 0 1,2-1-1</inkml:trace>
  <inkml:trace contextRef="#ctx0" brushRef="#br0" timeOffset="2492">4019 1472 30189,'38'-31'859,"-1"1"0,-2 1 1,-4 7-860,-6 13-190,1 1-634,1 0 245,-1 0-253,-1 2 518,-1 0-16,-2 2-712,-1 2 248,-4 0 242,-1 2-51,-3 0-327,-2 2-1771,-2 1 2549,0 4 0,-5-3 0,0 1 0</inkml:trace>
  <inkml:trace contextRef="#ctx0" brushRef="#br0" timeOffset="3008">1108 3211 12002,'-43'1'1327,"1"0"1,3 1 0,9-3-449,20-3 457,3 0-807,2-2 3,4 0-325,1-1 60,6-1-86,6-2 46,10-4 4,9-2-15,13-4-1849,10-2 1827,-22 9 0,2 1-9,4-2 0,1 0-20,4-1 1,1 0-14,3 0 0,0-1-15,5-1 1,0 1-8,3-1 1,1 0-109,3-1 0,2 0-81,-19 5 0,0 1 0,1 0-2,1-1 1,0 0-1,1 1-4,1-1 1,-1-1 0,2 2-5,0-1 0,0 0 1,1 0-864,0 1 0,0-1 1,1 0 867,0 1 0,0 0 0,1-1-578,0 1 0,-1 0 1,1 1 654,0-1 0,0 0 0,0 1-393,0-1 1,-1 1-1,1 0 383,-1-1 1,0 1 0,0 0-92,0 1 1,0-1 0,-1 1 87,1-1 0,0 1 0,-1 0 5,1 0 1,0 1-1,0-1-2,-1 1 1,0 0 0,-1 0-1,0 1 1,0-1 0,-1 1 2,-1 0 0,0 1 0,-1-1-7,19-3 1,-1 0 296,-5 1 0,0 1-191,-6 0 1,-1 1-3,-6 0 0,-2 1 2,-5 2 0,-3 0 115,21-5-8,-15 4 1176,-14 1-1226,-10 2-565,-7 0 1441,-5 1-2642,-2 0 199,-2-1 1349,-3-1 0,3 2 0,-3 0 1</inkml:trace>
  <inkml:trace contextRef="#ctx0" brushRef="#br0" timeOffset="7516">6378 1899 17540,'0'-6'1687,"0"1"995,0 5-2738,-20-26 50,15 29 12,-16-15-4246,20 38 4245,-2 6 499,0 4-694,-3 24-79,2-12-412,0-7 1,2 1-1180,0-8 1,1-1-222,0 0 0,0-1 2081,1 28 0,0-39 0,0-2 0</inkml:trace>
  <inkml:trace contextRef="#ctx0" brushRef="#br0" timeOffset="7926">6514 1511 18001,'-38'0'30,"-1"0"1,-22 3-25,58 14 5,2 1 0,1 2-11,1 1-4625,2 0 4631,3 0 399,2-2-388,1-2 1007,1-3-1002,0-3 235,-1-1-163,-1-2 3184,0-2-2629,-1-4 1187,-2-2-1421,0-5-10,-1-4-111,0-3-56,1-2-14,0-3-36,-1-2-16,0-2-46,-2 2-79,0-1-46,-2 3 88,0 0 34,-2 3-19,-1 1-25,-3 2-68,-2 1-27,0 2-6,-1 1 24,0 2 5,0 3 18,1 0 26,2 2 8,0 0 59,2 2 70,0 2-7,1 2-74,2 4-78,-1 2-49,2 2-149,1 2-760,6 11-518,2-4-1356,6 8 1900,3-6 0,-8-12 1,1 0-1</inkml:trace>
  <inkml:trace contextRef="#ctx0" brushRef="#br0" timeOffset="8167">6805 1770 25145,'17'-42'255,"19"7"185,0 32-2687,13 1 743,-15 3-1530,-2 2-6797,-4 1 9502,-6 2 0,-11-3 0,-4 0 0</inkml:trace>
  <inkml:trace contextRef="#ctx0" brushRef="#br0" timeOffset="8357">6790 2125 24080,'45'-31'390,"-1"-1"1,-3 4 0,-5 5 40,-9 14 1103,0 1-1639,0 1-449,16 1 95,-9 1-632,13 1-776,-13 2-2937,1 0 4890,3-1 1,-17 1 0,-1 0 0</inkml:trace>
  <inkml:trace contextRef="#ctx0" brushRef="#br0" timeOffset="8993">8099 1426 23706,'-30'-17'-157,"0"0"1,-21-10 61,38 28 291,-1 2 527,-4 1-610,-1 1-322,-3 0 181,-1 1 41,-1 0-101,-1 0-3,0 1-116,-7 1-16,9-2-10,-3 0 346,13-2-229,3-2 434,2 1-324,3-2 17,2 1-16,2-2-46,0 1 62,1 2 1,1-1-1,0 4-11,2-1 11,-1 0-11,-1 3-17,1 1 34,-1 2 22,-2 10 12,-3-2-46,-3 7 23,-2-4-17,0 0-11,-2 1 12,1-1-18,0 1 0,2-1 6,1-1 12,2-1-1,1-2 0,1-2-11,1-3 11,2-3-5,-1-2 123,1-1-4,0-2-5,0-2 45,0-2 594,1 0-569,1-4 155,2-3-67,5-7 127,0 0 46,6-3 25,-2 5 53,4-2 8,0 1 69,2 0-169,1 1 60,0 0-308,0 1-21,-1 1-74,1 1-80,-2 3-41,1 1-73,0 2-48,0 1-3469,1 1 3392,1 3-458,1 2 393,0 4-43,0 2-6,-1 2-11,-2 3-18,-4 2 2787,-3 3-2890,-3 0 144,-5 2 187,-2-1 191,-4 1 243,-2-1 149,-6 0 228,-3 0 229,-5-1 184,-2-2 446,-3-1-547,0-4-128,-1-1-266,1-4-495,0-1-422,2-4-1003,2-1-1965,2-3 3193,1-5 1,7 4 0,2-3-1</inkml:trace>
  <inkml:trace contextRef="#ctx0" brushRef="#br0" timeOffset="9236">8023 1453 24144,'52'-32'-191,"1"1"0,-5 2 1,-6 5-6,-13 12 2,0 2 61,-2 1 1847,-2 1-1789,-4 1 16,-3 1 153,-4 2-553,-4 1 301,-3 2-454,-3 0 791,-2 2-2670,-2 1 2362,0 4 1,0-2 0,0 1 0</inkml:trace>
  <inkml:trace contextRef="#ctx0" brushRef="#br0" timeOffset="9716">8704 2004 23532,'0'-5'167,"0"2"2520,0 3-1396,17-9 231,-15 19-2150,10-3 297,-31 42 272,-1-9-1380,4-11 1,0 0 910,-14 15-1133,-4 1-3678,-1 1 5099,-4 3 0,18-23 0,1-2 1</inkml:trace>
  <inkml:trace contextRef="#ctx0" brushRef="#br0" timeOffset="10223">9581 1555 23271,'12'4'28,"-2"8"-34,-2 21-11,-2 5-4285,-2 2 4240,-3 3-1782,-5 1 1766,-4 2-40,-6-2 1085,-6 1-1130,3-16 1,-3-1-138,-12 13-339,10-16 1,-1-1-109,-11 3 552,2-4-1579,0-4-1691,5-5 3495,0-3 1,15-6-1,0-1 1</inkml:trace>
  <inkml:trace contextRef="#ctx0" brushRef="#br0" timeOffset="10623">9642 1138 21169,'-30'29'132,"0"-1"0,1-2 1,9-3-93,22-2-301,1 0 101,4-2 39,3 0 17,2-3 118,12 4-135,-6-7-49,9 1 65,-9-8 164,0-3 31,-1-2 23,0-3 166,3-7-133,-6-2-12,3-6-10,-9 2-12,-1-1-28,-2-1 0,-2-2-6,-1 0 0,-2 1 6,-2 1 1,-2 0 16,-3 2-6,-1 2 0,-3 2-11,0 3 23,-9-1-79,5 5-28,-5 0-6,8 4-22,2 0 0,2 2-5,1 1-1,2 5-28,1 0-38,2 2-96,2 1-914,4 7-2727,7 4-1120,2 1 4957,8 1 0,-13-14 0,1-1 0</inkml:trace>
  <inkml:trace contextRef="#ctx0" brushRef="#br0" timeOffset="10884">10045 1469 26426,'-5'0'2935,"2"0"-1273,3 0-2850,15-31-48,1 22 438,15-23 53,-1 30-3419,3 1 2600,3 0-1539,17 4 492,-11 1 124,10 3-890,-18 1-1345,-4 1 4136,1 3 0,-15-6 1,-2 1-1</inkml:trace>
  <inkml:trace contextRef="#ctx0" brushRef="#br0" timeOffset="11075">10099 1742 15811,'-3'1'4865,"1"0"964,2-1-5189,41-22 216,-19 12-1347,35-17 913,-29 19-241,1 0 341,-1 1-100,1 2-1220,0 1-1101,0 0-7008,-4 2 8849,-4 1 0,-10 0 1,-5 1-1</inkml:trace>
  <inkml:trace contextRef="#ctx0" brushRef="#br0" timeOffset="17441">11162 1291 27788,'0'-4'-4167,"0"1"11784,0 3-6255,-14-62-3392,11 44 1589,-5-17 1,1 4-24,7 25 292,0 0-1297,0 1 1218,0 1 91,0 2-1213,0 1 1685,0 5-298,-1 3 209,0 7-344,-3 1 258,0 3-29,-2 3 22,0 1-10,-2 1-71,2 1 10,-2 0-346,2 0 63,1 0-147,1 1-9,1 0-55,0 0 12,2 0 170,1-2 23,0-1 159,0-2 1,0-3 6,1-2-21,1-3 25,0-2-49,1-4 12,0-1 39,-1-2 77,1-2 180,0-1 66,1-1 142,2-3 14,2-2-23,3-5-20,3-3-4,3-3-38,2-1-124,2-1-382,-1 0-122,0 2-34,-2 2 35,-2 2 40,-1 2 29,-1 1-111,-4 3-44,-3 1 293,-3 5-1,-3 1-2,1 0 9,1 3 0,0 1 4,2 3 74,0 2 12,1 3-7,0 2 1,0 1 11,0 3-6,0 1 0,-1 4-11,-1 0 11,0 3-22,0 1-28,-2 3-40,0 0-111,0 4-258,-2 1-465,1 3-779,-1 3-1499,-1 2-2421,0 1 5612,-2 7 0,2-25 0,-1 0 0</inkml:trace>
  <inkml:trace contextRef="#ctx0" brushRef="#br0" timeOffset="17675">11904 1679 21777,'20'52'-168,"-4"-2"-505,-15-15-1141,-4 5-5064,-2-2 5638,-1-4 1,1-16 0,2-8-1</inkml:trace>
  <inkml:trace contextRef="#ctx0" brushRef="#br0" timeOffset="18359">12940 1491 21806,'0'-6'556,"0"1"1115,0 5-1063,4-67-396,-1 42-875,1-13 1,-1 1 694,2 21 431,0 2-833,0 1 644,0 3-123,0-1-360,-1 5 111,-1 0 802,-2 5-661,-1 0-62,1 9-8,0 1-5,0 10-1,-1 16-10,-3-2-994,-3 15 994,-3-7-71,-2 2 64,0 1-57,-2 1-103,4-13 0,1 0-3245,-5 15 2801,-1 12-1995,6-11-1883,3-15 1770,2 5 2427,5-14 1,-1-12-1,0-1 1</inkml:trace>
  <inkml:trace contextRef="#ctx0" brushRef="#br0" timeOffset="18700">13325 1306 14019,'-3'-4'3271,"1"1"440,2 3-3648,-67-6 37,41 12-646,-13-5 0,0 4 656,17 15 8,-2 3-36,-2 1 71,1 1 31,0 0 19,1-1-24,3-1-11,2-1 168,1-2-230,4 0 34,-2 5-106,8-6-6,-1 2 239,7-6-239,2-2 0,3 4-11,1-5 616,3 4-611,2-6 150,1 0-137,1-1 16,2 0-11,1-2 15,2 0 1,2-1-1,2-2-24,2-2-46,3-2-86,4 0-595,2-3 316,3-2-315,3-3-499,1-4-873,3 0-1880,-10 1 0,1 0 3932,23-9 1,-9 3-1,-20 7 1</inkml:trace>
  <inkml:trace contextRef="#ctx0" brushRef="#br0" timeOffset="19444">13678 1405 13767,'-3'-1'4155,"1"-1"741,2 2-4905,-40-14 40,29 14-9,-30-9-6,40 18-3,1 1-70,1 2 85,3-2 0,2 1 11,3-1 6,2-2 11,2-1 5,1-2 12,1-2 0,2-2-17,0-2-11,1-2 0,1-4-12,0-3 6,0-2 6,-1-2 6,-2-3-3393,-2 0 3387,-2-2-6,-3 0 0,-1 0 6,-4 1 17,-2 1 10,-1 1-10,-2 2-6,-3 2 3392,-3 2-3403,-4 1 0,-2 2 22,-2 2 6,-3 2 5,-1 2-28,0 1-10,0 2-18,1 1-5,2 4 11,2 2 0,2 1-28,2 2 0,1 2 11,2 0-11,2 2 28,1 1-28,3 0-6,0 2 18,1 1-1,4 1-6,1-1-5,5 2 12,11 5 4,-3-6-770,10 3 754,-5-10-5,3-3 5,12 0-6,-7-6 6,9-1-22,-13-5 33,1-3-22,12-12 33,-8 1-33,7-10 16,-5-5 1,-10 4 29,3-6-24,-13 9-251,-2 3 285,-3 2 5,-3 3 90,-1 0-84,-3 7 6,-1 0 732,-1 6-755,0 1 233,-1 5-272,0 1 5,-1 6 1,1 1 11,0 3-17,1 1 0,0 1-11,6 8 33,0-5-16,7 4 5,-1-9 0,3-1-17,2-3 12,2-2-6,2-3 0,1-2 11,1-3-5,0-2 33,9-10-28,-9 0 6,6-10-23,-12 2 12,-2-1 0,-1-1-1,-1-1 23,-3-1 11,-1 2 18,-3 0 10,-1 4 28,-3 1-5,0 5 11,-2 1 0,0 4-23,-2 0-5,0 4-34,-2 0-17,0 2 1,-1 2-6,-2 1-6,-1 5 0,-1 5-5,-2 4-1,0 3 6,-1 5 17,1 3-33,0 4-6,1 3-409,-1 2 392,1 3-28,-2 2-28,2 3-62,3-9 1,1 3-667,2 5 0,1 2-1106,0-2 1,1 1 637,3 0 0,2-4-4220,4 11-4331,3-10 9524,-1-11 0,-3-16 0,-3-6 1</inkml:trace>
  <inkml:trace contextRef="#ctx0" brushRef="#br0" timeOffset="19699">14956 1283 20593,'-4'-3'1972,"1"1"-718,3 2-1226,69-50-1650,-35 35 1627,11-12 1,0 2-34,-7 23-39,-2 1-79,1 1-179,-3 3-364,-1 1-711,-2 5-688,-3 3-3731,-3 3-1232,-6 0 7117,-4-1 1,-9-6 0,-2-4 0</inkml:trace>
  <inkml:trace contextRef="#ctx0" brushRef="#br0" timeOffset="19865">15092 1509 25063,'26'-38'-23,"0"7"-66,-7 26-152,2 0-398,2 2-9192,8-1 8056,-10 1 1,-1 1-1,-14 1 1</inkml:trace>
  <inkml:trace contextRef="#ctx0" brushRef="#br0" timeOffset="23909">7505 246 28485,'-3'-27'-2610,"0"5"1636,2 18 801,-2 1-4496,-8 0 5011,-12 7 746,1 1-865,-8 7-760,0 6 1141,5-4 9,-7 4 67,11-6 236,1-3-603,-5 2-109,7-5-412,-5 1-119,8-4 3163,-1-1-3401,0 0-7,-1-2-15,2 2 44,0-2 58,-2 1 330,2 0-2,0 1-81,5 0 32,5 0-155,0 0 36,2-2-39,0 2 11,1-2-3,2 2-22,-1 1 243,0 0 32,0 2 131,1 2-28,-1 1 0,1 3 32,0 1-37,0 3 27,0 1 12,0 3-23,0 2 34,0 2-23,-2 1-16,1 2-27,-3 14 43,1-8-5,-1 9 17,2 0-29,1-12 1,0 8-6,4-9 0,0-9 0,4 3 22,0-10 6,2-2 34,7 1 5,7-3-28,1-2-22,5-3-11,-6-4-29,3-2-49,2-2-85,3-4-361,1-1-3,2-2-1105,3 0-1393,1 0 3019,6-3 0,-20 7 0,-1 1 0</inkml:trace>
  <inkml:trace contextRef="#ctx0" brushRef="#br0" timeOffset="24835">8051 376 24045,'0'-5'-1452,"0"1"6328,0 4-3606,-6-59-2377,5 45 269,-5-40 4479,5 62-3508,0 5-991,-1 5 1149,0 4-184,-2 4-934,-2 4 1172,0 1 114,-1 3-821,1 0 261,-1 0 152,3 0-378,1 0-111,2-2-132,0-1-147,1-2-309,2-1-299,1-3-428,3-1-555,0-1-1543,0-2-4319,-1-2 8067,0-4 0,-3-7 0,-1-4 1</inkml:trace>
  <inkml:trace contextRef="#ctx0" brushRef="#br0" timeOffset="25059">8444 424 20733,'2'38'0,"1"-3"-22,2-13-62,0 0-101,-1 1-201,0 0-522,-2-1-812,0 0-2430,-1 0-5681,-1-4 9341,0-1 0,0-10 1,0-2-1</inkml:trace>
  <inkml:trace contextRef="#ctx0" brushRef="#br0" timeOffset="25701">8953 384 12642,'-2'7'2923,"1"-2"-2263,1-5 4406,0 0-5021,-12-54 8,10 32-18,-3-9 0,1-1 78,15 7-201,-2 6 26,3-5 174,-3 10-11,0 1-45,-1 1-17,-1 2 0,0 2-28,0 2-16,-1 1 27,1 2-33,1 0-23,-1 2 29,3 0-35,1 3 24,2 1 32,3 3-21,1 3 22,2 1-29,0 3 12,1 0-11,-1 2 0,0 1-23,-3 1 12,-2 0-17,-2 8 16,-6-6 12,-1 6 28,-11 1 28,-2-7 0,-6 6-1,-1-8 1,-1-2-17,-2-2 17,1-2 50,-5 0-16,6-6-12,-2 0-5,8-5 11,2 0-28,2-1-6,2-2-5,0-1-12,3 0 12,0 0-46,1-1 12,0 1 23,0 0-62,1 0 78,1 0-39,2 0 0,1 0 39,2 0-45,1 1 6,1 0-11,1 1-17,2 0 34,1 2-1,1 0 7,1 0-40,9 2 28,1 5 16,1 1-38,-4 3 28,-9-2-29,-1 2-16,-3 1 50,-2 1-33,-4 10 67,-2-5-29,-5 7 12,-2-7-22,-6-1 0,0 0-12,-2-2 62,-8 3-62,6-7 12,-5 2-34,8-7-56,1-3-90,3-1-258,1-2-3169,0-6 3601,3 0 0,0 0 0,4 1 0</inkml:trace>
  <inkml:trace contextRef="#ctx0" brushRef="#br0" timeOffset="25932">9699 338 14992,'6'6'1860,"-2"0"-1104,-4-6 2140,0 0-2857,-12 44-464,8-26 414,-9 35-90,10-36-246,0 0-773,1 1-2106,-2 0-5092,0-1 8346,0-3 0,2-6 0,1-4 1</inkml:trace>
  <inkml:trace contextRef="#ctx0" brushRef="#br0" timeOffset="26768">10157 265 23822,'7'-35'-709,"1"-1"1,4-17 1431,-11 58-1128,-1 3 702,1 4-371,-1 3 81,-3 3 48,0 3-568,-4 2 416,-1 1-44,-1 1 91,-1 0-4,2 0-32,1-2-2946,2-1 2929,2-2 551,2-2-479,2-4 3,2 0-22,3-4-8,3-3 48,1-3 3387,1-2-3364,2-1 49,0-4-1,3-2-5,0-3-11,0-4 11,1-2-45,1-2 23,0-1-12,1-2-5,0 0 45,-2-1-1,0 2 40,-3 0 39,-2 2 62,-2 4 27,-2 2 18,-3 3-29,-1 2-56,-2 2-66,-1 1-52,-1 1-32,0 6-12,0 1 39,0 7-6,0 8-5,0-2-39,0 7 0,0 8-28,0-6-23,0 12-427,0-10 170,1 2-29,-1 1-122,2 2-213,0-2-197,1-1-542,1-4-1015,1-5-2458,-1-5 4895,1-4 0,-3-7 0,0-1 0</inkml:trace>
  <inkml:trace contextRef="#ctx0" brushRef="#br0" timeOffset="26983">10875 352 14297,'-18'37'9,"0"-1"0,1-2 1,5-5 2438,9-8-2649,0 1-751,-1 1-1071,0-1-1761,0 1 3784,-2 3 0,3-13 0,0 0 0</inkml:trace>
  <inkml:trace contextRef="#ctx0" brushRef="#br0" timeOffset="27733">11510 262 13994,'-3'-8'2417,"0"1"-1803,3 7 5061,0 0-5708,-32-43-81,18 32 72,-25-31 24,24 45-535,-2 3 627,-2 4-9,-1 3-3469,-3 4 3398,0 2-1095,-1 4 1087,0 2-505,2 1 535,1 2-212,3 1 236,4 0-29,3-1-11,4 0 11,4 0-5,3-2-18,4 0 7,4-1-6,3-1-6,3-1 2370,2-3-2353,3-1-6,1-2-51,16 2 63,-8-8-1,11 0-10,-13-9 22,-1-1 0,-2-2 6,-4-2 21,-2-2 1436,1-8-1441,-7 3 947,1-5-885,-7 6-12,-2 0 449,-2 1-437,-2 1 85,-3 1-119,-3 0-50,-3 1 5,-2 1 51,-8-1 5,5 2-5,-4 0 11,7 2-39,2 0 16,2-1 1,2 1-40,2 0 18,0 1-29,2 0-22,1 0-34,-1 0 17,1 1 17,-1 1 22,-1 4-56,0 1-39,-1 3-28,0 1-84,1 3-84,1 1-162,0 2-450,1 1-709,1 0-1777,0 1 2530,3 4 0,-2-12 0,1 1 0</inkml:trace>
  <inkml:trace contextRef="#ctx0" brushRef="#br0" timeOffset="27950">11861 488 21959,'-21'35'-341,"3"5"-29,15-19-408,0 7-807,3-8-1955,0 1 3540,0 1 0,0-10 0,0-2 0</inkml:trace>
  <inkml:trace contextRef="#ctx0" brushRef="#br0" timeOffset="28466">12456 308 13709,'0'-4'4425,"0"0"96,0 4-4381,-32-60-2082,17 45 1992,-6-17 0,-2 4 665,3 29-654,-2 2-5,-3 3 11,0 2-33,-2 2 341,-9 9-391,9-4 4,-5 5 1,14-4 34,4-2 21,1 9-38,6-8-12,1 6 1111,5-8-1111,3-1 12,2-1-1,4-1 7,3-1-7,4-2-16,2-2 5,1-2 1,1-1 33,-1-2-6,1-1 6,-1-2-11,-2-3-23,-1-2 12,0-2 5,-2-2-22,0-1 28,-1-2 5,0-1-27,0 0 33,-1-1-6,0-1-22,0 0 22,-1 2 40,-1 1-23,-2 3 56,-1 1 1,-1 3-12,-2 2 11,-1 2-39,0 1 61,-2 2-117,1 7 12,-1 1 16,0 8-17,0 0 0,0 2-5,-1 3-6,0 1-6,-2 3 28,-2 12 1,0-7-18,-2 10-16,2-11 22,0 1-95,-1 13-33,1-11-498,-1 8 346,3-15-151,1-2-1317,1 7 7,0-10-1631,1 4 3361,2-11 0,-1-5 0,1-3 0</inkml:trace>
  <inkml:trace contextRef="#ctx0" brushRef="#br0" timeOffset="28710">12875 377 22778,'-22'10'67,"3"2"-17,11 2-16,1 3-34,-1 1-17,1 1-28,-1 1-61,1 0-152,0 0-314,1 0-598,-1 0-992,2-2-2560,-1 0 4722,1-1 0,3-8 0,-1-2 0</inkml:trace>
  <inkml:trace contextRef="#ctx0" brushRef="#br0" timeOffset="29311">13138 311 21573,'5'-11'157,"-1"3"95,-4 12-106,0 0 5,0-1 17,0 1 34,0-3-40,-1 0-33,-1-1 95,-2 1-106,0 0-6,-1 0 5,0-1-33,1 0-11,-1-1 0,0-1 17,2-2-34,0-1 5,1-2 12,0-1-39,1-2-6,0 0-12,1-3-32,2 0-1,2-1 0,2 0 23,1 2 33,2 0-39,-1 1 50,1 1-16,0 1-29,-1 1 7,6-1-24,-5 2-4,4 2-7,-4 3 34,1 1 6,0 2-11,0 3 33,2 2-28,-1 4-11,2 2 11,0 1-50,8 10 39,-7-2-17,1 9-22,-13 11-6,-9-6-2153,-9 15 2147,-8-10 18,-8 2-23,-5 3-606,-7-2 617,11-15 0,-3 1 51,1-4 0,-2-1 8,2-1 0,0-3 11,5-4 0,2-4 48,-3-6 16,6-2-10,8-8-1,5-2-27,7-7 1971,7-4-1955,6-5 0,7 0 569,5-3-541,6 2-827,1 1 821,3 1-21,-1 2-18,1 1 17,-2 3-40,9-1-5,-8 6-3022,5 1 3017,-12 7-6,0 0 144,-2 5-178,1 1 29,-1 5-45,-1 2-40,-2 3-10,-3 2-191,-2 0-185,-1 2 234,-3 0-1024,1 0-552,0-2-1923,0-3-4980,0-2 8710,-1-4 0,-4-3 0,-2-2 0</inkml:trace>
  <inkml:trace contextRef="#ctx0" brushRef="#br0" timeOffset="30001">13818 178 8382,'-3'0'5311,"1"0"2715,2 0-7847,-31-14-17,24 9-38,-23-10-23,31 13-6,0 0-22,2 0-6,0 1 0,-1-1 12,1 1-23,0-1 5,0 2-16,1 0-22,1 0 10,1 0 6,0 0 1,1 0 10,1 0-22,1 0 22,0 0-27,1 0-12,0 0 6,2 0-28,1 2 16,1 0 23,1 2 6,-1 0-45,2 0 39,-2 2-51,0 0 6,-1 1 51,-2 1-51,-2-1 17,-1 2-5,-2 0-7,-2 0 12,-2 1 28,0 1-16,-2 0-12,0 1 5,0 0 6,1 0-11,0 0 0,0 1 0,2 1-5,0 0 27,1 1 6,0 1-22,2-1-6,-1 1 11,2 0 23,2 9-23,-3-6 6,1 9-1,-4-8 7,-2 1-6,-2 1-12,-3 1 6,-2-2 6,-5 0 11,-2-2 0,-2 0-11,-1-1-6,-3-1 12,1-2-7,-1-1 7,-1-1-12,0-2-22,-2 0-56,0-1-185,-3-2-633,-1 0-1949,-3-1 1986,-7-1 0,17-3 0,0-1 0</inkml:trace>
  <inkml:trace contextRef="#ctx0" brushRef="#br0" timeOffset="84608">16100 1206 13620,'5'-11'397,"0"3"79,-5 10-280,0 3-16,0-1 10,0 3 0,0-3 1,0 1 0,0-2-18,-1 1-10,0-2-6,0 1-40,-1 0-16,1-1-6,-1 0-39,0-1 17,0 0 5,0 1 6,0-1 12,1 0 1410,0 0-1472,-1-5-6,-1 2-12,-1-3 7,0 1 5,-1 0 28,1 0 0,-2-1 17,1 1 16,0 0 1,1 0 11,2 1-11,0-1-17,1 0-23,0-1-11,3 1-5,2-2 0,3 1 5,2-1-6,2 1 1,2 0-3404,-1 0 3387,3 1 0,1 0-11,1 0 5,0 1-6,1 1-10,0 1 10,-2 1-10,-1 0 5,-2 3-11,-1 0-1,-1 4 3399,-1 2-3382,-1 2 1,-2 3 5,-1 2-11,-3 13 6,-1-4-6,-2 10-447,-4-8 458,-2 4-5,-12 17 0,1-9-1285,-8 13 1290,3-16 1,-2 0-2822,-2-1 2816,-2-1-6,-2-1-121,-3-1 180,8-11 0,-1 1 58,-14 9-292,14-12 1,0-1 312,-7 3 25,1-4 797,5-3-728,3-5 392,3-3 2814,4-3-2927,3-2-62,4-5 168,2-8-609,4-2 1334,4-6-1101,6 1-171,5 1 407,6-2-162,3 2 477,5 0 190,2 1 281,4 2-9,1 2-3560,1 2 3040,1 3-882,11 4 163,-13 4-264,8 5 136,-17 5-354,-2 2-244,-2 4-126,-1 1-181,0 3-1632,7 13 2035,-4-5 437,8 13 1,-17-26 0,0 1 0</inkml:trace>
  <inkml:trace contextRef="#ctx0" brushRef="#br0" timeOffset="92874">17055 1871 16346,'-26'35'274,"-1"-1"1,2-2-1,5-6-44,10-13 315,0 0-394,2-2 79,-1 0-157,1-2 45,0-1-90,1-1 184,-1 0-224,0 0-49,0 1-113,-1 0-162,-1 1-308,-2 2-593,0 2-1306,-2 1-7288,2-1 9589,2 0 1,5-7-1,2-2 1</inkml:trace>
  <inkml:trace contextRef="#ctx0" brushRef="#br0" timeOffset="94719">18399 1275 32767,'-23'-42'-6227,"2"9"4299,11 32 3315,-3 1-424,-1 0-276,-12 0-605,3 0-19,-11 0-1390,6 0 2049,-1 1-70,-3 0-1175,1-1-62,0 2 44,1-2 237,-9 0-135,11 0 344,-5 0 252,12 0-81,6-2-331,4 0-216,6 1 91,5-1-56,0 2-23,3-1 44,0 1 14,5 2-15,-3 2 148,0 4 53,-2 10 218,-2-1 35,0 7-8,-4-3-51,-1 1 10,-5 4-1,0 0-3352,-2 0 3397,-1 1 18,-5 10-23,1 0-6,1-1-456,3-7 468,6-11 5,0-3 12,2-2 5,0-2 3168,2-3-3157,0 0 6,1-4 28,0 0 747,0-3 132,1 0-890,0-7-28,0 2 5,0-8-28,0 5 23,4-7-29,0 4 1,7-5-12,-1 5 6,4 2-11,0 1 5,2 2-10,-1 1-1,1 2-11,0 1 0,0 1-11,0 1 11,1 3 5,0 2 1,1 4-1,1 2-5,1 2-5,-1 1-12,1 2 6,-2 0-40,9 10 29,-8-7-12,3 8 11,-9-10 1,-4-1-21,-3 1 17,-3-2-17,-4 1-7,-4-2 1,-4 1-12,-5-1-51,-4 0-25,-2 0-80,-3-1-131,-1 0-246,-1-2-427,0-2-732,2-2-1682,3-3 3435,2-2 1,9-3-1,2 0 1</inkml:trace>
  <inkml:trace contextRef="#ctx0" brushRef="#br0" timeOffset="95128">19030 1230 26825,'-17'-7'-691,"0"5"780,2 16 254,-4 1-41,-4 3-1139,-5 2 610,-3 1 80,-3 1-390,-1 0 229,0-1-132,3-2-197,4-1-75,6-4 339,5-2 10,6-3 165,5-1 238,3-2 15,2 0 45,2 0 618,3-1-561,1 0-40,6 0-38,1-1-40,4 2-6,2 0-10,2 1-6,2 2-6,0 0 0,0 2 0,0-1-22,-1 2-17,1 0-17,-1 0-61,-1 1-79,1-1-117,-1-1-186,1 0-1915,10 3-465,-6-5-5146,5 2 7912,-13-6 0,-8-3 0,-5 0 0</inkml:trace>
  <inkml:trace contextRef="#ctx0" brushRef="#br0" timeOffset="95602">20062 1090 22602,'-48'-21'4,"0"-1"0,3 2 1,5 10 78,9 31 159,-2 3-92,0 4-59,-1 1-325,1 2 67,0 3-40,2-1 69,3 3-15,3-1-116,4 0-1,4 1 44,5-2 226,5 0 17,3-3 1310,5 0-1327,4-3-17,4 0 6,5-3-11,5 0-23,3-2 222,4-1-217,3-2 7,2-5 27,1-4 1,1-5 16,1-4 314,-2-4-320,-1-3-5,-2-5 34,8-12-6,-11 4 295,3-9-283,-13 7 4,-5 0 18,-4 1 16,-3 1-16,-5 2 5,-4 0-28,-5 4-16,-6 0 5,-5 3 11,-5 2 11,-3 1-5,-4 3-219,-1 2 202,-1 1-28,-1 4 22,0 2-16,1 2-12,0 2 29,2 0-34,3 2 5,4 1-22,4 1-50,4 0-85,5 1 359,3 0-750,5 0-684,3-1-1764,1 0-6829,2-3 9261,1-1 1,0-6 0,0-1 0</inkml:trace>
  <inkml:trace contextRef="#ctx0" brushRef="#br0" timeOffset="96265">20829 1283 32767,'6'-44'0,"1"0"0,-1 4 0,-2 9 0,-4 20 0,0 4 0,0 3-794,0 0 151,-1 4 192,1 8-1406,1 2 1173,1 11 38,2 1 178,1 5 18,0 4 307,0 3-12,-1 1-1300,-1 2 1293,-2 1-73,-1 15 352,-2-15 139,0 10-2816,-1-21 2872,1-3-674,0-3 557,2-3 783,1-3-964,2-4 58,3-3-95,5-3 261,3-2 89,5-4-155,5-3 80,6-5 69,7-6 155,5-4 170,6-4 344,4-3-816,3-2-632,-26 12 0,0 1 540,1-2 0,1 1-232,-1-1 1,0 0-17,1 0 0,-1 0-31,-1 0 1,1 0 21,-2 1 1,0 0-182,25-16 1,-3 2 6,-4 1-1,-6 2 240,-3 2-28,-4 1-2,-1 2-149,-2 0 7,-1 2 1,1 1-20,-1 0-2,1 2 121,-2 2-424,-2 3 371,-1 4 73,-3 3-141,-2 3 1853,2 9-2519,-10 3-378,0 8-1891,-14 2 3238,-9 4 0,5-10 0,-4 0 0</inkml:trace>
  <inkml:trace contextRef="#ctx0" brushRef="#br0" timeOffset="99308">2318 4051 14116,'-26'-45'575,"0"1"0,1 2 0,6 9-194,12 20 1545,-1 1-1652,0 2 571,0 2-655,-3 0-39,-1 2 303,-3 1-337,-3 1-10,-4 2-1,-5 1 709,-4 1-725,-4 3-12,-3 3 0,-2 3-10,-1 2-18,0 3-948,0 2 931,3 2 6,1 1 23,5 1-28,2 2-612,5 0 623,3 1-23,4 0 17,4 0 1,2 0-18,4 0 0,4-1 1,1 0-6,4 0-1,3-1-4,2-2-1,5-1 6,2-2 277,3-2-255,0-2 6,4-3-6,1-3 6,1-2 11,1-3-6,1-1 51,10-10-51,-8 1 423,9-10-417,-12 1-12,1-3 24,-1-2-18,-1-1 17,-1-2 0,-2 1-11,-4-2 23,-2 1 668,-3 1-652,-2 1 22,-3 3 169,-2-4-146,-2 11-11,-1-2 497,-2 10-536,0 2-23,-2 1-22,2 2-17,0 0-28,0 1 0,1 0-6,0 2 17,0 3-5,0 4 5,0 4-11,0 5 0,1 3 0,2 3 6,1 3-1,2 1-5,3 1 0,1 1-16,1 0-18,-1 1-28,2-2-469,-2 1 368,1-2-100,-1-1-140,1-3-207,0-1-326,1-4-537,1-3-980,1-3-2672,2-4 5125,1-4 0,-7-2 0,0-2 0</inkml:trace>
  <inkml:trace contextRef="#ctx0" brushRef="#br0" timeOffset="99825">2560 4027 11827,'3'-11'3434,"-1"3"-2375,-2 8 3102,0 0-3931,-17 15-29,12-7-38,-13 12-46,18-10-5,0-1-22,0 0-1,0-1-5,0 0-22,1-2 0,0 0 22,1-2 28,1 0 39,-1-2 29,0-1-7,1-1-10,0-1-57,1-3-33,1-1-6,1-3 6,0 0 5,0-1 23,0-1 11,-1 0 23,-1 0 38,-1 0 29,-1 2-1,-2 1-33,0 2-28,-1 1-56,-2 2-28,-1 1-11,-2 1-17,-2 2 6,-1 1 5,-1 5 0,-1 0-11,1 2-17,1 1 6,1 0 0,2-1-6,1 0 12,3-1-18,0 0-10,2-1-1,1-1 0,2-1 6,1-1 0,2-2 0,2-1 12,2 0 16,6-2-12,-2-1 7,3-2-6,-7-1 22,-1-1-11,-3-1 17,-1-1 11,-2-1-6,-1 0 28,-2 0 6,0-1 0,-2 2-11,-1-1 0,-3 3-23,-1 0-10,0 2-6,-2 1-1,1 2-16,-2-1 0,2 1-23,0 0 12,1 0-12,2 1 1,0 1-1,2 2-33,0 0-23,2 2-61,0 0-152,1 2-296,0 1-717,1 1-2173,2 0 3461,2 2 0,-2-6 0,0 1 0</inkml:trace>
  <inkml:trace contextRef="#ctx0" brushRef="#br0" timeOffset="101675">4350 3665 15598,'0'-39'560,"1"0"0,0 3 1,-1 8-208,0 22 1000,0 2-1230,-1 3 380,1 0-459,0 5 256,-1 2-204,1 7 670,-2 5-665,1 6-17,-4 5-11,1 5-6,-4 3-542,0 2 520,0 1 6,0-2-1,2-2-3216,1-2 3211,2-2-512,1 7 495,2-13 6,3 4 16,0-16 338,4-3-288,0-4 3134,2-3-3105,1-3 834,2-2-851,2-5-17,1-4-17,3-5 6,1-3 62,13-14-73,-7 4-2144,9-8 2143,-11 9 7,0 1 5,0-1 0,-3 2 134,4-6-100,-9 9 27,0-2 7,-10 13-12,-2 2-12,-1 4-49,-2 1-51,0 2 2132,0 2-2148,0 3-1,0 3-6,0 5 1,0 3-6,1 3 11,-1 3-5,2 2 5,0 2-11,2 1-11,0 1 5,0 0-16,2 1-17,0 1-40,1 1-78,0 0-134,-1 0-269,0-1-729,1-1-1914,-2-3 3203,0 2 0,-3-12 0,0-2 0</inkml:trace>
  <inkml:trace contextRef="#ctx0" brushRef="#br0" timeOffset="103014">5283 3640 11592,'-1'-3'3725,"0"0"2525,1 3-6171,-17-27-23,13 20 5,-12-21 35,16 28 32,0 1 187,1 2-147,0-1 0,2 3 0,0-3-28,0 1-11,0 0-40,2-1 51,3 3-101,-2-1-5,4 2 16,2 3-33,4 3 0,7 6-6,-2-2 17,9 6-17,-11-8-11,7 6 12,-8-6-3410,0 2 3404,-1 0-1324,-1 0 1318,-3 1 0,1 7 5,-6-7 6,-1 6 1,-5-8-12,-4-1 11,-1 1 0,-4-2 11,-4 1 6,-2 0-5,-4-1 5,-2 1 2770,-14 2-2781,7-4-1,-8 2-10,11-7 0,1 0-12,2-1 12,1 0-12,4-2-16,1 1-46,5-3-83,2 1 1268,2 0-2299,2 0-1832,2 1 3014,4-1 0,-3-1 0,3 0 0</inkml:trace>
  <inkml:trace contextRef="#ctx0" brushRef="#br0" timeOffset="103615">5948 3726 22789,'-26'-23'56,"10"4"-84,29 18-17,4 0-72,3 1-96,2 0-135,3 0-1063,17 3-96,-7 0-1906,12 2-2026,-12-1 5439,5 2 0,-19-2 0,0-1 0</inkml:trace>
  <inkml:trace contextRef="#ctx0" brushRef="#br0" timeOffset="103825">5988 4053 21775,'27'-17'-250,"0"0"1,17-10-747,5 12-2370,-17 5 1663,15-4-1770,-11 3-4172,-2 2 7645,-4 1 0,-14 4 0,-6 2 0</inkml:trace>
  <inkml:trace contextRef="#ctx0" brushRef="#br0" timeOffset="104195">6872 3657 13312,'-3'-2'3892,"0"0"-285,3 2-2789,-62-8-566,39 9-962,-13-4 0,2 2 907,18 11 388,0 1-395,0 2-22,0 2-11,1 0-45,2 2 45,-1 8-3089,5-6 2977,2 6 738,5-2-761,7-5-5,2 4 6,6-8-7,5-3 12,4-1-11,2-3-6,4-3 1,0-1-7,0-2-5,1-1 6,-2-1 18,-2-3-7,-1-2 22,-4-3 67,2-5-27,-7 2 5,1-5 3449,-10-3-3326,-6-4-89,-4 1 131,-5 1-137,-3 9-11,-2 2-11,-3 1-1,0 1-10,-1 2-12,0 1-28,2 1-22,1 1-17,-2 1-6,7 2-33,-2 1-56,7 0-135,1 0-207,1 1-666,1 2-2465,0 2 3568,2 2 0,0-4 0,0 0 0</inkml:trace>
  <inkml:trace contextRef="#ctx0" brushRef="#br0" timeOffset="105015">7810 3662 16555,'3'-3'2409,"-2"1"772,-1 2-3153,13 11-6,-10 1-16,9 13-6,-14-1 0,-1 2 0,-2 1 0,-2 2 0,-2 0-1318,-3-1 1341,-1-1-7,-2-2-2891,-10 6 2914,5-11-58,-7 3 120,7-12 45,-1-3 27,0-3 29,1-3-1,2-4-16,1-4-22,1-5 819,3-5-791,-3-14-135,7 2-6,-1-11-27,7 7 2080,2-4-2092,0-1-16,4-3-131,1 0 142,4-1-6,0 1 28,1 0-17,0 3 0,-1 1 0,-1 3-11,-1 2 17,-2 1 6,-1 3 21,-1 2-16,-1 3 6,-1 1 16,-1 4 1,-2 2 5,-1 2 0,-2 4-17,1 0 0,-1 4 1213,1 1-1241,0 1 318,2 3-340,0-1-6,-1 3 6,2 2 5,-2 4 6,2 3-5,0 4 16,0 2-17,2 2 6,1 3 6,4 0-34,3 2 17,3 0 22,3 1-22,4-1 50,2 1-28,2 1-17,3 0-1269,1 2 1242,2 1 33,0 1 0,-2 1 0,0 0 11,-3 1-590,-3 1 579,-2 1 0,-3 2 0,-2 1-2772,-3-1 2749,-1 3 7,-3 0-415,-2 1 403,-2 0-22,0 1-28,-2-1 701,-2-1-757,-1-2 414,-3-4-470,-5-1-96,-1-4 2189,-3-3-2480,-1-1-302,-1-5-577,2-3-1250,-1-3 2706,1-2 0,7-6 0,1-1 0</inkml:trace>
  <inkml:trace contextRef="#ctx0" brushRef="#br0" timeOffset="105626">8445 3812 17832,'3'7'1210,"-2"-2"-656,-1-5 2443,0 0-2756,-37 59-960,19-37 811,-7 13 1,0-3 306,4-16-236,-3 0-23,-2-2 11,1-2 23,0-2 167,-7-2-5,2-4-185,3-3-5,7-6-34,11-4-28,2-4-11,4-4-23,1-3-11,5-4-4,3-2-7,11-17-23,0 8 706,9-11-699,-5 13-18,3 2-1222,0-1 1239,0 3 0,-1 0 12,-2 1-7,-2 1 7,-4 0 22,0-9-23,-6 9 6,-2-8 6,-5 2-1,-5 9-22,-3-6 23,-4 11 0,-3 2-29,-1 1 18,-2 2-12,-10-2 11,7 5-16,-15-1 5,15 9 1212,-5 0-1223,10 4 0,1 3-12,3 3 18,1 2-6,3 2-11,2 0 5,1 2 6,3 0-11,6 9 28,1-3-12,8 7 18,1-6-18,3 3-5,4 1-1771,2 4 1766,3 1-1,-6-5 1,0 0-2799,13 13 2795,-12-12 1,0 0 2,0 1 1,-2-1-168,12 15 176,-13-15 0,-1 1-20,3 10 11,-4 0-10,-5 0-1,-4 0-6,-5 15-16,-4-13-56,-5 10-242,-13-5-402,-10 1-420,7-18 0,-2 0-2538,-15 10 3697,-3-5 0,26-21 0,1-1 0</inkml:trace>
  <inkml:trace contextRef="#ctx0" brushRef="#br0" timeOffset="110107">9389 3648 10539,'8'-5'3439,"-2"0"-2470,-6 5 2812,0 0-3506,0-21-40,-2 15-56,1-15-72,-2 20-35,0 1-27,-2 0 0,-1 0 130,-9 4-46,-3 3-51,-3 2-10,1 1 32,7-4 1,1 1 17,2-3 44,0 0-40,1-3 79,1 0 186,-1-1-23,1-10-275,1 2 6,1-9 12,4 4 5,-1-2-5,0-1-17,1 0-23,0-2 11,2-8-11,3 1-50,1-1 6,5 6-23,-1 8 201,2 1-2,1 3 35,-1 1-11,8 2 1,-4 3-28,7 0-28,4 13-67,-4 1-196,7 10-56,-4 15-104,-6 13 32,-3 4-1581,-12 7 1708,-10-14 68,-6 2-151,-3-13 1,-2 1 259,2-9 1,0 1-723,-7 8 0,-1 0 937,-14 13 13,-2-2-576,-1-4 535,-1-5-363,3-6-29,2-5-19,3-8-17,3-6 1100,4-6-1017,-4-7-114,10-7-47,-1-7 287,13-5-40,3-4 4,3-3 9,4-1 4,4-1 3,4 1 406,4 1-371,2 3 14,1 4 1697,1 2-1644,9 2-52,-5 7-16,9 1-35,-7 6-22,3 5-14,2 2 605,2 6-653,1 0-40,0 3-90,0 2-128,-1 1-168,0 1-686,-2 2-304,-2-1-1360,-1 1 2826,0 1 1,-12-10 0,-1-1 0</inkml:trace>
  <inkml:trace contextRef="#ctx0" brushRef="#br0" timeOffset="110761">10426 3401 15227,'2'-11'2992,"-1"2"-2122,-1 9 2386,0 0-3199,-1-33-57,0 26 11,-2-22 11,0 34 64,-3 4-33,-1 3-2,-3 3-19,-4 2 10,-4 3 15,-5 1 27,-3 3-572,-5 1 530,-3 1-9,-2 0 14,-1 0-5,1-1 3,2-3 21,4-2-17,6-4-11,5-4-5,6-3-101,5-2 27,4-3 133,3 3 38,5 0-118,0 1 559,6 1-571,0-2 58,0 0 80,2 2-18,2-1 4,1 2-19,3 0 14,1 1-3,1 0 1,4-1-88,2 0-44,4 0-54,2-2-137,4-1-176,3 0-729,4-2 58,3-1-417,3 0-1922,4-1-4894,-4 0 7483,-6-1 1,-20-2 0,-10 1 0</inkml:trace>
  <inkml:trace contextRef="#ctx0" brushRef="#br0" timeOffset="118359">11439 3463 11497,'-3'-4'997,"2"2"3909,1 2-4508,-23-62-740,14 43 496,-4-16 0,0 3 354,7 24-216,-1 1 73,-2 0-118,0 1-29,-4 1-33,0 0 320,-3 1-365,0 1-28,-3 0-17,-1 3-22,-1-1-18,-2 2-10,0 2-11,-1 3-1,0 3-5,0 2-16,1 1-1,0 1 6,-5 9-1,7-5-232,-4 8 222,10-7 5,2 0-11,2 1 0,2-1 0,2 0 11,3-1 23,3 7-29,4-5 18,4 4 10,2-9 7,2 0 38,2-2-28,1-1 18,1-2 232,0-1-15,12-2-139,-9-3 28,7-5-1,-12-3-4,0-5-18,1-2 6,1-2-6,0-2-5,1-2 22,1-1 0,0-2-11,-1 1-6,-2 0-11,0 1-28,-3 2 11,-1 1 17,-3 2 11,-1 3 0,-2 2-22,-2 2-11,-1 2-34,0 2-11,0 2-34,-1 0-28,2 8 11,0 0-16,3 8 5,-1 1 0,1 3-11,-1 3 0,0 2 12,1 17-7,-1-7-322,-1 14 328,-3-11-662,0-1 651,-1 2 11,-1-2-356,-4 15 289,0-14-95,-1 11-3071,1-17 2780,1-1-1962,-2 8-2945,2-11 5349,-2 7 0,5-23 0,0-1 0</inkml:trace>
  <inkml:trace contextRef="#ctx0" brushRef="#br0" timeOffset="119375">12670 3422 10065,'-12'-44'616,"1"0"1,0 4-1,3 7 2744,8 9-3074,0 8-62,1-3-34,2 9-44,1 1 1386,0 3-1459,-1 3 842,-1 1-881,-1 6 3397,-1 3-3335,-1 17-18,-8 13-44,0 4 0,-7 8-2845,1-10 2839,1 1 6,-4 14-2488,8-14 2471,0 7 39,9-11 123,12-9-39,1-2 28,9-13-28,-1-10 0,5-5-1685,3-4 1623,3-6 60,4-6-88,2-3 656,-8 4 0,1-2-673,18-12-25,-15 10 1,0 1 13,16-13-439,2-2 417,-24 17 0,0 1 0,-1-1 0,2 0 11,10-8 1,1 0-7,-10 7 1,-1 1-6,8-6 0,0 0-6,-5 3 1,-3 2-1,13-9 1,5-4-7,-23 15-32,-4 4 1848,-4 2-1922,-3 5 1764,2 0-2139,-4 4-342,2 1-912,-4 3-2403,0 3 4150,0 2 0,-6-3 0,0 0 0</inkml:trace>
  <inkml:trace contextRef="#ctx0" brushRef="#br0" timeOffset="122343">4182 5250 9844,'0'-5'2938,"0"1"1816,0 4-3790,-32-64-1136,18 43 340,-6-15 1,-1 2 312,6 23 21,-8-3-232,6 5-23,-6-1-20,7 6-180,0 1 145,-1 1 47,-1 2-8,1 1-20,-1 3-1,0 2 0,1 4 152,-8 9-142,6 0-25,-4 5-47,9-3-21,0 0-45,1 1-31,-1 1-32,2 0-61,0 2-35,1 0 4,3-1-5,1 9 2,5-10 15,4 10-40,4-18 29,6 1-86,0-9 157,4-2 94,-1-3 78,1-2 52,0-3-2964,1-4 3168,2-4 163,7-11 68,-5 1-157,6-8-101,-9 6-92,-1-1-50,-1 0-120,-3 1 19,2-9-111,-5 2 3253,-2 1-3288,-5 2-310,-2 15 3,-1 0-3,-1 7-53,-1 1-35,0 2-40,0 1 238,1 0 142,0 4 520,1 1-102,0 10-78,0-2 15,2 7 6,2-4-31,0 2-278,7 10-166,2 4-319,2 1 82,7 7 59,-7-17-18,5 5 7,-5-10 143,0-4 99,1-1 127,-1-3 58,0-2-3263,1-3 3526,1-2 177,9-4 157,-5-3 40,7-5 12,-7-2 85,1-4-2269,-1-2 2164,0-2 1579,-2 1-1847,-3-2-145,0-7-231,-8 7-173,-2-5-184,-9 6-402,-4 6 2949,-5-3-3179,-3 9 279,-2 1 137,-3 2 219,0 1 926,-8 0-685,9 0 256,-2 0 210,11 0-55,5-1-574,8-6 491,4 2 122,7-3 173,9-4-81,-3 4 23,7-4-53,0 2 157,-2 2-89,-2 2-563,-4 4-552,-7 3-170,-2 3-24,6-1-18,-5 2 10,5 1 2,3 3 330,-3 0-4,14 6 325,-10-3 0,5 4 27,-6-1-13,-2 0 10,0 3-10,0 0 26,-3 2-26,3 8 25,-3 4 117,-1 0 31,-5-2 76,-3-9 53,0 0 6,0-3-3,1 1-29,1-3-81,2-1-201,7 0 179,-3-5 100,17-1 116,-9-7 232,12-4-150,-7-4 147,17-10 109,-10 3 100,9-6-130,-6-2-117,-12 7-618,3-5 252,-14 8 73,-4 0-127,-3 1-159,-3 0-44,-2-4-206,-4 4-163,-3-2-49,-8 0-92,2 4 572,-6-3-338,-2-1 65,5 4 101,-3-3-3324,8 6 3511,2 0-43,1 1 157,3 1-69,1 0 41,2 1 24,1 0 37,1 0 85,2 2 3551,1-1-3297,3 1 15,6-3 42,-3 2-82,6-2-40,2 0-99,-4 3-69,6-1-175,-6 2-40,0 1-50,1-1-5,2 0-253,10 1 11,-5 0-109,7 1-3345,-7 1 3393,-1 1-820,0 1 926,-1 2 182,-2 3 58,-1 2 4,-1 1 74,-2 1-1,4 9 2923,-5-5-3029,5 11-1,-8-11-158,1 4 201,-4-6 1389,0 4-1341,-1-3-5,1 3-1,-2-4 0,0 0 45,0 8 28,0 3 1,1 1-2,-3 0 9,-1-7 4,-1 0 11,0 1 2,-1-2-57,2 1-14,0-3-23,0 2-23,1-3-275,3 9 40,1-6-406,3 6-4614,1-7-995,2 0-3080,0-3 9246,0-3 1,-7-5-1,-2-2 1</inkml:trace>
  <inkml:trace contextRef="#ctx0" brushRef="#br0" timeOffset="122852">6205 4895 22453,'-39'-10'41,"-1"0"0,3 1 0,7 5-5673,16 11 5677,-1 1 1346,-11 4-1351,4-3 865,-9 2-877,6-4-158,0 0 164,-2-1 27,2-1 29,-1-1 5,4-2 28,2-1 3284,5-1-3283,4 0 235,2 0-264,6 0-5,1 0 100,2 0 41,4 0-209,0 1 1,4 2 5,-1 3 0,5 10-17,-4-1-11,2 8 17,-6-2-17,-1 3 5,-2 2 6,0 3 12,-1 0-1,0 0 6,-1 2 0,0 0 6,-1 13-17,1-12-1,1 10 7,8-7 5,9-4-28,3-2-11,8-7-17,-2-9-180,20 4-21,-6-6-866,14 0 132,-12-7-1255,-1-2 2218,5-3 0,-22 0 0,-1 0 0</inkml:trace>
  <inkml:trace contextRef="#ctx0" brushRef="#br0" timeOffset="125402">6693 5079 11970,'-3'-42'414,"-1"-1"1,0 2-1,3 9 2342,3 24-2571,-1-2 1369,1 5-1459,-2 3 821,0 1-899,0 5 0,0 1-6,0 7 3392,0 0-3386,0 4 0,0 1 0,0 4 16,-1 13-21,0-6 4,-2 10-3396,0-10 3396,1-1-1806,0 0 1801,2 0 6,-1-3-11,1-2 11,1-2 11,1-2 2494,2-3-2489,0-2 2700,2-3-2688,-2-1 22,0-2 28,0-3 40,-1-2 33,0 0 11,1-2-5,0-3-51,1-1-28,0-4-17,4-3-33,0-2 6,2-3-7,1-2-10,2-1 0,1-1 5,0-1-6,1 0 1,1-1 0,-2 2 15,1 0 7,-1 2 208,-2 1-9,-1 3 10,-3 2-19,-1 3 9,-3 2-16,-2 3-41,0 1 13,-2 3-168,-1 5-174,0 2 7,0 15 15,0-3-5,0 8 0,0-5-3,1 2-39,1 1-12,2 1-3238,2 0 3360,0 0-1715,1 1 1666,1 1-561,5 11 449,-2-9-45,3 8-69,-6-14 2109,-1-2-2316,-1-1 2068,-3-1-4431,-1 4 983,-2-8-2742,0 0-1029,1-9 5668,0-4 1,0-1 0,-1-1 0</inkml:trace>
  <inkml:trace contextRef="#ctx0" brushRef="#br0" timeOffset="125657">7401 5088 14401,'1'-3'3898,"-1"1"625,0 2-4437,1 11-151,-1 0 14,1 11 3,-1 0 9,0 1-59,1 1 9,2 0-32,1 0-139,2 0 32,2-1-74,0 0-25,2-1-50,-1-1-28,0-2-36,-1-2-46,-2-3-7,0-1-190,-2-3-341,-2-1-482,0-2-4279,-1-2 5786,-1-3 0,0 0 0,0-2 0</inkml:trace>
  <inkml:trace contextRef="#ctx0" brushRef="#br0" timeOffset="125883">7298 5335 22453,'-16'-38'119,"1"0"1,-2 4-1,10 7-91,27 17-5,-4 4-12,2 2-5,0 1-1,2 2-10,0 0-29,1 1-16,1 0-242,12 4 1,-6-1-559,9 3 172,-11-1-386,2-1-673,0 0-1271,-1-2 3008,4 0 0,-15-2 0,-1 1 0</inkml:trace>
  <inkml:trace contextRef="#ctx0" brushRef="#br0" timeOffset="126133">7915 4983 13295,'0'-3'4626,"0"0"1390,0 3-5988,-11-39-17,8 31 12,-8-27-23,11 41 22,0 3 0,0 3-5,0 3 6,1 2-23,1 2 0,2 3 11,0 1-22,0 1 11,0 2-23,-1 1-22,0-1-22,0 2-39,0-1-79,-1 1-134,-1 1-163,0 0-325,-2-1-3035,-4 9-1731,1-11 5573,-4 8 0,5-23 0,0-1 0</inkml:trace>
  <inkml:trace contextRef="#ctx0" brushRef="#br0" timeOffset="126616">8309 4876 23282,'-26'-44'185,"6"10"-129,20 34-6,3-1 0,1 1 1,3-1-18,4-1 1,1 1-6,4-1-17,2 1 0,1 0 1,10 0-12,-6 1 5,6 0 6,-10 1-5,-1 1 0,-2 1-6,0 1-12,-2-1 18,-3 1-6,-1 0 11,-2 1-11,0 0 6,2 5-6,-2-1 11,2 2-17,-2 0 6,0 0-5,-1 2 16,1 2-11,0 0 0,0 3 0,-1-1-17,0 2 23,-1 0-12,0 1 6,-1 2-11,0 0 0,-1 1 0,0 1-6,0 0 0,-2 1 6,1 0-12,-1 2-10,0 0-12,-1-1-5,-1 2-12,0-2-5,-3-1 5,-2 1-33,-5-3-11,-4-1-29,-4 0-38,-2-2-12,-4-1-34,-1-3-133,-1-3-3640,-3-1 2810,-1-3-2552,-4-1 3734,-5-2 0,18-3 0,0-1 0</inkml:trace>
  <inkml:trace contextRef="#ctx0" brushRef="#br0" timeOffset="127170">9314 5025 22901,'20'-41'-891,"23"7"359,-2 30-903,18 1 466,-14 2-308,2 1-448,-4 1-605,-1 3-801,-6 2-4764,-6 2 7895,-5 3 0,-12-5 0,-4-1 0</inkml:trace>
  <inkml:trace contextRef="#ctx0" brushRef="#br0" timeOffset="127323">9426 5181 15200,'-42'26'808,"1"0"1,3-3-1,10-5-203,20-10 28,5-2 50,2-2 23,1-1 498,2-2-733,3 0 187,14-5-591,0 0-78,14-5-291,18-7-185,-7 4-174,-12 3 0,0 0-2139,18-3-7031,-3 0 9359,-7 4 1,-19 3-1,-9 3 1</inkml:trace>
  <inkml:trace contextRef="#ctx0" brushRef="#br0" timeOffset="131717">10898 5051 19104,'-23'-40'278,"-1"-1"1,3 3-1,2 10-71,6 22 1068,-1 2-1141,-1 1 375,-2 2-420,0 0 215,-1 4-226,-2 1-16,-1 5-1,-1 2-22,0 2 1,-2 3-12,-3 4 11,0 3 421,-2 3-443,-1 3-852,2 2 829,2 0 23,-5 13-11,11-12-6,-1 9-155,14-16 155,3-2 0,5-1 0,5-4 0,5-3 0,4-3 6,3-4 208,4-3-203,2-3 404,4-2-404,2-4 0,2-3-58,1-6 64,-1-2 5,-2-3 6,-1-2 12,-3-1 4,-2 0 12,-4-2 6,-1 0 16,-5-1 12,-1 0 11,-4 0 28,-2 1 5,-3 1 17,-2 2-5,-1 2-17,0 4-12,-3 1-22,0 3-22,-3 1 450,1 2-479,-1 1 229,1 3-245,1 1-22,0 1-12,2 0 6,-1 5-6,1 1 18,0 5-7,0 2-5,0 3-5,1 2 5,0 2-6,0 2-5,1 2 16,2-1-16,1 0 11,0-1-5,3 1-7,0-2 7,1-1-6,2-2-1,1-2 1,3-1 6,2-3-7,2-3 7,1-1-18,5-5-5,-1 0 0,3-4 12,1-2 4,2-4 12,1-3-5,1-3 5,2-2 5,-2-2 1,0-2-6,-3 0 11,-3-2 0,-4 2 1,-2-1-7,-5 1 12,-4 2 0,-4 1 0,-3 2 11,-3 2-12,-4 2-4,-3 2-1,-4 0 0,-3 2-5,-2 0-6,0 1 5,0 1-10,-1 0 16,2 1 0,2-1 17,3 1-22,2 0-6,3 0 5,3 0-16,1 1 11,1-1 0,2 1-6,3-1 12,5-1-6,2 0 6,2-2-6,3 1 5,2 0 6,0-1-5,2 1-12,0-1 12,-1 2-6,0 0 6,-1 1-12,-1 1 6,0 2-6,-1 0 12,-1 1 5,-1 0-16,1 2-1,-1 0-11,2 3 17,0 1-5,-1 2 5,1 2 5,-1 0-10,-1 2 10,-3 2 1,-2 1-1,-3 2 1,-3 2-12,-1 1 1,-1 2-6,-1 1 11,-1 0 0,0-1 0,0 6 0,0-8-6,0 5 0,1-12 23,1-1-17,3-2 0,3-2 0,3-1 0,1-3 0,4-2 0,0-1 0,2-3-17,1-3 17,3-4 0,0-3-5,0-2 10,1-2-5,-1 0 6,-1-2 5,-3 0 0,-2-1 1,-3 1-3381,-5 0 3380,0 2 0,-6 0 17,0 1-6,-4 1 1,-2 2-12,-3 0-11,-2 2 6,-3 1 5,1 1 6,-1 0 5,1 0 6,2 0-11,2 1 5,3 0 3376,2-2-3393,0 2-5,4-2-11,1 0 6,2 0-1,2 2 0,1-1 12,1 1-6,1 1 0,0 1 0,0 0 11,1 1-16,-1 0 10,2 0-5,-1 1 0,2-2 17,0 1-17,1-1 0,2 2 0,1 0 6,2 0-6,1 1 5,1 1-5,0 1-5,-1 0-1,-1 3 17,-1 0-11,0 2 11,0 2 1,-2 1-18,-1 1 12,-1 2-18,-2 1-4,0 1 10,-2 0 0,-2 2 6,-2 0-39,-3 9-17,-1-5-78,-1 9-46,-3-6-5,0 2-100,-1 3-303,2 0-454,2 2-152,2-1-491,2-1-1250,3-1 2935,2 1 0,-4-13 0,-1-1 0</inkml:trace>
  <inkml:trace contextRef="#ctx0" brushRef="#br0" timeOffset="132184">12960 4812 16112,'-3'-4'2885,"2"1"1355,1 3-4162,-29-40 1,16 30 5,-25-31 95,12 44-408,1-1 313,-10 4 11,6-1 17,-3 0 6,0-1 16,0-1-11,2-1-16,3 1-6,4-2-65,4 0 59,6-1-11,4 1-11,5-1 22,1 0-28,2 1-44,3 1 16,1-1 306,4 4-323,1-1-5,2 2 60,5 6-60,-2-2-6,1 6 1,-5-2-24,-2 2 24,-1 3-7,-3 1-5,-1 4 23,-1 0-18,-1 3 6,-3 1-3391,-1 1 3391,-3 1 6,-4 11-11,4-10 5,-2 7-5,6-15-12,1 1 6,1-4-11,4 1 0,2-4 4,4-2-49,11 2-11,-2-6-39,10-1-2319,-5-7 2201,3-2 1386,3-4-1526,3-2-2090,1-5 1883,1-2-1491,0-1 1031,0-2-2002,10-7-2232,-11 4-234,6-3 5499,-19 9 0,-9 6 0,-5 2 0</inkml:trace>
  <inkml:trace contextRef="#ctx0" brushRef="#br0" timeOffset="133383">13318 4829 21302,'9'-33'151,"-1"-1"0,5-19-39,-13 56 939,0 2-922,-2 3-12,0 3 1,-2 0 396,-7 12-441,3-4-17,-5 9 152,4-8-196,1 1 4,1-1-10,3-1 525,2-1-519,1-1-7,5 0 1,1-2 5,6-1-5,2-2-6,3-2 5,1-2 12,1-3 0,1-1 5,-1-2-5,1-2-6,-1-1 0,0-2 1,-2-2 10,1-2 6,-1-2 22,4-7 23,0-1-22,-2 0 5,-5 3 16,-6 6 12,-3 1 6,0 2-6,-1 1-11,-1 2-17,-1 0 23,0 2-74,1 4-10,-1 2 16,0 6 0,-1 2-11,0 3 11,0 1-11,0 4 6,-1 0-6,-1 3-17,-1 0-39,1 2-45,1-1-56,0 1-134,1-1-157,0 0-263,0-2-365,0-2-688,0-3-1597,0-3 3361,1-1 0,-1-7 0,1-2 0</inkml:trace>
  <inkml:trace contextRef="#ctx0" brushRef="#br0" timeOffset="133786">13910 4766 17968,'24'-34'87,"1"1"1,-2 1 0,-4 10 2185,-9 22-2234,0 0 1170,-1 0-1186,0 0 687,0 2-688,-1 0 2294,0 2-2288,0 0 195,-1 2-212,0 0 6,-1 3 0,0 0 5,-1 3 6,-2 0 6,0 3 22,-2 10-28,-1-4-34,0 8 23,-2-8 0,1 2-12,-1-1 6,1 1 1,0 1-7,1-1 6,2 2 1,0-1-1,4 1-6,1 1 2,3 0-7,2 0 0,3 0 5,1-1-5,1-1-12,-1 1-10,-2-1-12,-3 1-10,-5 0 4,-2-1 1,-6-2-17,-5-2-39,-7-2-39,-5-2-74,-6-2-100,-3-1-229,-4-2-499,-5-2-1414,-4-1 2450,-10-2 0,23-3 0,0 0 0</inkml:trace>
  <inkml:trace contextRef="#ctx0" brushRef="#br0" timeOffset="136856">3091 6218 14935,'-40'-17'1300,"9"4"591,16 15-1673,5 3 633,-1 0-666,0-1-12,1 2 319,-1-2-369,0 1-5,1 0-34,-2 0 0,-1 0 0,-2 1-6,-2 0-5,-2 1 12,-4 0-6,-2 0 186,-6 1-4,0 0-30,-5 0 35,-1-1 5,-1 0 19,1-3-27,2 0 10,5-3-50,-1 0-115,13-1-16,1 0 0,12 0 1113,2 0-1161,2 0-139,0-2-31,1 1 76,0-2-9,2 1 94,-1 0 6,2-1 29,0 1 33,0 1 76,1 0-25,0 1-68,0 2-86,0 1-143,-2 4 12,0 4-13,-2 2 20,-1 15 81,-6 9 17,0 2 31,-2 5 82,3-12 46,1 5-12,2-1-56,1 5-27,1 0-461,1 3 416,2 1-14,2 0-6,3 0 3,5 16-22,-1-16-1,6 9-6,-3-23-23,2-5-6,1-5-3,2-4 32,1-4 10,3-4 29,3-3-24,20-6 78,-6-3 16,19-6-53,-10-3-223,5-4-3416,3-2 1896,2-3-650,-29 10 1,1 0-7442,23-10 9720,-9 3 0,-21 9 1,-11 3-1</inkml:trace>
  <inkml:trace contextRef="#ctx0" brushRef="#br0" timeOffset="137950">3546 6579 18691,'-23'-38'329,"0"0"1,2 2 0,6 11-225,13 22 1320,1 2-1379,4 6 495,0 2-471,4 7 250,0 1-247,5 14-2637,-4-3 2598,4 12-1,-6-6-218,0 2 174,-2 5 4,0 2-160,1 21-1,-1-15-1296,1 14 1138,0-21-1238,1 13-666,-1-15-139,0 8 22,-1-20 2366,0-1 1,-1-13 0,0-2-1</inkml:trace>
  <inkml:trace contextRef="#ctx0" brushRef="#br0" timeOffset="138169">4011 6804 23053,'-6'-4'-183,"1"7"165,4 20-253,-1 3-142,0 2-222,0-1-393,0 1-746,0-1-1606,0-1 3384,1 1 0,1-12 0,0-2 1</inkml:trace>
  <inkml:trace contextRef="#ctx0" brushRef="#br0" timeOffset="138850">4457 6629 22572,'-18'-25'71,"3"6"-51,15 19 554,0 0-508,-2-2 1,0 0 8,-1-3-8,1-1-50,1-3 33,0-2-17,1-2 1,2-3-6,1-2 0,2-1-6,2-2-5,2 2 0,0 0 0,1 1 5,0 4 55,0 1-8,-1 2 9,0 2-15,2 1 8,-4 3-1,4 2-15,-4 2-1,2 1-71,1 2-13,2 2-11,3 3-23,1 3-10,2 0 0,0 3 10,0 1-6,1 2 3,0 2-211,-1 0 231,-2 1 13,0 1 4,-6 1 7,-2 1-2,-4 1 14,-4 0 11,-4-1 0,-4 0 5,-6-1 18,-4 0-12,0 0 6,-4-2-6,2-1 6,-1-3 5,2-3 12,1-3 10,3-3-17,3-3 52,3-2 38,2-2-55,4-3-34,1-3-6,2-1 228,2-2-228,3 0 19,3-1-7,1-1 5,1 2-6,1-1-5,0 3-5,0 1-12,-1 1 0,-1 1-5,0 2-1,0 1 1,1 2-6,0 0 11,2 2-11,2 2 0,3 3-5,0 1-12,4 1 17,2 2-6,3-2 1,3 2 10,2-1-27,1 0-1,0 0-5,-2 2-11,-5 0 17,-6 0-12,-9 1 1,-5 2-12,-11 0 0,-5 1 23,-11 1 5,-5 0 0,-5 2-11,-3-1-566,-2 0 522,0-1-40,2-2-68,0-3-111,4-2-185,1-3-432,5-4-1341,1-2 2249,1-5 0,11 2 0,2-3 0</inkml:trace>
  <inkml:trace contextRef="#ctx0" brushRef="#br0" timeOffset="139057">5323 6744 16073,'0'4'2744,"0"-1"359,0-3-3002,-16 65-107,8-40-311,-2 13 0,0 0-52,1-18-63,2 1-9399,-2 8 8590,3-9 1,1-1-1,3-14 1</inkml:trace>
  <inkml:trace contextRef="#ctx0" brushRef="#br0" timeOffset="140392">5893 6465 19529,'-7'-39'426,"-1"-1"0,1 3 0,3 8-113,6 18 696,1 0-751,1 0 231,-1 0-276,1 2 84,-2 2-179,0 2 365,0 2-404,-1 2-34,-1 5-1,1 4-4,-3 7 4,-2 4-21,-2 5 5,-2 4-6,-1 2-5,-1 3-6,0 0-496,1 1 496,1 0-11,4-3 0,1-1 0,3-3 0,4-4 0,1-4-6,5-3 23,0-2 22,7-3-16,-2-6 5,3 0 5,-3-8 498,1-3-498,2-4-5,0-3 0,1-3 0,1-1 0,-1-4 0,0 0-5,-1-1 10,0-1-16,-1 2 11,-2 0 6,-1 3-1,-4 2 18,0 3-7,-4 3-4,0 2 4,-3 3-27,-1 2 0,0 1 0,-2 1-6,2 5 0,-2 1-11,2 5 6,0 1-1,0 4 1,0 2-6,-1 3 0,2 1-11,-1 1 11,2 3 0,0 1-17,1 1-22,0 2-34,1 0-196,4 14 84,-1-10-814,2 9 567,-3-13-251,-1-3-382,1-2-469,-1-4-690,1-4-2055,-1-4 4279,3-3 0,-5-5 0,0-1 0</inkml:trace>
  <inkml:trace contextRef="#ctx0" brushRef="#br0" timeOffset="140584">6523 6659 10578,'0'-3'5098,"0"1"1785,0 2-6776,-11 6-46,7 2-27,-9 8-23,10 1-28,1 0-39,1 2-84,0-1-117,1 0-192,2 1-357,1-1-773,1 1-1788,0-1-5108,-1-2 8475,-1-3 0,0-7 0,-2-2 0</inkml:trace>
  <inkml:trace contextRef="#ctx0" brushRef="#br0" timeOffset="141009">7123 6394 15255,'0'-6'3977,"0"2"1170,0 4-5079,-54-56-1410,35 47 1367,-12-19 0,1 8 14,18 34 0,-2 4-16,0 3 5,0 4-17,1 2-3416,0 2 3416,2 4-17,1 0 306,4 18-328,2-13 0,4 13 0,4-18 0,4-1-6,3-1-11,4-1-12,2-3 23,4-3 0,4-4 407,16-1-390,-9-9 3059,9-2-3037,-16-7 1,-5-4-6,-3-2 11,-5-5 0,-2-1 12,-2-3 5,-2-2 0,-3 0 1058,-1-10-1041,-5 6 11,-3-5 27,-6 9-32,-3 2 89,-11-2-67,4 6-12,-8 2-16,8 5 0,1 3 0,-1 3-1,0 3-16,0 4-5,2 3-18,0 2-5,2 1 6,3 1-6,2 1 0,4-1-39,2 0-73,3 1-129,2-2-280,3 1-509,4-2-1110,5-1-3786,4-2 5078,6-1 0,-9-6 0,1-1 0</inkml:trace>
  <inkml:trace contextRef="#ctx0" brushRef="#br0" timeOffset="141202">7519 6647 24515,'1'40'-53,"-1"-1"1,-1-1 0,-2-3-239,-11 10-3825,-5 4 2133,-4 1 1983,9-20 0,0-2 0,-1 2 0,-1-1 0</inkml:trace>
  <inkml:trace contextRef="#ctx0" brushRef="#br0" timeOffset="143666">8320 6400 13480,'0'-5'2212,"0"1"1905,0 4-3674,-34-63-1289,19 44 972,-7-16 0,-1 4 465,6 25-423,-2 4-23,-1 0-27,-1 2-17,-1 3-6,0 2-6,-2 4-3000,0 4 2995,-1 2-232,0 4 232,-2 2-4,0 4 4,0 1-6,3 3-11,1 0-16,3 0-7,4 0-10,2-1-17,5-1 0,4-3 5,3-4 353,6-1-358,2-5 11,7-2 5,4-4 1,4-3 5,2-3 0,5-3 0,1-3 1,3-4 3255,0-6-3267,0-2 5,0-4 18,-1-3 30,-2-1 3,0-2 17,-3-1 28,-2 1 17,-3 0 33,-4 1 28,-4 2 28,-3 4-5,-4 1-12,-3 4-16,-1 3-22,-3 2-68,-2 3-39,0 2-29,-2 3-16,-1 0-5,1 3 345,0 3-329,-2 41-39,6-19 0,2 32-6,6-28-11,2 1-671,0 2 604,2 1-67,0 2-135,-1 0-150,-1 3-248,0-1-492,-1 0-823,-3-2-1569,-1-2-5187,-1-6 8755,-2-7 0,0-11 0,-1-5 0</inkml:trace>
  <inkml:trace contextRef="#ctx0" brushRef="#br0" timeOffset="143850">8774 6645 22939,'-10'45'-178,"0"1"1,1-4 0,4-5-764,7-10-1859,1-1 2892,-1 3 1,-1-14 0,-1-1 0</inkml:trace>
  <inkml:trace contextRef="#ctx0" brushRef="#br0" timeOffset="147099">9527 6432 9229,'1'-3'4710,"-1"1"1883,0 2-6162,-6-60-5722,1 40 5450,1-14 1,-2 2 1810,-5 16-1735,2 5 832,-3-3-888,2 6-39,0 0-17,-1 1 3370,0 1-3415,0 1-11,-2 3-16,-1-1-12,-1 2-5,-1 1-1,-1 2 18,-8 7-1,-3 7-33,0 2-12,2 4-5,9-5 6,1 2 0,1 2-6,3 1 0,2 0 0,2 2-3392,3 1 3386,1 1-134,2 12 134,4-9 6,2 9-11,3-13 5,4-1 1,2-2-18,2-2 23,3-3-11,2-3 17,1-4 22,3-3-28,0-4 17,2-2-1,0-6-10,1-2 16,-1-6-5,0-4 6,0-2 27,-1-4 0,-2-1 18,-2-3 60,4-14-38,-8 10-6,1-8 17,-9 14 3014,-2 2-2975,-3 4 195,-2 3-49,-2-1-186,0 7 1,0-1-28,0 7-34,0 2-5,0 1-29,2 6-5,3 9 6,2 3 0,3 7 10,0-2-21,-2 4 5,4 21-23,-5-10-690,0 17 657,-5-14-95,-1 3-123,-1 0-253,-1 2-1260,0-12 1,0 1-3747,-1 15 5533,0-12 0,1-4 0,0-7 0,1-2 0</inkml:trace>
  <inkml:trace contextRef="#ctx0" brushRef="#br0" timeOffset="149757">10008 6074 20330,'13'-54'845,"-1"10"-721,-9 40-12,1-1 95,8-2-101,-1 1-16,8-1 44,6 0-83,-2 2-7,7-1-10,-6 2 12,2 0-2,2 0 1,-1 1 6,1 1-23,-2 1-12,-2 0 7,-3 1-6,-2 0-6,-4 1 6,-1 1-6,-3 3 6,-2 1 5,-3 1 0,-3 1 6,-1 2 28,0 9-22,-1-4-6,0 10-3375,1-4 3375,0 3-920,1 3 920,2 2-87,1 1 87,2 1 0,0 0 12,2 0 21,5 13-27,-3-8 5,5 10 17,0 2-34,-5-11-5,4 10 250,-4-1-250,-5-11-362,-2 9 373,-3-14-17,-4-1 0,-3 0 6,-5-1 0,-15 10-17,2-10 2821,-11 7-2871,-11-1-1,8-9-20,-14 8-58,13-11-61,-1-1-135,1-1-275,0-1-750,4-2-2391,3-2-4855,4-3 8596,6-4 0,10-4 0,5-2 0</inkml:trace>
  <inkml:trace contextRef="#ctx0" brushRef="#br0" timeOffset="152827">4565 7902 14034,'0'-5'3932,"0"1"-779,0 4-2665,-5-61-1045,3 43 706,-1-16 0,-1 4 53,2 26 227,1 2-323,1 1 96,0 6-158,1 3 1,1 9 0,1 3-17,2 6-17,-1 4 12,2 24-59,-4-23 1,-1 3 18,0 10 1,-1 2-967,-3 2 0,-2-1 957,1-9 1,-2-1-9,-1-2 1,-1-2-68,-7 12-33,-2-5-45,-1-2-80,-2-5-88,-1-3-1053,0-4-636,-8 2-669,9-12-7126,-3 0 9664,12-12 1,6-3 0,3 0 0</inkml:trace>
  <inkml:trace contextRef="#ctx0" brushRef="#br0" timeOffset="153274">4755 7497 8881,'0'-4'3069,"0"1"4141,0 3-7054,-32-16 63,20 23-135,-23-14-28,29 27 28,4 4-62,1-4-5,2 7 5,2-10 6,3 0-5,1-3-1,2-2 1,0-1 5,1-3 56,2 0-17,-3-4 17,1 0 95,-3-6-95,-1-2-22,2-3-12,-2-4 11,0-1 7,1-3-1,-1-1 11,0-1 1,0 0 16,-2-1 34,0 2 263,-3-6 50,-4 2-72,-7-2-112,-7 8-157,-1 5-12,-2 4-16,5 4-22,-1 0-18,1 1-10,2 0-18,2 0-10,3 2 5,2 1-23,2 3-66,3 5-35,3-1-83,2 7-824,10 4-139,-2-2-1144,9 6-6104,-6-7 7570,-1-3 0,-6-7 0,-4-3 0</inkml:trace>
  <inkml:trace contextRef="#ctx0" brushRef="#br0" timeOffset="153509">5217 7824 15065,'-7'0'3299,"2"0"151,5 0-3450,11-61-2216,7 40 2182,-4-14 1,3 3-101,19 21-266,2 1 108,1 3-128,1 2-212,-2 2-365,-2 2-583,-3 4-974,-5 3-1742,-4 4 4296,-3 7 0,-10-8 0,-3 0 0</inkml:trace>
  <inkml:trace contextRef="#ctx0" brushRef="#br0" timeOffset="153685">5342 8082 9811,'-5'4'5052,"1"-1"1910,4-3-6861,40-22-34,-17 10-456,5-3 1,2 0 405,0 0-17,0 1-50,0 1-90,-1 2-157,-2 0-292,1 2-1001,-2 2-3418,1 1-4823,-3 2 9369,-3 1 0,-11 1 1,-4 2-1</inkml:trace>
  <inkml:trace contextRef="#ctx0" brushRef="#br0" timeOffset="154070">6354 7674 15860,'-6'0'2509,"2"0"2426,4 0-4828,-44-12-40,33 9-11,-33-8-17,45 9-17,1 2-5,2-1 0,3 0 0,3 0 5,2-1-16,2 1 5,1-2 0,3 1-5,-1-1-1,2 0-5,-1 0-22,1 0 5,-1 0-16,0 1-18,0 1-22,-1 0-78,-1 1-95,-1 0-146,-1 2-292,-2 1-599,-2 2-1142,-1 0-6015,-3 0 8440,-2-1 0,-2-1 0,-2-2 0</inkml:trace>
  <inkml:trace contextRef="#ctx0" brushRef="#br0" timeOffset="157656">6248 7728 6921,'-5'3'1764,"1"-1"2891,4-2-4213,-16 7-5,12-6-51,-12 6-38,15-7 1366,1 0-1496,-2 0 34,1 1 275,-2-1-259,1 0-4,0 0-7,1 0 242,0 0-269,-1 0-28,0 0-23,-1 0-28,2-1-28,0 0-22,1-1-23,-1 1-16,1-1-12,0 0-5,0 0-6,0 0 1,0 0 4,1-1 12,0 2 0,-1 0 151,1-1 96,0 1-96,-1 0-39,0-1 582,0 0-620,1 1-74,1-1 0,1 0-22,2-1 5,1-1 0,2-1 0,3 0 6,2-2 56,10-4-45,-4 2 11,8-5 11,-7 4 6,-2 0 0,0 1 6,-2 0-28,-1 1-1,-1 1-16,-1 0-6,-2 2 23,4-1-40,-3 1 12,2 0-6,-4 2-6,1 0 12,0 1-17,1 0 5,0 0-11,0 2 12,0 0-12,-1 0-6,1 0 18,-1 1-18,1 2 7,-2 2 4,1 2-10,-1 0 16,-1 1-10,-1 0 4,-2 3 1,-1 0 0,-1 1 17,-2 2 27,-1 6-38,-4-3-1,-1 5 0,-4-6-5,0 0 6,-1 1-18,0 0 34,-4 7-27,3-6-1,-3 3 11,-2-1 12,2-6-1,-4 3 12,4-7 11,0-2-22,0-3 27,0-1-10,0-2-6,1-1 22,2 0-11,1-1 67,0-2-73,4 0-16,0-2 0,3-1-6,2 0-6,0-2-5,1 0-6,2-2 0,1 1-5,3-1 11,1 0-6,6-2-6,-2 3-16,5-2 22,-6 5 1,-1 1-1,0 0 11,0 2-22,0 1 0,-1 0 6,0 1-12,1 0 17,5 5-16,-2-1 5,4 5 17,2 3-23,-3-1 12,6 4-3421,-7-3 3404,1 0-739,-1 2 739,-1 2 0,1 8 11,-6-4 0,-1 6 17,-6-8-12,-5-2 3027,-4 0-3020,-5 0 1131,-14 3-1138,2-4-5,-10 2 12,-4-4-12,10-4 0,-9-1-12,13-6-10,1 0-28,0-2-34,2-3-415,-7-6-184,9-1-947,-3-6 1630,7-5 0,8 11 0,0-4 0</inkml:trace>
  <inkml:trace contextRef="#ctx0" brushRef="#br0" timeOffset="177027">1520 9084 12909,'0'-7'789,"0"2"1575,0 5-1625,-32-63-3948,18 42 3511,-5-14 1,-1 2 641,6 21-518,0 3 635,1 2-854,2 1-78,2 3-51,2 1 1969,0 1-2025,2 4 704,0 3-692,-1 6 16,1 5 1,-1 5-7,-1 6-10,-1 5-6,-1 5 0,0 6-6,-2 5-1064,1 3 1059,1 2 0,0 0-12,2-1 12,1-3 5,3-3-487,0-5 488,2-3 5,1-4-11,0-4 11,0-4-41,0-5 47,0-5 16,0-3 1,0-3 1044,0-3-983,0-2 803,0-2-708,0-2 53,-1-1-92,-1-1-51,-1-1-16,0-2-11,-1-3-17,0-2-5,1-2-24,1-3-10,0-2-17,2-1 0,0-3-1,2-1-4,2-2 10,2 1 0,3 0 6,0 0 0,2 2-11,1 0 6,6-1-7,-3 6-4,4-1-1,-5 8-17,0 1 1,1 4 5,1 0 5,2 3 1,0 2 5,4 3-5,0 4 5,4 2-774,0 4 746,3 1 6,-1 3-11,0 0 16,-1 3 12,-3 1-12,-4 0 12,-4 1 5,-7 0-17,-4-1-203,-7 1 215,-5-1 11,-8 0 11,-5 0 17,-22 11-17,7-9-6,-16 6-16,11-12-1,0-2-10,0-1-12,2-4 22,3-2-21,2-3-18,5-4-28,4-3-145,6-4-101,4-4-280,5-6-633,4-4-964,2-3-2290,4-3-5356,2 3 9582,1 2 0,-1 9 1,-1 4-1</inkml:trace>
  <inkml:trace contextRef="#ctx0" brushRef="#br0" timeOffset="177628">1860 9505 18649,'12'25'578,"-2"-3"-466,-10-14-39,1-2 11,0 0 16,0-2 85,0-2 118,0 0 380,0-2-398,1-1-83,-1-2-45,2-3-34,-1-4-11,1-1-39,0-3 11,1-1 0,0-1 5,0-1 6,0 1 13,0 0-2,-1 2 17,-1 2 12,-1 3-18,0 3-16,-1 1-51,0 3-16,-2 1-23,1 1 0,-4 2-5,0 2 5,-1 3-11,-1 2 0,-1 1 0,0 3 0,1-1 6,1 2-1,2-1 1,1 0 0,1 0 5,1 0-11,1-1 0,1-1 5,2 0-5,2-2 6,3 1 5,0-3-16,2 0 5,-1-3 5,2 0 12,-2-2 5,0-1 29,-2-1 16,-2-1 0,-2 0 17,-1-2-11,-2-2-23,0 0-5,-2-1-17,-1-1 11,-4-1-11,1 0 0,-3 0 17,-3-2-11,2 3 5,-5-2-22,8 4 0,-3 0-6,5 3-6,1 1-5,1 0-16,1 1-85,1 0 39,0 3-50,1 1-123,1 3-241,1 1-718,4 1-2082,0 2 3276,4 1 0,-5-5 0,1 0 0</inkml:trace>
  <inkml:trace contextRef="#ctx0" brushRef="#br0" timeOffset="180865">3895 9519 11760,'-4'0'1328,"2"0"3270,2 0-3948,-24-19-460,18 13 90,-18-18-139,25 19-1,1-3 140,5-6-163,0 2-5,4-6 101,1-4-123,0 3-6,2-5-11,-1 7 5,-1 2 6,2-1-17,0 3-5,2 1-12,-1 3-22,1 1-11,0 3-6,0 2-16,10 2 5,-5 5-6,7 2-5,-8 6 0,0 2-1,-1 3 1,-1 1-6,-2 3 17,-1 2-11,-3 1 11,-2 1 6,-5 2-6,-3-1 5,-2 1 7,-5-1-7,-2 0 1,-6 1 5,-1-3 6,-3 1 5,0-3-5,-2-1 11,0-2 0,0-3 22,0-4-3369,2-2 3414,0-3 6,3-4 11,1-1-6,3-3-10,0-1-7,3-3-10,0-1 5,3-2 3380,1 1-3396,2 0-12,0 1-23,2-1-5,2 2-5,2-1-7,2 1 18,8-3-23,-2 3 0,7-2 1,-3 4-7,2-1 6,3 3 1,1 0-7,2 1-10,2 0-7,3 1-434,1 2 429,3 3 6,0 0-6,0 2-11,0 0 6,-5 1 5,-3 2-5,-6 0 16,-7 2 6,-7 0 0,-7 0 6,-6 2-6,-8 0 0,-19 6-12,4-5-444,-14 4 434,10-7-23,0-2-17,1-2-27,2-1-51,1-2-79,4-1-1007,-4-3-8605,8-1 9440,3-1 0,11-1 0,7 1 1</inkml:trace>
  <inkml:trace contextRef="#ctx0" brushRef="#br0" timeOffset="181275">4764 9279 22302,'-53'-6'145,"13"3"-83,43 12-23,5 1 6,1 2-11,3 0-6,2 0 28,21 15-45,-10-9-6,18 10-339,-15-12 345,2 0-11,0-1 11,1-1 1,-1 0-7,-2-2 6,3 7-5,-12-5 0,-1 4-1,-13-4 6,-6 1-16,-5 2-1,-6 1-11,-6 1 6,-5 0 17,-4 0 334,-1-2-323,-15 3-17,13-5-600,-8 0 589,16-7-12,5-1-44,2-1-73,5-2-112,3 0-129,3-3-2324,2 0 2705,7-1 0,-4 0 0,5 0 0</inkml:trace>
  <inkml:trace contextRef="#ctx0" brushRef="#br0" timeOffset="181549">5454 9354 17703,'-6'0'1697,"2"0"1205,4 0-2913,31-33-5700,-10 22 5593,27-26-1161,-16 33 976,3-1 133,2 1-637,4 1-1213,-1 0-473,1 1-2206,-2 2 8,-6-1 4691,-7 1 0,-13 0 0,-6 0 0</inkml:trace>
  <inkml:trace contextRef="#ctx0" brushRef="#br0" timeOffset="181743">5479 9632 17628,'42'-25'107,"-3"3"-2449,-17 9 2297,2 2-185,1 0 29,2 0 349,18-3-1520,-10 2-1479,14-1 2851,-11 1 0,-17 7 0,-2-1 0</inkml:trace>
  <inkml:trace contextRef="#ctx0" brushRef="#br0" timeOffset="182143">6353 9195 16314,'-1'-6'3786,"1"1"-55,0 5-3631,-44-1-10,26 7-17,-33 2-6,37 10-22,0 1-12,2 1 23,-3 9-11,3 2-22,1 0-1,6 4-16,7-18-12,3 6 6,6-11 6,10 2 5,-2-5 6,8 1-6,-7-8 11,10 0 1,-9-4 21,13-6-4,-17-1-18,5-5 73,-5-4-39,-5 2 0,1-6-5,-7 4 27,-3-1 12,-2-1 16,-1-1 28,-3 1-10,-2 0 5,-3 2-6,-1 1 73,-6-5-117,3 7-18,-4-3-16,8 7 0,0 1-17,2 0 5,1 2-27,2 1 0,0 2-51,2-1-95,0 4-1070,1-1-8621,0 2 9209,3 1 1,-3 0 0,3 0-1</inkml:trace>
  <inkml:trace contextRef="#ctx0" brushRef="#br0" timeOffset="184252">7482 9378 21338,'2'-27'308,"-1"5"-207,-1 24 16,0 1 1,0 3-17,-1 2-22,-1 3 44,-8 8-28,-8 6-56,-2 2-5,-6-1 0,4-6-1,-3-1 29,-14 8 11,-5-3 33,-12-1 45,6-10-84,15-12-5,12-9-17,13-7-3398,5-19 3364,3 2 0,6 0 1,2-3-653,2 0 0,1-1 649,1 0 0,1-1-352,2 0 1,-1 1 366,7-14-357,-1 2 357,1 3-7,-3 4 7,-1 5 2220,-3 3-2215,-2 2-6,-3 5-1145,-2 2 1156,-2 4-14,-1 4 31,-1 2 445,0 5-434,-1 2-16,0 2-17,0 3 2918,0 1-2940,-2 8 1345,-1 8-1334,-2 14-3404,-2 1 3387,2 4-895,-1-4 901,2 2-1965,0 1 1959,2 3-1317,1 1 1317,1 0 1218,4-2-1207,1-1-11,5-1 0,3-1-6,2-2-5,4-1 28,1-2-17,3-1 0,1 0 575,2-2-575,2 1 0,0-1-5,16 15 537,-21-17 1,1-1-533,0 1 0,-1 0-12,20 21-4,-17-15 2729,-5-1-2735,-7 0 207,-6 0-258,-9 3-50,-7 1-376,-16 14 102,1-11-276,-11 9-2643,-2-5-1108,8-12 4280,-8 6 1,23-22-1,1-2 1</inkml:trace>
  <inkml:trace contextRef="#ctx0" brushRef="#br0" timeOffset="184866">8136 9466 17417,'3'-2'1221,"-1"0"1580,-2 2-2667,10 38 23,-9-24 11,4 30-17,-11-35-10,-6 0-18,-2 0-5,-4-1-1,-2-1 113,-15-3-1,-3-6-111,-1-4-597,4-7 580,15-3-17,3-4 33,0-18-66,7 5-185,2-13 190,11-9-11,13-4-432,-4 22 0,3-1 409,3 0 1,2 3 5,11-20 6,-3 7-6,-13 17 5,-1 2 57,-4-8-45,-4 12-6,-2-7 34,-11 8-34,0 7 536,-8-3-507,-7 4-29,5 7 168,-6-2-140,4 8-44,5 0-7,-1 2 857,7 3-851,2 1-22,0 3 6,0 3-1,2 1 1,-1 2 11,2 2-6,1 1-11,2 10 17,9 4 0,-1 2-12,9-1-218,-1-7 224,3-1-5,3 3 22,2 1-28,1 0 5,1 4 1,2-1-6,0 2 11,11 17-14,-19-20 0,1 1-930,3 10 0,0 1 933,-6-8 0,-2 1 0,-2-1 0,-2-1-783,2 16 738,-4-3-27,-4 0-29,-2-3-45,-5-2-11,-5-3-318,-4-3 151,-6-1-186,-3-4-291,-2-2-650,-1-4-1394,0-3 2845,-3-2 0,13-8 0,-1-2 0</inkml:trace>
  <inkml:trace contextRef="#ctx0" brushRef="#br0" timeOffset="188345">9187 8769 13777,'3'-5'3366,"-1"1"274,-2 4-3522,18-16-17,-13 15 0,14-10-12,-18 20 1,-1 2 5,-2 1-3403,0 0 3392,-3 0 0,-2-1-11,-1 1 5,-1-2 6,-2 0 84,-6 2-66,4-4 3374,-5 0-3387,7-4 18,0-2 94,-3-1-105,4-2-12,-3-2-6,4-2 17,2-3 0,-1-1-5,2-1 5,1-2-11,0 1 0,1-3 6,1 1 117,0-6-101,2 5-10,1-3-35,0 7 12,0 0-17,0 1-6,0 1-10,1 1-18,1 0 6,2 1-17,1 0 17,6 1-28,0 3 23,13-1-35,-6 6 29,20 7-17,-12 2-1308,11 6 1297,-10-2 16,0 2-22,8 10 17,-11-5-226,2 7 198,-16-5 0,-5 1 16,-7 5-10,-7 4-371,-10 3 404,-8 4-392,-7 0 381,-6 1-17,-3 0 11,-3 0 6,-2-1-5,2-2-1,2-1-724,4-5 741,5-6 6,8-8 11,3-10 0,13-12 334,5-9-334,12-11 1531,6-5-1525,7-4 927,4-1-889,16-12 46,3 2-715,0 2 665,-7 10-7,-16 14-16,-1 4-6,-3 4-5,-2 3 16,3 4-39,-4 5-11,3 2-11,-5 6 956,0 3-967,1 2-34,1 2-90,1 2-134,2 2-230,1 1-414,2 0-796,3 0-1926,3-3 3646,6 0 0,-14-11 0,1 0 0</inkml:trace>
  <inkml:trace contextRef="#ctx0" brushRef="#br0" timeOffset="188733">10204 8660 18380,'0'-5'2779,"0"1"-5852,0 4 3140,15-34 1415,-14 30-1420,8-22 836,-19 41-842,-4 2-28,-4 5 17,-5 0-22,-4 4 5,-3 1 33,-4 0-25,8-7 1,-2-1 2,-14 11 1059,14-11 0,1 0-1037,-10 8 18,1-1-1,4 1-11,2-2 17,5-1-107,4-2 90,6-2 6,5-2 22,6-4 140,11 2-111,4-5 1195,11 0-1246,3-6-34,5-1 1,6-1-1,5-1-813,2-1 796,3 1-10,0-1-29,-1 0 17,-1 0-51,-3 1-504,-3-1 302,-1 0-447,-2 0-1036,-1 0-4890,-2-2 5888,2-1 0,-16 1 0,-1-2 1</inkml:trace>
  <inkml:trace contextRef="#ctx0" brushRef="#br0" timeOffset="197266">11130 8724 17739,'-42'-13'216,"0"0"1,4 1 0,6 7 1053,15 16-1074,-1 3-17,-2 3 1,-2 2-11,0 3-13,-4 2 1,2 0-22,-2 1 0,1 1-12,1 1-11,1-1-2820,2 1 2764,4 0 0,2 0 280,4 0-302,4 0 0,4 0-6,3-1-6,5-2 0,5 0 219,5-2-230,4-2 2923,3-3-2923,5-2-5,2-2 5,4-3-11,2-2 6,1-4-1,0-1 23,0-3 6,-2-3 11,-4-3 11,-3-5-6,-5-1 178,-4-2-66,-4-7-66,-7 4 4,-1-4-16,-10 5-5,-3 3-1,-7 0-11,-4 3-11,-4 0 12,-2 3-24,-4 2 7,-2 2 16,-16 1-50,12 2-748,-10 1 747,16 3 1,2 2-11,4 2 5,2 1-11,3 2-45,4 1-5,2 2-51,4 1-117,2 1 963,3 1-1764,1 1-1827,3 1-6273,0-2 8271,2-2 0,-2-7 0,0-3 0</inkml:trace>
  <inkml:trace contextRef="#ctx0" brushRef="#br0" timeOffset="198058">12513 8969 10304,'-4'-5'3025,"0"1"-1821,4 4 1176,0 0-5640,-29-64 4089,19 37-468,-7-13 1,2 1 1147,11 15-932,2 0-79,1 2-84,1 3-72,0 4-50,0 3-62,0 5-68,0 3 73,0 2 3275,0 9-3365,0 4-5,-2 10-16,0 5-29,-3 6-803,-1 5 770,-2 3-12,0 2-5,1 1 6,0-1-35,3-1 7,2-3-1,1-3 1,2-3 5,3-4 0,1-4 11,3-4-314,1-4 337,2-5 95,7-3-79,-2-6-5,9-7-17,-3-6-6,6-6 79,4-7-112,7-4 5,6-6-501,-20 15 1,0-1 497,4-1 1,1 0-9,2-1 1,1-1-4,4-2 0,1 1 0,2-1 1,0-1-4,4 0 1,-1 0 2,3 0 1,-1 0 2,1 0 1,0 0-809,-1 0 1,1 1 790,-2 1 1,0 1 5,-2 1 0,-1 0-3,-2 2 0,-1 1 0,-3 1 1,0 0-4,-5 3 1,0 0 5,23-12-17,-9 5 0,-7 4-56,1 0-28,-15 8-89,1 1 359,-14 7-656,-4 2 712,-2 3-1978,-3 3-677,-1 5 2430,-5 5 0,3-7 0,-2 1 0</inkml:trace>
  <inkml:trace contextRef="#ctx0" brushRef="#br0" timeOffset="206245">3756 10871 11206,'0'-4'3147,"0"1"-5032,0 3 2434,-10-59 233,5 37-603,-1-12 1,-1 1 897,0 19-780,0 1-51,1 1-16,0 1-6,0 1-39,-1 2-12,0 1-5,-2 0 2921,-3 0-2971,1 1 1337,-3 1-1366,2 4-21,-2 1 376,0 0-360,-10 3-33,5 2-28,-7 4-1,6 1 23,-8 9-17,7-2 5,-6 7-16,10-5 6,1 1 27,-4 11-16,7-7-12,-2 8-11,7-10 0,2 1 6,2-2-6,2 1-3386,1-1 3386,2 0-1042,3 1 1042,2 0-636,2-1 636,2-1-11,2 0 0,1-2 0,8 5 17,4-3 0,1-2-6,0-8 2560,-8-6-2554,1-3 0,-1 0 5,0-5 1431,9-7-1419,-7-1-6,5-9-2250,-7 4 2255,-2-5-1249,-1 0 1250,-1-1-12,0-2 12,-2 1-620,-1 1 630,-1 0 18,-2 1-6,-1 2 67,-3-5 23,-2 1-73,-1 3-1,-2 5 2476,0 8-2464,-3 1 1704,0 3-1760,0 0 1128,0 2-1151,0 2-5,2 0 0,-2 8-3392,1-1 3409,-2 9-11,2-1 5,0 2 0,1 3-5,0 0-2269,2 1 2257,0-1-322,3 0 312,1 0 4,5 0 12,1-1 0,4 0-98,-1-2 109,3 0-22,0-1 11,4-1 2057,-1-1-2068,13 2 11,-8-5 5,9-1 463,1-6-451,4-6 3319,7-6-3336,-10-3 11,-2-9 0,-18 6 0,0-5 6,-11 6 254,-2-8-249,-5 6-16,-2-7 16,-8 1 6,0-3 0,-2-5-16,7 5-7,3 1 12,5 6-6,3 0 12,2 0-18,5 0 18,0 1-23,4 0 5,1 1 6,2 0-5,0 1-6,3 1 0,6-2 11,2 3-16,3 2 10,-8 5-16,-4 5 22,-7 4-11,0 2 0,0 2 0,-1 3-17,1 1 6,0 1 22,4 8 12,-3-3-3410,8 13 3382,-8-11-2275,4 7 2297,-6-9-751,1 1 756,-1-1-390,0 0 368,0-1 1702,7 8-1702,-3-7 0,5 5 2549,-5-11-2543,-1-2 1498,1-3-1498,-1-3 1035,0-1-1030,0-3-6,0-2 7,0-3-1,2-4-6,0-3 7,0-3-18,0-2-5,4-9 16,-6 7 29,1-7 0,-8 8-6,-4 2-17,-1 0 6,-2 2 22,-7-6 11,-3 1-11,-6-3-39,3 5 17,2 2-11,6 4 5,1 1-5,2-1-6,1-1 5,8-5 12,5 1-17,3 0 11,4 3 0,-4 5-11,-2 2 34,0 0-34,-1 0 6,-1 2 22,-1 0-34,4 1-16,0 2-3359,0 1 3370,0 2 22,2 6 22,4 3-10,1 1-6,1 2-1,-5-2-10,0 0-17,11 8 0,3 3 11,7 10-17,-1 5-6,-12-5 2475,-5 2-2536,-12-9-140,-4 1-1232,-3 17-1479,-10 7-5702,2-4 8637,-5-5 0,7-29 0,3-4 0</inkml:trace>
  <inkml:trace contextRef="#ctx0" brushRef="#br0" timeOffset="206708">5826 10498 15928,'0'-4'2172,"0"1"2595,0 3-4666,-51-24-450,27 21 374,-7-8 1,-2 2 69,-6 20 6,-5 3-712,-2-1 667,4 0-2843,15-6 2837,3-1 1,3-1-136,5-1 147,3-1 168,4-1-90,3 0 370,3-1-353,1 0 3215,5 0-3333,1 1 234,3 1-222,1 1-12,1 1-11,1 3 6,-2 2-12,2 2 0,-4 2 18,1 3-18,-3 1 17,0 5 6,-2 0 5,-1 3 1,0 1-12,0 0 28,0 0-44,1 1 16,0-1 6,2 0-23,-2-1 0,3 2-227,-1-1 211,2 1-29,2 0 40,1 0-11,4-1-12,2-3-16,4-1-62,3-4-124,4-2-318,4-3-1241,6-2-1051,2-5 2818,11-2 0,-34-3 0,-2-1 0</inkml:trace>
  <inkml:trace contextRef="#ctx0" brushRef="#br0" timeOffset="207509">6495 10669 21584,'-13'-48'925,"2"8"-723,11 30-34,0-1-34,1 2-33,1-1-12,2 2-33,2 1-16,0 1-18,2 0-22,2 2 11,0 1-16,2 2 16,0 1 6,1 1-23,0 3 6,1 3 6,0 3-29,1 3 29,-1 1-12,1 3-11,-1 1 1,-1 2-7,-1 3 6,-4 0-5,-3 2 16,-3 1 1,-3 0 10,-4 2-21,-4 0-12,-4-1 16,-2-1-218,-2-1 235,-2-3 18,0-1-1,0-3 0,0-3 12,1-2 5,0-4 0,2-4 23,1-3 5,1-1 12,1-3 5,0-2-12,2-4 215,2-2-208,3-1-7,1 0-10,3-1 0,1 1-6,3 1-12,2 1-4,4 1-7,2 1-10,2 2-7,3 0-4,1 2 21,4 1-22,2 0-11,2 2-5,3 3-12,2 0 11,1 5 12,2 0 5,-1 4-5,1 0-12,-3 3 6,-3 1-17,-2 3 1,-7 0 4,-5 1 7,-6 0 10,-6 1-5,-7 1 0,-6 1-5,-7 0-18,-4-2-10,-5-1-1,-1-1-16,-4-2-6,-1-2-744,0-2 682,1-4-83,2-2-68,3-2-196,2-3-375,5-3-689,4-4-2011,2-4 2752,6-7 0,4 8 0,3-2 1</inkml:trace>
  <inkml:trace contextRef="#ctx0" brushRef="#br0" timeOffset="207774">7056 10666 17977,'3'-1'2767,"0"0"359,-3 1-3109,43 49-12,-26-27-5,9 9 0,-2 0-17,-11-7-39,-1 1-56,-3 0-89,-2 1-135,-3 1-196,-2 0-320,-2-1-419,-4 0-718,-2-2-1383,-3-2-4783,0-4 8057,1-4 1,4-7 0,2-4 0</inkml:trace>
  <inkml:trace contextRef="#ctx0" brushRef="#br0" timeOffset="208024">7115 10884 20616,'-48'-18'28,"9"4"1506,41 16-1529,1 0 23,4 1-11,3-1 5,3 0-16,5-1-12,5-1-16,4 0-34,2 0-11,3-2 546,2-2-602,0-1-57,1-1 230,-2-1-442,0-1-274,-3 0-449,0-1 139,-3 0-3052,-2-1 4028,1 0 0,-13 4 0,-2 1 0</inkml:trace>
  <inkml:trace contextRef="#ctx0" brushRef="#br0" timeOffset="208253">7635 10629 19423,'-5'-6'3254,"1"2"-2476,4 4 1485,0 0-2201,9-21-45,-4 24 28,7-12-17,-6 30-28,-1 3 0,0 2-28,-1 2-101,-1 13-78,-2-8-220,0 8-1533,-2 0-68,0-11-1887,-2 8 3915,1-10 0,0-14 0,1-1 0</inkml:trace>
  <inkml:trace contextRef="#ctx0" brushRef="#br0" timeOffset="208669">7987 10557 17473,'-3'-2'2476,"1"0"1596,2 2-3988,19-46-34,-9 33 1,16-35-18,-14 46-5,2 0 6,1 1 5,1-1 17,13 0-33,7 0-18,2 1 6,1 0-11,-10 1 6,0 2 16,10 6-10,-13 0-18,5 7 17,-17-2-5,-6 3-6,-3 2 11,-3 4-11,-5 2 6,-2 3-1,-4 1 6,-1 0-3391,-1 2 3385,2-1 23,0 14-28,5 4 0,3 0-5,6-4-1,13-1 0,-3-11 1,5 9-6,-6-16 16,-6-1-22,-2-1 12,-7-3 5,-7-1-17,-8-1-251,-9-2 207,-8-1-79,-5-2-163,-6-1-391,-2-3-1239,-4-3 1933,-6-2 0,26-3 0,1 0 0</inkml:trace>
  <inkml:trace contextRef="#ctx0" brushRef="#br0" timeOffset="209217">9184 10678 23450,'49'-31'78,"-4"3"-72,-16 21-17,2 1-17,2 0-51,0 1-89,1 2-196,-1 0-403,0 3-802,-3-1-1836,-3 2-2263,-1 1 5668,-3 3 0,-10-1 0,-3 0 0</inkml:trace>
  <inkml:trace contextRef="#ctx0" brushRef="#br0" timeOffset="209399">9156 10912 25147,'33'-5'95,"0"-1"-84,1-5-780,2 0 724,2 0-682,0 0 458,2 0-364,-1 1-772,0 1-2034,0-1-5910,-5 3 8668,-5 1 1,-14 3-1,-6 1 1</inkml:trace>
  <inkml:trace contextRef="#ctx0" brushRef="#br0" timeOffset="211220">10473 10587 11950,'0'-3'4039,"0"0"1651,0 3-5382,-20-63-2516,12 42 2337,-4-15 0,0 4 117,4 22 742,1 2-825,-1 2-18,0 2 385,0 2-440,-2 1 5,0 1 0,-1 2-11,-1 3-22,-2 4 22,0 2-11,-2 3-12,0 0-5,0 2-28,-1 1-11,0 2 1340,2 0-1329,-3 11 0,8-7-16,0 8 4,8-10-4,0 1-12,5-1-6,2 0-5,5 0 11,11 6-11,-3-9 11,8 3 22,-6-11-28,1-3 40,-1-4-6,0-1-11,-3-5 5,0-1-16,-3-5 16,0-3 12,-2-3-6,-1-2 17,-1-2-23,-1-3 23,-3-1-12,-1-2 51,-1-11-50,-1 8 5,0-7 34,-3 14 28,1 3 16,-1 4 18,0 3-18,-1 3-21,0 2-17,-1 2-29,-1 1-22,1 2 6,0 0-29,0 3-5,-1 1 11,0 5-16,0 1 27,-1 4-11,1 2-16,0 3 10,1 2-5,0 2-5,1 0 22,1 1-6,1-1-22,2 2 11,3-3-17,3 0 6,2-3 11,3-1 0,1-1 0,4-2 5,2-4-16,14 1 28,3-6 0,0-1 5,8-13-11,-21-1-5,9-7-17,-12 1 16,1-1-16,-3-1 28,3-8-17,-8 6 17,0-5-12,-11 10 6,-3 1-5,-2 2 5,-3 2-11,-3 0-11,-3 2 39,-2 0-28,0 0 11,-1 1 6,1-1-17,1 1 11,2 0 12,3-4-35,3 3 12,1-3 0,5 4-5,1 0 5,5 0 5,3 2 1,10-4 22,-3 2-22,8-3 10,-5 3-21,0 0 5,0 1 5,0 0-16,0 2 17,-1 0-17,0 3-1,1 0 12,10 3 0,-9 0-3386,19 6 3375,-19 1 0,7 3 11,-11-3 0,-2 2-6,-3-1 12,-1 2-23,-4 0 11,-1 0 17,-3 1 12,-2 8-34,-3 1-12,-5 8 34,1-7-22,-2 0 11,4-9 6,0 1-17,2-1 16,3 0-5,3 0-11,6-1 3403,6 0-3398,4-3 12,4-2 28,4-3-29,0-2 1,3-2-12,-2-2-5,-1-3 17,6-8-6,-10 0 5,3-7-5,-13 4 6,-3 0 5,-1-2-5,-2 0 16,-2 0 0,-3 0-10,-2 1-7,-1 0 18,-2 1-23,0-1 22,-2 2-5,0 1-17,-1 1 17,-1 1-6,1 0 6,-1 1 5,1-1-5,0 0 22,-4-16-28,2 11-22,-3-12 56,1 11-6,-2 0-11,2 3-11,0 3 5,6 7 6,0 3 17,1-1-23,3 1-22,8-1 6,2 0-6,20-3 22,-8 2-16,12-3-6,-8 3 6,4 1-18,-1 0-10,2 1 22,-2 1 17,8 2 0,-13 2-17,2 3-28,-15 8 22,-8-1 6,-1 7 22,-7-3-22,-3 2 0,-1 1-11,-3 0-3409,1 0 3398,-1 1-48,2-2-278,-1 10-189,4-9-444,0 7-861,4-11-2309,3-2 4151,4 1 0,-3-8 0,1-1 0</inkml:trace>
  <inkml:trace contextRef="#ctx0" brushRef="#br0" timeOffset="211693">12576 10314 16678,'0'-3'3366,"0"0"1065,0 3-4303,-34-32-27,17 24-17,-27-24-5699,26 32 5687,1 1-981,1 0 965,0 2 1085,0-2-1085,0 1 6,0-1-6,1-1-17,-1 0 6,0 0 2370,-4 0-2280,1 0-74,1 0 12,7 0 3210,6 0-3250,1-1 12,3 1 22,-1 0-67,2 2 0,-1 1 11,2 3 12,1 2-29,1 2 23,-1 1 0,1 3-17,-1 2 11,-1 2 17,0 12-17,-3-5 12,-1 11-1,-4-10-5,-2 1 16,-1 0-952,-2 2 942,1-1-7,0 2 1,3-2-245,0 15 217,5-12 16,3 9-21,6-16 21,5-2-10,5-3-40,4-2 0,5-3-95,5-3-84,4-4-146,3-2-224,3-3-313,1-3-921,0-3-1012,1-4-6991,-6-2 9434,-6 0 0,-15 5 0,-7 1 1</inkml:trace>
  <inkml:trace contextRef="#ctx0" brushRef="#br0" timeOffset="212293">12922 10318 24267,'2'-42'460,"0"6"-309,-1 29-11,2 0-11,-1-1-6,0 1-39,2 0-16,0 0 16,5-2-62,-1 4 12,4-1-29,0 4 18,1 1 5,2 1-23,0 0 6,0 3 1,0 0 4,0 5-27,0 1 0,-1 2 5,0 2-5,-1 2 17,-1 2 5,0 1-11,-3 2-6,-1 1 6,-4 0 0,-1 0-11,-2 1 11,-3-2 0,-2-1-11,-4-1 11,-2-2 6,-4-2-1,0-2 6,-2-2-11,1 0 6,0-2 5,0-1 0,4-2 17,0-2-5,2-1-12,1-2 23,1 0-6,1-2 84,0-4-45,2 1 6,-1-2 33,2 3 6,2 0-11,0 1-17,0 0-11,2 0-29,1 0 35,6-1-57,0 1 17,6 0-11,0 2 6,2 0-17,2 1-23,2 2 6,3 3-5,-1 2 10,1 5 1,-1 0-1,-1 3 12,-2 3-28,2 10 11,-9-5-6,-2 6 1,-7-9 16,-6-1-5,-3 0-6,-4-1 5,-6-1-5,-3-1-5,-4-1-40,-3-3-3431,-2 0 3325,-3-3-118,-1-2-528,-2-3 163,2-2-362,-1-2-768,3-5-2645,0-2-4861,6-3 8735,5-1 1,9 6 0,5 1-1</inkml:trace>
  <inkml:trace contextRef="#ctx0" brushRef="#br0" timeOffset="212783">13415 10237 25343,'27'-57'275,"-4"11"-219,-13 42 5,1 1-16,3-1-28,0 1 11,2 0-11,0 2-6,0 0 6,1 1-17,1 0 11,-1 1 6,2 2 5,-3 1 12,1 2-23,-1 1 0,-2 1-11,-2 1 0,-2 2 11,-3 1-5,-1 2 5,-2 1-5,-1 3-1,-2 1 12,0 3-6,-1 2 0,0 3-608,0 3 631,-1 1-12,1 2 6,-1 0-11,4 0-11,1 1-3187,4 1 3203,2 2-22,2 1-22,2 2 33,2 1-22,1 0-417,-1 0 411,1-2-11,-5-2 6,-3-2-1,-5-3-44,-8-1-56,-8-2-90,-12-2-191,-11-3-357,-11-1-958,-9-3-1508,23-10 1,-1-1-1502,1-1 1,1-1 4296,-26 5 0,27-6 1,12-3-1</inkml:trace>
  <inkml:trace contextRef="#ctx0" brushRef="#br0" timeOffset="216376">1758 12266 20140,'8'-47'817,"-2"9"-643,-9 36-46,0 0-49,-2 2-18,0-1-27,-3 1-6,0 1-6,-3 2-10,-3 3 10,-1 2 0,-11 8-22,6-3 6,-8 5 0,6-5-1,0 1 6,-1-1 6,0-1-6,0 0 1,1-3 10,0 0-5,2-1 28,0-2 5,3-1 17,2-1 45,-2-2-61,7-1-7,0 0 1,6-1-11,2 0 28,1 0-51,6 1 1,-1 1-12,6 1 22,-4 3-5,1 2 11,1 2 0,-1 3 0,-1 3 5,-1 3 7,-2 4 16,-1 4-17,-1 5 6,-1 3-920,0 3 903,0 3 11,-1 2 1,-1 2-1,-1 1-11,1-1 17,0 0-12,2-2-5,0-1 0,4-2-11,0-4 0,6-4-6,1-3 11,4-7 1,2-4-12,5-4-5,2-5-23,5-4-50,19-7 11,-7-5-70,0-4 0,0-2-1760,14-9 1359,-17 5 1,1-1-390,-8 3 1,-1 0-1290,3-1 1,-1-1-2125,-1 2 0,-1 1 4329,24-13 0,-26 14 0,-12 5 0</inkml:trace>
  <inkml:trace contextRef="#ctx0" brushRef="#br0" timeOffset="222717">2617 12622 9727,'0'-4'5887,"0"0"-2560,0 4-2347,-11-59-543,6 37-51,-2-17 1,0 0-5712,3 20 5622,0-7-1105,2 8 1049,0 1-468,1 2 406,0 1-163,1 2 113,0 1 1419,0 1-1436,0 2 2218,0 1-2229,0 1 3156,0 2-3291,0 2 542,0 2-485,0 5-12,0 1 0,0 6-11,1-1 11,0 3-5,2 2 0,0 3 10,-1 2-10,2 4-12,-1 2 18,1 3-7,-1 1-292,0 2 303,0 1-10,1 1-12,0-1-16,0 0-23,1-1-67,1 1-752,0-2 427,2-2-2768,4 7-2245,0-12-3013,2 3 7702,-4-16 0,-5-6 1,-2-3-1</inkml:trace>
  <inkml:trace contextRef="#ctx0" brushRef="#br0" timeOffset="222967">3227 12610 21808,'21'23'213,"-4"0"-224,-17-2-62,-1 2-106,-1 2-264,-1 1-525,-1 0-1536,0 0 2504,-1 3 0,3-14 0,0-1 0</inkml:trace>
  <inkml:trace contextRef="#ctx0" brushRef="#br0" timeOffset="223667">3829 12447 21635,'-15'-27'229,"3"5"-156,12 22 124,0-1-102,-2-1 39,0-1 12,0-3 11,-2 1 0,1-2 207,0-16-292,2 6 7,2-12-6,3 10-12,3 1 1,3 1-12,0 2 1,2 1-12,0 2 6,-1 2-17,0 1 16,4 1-38,-3 4 0,3 0-6,-3 4 5,1 2 1,1 3-1,2 2 1,-1 4-6,2-1 6,-1 4-6,0-1-17,4 10 0,-6-3 11,1 6 6,-8-5 0,-3-1 0,-2 1 0,-2 1 12,-4 0-12,-2 1 11,-5-1 0,-1 0-11,-4-2 6,0 0 16,-1-1-16,0-2 10,0-2-4,-1-1 16,2-4 0,0-2 5,4-2 12,-1-4-6,4-1 17,1-1-5,2-1-1,2-2-22,2-2 0,1-1 0,1-1-11,0 0 5,3-1-11,1 1 12,3 0-12,2 0 0,1 0 12,2 1-7,0 0 7,4 1-12,0 1 6,2 0-12,1 2 12,2 1-6,0 0-16,1 1 16,0 1 6,1 2-12,0 2 18,-1 1-6,-1 1-17,-2 1 0,-2 1 0,-2 2-6,-2 0 6,-4 2-11,-3-1 11,-2 2 0,-4-1 0,-4 0 0,-4 1-11,-3 0-17,-3 1-3409,-3 0 3347,-2 0-89,-1-1-157,0-2-381,-1-1-812,1-2-2319,1-3-5299,5-3 9147,2-2 0,6-1 0,3 0 0</inkml:trace>
  <inkml:trace contextRef="#ctx0" brushRef="#br0" timeOffset="223896">4772 12404 18936,'6'5'1472,"-1"-2"-733,-5-3 1855,0 0-2560,1 49-12,0-27-16,-1 39-57,-2-41-94,-2 2-130,0-1-302,-2 1-924,0 0-2336,-2 0 3837,0 1 0,4-11 0,0-1 0</inkml:trace>
  <inkml:trace contextRef="#ctx0" brushRef="#br0" timeOffset="224392">5068 12153 23427,'11'-46'364,"-1"0"0,-1 3 0,0 10-196,-3 23-22,1 2-34,-2 2-39,-1 2-23,-2 2-5,0 1 39,-1 7-34,0 0-22,-1 9 6,-1 1 0,-3 5-18,-1 5 19,-4 4-19,0 2-3391,-2 2 3392,0 1-11,0-1-1,2-2-5,3-2 0,2-3 11,2-2 1,2-3-18,3-4 12,2-2-6,5-3 0,1-4 11,2-2-6,3-4 18,0-1-1,2-2 6,10-7-28,-6-1 11,8-8 1,-8 1-7,-1-1 12,2-2 0,-2-1 0,0 0 11,-3 1-1131,0-1 1154,-3 3 10,-2 0 18,-3 2-485,-1 1 506,-3 2 7,0 0-12,-2 3-5,0 1-23,-1 2 2567,0 1-2595,-2 3 1567,1 0-1584,-1 5 868,0 1-873,0 6-6,0 1 6,0 3-11,-1 3-1,0 2 1,-3 14 0,1-7-18,-3 12-3402,1-9 3364,1 2-2018,0 0 1844,2-1-90,0 2-106,4 0-320,1 2-918,6-1-1697,2 0-2576,4-4 5931,4 0 0,-10-15 0,0-2 0</inkml:trace>
  <inkml:trace contextRef="#ctx0" brushRef="#br0" timeOffset="224608">5925 12387 19742,'0'-4'3209,"0"1"-1097,0 3-2096,7 5-16,-5 6 0,4 6-39,-9 9-84,-2 1-213,-2 2-459,-2 1-1228,0 1-5978,-2 0 8001,-2 4 0,6-17 0,0 0 0</inkml:trace>
  <inkml:trace contextRef="#ctx0" brushRef="#br0" timeOffset="227317">6793 11987 10002,'0'-3'3276,"0"0"4924,0 3-7685,-12-51-329,7 40 10,-9-34 11,6 54-6,-2 7-10,-3 4-29,-3 4 96,-14 21-446,6-8 283,-2 5 0,2 2-73,0 4 0,5-4 1,3 0-17,6-2-1,2 9-5,6-16 0,8 13 12,2-14-12,6 9 5,13-10 1,-4-11-17,11 2 11,9-11-17,-8-7 39,12-1-11,-15-7 1,0-4-1,7-12 0,-5-10 11,-4-1-484,-11-4 495,-11 10 6,-5 0 1,-1 0 4,-5 2 46,-11-5-45,0 7-12,-10-2 309,-6 9-292,-6 5-16,-10 4-28,11 6-1,3 6-27,5 10 27,7-2-10,-4 8-2859,10-5 2864,3-1-6,2 12-39,5 0-145,7 10-23,4-11-168,7-4-291,1-10-538,1-3-5192,11 4-2291,-8-7 8693,5 0 0,-17-7 0,-2-2 0</inkml:trace>
  <inkml:trace contextRef="#ctx0" brushRef="#br0" timeOffset="227519">7392 12306 22112,'-1'45'-84,"0"1"0,0-5 0,0-5-280,1-13-353,0 1-627,0-2-711,0-2 2055,1-1 0,-1-10 0,1 0 0</inkml:trace>
  <inkml:trace contextRef="#ctx0" brushRef="#br0" timeOffset="227978">7979 11928 24228,'-43'-1'132,"0"0"1,-2 5 0,7 7-83,16 17-1440,-8 12 1412,9-7-10,0 2 4,3 2-4,1-1-1,3 1-6,3-3 1,4-1-6,3-2 0,7 7 0,3-12 0,6 5 453,3-15-453,1-2 0,5-4 0,0-1 0,3-4 224,2-1-224,0-3 0,1-4-3147,0-3 3158,0-4-11,-1-4 502,-1-2-480,5-7-5,-9 5 11,0-4 11,-13 11 6,-4 0-11,-3 3 5,-5 2-5,-2 0-6,-5 2 3403,-3 2-3381,-2 0 1,-1 2 10,0 1 6,0 2-4,0 1-19,0 4 7,1 0-12,1 2 6,-4 8-34,5-5-11,-2 5 11,6 1-16,3-5-7,2 10-32,4-10-74,4 5-112,3-7-269,3 1-475,3-1-992,2 0-3562,2 0-4303,-3-3 9127,1-1 1,-8-4-1,-2-1 1</inkml:trace>
  <inkml:trace contextRef="#ctx0" brushRef="#br0" timeOffset="228188">8556 12143 22311,'-29'49'-460,"0"1"1,2-5 0,7-5-1485,16-12-3153,2 0-4021,0-5 9354,1-4 1,0-9-1,1-5 1</inkml:trace>
  <inkml:trace contextRef="#ctx0" brushRef="#br0" timeOffset="228688">9132 11969 18201,'0'-7'2907,"0"2"-2168,0 5 421,8-62-751,-5 39-421,1-13 0,0 1 264,-5 21-56,-3 2-39,-2 3 73,-5 2-101,-2 3 11,-4 2 6,-3 1-1,-4 4-5,-2 2-5,-2 4-23,-1 2-16,-1 2-12,1 2-23,0 2 1,1 2-1,1 2-21,2 1 16,-4 11-45,10-9 0,-2 9-11,13-13 0,4 0 258,1-1-263,6-2 10,4-3 7,5-2-1,4-3-11,4-2 5,3-4-5,3-2 0,0-5 12,1-2 4,-2-6 12,0-4-11,-1-2 6,-1-3-1,0-1-5,-2-2 5,-1 0 17,-2-2-811,-3 2 856,-2 0 6,-2 2 73,-3 3 16,-2 2 11,-2 2-27,-2 3-6,0 1-6,-1 3 0,-1 1 796,1 3-863,-1 1 71,0 3-138,1 8-17,1 1 11,1 11 0,0 2-11,1 5 11,-1 5 12,1 26-23,-2-9-804,-1-15 0,0 1 815,-1 19-28,-2 2 17,-2 1-22,-3-2-73,-3-2-107,-2-3-291,-2-3-554,-1-3-1300,-2-3 2347,-3-1 0,10-19 0,0-3 0</inkml:trace>
  <inkml:trace contextRef="#ctx0" brushRef="#br0" timeOffset="231203">9831 11618 20022,'-17'-18'890,"3"5"-375,17 18-67,4 1-257,2-1-28,4 0-29,-1-3-10,2 0 55,12 0-106,-5-2 16,20-2-690,-14-1 640,8-2 0,-8-1-54,-2 0 43,0-1 0,-2 1 11,-3 0 62,5-3-17,-10 3 179,5-3-95,-13 4 655,0 2-650,-4 1 8,-2 1 71,1 0-224,-1 1 0,1 2 5,1 1 18,1 4-18,2 1 7,-1 3-12,1-1 16,0 4 18,1-1 0,-2 3 16,-1 2-16,0 2-18,0 2 1,-1 2 0,0 3-608,-2 1 602,0 3-11,-1 1 0,0 2-6,-1 2 6,0 1-5,-2 2-1,0 3-5,2 2-6,0 1-5,1 2-6,1-14 0,2 0 0,2 16-1293,4 14 1293,1-23 11,-2-2-776,-1-1 759,-4-3-38,-3-1 56,-6-2-24,-18 9-22,-17 0-501,-5-3 490,-7-6-157,22-19 1,-1-2-2110,-18 3 1437,16-6 1,1-2-5820,-11-5 6338,-3-8 0,23 4 0,2-3 1</inkml:trace>
  <inkml:trace contextRef="#ctx0" brushRef="#br0" timeOffset="232608">4017 13520 21192,'2'16'437,"-1"5"-359,-1 11-16,-2 5-34,-1 2 11,-4 3-22,0 2-6,-2 1-688,-3 3 671,0-2 1,-4 0-18,4-15 1,-1-1-17,-10 16 8,8-18 0,-1 0-75,-9 8-57,-1-3-100,0-3 93,1-3-418,1-4-222,3-5-709,3-5-1175,5-7 2694,3-8 0,5 0 0,2-4 0</inkml:trace>
  <inkml:trace contextRef="#ctx0" brushRef="#br0" timeOffset="233102">4164 13198 20811,'-19'-7'448,"3"6"-352,11 18-24,1 3-16,0 1-16,1 0-1,2 1-22,-1-1 5,3-2-4257,2-1 4247,3-3 601,2-1-590,2-2 5,0-3 5,2-2-93,0-3 111,1-2 16,1-2 0,2-3-5,-1-2 5,1-6-2153,-1 0 2153,0-4 2143,-2 0-1947,2-18-151,-8 13 6,-1-13-6,-10 18 11,-2 1 6,-6 1-28,-2 3 11,-2 1-28,-2 2-12,-2 2 254,0 1-226,-7 2-66,7 1 115,-5 0-138,13 1-17,1 1 3393,4 1-3410,1 2-10,3 2-18,0 0-22,2 2-44,1 2-376,4 7-39,1-2-382,4 6-609,1-5-997,2 1-2684,0 1 5204,3 1 0,-8-8 0,0-1 0</inkml:trace>
  <inkml:trace contextRef="#ctx0" brushRef="#br0" timeOffset="233535">4533 13558 23228,'2'-31'44,"7"3"-27,20 20-22,1-1-5564,3 1 5524,1 0-22,1 1 982,0 1-1095,-1 2-55,0 1-106,-1 2-119,-1 2-1378,-3 2 1082,-3 2-78,-4 3-76,-4 3-138,-6 2 2061,-6 2-2246,-5 2 448,-6 1-72,-6 2 3723,-6 0-3096,-6 1 185,-2 0 309,-17 10-801,9-6 1130,-10 6 1138,1 1-583,12-8 12,-8 7 22,15-12-455,3-3 208,3-1-123,3-5-112,4-2-89,3-4 257,4-1-437,2-6 602,10-7-988,1-2-6,8-4-22,0 3 418,5-2-441,18-7-61,-7 5-1159,16-6 851,-14 8-387,4 1-868,-1 1-2425,0 0 3942,4 1 1,-21 5-1,-1 1 1</inkml:trace>
  <inkml:trace contextRef="#ctx0" brushRef="#br0" timeOffset="234186">5621 13352 14444,'-2'4'3271,"0"-1"1290,2-3-4438,-12 8 171,8-2-210,-8 7 98,12-5-103,0 0 310,0 0-204,0 3-56,-1-4 0,-1 3 123,-6-3-163,-1-1-10,-4 0-12,2-3-11,-2 0 11,-1-3 0,0 1 73,-7-4-72,7-1-7,-4-4 62,6-8-78,5 2-17,0-7 0,6 3-5,3-2 5,2 0-6,3 0 6,3 1-274,1 1 263,0 2-11,1 3 5,0 2 0,0 1 12,2 3-12,0 2-6,2 2 258,0 2-252,3 1-17,0 4 18,12 9-24,-8 0 7,8 9-1,-13-4 6,-2 3-5,-5 4-285,-4 2 302,-4 5-1,-5 3 0,-7 4-22,-7 4-1067,-9 3 1067,-6 3-1360,-6 0 1371,16-24 0,0 0 5,-2-1 1,0 0-6,-1-1 0,0 0-2487,-24 18 2504,4-7-12,5-8-360,5-9 400,8-8 564,7-5-548,5-7 942,6-4-942,4-5 3045,3-6-3027,6-2 1076,2-2-993,15-8-16,4 4-85,1 1 1,-1 10-17,-9 9-17,1 3 0,-1 2-6,2 4 17,12 8-28,-7 3-706,10 7 695,-9 0-5,0 2-46,2 3-128,-1 1-302,2-2-534,1 0-1297,0-1-7401,-3-3 9713,-4-5 0,-11-7 0,-4-4 0</inkml:trace>
  <inkml:trace contextRef="#ctx0" brushRef="#br0" timeOffset="238361">1423 15040 11491,'0'-6'6038,"0"1"-7436,0 5 1701,-20-42 321,13 30-395,-15-32-1019,18 41 925,-2 0-51,1 1-23,-3 1-22,0 1-5,-4 1-6,-2 2 0,-5 3 0,-2 5-11,-6 2 5,-3 4 12,-4 3-17,-2 4-17,-1 1 0,-1 3 252,4 1-252,2 1 11,6-1-11,3-2 2098,6-1-2098,6-3 0,5-1 11,3-2 0,8 0 23,12 5-17,2-6-6,11 3 0,-3-9 0,4-2-11,5 0 393,2-1-617,24 4-129,-13-5-53,-19-4 0,2 0-4159,30 2 4565,-12-3 0,-8-1 0,-20-3 0</inkml:trace>
  <inkml:trace contextRef="#ctx0" brushRef="#br0" timeOffset="238885">2011 15125 22806,'-24'11'117,"4"1"-77,19 0 49,0 10-66,0-8-7,1 6 18,0-12 56,2 0-1,0-2 40,1-2 224,2-3-34,2-7-106,3-4-107,-1-3 17,-1-1 23,-3 2 16,-2 1-10,-1 1 10,-1 0-33,-1 2-22,-2 2 16,-3 1-95,-1 3-11,-5 0 0,2 5-6,-3 1 0,0 4-5,-2 1-12,2 3 6,0-1 6,-1 7 10,6-4-10,0 2-23,6-6 17,0-1-11,2-1-6,1-1 28,6 1-16,-1-4 22,5 1-23,-1-4 17,0 0 12,3-1-18,0-2 29,6-3-12,-6-1 17,2-3 1,-9 1 10,-3 0 6,-2 0-22,-1 1 55,-7-3-66,1 4 10,-6-2-5,-3 4-5,2 2-18,-4 1 1,5 1-6,1 1-6,1 0 6,1 2-17,2 2 1,1 0-46,2 1-117,0 1-331,3 1-829,-1 0-2341,4 1-6060,1-1 9740,1-2 0,-2-3 0,-1-1 0</inkml:trace>
  <inkml:trace contextRef="#ctx0" brushRef="#br0" timeOffset="244780">3612 14907 10758,'3'1'3181,"0"-1"1384,-3 0-4325,-22 11 13,13-5-18,-16 9-16,16-7-12,0 0-5,0 0-3421,-1 0 3387,1-1-718,-1 0 696,1 0-204,0 0 198,0-1-22,2 0-6,0-1 17,1-1 16,-1 0 2984,2-1-2939,-2 0 6,1-3-5,0 1 1003,-2-1-1015,1 0 294,-1-1-322,0-1-22,0-1-6,1-3 0,0-1 0,1-1-5,1-1-1,1-1 74,1-9-130,2 4 7,-1-7-12,4 5-17,1 1 28,3-1-28,3 0-16,1 1 5,2 2-12,2 0 1,0 2-3398,1 1 3398,1 3-1147,0 0 1141,0 3 1,0 2-12,-1 1 11,1 2-11,0 3-1894,0 2 1894,0 3 1342,2 3-1342,-3 3-1029,1 3 1029,-4 3 0,-1 1-5,-6 19-12,-5-8 6,-6 14-1,-7-9-4,-6 2 1885,-4 2-1886,-4 2 214,-3 0-194,4-12 0,-1 0 1352,-15 16-1355,14-18 0,0-1-17,-10 7-1047,1-7 1087,4-4 189,3-8-162,4-6 0,5-6 458,-1-13-485,11-2-12,1-13-6,8 2 1645,5-4-1627,9-12-12,1 9 1415,10-7-1421,-4 14 6,0 4 1,0 4 4,-1 2 1,0 4-28,-1 4 11,11 1 0,5 8-11,1 0-12,1 7-72,1 4-28,-8-2-123,9 3-919,-3 2-46,-8-4-625,6 5-1402,-11-7 3238,2 1 0,-10-8 0,-2 1 0</inkml:trace>
  <inkml:trace contextRef="#ctx0" brushRef="#br0" timeOffset="245247">4274 14789 24956,'-17'-42'297,"1"11"-106,1 44-34,-12 11-135,4-5-4251,-6 4 4252,16-13 842,3-1-854,2-3 6,3-1-12,3-2 6,1 0 1,1-2 3413,2 2-3402,0-2-7,4 1 40,3-1-33,0 1-1,3-1-11,-3 0 6,9 1-6,-4 0 1,15 3-12,-9 0 0,8 3 0,-7-2 5,3 3 1,-1 0-6,1 2 0,-1 1 0,-2 1-6,-4 2 12,-1 1 5,-6 2 0,-2 9 6,-5-5-17,-5 7 17,-12 2-23,-1-8-471,-7 8 500,2-10-29,-1 1 1,-3 0 27,1 1-56,-11 7-492,-4 6-102,8-8-525,4-3-791,21-19 1944,3-4 0,2-1 0,1-2 0</inkml:trace>
  <inkml:trace contextRef="#ctx0" brushRef="#br0" timeOffset="245579">4830 14886 17899,'-4'0'2655,"1"0"694,3 0-3315,-3-22 0,11 14-18,0-18 1,13 19-6,2-1-5,3 1 5,0 0-11,2 0-33,-1 2-40,0 0-84,0 1-95,1 2-162,-1 0-242,-1 2-319,-1 0-217,-3 2-208,-2 2-348,-5 2-487,-4 2-790,-6 2-1120,-3 0 4145,-8 3 0,7-9 0,-4 0 0</inkml:trace>
  <inkml:trace contextRef="#ctx0" brushRef="#br0" timeOffset="245760">4914 15060 22391,'-32'12'95,"-1"1"1,-16 6-52,59-24 1118,3-1-1139,2-1-1,4 0-33,3 0-17,4-2-39,2 0-101,2 0-152,3-2-828,1 1-134,3-1-993,0-1-3085,2 0-3568,-4 1 8344,-5 1 1,-15 4 0,-6 3 0</inkml:trace>
  <inkml:trace contextRef="#ctx0" brushRef="#br0" timeOffset="246138">5725 14683 15417,'2'-11'5462,"0"3"-4370,-2 8 2364,0 0-3344,-42-3-28,26 9-11,-33 0-17,37 9-6,0 1-10,2 1-7,1-1-16,1 1 11,3-1-22,0 9-6,4-7 11,0 5 0,4-8-5,3-2-6,2-1 0,4-1-6,2-1 12,2-2-1,2-2 1,2-1-6,12-3 11,1-7 0,0 0 6,-5-8 11,-12 2-22,-2-2 27,-1-1-5,-2-2 11,-3 0 17,-1-1 12,-3 1 10,-2 0-5,-2 0 28,-3 2-23,-1 0 17,-5 1 12,-2 1-40,-1 2 6,0 0-17,-2 2-23,0 2 6,0 2-11,0 1-22,1 0 16,1 2-22,1 1 6,1 0-12,-1 0-22,1 2-89,-1 1-270,0 1-581,1 1-1559,0-1 2527,0-1 0,5-2 0,0 0 0</inkml:trace>
  <inkml:trace contextRef="#ctx0" brushRef="#br0" timeOffset="247368">6919 14723 12018,'0'-4'4660,"0"1"857,0 3-5332,15-38-6,-7 32-11,11-27-5,-11 42-23,0 2-3403,-1 3 3380,-1 2-16,-2 0-6,-2 2-16,-1 1-7,-2 1-16,-3 0-11,-3 2 0,-4 0-305,-5 0 288,-2 1-5,-4-1-1,-4-1 0,-2 1-5,-3-3 17,0-2-6,0-2 5,0-4 1,1-2 5,2-4 45,-6-5-45,11-4 3253,-2-4-3264,13-6-6,3-2-11,3-5 6,2-2-6,3-3 1,3-1 10,3-2-16,5 0 5,2-2-6,3 2-523,2-2 529,1 1 0,1 1-5,-1 1 11,2 1-6,-2 0 6,-1 1-6,-1 0 0,0 1-5,-2 1 16,-1 1-185,-3 2 202,-2 2 387,-3 1-331,1-2-67,-5 4 22,1-1 17,-2 7 519,-1 1-496,-1 3 198,-1 1-221,0 1-16,0 2-23,0 1-17,0 1-5,0 1 5,-2 2 0,0 2 6,-2 4-12,0 3-5,-1 2 12,0 1-24,2 2 18,0-1 0,4 3-6,0-1 5,2 1-10,2 0 16,1 1-11,4 1 22,2-1-11,3 1-11,2 0 6,3 0 0,3 1-1,2 2-5,3 0 11,3 1-11,3 0 12,21 10-1002,-10-8 990,-15-11 0,1 2-11,21 16 5,-16-8 12,1 10-34,-20-10-28,-9 2-45,-6 2-643,-6 1 380,-8 0-202,-4 1-296,-5 1-438,-2-2-727,0 0-2370,2-3-5434,4-4 9386,5-5 0,7-10 0,4-4 0</inkml:trace>
  <inkml:trace contextRef="#ctx0" brushRef="#br0" timeOffset="247993">7557 14883 22806,'8'17'308,"0"-2"106,-27 3-352,8-9-17,-17 7 5,11-12-5,0-3-17,-1 0 39,0-1 11,2-2-5,1-2 22,2-5-22,2-3-22,3-3 5,2-3-17,4-2-22,0-4 5,5-1 0,3-4-3402,5-1 3396,5-2 1,1-1 0,2-1 5,0 2 12,0 0 0,-1 1 66,3-11-44,-6 10-575,2-9 569,-9 12 1,-3 2 16,-2 1-330,-1 3 336,-2 2 3016,-2-3-3005,0 7-5,-4-3 0,0 10 21,0-1 789,-1 2-817,0 0-10,1 2-12,0 1 517,0 3-545,-1 0-11,-1 2-5,-2 1 11,0 3 0,-9 8-17,5 0 11,-5 6 0,7-4-5,1 1 10,3 1-21,1 0 5,3 1 5,2 1-10,1 0 22,2 1-6,3 1-6,4 1 18,4 0-23,3 1 11,5 2-5,3 1-6,5 2-577,4 1 572,4 2-2693,5 2 2703,2 2-10,0 1-495,1 0 500,-2-1 0,-6 1 0,-4-1-11,-9 1 11,-7 0 0,-8 1-5,-5-1 10,-10 0-22,-4-1-11,-9-1-16,-4-1-80,-4-1-66,-3-4-108,0-1-256,0-4-426,2-3-863,2-3-4060,4-6 5903,2-2 0,10-5 0,2-1 0</inkml:trace>
  <inkml:trace contextRef="#ctx0" brushRef="#br0" timeOffset="254460">8460 14699 8046,'-3'0'4555,"1"0"4087,2 0-8228,-8-37-78,6 28-89,-6-28-62,8 37 112,0 2-146,0 0-11,-2 3-11,-1 2-34,-1 0-11,0 1-17,-1 0 17,-1 2-61,3-2 5,-1 0 50,3-4 6,0-1 1002,1-2-962,-2-8-91,1 2 12,-2-7 33,-2 0-38,1 2-18,-1-4 0,3 3-5,0 1 6,1-2-7,1 1 7,1-5-12,2 2 6,2-4-12,3 4 1,-1 1-12,3 0 6,0 0 12,0 1-7,2 0 12,0 2-17,1 1 0,1 2 6,1 0-6,0 2-12,-1 1 12,2 3-5,-2 0 5,1 4 5,5 8-10,-5 3-1,3 8 12,-10 1-1,-4 3-3385,-1 4 3380,-7 5-12,-12 21-862,-2-10 865,5-15 1,-4 0-15,-2 1 1,-2-2 11,-14 17 2,12-16 1,0-1-8,-12 11 10,0-2 0,0-4 6,0-2-1984,2-4 1990,2-5-1328,2-4 1339,5-7 1327,2-4-1327,5-4 5,2-3 563,3-3-563,2-4 2263,2-3-2262,2-4 3386,2-1-3398,2-9-6,3 6-5,3-5 6,3 9 0,2 1-18,1 3 18,2 1 0,-1 3-12,2 1 12,1 1-6,3 1 0,3 0 5,3 1-10,4 0 5,4 0-17,23 0-11,-11 0-1418,18 0 1334,-17 0-157,2-1-146,-1 0-240,-2 1-1753,9 0 134,-15 1-3230,5 0 5504,-16-1 0,-14 0 0,0 0 0</inkml:trace>
  <inkml:trace contextRef="#ctx0" brushRef="#br0" timeOffset="254845">9288 14413 16740,'1'-6'3831,"0"2"-448,-1 4-3282,16-20 83,-17 28-111,13-16 0,-21 32 5,-1-5-10,-2 1-1,-3 0-11,-3 2-11,-3 0-1,-3 1-310,-3 0 316,-2 0 0,-2 2 6,-1-1-3283,0 2 3289,0-2 11,2 0-553,3-3 553,3-3-6,5-3-10,4-3-24,5-1 1,4-4 196,4 0-197,0-2 3136,3 1-3119,3-2 884,2 1-878,5-1-34,2 0 23,4-1-11,4 1-6,3-2 0,2-1-17,4 0 0,1 0 0,3 0-5,1 1-12,18 0-915,-12 0 865,14 0-425,-1-1-119,-13 0-537,10 0-1109,-18-1 2246,1 0 0,-18 0 0,0 0 0</inkml:trace>
  <inkml:trace contextRef="#ctx0" brushRef="#br0" timeOffset="259881">5391 12896 8242,'-7'0'4795,"2"0"336,5 0-4840,-29-9-17,20 7-21,-23-7-23,26 9-23,1 0-17,-3 0-5,0 2 145,-8 4-184,3-1-23,-6 3-16,5-2-23,1-1-3404,2 1 3371,1-2-23,4 0-11,2-2-12,2 0 85,1-1 33,7 0-50,0 0 3386,6-1-3392,-1-2-22,3 0-12,0-1-5,0 0-11,1-1 6,1 1-7,0 0 7,0 0-1,1 1-11,0 0 1,1 1-7,1 0-5,1-1 0,1 0-5,1 0 5,1 0 0,1-1-12,9-1 12,-6 0 6,16-2 0,-19 2-1,5-1-10,-13 3 16,-4 0 6,-4 0 5,-3 2 0,-3 0-5,-1 0-17,-8 0 11,0 2 6,-9 0-11,2 4 5,-4 0-5,-2 1-3398,-2 0 3392,-3 1-317,0 0 323,-2 0-6,0-1 34,-12 3-23,11-3-169,-7 2 164,15-3 5,2-2-6,2 2 314,2-2-319,3 2 0,0-2 6,3 1 183,1-1-195,1 0 3398,2-2-3403,2 0 0,0-1 5,2 1 0,0-1 29,0 0-23,2 0 11,0-1-5,3 0-6,2 0 5,1 0-5,4-2 0,1-1-11,2-2 22,3 0-16,1-2 5,1 1-6,3-1-16,1-1 16,0 2-5,0-2 11,-2 1 0,-1 0 0,-3 1 0,-2 2 0,-3 0 22,-4 1 1,-3 1-7,-2 2-4,-3-1-12,-9 2 0,0 1 0,-10 2 0,-1 3 5,-3 1-10,-5 2-394,-3 0 393,-3 3 18,-16 5-7,11-4-2012,-10 3 2018,18-6-11,4-2 6,4-1-1,4-3 6,7-1-5,3-2-6,5-2 349,2 0-321,7-1 2107,2-2-2112,8-3 10,3-3-16,3-1-6,6-3 6,1-1-28,4-1 5,1-1-652,3 2 541,1-2-197,0 2-559,1 0-1687,-1 0 2560,4 0 0,-20 7 0,-1 0 0</inkml:trace>
  <inkml:trace contextRef="#ctx0" brushRef="#br0" timeOffset="262306">10022 14460 11424,'0'-4'3383,"-1"1"2588,1 3-5714,8-57-5687,-5 41 5665,6-43 262,-7 56-278,0-1 1002,0 2-1036,0-2-23,1 0-5,-1 0 2878,1 0-2895,-1 0 1501,0 0-1383,1-3-141,-1 3-10,1-2-12,-2 1 0,-1 1-11,1 0 11,-1 1-5,0-1 5,0 2 0,0 0-5,0 0 195,0 0-251,-4 13-17,0-3-6,-4 12-3392,0-4 3404,-1 3-1193,-2 3 1187,-1 3 5,-6 15-5,4-8-6,-3 10 1,6-12-1,1-2 0,0 1 11,-1 8 2802,5-10-2824,-1 6 0,6-14 11,2-2 1766,2-4-1749,3-3 6,3-2 50,8-4-34,-2-2-16,8-4 5,-3-4-11,2-5-22,3-5 16,3-2 6,0-4-11,2 0-431,0-2 436,-1 1 6,-1 1-6,-1 2 18,-4 2 11,-2 2 106,1 0-73,-8 7 22,-1-1-11,-9 8-16,-2 1 44,-2 1-90,0 3 18,0 1 38,-2 11-44,0-3 5,-3 9-22,1-3 17,-1 3-11,0 3-12,0 3 69,-1 2-74,1 3-33,-1 0 22,2 0-17,0 1 11,2-2-17,0 0-61,1-3-225,1 0-352,-1-2-594,1-2-1155,0-1 2404,0-1 0,0-10 0,0-2 0</inkml:trace>
  <inkml:trace contextRef="#ctx0" brushRef="#br0" timeOffset="264611">11160 14675 15564,'0'-5'2514,"0"2"1233,0 3-3371,-8-62-2996,6 39 2757,-2-13 0,1 2 115,6 18-39,1 0 1031,3-6-936,2 2-185,-1 1 6,0 5 459,-3 7-510,-2 1-11,0 3-33,-2 1 1634,0 2-1624,-1 4 18,-1 5 33,-7 16-61,-1 0-6,-5 11-11,1-5 5,-1 3-1545,0 0 1540,1 1-144,3 10 115,5-13 29,9 14 11,4-25 6,11 2-1,1-13-2811,6-4 2828,3-3-406,5-4 418,3-4-1118,5-5 1112,3-7 1,4-5-87,1-5 81,3-7 739,-27 16 0,1 0-771,1-3 1,0 0-336,0-2 0,1 0 330,0-1 0,-1-1 0,2-2 0,-1-1-9,1-1 1,0-1 2,0-1 1,0-1-1,1-1 1,-1 0 2,0 0 0,0 0 0,0 1 1,-1 1-10,0 1 1,-1 1 8,-1 2 1,0 1-4,-3 3 1,0 0 13,18-15 1782,1-3-1793,-17 15-227,0-2 222,-17 17-1,-3 4-5,-3 4 555,-1 2-650,1 5 1539,0 2-1685,2 6-208,0 0 517,-1 3-1496,0 2-492,-2 3 1920,0 6 0,-2-12 0,0 0 0</inkml:trace>
  <inkml:trace contextRef="#ctx0" brushRef="#br0" timeOffset="272885">3283 16362 10797,'0'-3'4923,"0"0"521,0 3-5181,-24-59-39,16 41-22,-7-16 0,2 3-28,9 24-23,-1 0-11,3 3-28,-2 0-11,1 2-28,0 0-17,-1 1-28,0 0-11,-1 1 11,-2 0-12,-6 6-4,1 1-7,-6 4-10,3 1 10,0 0-5,-1 2-5,0 1 16,1 1 0,2-1-11,0 2-11,2-1 16,1 1-5,2-1 12,1 1-12,3-1 0,0 0-17,3 0 11,0 0 17,3-1-16,1-1 16,2-2-22,2 0 16,1-2-5,1 0 6,2-2 5,8 1 12,-3-3-1,5-1 12,-5-4-12,1-3 6,-1-2-6,1-4 6,-1-1 34,0-2-28,0-2 16,-1-2 6,-1-3 0,0-1 0,-2-3 11,-2 0-22,-1-1-6,-1 2 17,-2 1 6,-1 2 16,-2 3 1,0 2 117,-2 0-96,-1 6 7,0-1-40,0 5 0,-1 2-33,0 0-23,-1 0 0,0 1-11,1 2 17,-2 1 0,1 4-17,-2 3 0,1 3-6,0 2 6,0 13 6,1-6-1,1 10-16,0-8 6,1-2-7,0 1 18,2-3-17,3 0 16,2-3-16,3-1 6,1-1-1,10 1 6,-3-5 0,8 0 0,-6-6 0,2-3 11,1-1-11,1-3 23,0-1-18,0-4 1,-3-2 16,-1-2-16,-1-1 16,-4-1-11,-1-1 17,-2 0-16,-3 0 10,-2-1 6,-2 0-17,-1-1 34,-3 1-23,0-1 6,-1 2 17,0-4-34,-2 5 6,0-3 11,-2 6-17,2-1-5,-1 1-6,0 0 17,1 0-17,0 0 17,0 2-12,1 0 6,1 2-5,0-3 0,0 3-18,0-2 24,2 3-18,1 0 12,3-1-18,0 1 29,2-1-34,2 1 23,2-1 5,1 0-28,9-1 17,-3 1 6,5 0-12,-7 3 18,0 2-29,-1 1 11,-1 0 6,-1 1 0,-2 2 11,-1 2-22,-1 3 34,2 5-7,-4-1-27,3 11 11,-6-7-11,0 5 22,-3-4-28,-1 0 34,0 1-22,0-1-1,-1-1 12,1 2-6,1-2 0,3 6 0,0-7 0,3 3 5,0-8-10,0-2 27,2-2-39,0 0 17,1-1 23,2-2-63,0 0 52,1-2-12,0-1 5,0-2-10,1-2 27,0-2-16,-1-4-6,-1 0 39,1-4-34,-2-1 23,0-2-28,0-2-3352,-2-1 3357,-2 1-396,0 0 424,-4 2 29,0-5-40,-3 7 12,0-4-40,-3 7 40,-1 1-23,-1 1 12,-1-1-1,0 0 7,0 1 4,0-3 6,2 3-33,1-2 3201,1 4-3196,1 0 0,1 1-22,1-2 644,9-2-650,6-3 6,4 1 16,3 1-27,-5 5 33,0 2-11,1 0-11,-1 2 50,-1 1-45,-2 1 23,-2 1-28,0 3 17,-2 0-23,0 4 17,-2 2 5,0 2-16,-1 1 6,-1 0-1,0 3 23,-2 0-40,1 1 46,-2 1-34,2 1-1,-2-1 12,4 9 0,-2-7-28,2 6 23,-1-6-74,1 0-308,7 9-66,-3-7-247,7 6-420,-5-10-600,1-3-8111,8-1 8346,-8-7 0,0-1 0,-11-4 0</inkml:trace>
  <inkml:trace contextRef="#ctx0" brushRef="#br0" timeOffset="273331">5128 15957 14912,'0'-8'3288,"0"1"-1377,0 7-191,0 0-1198,-21-2-433,6 9-50,-16-2 1,10 7 21,-10 3-27,3-5-630,-12 4 663,9-5 34,-2-2 631,0 0-604,2-2 141,-6 0-157,11-2-3014,-4 2 2958,19-3 680,1 0-736,7 0 12,2 0 48,1-1-32,0 0-6,0 2 17,0 0-5,2 2-6,1 0 3459,4 7-3437,-1-2 6,3 5 6,-5-1-6,1 2 62,-2 12-6,-1 7-61,-1 2 10,-1-1 18,0 5-46,0-11-444,-1 12 434,1-15 5,0 0-3269,1-3 3241,3-3 16,2-1-10,4-3-6,3-3-11,3-2 0,3-2-34,5-4-239,3-3 105,3-2-169,4-3-251,2-3-2376,4-4 1109,2-5-3667,5-5 5533,5-4 0,-23 10 0,-2 0 0</inkml:trace>
  <inkml:trace contextRef="#ctx0" brushRef="#br0" timeOffset="274846">5649 16066 21075,'23'-31'448,"-5"8"-258,-18 24 6,-1 3-28,-1 0-33,-2 2-3415,0 1 3375,-3 1-379,-7 5 317,2-2 1,-5 3-1,4-4-5,-1 0 0,1-2 6,0-1 0,1-1 3217,2-2-3178,1-1 604,1-2-598,2 0-1,0-2-11,2-2 51,-2-6-34,1-7-45,1-1 17,1-3-6,3 5 1,1 0 10,2 0-16,1 2 11,1 0-5,1 2-12,0 1-6,1 1-10,0 1-6,0 2-12,2 0-5,-1 2 0,2 2 0,0 0 6,2 2-1,0 2 1,1 2 5,1 3-22,1 4 17,0 1-12,1 3-5,-1 1-6,-1 2 17,-3 3-6,-2 2-5,-3 3 28,-3 1-34,-4 1 12,-5 3-18,-4 1 1,-7 1-202,-4 1 219,-5 2-1,-3-1-5,-3 1 11,-1-3-853,1-4 853,1-5 11,1-5-43,4-5 49,4-4 33,4-6 23,0-4-39,9-6-12,0-4-2902,7-5 2908,3-1 521,5-2-532,5-2 5,5 1-11,3-1-11,3 3 23,0 2-6,0 3-12,-1 4 6,0 2-11,0 3-2208,-2 2 2213,1 1-143,1 2 143,0 1-10,1 2-12,2 2 0,0 1-28,2 1-67,0 1-145,0 1-174,2 1-286,-2 0-1834,1 0 955,0-2 123,-1-1 1473,2-3 0,-13-2 0,-2-2 0</inkml:trace>
  <inkml:trace contextRef="#ctx0" brushRef="#br0" timeOffset="275065">6324 16024 14320,'0'-6'5064,"0"1"-416,0 5-4597,-19-25-40,15 29 0,-13-15-5,22 51-1,1-8-16,9 28-95,-1-10-922,1-1 787,-2-4-145,-4-15-333,-2-2-452,0-1-649,-2-2-1871,-3-2 3691,0 0 0,-2-11 0,0-2 0</inkml:trace>
  <inkml:trace contextRef="#ctx0" brushRef="#br0" timeOffset="275294">6158 16263 13155,'-6'-2'5242,"2"0"-693,4 2-4516,2-42-5,11 29 12,25-34-57,19 41-28,2 1-300,-2 1 188,-20 3-184,-1-1-298,-2 0-420,-1-1-3203,12-2-583,-13 1 4017,11-4 0,-28 5 0,-1-1 1</inkml:trace>
  <inkml:trace contextRef="#ctx0" brushRef="#br0" timeOffset="275513">6770 15914 24486,'-10'-26'173,"3"10"-5822,7 32 5677,0 3 0,1 4 761,1 2-794,0 3 882,0 1-871,0 3-6,1 0-2086,-1 0 1985,1 1 941,2 12-1608,-2-12-72,2 8-1272,0-15-2263,0-4 3882,1 1 0,-3-12 0,1 0 0</inkml:trace>
  <inkml:trace contextRef="#ctx0" brushRef="#br0" timeOffset="275956">7161 15868 16157,'-6'-4'3899,"1"0"-2785,5 4 1916,0 0-2979,-21-37-12,25 28-6,-12-28-21,30 37 16,3-1-6,0 1 0,1-1 6,14-1-16,-9 0-1,11-2 39,0-1-39,-11 2-11,8 0 17,-15 2-6,-2 0-5,-4 1 22,-4 1-17,-1 6 51,-6-1-23,-2 6 67,-3 5-10,-7 6 10,0 11-72,-2-5-12,0 2-22,5-7 22,0-1-10,2 1-1,0 1 11,6 12-16,-1-8-1290,7 11 1295,0-13-17,1 0-254,2-1 266,1 0 5,0-1-16,-3 0-12,-4 0 0,-4 1-2877,-5-1 2889,-8 0 597,-6 0-687,-22 7 22,4-7-22,-18 6-45,9-10-361,-3-1 176,0-1-123,0-1-179,3-2-1866,-7 0-1808,18-8 4301,0-3 0,23-5 0,3-1 0</inkml:trace>
  <inkml:trace contextRef="#ctx0" brushRef="#br0" timeOffset="276254">8083 15926 21093,'40'-23'-140,"1"0"0,-4 2 0,-3 5-257,0 12-338,0 2-413,0 1-639,-2 0-6306,10 5 3204,-15-2 4889,3 4 0,-20-4 0,-5 0 0</inkml:trace>
  <inkml:trace contextRef="#ctx0" brushRef="#br0" timeOffset="276423">8258 16123 24927,'-14'6'39,"9"-4"48,31-11-171,3 0-146,3-1-661,1 1-262,1 0-1468,0 1-6469,-5 1 8818,-4 1 0,-12 3 0,-6 2 0</inkml:trace>
  <inkml:trace contextRef="#ctx0" brushRef="#br0" timeOffset="277794">9401 15972 17940,'-5'-45'683,"0"0"0,1 3 1,0 9-220,0 17 664,-2 1-792,-1 2-62,-1 1-33,-2 2-50,-1 1-18,-1 3-38,-2 2-29,-1 2 12,-2 0-40,-2 2 17,-2 3-11,-1 1 250,-3 5-262,0-1 1,-2 5-11,0 0-12,0 3-55,-1 1 39,2 2 401,3 1-423,2 0-24,4 2 24,4-1-7,4 0-10,4 0 21,2 0-21,5-2-1,3-1 23,5-1-11,5-1 5,6-2 0,3-1-5,4-4-1,4-2-5,0-2 17,2-3-11,-2 0 207,-3-4-179,-2-1-23,-4-3 0,-3-3 6,-3-2-6,-3-1 17,0-1 0,-3-2-6,-1 1 6,-1-4-11,-3 0 0,-1 0 0,-1-2-17,0 2 33,-3 1-10,0 3 22,-1 2 22,0 2-17,0 2 6,0 4-28,-1 0-5,-1 2-18,0 1 12,-1 1 0,0 1 6,-1 1-6,-1 3-6,-1 2 0,0 1-11,-1 2 0,0 1 11,0 2 0,1 2 6,0 2-11,0 0-12,2 1 1,2 9-7,2-7 12,5 6 0,3-9 0,4 0 6,6-3 0,2-2-18,4-1 7,4-2 5,3-3 5,2-1-5,0-3 6,1-1 0,-1-2-6,-1-2 16,-2-1-16,-5-4 6,-2-2-12,-5 0 6,-4-2 12,-3-2 10,-3 0 0,-3-2-10,-2 1-7,-2-1-10,-1 0 10,-3 0 6,0 1 1,-5 1-12,0 1 0,-2 1 11,1 1-6,0 1 7,1 0-7,2 1 1,2 0-1,3 2 1,0-1 5,2 0-16,2 1 10,2 0 6,3-1-22,2 0 22,1 1 1,1 0-18,2 1 12,2 0-6,2 0-6,8 1 6,-7 0 0,7 2 6,-10 2-6,0 1 11,0 0-11,1 2 0,0 0 5,0 3-5,-1 0-5,0 3 5,4 3 17,-5-1-12,1 5-5,-7-4 0,-2 2 0,-2 0-11,-1 3 11,-3 0 0,1 0-11,-2 0 22,0 1-28,0-1 23,0 0-6,0 0 11,0 7-11,1-5-11,1 3 11,2-7 0,2-3-6,2-1 1,0-1-18,3-1-3374,2-2 3385,2-1 29,13-3-17,-4-1-11,9-4 11,-8-1 0,-1-4 6,0-2 10,-2-1-16,-1-2 0,-4-2 6,4-7-6,-8 2 6,2-4-6,-8 6 22,-1 0-22,-2 1-11,-2 0 22,-2 1-11,-1 1 11,-2 0 23,-1 1-40,-2 0 17,1 2 1,-1-1 4,1 2 3399,1-1-3393,0 2 1,1 0-7,1 1 7,0 0 10,1 0-16,1 1 0,0 0 17,0-2-29,2 3 6,1-1-27,4 4 16,0-1-6,3 2 34,8-1-28,-1 1 6,5 0-6,-5 2-6,9 1 6,-4 2 0,6 1 11,2 6-5,-8 0-6,5 4-6,-11-3-11,-3 3 17,2 7 0,-6-3 6,1 6-23,-6-7 12,0 2-23,-1 7-23,-2-6-44,1 7-84,-1-9-130,0-1-206,1-1-241,-1-1-308,2-1-438,2-1-1192,1-1-6211,2-3 8905,1-2 0,-5-3 0,-1-1 0</inkml:trace>
  <inkml:trace contextRef="#ctx0" brushRef="#br0" timeOffset="278219">11254 15692 14986,'-2'-3'5058,"1"1"-958,1 2-3993,-46-28-5678,29 22 5655,-37-21-940,39 28 940,-3 0 1068,-12 0-1107,5 1-6,-10-1 12,12-1-7,-1 0 7,2 0 5,2 0 73,-3 0-68,8 0 2280,1 0-2297,8 0 3114,4 0-3147,1 1 107,1 0-90,0 2-11,0 0 5,0 2 13,2 4-7,0 0 50,4 10-33,-2-5 0,-1 6-1,-2-2 7,-1 1-12,0 1-17,-3 2 6,0 2-3386,-3-2 3380,1 2-866,0-1 850,1-1-189,1 8 194,1-7-11,2 5 6,2-8 2868,3-1-2885,2-1-11,3-1-29,2-1-61,2-2-89,4-1-153,0-1-183,4-1-219,2-2 928,3-2-1562,2-2-558,2-2-2501,1-3 4449,4-2 0,-16 1 0,-2-1 0</inkml:trace>
  <inkml:trace contextRef="#ctx0" brushRef="#br0" timeOffset="278829">11779 15736 16969,'-8'-4'4106,"2"1"-3345,6 3 1144,0 0-1815,3 1 38,-3 1 18,3 2 190,-3 1-168,-2 0-22,-1 1-18,-3-3 102,-5 1-135,0-2-5,-3 0-6,4-1 0,0-1 0,2 0 0,0-3-22,2 0 16,0-3-10,2 0-7,0-2 12,3-1-39,0 0-1,1-2-10,1 0-18,2 0 18,1 1-12,2 1 17,2 2 22,3-2-27,-1 3-12,3-1 6,-4 3-6,1 1-11,2 1 0,-1 1-6,1 0 1,-1 1 10,1 3 1,-1 0 11,5 10-1,-4-3-16,4 8-22,-7-3 16,-2 2-5,-2 3 6,-3 1-1,-6 4-5,-5 1-12,-7 2-49,-23 16 38,5-9-187,10-13 0,-3 1 207,-1-2 0,1-1-1363,-17 11 1374,16-13 0,1 0 3,-9 2-155,4-6 172,4-3 22,4-6 0,6-2 45,4-8 289,7-1-356,5-8-1928,7 0 1939,5-3 6,5 1-39,11-4 27,-5 6 6,7-2 23,-8 9-7,8 1-44,2 4-5,10 5 16,-8 2 3300,0 6-3306,-10 1-1248,0 2 1136,1 1-241,-1 1-5,0 0-141,0-1-138,1-2-186,1-1-3183,0-1 2426,-1-3-1024,1-1-2138,-1-3-2612,-2-2 7375,-5 0 1,-7-2 0,-5 0-1</inkml:trace>
  <inkml:trace contextRef="#ctx0" brushRef="#br0" timeOffset="279297">12379 15611 11764,'-6'-4'4901,"1"1"-2068,5 3-676,0 0-2045,-29-23 715,22 19-670,-21-18 397,30 24-353,1 0 1227,0-1-1271,0 0-6,3-1-45,-1 1-16,3-1-22,1 0-35,1 0 12,1-1-6,1 0-16,0 1 5,2-2-12,0 2-10,-1 0 11,1-1-6,-1 1 6,0-1 0,0 1-1,-2 0-10,-3 0 0,-1 0 16,-2 2 17,-2-1 23,0 3-6,-1 0 17,-1 1-6,0 2-11,-1 0 11,1 3-11,-1 0-11,0 1 0,0 1-6,0 2 0,0 1-17,1 1 1,-1 2-6,3 1-6,0 2 0,3 2-11,1 3 11,3 2 0,2 2-5,2 1 28,3 1-29,0 0-458,-1-2 458,-2-1 7,-6-1-1,-4-3-221,-9-2 249,-4-2-22,-10-1 11,-5-4-687,-5-2 664,-4-3-10,-3-1-40,-3-3-73,-3-3-201,-1-1-431,-1-3-1104,0 0-7977,7-2 9825,6 1 1,16-1 0,6 1-1</inkml:trace>
  <inkml:trace contextRef="#ctx0" brushRef="#br0" timeOffset="282778">2340 17393 7783,'-2'-12'5271,"1"3"-3899,1 9 4510,0 0-5519,-1-29-43,1 20-52,-1-22-27,1 27-39,0 1 314,0 2-499,-3 5-1,-1 0 1,-4 5-6,0-1 6,-2 0-6,0 1 17,0 0-5,0-1-6,0 0 11,0 0-12,-1-1 18,-1 0-6,0 0 6,0 0-1,0-1 12,1-1 11,-1 1 0,1-2-11,-1 0 5,1-1 17,1-1-16,1 0 22,1-1-12,2-1 12,1 0 0,2 0-12,1 0 124,1 0-190,5 0 16,-2 0 17,4 2-34,-4 1 34,2 3-5,0 2-1,0 2 6,1 4-11,-2 2 0,1 3-12,-2 3 34,-1 2-5,0 3 0,-1 3 44,0 3-498,0 3 448,-1 3 17,0 2-2046,-2 2 2023,-1 2 17,0 1-596,-1-1 568,2-1-5,1-2-29,1-3 12,1-3 0,1-3 5,3-3-307,2-2 313,3-3-11,2-3 0,1-4 11,2-4 11,0-2-11,4-4 22,1-1 6,3-5-5,4 0 164,0-4-170,4-2-95,2-4-174,2-5-543,4-3 129,2-3 666,8-7 0,-22 12 0,-1-1 0</inkml:trace>
  <inkml:trace contextRef="#ctx0" brushRef="#br0" timeOffset="285596">2328 17460 7610,'-1'-3'2980,"0"0"2615,1 3-5276,-7-4-16,5 3-18,-5-3 1,6 4 229,0-1-296,-1 1-35,0-1-49,0 0-40,-1 1-33,1 0-1,-1 0-10,0 1 16,-1 1 6,-1 2-5,-1 0 16,0 0 5,0 0 130,-4 3-96,3-4 34,-3 2 22,3-2-6,0-1 1,0 0-17,1-1 106,-1 1-151,2-2-6,1 1-5,2-1 291,1 0-398,1-2 12,2-1 0,3-2 5,2 0 6,2-1-17,1-1 22,4-1 6,0-2-34,4 0 29,1-2 5,2 0-3409,1 0 3415,0 0-891,-1-1 852,-1 1-59,-3 0 86,-1 2 6,-5 2 45,-1 2 2913,-5 2-2868,-2 2 1302,-2 1-1297,-1 0 52,-3 2-170,-1 2 1,-4 1-6,-1 3 0,-2 1-34,-2 2 1,-2 0-6,1 1-1,-3-1 46,0 1-17,0-1 5,1 1 6,0-1-11,1-1 22,1 0 0,2-2-5,1 0 5,1-2-5,2-1 11,1-1 5,1-1 12,1-2 5,1 1 0,1-1 1,1 0 10,0-2-38,1 0-1,0-3 0,1 1-5,1-2-1,1-1 12,3 0-6,2-2-5,1 1 5,2-2-11,2 0 11,1 0 6,1 0-11,2-1 5,1-1 11,1 0 1,1 0-29,2-1-44,0 2-85,2 0-123,1 0-257,0 2-527,1 1-1019,-1 2-3333,0 1 4546,1 2 0,-17 1 0,-2 2 0</inkml:trace>
  <inkml:trace contextRef="#ctx0" brushRef="#br0" timeOffset="286802">3134 17842 12896,'-2'-44'855,"1"1"0,0 4 1,0 5-2417,1 10 2076,0 2 1434,0 1-1562,-1 1-996,0 3 906,-1 2 621,1 1-688,-2 1-23,1 3-39,0 0-22,0 3-12,0 2 2314,0-1-2348,0 3-55,1 0-67,0 2 3419,1 6-3380,0 1-28,0 7 22,0 3-11,0 4-11,-1 2-3381,0 3 3392,-2 3-22,0 2-222,1 1 232,0 2 7,2 1-12,-1 0-61,2-1-250,4 13-238,4 2-952,6 10-519,-1-15-131,1-8-6642,2-6 8810,-2-8 0,-3-3 0,-5-11 0</inkml:trace>
  <inkml:trace contextRef="#ctx0" brushRef="#br0" timeOffset="287031">3712 17810 17456,'1'-5'3725,"0"2"-1053,-1 3-2661,24-1 0,-18 9-5,17 3-45,-22 10-297,-3 13-118,0-5-796,-2 8-179,-2-10-950,0-4-3149,1 0 5528,-2-2 0,4-9 0,-1-2 0</inkml:trace>
  <inkml:trace contextRef="#ctx0" brushRef="#br0" timeOffset="287652">4141 17731 20650,'-8'-41'283,"1"0"1,-1 2 0,3 8-71,4 17 488,1-1-550,0 0 265,0-8-326,2 6-34,3-4 89,2 7-106,2 2 261,3-1-277,2 1-1,3 0-16,0 1-1,3 2 1,-2 2-12,2 2 23,5 3-23,-6 2 6,6 4-5,-11 2 5,1 4-6,-2 2 6,-1 2 0,0 1-22,-2 1 39,-1 2-45,-3 2 16,-1 0 1,-3 2-28,-1-1 33,-1-1 1,-1 1-18,-2 0 35,-1-2-24,-2-1 7,0-2 27,-1 0-22,0-3 23,-1-1-7,1-3 7,0-2 27,1-2 12,-1-3 78,-2-2-73,2-3 6,-1-3-17,2-2 5,1 0-10,2-2-18,1 0 12,0 1-6,2 1-11,0 1-11,2 1-6,1 1 1,3 0-7,1 2 1,1-1 5,2 2-5,0 1-23,1 0 28,0 1-22,1 3 11,1 1 0,1 3 5,2 2-5,0 0-16,2 2 27,0 1-11,0 1 11,0 1-11,-1 1 11,-3-1-16,-1 2 10,-4-1-5,-4 0-22,-5 6 22,-12 2 11,-2 0-389,-11-2 334,3-7-35,-4 0-55,0-1-118,0-1-241,0-1-330,1-3-483,3-3-6289,-2-3-302,9-3 7897,1-3 0,10 1 0,2 1 0</inkml:trace>
  <inkml:trace contextRef="#ctx0" brushRef="#br0" timeOffset="287885">5120 17596 17876,'-1'4'3232,"1"0"-487,0-4-2723,-4 52-501,3-32 411,-4 41-150,4-43-426,-1-1-891,-4 2-2660,-1 0-4930,-1-2 9125,1-2 0,4-8 0,0-3 0</inkml:trace>
  <inkml:trace contextRef="#ctx0" brushRef="#br0" timeOffset="288621">5559 17407 16040,'0'-6'3887,"1"2"-1451,-1 4-1881,7-66-620,-4 42 244,2-14 0,-1 2 297,-3 21-241,2 1 69,-2 3-103,1 2-33,-1 2-33,0 2 220,-1 2-215,1 2-112,-2 8-6,0 1 6,-2 10-22,-1 0 16,-1 5-16,-1 4 0,-1 3-1,0 1-16,0 1 5,1-2-16,0 10 22,4-11 0,0 7-3398,5-14 3398,1-2-5,3-3-1,6-1 17,-1-6-5,4-1 0,-3-7 5,2-4-11,1-3 17,2-4-6,1-3 34,12-13-17,-7 4-11,7-9-2274,-12 7 2274,-2 0 1303,-1 1-1292,-1 0 6,-2 4 5,-3 2 224,1 0-156,-6 7-18,0 1-27,-5 6 0,0 2-29,0 3 2898,0 1-2936,0 4 1441,0 1-1425,0 2-5,0 10-12,0-4-10,0 8 16,2-6-6,0 2-33,1 1-45,2 0-476,2 11-85,0-7-1662,6 17 55,-5-17-1523,3 6 3775,-5-6 0,-2-14 0,-1 1 0</inkml:trace>
  <inkml:trace contextRef="#ctx0" brushRef="#br0" timeOffset="288844">6328 17525 17462,'0'-3'4391,"0"0"-1159,0 3-3165,-12 4-39,7 4-5,-10 13-23,11-3-28,0 7-45,1-7-123,1-1-219,0-1-380,2 0-638,-1-1-1094,1-1-3427,0-3 5954,0-2 0,0-5 0,0-1 0</inkml:trace>
  <inkml:trace contextRef="#ctx0" brushRef="#br0" timeOffset="289288">6584 17298 16630,'5'-38'386,"0"0"1,2-23 1730,-7 60-2044,-1 0 1516,0 5-1454,1 7-79,-1 2 44,0 17 844,0-7-916,0 20-23,0-17 3185,0 9-3173,1-13-6,0-1-22,2 0 28,2-2-57,5 4 46,1-5-12,5 3 617,0-9-622,3-2 11,2-3-6,2-4 17,0-1 0,0-6 6,-2-3-28,1-5 22,7-11 28,3-7-5,6-11-632,-9 8 615,-7 3 33,-9 11 23,-4 5 134,-2-3 23,-3 7-152,-1 1-5,-2 6 11,0 3 542,0 6-598,0 0 6,-1 14-6,-1 4-23,-2 13-22,0 7 6,1-5-557,0 1 557,1-11-17,0-1-17,1-3-67,-1 1-409,-3 6-33,0-7-282,-4 5-491,2-13-818,-1-2-2526,1-4 4671,1-3 0,3-3 0,0-2 0</inkml:trace>
  <inkml:trace contextRef="#ctx0" brushRef="#br0" timeOffset="289513">7359 17523 19692,'0'-8'3584,"0"3"-2839,0 5 1367,0 0-2023,-5 3-55,3 5-12,-3 4-10,3 6-1,-1 0-3414,0 2 3391,-2 1-562,-4 14-2859,-3 10 2869,-1 4 1,4-17-1,4-13 1</inkml:trace>
  <inkml:trace contextRef="#ctx0" brushRef="#br0" timeOffset="355149">8193 17190 20806,'-33'-51'851,"5"10"-649,22 36-29,-1 1-21,1 0 78,-4 0-113,1 3-10,-3-1-12,0 2-5,-2 1-12,-2 3 6,-2 1 6,-2 3-6,-2 1 16,-1 2-4,-1 1-1,0 4 17,0 1-34,0 4 12,1 2-3398,-1 1 3381,2 4 78,-10 14-1398,0 5 1298,1 1-18,7-3 18,9 1-40,6 1-359,5 0 348,9-7 2195,7-16-2167,15 4 1731,-2-9-1742,13 3-663,-6-12 635,3-3-1,19-3 24,-14-2-12,11-2 0,-20-4-12,-4-3 591,-5-3-546,-2-2 18,-4-2 432,-4-2-422,-3 1 119,-4-1-68,-2 1 712,-4 1-712,-3 2-23,-5 3-21,-5 1 88,-14 3-83,4 2-16,-12 1-267,7 4 249,-1 2 0,0 2-11,1 2 6,-6 7-40,11-3 1,-3 4-1,14-2-5,3 0 33,1 0-16,4 2-12,0 0 255,2 0-265,2 1-40,1-1-56,0 1-483,9 6-121,0-6-584,11 3-1019,0-9-3495,7-3-3097,-1-2 8911,0-3 0,-12-1 0,-6-1 0</inkml:trace>
  <inkml:trace contextRef="#ctx0" brushRef="#br0" timeOffset="355361">8637 17524 18285,'4'-6'3495,"0"2"-2861,-4 4 1684,0 0-2284,8 50-40,-6-16-31,2-1 1,0 1-742,-6 1 369,-1-9-706,-1-1-1846,0-1-6410,1-4 9371,-1-4 0,3-8 0,0-4 0</inkml:trace>
  <inkml:trace contextRef="#ctx0" brushRef="#br0" timeOffset="355869">9365 17264 19695,'12'-42'379,"0"0"0,-1 3 0,-3 8-94,-9 14 1498,-2 2-1598,-3 1 563,-3 3-636,-3 2 302,-2 4-307,-3 1 944,-1 3-984,-3 3-17,-2 3-10,-4 3-673,-1 4 683,-3 2 6,0 4-11,-1 1-6,1 3-17,2 2-16,3 2 5,4 0-5,4 0-23,5-1 28,4-1 0,5-2-11,6 2 12,5-8-18,8 1 12,4-9 10,4-4-21,4-1 16,2-3-5,2-2 10,0-3-4,0-5 118,-2-2-119,-3-3-5,-3-2 22,-3-1 11,-2-4 73,2-9-22,-6 6 61,0-5 67,-7 13 34,-3 2 6,-2 3-51,-2 2-39,0 3 503,-1 3-576,-2 1 50,-3 2-145,2 4 34,-2 1-12,3 5-10,0 2 44,0 5-51,0 3 12,1 4-6,1 5-275,0 4 270,1 4-517,0 2 489,0 4 44,0 2-44,0 4-23,0 2-101,2 1-184,2-1-213,1-1-365,2-4-560,-1-4-1276,-1-6 2744,-1-2 0,-2-16 0,-1-4 0</inkml:trace>
  <inkml:trace contextRef="#ctx0" brushRef="#br0" timeOffset="356454">9986 17101 16432,'-8'-5'4643,"1"2"-3686,7 3 2589,0 0-3394,-12-23-35,9 17-16,-8-17-39,11 22 78,0 1-118,4 0 12,1 0-18,5 0-4,1 0 16,4 0 0,0 0-12,2 0 18,1 0-6,0 1-34,-1 0 23,-1 2-22,-2 0 33,-1 0-23,-2 0 6,-3 1 17,-1 0-22,-1 0 50,-2 2 17,0 1-23,-2 1 12,0 1-1,-1 1-10,0 1 16,1 2-17,0 1 1,1 2-6,0 3-23,1 1 0,2 2 12,0 3-3415,3 2 3404,1 4-549,3 3 515,2 3-2072,3 1 2094,1 3-22,1 2-51,-1 1 73,-2 0 1803,-5 1-1797,-6 0 495,-7-2-512,-9-2 2924,-9-2-2986,-11-3 12,-6-2-118,-5-3-604,-7-1 203,12-11 1,-2-1-1441,8-5 1,0 0 476,-10 2 0,0 0 1532,-21 1 0,29-8 0,2-1 0</inkml:trace>
  <inkml:trace contextRef="#ctx0" brushRef="#br0" timeOffset="358465">6172 18439 15311,'0'-9'4801,"-1"2"-3715,1 7 2465,0 0-3366,-24-47-28,18 33-57,-19-36-10,27 46-40,-1 1-16,2 1-5,1 1-18,0 1 11,0 3 6,1 2 0,0 5 0,-1 5-11,-1 5-6,-1 4-28,-1 5 12,-2 1-18,-2 4 18,-1 2-1684,-3 1 1667,1 0-2826,1-2 2910,1-3-643,1-5 598,2-5-12,0-2-167,0-2-29,0 0-481,-1 7 179,-1-6 885,-3 4-1215,-1-9-337,-2-2-402,-2-1-2974,-11 0 4536,1-4 0,3-2 0,8-3 0</inkml:trace>
  <inkml:trace contextRef="#ctx0" brushRef="#br0" timeOffset="358914">6421 17974 21719,'-35'17'121,"0"0"0,3-3 1,6 2-38,12 8-61,5-5-12,1 3 11,6-8 34,4-2 28,2-2 12,5-3 4,3-3-10,3-1-12,2-2 1,1-3 5,1-1-3381,-1-3 3415,0-3-18,-2-3-182,-1-1 222,-4-1-6,-3-1 28,-3 0 1,-3-1-23,-1 1-6,-3 0-33,-3 3 0,-3-1-6,-2 3-17,-3 0 3349,-7 0-3343,-1 3-61,0 3 10,4 1 273,7 3-317,2 2-1,1 1-4,1 2-7,1 3 23,-2 6-22,2-1-1,0 5-44,3-2-56,0 1-107,2 0-279,0 1-628,4 1-1070,1-2-3131,5-1 5338,4 0 0,-5-7 0,-1-2 0</inkml:trace>
  <inkml:trace contextRef="#ctx0" brushRef="#br0" timeOffset="359165">6714 18274 17344,'-6'0'3607,"2"0"-123,4 0-3478,0-20-45,10 13-34,5-16-61,11 19-96,4 0-442,0 1 28,2 0-482,0 2-677,-1 0-1171,-1 2-6857,6 4 8635,-13-1 1,-2 2 0,-16-5 0</inkml:trace>
  <inkml:trace contextRef="#ctx0" brushRef="#br0" timeOffset="359329">6738 18594 24252,'39'-21'-49,"-1"0"1,-2 2 0,-3 3-333,3 4-1133,1 0-603,3 1-4848,1-1-2086,-4 3 9051,-5 0 0,-16 4 0,-6 2 0</inkml:trace>
  <inkml:trace contextRef="#ctx0" brushRef="#br0" timeOffset="366437">7741 18422 20570,'-15'-36'359,"0"1"0,-9-24-174,24 53 481,0-2-531,0 1 162,0 0-185,2 1 88,0-1 2,1-1 168,-1 3-297,1-1 0,-2 4 17,0 0-46,0 1 24,-1 0-74,1 6 23,-1 1-28,-1 5 22,0 2-17,-1 2-33,-1 2 33,-1 4-5,1 2-6,-3 2 29,1 0-3432,-1 2 3375,0 1-1744,0 2 1772,0-1-1010,-2 2 1027,1-2-260,0-1 232,1-3-6,2-1-5,0-4 1830,1-4-1763,2-2 2070,-1-2-2114,2-4 94,0 1 1847,0-5-1846,0 0 654,2-2-621,0-1 200,2-2-368,1-4-5,2-5-46,1-5 158,0-4-12,0-2 28,-2-2 11,0-3-16,-1 0 16,0-1-33,-2 0 11,-1 1 11,-1 1 1,-1 3 10,0 1 12,-2 3-12,0 2 17,-2 1-16,0 2-12,1 2 78,-2-2-105,3 4 4,-1-1-21,2 6-18,0 2 12,0 1-22,1 5-7,1 1-27,1 6 17,3 9-17,-1-3 50,3 8-56,-2-5 28,-1 3 6,-2 1 0,0 2-17,-1 12 22,-1-8-22,-1 7 90,-1-6 22,-1-10 5,0 2 7,2-11-68,-1-2-67,1 0 39,0 0-62,0 2 85,1-3-29,0 0 124,0-5-73,0-2 27,0-1-161,0-5-12,1-5 22,1-8 6,1-5-3280,0-6 3381,-1-2-1530,-1-4 1552,0-2-32,-1-18 22,0 12-18,0-12 12,-1 20-1,0 4 1,0 4 2573,0 5-2563,0 3-16,0 5 2296,1 3-2307,-1 4 170,0 2-187,1 2 11,0 1 1,0 9-12,2 1-17,1 9-39,6 14 56,-2-5-34,2 11 1,-1 5-7,-3-9-689,0 11 690,-3-13-150,-2 1 178,-1-3 100,0-2-3147,-3-6 3148,1-3-646,-1-2 500,-1-2 407,-1 6-485,1-6-163,-2 4-578,3-7-1320,0-2 2195,1-2 0,2-4 0,0-1 0</inkml:trace>
  <inkml:trace contextRef="#ctx0" brushRef="#br0" timeOffset="369528">15460 2928 11489,'-17'-36'1092,"3"8"1741,14 27-2194,0 1 876,2 2-1425,-2 0 870,3 2-791,-1 1 3357,-1 2-3442,1 1-11,-2 1 151,1 5-112,-3-3-23,0 6 46,-3 3-79,1-2 5,-1 6-16,2-4 11,-1 0 51,-3 14-23,-1 7-45,0 0-831,0 2 814,2-13 0,-1 3 1,0 1-47,-1 1 57,1 3 1,-1 0 5,-3 21-3125,2-13 3103,-4 16-3,6-29 0,1 0 2,-4 18-472,3-17 0,0-1 473,-3 15 396,0 1-413,0 2 8,-1-3 1,-1 2-934,5-18 1,0 1 932,-5 18 0,0-1-2,0 6 994,0 0-994,1 3 0,-1 0 5,0 2 0,-1 1-6,3-16 1,-1 0-1,3-11 1,0 0-6,-4 11 0,0 1 8,-1 2 1,0-1-530,3-10 0,-1 0 526,-3 12 1,0-1-6,4-13 0,0-1-504,0 0 0,1 1 509,-1-1 1,0 1-1,1-1 1,0 0 2,0-1 1,0 2-9,-3 13 0,0 1 96,3-12 0,0 0-87,0 4 0,0 4 1,1-4-2,1-4 1,1 0 235,-3 12 0,2 0-242,2-14 1,2-2-9,-1 2 1,0 0 8,1-1 0,0 1-3,-1 1 0,1-1 0,1 0 0,-1 0 8,0-1 0,-1 1-11,0 15 1,-1 1 2,1-12 0,0 0-9,-2 11 1,1 1-122,-1 3 1,0-2 129,2-12 0,-1 0 0,0 14 0,-1-1 488,1-15 1,1-2-486,0 1 0,0 0-1,0-1 1,-1 1-3,1 0 0,-1-1 8,1 0 1,0 0-4,-1 0 1,1 0-6,0 0 0,0 0-292,0 0 0,0 0 286,0 0 1,0 0-1,0 0 0,1 0 121,-1 0 0,0 1-124,1-1 1,0 1 8,0-1 0,0-1-6,1 2 1,-1-1-1,0-1 1,0 0 2,0 1 0,0-1 3,0 0 0,0 0 0,0 0 0,0 1 3,0-1 0,0 1-37,-1-1 0,1 1 37,0 0 0,-1 0-3,1-1 0,-1 2-6,-1 15 1,-1 1-4,1-13 1,1 0-171,-2 12 1,0 0 181,2-17 0,0-1-1,0 0 1,0 0 151,0 0 0,1 0-149,0-1 1,-1 0-9,1-1 1,0 1 2,0-2 0,1 3 2,-1 12 1,1 0-92,0-10 1,0-1 85,0 11 0,1-1 521,0-13 0,0-2-518,0 29 0,0 0-539,1-3 539,-1-2 0,1-1 0,0-1 11,0 0-28,0-2 206,0 0-183,0-1-6,0-1 6,0-1-1,0 0-5,0-1 0,0 0 6,0-1 389,-1 0-395,1-2 660,0 1-660,0-3 6,0 0-12,0-2 12,0-1 2344,1-1-2350,0-1 5,1-1 418,0-1-429,1-1 6,-1-1 0,0 0-6,-1-1 1,0 1-165,-1-1 165,0 0-1,0 2 12,-2-2-12,0 1 0,-3 0 12,1 1-12,-1 0 12,1-1 5,-1 1-11,0 10-11,1-9-6,0 22 12,3-24 5,0 11-6,1-14 23,0 2-17,0-1-23,1 0 1,0 0-138,1 0 143,0-1 17,0 2 0,-1-1-6,0 1 12,-1 0-12,0 1 12,0 0-1,-2 0-5,0 1 0,-3 0 0,0 1 6,0 0 0,-1 0-1,-1 1 1,1-3 11,-1 1-17,1-2-6,0-1 17,0 1-16,0-1 16,0 1 0,1 1-11,0-1-6,-1 0 6,1 1 0,-1-1 0,0 1 12,-1 0-7,0 1 6,-1 1 23,-3 16-45,1-12 22,-2 13 0,3-15 6,0 1 5,0 1-10,0 0-12,0-1 5,1 0 12,-1-2 0,2 0 0,0 0 64,0 1-69,0 1-7,1 0 6,0 1 1,1-1-7,0 1 12,0-1-6,1 2 12,-1-1 5,1 1-17,1 0 17,-1 0-6,-1 0-145,0 1 151,-1 0-11,-2 2 11,0 0-11,0-2 0,-2 1 11,-2 14-23,1-11-5,-1 12 23,3-17-63,0 1 57,0 0 0,0-1-6,1 1 0,0-1 1,-1 0 4,1 0-10,0 0 5,1 0-86,0 0 92,0 0 0,1 0 0,0-1-1,0 1-10,-1-2 11,1 0-6,0-2 6,-1 0 0,1-2 731,-1 0-731,-1-1-6,1 1 6,-1-1-2419,1 0 2413,0-1-11,0 2-895,0 0 923,-1 1-297,1 0 286,0 0-1552,-2 1 1540,2 0 12,-2 1 1398,1-1-1404,1 0 6,0 1-6,1 0 1335,1-1-1329,0-1 5,0-2 98,0-1-103,1-2 11,1 0-23,-1 0 2865,1-1-2853,-1 0-6,2 0 17,-2 1-6,1-1 316,-1 1-310,0 1-17,0 0 6,-2 2-5,1-1 10,-2 2 6,0 0-6,-1 1-266,0 0 255,-1 0 472,0 0-477,0 1 5,-1 1 0,0 1-11,1 0 23,0-1-18,2 1 23,-1 13-22,2-12 5,1 10 6,3-15-6,0 0 0,1 0-5,-1 0-12,1 0 17,0-1-11,-1 0 0,0-1-39,-4 15 78,0-12-22,-4 11 16,1-14-5,-2-1 0,-2 1 12,0 1-18,-2-1 12,1 3-18,0 0 29,-6 19-209,5-13 175,-4 13 17,2 1-28,5-15-518,-3 13 507,6-18 17,0-1-6,1-1-614,1 0 636,0-1-173,-3 12 129,2-11 44,-2 8-5,2-14-6,0 0 12,0-1-57,0 0 17,1-2 17,-1 1 6,1-1 11,-1 0-2299,1 2 2260,-1 0 37,0 0-15,0 1 530,-3 13-524,4-10-28,-2 9-18,4-14 181,2-3-180,0 0-6,2-2-39,0-2-123,1-4 2815,-1-4-3532,1-4 310,0-3-4012,0-2 4626,0-6 1,0 3-1,0-4 1</inkml:trace>
  <inkml:trace contextRef="#ctx0" brushRef="#br0" timeOffset="374796">16160 3527 20011,'20'-44'754,"-1"0"0,-1 4 1,-4 6-3045,-8 12 2704,-3 1 794,-1 1-693,-1-7-325,0 8-33,-4-6 532,-3 7-532,-6 3-97,-1 1-21,-4 8 1549,2 4-1582,-3 2 5,-3 4-6,-3 2-10,-4 5 5,-2 4-3381,-3 5 3381,-2 3 17,0 5-209,0 3 192,12-6 0,0 1-11,-9 13-733,-5 12 744,20-19-11,6-1-327,6-3 349,3-3 2742,14 3-2747,1-9-6,11 0 281,10-13-236,7-11-6,17-15-2135,-12-4 2135,-2-11 12,-15 6 388,-2-5-411,-2-2-220,-1-4 226,-8 8 0,-2-1-556,8-20 527,-9 17 1,-1 1 22,3-15-17,-4 1 23,-1 4 5,-2 3 15,-3-10 30,-2 17 222,-1-5-234,-2 19 575,0 3-563,0 3 3333,0 4-3356,0 4 73,1 2-123,-1 3-11,2 1 5,3 7 1,6 11-17,6 18 5,0 1-1350,-2 10 1372,-5-8-4,-2 5-1,-1 4-17,-3 3-28,-3-13 1,1 1-73,-2 21 8,1-22 0,-2 0-278,0 12-302,-2-3-3439,1-2 2106,-1-5-2307,2-3 3826,0 0 0,1-18 1,0-2-1</inkml:trace>
  <inkml:trace contextRef="#ctx0" brushRef="#br0" timeOffset="375280">16730 3333 17798,'-6'-8'4161,"1"1"-3633,5 7 496,0 0-990,-25 23 33,18-5-11,-19 21-28,25-19 6,2-2 5,2-9 23,2-1 134,5-2-84,-2-4 5,5 0 12,-3-6 5,2-1 12,0-4 28,1-2 16,-1-3 6,0-1 12,-2-1-7,-1 0-5,-2 1-11,-3 2 112,-2-3-191,-3 7-50,-3-1 17,-3 6-34,-3 2-16,0 1-1,-1 1-16,0 1 5,0 2 6,1 2 11,1 2-17,0 4 0,3-2-22,1 2 17,3-3-12,2 0 6,1-1 11,2 0 0,2 0 6,3 0-17,1-2 0,2 1 6,1-2-12,0 0 17,-1-2 12,-1 0 50,-1-2-12,-4 1 1,0-1-12,-4-1 1,-1-1-29,0-3 23,0 0 28,-3-5-51,0 3-5,-3-3-28,-2 2 5,3 2 0,-2 0-33,3 2-146,2 2-358,0 1-2734,1 0 0,1 1 0</inkml:trace>
  <inkml:trace contextRef="#ctx0" brushRef="#br0" timeOffset="379197">18226 3203 21629,'-17'-45'717,"-1"1"0,3 9 0,4 4-459,12 1-40,2 16-50,-1 1-28,2 1-28,-1 1-17,1 1-5,0 1-17,0 1-23,-1 2 34,2 0-67,-3 2-23,1 1-33,-1 2 39,-1 3 0,0 2 11,-1 4-5,0 5-6,0 5 11,-2 3-5,-6 19-6,-6 9 5,-1 3-1295,0-1 1290,6-14-11,0 0-302,3-1 279,2 0-56,2-3-111,2 0-1444,8 10-6376,7-1 7312,6 0 0,-6-17 0,-6-13 1</inkml:trace>
  <inkml:trace contextRef="#ctx0" brushRef="#br0" timeOffset="379985">18763 3010 18100,'-2'-3'1927,"1"0"1848,1 3-3747,-16-29 95,12 23-90,-12-21 71,14 32-54,1 0 156,-2 2-105,0 1-12,-2 0 18,0 0-1,-2 1-5,-1 0 11,-1 0-6,-2-2 1,1 2-7,0-3-4,0 0-6,1-2-17,3 0-1,1-2 18,2 0 571,2-2-611,0-2 6,1-1-5,0-2 5,0 1 5,0 0-38,0 0-7,0 0 18,0 0 5,-2-1-16,1 2-18,-2-1 6,2 3 1,-1-1-1,1 1-11,0 0 45,0 0-34,0 1 0,0-1-11,-1 0 11,1-1-11,0 2-5,-1-1 16,0 0-11,-1-1 5,1 0-5,-1 0-11,-1 0 22,1 1 1,-1 0-1,1 0 0,-1 1-17,2 0-5,0 0 0,0 0 22,1-1-16,-1 1-1,1 0 6,-1 2 11,0 0 0,0 0-5,0 0-12,0 0 1,0 1-1,0 0-5,1-1 11,0 1-6,1 0 6,0 1 6,0 1 5,1 1-11,2 1-5,2 1-12,3 3 17,3 0-11,2 3 16,2 1 1,2 1-6,1 0-23,0 1 23,0 1-22,0 1 16,-2 0 18,1 1-35,-1 1 29,0 0-12,0 0 17,-2-1 6,0-1-6,-2-1-16,-1-1 22,-3 0-23,-2-2 6,-2 0 17,-2-1-23,-2-2 12,-3 0 5,-1-1-11,-5 0 11,-2-1 0,-2 1-5,-2-1 0,-1-1-6,0 1 16,-2-2-4,0 0 4,0-1 1,-1 0-17,2 0 6,0 0-1,1-2-5,2-1 0,3 0 0,2-2-5,3 0-18,3-2-1752,2 0-107,9-3-3507,1 2 5389,11-4 0,-10 4 0,1-1 0</inkml:trace>
  <inkml:trace contextRef="#ctx0" brushRef="#br0" timeOffset="380288">19329 3203 21799,'10'-40'0,"7"7"-39,16 30-34,5-1-39,3 1-84,2 0-101,2 1-184,0 2-398,-1-1-567,-2 3-918,-2 1-2396,-6 2-3401,-5 0 7550,-8 1 1,-11-4-1,-4 0 1</inkml:trace>
  <inkml:trace contextRef="#ctx0" brushRef="#br0" timeOffset="380479">19350 3410 15687,'-4'1'4318,"1"-1"-789,3 0-3624,62-37-2155,-29 24 2090,8-8 1,2 2-395,-2 12-539,3 2-789,0 0-1680,3 1-4851,-6 1 8571,-6 1 0,-17 1 0,-7 0 1</inkml:trace>
  <inkml:trace contextRef="#ctx0" brushRef="#br0" timeOffset="380845">20119 3178 13609,'4'-11'5040,"-1"2"-3740,-3 9 3304,0 0-4470,-55-10-22,34 13-76,-12-6 1,2 3 2,16 14 12,2 0-29,3 1 1,2 1-1,4 1-11,2 0 0,2 2 6,3 0 0,4 0-4252,5-1 4258,3 1 45,3-2-68,4-1-409,2-2 420,1-2-5,1-4 11,0-2 5,-1-2-5,-1-3 33,7-8-16,-8 0 5,3-8 2858,-6-8-2830,-8 4 17,2-8-11,-10 7-1,-2-1 1,-4 0-11,-4 3 11,-4-1-1,-5 3 1,-2 0 0,-1 3-6,-2 0 1113,1 2-1124,0 2-28,1 0 22,2 2-22,3 1-22,0 1-1,4 2 630,-1 1-691,5 1-112,-2 1-1317,2 6-1394,2-1 2879,-2 7 0,4-7 0,0 0 0</inkml:trace>
  <inkml:trace contextRef="#ctx0" brushRef="#br0" timeOffset="381620">21040 3353 20492,'4'-9'2196,"0"2"-1580,-4 7 801,0 0-1400,-4-8-28,0 13 16,-3-3-5,-1 16 0,-3 3 6,-3 3 16,-14 12 6,3-8-981,-10 6 969,7-14 1,1-3 6,-1-5 21,2-2 119,-6-4 38,7-10-117,3-3-21,12-9-13,8-2-11,5-4-16,4-4-1,6-2 278,7-5-289,5-3 3,-4 6 0,1 0 3,14-18-9,-13 16 1,1 0 10,-2-1 1,-1 0-6,-2 1 0,-1-1 16,1-7 1,-2 1 14,3-19-6,-12 10-19,-14 6-4,0 12 7,-7-5 16,-7 8-22,6 11-12,-4-3 35,9 12-46,2 3 6,1 2 0,2 3-22,0 3 696,0 3-674,0 5 22,0 3-22,0 13 0,2-3 0,0 10 11,4 8-11,2-10-629,3 14 646,1-13-23,1 2-213,5 20 205,-6-25 0,-1 2 19,2 7 1,0 2-844,0-1 0,-1 0 832,-2-8 1,0-2-18,6 26 1,-1-18-17,0-3-34,2 0-642,8 9 563,-4-12-72,3 6-134,-9-15 304,-4-2-697,-4-2-173,-5-2-96,-6-3-727,-7 0 517,-6-3-6758,-1-2 7278,2-2 0,9-4 1,4-3-1</inkml:trace>
  <inkml:trace contextRef="#ctx0" brushRef="#br0" timeOffset="382198">21569 3470 20537,'-8'0'2185,"2"0"-1564,6 0 1906,0 0-2443,-2-17-12,1 9-16,-1-13 6,0 13 5,0-2-11,-1-1-11,1-2-6,1-2-5,0-3 11,2-14-45,4-11-6,1-2 6,5-3 11,-2 9-1291,0-2 1297,0-1-6,-1 0-11,-2 2 0,-2 3-155,-2 4 166,-1 2-11,-3 3 17,0 3-11,-3 2 5,-2 2 6,0 1-6,-1 2-5,-1 1-1,0 2 1268,-1 3-1278,2 3 200,0 4-212,1 1 1,0 3-7,1 1 18,-1 4 16,-1 3-11,1 5 5,-1 2 7,-1 10-1,3-4-11,1 8 5,4-7-16,2 3 11,3 1-5,2 3-1,6 2 12,1 3-6,3 1 5,1 2-10,11 19-769,-13-25 1,0 0 784,0 1 0,1-1-11,-2-1 0,0-1-5,4 12-1,1-1-280,-3 1 286,-1-3-11,-2 1 11,-1-3 0,-3-1-11,-2-2 5,-3-1-16,-2-3-12,-4-2 6,-3-3-44,-4-3-35,-5-1-436,-13 3-57,3-7-458,-11 2-1077,10-8-6983,3-3 9025,5-2 0,8-2 1,4-1-1</inkml:trace>
  <inkml:trace contextRef="#ctx0" brushRef="#br0" timeOffset="414687">22421 3085 19619,'11'-21'554,"-2"6"-369,-7 16-23,0 2 6,0 1-11,-1 1-11,0 0-1,0 1-16,-1 0-6,1 0-11,-1-1-11,0 0-6,-2 0 0,1 0-11,-2-1 6,0 1-12,-1-1-4,1-1-1,-1 1 5,-1-2 17,1 0 157,-4-1-140,4 0-22,-4-1-12,2-2-22,0 0-5,-2-4 5,2-2 5,-3 0-5,2-3 6,-2 0 0,1-2-12,1-2-5,-1 0 5,3-2-16,0 0-3393,2-1 3387,1 0-132,1 1 127,1-1-12,2 2-5,1 0 5,4 0-11,1 0-2227,3 1 2233,2 2-174,2 1 168,1 3 0,2 1 0,1 3-16,2 2 4,1 2-10,1 1-12,0 3 6,-2 3 6,0 4 11,-3 4 16,-1 2 12,-3 3-17,-3 3 2146,-2 17-2146,-6-8 12,-7 15-1348,-7-12 1330,-9 3 0,-7 1 2133,-7 0-2133,-6 0-307,-6 0 304,10-11 1,-3 2-372,-3 1 0,-2 0 398,8-5 1,-1 0 0,1-1-5,-6 4 0,2-2-3,4-4 1,3-2 38,-3 0 1806,9-7-1732,7-7 10,7-5 444,6-6-488,4-5-23,2-4-11,3-3-5,4-1-7,5-1-10,4 1 0,4 2-1,1 3-16,2 3 709,13 2-731,-7 4 5,9 4-11,-7 4 16,2 5-2263,2 3 2253,3 4-6,1 3-528,2 4 225,2 4-492,0 2-975,2 3-2577,-1 0 4358,5 2 0,-22-15 0,-3-2 0</inkml:trace>
  <inkml:trace contextRef="#ctx0" brushRef="#br0" timeOffset="420956">23237 3152 7050,'-1'-6'4301,"-1"0"-3382,2 6 5460,0 0-5969,22-42-7,-16 30-28,16-32 241,-19 42-381,-2 0-28,1 2 286,-2-2-487,-3 4-12,-1 1 17,-3 3 17,-1 4-28,-2 2 28,-3 2-11,-3 2 0,-2 2 11,-2 1 0,-3 1 0,-1 0 0,-2 2 0,-1-1-641,0 0 630,1 0-11,1-1 10,4-2-10,2-2 0,0 3-34,7-1 22,1-1 23,7-2-6,3-4-11,1-1 17,0 1 624,0-1-619,1-1 12,0 0-18,2-1 1,2 1-11,1-2 22,2 1 50,7 3-39,-1-3 6,7 3-22,1-5-29,4 0-252,25 3-162,-5-4-533,-13-1 0,1-1-1002,23 0-2498,5 1-4993,-4-2 9446,-7 1 0,-25-2 0,-10-1 0</inkml:trace>
  <inkml:trace contextRef="#ctx0" brushRef="#br0" timeOffset="421556">24005 3223 15283,'-2'-4'1602,"0"1"3411,2 3-4884,-17-62-741,13 42 642,-6-15 1,2 3 8,10 25 214,1 0-247,2 0 114,2 1-132,2 0 18,1 2 0,2-1 363,2 1-369,1 1-6,3-1-28,11 2 23,-4 1 0,10 0-6,-9 3 6,2 2-17,0 1 0,-2 3 5,-2-1-16,-4 3 5,-4 0 12,-6 1-6,-3 2 16,-5 0 24,-1 1 4,-3 1 24,-3 0-1,-5 0-11,-1 0-5,-2-1-23,-1 1 17,0-2-6,-2 1 0,1-1 0,0 0 1,1-1 10,0 0 6,2-3 22,1-1 29,2-3 27,2 0 34,3-4 163,1 1 27,2-2-319,4-2-22,2 0 0,5-2 5,1 1 1,2 1 5,4 1-12,1 1 12,2 1-5,2 1-1,0 3 1,2 3-432,-1 3 426,0 2-6,0 3 17,-1 2-5,-3 2 5,-2 1 0,-5 1 5,-2 1 1,-6-1 11,-2 0-1,-9 0 18,-5-1 5,-9 0-5,-8-2-6,-8-2 0,-9-3-11,-4-3 5,-6-2-22,0-3-45,0-3-1377,4-2 890,5-3-852,7-2-4472,8-4 5856,6-7 0,14 7 0,3-1 0</inkml:trace>
  <inkml:trace contextRef="#ctx0" brushRef="#br0" timeOffset="422852">24963 3419 10519,'-5'-47'1243,"0"-1"0,0 4 1,1 8-494,5 13 867,0 3-1124,2 2-2822,1 1 2693,0 4 947,1 1-1076,-1 3 594,-1 3-773,0 2 186,0 2-242,-1 1 3414,0 4-3346,0 3 10,2 5 6,-1 5-11,-1 3-28,0 6-6,-2 3-11,0 4-6,0 2 6,0 2-5,-1 0-1,1 0 0,0-3-217,5-2 223,2-2 22,5-3 23,3-4 34,3-2 39,2-3 39,1-5 16,3-3-5,0-4-17,2-3-16,2-3-12,1-5-28,3-5-1025,2-6 1014,1-4-51,5-6-5,1-4-5,5-6-51,-21 16 0,-1-1 16,3-1 1,0 0-3,2-2 0,0-1-3,2 0 1,0 0-1,1 0 0,0 0-1355,1 1 1,0 0 1349,0 0-1,-1 2 3,0 0 1,-1 1-212,-2 1 0,0 1 219,-1 1 1,-1 0 6,23-17-1,-4 3-11,-2 1 1,-3 2 10,-2 3-16,-3 1 5,-4 4-11,-1 1-11,-3 3-428,-1 3 372,-1 4-67,-1 3-101,-2 5-146,-3 1-224,-2 6-1218,0 12-82,-9 3-788,0 10 919,-10-2 1774,-6 8 0,3-17 0,-3 2 0</inkml:trace>
  <inkml:trace contextRef="#ctx0" brushRef="#br0" timeOffset="431438">17397 4740 14981,'0'-5'1361,"0"1"2459,0 4-3294,-31-62-229,10 40-238,1-13 0,-2 4-259,-2 21 301,5 5 58,-2 1-91,-1 1-434,-1 2 411,0 0-1,-1 3 29,-13 6-45,8 2 6,-10 5-6,12 1-11,0 0-3014,2 2 3002,1 1 1,2 1-166,2 1 165,3 0-5,2 1 295,2 9-295,5-7-5,2 7 10,9-3 23,7 0 3343,10 4-3264,11-6 39,7-8-68,-6-8 79,12-7-62,-17-7 96,21-10 16,-13-8-101,0-3-434,-7-3 412,-14 6-6,-2 0 6,-3 0 6,-2 1 111,-2-4 1,-3 1-107,0 3-11,-4 5 651,-2 8-667,0 1-18,0 2-22,0 2-28,1 1-22,1 1-40,-1 2 40,1 6 22,-2 3 0,1 6-12,0 1 18,0 3-6,1 2 0,0 1 6,1 2-34,2 9 22,3-8 6,8 16 0,-1-19 0,6 4-3392,-1-10 3398,0-2 5,4-2 6,1-2-1,3-3 1,15-1-6,-7-4 34,23-7-6,-11-8 17,8-11-22,-16 2 11,-9-2 0,-14 6 5,-3 0 6,-3 1-11,-4 1 0,-1 0-6,-4 1 3386,-8-5-3408,-8 1 0,-2 1-6,-3 3 6,7 6 5,1 1 1,3 1 5,3 0-6,2 1-5,4 0 5,1-3-22,5 2-5,3-4-6,4 1 11,5-1 11,2 0-17,4 0 12,0 0-6,1 0 0,-1 2 5,-3 1-16,0 2 6,-4 2 10,-1 0-5,-3 2 11,0 0-16,-2 1-1,1 0 1,-2 2-12,0 1 17,0 2-6,3 6 6,-3-1 11,4 5-22,1 3 11,-3-3-11,3 7 0,-4-6 16,0 2 1,-1 0-6,0 0-3392,-1 0 3386,0 0 12,1 7-12,1 1 6,-1-1-5,0-5 5,0-7 0,0-1-6,1-2 1,1-2 38,8-1 3370,-2-4-3391,8 0-7,-4-4 6,2-2 6,3-2 0,1-5 11,0-1-339,1-2 333,-1 0 6,-2-2 0,-2 1 17,-4 0 0,-4 0 11,-5 0-17,-3 1 0,-3 1-11,-1-1 328,-4 1-333,-1 0 0,-3 0-12,-1 0 11,0 0 6,0 0-17,1 0-5,2 0 5,1-1 0,3-4 1,1 5-24,3-3 1,3 5 11,2 1 0,2 2 6,1 0-1,1 2-5,0 1-5,6-1-6,0 3 11,0 0-12,-2 2 35,-5 0-23,0 0-6,0 1 1,-1 3-18,1 0 23,1 1 0,-1 2 0,3 0 11,-1 2-11,2 1 0,1 0-11,1 2 6,0 0 10,0 1-5,2 1 6,-2 2-12,-1-1 1,-2 1-1,-2 2-5,-2 0-12,-1 11-5,-4-6-56,-2 8-135,-2-7-313,-3-1-448,0 1-745,0 1-1703,0-1 3428,2 0 0,0-10 0,0-3 0</inkml:trace>
  <inkml:trace contextRef="#ctx0" brushRef="#br0" timeOffset="431911">19298 4632 16084,'0'-5'2470,"0"2"1541,0 3-3938,-21-29 16,10 25-21,-19-20-1,12 31-11,-3 1-11,-5 1 11,-2-1 0,-5 1-705,-1-2 727,-2-1 6,2-1 23,2-3 5,4 0 28,4-2 33,5 0 6,4-1-11,4-2-16,3-1-18,3 0-33,3 0-12,0 0-33,2 1 705,0 0-738,0 0-12,0 1-6,2 1-5,0 0 0,2 1 0,1 1 6,0 1 0,1 2-6,-1 4 11,0 1-6,-1 3 7,0 3-1,-2 4-11,-1 1 11,-1 2-11,0 2 11,-3 2 12,1 1 27,-6 15-39,2-11-819,-1 12 820,4-15-18,1 0 12,0 0-6,2 0 0,3-1 16,1-1 12,6-2 12,11 6-29,-3-10-39,9 4-463,-4-12 424,1-1-73,4-4-106,0-2-286,3-3-521,2-1-3965,2-5-583,3-2 5601,6-5 0,-20 4 0,-1 0 0</inkml:trace>
  <inkml:trace contextRef="#ctx0" brushRef="#br0" timeOffset="438462">19693 4804 13959,'-3'-43'429,"0"-1"0,2 1 1,1 10 2297,3 22-2559,2-3 1403,-1 7-1431,0 2 826,-1-1-882,1 3 3370,-2 0-3448,-1 2-46,0 0 40,-1 7 12,0 2 27,-4 17-22,-4 15-1,-7 21-10,1-6-565,-1 3 531,5-17-28,2-1-28,2 1-90,2-2-123,3-1-190,3-1-1950,9 12-749,1-13-1759,8 9 4279,-2-16 1,-9-13 0,1-2-1</inkml:trace>
  <inkml:trace contextRef="#ctx0" brushRef="#br0" timeOffset="439270">20273 4872 10685,'0'-3'4682,"0"1"3614,0 2-8084,-1-60-526,1 45 392,-1-45-61,1 59 99,0 1-127,0 9 92,0 0-70,0 9-17,0 24 12,0-12-848,0 19 820,0-18-23,0 0-67,0 1-112,0-1-790,3 12-56,0-12-526,4 8-5416,0-6-225,-3-11 7289,2 2 1,-4-16 0,-1-4 0</inkml:trace>
  <inkml:trace contextRef="#ctx0" brushRef="#br0" timeOffset="439488">20021 5088 15855,'-5'-3'3708,"0"1"-157,5 2-3518,52-59-5,-24 43-20,21-17 1,4 4-5278,-10 26 5148,-8 2 1,0 0-339,6 2 551,1 0-1951,0 2-2359,-2-1-5613,-5 2 9795,-6-2 1,-15-1-1,-5 0 1</inkml:trace>
  <inkml:trace contextRef="#ctx0" brushRef="#br0" timeOffset="439714">20846 4697 23147,'-20'28'96,"3"1"-68,14-1 0,1 3-12,1 0 7,1 1-23,1 0-28,2-1-51,0 1-178,2-2-460,-1 0-969,2-2-3002,0-1 4688,1 0 0,-4-14 0,0 0 0</inkml:trace>
  <inkml:trace contextRef="#ctx0" brushRef="#br0" timeOffset="440195">21222 4633 23427,'7'-50'101,"3"10"-67,8 37-1,4 1-16,2 0 11,4 1-22,0 0-493,2 0 498,0 1-5,-1 0 0,1 0-1,0 2-5,-1 0-3,12 3 3,-10 1 0,5 2-5,-15-1-18,-3 2 18,-3 0-1,-2 2 6,-2 3 22,-3 0-22,0 4 0,-2 1 6,-1 2-6,-1 3 0,0 0 0,-1 4-6,0 0 1,-1 1-6,1 1 5,0 1 12,-1 0-18,0 1 7,0-1-6,-2 0-3238,0-2 3238,-3 0 327,-2-3-333,-6-3 0,-5-3-3,-5-2 9,-6-2-6,-5-3-11,-4-3-201,-4-2 157,-2-2-18,-3-3-5,2-2-23,0 0-380,-10-8-181,18 0-1017,-3-9-3866,24 1 5562,7-7 0,4 11 0,3-1 0</inkml:trace>
  <inkml:trace contextRef="#ctx0" brushRef="#br0" timeOffset="440472">22235 4698 19451,'-5'0'1142,"1"0"-4198,4 0 3056,67-31-16,-33 22 215,10-7 1,2 1-357,-5 14-117,2 1-230,3 1-477,-1 3-794,-1 1-1681,-3 4 3456,1 1 0,-20-3 0,-3-2 0</inkml:trace>
  <inkml:trace contextRef="#ctx0" brushRef="#br0" timeOffset="440644">22330 4985 21614,'40'-11'-297,"2"1"-1625,16-1-2323,-9 3-5586,12-2 9099,-25 5 1,-17 3-1,-8 0 1</inkml:trace>
  <inkml:trace contextRef="#ctx0" brushRef="#br0" timeOffset="441919">23676 4845 21182,'-4'-41'399,"1"-1"1,1 3 0,-3 9 2,-6 17-167,-2 1-61,-1 1 5,-1 3-56,-3 1-14,-1 1-30,-1 3 70,-9 1-121,7 2-12,-15 7-4,17 0-12,-7 7 11,10-1-6,0 2-5,0 2 0,2 1-16,3 2 21,2 0-16,3 1 0,4 0 5,1 0-11,2 1 17,2-1-5,2 0 10,3-1 1,9 5 5,-3-7 12,6 2-7,-6-11 29,-1-2-6,0-4 23,0-1 5,1-3-5,-1-3 5,3-3-11,-1-5 45,9-11-51,-5 2-5,7-8 5,-9 6-5,3-1-6,-2 1 6,0 1 78,4-4-33,-7 9 16,0-3 118,-8 9-145,-3 5-18,-1 0-38,-2 5-23,0 1-6,-4 2-11,-5 8 17,-2 2-5,-3 7 10,2 0-16,0 2 6,0 1-7,2 2 7,2 1 5,1 0-6,3 0 6,2 0-5,7 9 5,10 0 0,14 5 0,3-12-981,5-8 981,-6-10 6,1-2 0,0-3-1,2-2 1,13-5-3068,-13-2 3079,10-5-583,-11-11 583,-11 2 580,4-8-564,-9-7-21,-6 7 4,-1-8 24,-7 0-24,-4 10 7,-3-7 3048,-2 13-3076,-2 0 1023,0 1-1012,0 2-1,1 0 12,1 1-6,1 1 0,3 2-5,2-4-6,3 4-17,6-5 12,2 8-1,5-1-5,0 4 16,0 1-5,2 1-5,0 1-6,2 2-1,1 1 1,1 0 0,10 5-6,-8 0 6,5 6 5,-11-1-10,-2 2 10,-2 1 0,-3 2-5,-1 0 6,-2 2-1,-1 1-5,-3 0 5,-1 1 1,-1 0 5,-1-1 5,0 1-5,-2-2 0,-1 1-5,0-1 5,-2-1-6,2 0 6,0 0 0,1-2-6,1 0 1,8 4 5,6 0 5,6-1-10,7-3 10,-2-5 1,5-2-209,4 0 220,2-2-12,2-2 12,-2-2 0,0 0 5,7-6-5,-14-1 5,10-12-10,-22 2-1,1-6-6,-10 5 7,-3-3-1,-2 1 0,-2-2 6,-1 0 5,-2 0 12,-7-9-23,1 8 11,-6-6 187,5 10-198,-2 0 1,2 2-7,-1 0 12,2 2-11,1 1 16,2 2-22,2-3 17,1 5-23,2-2 6,2 5 0,0 1-11,3 1 0,1 1 11,1 1-6,1-1 1,1 2-1,2 1-5,2 0 16,7 0-16,-3 0 6,6 1-35,-5 1 35,1 2-12,0 2 11,0 0-10,0 3-1,0 0 0,-1 2 0,0 1 6,3 9 0,-6-4 0,2 6 11,-8-6-17,-4 1 0,-1 1 6,-3-1-17,-1 1-11,-2 0-34,0 0-113,-2 1-127,0 0-186,2-2-346,2 1-230,5-1-293,4 0-3555,8 1 4923,8 1 0,-11-9 0,2-1 0</inkml:trace>
  <inkml:trace contextRef="#ctx0" brushRef="#br0" timeOffset="442378">25769 4701 17193,'0'-3'3366,"0"0"-223,0 3-3132,-48-38-2424,25 28 2429,-8-10 1,-1 1 6,7 19 757,-2-1-752,0 0 0,0-2 17,2 0-17,1-1 396,1 1-390,4-1-23,1 1 0,5 0 1315,2 1-1326,4 1 6,2 1 22,2 0-78,3 0 50,-1 2 11,1 1 6,2 2-6,1 3 0,2 1-5,2 2 5,0 2-6,1 1 1,-1 3 0,0 0-1,-2 3 6,-3-1-11,-1 3 23,-2 1-1,-3 2 1,-4-1 10,-3 1-10,-2-1-12,-1 0 6,1 0-1,0-1-4,3 0 4,1-2-4,3-1-1,3-1 6,1-1-6,3 0 0,5-1-17,3-1-5,8-2-34,3 0-50,6-2-56,4-2-90,3-1-128,2-2-124,3-3-308,0-1-493,1-3-919,-1-1-1993,-1-3-4072,-6-1 8085,-5-2 0,-13 3 0,-5 1 1</inkml:trace>
  <inkml:trace contextRef="#ctx0" brushRef="#br0" timeOffset="442581">26035 4756 22643,'-3'19'118,"-1"0"-84,0 1-18,0 1-4,1 1 10,0 1-33,1 1-34,0 1-84,2 0-168,-1 0-6125,1 0 4742,-1-1-1207,0-1-5706,-1-4 8813,0-3 1,1-8-1,-1-4 1</inkml:trace>
  <inkml:trace contextRef="#ctx0" brushRef="#br0" timeOffset="443047">26531 4743 17675,'-4'-4'2425,"1"2"757,3 2-3093,-4-28-10,8 20-1,-2-20-27,9 27 5,1 0-17,1 1-11,-1 0 0,2 0-11,0 0-1,2 0-10,0 0 11,3 0-17,-1 2 5,3-1 1,0 2 11,-1 0-17,1 1 5,-3-1-10,-2 1-6,-2-1-1,-5 1-4,-1-1 4,-5 1-4,0 0 16,-1 1 0,-1 1 0,0 0 5,1 2 1,-1 1-1,1 1-5,0 1 12,1 0-7,0 2-16,0 1 5,1 1-5,1 1 6,-1 2-1,0 1 12,-1 3-12,0 1 6,-2 2 0,1 0 0,-3 13 0,-1-8 0,-3 8-215,-2-13 221,-2-1 5,-2-2 11,-3-1-5,-2-1 0,-4 0 0,-2-2 0,-2-1-3333,-2-2 3305,-2-2-45,0-3-78,-2-2-902,-16-3-634,8-2-3706,-13-2 4844,10-4 1,19 2 0,0-2 0</inkml:trace>
  <inkml:trace contextRef="#ctx0" brushRef="#br0" timeOffset="444303">16086 5793 10310,'0'-3'3584,"0"1"2460,0 2-5876,20-41-39,-15 30-28,16-30 27,-21 41 225,0 0-135,-2 3-3402,-2 1 3357,-4 2-38,-4 2-29,-3-1-22,-6 1 62,-19 3-74,7-2 7,-14 2 6,13-5 10,2-1 3409,2-2-3230,-5-1-111,11-2-12,0-2-17,12-1-22,4-2 51,3-3-107,2 3-28,2-2-6,1 3-5,0 0-17,1 2 0,0 1-6,1 0 1,0 1-7,0 0 18,0 2 0,1 3-1,0 3 1,-1 4 11,0 2 5,0 4 6,-2 2 62,-3 17-40,0-6-1061,-5 13 1067,0-10 0,-1 1 6,-2 2-6,-1 2 5,-2 2-10,-3 1 5,0-1 0,-2 1-17,1-3 0,0 0-11,1-1-5,2-2-59,4-1 41,4-3-5,3-1 0,4-3 17,6-3-6,6-3 6,7-3-6,8-3-28,6-4-921,9-6 843,7-2-618,6-5 601,5-4 2,-27 1 1,0-1-121,1-1 1,1 0-264,0-1 1,1 0-492,-1-1 1,0 0-1630,-1 0 0,0-1 2613,3-1 0,-3 1 0,3-2 0,-4 1 0</inkml:trace>
  <inkml:trace contextRef="#ctx0" brushRef="#br0" timeOffset="446702">16947 6145 16249,'-3'-49'1116,"1"0"1,0-1 0,1 6-624,1 15-140,0-4 1020,0 15-1059,0 4 538,1 1-745,-1 6 132,2 2-245,-2 4 647,1 11-596,-1 2 5,1 10 1,-1 3-12,0 4-6,-2 3-247,-3 5 236,-2 1 23,-8 23-1668,2-15 1623,-5 15-45,5-22-770,2-1 619,1-3-322,3-2-48,1-2-324,2-2-266,3-2-3891,0 4 56,3-9 4608,2 5 0,0-18 0,-1-2 0</inkml:trace>
  <inkml:trace contextRef="#ctx0" brushRef="#br0" timeOffset="446931">17195 6331 16476,'1'-3'3552,"1"1"133,-2 2-3646,20-19 0,-15 20-5,15-11-6,-20 26-17,-1 4-50,-1 0-56,-3 3-129,-2 0-219,-3 2-453,0 0-1001,-1 0-1318,0 1-6616,1-4 9313,2-3 0,4-9 1,2-5-1</inkml:trace>
  <inkml:trace contextRef="#ctx0" brushRef="#br0" timeOffset="462629">17627 6020 19977,'8'-34'862,"1"5"-582,2 21-33,0-2 69,2 0-103,2-1 27,0-1 152,7-8-218,-6 4-45,4-4-40,-7 4-16,-3 1-28,0 1 0,-1 0-6,-1 3 16,0 1-32,-2 3 37,0 2-60,-1 1-11,0 2 0,-1 0-6,2 2 6,1 1 0,2 2 5,2 2 12,2 5-6,1 0 11,3 4-11,-1 0-11,0 2 11,-1 1-11,-2 1 11,-2 2 0,-3 0 0,-3 1-6,-2-1 28,-3 1-16,-4 0 16,-3-1-16,-17 7 5,3-6 6,-12 4 0,6-8 16,0-2 7,-2-2-1,3-1 6,0-2 5,4-4 6,3-1 22,4-3 6,2-1-11,5-4-11,2-1-12,3-3-22,2-1 0,1 0-5,2 0-12,3-1-6,4 0 7,3 1-24,2 0 1,3 0-3392,1 2 3397,2 1 6,1 1-5,1 2 16,1 2-11,0 1-6,1 2 6,0 3 0,0 2 0,-1 3-5,-1-1-1,-1 4-2262,-4 0 2257,-2 2 5,-3 0-5,-3 9 5,-5-7 2275,-4 6-2275,-6-9 0,-5 1 6,-6-2 0,-4 0 6,-5-2-12,-20 4 6,8-6-22,-12 3-28,14-8-51,3-1-157,2-1 3107,4-3-3987,4 1-1897,5-1 2187,4-1 0,7 1 0,2-2 0</inkml:trace>
  <inkml:trace contextRef="#ctx0" brushRef="#br0" timeOffset="462939">18512 6265 18694,'4'-7'2061,"0"2"-1316,-4 5 572,0 0-1328,11 36-68,-8-18-145,7 31-353,-12-27-834,-2 1-1709,-2 1 3120,-2 1 0,3-12 0,0 0 0</inkml:trace>
  <inkml:trace contextRef="#ctx0" brushRef="#br0" timeOffset="463515">18895 6087 13847,'6'-44'618,"-1"1"0,0 3 0,1 7-1451,5 14 1074,2 2 607,1 2-708,1 1 1055,1 2-1095,1 1-16,-1 2 0,1 1 1219,8 1-1286,-6 3-29,8 1 12,-7 5 0,0 2-1007,1 3 996,0 3-38,0 3 37,1 2 12,-2 2-5,0 3-6,-1 1-1,-4 1-21,0 11 27,-9 2 1,-5 0 16,-9-3-11,-6-12 0,-3 0 0,-2-3 0,-2 0 22,-1-3-11,0-2 23,-1-3 11,1-1-6,1-3 17,1-2 90,-4-3-68,8-3 2352,-1-2-2374,10-4 2974,3-1-2991,3-3-16,1 1-1,4-1 6,2 0-3292,4 2 3292,3 0-853,0 1 848,3 2-155,8 1 143,-3 2-6,6 2 7,-6 3-18,1 3 6,1 1 0,2 6-6,-1 2 6,1 2-5,0 3-1,-3 2 2728,-1 1-2739,-4 1 1196,-4 8-1195,-6-6-7,-10 6 1,-6-9-6,-11 0-34,-20 8 51,5-8-19,-15 5 14,-9-5-1,13-7-11,-16 1-34,21-9-72,3-2-141,4-1-346,7-2-752,8-3-2648,5-1 3211,8-7 1,3 5-1,2 0 1</inkml:trace>
  <inkml:trace contextRef="#ctx0" brushRef="#br0" timeOffset="463727">19819 6364 18065,'-37'43'-448,"0"-1"1,1-1 0,7-10 0,20-22 0,0-1 0</inkml:trace>
  <inkml:trace contextRef="#ctx0" brushRef="#br0" timeOffset="468719">20143 6121 8562,'0'-4'5220,"0"0"-1781,0 4-2644,7-62-693,-2 39 147,-1-14 1,2 3 348,0 19-212,0 0-16,0 3 439,1-5-478,-3 5-46,3-2 147,-3 3 8,0 3-300,0-1-22,-1 5-29,-1 2-38,-1 1 33,1 1 22,-3 10-55,0 0-18,-3 12 6,-2-2-5,-3 5 5,-2 2-5,-2 3-17,-3 3 5,1 0 6,-7 16-11,7-11-993,-4 8 987,9-16 0,2-5 0,3-1-16,2-4-3042,1-2 3064,2-2 6,2-2 10,2-2 704,9 0-698,0-7 17,7 1-2268,-2-7 2257,4-3 1327,3-2-1333,3-5-34,15-12 34,-8 4 11,9-9-408,-14 6 419,-1-1 23,-4-1 2366,-2 0-2366,-3-1 1273,-4 3-1245,-4 1 28,-2 3 6,-4 3 5,-1 4 89,-3 2-78,0 2 585,-2 4-736,0 2 387,2 9-393,-2 1 6,3 8-11,-1 1 6,1 4-12,3 14 6,2 4-3392,-1 3 3376,1-4 10,-2-11-22,-1 1-39,1-1-56,-1 0-2420,-1 1 2005,0-2-1238,-2 0-207,-1-2-7848,-1 6 8700,0-12 0,0-1 0,0-14 0</inkml:trace>
  <inkml:trace contextRef="#ctx0" brushRef="#br0" timeOffset="469071">20991 6281 15160,'4'-4'3787,"0"1"1113,-4 3-4771,24-3-22,-17 10 27,13 10-3476,-24 5 3376,-5 9-6,-1-7-320,0 2 287,-2 2-68,0 1-112,-1 1-285,0 0-779,1-1-2196,1-1-5673,1-4 9118,3-4 0,3-10 0,3-5 0</inkml:trace>
  <inkml:trace contextRef="#ctx0" brushRef="#br0" timeOffset="469754">21713 6083 20217,'1'-41'231,"-1"0"1,2 3-1,-4 10-108,-5 23 1179,-1 2-1223,-1 1 427,-2 2-462,-2 2 223,-1 2-250,-2 5 0,-2 3-12,-1 4 6,-1 4 1,-2 5-12,-1 6 22,-1 4-309,7-5 0,0 0 299,-8 17-12,10-15 0,0 0 0,-2 9-6,4 0-717,4-3 728,5-2-16,6-3 11,5-3-11,7-2 0,6-4 33,4-4-312,4-4 295,2-4-5,2-5-11,0-3 17,0-2 5,-1-4 11,-3-2 1,-2-5-1,-3-4 1,-4-3 5,-2-4 5,-4 0 6,-3-2 936,-3 1-930,-4 1 768,-3 2-773,-4 2-7,-5 1 6,-5 4 6,-5 2 0,-3 2 22,-4 3 6,-3 2 11,-2 1 0,-1 4 335,0 2-358,2 4-451,1 3 418,3 1-6,2 1-16,3 1-1,3 1-10,3 1-1,4 0-5,4 0-23,3 1-27,3-1 152,5 0-914,12 8-169,2-6-845,11 5-3533,-4-8 5370,7 0 0,-16-7 0,1-1 0</inkml:trace>
  <inkml:trace contextRef="#ctx0" brushRef="#br0" timeOffset="469978">22219 6420 24015,'-31'31'34,"5"-3"-73,20-9-68,0 2-139,3-1-286,0 1-572,2-3-945,0 1-3021,3-3-3656,0-2 8726,1-4 0,0-5 0,-2-2 0</inkml:trace>
  <inkml:trace contextRef="#ctx0" brushRef="#br0" timeOffset="470478">23064 6254 13094,'4'-48'537,"1"-1"1,-1 4 0,-2 8-181,-3 18-61,-2 1 1379,-2 2-1473,-2 2-34,-3 2-28,-2 1 1061,-4 2-1089,-2 2-12,-2 1-10,-3 2-6,-3 2-17,-2 2-22,-2 2-6,-3 3-28,-1 3 17,-2 4-5,1 1-6,2 2-1,2 3 2234,3 0-2244,3 2 5,3 1-5,5 1 3376,3 1-3382,5-1-11,4 0 11,3-1 0,6-2 29,14 7-45,1-7 4,12 3-10,-3-10 16,2-2 1,3-3-1,1-4 12,-1-1-6,0-4-6,-3-3-11,-2-4-3375,-2-3 3392,-3-2-2,0-2 19,-2-2 6,-1-2 5,-1-1 16,-1 0 18,-2-1 22,-3 2 11,-1 0 35,-4 4 32,-2 2 1,-2 1 16,-2 4-11,0 2-6,-2 1 3341,0 3-3419,0 0 3,0 3-70,-3 4-6,1 2 0,-7 17-5,1 10 5,-1 3-17,1 4 1,2-8-6,0 1 22,0 1-11,-2 2-11,1 1-1,-2 1-32,1 1-376,-1 0 297,1 1-129,-1-2-235,1-1-314,0-1-499,-1-4-940,2-1-3803,0-4 6043,-1-1 0,4-14 0,1-1 0</inkml:trace>
  <inkml:trace contextRef="#ctx0" brushRef="#br0" timeOffset="470936">23717 6145 14857,'-2'-3'2857,"0"0"3321,2 3-5864,1-38-40,0 29-61,0-29 89,0 38-134,-1 0-128,2 0 4,1-1-16,4 1 51,6-1-51,1 1 6,6 0-3392,-3 0 3363,1 0 6,2 0 1,-1 0-1,2 0 0,-2 1 17,0 1-6,-1 1 1,-2 1-1,-1 2 1,-2 0-1,-1 1 34,2 8-39,-5-2 0,1 7 11,-6-2-6,-1 1 6,-2 4-6,0 1 12,-5 17-17,0-8-6,-5 15 11,-8 7 2594,2-10-2616,5-16 0,-1 2 0,-3 0 0,0-2-12,-9 16 18,-10 9-6,7-21-17,-2-4 17,-2-5-50,0-4-3204,-3-4 3041,0-3-1137,-16-2-2343,14-6-2250,-10-1 5578,14-7 1,15 2 0,1-1 0</inkml:trace>
  <inkml:trace contextRef="#ctx0" brushRef="#br0" timeOffset="471880">17924 7294 20777,'2'52'73,"-1"0"0,0-3 0,-1-7-51,-6-6-5,-1 2-6,-2 1-28,-2 2 6,-1 0-28,-4 0-4027,-1 0 3982,-2-1-50,-4-2 239,-1-5-318,-3-3 648,-1-4-749,-3-4-78,0-3-152,1-4-184,0-2-235,4-5-426,3-3-2156,6-3 4189,3-4 1,8 1 0,1-1 0</inkml:trace>
  <inkml:trace contextRef="#ctx0" brushRef="#br0" timeOffset="472281">18118 7048 12847,'0'-4'4184,"0"2"941,0 2-5046,-52 31-5701,36-13 5647,-13 2 1,3 3 382,21 7-363,4-8 790,4 5-801,6-10 16,3-1-5,4-3 5,1-1-5,1-4 2826,2-1-2742,7-3-40,-8-2 1,5-4-17,-12-2 1384,-2-3-1395,-3-3-12,-2-2 12,-1-2 306,-2-2-323,-1-1 6,-1-1 55,-3-6-39,0 7 6,-3-4 11,-1 9-11,0 1-12,0 2-16,-1 3-11,0 1-12,1 2-16,0 1-6,2 1-6,0 1-5,1 1 11,-2 3-6,2 1-10,-1 4-40,0 0-56,1 2-689,0 8-488,2-3-1764,0 6 3053,1-2 0,1-10 0,0 0 0</inkml:trace>
  <inkml:trace contextRef="#ctx0" brushRef="#br0" timeOffset="472531">18470 7441 20261,'50'-32'-144,"0"0"1,-4 2-1,-6 9-231,-6 21-270,-2 4-626,0 2-1009,-3 3-2307,-3 3-3517,-4 0 7462,-6-1 0,-8-5 0,-3-3 0</inkml:trace>
  <inkml:trace contextRef="#ctx0" brushRef="#br0" timeOffset="472705">18476 7813 24721,'-11'-19'39,"9"3"-61,28 10-40,3 0-111,4 1-5891,3 0 5151,1 0-844,3 1-4281,-2 1-3693,-3 0 9731,-6 2 0,-14 0 0,-7 1 0</inkml:trace>
  <inkml:trace contextRef="#ctx0" brushRef="#br0" timeOffset="473757">19693 7342 10276,'0'-4'4649,"0"1"2907,0 3-7214,14-61 206,-10 44-2576,4-17 1,-1 6 2167,-7 26 859,-1 2-959,-2 0-12,-3 3 11,-3 1-6,-3 5 1,-3 3-6,-3 3 17,-11 12-34,5-3 28,-17 22-16,18-16-937,-4 10 936,12-13 6,1 11-28,8-10 11,2 8-5,8-15 11,5-2 2919,5-2-2897,16-1-17,-3-6 38,13-10 0,12-6 0,-7-1-1114,5-4 1082,15-2 0,-8-5 28,-40 0 0,-5-1 587,-3-2-592,-5-2-2746,-2 0 2740,-5-1-1534,-2 0 1562,-4 0 415,-12-9-392,4 9 333,-7-6-339,6 11 2269,1 2-2303,1 0 6,2 3-495,2 1 456,2 2 103,1 2-120,2 1-12,1 3-5,-1 2 0,0 1-12,-2 1-38,-2 3-96,-2 2 3013,-3 4-3713,0 3-1097,-1 3-4375,0 0-3502,3 2 9228,4-4 1,4-5-1,3-3 1</inkml:trace>
  <inkml:trace contextRef="#ctx0" brushRef="#br0" timeOffset="482163">15342 8837 15659,'-7'-3'2285,"2"2"-1349,5 1 3057,0 0-3752,-43-17-40,33 12-27,-33-12-40,42 17-22,-1 0-22,-1 0-12,-1 1 85,-5 6 10,-5 8-83,0 1 11,-3 6-23,4-4-16,0 2 22,0 10-23,5 1-38,4-1 16,10-5-17,5-10 12,7-2 5,3-4-11,3-2 17,4-3 0,3-2-12,1-4 1,2-2 22,14-12 11,0-7-199,-20 7 1,-2-2 198,12-23-3321,-18 6 3282,-12-1-740,-11 11 729,-3 1 16,-7 0-10,-4 4-6,-5 0-1,-2 3 24,-19-1-12,11 7-12,-12 0-65,5 8 55,12 2 5,-4 5-1792,16 2 1797,2 4 1425,3 3-1424,2 2-1343,2 4 1332,3 1 0,2 4 28,0 0-6,3 3 2019,1 2-2019,7 15 5,2 6-148,-3-17 0,0-1 126,7 18-22,0-4 2048,6-4-2127,-1-12-40,7 7-184,-3-16-179,3-3-2964,2-3 2175,4-4-5418,16-2 6700,-5-4 0,-16-2 0,-19-3 0</inkml:trace>
  <inkml:trace contextRef="#ctx0" brushRef="#br0" timeOffset="482370">15991 9110 26779,'-31'-26'6,"7"6"-17,24 21-66,1 1-158,2 1-478,-1 2-1242,0 0 1955,0 1 1,-1-3-1,0 1 1</inkml:trace>
  <inkml:trace contextRef="#ctx0" brushRef="#br0" timeOffset="484379">17394 8842 14482,'-3'-11'4341,"1"2"-3377,2 9 2755,0 0-3641,-37-57-16,25 45-26,-9-17 1,1 7 24,10 32 1,-2 4-3393,-3 3 3382,-3 4-1547,-3 4 1535,-1 4-1774,-1 3 1751,-1 4 12,-7 17-744,11-12 721,-1 12 1,14-18-6,5-3-11,7-2 11,5-5 798,23 4-764,14-7-34,3-4 11,4-10-11,-13-6 11,-3-7 1,1-2 1795,-6-6-1734,7-13-29,-15 3 1426,2-9-1420,-15 5 3386,-6-2-3296,-5-18-3401,-7 10 3345,-5-11-5,-6 16-1,-4 2 6,-3 2-17,-5 3 1,-1 4-1,-2 1 22,-11-2-61,12 8-5,-5-1 5,16 10-22,7 2-17,3 2 11,7 4-23,1 2 0,1 4-16,0 2-39,4 2-57,2 0-133,6 3-208,2 1-398,5 1-874,3 2-3517,4 1 5265,6 4 0,-14-13 0,0 1 0</inkml:trace>
  <inkml:trace contextRef="#ctx0" brushRef="#br0" timeOffset="484745">18080 8726 15913,'-43'-17'339,"-1"0"1,5 1 0,9 4 1578,22 10-1772,4 1 1440,2 0-1480,2 1 854,2 4-954,2 1 3078,4 6-3073,3 0 0,2 4 970,8 8-976,-4-3 7,7 7-3404,-7-8 3380,0 0 7,0 1-84,-1 0 84,0 0 10,-1 0-10,0 0-1,-1 1 6,-1-1-11,-1-1-2230,-2 0 2235,-1-1 2211,-2 8-2205,-4-7 83,-2 7-89,-12-4 0,0-4 6,-9 3-22,-9-1-6,4-4-45,-10 4-56,7-5-62,0-1 3069,2 0-3354,1-2-1896,1 0-943,11-5 3315,2-2 0,9-4 0,2-1 0</inkml:trace>
  <inkml:trace contextRef="#ctx0" brushRef="#br0" timeOffset="485023">18695 8806 16885,'-7'0'3008,"2"0"-2062,5 0 1631,0 0-2470,5-11-46,20 6-50,-1-6-369,18 8 353,-12 2-29,-1 0-190,12 1-50,-10 1-247,8 1-522,-11 3-4989,11 5 773,-10 0-2482,10 5 7741,-18-3-138,-5-2 0,-8-4 0,-4-2 0</inkml:trace>
  <inkml:trace contextRef="#ctx0" brushRef="#br0" timeOffset="485194">18718 9122 22839,'29'-17'-173,"-6"4"-118,30-3-1859,-14 6 1002,2 2-1596,-1 0 2744,6 0 0,-22 5 0,-1 0 0</inkml:trace>
  <inkml:trace contextRef="#ctx0" brushRef="#br0" timeOffset="485555">19657 8772 16045,'1'-9'4643,"0"2"-3652,-1 7 1961,0 0-2806,-66 3-1174,41 5 1070,-14-3 0,2 2-2832,22 10 2840,0 2-5,3 1-28,3 0 22,1 12-33,5-8 16,3 7-27,5-11-1,3-1 12,4-3-18,4-1 18,2-2-23,13 0 0,-5-5 17,7 0 17,-11-7 594,5-4-600,-9-2 3398,3-6-3364,-11-2-6,-2-2 39,-2-2 1,-2-2 5,-3-2 6,-2 0 5,-4-2 12,-2 0 16,-4 2 0,-1 0-17,-1 2-16,0 0 0,0 2-18,1 1-10,0 2 5,2 3-50,1 1 5,1 4-10,3 0-46,-1 3 12,1 1-46,0 1-156,-1 3-492,0 2-1598,-2 2 2314,-1 4 0,4-4 0,1 0 0</inkml:trace>
  <inkml:trace contextRef="#ctx0" brushRef="#br0" timeOffset="486422">20728 8930 23704,'-21'-35'33,"-1"0"1,-9-19-17,34 64-6,2 3 6,2 4-1,-1 3 1,-1 3 0,-2 2-11,-3 2-6,-6 2 11,-3 1-6,-7 0 1,-4 0-6,-4-1 22,-2-2-22,-2-3 17,-1-3-6,1-4-22,1-4 34,3-3-12,2-4 820,3-4-803,1-4-17,3-4 0,2-4 0,1-5 0,1-4 6,2-1-6,2-5 1,2-3-7,2-3-10,3-5 10,3-3-670,3-5 659,5-1 6,3-1 6,3-2-1543,1 2 1542,0 0 12,1 4 5,-1 2-10,-1 4 341,-2 4-314,-2 3-27,-3 4 10,-3 1 0,-2 4-22,-2 2 17,-1 2 620,-2 3-620,0 1 2150,-1 4-2150,0 1-1,-1 3-27,-1 1 22,0 2 0,-1 3-11,0 3 0,-3 4 0,0 4 0,-2 1 0,-1 4 11,0 2-11,0 2 0,0 2 12,0 1-1,3 1 6,1 2-17,3-1 11,1 3-28,1-1 17,4 1 6,3-1-1,4 1 18,3 0-23,2-1 0,3 1-12,1 0 12,1 1-203,2 1 203,0 1-5,0 0-12,1 1-17,0 1-658,0 1 670,-1 0 5,-2 3 0,0 0-104,-8-10 1,-1 1-115,3 16-73,-1 12-62,-12-18-78,-8-3-846,-20 12 191,0-13-437,-15 6-1188,10-18-2711,-1-4 5439,-2-1 0,16-10 0,2-1 0</inkml:trace>
  <inkml:trace contextRef="#ctx0" brushRef="#br0" timeOffset="487020">21240 9064 17780,'22'56'408,"-6"-7"-273,-23-37-23,-2 0 2461,-10 2-2416,3-5-1,-8-1-4,6-4-24,-3-3-4,1 0-12,-1-4-17,3-1 1,1-4 1050,0-10-1073,7 2-34,1-7 549,7 3-577,3-2-5,5-4 22,4-2-17,4-2 6,5 0-17,3-1 1895,2 1-1901,1-1-11,-2 1 6,-2 0 33,-2 0-10,-4 1 10,-2-2-268,-4 0 257,-2-1 23,-3 0-17,-2 0 16,-1 2-16,-2 2 11,-5-6 0,1 9 0,-6-4 11,4 14-22,-1 2 0,1 3 0,-1 4 16,2 2-16,0 3 5,1 1 6,0 3 241,-1 2-264,0 4-10,-1 8 10,3-2 7,-1 7-7,4-4 6,1 1-22,2 1 17,1 3-12,4 1-11,0 3 29,0 2-29,0 1 22,1 1 1,0 1-3404,-1 0 3404,1 2 0,-1 0-329,-1 3 346,1 2-18,0 2 1,1 2 5,-1 1-11,3 0-17,1 0 0,2 0-11,3-2-11,3 1 17,1-2-45,3-1-51,-1-2-89,-1-1-56,-5-3-29,-7-3-61,-5-2-73,-11-3-167,-9-3-270,-11-2-448,-9-3-1192,-7 0-5083,-3-4 601,2-2 6985,6-3 0,18-4 0,8-3 0</inkml:trace>
  <inkml:trace contextRef="#ctx0" brushRef="#br0" timeOffset="488572">22204 8691 19542,'27'-37'812,"-5"9"329,-22 28-967,0 0 267,-5 2-380,0 2-10,-4 3-1,-1 1-5,-2 0-6,0 0-5,-1 1 10,0 0-10,0 1 259,-6 1-215,6-4 684,-9 1-644,12-6-18,-4-2 35,6-4-18,1-2-5,0-4 6,2-4-40,-1-2-10,3-3-7,-1-2-3391,2-4 3375,1-1-2026,2-3 2009,1-1-6,4 0 23,1 2-17,4 2 6,-1 3-23,3 5-6,1 2 12,2 5-17,1 2 11,9 3-11,-6 3 2389,6 6-2389,-8 2-11,0 7 11,0 3 0,0 5-369,-1 4 380,-2 3-1737,-1 4 1709,-5 2-161,-6 20 167,-6-11-667,-9 15 672,-10-16-16,-6-1 16,-9 0-5,-5-1 11,-5-2-5,-4 0-1,-1-3 12,0-3-4,17-12 1,0-1 732,3-3 1,0-2-722,2 0 0,2-2 1927,-13 0-1918,23-10 266,6-6-273,6-3 24,3-5-12,4-4-6,5 0-1784,5-1 1768,5 0 577,14-4-566,-4 6-6,9-2-11,-10 10 0,-1 4-28,10 2 6,-8 4-1,8 2-16,-9 4-6,2 2-377,1 0 271,3 2-51,1 0-55,4 0 52,1 0-182,1-2-111,2-1-191,-3-1-325,0-1-358,-3-2-953,-2-2-2373,-1-2-2444,-4-1 7142,-6-1 0,-9 1 0,-6-1 0</inkml:trace>
  <inkml:trace contextRef="#ctx0" brushRef="#br0" timeOffset="488902">23003 8529 24402,'-14'5'263,"0"5"-196,7 9-5660,-5 4 5666,-2 1-152,-5 1 152,-5 1 683,-6 0-661,-4 0-1691,-3-1 1697,-3-2 101,-14 7-90,15-10-17,-4 3-586,22-10 531,7-2 233,7 3-234,6-3 1517,7 3-1500,17-2-39,2-1 2263,13 1-2275,-2-3 7,6 0-12,4 1 1737,4 1-1737,3 3-28,3 2-1115,2 0 1031,2 1-28,-30-8 0,1 0-174,0 0 0,0 0-378,0 0 1,1 0-928,-2-1 0,2 1 1619,3 0 0,-2 0 0,3 1 0,-2-1 0</inkml:trace>
  <inkml:trace contextRef="#ctx0" brushRef="#br0" timeOffset="491338">23662 8659 14281,'1'-6'3444,"0"1"-727,-1 5-2051,8-68-4308,-4 40 3897,1-12 0,0-1-1639,-2 19 1748,1 1 621,0 1-727,2 1 168,3-6-230,-1 7 1450,3-4-1529,-3 9 3157,0 3-3190,-1 0 695,-2 4-723,1 1-11,-4 2-34,0 2 39,-1 4-38,-1 3 4,-2 5 12,-1 6-11,-4 5 6,-2 4 5,-1 3-17,-2 3 0,-5 20 0,2-10 6,-3 16 0,6-16-1020,1 2 1014,0-1 0,2-1-11,1-4-133,3-3 150,0-3-6,3-2-11,0-4 11,1-2-17,0-5 18,1 1 10,1-9 45,0-1 1011,0-8-904,0-1 14,-1-8-172,2-2 1,0-8-6,0 0 12,0-4 10,0-2-16,3-18-22,2-10-655,1-2 682,1-1-11,-1 13 6,0 3-202,3-15 218,-2 16-3053,3-19 3059,-6 29 6,0-4 5,-4 16-5,0 3 447,-2 3-476,1 4 191,-1 2-207,0 2 3392,0 6-3409,-1 2 6,0 9 11,-1 2 0,-1 4 0,0 4-12,0 3 18,0 3 22,2 18-11,-1 5-28,2 0-763,2-6 768,0-20-16,0-3 33,2-3 0,-3-5 11,0-3-5,-1-4 0,0-2 22,0-6 28,0-1 713,-1-6-752,-2-4 0,-1-5-11,1-4-6,0-4 0,1-4 6,0-5-17,2-3-470,0-2 481,0-1-17,2 1 17,-1 4 6,2 5-17,0 4 34,-1 3-40,-1 8-33,-1 2 22,-1 9 476,-3 11-442,0 1-11,-2 9-23,1 1 17,0 3-251,0 5 195,0 3-679,0 2 461,0 1-320,1 2-672,1-1-2212,1 1 3478,1 2 0,1-18 0,0-1 0</inkml:trace>
  <inkml:trace contextRef="#ctx0" brushRef="#br0" timeOffset="495488">25655 8477 13984,'0'-5'3411,"0"2"1759,0 3-4963,-63-28-1863,38 26 1728,-14-9 1,1 3 635,13 24-601,-3 4 52,-5 4-75,-3 3-28,-5 4 12,-4 3-946,-4 1 892,22-16 0,1 0 2,-2-1 1,1 1-9,-1-1 1,0 1-4,0-2 1,0 0-17,-25 16-45,3-3-84,6-1-95,4-2-202,7-1 388,6-3-1642,6-1-2134,5-4-6006,5-3 9363,4-5 0,4-4 0,1-3 0</inkml:trace>
  <inkml:trace contextRef="#ctx0" brushRef="#br0" timeOffset="495738">24814 8420 19846,'-13'-44'747,"0"0"0,1 4 0,4 8-355,8 22 250,9 2-390,1 4-4,10 5-30,0 4-56,4 6 6,5 5-33,2 4-51,-5 1 0,1 1-3402,16 15 3343,-14-11 0,1 2 3,2 4 0,0 0-982,-7-6 1,0 0 958,9 9 1,-1 1-814,-9-11 1,0 0 804,0 1 0,0-1-6,1 0 1,0-1-97,0 1 0,0-1 63,1 0 0,0-1-37,1-1 1,0 1-43,0-1 1,0 0-113,0-1 1,1 0-1765,9 7 1,1 0 1996,-6-5 0,-1-1 0,-4-2 0,-2-2 0,1 0 0</inkml:trace>
  <inkml:trace contextRef="#ctx0" brushRef="#br0" timeOffset="511146">16839 10542 15603,'0'-7'3573,"0"2"-2901,-10-26 0,-3-6-1680,3 12 1178,-4-14 1,0 2-3271,5 20 3346,1 3 897,0 0-963,-1 3-23,1 2-23,-1 1 488,1 3-533,-1 2 3410,-7 3-3410,-5 10-44,-2 1-511,-4 11 511,3-1-6,-4 4 0,-1 3-11,-3 2-11,1 0 6,0 1-1,4-1-11,3-1-11,2 7 0,11-1 11,4-3-5,12-8 16,19-8 528,14-7-522,20-5-17,-7-7-5,1-7 22,-18-4-737,-3 0 725,-1-4 24,-3-2-275,-2-1 258,-4-3 10,-1-1-16,-4 0 34,1-15-1,-4 2 17,-2-5-22,-6 15-6,-4 10 0,-2 10 725,0 3-736,-2 2 242,0 1-265,1 2-5,-2 1 11,1 3 6,-2 3 6,-1 10-18,0-1-16,-1 7 17,2-3-12,0 1 6,1 1 0,-1-1 0,1 1 0,2 1-6,1-1 1,1 1-12,5 7 23,1-8 10,6 4-10,0-10-6,2-3 11,2-2 0,3-2-5,2-2 0,2-2-6,2-3 0,1-2 16,15-6-21,-10 0-310,11-7 326,-15-1-11,-1 0 17,-3-2-12,-2-1 6,-3 0 17,-4 0 34,-1-7-6,-7 1-17,-2 1-22,-8 3 39,-9 4-34,2 4 6,-7-3 12,6 5-1,1 0 6,2 1 315,3 0-321,2 0-11,2-1 0,5-3 11,7-3-28,3 0-11,5 1 6,-2 4 11,2 1 5,2 0-5,8-1-6,-6 3-17,7 0 29,-10 3-6,-1 2-6,0 1-6,-1 1-5,-1 0 0,-1 2 0,2 1 28,-2 1-28,2 2 12,8 4-18,-7 0 6,7 3 0,-9-1-22,5 7 22,-7-3 5,2 5 1,-8-5-1,-2-1 7,-3 2-7,-2 7 12,0-6-17,-1 7 0,-1-9 6,1 1-18,0-2 12,0 0 6,3 1-12,1-2 18,3 0-18,2-2-22,1-2 34,2-1 5,6-3 34,7-4-40,0-3 1,2-4-1,-5-5 1,0-2 11,0-1-17,-1-2-3370,-1-1 3376,-1 0-1,-4-1-982,-1 1 1005,-6 0-102,-3 0 119,-3-1-6,-3 2-6,-4 0 2836,-3 0-2847,-3 1 12,-1 0 16,1 0 1472,0 0-1443,2 0 182,2 0-211,1 2-5,3 1 0,2 1 11,0 0-17,3 2 0,1 0-22,2 2-17,2-1 17,1 2-12,2 0-5,3 0 17,1 1-23,1 1-10,2 1 32,-1 1-27,2 0 11,-1 1 11,2 0-22,1 2 17,1 1-1,2 3-5,1 2 12,1 0-24,25 16 7,-20-7 5,-2 2 0,-1 0-2420,-7 3 2408,2 7-246,-12-8 253,-4 0-1,-3 1 1,-2 1-18,-6-1 1,0 2-40,-6-2-61,0-1-135,-1-1-314,1-1-648,0-1-1587,1-1 3393,0-1 1,5-7 0,1-1-1</inkml:trace>
  <inkml:trace contextRef="#ctx0" brushRef="#br0" timeOffset="511611">18937 10318 20282,'-29'-18'78,"0"-1"0,-25-10 616,23 30-654,-2 1 21,-3 0 12,1 0-11,1 0 10,0 0 12,4 0-5,3 0 966,6 0-989,5 0 522,5 0-561,5 0 1097,3-1-1086,2 0 728,0 1-717,1 0 12,0 0-7,2 0-4,0 1 5,3 1-17,0 2 17,1 0-12,0 2 18,-1 3 10,-1 1-16,-1 4 22,-1 1 6,-2 4-11,0 0 11,-3 2-23,-1 1-16,-1 1 16,0 0-16,0 2-3387,-1 0 3398,1 2-189,1 1 178,-1 2-12,1 0-16,0 1 5,0 0-28,1 0 12,2 0-6,2-1-1,4-1-10,3 0-2223,6-2 2172,3-2-291,4-1 173,3-4-111,2-2-68,4-5-252,2-3-201,3-4-331,4-4-3361,3-2-4620,0-2 9135,-6 0 0,-16 0 0,-8-1 0</inkml:trace>
  <inkml:trace contextRef="#ctx0" brushRef="#br0" timeOffset="512781">19550 10508 15205,'0'-5'3170,"0"1"1434,0 4-4363,-51-43-123,32 41-54,-14-11 1,1 7-683,17 33 646,-6 11 11,8-9-22,0 1 167,3 2-145,2 11-16,4 1-35,5-2 12,7-5-11,4-16 11,6-2-5,1-2 10,3-4 485,11-4-468,-8-4-22,7-5 62,-5-13-29,-7 0 23,4-10-307,-9 3 290,-2-4 12,-2-1 5,-2-4 72,-3-15-21,-2 11 10,-3-11 197,-11 7-174,1 12-11,-10-4-28,1 13-23,-2 2-11,0 3-16,-2 2-12,2 3 291,1 2-319,2 2 6,2 3-12,1 3 1,3 4-1,0 3-5,1 3-16,0 12-102,5 7-56,0 1-173,8 2-274,4-11-651,5 2-4651,3-1-3191,0-2 8932,0-5 1,-7-9 0,-3-5 0</inkml:trace>
  <inkml:trace contextRef="#ctx0" brushRef="#br0" timeOffset="512999">20065 10495 25394,'3'-11'190,"-2"9"-173,-3 29-23,-2 5-11,1 0-483,-1 4 364,1 1-138,0 0-280,1 1-2101,0 14-628,1-14-6548,1 6 9287,0-21 1,0-11 0,1-6 0</inkml:trace>
  <inkml:trace contextRef="#ctx0" brushRef="#br0" timeOffset="513229">19860 10733 22010,'36'-24'42,"0"1"0,0-1 0,14-8 0,-3 8-70,4 22-33,-1 2-135,-15 0 0,-1 0-230,17 1-469,-18 0 1,-1 0-322,9 1-755,-2 0-1147,-3-1-5458,-5-1 8576,-8 0 0,-10 0 0,-7 0 0</inkml:trace>
  <inkml:trace contextRef="#ctx0" brushRef="#br0" timeOffset="513430">20644 10426 13805,'-1'-3'5836,"0"1"174,1 2-5954,0-34-17,0 29 45,-3-18-44,2 36-1,-3 9 0,1-1-22,-2 3 5,0 2-552,-2 2 519,0 2-22,-1 1-57,-1 3-123,1-1-202,-1 1-313,1-1-728,1 1-1529,0-2 2179,0 2 1,3-16 0,0-2 0</inkml:trace>
  <inkml:trace contextRef="#ctx0" brushRef="#br0" timeOffset="514131">21069 10361 26278,'5'-34'193,"1"-1"1,3-20-127,-9 55 62,0-1-124,-3 1 7,1 0 10,-2 1-16,2-1 22,0 2-28,0-1 16,0 0 102,1-1-101,-1 0-12,0 0 23,-3 0-28,1 0 12,-2 0-1,0-1-22,0 0 33,-2-1-11,2 2-16,-2-1 16,2 1-28,1 0 6,0 0 22,0 0-22,2 1 33,0-1-22,1 2-17,1-1 29,1 0-18,0 1 17,1 0 6,2 0-23,3 0 12,4 0 16,2 0-33,4 0 22,2 0-16,3 1-1,2 0 6,2 0-28,1 1 17,1-1-23,1 0 23,-1 0-204,1-1 220,-1 1 1,0-2-6,-4 0 0,-2 0 0,-4-1 0,-4 0 11,-3 0-17,-4 0 12,-3 0 0,-1 0-29,-2 0 228,1 3-194,-1 0-6,-1 5-5,0-1 17,-1 2-22,-1 1 5,1 3 0,0 1-6,1 3 0,1 2 18,1 2-12,2 0-12,2 3 24,3 3-24,2 3 18,3 3-3269,2 3 3241,2 4 5,0 2-237,0 0 243,0 3 11,-5-2 0,-4 1-2229,-6-4 2201,-11 0-6,-11-3-453,-13-2 369,-14-3 37,19-17 0,-1-1-51,-3 1 1,-2-2-65,-1-1 0,-1-1-76,-1 0 1,0-1-108,0-1 1,0-2-157,1 0 0,0-1-314,3-2 1,0-1-3997,-26 0 4845,2-6 0,29 2 0,4-2 0</inkml:trace>
  <inkml:trace contextRef="#ctx0" brushRef="#br0" timeOffset="514528">21905 10543 16510,'0'-3'2711,"0"0"-796,0 3-1612,67-34-1284,-35 22 1048,12-8 0,0 2 17,-6 12-28,3 2-28,3 1-16,2 2-35,0 1-72,-2 3-157,-1 1-325,-3 4-615,-2 1-2057,-4 2-5260,-6 0 8604,-7 0 0,-10-6 0,-5-2 0</inkml:trace>
  <inkml:trace contextRef="#ctx0" brushRef="#br0" timeOffset="514713">22071 10842 16090,'-4'1'4066,"1"0"348,3-1-4347,60-15-1716,-8 3 1584,2-1 1,3 0-48,-22 5 0,-1 0-137,2 1 0,-3 0-871,16-3-1574,-2 0 2694,4-1 0,-34 8 0,-4 1 0</inkml:trace>
  <inkml:trace contextRef="#ctx0" brushRef="#br0" timeOffset="515171">23086 10508 18404,'29'-52'1436,"0"0"0,-3 5 0,-6 7-781,-9 11-51,-6 5-167,-3 4-67,-3 5-37,-1 4-91,-2 2-68,0 4-62,-1 2-2,0 3-59,1 11 30,0 10-53,2 5-23,0 8-5,1-3 6,0 3-6,0 3 6,0 1-62,-2 17-325,0 4-1008,0-23 1,0 1-337,-2 17-1647,-1-7 2635,0-13 0,3-17 1,0-1-1</inkml:trace>
  <inkml:trace contextRef="#ctx0" brushRef="#br0" timeOffset="516182">23456 10443 19728,'-11'-40'412,"0"-1"1,-1 3 0,-3 10-273,-1 23 1007,-5 1-1068,4 7-6,0 3-1,-2 6 12,-2 2-3551,-1 5 3551,-2 3-17,0 3 451,-1 1-445,2 1-11,0-1-6,3-1 380,1-1-391,3 0-12,4-2 1,3-2-23,5-2 3183,4 3-3166,6-6 768,6 0-768,6-6 11,6-4-17,5 0-16,7-3-17,7-1-538,5-2 479,-11-1 0,2-1-481,2 0 0,2-1 257,9-3 0,-1 0 31,-12 2 0,-1-1-129,-5 0 0,-3-1-667,7-2-229,-6-1-1826,0-4 1629,-12 1 286,0-4 74,-14-1 1125,-4 3 297,-4-4 246,-3 6 213,-2 1 650,0 2-459,0 0 5,0 2-50,2 0 1599,0 1-1801,2 3-73,1 0-123,0 2-116,1 2-75,0 0 146,-1 0-251,1 1-12,-1 1-34,0 3 101,1 6-179,0-1-11,1 3-11,3-2-29,2 1 18,9 4-40,-1-4 6,7 1-17,-2-6 0,2-2-6,2-2 17,1-2-22,14-5 11,-10-2-11,8-5 39,-8-9-17,-8 2 11,0-7-5,-11 3 0,-1 0 39,-4-9-3409,-4 8 3409,-2-5 79,-9 8 49,-6 4-66,-1 2 11,-2 7-17,8 5-17,-1 1-17,1 4-22,2 1 40,-6 9-40,0 5-17,0 1-22,3 4-6,6-5 1,0 2-12,2 0 5,2 2 6,-1 0-11,2 11 12,1-8-1,1 8-11,2-10-39,8 6-23,0-7-6,9 4-10,2-10-17,2-2-6,4-4-17,3-2-123,18-5 146,-8-5 1785,13-5-1746,-12-4 34,0-4-536,-1-2 569,-1-3 1,-3-3 4,-3-3 7,-4-1 10,-3 0 96,4-8-45,-10 11 11,1-5-102,-12 10 108,-4 6-22,-1 0-18,-3 7 1445,-1 3-1473,-1 1 628,-2 2-656,1 4 293,-1 0-315,1 11 39,1-2-22,0 6 6,3-4-6,0 0-34,6 7 6,0-6-12,7 5-16,0-7-22,4-2-23,1-2-11,5-2 17,1-2-593,4-3 660,0-1 22,3-2-28,1-4 28,-1-2 23,0-4 16,-2-3 23,-2-2 28,-5 0 23,-4-1 38,-3 2 2,-5-2 424,-3-6-342,-3 9 608,-2-4-674,-4 12 3,0 3-99,-2 0-6,-1 4 7,-1 1 10,-2 5 68,-6 13-107,2 0-11,-5 9-358,5-1 336,0 1-681,0 7 675,-1 3 6,-2 7 0,0 8-18,7-25 1,0 3-107,-4 19 1,1 3-4,2-12 1,1 2-1260,-3 14 0,0 0 777,3-14 1,1-3-1501,-1 2 0,0-2-2813,1-4 1,0-1 4447,2-4 1,-1-3 0,0 2-1,3-14 1</inkml:trace>
  <inkml:trace contextRef="#ctx0" brushRef="#br0" timeOffset="519446">16984 12015 14320,'0'-3'1960,"0"0"1922,0 3-3429,-8-62-44,6 39-623,-3-13 0,1 2 567,2 18 193,0 1-226,-2 1-34,0 2-51,-3 3 62,-8-1-202,0 5-22,-8 0 16,3 4 57,-14 6-79,7 1-33,-9 7 16,11 0-11,-1 3 610,1 3-609,2 1-7,0 3 18,-6 14-40,9-6 6,-3 8-421,13-9 415,2-2 0,4 0-5,3-1-1,3-1 6,3-3 1,6-2 4,4-2-10,3-4-6,3-3-3256,0-3 3267,4-5-152,-2-1 152,2-3 1,0-3-1,0-2 0,0-6 0,0-2 0,0-4 1,-2-3 11,7-14 55,-4-7-33,-3 0 0,-7 3-1,-9 14 302,-1 0-262,-3 5 17,-1 1 5,-2 3-5,0 2-6,0 3-5,-2 1 3310,-1 4-3338,0 0 216,-1 4-256,1 0 7,0 1-13,0 2-10,0 3 0,0 3-6,-1 4-23,0 2 23,1 3 11,1 2 1,0 2 11,1 0-23,1 3 5,4 12-17,2-9-880,5 10 886,1-14-5,3-2 11,3-1-498,3-2 487,1-3 6,1-2-12,1-2-256,0-4 273,-1-1 0,-1-4 6,0 0 27,-2-4-33,1-1 0,0-4 0,0-4-17,1-3 12,0-2 10,0-4 1,-2-1 5,-2-3-5,-2-2-12,-5 0 17,-2-1 1,-3 2 5,-3 1 0,-2 2 11,-2 3-6,-1 2-5,-2 3 6,-2 1-1,0 2 51,-1-1-40,3 5 811,-1-2-850,4 5 553,0 1-531,7-1 280,0 0-307,8 0 16,12 0 1,-3 2 16,11 0-27,-8 2 10,-1 0 1,1 0-1,-2 1-5,-3 2 6,-2 1-6,-4 2-11,-3 2 22,-2-1-11,-3 3-6,0 7 6,-3 3 0,-1 2 0,-2-1 0,-1-4-5,0 0 5,0 1-6,0 1 6,2 7 0,1-6 6,3 7-6,-1-9 5,2-2-10,0 0 5,2-2-11,0 0-1,1-2 7,1-1-6,-1-2-1,0-1 18,0-3-6,2-1 0,0-2 0,0-4 0,1-3-17,-3-4 17,0-2 11,1-2 1,1-3 21,4-12-33,-3 5 0,2-7-3403,-5 8 3409,-2 2-366,-1 1 376,0 2 7,-3 1-1,1 1-21,-1 1 21,0 0 12,0 1 0,0 1 72,1-3 23,1 2-90,0-1-5,1 2-18,0 4-4,2-1-1,2 1-6,3-1-10,3 1 10,4 1 1,1 1 0,4 2 3197,11 1-3209,-9 2 0,7 4 12,-14 3-17,-3 3 11,-4 3 0,-2 2-2845,-3 2 2857,-4 3 16,-2 14-22,-10 5-6,-5 15-191,-2-11 185,1-2-22,5-14-17,4-1-2238,0-2 2148,3-2 1545,1-3-1842,2-1-1439,6 3 1871,9-2 0,-7-4 0,2-5 0</inkml:trace>
  <inkml:trace contextRef="#ctx0" brushRef="#br0" timeOffset="519856">19020 11770 24447,'-33'2'86,"-1"0"1,-29 4-42,31 1-11,-5 1 94,-22 1-557,-2-1 575,1-2-1018,12-1 984,22-3-28,7 1-100,5 0 60,5-1-4,5 2 4,1 0 276,2 2-270,1 0-5,0 1 5,0 3 963,3 7-968,1-2 523,2 7-523,0-5-6,0 1-5,0 2 22,0 2 50,0 15-5,-3 5-17,0 13-766,-4-11 699,1-6 6,-1-12-12,0-1-11,3-2 0,1-1-112,8 6-23,0-9-167,6 4-325,-1-13-746,2-1-8458,12-5 8249,-10-2 0,1-2 0,-14 0 0</inkml:trace>
  <inkml:trace contextRef="#ctx0" brushRef="#br0" timeOffset="520498">19400 11922 18905,'12'-43'479,"0"-1"1,-2 4 0,0 8-211,-4 20-2778,-2 4 2638,0 4 1462,0 1-1512,-2 5 994,1 3-972,-2 7-12,0 5 786,-1 7-780,-9 23-67,0-7 2133,-10 18-2150,0-13-22,-3 1-28,0 1-57,0-2-106,2-2-139,3-4-270,3-4-615,5-3 1226,4 8 0,2-22 0,3 5 0</inkml:trace>
  <inkml:trace contextRef="#ctx0" brushRef="#br0" timeOffset="520953">19930 11849 19003,'-1'-3'2122,"0"0"1110,1 3-3142,55-32-1692,-33 25 1638,11-10 1,-1 2 13,-14 15 531,-1 1-542,0 0 6,-2 0-11,1 0 5,-1 1 6,1-2 274,0 2-268,1-2 5,-1 0 5,2 0 876,-2 0-876,1 0 1,-2 1 5,-1 0-10,-2 1-1,-1 0 5,-3 0-16,-1 2 5,-2 0-5,-1 2 0,-2 1 5,0 1-10,-1 2 4,0 1-4,0 2-12,0 1 11,-1 2 6,1 3-29,-1 1 7,2 3-12,-1 3-11,2 3 17,-1 3-12,0 3-886,1 2 875,0-1 6,-1 1-86,1-1 69,-1-2 17,0-1 0,-2-1-6,-3-1 12,-4 0-34,-6-2 5,-6-2-27,-5-2-1596,-7-4 1568,-6-2-40,-5-3 280,-4-4-509,-2-2-286,-1-4-666,0-2-1844,2-3-6267,6-2 8757,10-2 1,14 1 0,8 1 0</inkml:trace>
  <inkml:trace contextRef="#ctx0" brushRef="#br0" timeOffset="521355">21151 12083 19664,'0'-4'2318,"0"1"-6130,0 3 3919,73-49-119,-41 34-406,14-12 0,-1 3 239,-11 20 43,2 2-620,1 1-987,2 2-3847,-1 3 5590,5 4 0,-21-4 0,0 2 0</inkml:trace>
  <inkml:trace contextRef="#ctx0" brushRef="#br0" timeOffset="521532">21300 12347 15740,'48'-32'-58,"0"-1"0,-3 3 0,-5 5-233,1 11-320,2 0-300,3 0-3480,2 0-4774,-4 2 9165,-6 2 0,-18 5 0,-9 2 0</inkml:trace>
  <inkml:trace contextRef="#ctx0" brushRef="#br0" timeOffset="522048">22312 11995 17714,'1'-9'3926,"0"1"-2995,-1 8 1953,0 0-2850,3-23-17,-2 17 5,1-17 12,-5 24-18,-3 3-4,1 0-12,-2 2 11,-1 0 6,2-2 5,-3 1 12,3-2 16,-1-2 12,-1 0 10,0-1 1,0-2 11,0-1-5,1-3 10,0-3-10,2 0-1,2-4-16,1 0-29,1-4 18,2-1-12,3-1-6,4-1 18,2 1-34,4 0 16,2 3-5,0 2-11,1 4 33,7 0-38,-6 5-7,6 1-10,-7 6 5,2 2 11,0 5-11,3 5-23,-1 3 23,2 5-22,-1 4 16,-2 2-3369,-4 4 3347,-4 2-5,-6 2-23,-9 2-34,-9 2-28,-13 1-1880,-11 1 1906,13-21 0,-2 1-6,-3-1 0,-1-1 14,-3 1 0,-2 0 25,-1-1 0,-1 0 34,0-1 0,-1-1 27,1-1 1,1 0 22,1-2 1,1-2 10,3-1 0,1-2 54,-22 6 5,10-8 34,10-4-17,10-3 0,10-4 2474,6-3-2507,10-2 5,5-1-23,8-1-2462,5 2 2462,3 0 1,3 2 1482,1 2-1522,3 1-5,0 2 0,2 1-17,1 2-23,21 7-67,-25-2 1,2 2-337,12 3 1,0 1-180,-8-1 0,-1 0-4311,9 4 1,-3 0 3638,0 0 1,-1 0-1,-31-11 1</inkml:trace>
  <inkml:trace contextRef="#ctx0" brushRef="#br0" timeOffset="524029">15027 13217 11749,'-5'1'4291,"2"1"1920,3-2-5987,2-20-56,-1 15-56,1-14-28,-3 19-16,-1 0-7,-2 0 1,-1 0-12,-2 2 1,-1 0 5,-1 1-6,-1 0 17,-2 0-11,0-1 17,-2-1 106,-8 0-84,5-2 12,-6-1-34,7-2 33,-1-1-5,1-1 0,1 1 5,1-1-5,2 2 89,0-1-33,3 2-118,2 0-22,4 2-11,2 1 5,0 0 0,0 4-5,-1 1 10,-1 6 1,1 1 6,-2 3 89,-3 13 39,-5 12-62,-2 2-1237,-3 4 1250,1-10 4,-2 4-482,-2 1 471,-2 1-22,-2 3-11,-1-1-9,8-12 0,-1 2-17,2-1 1,0 1-413,1 0 1,1-1 386,-3 24 6,12-21 0,8-5-17,6-2 5,10-4 1,8-1 670,9-3-704,7-3-39,7-2-485,5-4 323,5-3-186,0-2-274,0-4-504,-3-3-1003,-5-5-4122,-5-4 6318,-3-7 0,-20 7 0,-4 0 0</inkml:trace>
  <inkml:trace contextRef="#ctx0" brushRef="#br0" timeOffset="524869">15797 13425 16532,'0'-6'3501,"0"0"-1053,0 6-1877,9-62-140,-6 42-255,3-16 1,0 3 92,-2 22-56,1 1-62,0 4-50,-1 0-40,1 4-5,-1 1 0,0 3 6,0 4 0,-1 3-1,0 8-10,-2 3-3404,0 6 3364,-4 5-706,-2 3 695,-5 5-16,-4 3-24,-4 2-72,-4 3-123,0 0-168,-2 1-342,2-2-734,2 0-1904,3-3-6448,4-7 9498,5-7 1,4-14 0,3-7 0</inkml:trace>
  <inkml:trace contextRef="#ctx0" brushRef="#br0" timeOffset="525095">16232 13690 23045,'-5'44'-15,"1"-1"0,-1-3 0,1-5 522,-2-10-871,-1-2-431,-2 0-4849,0-1-528,-2-1-3659,1-3 9693,2-3 0,3-9 0,3-1 0</inkml:trace>
  <inkml:trace contextRef="#ctx0" brushRef="#br0" timeOffset="525712">16800 13505 24419,'14'-9'173,"-4"3"-89,-10 12 101,0 1 67,-3 1-129,0-1 0,-5-1-27,-1-2-12,-2-1 39,-9 0-72,2-2 5,-5 0 67,2-6-11,3-3-73,3-4-5,6-3-12,7 1-5,2-3 17,7-10-12,0 4-16,8-8 10,9 0-16,-3 9 6,9-6 0,-8 11-18,1 2 18,0 1 5,1 3 0,11-1 1,-8 4-18,8 1 23,-2 7-28,-8 3 11,6 4-12,-11 3 12,-2 4 0,-3 3 0,-4 5-3392,-2 2 3387,-4 3-1705,-4 2 1698,-7 3-246,-17 21 230,-4-10-392,6-14 1,-2 1 324,-19 14 39,18-22 0,0 1-3,-2 0 1,0 0 13,-1-1 0,0 0 20,0 0 0,-1-1 16,2-1 1,0-1 13,-21 14 18,3-6 55,-2-5-27,16-11 5,0-3 1416,20-15-1432,8-2 222,8-9-240,18-11-16,-1 7 16,10-6-1190,-8 10 1190,0 5 2269,-1 2-2268,7 5-18,-10 2 1,7 3-1,-9 3-2284,0 1 2268,2 4 620,2 0-665,1 2-1780,3 0 1623,2 1-1055,16 3 227,-9-4-679,12 2-1697,-14-6-5589,-5-2 9287,-4-1 0,-13-1 0,-5-1 0</inkml:trace>
  <inkml:trace contextRef="#ctx0" brushRef="#br0" timeOffset="525887">17450 13686 19036,'4'-3'4173,"0"0"-1843,-4 3-2341,5 62-39,-11-35-2648,5 12 1,-3-1 2356,-14-13-996,-10 10 1337,2-7 0,4-4 0,9-12 0</inkml:trace>
  <inkml:trace contextRef="#ctx0" brushRef="#br0" timeOffset="526637">18011 13429 16217,'22'-41'582,"-1"-1"1,0 4 0,-5 7 1375,-9 17-1370,2-1 177,-2 5-642,2-1 261,-2 6-339,1 2 983,1 2-989,2 1-27,2 3-1,3 1-11,2 4-28,2 2-17,15 8 11,-7-3-599,10 7 593,-12-5 1,-1 1-11,-3 0-86,-3 1 86,-5-1 5,-5 1 6,-6 7 39,-7-5 17,-4 4 5,-5-9 6,-2-1 17,-1-3 11,-1 0 5,0-3 612,1-2-600,0-1 33,1-2 28,2-2 327,-5-1-242,6-4 10,-2 0 1,6-5 22,2 1-34,1-2-16,2 2-28,2 0-40,0 1-33,1 2-40,1 1-5,2 1-5,6 2 0,5 3-29,2 1-5,3 4-6,-2 1 0,2 1-22,4 1 17,2 2-6,3 1 0,2 3 11,15 8-33,-2 5-599,-1-1 604,-10-2-3179,-18-9 3191,-7 0-1,-5-2-5,-8 1 5,-7-3 6,-8 2-22,-6-3-105,-5 1 55,-4 0-57,-3-2-62,-2 0-77,0-2-136,0-2-228,3-1-393,2-2-594,6-2-1977,6-1-5260,7-2 8856,6 0 0,6 0 0,4 0 0</inkml:trace>
  <inkml:trace contextRef="#ctx0" brushRef="#br0" timeOffset="526852">18838 13680 15888,'11'7'4616,"-3"-2"-3693,-8-5 1514,0 0-2286,22 62-39,-18-36-76,7 11 1,-3-1 2,-14-15-33,-4-1-34,-1-1-73,-2 0-151,-2-1-308,-1-1-656,-2 0-2049,-2-2 3265,-5 1 0,13-9 0,-1 1 0</inkml:trace>
  <inkml:trace contextRef="#ctx0" brushRef="#br0" timeOffset="527812">19382 13498 18748,'28'-44'573,"1"-1"1,-3 4-1,-6 8-209,-12 19-56,-3 0 1325,-1 4-1387,-1 1 534,-1 3-617,0 2 241,-1 1-291,-1 3 824,1 4-903,-3 2 11,-1 8-1,-3 2 1,-3 5-11,-2 2-6,-1 3-6,-2 2-5,0 1-6,2 1-518,2-1 507,3-1 0,3-2 0,3-1 0,3-2 0,3-4-17,3-1 11,4-5 6,2-2 0,2-4 17,0-4-11,1-2-158,1-3 157,2-4 7,0-3-7,2-5 1,0-3 5,0-2-5,0-3 10,-2-1 1,1-2 0,-3 0 61,7-8-10,-9 10 21,4-3 29,-11 13-1,-2 4 119,-3 1-186,-2 5 561,0 0-617,-2 8 17,-2 2-5,1 7 166,-2 3-161,-1 3 0,0 4 0,0 2-11,0 2 11,0 3-5,-1 1-12,-1 1-27,0 1-46,-1 2-3469,1 0 3279,1 0-763,2 0 331,1-1-419,1-2-762,4-5-3212,2-3 5094,6-2 0,-4-11 0,0-2 0</inkml:trace>
  <inkml:trace contextRef="#ctx0" brushRef="#br0" timeOffset="528013">20329 13675 19893,'2'-4'2274,"0"1"-5823,-2 3 3493,-56 69-106,37-42 277,-13 14 0,3 0-753,19-19 233,3-1-2300,2-1-6195,2-5 8900,2-2 0,1-6 0,0-4 0</inkml:trace>
  <inkml:trace contextRef="#ctx0" brushRef="#br0" timeOffset="528461">21024 13475 24115,'-50'-24'129,"1"1"0,3 1 0,7 10-28,12 26-39,0 3-12,1 1-4785,3 5 4763,2 1-289,4 2 278,2 2 1017,2 14-1029,7-8-1581,3 21 1570,8-22 1,6 8 1722,4-15-1756,5-1 6,4-3-18,2-2 1,3-4 16,1-2 6,1-4 11,-2-4 1599,-1-2-1593,-3-3 52,-2-4-30,-2-2-22,-1-4 28,-4-2 5,-1-3 3392,-5 1-3363,-3-3-6,-4 2-1,-4 0-4,-5 0-1,-4 2-3398,-5 1 3410,-2 1-965,-4 1 970,0 2-258,-2 0 253,1 3-7,0 1 24,-7 2-52,9 2 1,-5 2-22,10 2 2800,-1 9-2801,6-2 28,-2 6-33,7-2 6,2 1 1336,1 2-1421,1 0 119,6 9-460,1-6-315,6 5-598,2-7-1490,1-2 2834,4 2 0,-10-9 0,1-2 0</inkml:trace>
  <inkml:trace contextRef="#ctx0" brushRef="#br0" timeOffset="528662">21518 13809 24598,'-49'30'-236,"8"-2"-84,27-8 347,2-1-923,1 0-700,3 0-1777,3-1-5806,2-3 9225,2-3 1,0-6 0,1-2 0</inkml:trace>
  <inkml:trace contextRef="#ctx0" brushRef="#br0" timeOffset="529124">22226 13667 16631,'-6'-41'535,"1"0"1,0 3 0,-3 7 359,-4 18-671,-1 1 936,-1 4-1037,-1 3-28,-2 2-11,-2 3 891,-14 8-919,5 1-17,-11 9 22,-3 8-26,1 6 1125,1 1-1148,10 0-7,15-10-5,4 0-1781,5-1 1775,3-1-75,5-1 81,4-1-2028,4-3 2039,5-2-105,3-4 94,3-3 1988,12-4-1983,-7-6 12,9-4-6,-10-6 17,0-3 6,0-2 5,-1-4 90,10-13-34,-10 7 390,5-11-121,-7 2-140,-7 10 3106,-1-3-3145,-9 14-28,-2 4 766,-2 5-834,0 1-21,-1 4-29,0 0-17,-1 2-16,-2 3 11,-2 2-1,-1 4 1,-2 5 6,1 3-3393,-2 4 3387,0 3-1282,0 3 1282,0 4-1859,0 5 1848,1 2-12,1 3-281,0 1 281,0 1-22,0 0-17,0-2-50,-1-2 1149,-5 13-1513,4-14-1434,-7 20-146,6-29-4335,-2 4-3019,4-17 9677,2-6 1,2-4-1,2-4 1</inkml:trace>
  <inkml:trace contextRef="#ctx0" brushRef="#br0" timeOffset="529620">22679 13472 17742,'-4'-5'2342,"2"2"1427,2 3-3668,68-44-1768,-40 36 1703,13-15 1,0 6-3179,-19 23 3181,-1 2-869,-2 0 864,-1 1-6,-1 1-12,-3 0 461,1 0-454,-3 2 27,5 6-39,-4-3 17,5 16-11,-7-12 0,0 8 11,-5-6-6,-3 1 6,-2 1 11,0 1 1,-2 2 27,-6 14-39,1-7 2401,-6 10-2378,-3 1-1,-3 3 2184,1 1-2212,-1-4-5,5-14-6,-1 0 11,1 0-5,-1-1 17,0-1-23,-6 9-17,3-11-22,-6 7 28,4-14 0,-1-2 0,-3-2 0,-2-2-22,-2-1-107,-18 0-72,6-6-1640,-13-1 884,10-5-1799,-2-3 2198,-7-3 1,24 1 0,1 1-1</inkml:trace>
  <inkml:trace contextRef="#ctx0" brushRef="#br0" timeOffset="531854">14974 14589 11700,'-49'-3'278,"1"1"1,-1 0 0,-17-1 0,10 1 129,19-1-1720,7 0 1872,8 0 602,6-1-686,8 1 239,5 0-385,9 1 96,5-1 11,9 3 27,5-2-16,6 2-50,6 0 227,6 2-361,7 1-1089,5 2 981,6 2-652,-29-4 0,1 1 541,2 1 0,1-1-3,1 1 0,1 0-6,2 0 0,1 0 0,2 1 1,0 0 5,4-1 0,1 1-1016,2 0 0,2 1 1019,4-1 0,1 0-12,4 0 1,2 0-10,-18-2 0,1 0 1,0 0-424,3-1 1,1 1 0,1 0 428,2-1 0,2 1 0,0-1 11,4 1 0,0 0 0,1-1-11,2 1 0,2-1 0,0 1-259,-14-2 0,0 1 1,2 0-1,-1 0 253,2 0 0,1-1 0,0 1 0,0 0-181,2 0 0,0 1 1,1-1-1,0 0 181,2 1 0,0-1 0,0 0 0,1 1-42,-1-1 1,0 1-1,2 0 1,4 0 61,-8 0 1,5 0 0,1 0 0,1 0 0,-1 0-1,-3 0-34,-1 0 0,-3 0 0,0 0 1,1-1-1,2 1 19,2 1 1,3-1 0,1 1 0,1-1 0,-3 1 0,-3-1 13,-4 0 1,-3 0 0,-2-1 0,1 1 0,0 0 3,0 0 0,1 0 0,-1-1 0,1 1 0,-1 0 1,0 0 0,0 0 1,0 0-1,0 0 0,-1 0 0,0 0 0,1 0 0,-1-1 1,0 1-1,-1 0 6,13 1 1,-1-1 0,0 1-1,0-1-8,-1 1 0,-1-1 1,1 1-1,-1-1-2,-2 1 1,1-1 0,-1 0 0,0 0-12,-2 0 1,1 0 0,-2 0 0,1 0-5,-2 0 0,0 0 1,-1-1-1,0 1-3,-1 0 1,-1 0 0,-1-1 0,1 1-5,-2-1 0,-1 1 1,1-1-1,-1 1 19,13 0 0,0 1 1,-1-1-22,-2 0 1,-1 0-1,-1 0 2,-2 0 1,-1 0-1,0 0-5,-3-1 0,-1 1 0,0-1-2,-3 0 0,-1 0 0,0 1 18,19 0 1,-2 0-9,-4 1 0,-2-1 3,-4 0 0,-2 0-23,-4-1 1,-2 1 206,-5-1 1,-1 0-211,-5 0 1,-2 0-25,21 1-34,-13-1-56,-13-1 1127,-12 0-1318,-10-2 1649,-14 0-2141,-7 0-892,-11 0-3276,-7 1 4963,-10 0 0,21 0 0,0-1 0</inkml:trace>
  <inkml:trace contextRef="#ctx0" brushRef="#br0" timeOffset="532346">14110 14934 10340,'-47'-13'1131,"1"1"0,3 1 1,12 1-583,23 3 214,8 2-578,6 1 67,6 1 106,6 1 112,5 2 40,3-1 532,22 5-571,-7 1-1278,19 4 1227,-10 0-67,6 1-202,-25-4 1,1-1-32,2 1 0,1 0-14,4 1 1,0 0-6,2 0 0,2 0-9,3 1 1,1 0-658,2-1 0,4 1 643,2-1 1,5 1 0,-2-1-793,-9-2 0,-2 0 1,3 0 732,-1 0 1,3 0 0,1 0-1,-3 0 3,6-1 1,-2 0 0,0 0-548,4 0 0,0 0 0,2 0 543,2 0 1,1 0 0,1 0-5,-15-1 0,1-1 0,0 1 0,0 0 4,2-1 0,1 1 1,-1 0-1,1 0-197,1-1 0,0 1 0,0 0 0,1-1 211,0 1 0,1 0 0,0-1 1,0 1-70,0-1 1,0 1 0,1-1 0,-1 1 85,1-1 0,-1 1 0,1-1 0,0 1 8,-1-1 1,0 0-1,0 0 1,0 1-4,-1-1 1,1 0-1,-1 0 1,0 0 57,-1 0 0,0 0 1,0 0-1,-1 0-58,0 0 1,-1 0 0,0 0-1,-1-1 18,0 1 0,-1 0 1,-1 0-1,1-1-14,13 1 0,1 0 0,-1 0-17,-3 0 0,-1 0 0,1-1 0,-4 1 0,1-1 0,-2 1-4,-2 0 1,0-1-1,-2 1 0,-1-1 1,-1 1-1,-1-1-2,-1 1 1,-2-1 0,1 1-12,-3 0 0,0 0 1,-1 0 8,18 1 1,-1 0-15,-3 1 1,-1 0-9,-2 0 0,-2 0-3,-2 1 1,-2-1-6,-1 1 0,-2 0-12,-2 0 1,-1 1-26,-3-1 1,-1 1-65,-3 0 0,-1 0 402,23 6-1525,-11 1-3288,-11-1 4509,-11 0 0,-13-5 0,-4-1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E9B8-E0F1-9CC1-0935-6DF5AC578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F6BAE-8462-9D1A-DB18-412F55CBA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F78E-60F6-92F3-B86E-BD7B6BAE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C8173-C01B-65EE-3366-9E1D0D0A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6062A-3A66-2B0E-B334-E4353BEC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47D6-6358-88B7-12CA-D08E3EEC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DC8C-D9D4-5214-19E8-3FCB55CC3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5A18-FDDC-9065-9F34-579209D2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5E5E-9938-4CD2-67D2-82B4361E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C5BBA-B0CA-49D7-D4D0-4B413818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EA31-0DD5-1E9B-A539-3B3BD79C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D3E13-82F8-42D4-531E-A8FB31F5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32241-892A-1E76-BB71-6EF32020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01FA-97A9-4E18-6F72-E8536DBD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9D495-96A1-E929-8F26-F6F9183E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5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80E5-D7A1-54D4-7DE2-24D92609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2E0B-EDC2-C54E-7C3A-D92447575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896AE-68BF-7C5C-5D82-F000FE168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1AC8F-E1F8-A194-B54C-A3C95A5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61138-80E4-2CF3-F23D-B9645F37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A9562-B816-F8D2-AA05-6374D69B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2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D1D8-8E54-9E01-6410-CDD7354C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64370-D8D9-A202-6B00-2C60A1811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D1155-27F8-A13A-4791-B08CFA77C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5B6BF-F657-071F-92D0-4A3849A82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0309B-E5F4-D6A5-790E-35EB6FECE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B5A8A-7946-7C4C-1A69-9A760D67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224C3-5ADC-7E20-5E75-5F97E056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A2117-36B5-9737-F579-2D108986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3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271A-212A-FDB6-77E2-3D1E0FB4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0A677-C3D0-BB65-5472-BCA924B4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8929D-881E-CEBF-6D3D-EC07C64A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703A3-76BB-5E6A-C550-FB84FA2D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6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4B806-D42F-9185-0E0B-BD2833E7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3C648-D56A-7262-D584-2490580B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438D3-E68F-4310-216E-EFBA4391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1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4433-214D-A05A-5883-3CA76F3B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D1BC3-CED3-799D-AE61-16FCC45EC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C3484-AF98-8031-BCF1-0402A61CA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1F5A7-30A5-4CBB-3304-79744D3E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E8341-76DE-5A0C-1424-FB5B5A56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001BC-7258-DBAD-FEE3-1DAC86AA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3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9069-92BA-E01B-13F6-16206949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609B9-3423-8360-DE65-22D3AD183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2BD42-E3FF-C40A-3EA0-016CAF4D7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5611F-6719-9FB6-0D34-CE52CB438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4FAC2-E9CA-9B99-F556-15CA3C76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CE651-ED40-B5B1-4665-3B7667D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1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6707-4F49-4662-10A2-96DFC01F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F14B8-0CAF-587B-897B-4B8A25079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E8730-F183-AA9E-E310-5F593651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F0EE-9652-76DE-636B-51BA4533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20E8-AE49-6862-BC52-30DA8274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AAC20-1A80-86A2-8AC5-9A1B0212E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01CBF-C2B4-6A76-CC77-4E4C08FF4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00DC5-8228-C65E-3941-0868C8C7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FDF31-1E69-153A-B484-3CA74214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C6B06-02B2-5A66-B204-59463C88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1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22187-1454-7139-9AE4-1511E8EC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9ADB5-A37B-2FE8-BEB0-41B957AF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DAC6-E4CC-D3AB-D3E1-5B29B0F06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E2C4F-0925-164D-8E63-3CEBFF4FAA46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B68CE-FA67-A592-9B7E-7A49F08A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9248C-4554-90D5-64A0-BB147C643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CB8E9-CE4B-754E-A689-EB9FA6929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4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C676A-7222-321D-1FFD-944D8512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C47623-4835-41CD-2A22-B7DA91749DFA}"/>
                  </a:ext>
                </a:extLst>
              </p14:cNvPr>
              <p14:cNvContentPartPr/>
              <p14:nvPr/>
            </p14:nvContentPartPr>
            <p14:xfrm>
              <a:off x="2367360" y="2261520"/>
              <a:ext cx="429840" cy="28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C47623-4835-41CD-2A22-B7DA91749D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8000" y="2252160"/>
                <a:ext cx="448560" cy="30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13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DCAEA77-149E-5D0D-A943-F2FC25FB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6F3073-D7D3-8250-0138-E497699D43A3}"/>
                  </a:ext>
                </a:extLst>
              </p14:cNvPr>
              <p14:cNvContentPartPr/>
              <p14:nvPr/>
            </p14:nvContentPartPr>
            <p14:xfrm>
              <a:off x="33480" y="747720"/>
              <a:ext cx="11552040" cy="488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6F3073-D7D3-8250-0138-E497699D43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20" y="738360"/>
                <a:ext cx="11570760" cy="49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17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F1F06-3413-858F-1290-AF34BFBF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F1B1D1-4C97-D1AF-D535-AEE625C18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B0A2A9F-FD15-6417-0F87-77BD60EC8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A79507-6F92-DAF8-6A06-86CB7C681FBC}"/>
                  </a:ext>
                </a:extLst>
              </p14:cNvPr>
              <p14:cNvContentPartPr/>
              <p14:nvPr/>
            </p14:nvContentPartPr>
            <p14:xfrm>
              <a:off x="201240" y="261000"/>
              <a:ext cx="10397520" cy="627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A79507-6F92-DAF8-6A06-86CB7C681F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880" y="251640"/>
                <a:ext cx="10416240" cy="629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849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D1A9C-CC28-00BD-481D-9C29A9C3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D05BD4-0F1F-FC01-96FA-DA0D9309B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E9314DB-8C9E-6C96-76E7-4914AE28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6E7EFE-C64B-964D-CCD0-8D09D9B83753}"/>
                  </a:ext>
                </a:extLst>
              </p14:cNvPr>
              <p14:cNvContentPartPr/>
              <p14:nvPr/>
            </p14:nvContentPartPr>
            <p14:xfrm>
              <a:off x="1403280" y="815040"/>
              <a:ext cx="10443960" cy="604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6E7EFE-C64B-964D-CCD0-8D09D9B837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3920" y="805680"/>
                <a:ext cx="10462680" cy="606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463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3D77B-312F-8C23-A8D5-6DA2A20B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205897-799F-00AA-2D0C-62B390104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B7416E9-1D96-DF0A-CA88-6C5C2D52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788524-86C8-03E9-0160-2FA79506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45957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1B811D-7008-82ED-BE57-AAA219EA75BE}"/>
                  </a:ext>
                </a:extLst>
              </p14:cNvPr>
              <p14:cNvContentPartPr/>
              <p14:nvPr/>
            </p14:nvContentPartPr>
            <p14:xfrm>
              <a:off x="450360" y="145080"/>
              <a:ext cx="11575080" cy="667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1B811D-7008-82ED-BE57-AAA219EA75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000" y="135720"/>
                <a:ext cx="11593800" cy="66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56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53E6E-183B-0023-4984-46F31606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394E4A-C293-DD68-FC41-F80176CE8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8674816-63B7-FA2A-E8EF-069B610DB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5BF051-6908-5706-DD47-7B8BDACE0266}"/>
                  </a:ext>
                </a:extLst>
              </p14:cNvPr>
              <p14:cNvContentPartPr/>
              <p14:nvPr/>
            </p14:nvContentPartPr>
            <p14:xfrm>
              <a:off x="0" y="54720"/>
              <a:ext cx="10737000" cy="678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5BF051-6908-5706-DD47-7B8BDACE02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45360"/>
                <a:ext cx="10755720" cy="68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941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B6204-A1D4-C359-1D69-E1A35222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7A6290-7EBC-12A3-4CCB-B51C2AB6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3545055-CC44-6A65-FFA5-23431F92F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E6E857-E8EA-06E2-153B-B174DF57B19D}"/>
                  </a:ext>
                </a:extLst>
              </p14:cNvPr>
              <p14:cNvContentPartPr/>
              <p14:nvPr/>
            </p14:nvContentPartPr>
            <p14:xfrm>
              <a:off x="304560" y="40680"/>
              <a:ext cx="9369360" cy="675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E6E857-E8EA-06E2-153B-B174DF57B1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200" y="31320"/>
                <a:ext cx="9388080" cy="67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506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2025-10-17T13:15:25Z</dcterms:created>
  <dcterms:modified xsi:type="dcterms:W3CDTF">2025-10-18T06:30:17Z</dcterms:modified>
</cp:coreProperties>
</file>