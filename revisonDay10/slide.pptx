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13:37:27.3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1566 2293 18352,'0'-7'5775,"0"1"-5651,2-42-85,-2 63-123,-4-2-1206,-2 22 0,-2 15 0,-1 1 1290,-1-3 0,-1 0 0,1-2 0,-4 12 0,1-5 0,2-21 0,1 0 0</inkml:trace>
  <inkml:trace contextRef="#ctx0" brushRef="#br0" timeOffset="333">1529 2554 12472,'-10'-45'3276,"1"-1"1,6 10 0,2-3-2968,0-4 1,1-4 0,5 4-181,9 2 0,9 7-82,7 7 1,8 10-59,12 15 0,4 14-144,-7 6 0,1 8 0,-1 4-459,-7 0 1,0 3-1,-2 4 1,-5 1 389,2 15 0,-8 4 0,-14 1 306,-17 0 0,-15 0 1,-11-6-193,-4-15 1,-9-4 0,-6-4 0,-1-2-1387,-4-4 1,-4-4-1,0-2 1,3-2 1065,-1-1 1,3-2 0,4-4-1,0-2 1,13-4 0,22-6 0</inkml:trace>
  <inkml:trace contextRef="#ctx0" brushRef="#br0" timeOffset="717">2429 2580 23422,'20'-48'782,"1"0"0,-3 5 1,-5 18-755,-11 41-188,-2 17 1,-1 6-805,0 26 113,5-4 1,1-4 0,-2-21 0,8 12-1</inkml:trace>
  <inkml:trace contextRef="#ctx0" brushRef="#br0" timeOffset="950">2504 2187 19160,'-1'-4'3439,"0"1"-13270,-16-15 9647,14 16 1,-14-16 0,18 21-1</inkml:trace>
  <inkml:trace contextRef="#ctx0" brushRef="#br0" timeOffset="1367">2850 2405 25382,'33'2'-82,"-5"19"1,-1 8-115,3 6 0,-6 8 30,-13 1 0,-5 4 0,-7-3 191,-8-1 0,-9-5 345,-10 4 0,-2-13 61,0-31-55,26-46-295,15 12 0,9-1-95,10-8 0,5 2-137,-7 11 0,4 4-2462,25 0 0,1 7 2613,-24 12 0,-2 4 0,7-3 0,-5 2 0,-6 5 0</inkml:trace>
  <inkml:trace contextRef="#ctx0" brushRef="#br0" timeOffset="2118">3529 2473 23892,'13'46'583,"6"-7"-259,11-12 12,5-21 7,-1-29-86,-6-25 23,-16-14-84,-28 5-129,-19 19-111,-12 32 32,-3 39-8,23 2 1,4 8-432,1 15 0,8 6-1063,12-20 0,5 0 0,8-2 1029,21 11 0,7-8 1,-12-12-1,1-8 1,7-19-1,0 0 1</inkml:trace>
  <inkml:trace contextRef="#ctx0" brushRef="#br0" timeOffset="2633">4435 2439 22049,'-64'10'501,"-1"1"1,22 0-1,1 4 1,4 5-458,0 20 1,8 5-42,1 3 0,8 0-54,11-6 1,13-3-121,18-10 0,13-7-199,19-10 1,8-11 145,-11-6 0,3-6 0,0-3-38,4-6 0,0-6 0,-3-4 319,-13 3 0,-1-3 1,-3-2-1,-3-4 128,-2-2 0,-4-4 0,-3-2 0,-3-1 244,1-13 0,-6-2 1,-4 2-31,-7 7 1,-4 1 0,-3 4-190,-3-5 0,-6 12-199,-7 20 6,8 70-17,7 2 0,2 7-38,-1-7 1,-1 3 0,0 1-367,-1 6 1,-1 0-1,2 1-2873,2 0 0,2 1 0,-1-6 2670,-1 1 0,2-5 0,2-11 0,3-10 0,1-20 1</inkml:trace>
  <inkml:trace contextRef="#ctx0" brushRef="#br0" timeOffset="3633">4692 2572 23215,'53'-14'-431,"1"0"1,-1 1-1,0-1 1,11-3 0,-1 0-1,-4 3 417,6 3 0,-7 3 271,-18 0 1,-12-1 1395,-23-4-678,-24 7-163,-21 7-488,13 13-228,11 8-1,31 20-53,10-20 0,8-3-14,0-1 0,3-4 25,12-4 0,-1-9 104,-14-11 0,-4-7 34,9-19 72,-41-22-59,-17 34 1,-6 2-82,-28-10-112,19 23 0,-1 9-11,7 15 0,5 8-44,-11 28-245,25-7 1,15 4-1625,25 3 0,16-4 415,-15-17 1,4-3 0,5-3-961,4-3 0,6-2 1,2-4-1,-2-4 2495,11-6 1,-1-5 0,-3-4 2843,-5 1 0,-1-4 0,-5-5 14,12-17 1,-14-10-1681,-30 2 1,-12-3-597,-12-7 0,-10 2-504,-2 12 0,-7 6-59,-19 6 0,-4 13-56,11 19 0,2 10-34,-3 4 0,6 8-92,13 19 0,16 2-50,19-13 0,12-3 117,7 2 0,9-9 81,20-21 1,3-17 91,-15-12 1,-4-12-17,0-10 0,-8-12-227,-19 8 1,-4-6 0,-4-3 0,0 2 265,-3 3 0,-1 0 1,-1 0-1,0-1-17,0-4 1,0-2-1,-2 1 1,-1 3 6,-1-3 0,-3 3 0,0 8-105,-6-10-33,0 56 26,5 28 0,5 21 0,0 3-92,-1 8 1,-1 4-1,2 2-1081,0-9 1,1 3 0,0 0 0,1-1 1157,0-5 0,1 0 0,0-2 0,-1-6 0,2 10 0,1-9 0,7 13 0</inkml:trace>
  <inkml:trace contextRef="#ctx0" brushRef="#br0" timeOffset="4517">7499 1883 16885,'2'-7'8122,"-1"2"-7623,6-38-483,-8 42 175,-19 18-138,4 16 0,-2 11-171,-3 5 1,-2 6 0,1 0 117,3-3 0,1 0 0,2 1 0,2 3 0,1 2 0,5-4 22,6 15 1,11-9 142,13-18 0,10-12-53,10-20 0,5-12-9,1-11 1,-3-11-1,-4-9 1,-8-7-9,-11 0 1,-11-1 4,-11 3 1,-8 2 425,-11-18-486,-3 24-68,26 15 16,28 11 1,7 7 11,12 20-17,-9 25-17,-21-12 1,-2 3-454,2 3 0,-1-1-799,-5-5 1,1-2 1285,15 16 0,-20-29 0,0-10 0</inkml:trace>
  <inkml:trace contextRef="#ctx0" brushRef="#br0" timeOffset="5267">8223 2215 26906,'26'-31'-34,"8"39"17,-12 31 0,-5 15-3,2 1 1,-5 1-43,-7-3 1,-8-3 52,-10-9 1,-9-6 70,-34 0 22,0-43-28,28-32-76,34 11 1,12-1-85,17-4 0,12 3-266,-5 10 1,5 3 0,3 1-392,-4 5 0,2 1 0,1 2 0,-1 1 189,1 1 1,0 1 0,-1 1 0,-1 1 583,5 0 0,-3 1 0,-4 0 442,3 2 0,-17-5 1125,-30-9-168,-34-3-682,-6 1-477,-17 19 544,7 19-785,15 2 1,2 5 124,8 1 0,7 4-169,15 30 27,42-20 67,-4-34 1,4-10 125,-1-11 1,-1-8 81,-6-9 0,-7-6-9,-8-2 1,-8-3-91,-9 5 1,-5 2 31,-7-11-286,-3 28-11,4 42-404,9 34-901,8-13 0,6 4 1400,8 6 0,2-3 0,-7-18 0,0-4 0,21 18 0</inkml:trace>
  <inkml:trace contextRef="#ctx0" brushRef="#br0" timeOffset="5751">9496 2504 20862,'-3'-56'2093,"0"-1"0,0 12 0,2 6-2054,0 9-56,13 60 20,-6 11 0,-1 9-13,0-3 1,-1 5 0,-1 2-255,-1 8 0,0 2 0,-1-1 238,1-4 0,0-1 0,0-3 110,-2 8 1,2-12-130,7-19-17,-14-95 52,2 18 1,-1-8 0,1-2 10,0 5 1,0-2-1,1-2 1,0 1-112,0-3 1,-1-1 0,2 0 0,1 2 118,2 4 1,1 0 0,2 2 0,2 2-16,4-3 1,3 3 0,5 5 251,16-6 0,8 11-299,1 15 0,3 12-20,-2 16 0,-5 12-36,-13 12 0,-14 8 67,-23 9 0,-18 0-33,1-13 0,-7-1 1,-2-4-677,-3-4 1,-1-3-1,1-4 751,-9-3 0,6-6 0,2-3 0,36-17 0</inkml:trace>
  <inkml:trace contextRef="#ctx0" brushRef="#br0" timeOffset="6166">10075 1675 25903,'7'49'46,"1"1"0,-4-7 1,-2 2-1,0 3-28,-2 1 0,0 4 0,-2 0 1,-1 0-174,-1-3 1,-2 1 0,0-1 0,-1-3 240,-3 5 0,-1-2 0,0-7 384,-3 2 1,6-21-225,15-50-69,5-14 1,2-8-86,7-10 1,2-2-43,0 4 1,2 4-60,-1 13 1,3 10-48,28 15 175,-24 27 1,-1 11-963,3 11 0,-1 6 843,-5 6 0,-2 0 0,-8-15 0,-3-2 0,-1 13 0</inkml:trace>
  <inkml:trace contextRef="#ctx0" brushRef="#br0" timeOffset="7550">419 2470 25685,'-2'-55'1278,"-1"0"0,0 6 1,4 17-1583,2 31 469,5 60-384,-6-6 0,-3 8-254,0-10 1,-1 4 0,0-1-165,2-2 0,-1-1 0,0-4 1,-4 4-1,2-7 0,9 4 1</inkml:trace>
  <inkml:trace contextRef="#ctx0" brushRef="#br0" timeOffset="7851">753 2635 25236,'63'-9'555,"-3"0"-521,-15 2-875,-12 3 841,-15 4 0,-12 1 0,-6 3 0</inkml:trace>
  <inkml:trace contextRef="#ctx0" brushRef="#br0" timeOffset="8618">11583 2199 22503,'-2'-4'3507,"0"0"-3390,-5-14 74,-6 69-43,-4-13 0,-1 5-111,7 2 1,1 4-1,2 0 125,-5 20 1,16-9 108,27-26 1,17-14-206,-4-18 0,7-11 0,6-6 0,2-1-526,-8 3 1,2-3 0,3-1 0,0-2 0,2 0 0,0 0 462,-2 0 0,1-1 1,1-1-1,1 0 0,-1 0 1,0 0-1,-1 1 5,6-2 0,1 0 1,-1 1-1,-1-1 1,-2 1-1,-2 1 32,-2 0 0,-1 0 1,-1 1-1,-4 1 1,-3 2-932,7-5 0,-4 3 1,-8 6 890,12 9 0,-41 3 0,-11 17 0</inkml:trace>
  <inkml:trace contextRef="#ctx0" brushRef="#br0" timeOffset="9799">467 3793 25636,'-5'10'354,"-26"9"-456,1 13 433,-19-8 133,18-48-369,17-17-49,15 1 0,7-2-25,5 3 0,6 4-134,1 4 1,4 6 107,23 5-4,-18 38 1,-3 14-1,-10 12 1,-8 7-5,-4-6 0,-4 3 0,-9 3-403,-8-6 0,-9 4 0,-5 0 0,0-1 1,2-4 415,-6 5 0,0-4 0,-3-1 16,-1-1 1,-3 3 0,0-6-1,6-18 231,-17-27-118,41-55-101,17 21 0,10 0-14,13-5 0,8 8-23,2 17 1,4 8 963,3 6 0,1 11-1594,2 19 1,-3 10 638,-2-1 0,-4 0 0,-13-5 0,-3-2 0,16 8 0</inkml:trace>
  <inkml:trace contextRef="#ctx0" brushRef="#br0" timeOffset="10051">891 4124 22526,'-3'0'3982,"1"0"-3820,41-27-55,9 16-102,-6-4 1,4 0-457,2 11 0,-2 3 451,-10 0 0,-3 0 0,17 1 0,-32 0 0</inkml:trace>
  <inkml:trace contextRef="#ctx0" brushRef="#br0" timeOffset="11817">2320 3668 18767,'-7'0'5013,"1"0"-4727,-37-5-23,53 3-202,17-7 1,9-2-367,10 2 1,6 0 0,4 0-2154,-1 0 0,3-1 1,0 0-1,-3 0 1994,0 0 1,-4 0 0,-2 0 0,8-1 0,-11 3 0,-24 5-1</inkml:trace>
  <inkml:trace contextRef="#ctx0" brushRef="#br0" timeOffset="12034">2626 3608 20711,'-10'-2'3344,"1"1"-2740,11 16-161,-3 50-418,-5-11 0,-1 9-1243,2-17 0,0 5 0,-1 1 0,1-3 610,-1 7 1,0-2-1,0-2 1,-4 17 0,3-10-1,6-12 1</inkml:trace>
  <inkml:trace contextRef="#ctx0" brushRef="#br0" timeOffset="12417">3065 4036 23360,'-1'-40'1224,"1"-1"0,-6-9-1129,-17 95-84,11-7 1,5 5-32,1 10 0,8 0 31,8-5 1,10-6 21,8-15 1,7-12 89,3-14 0,0-13 93,-5-11 0,-6-9-9,-10-8 0,-10-2-20,-13-1 1,-9 3-118,-6 5 0,-4 5-126,-25-9-2100,17 26 2156,25 18 0,9 0 0,5 3 0</inkml:trace>
  <inkml:trace contextRef="#ctx0" brushRef="#br0" timeOffset="13133">3672 4204 20285,'-3'-43'2786,"0"1"1,0-1-2703,0-4 0,1 16-134,3 47 41,1 18 1,0 12 2,-2-1 1,-1 4-1,-1 3-292,-1 8 0,-2 4 1,0-2 265,-2-2 0,-1 0 0,-2-5-7,-5 10 0,-1-12 191,-8-10-102,7-82-19,11-13 0,5-13-6,1 17 0,1-6 0,0 0 1,1 1-184,-1-10 0,0 1 0,2-1 172,1 8 0,0-2 0,2 2 0,4 6-37,3 5 1,4 4 0,5 4-31,19-14 0,8 10 22,6 15 1,3 14 277,-2 14 1,-6 15-341,-16 10 1,-13 8 13,-19 8 1,-15 2-29,-14 1 0,-10-4-184,-8-6 0,-3-6 291,7-8 0,3-5 0,-10 2 0,29-15 0</inkml:trace>
  <inkml:trace contextRef="#ctx0" brushRef="#br0" timeOffset="13518">4390 3867 24301,'-33'32'186,"0"0"1,4 3 0,11 3-151,20-2 1,10-1 52,4-2 1,7-6 148,6-9 1,5-10 4,5-13 1,-1-10 61,-3-11 0,-7-7-151,-5-9 0,-9-5-70,-15 1 0,-8 3-45,-7 4 1,-6 6-186,-28-5-1064,17 45 1210,30 37 0,1-13 0,17 7 0</inkml:trace>
  <inkml:trace contextRef="#ctx0" brushRef="#br0" timeOffset="14366">4884 4153 13844,'-3'3'9830,"2"-1"-8139,1-2-1254,23-23-252,3-12-23,7-15 1,1-11-92,-14 17 0,-2-2 0,-1-3-190,2-9 1,-1-3 0,-2-1 161,-4-2 0,-3-1 0,-3 5 44,-4-8 0,-4 7-115,3 9 0,-6 19 11,-11 40 20,5 39 0,4 19-13,0-13 1,0 5 0,1 1-128,1-7 0,1 1 0,0 1 1,2 0 21,1 5 0,3 1 0,1-1 1,3-6-58,3-3 0,4-4 0,2-3 96,11 17 1,9-19 15,20-41 1,4-23 168,-8-10 1,-4-8-45,-11 8 0,0-3 1,-5-1 421,4-17 0,-11 2-297,-18-7-156,-16 22-12,-31 66 209,25-1 1,4 5-241,-2 8 1,7 1 54,15 10 1,12-3-78,4-16 0,6-6 39,7 1 1,4-11 78,7-19 0,-3-16 30,-17-7 1,-7-7-59,-2-12 0,-11-4 8,-23-11 0,-11 3-8,3 17 0,-3 4-54,-3 0 1,-2 12-113,-14 36-570,24 36-1527,21-7 0,9 3 1638,15-1 1,4-4 0,-7-8-1,0-4 1,27 3 0</inkml:trace>
  <inkml:trace contextRef="#ctx0" brushRef="#br0" timeOffset="15084">6269 3942 24329,'-2'-45'898,"1"1"0,-23 0 0,-10 13-898,-26 34-9,6 7 1,1 9 2,20 10 1,8 6 2,5 1 1,12 0 24,41 20 48,-3-42 0,5-9 92,6-10 1,-2-9 61,-7-5 0,-5-3 73,4-25-275,-21 16-78,-15 42 59,-2 22 0,0 12-31,2 5 0,1 7 0,0 3-491,3-2 0,2 4 1,-1 2-1,-3 1 276,0-9 0,-2 2 0,-1 0 0,-1 0 0,-3-2 147,-4 8 1,-2-1 0,-3-3 0,-3-7 136,-4 2 0,-5-6 1,-4-17-26,-23-21 1,5-27 3,29-17 1,10-16 0,7-2-28,8 3 0,7-3 0,4-1 0,4 1-316,3-4 1,6 1 0,3 0-1,3 3 219,6 2 0,4 2 1,2 2-1,1 2 24,-4 4 0,2 2 1,0 1-1,-2 1 52,8-5 1,-2 1-1,-4 0 266,3-9 1,-9 0 603,-13 11 1,-7 2-322,-9-7-180,-8 23-268,-4 17 1045,-1 29-1107,-1 29 112,2-14 0,1 4-378,1 6 1,1 2-4544,1-1 1,1-2 4797,0-14 0,2-4 0,1 9 0,-1-32 0</inkml:trace>
  <inkml:trace contextRef="#ctx0" brushRef="#br0" timeOffset="15266">6748 3600 24133,'-10'52'-542,"-6"-35"1,30 27 0</inkml:trace>
  <inkml:trace contextRef="#ctx0" brushRef="#br0" timeOffset="16150">7313 3797 20778,'1'-3'5400,"-1"0"-5196,-25-14 0,-16 1-86,-23 26-124,9-12 1,2 9-7,14 25 1,11 13-73,9 6 0,11 5-922,10 9 1,14-2-539,4-24 0,6-3 1,6-6 451,6-4 0,5-6 0,3-7 1508,8-6 0,4-8 1,-2-4 751,2-6 1,-2-5 0,-2-2-402,-6-2 1,-3-2-1,-4-3-134,7-10 0,-10-5-182,-20 0 0,-11 0-208,-16 5 1,-9 4-154,-6 7 0,-5 8-18,-36 15-83,11 37-17,36-6 0,6 5 156,8 5 1,7 1-132,5-5 0,7-4 37,24 10 72,7-46 191,-11-33-183,-18 8 1,-1-3 11,0 0 0,-2 1 115,3-14-190,-7 22-29,-20 39-16,3 20-12,22 11 9,10-26 0,7-7 13,14-8 1,5-10-17,2-11 0,-3-10 11,-17-2 0,-4-7 1,-4-4-219,-3-10 1,-6-6 0,-3-2 252,-5 7 0,-3-2 0,-3 0 0,0 0 51,-3-15 0,-2 1 1,-2 2-74,0 12 1,-1 1-1,-2 8-24,-4 3 0,-1 17 0,-7 47 0,10 18 0,4 14 0,2-13 0,-1 6 0,2 4 0,2 1-720,4 0 1,1 3 0,3 2-1,1-1 1,0 0-1248,2-3 1,0 0 0,2-1 0,1 0 0,0-2 1625,4 10 1,2-1-1,0-4 1,1-7-1,10 5 1,-2-13-1,-3-9 1</inkml:trace>
  <inkml:trace contextRef="#ctx0" brushRef="#br0" timeOffset="16784">9722 3795 22688,'-32'-44'1012,"0"0"0,3 6 0,-2 10-928,-5 25 0,-1 11-50,-17 20-32,27-8 1,7 6-3,16 22 0,12 4 5,6-10 1,5 1-2,1-4 0,2 3 0,0-2 26,10 9 1,-5-4 109,-12-12 0,-8-2 6,-28 12-110,-29-33 1,-12-13-105,7-2 1,-1-4-384,-7 1 1,9-6-9381,14-29 7396,34 20 0,24-2 0,-13 22 0</inkml:trace>
  <inkml:trace contextRef="#ctx0" brushRef="#br0" timeOffset="17167">10173 3844 26015,'-41'19'35,"0"-1"0,0 1 0,-8 2 0,14 7-41,29 19 1,18 1 2,13-16 0,7-6 62,7-4 0,3-9 109,-1-12 0,-5-11 218,4-38-249,-38 9 1,-11-2-43,-7 0 0,-7 1-39,-4 5 0,-3 4-123,-18-4-924,18 39-8840,31 35 9565,10 0 0,6 0 1,-5-26-1</inkml:trace>
  <inkml:trace contextRef="#ctx0" brushRef="#br0" timeOffset="17533">10486 3774 26928,'39'26'-2,"0"1"0,-5 8 0,-5 8-43,-9 0 1,-3 5-1,-5-1 39,-7 10 1,-10-6 77,-11-13 1,-6-15 62,-23-38-74,29-14 1,8-9-51,8-9 0,10-1-140,8 2 1,9 5-760,13 8 0,7 9-2537,4 11 0,0 8 3425,-6 8 0,-4 3 0,12 5 0,-34 2 0</inkml:trace>
  <inkml:trace contextRef="#ctx0" brushRef="#br0" timeOffset="17834">11176 4124 26609,'17'-62'218,"-1"0"0,1 1 1,-1-3-1,-1-1 1,-3 3-111,-5 9 0,-2 3 1,0 1 5,1-15 1,-2 6-110,-2 15 1,-4 12-62,-4 27 50,0 31 1,2 21-8,0-7 0,1 5 0,1 3-389,-1 13 0,2 4 0,2 0 56,2-15 0,1 0 1,3 0-1,4-2 346,10 13 0,6-3 0,-2-5 0,-5-2 0,2-8 0,10-17 0,0 1 0</inkml:trace>
  <inkml:trace contextRef="#ctx0" brushRef="#br0" timeOffset="18117">11240 3859 24900,'-36'-8'706,"0"1"0,30-14-661,52 8 0,24 6-40,-22-1 1,2-1-1,0 1-722,-3 1 0,-1-1 0,-4 1-315,-2-1 1,-8 1 0,-10 0-1,-25 4 1</inkml:trace>
  <inkml:trace contextRef="#ctx0" brushRef="#br0" timeOffset="19900">12880 3927 23125,'-5'-46'1109,"0"1"0,-26 4-1073,2 63 1,0 20-32,1 7 1,5 5-37,8 5 0,13-2 17,18-7 0,14-9 62,9-14 0,6-12 150,3-14 1,-3-14 50,-10-13 1,-10-11-57,-17-12 0,-12-4-50,-10-1 0,-8 2-71,-1 7 1,-3 5-123,-18-4-124,14 56-1428,19 43 1602,21-7 0,3 0 0,-4 10 0,23-1 0</inkml:trace>
  <inkml:trace contextRef="#ctx0" brushRef="#br0" timeOffset="20234">13268 3797 22677,'-31'-46'1223,"1"1"0,4 6 0,12 16-1223,43 47-9,8 11 1,4 12-140,-5-2 1,1 5-1,-2 2 2,-2 0 1,-3 2 0,-5-2 282,1 14 0,-15-8 378,-30-7-100,-11-88-320,26-7 0,12-6-8,14-9 0,11 2-84,-5 20 1,4 2 0,2 5-590,19-7 1,1 10 585,-10 16 0,-4 6 0,7 3 0,-26 12 0</inkml:trace>
  <inkml:trace contextRef="#ctx0" brushRef="#br0" timeOffset="21600">15342 3699 23679,'0'-54'774,"0"0"1,0 0-1,1-13 1,-1 28-753,-5 67-32,4 9 1,1 12 0,1 5-393,-1 1 0,0 5 0,-1 3 0,0 0 15,0-9 1,-1 2-1,0 1 1,0-3-1,0-2 1,1 12 0,-1-3-1,0-5 1,-3 2-1,0 0 1</inkml:trace>
  <inkml:trace contextRef="#ctx0" brushRef="#br0" timeOffset="22650">15976 3818 19479,'-42'-25'828,"-1"0"1,1 0 0,-5 7 0,-2 4 0,0 8-656,1 14 1,-1 8 0,2 4-8,-2 0 0,0 4 1,4 2-108,7 0 1,2 2 0,6 2 43,1 9 1,15 2 47,29-2 0,17-3-123,2-11 1,8-3-1,4-3-428,11 2 1,4-3 0,3-3-93,-13-6 1,2-1 0,1-3-1,-1-1-622,1-2 1,1-2 0,-1-2 0,-1-2-450,12-3 1,-1-3-1,-3-3 1559,-9 0 1,-3-3-1,-5-2 2060,5-5 1,-11-4 1527,-12-31-1517,-37 1-1042,-20 9-655,-15 21-202,-17 38 222,29 6 1,1 7-402,2 5 0,5 5 8,6-1 0,11-1-64,32 15 100,7-33 1,6-9 123,11-9 0,1-10 294,-2-6 0,-4-7-104,-10-7 0,-6-2-182,-10 3 1,-7 1-54,-9-15-202,-6 30 34,-5 42-224,7 32-574,5-16 0,6 1-1594,6 1 1,7-5-2328,10-8 0,5-8 4506,5-13 0,2-11 4487,-4-10 0,-3-9-1858,-6-7 1,-7-5-1375,-8-1 0,-6 1-57,-2-17-744,-6 19-168,5 42-51,4 36 51,-2-9 0,0 2-26,-1 4 1,-1 0 70,3 19 27,5-40 214,21-56-91,-5 0 1,5-3-93,6-6 1,3 1-88,0 4 1,1 6-34,-8 13 0,-1 11-112,18 35-1302,-31 7 0,-5 6 1414,0 2 0,-3 0 0,-4-9 0,-2-4 0,4 3 0</inkml:trace>
  <inkml:trace contextRef="#ctx0" brushRef="#br0" timeOffset="23383">16909 3918 14045,'-3'-59'1966,"0"0"0,-1 0 0,2 6 0,-1 2 0,-1 5-977,-1 7 0,0 4-681,4-15-11,8 11-12,3 20-100,-2 6-202,-5 9 28,-4 23 9,0 16 0,0 8-12,0 5 0,2 5-155,-1 3 0,2 7 1,1 0-276,3 0 0,1-1 0,2 0-43,1-5 1,1-2-1,-1-3 1,2 8-1,0-8 1,8-6-1</inkml:trace>
  <inkml:trace contextRef="#ctx0" brushRef="#br0" timeOffset="24183">17715 4051 24592,'11'-44'991,"1"1"1,6-19-969,-16 83-7,-4 23-22,-3 4 1,-3 6 22,1-7 0,-1-1-6,-2 3 0,0-3 292,-2 8-63,21-53-55,12-28-54,8-15 1,5-6-70,-3 7 0,2 0-54,5-5 0,1 4 9,-9 17 0,0 10-45,10 16-879,-3 51-3891,-24-18 1,-1 2 4797,-1-1 0,-2-1 0,2 11 0,-7-34 0</inkml:trace>
  <inkml:trace contextRef="#ctx0" brushRef="#br0" timeOffset="24416">18472 3612 25147,'-19'40'-276,"16"12"0,3 1 0,10-9 0</inkml:trace>
  <inkml:trace contextRef="#ctx0" brushRef="#br0" timeOffset="24749">19040 3980 19384,'0'-6'6178,"0"1"-5590,0 5-437,-47-50-90,22 58-61,-30-20-14,48 44 0,12 14-62,6 5 1,6 2-390,9 5 0,2-1-599,3-2 0,-4-4-3708,-13-15 0,-5-3 4772,-6 3 0,-23-27 0,8-9 0</inkml:trace>
  <inkml:trace contextRef="#ctx0" brushRef="#br0" timeOffset="24917">18822 4041 25309,'11'-3'331,"-43"44"-331,3-2 0,-6 8 0,2-3 0,-4 1 0,3-4 0,9-9 0,-1 0 0</inkml:trace>
  <inkml:trace contextRef="#ctx0" brushRef="#br0" timeOffset="26116">20785 4188 14281,'25'-41'3276,"0"1"1,-13 1 0,-3-4-2943,6-2 0,2-5 0,-7 4 13,-11-7 1,-6 5-250,0 11 0,-7 9-56,-15 18 0,-7 12-31,-5 17 0,-1 12-22,7-3 0,-2 5 0,4 3 7,3 1 0,4 3 1,5 0-6,3 18 1,15-3 10,18-15 1,13-9 14,16-16 0,5-14 58,7-14 1,-3-14 64,-3-14 0,-7-8-23,-8-5 1,-6-1 8,-11 5 0,-4 3-19,1-15-124,-10 49 23,-12 62-9,0-5 0,-1 5-3,1-7 1,-1 2-1,2 0 3,-1 21 1,5-4-10,6-10 1,11-11 19,14-19 1,8-13 5,17-21 0,2-17 21,-11-2 1,0-9-1,-2-5-339,-8 3 1,0-4-1,-3-3 1,-2-3 320,-6 7 1,-2-4 0,-1 0 0,-3-1 0,-1 0 11,1-10 1,-3-1-1,-2 1 1,-2 1-147,-2 8 1,-2 1 0,-2 2 0,-2 4 77,1-15 0,-8 16 44,-12 27-8,5 47 1,0 22-8,0-1 1,0 7 0,0 4-270,1-5 1,1 4 0,0 2 0,1-1 69,3-9 1,0 2 0,1-1 0,1 0 0,2-2-704,2 9 1,1-1-1,4-2 1,5-5 911,11 2 0,6-5 0,-1-7 0,-4 0 0,3-11 0,6-21 0,1 1 0</inkml:trace>
  <inkml:trace contextRef="#ctx0" brushRef="#br0" timeOffset="27250">22100 4077 16779,'12'-43'1781,"1"0"0,-1 0 0,5-12 0,-7 8-1153,-20 19-180,-2 14-118,0 7-100,-2 3-28,-6 1-29,-7 1-5,3 1 34,4 1-23,11 0-11,9 0-61,0 0-68,-4 0 0,-5 0-17,-1 0 6,1-1-44,2 1 38,-11 12-11,-22 20-22,12-6 0,0 3 5,-1 4 1,4 2-4,7-2 1,10-1 36,31 12-26,7-31 1,5-10 112,7-9 0,-1-9 67,-2-8 0,-5-7 81,-9-6 0,-9-4-47,-11-1 0,-6 1-76,-4-13-146,-6 25 17,9 75-36,0 9 0,-1 12 2,-2-16 1,-1 5 0,-1 3-1,-1 2-444,2-3 1,-1 1-1,0 2 1,-2 1 0,-2-1 216,-1-7 1,-1 1 0,-1 0 0,-2 0 0,-2-2-1,-1-2-108,-4 6 1,-3-1 0,-1-2 0,-2-3-1,0-6 350,-12 15 1,-2-7 0,2-27 192,-3-37 0,12-21-131,27-6 0,15-11 0,8-3-319,2 2 0,8-4 1,4-3-1,3 1 0,0 2 239,2 4 0,1 1 1,2 2-1,1 0 0,1-1-6,-4 6 0,1 1 1,0-1-1,1 1 1,0 0-1,-1 2-114,3-4 0,1 2 0,-1 0 0,-2 1 0,-1 2 169,0-1 1,-1 2 0,-2 1 0,-3 1 535,-1-1 0,-3 1 0,-5 3-289,6-19-125,-38 35-5,-29 34 713,8 3 0,-2 6-828,-3 10 0,1 6 424,3 3 0,6 2-421,11-3 0,12-2 25,15-8 0,11-7 11,13-8 1,6-10 27,5-12 1,-1-10 44,-4-9 0,-8-10 31,-12-10 0,-12-5-25,-12-3 0,-9 0-57,-7 4 1,-6 5-76,1 9 1,-3 8-141,-19 10-1865,11 46 1994,18 28 0,3-17 0,13-5 0</inkml:trace>
  <inkml:trace contextRef="#ctx0" brushRef="#br0" timeOffset="27967">23084 3914 25864,'-18'-43'394,"-1"0"0,2 4 0,8 16-394,36 62-12,-14-4 1,0 4 8,5 10 1,-3 3 4,-7 5 1,-10-2-3,-11-17 0,-5-6 56,-14 8 6,-7-66-85,41-25 20,11 13 1,7 2-32,7 7 1,6 5-155,22 2 0,6 5 121,-6 6 0,-1 1 81,2 0 0,-3-5 81,-14-4 0,-8-5 180,-6-20-62,-14-8 100,-9 17-302,-1 22-5,-1 20 0,-14 50-54,4-18 0,0 2-288,-3 9 0,1 2-343,1 4 1,2-4 0,1-4 0,5 0-1</inkml:trace>
  <inkml:trace contextRef="#ctx0" brushRef="#br0" timeOffset="28167">23752 3589 21696,'-18'21'0,"4"-5"0</inkml:trace>
  <inkml:trace contextRef="#ctx0" brushRef="#br0" timeOffset="28934">24147 3275 25141,'-3'-51'636,"-1"-1"1,0 8 0,-1 18-609,-8 77-53,3 7 0,0 12-122,2-21 0,0 5 0,0 1 0,0 2-793,1 5 0,0 2 1,0 1-1,1-1 39,0-3 1,1 0 0,0-2-1,1-3-729,0 3 1,1-3-1,0-9 1284,3-5 0,-4-18 3051,-8-32-739,0-26 0,3-11-821,1-4 1,5-2-696,4-5 1,10 1-392,12 3 0,11 5-121,14 5 1,6 4-5,-15 14 1,2 1 0,-2-1 76,-2-1 0,-1 0 0,-3-2 81,3-11 1,-8-3 732,-10 2 0,-7 0 145,-8-24-315,-1 22-565,-1 19-74,-3 40-2,-4 14 0,-2 9-14,1-1 0,0 5 0,0 1 4,-2 7 0,1 2 0,0 0-1,0-4 1,1-1 0,1-3 74,-1 4 1,4-8 335,4-6-229,24-67-76,-4 2 0,3-4-39,9-6 0,4 0-31,3 6 1,3 4-57,-2 9 0,1 9-39,-4 11 0,-2 9-958,-7 10 1,-5 6 1013,-7 6 0,-5 1 0,-1 13 0,-10-12 0</inkml:trace>
  <inkml:trace contextRef="#ctx0" brushRef="#br0" timeOffset="31150">25060 3793 16432,'0'-6'7415,"0"2"-7286,25-44-11,-13 59 16,15-15-50,-24 35 0,-10 12-3,-1-2 1,-4-2 86,0-6 0,-2-3 644,-7 5-213,11-30-296,22-37-172,3-3 1,3-4-57,1 0 1,2 0-43,7-7 1,3 5-40,-4 16 1,2 6-40,22 1 23,1 42-3,-33 5 0,-5 6 19,-2-2 0,-4 2 6,-7 7 0,-5-2 219,-8-3-90,-2-23 11,23-44-70,11 4 0,5-2-68,0 1 1,3 3-12,13-1 1,4 9-70,-4 15 0,-1 11-1410,-6 9 1,-4 8 1487,-5 5 0,-6 3 0,-5 17 0,-18-17 0</inkml:trace>
  <inkml:trace contextRef="#ctx0" brushRef="#br0" timeOffset="34016">2594 5540 11704,'-7'0'2599,"2"0"-1902,27-11 1,20-6-157,7 4 1,9 0-1,7 0-1245,-12 2 1,5-1 0,4 0 0,3-1 0,0 2 0,-1 0 717,-7 2 1,0 1-1,1 0 1,0 0-1,2 1 1,2 0-1,2 0-147,-7 1 0,2 0 0,2 0 0,1 0 1,1 1-1,2 0 0,0 0 0,0 0 0,1 1 1,0 0 139,-4 1 0,0 0 1,1 1-1,1 0 1,0 1-1,0-1 1,1 1-1,0 0 1,0 0-1,0 0 1,-1 1-1,0-1-59,-1 1 0,-1-1 0,0 1 0,-1 0 0,1 0 1,-1 0-1,1 0 0,0 1 0,1 0 0,1 0 1,1 0-1,1 1 41,-5-1 1,1 1-1,2 0 1,0 0-1,1 1 1,0-1 0,1 1-1,0 0 1,0 0-1,0 0 1,-1 0-1,0 1 1,0 0 0,-2 0-1,0 0-118,3 1 1,1 0 0,-2 1 0,1 0 0,-1 0-1,0 1 1,-1-1 0,0 1 0,-1 0 0,1-1-1,-2 1 1,1 0 0,-1-1 124,-1 0 1,0 0 0,-1 0 0,0 1-1,0-1 1,-1 0 0,0 0 0,0 0-1,-1 1 1,1-2 0,0 1 0,0 0 23,6 0 0,1 1 1,0-1-1,0 1 0,0-1 1,0 1-1,-1-1 1,-1-1-1,-1-1 0,-2 0 1,-2-1 29,8-1 0,-3-1 0,0-2 0,-2 0 0,-1 0 0,-2-1 1,-2 1-1,-1 0-6,13-1 1,-3 1 0,-3 0 0,-1-2 0,-1-1 39,-4-2 1,2-2-1,-2-1 1,-8 1 0,-10 1-85,10-6 0,-15 3 0,-31 7 0</inkml:trace>
  <inkml:trace contextRef="#ctx0" brushRef="#br0" timeOffset="35483">17549 4837 8673,'-56'1'179,"1"1"0,0-1 0,0 1 1,0 0-1,-1-1 0,-5 1 0,1-1 1,0-1-1,0 1 0,0 0 168,-1-1 0,0 1 1,-1-1-1,2 0 1,2 1-373,-5-2 1,3 1 0,1 0-1,2 0 122,-11 0 0,2 1 1,4 0-110,12 2 1,2 0 0,4 2 206,-2 1 0,5 3-184,-4 6 626,44 1-369,38 3-69,1-9 0,9-2-69,-1-2 1,6-2 0,4 0-414,0-2 0,4-1 0,3-1 0,3 1 362,-11-1 0,2 0 1,1 0-1,2-1 0,2 1 1,0 0-291,-7 1 1,1-1 0,1 0 0,1 0 0,1 1 0,0 0 0,1 0 0,0 0 218,-3 1 1,2 0 0,0 0-1,0 0 1,1 1 0,0 0 0,1 0-1,-1 0 1,1 0-9,2 0 1,1 0 0,0 1-1,0 0 1,1-1 0,-1 1-1,1 1 1,-1-1 0,1 0 10,-6 0 1,-1 0 0,1 0 0,0 0-1,-1 1 1,1-1 0,0 1 0,0-1 0,0 1-1,0-1-2,0 1 0,0-1 0,0 1 0,0-1 0,0 1 0,0 0 0,0 0 0,0-1 0,0 1 0,0 0-194,0 0 1,0 0 0,1 1 0,-1-1 0,0 0 0,0 0-1,1 1 1,-1-1 0,-1 1 0,1-1 180,4 1 1,0 1 0,0-1 0,0 0 0,0 1 0,-1-1 0,0 1 0,0-1 0,-1 0 8,4 1 1,0 0-1,-1 0 1,0 0 0,-1-1-1,0 1 1,-1-1 0,-1 1-117,4-1 1,0 0 0,-2 0 0,1 0 0,-2 0-1,0-1 1,-1 1 122,6-1 0,-1 1 0,-2-1 0,1 1 1,-1-1-1,0 1-10,-2-1 0,-1 1 1,0 0-1,0 0 0,-1 0 1,1 0 6,-3 1 0,0 1 1,0-1-1,0 1 0,-1-1 1,0 1 131,-2 0 0,0 0 0,-1 0 0,0 0 1,0 0-1,-2-1-121,5 0 0,-1 1 0,0-1 0,-2-1 1,-1 0 399,5 0 1,-2-1 0,-2 0-1,-2-2-508,1-1 1,-2-2-1,-6 0-59,-2-2 1,-7-1 0,-2-2-1,-30 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13:39:11.7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1407 2993 19826,'4'-33'3027,"-1"0"1,-1 3-2799,4-34-223,-7 69 44,-10 50-238,1-7 1,-1 5-1004,4-9 0,0 2 0,3-1 625,4 18 1,3-5 0,-4-18-1,5-7 1,17-1 0</inkml:trace>
  <inkml:trace contextRef="#ctx0" brushRef="#br0" timeOffset="401">1631 2671 14253,'-2'-9'9034,"0"2"-8619,2 7-202,-35-29-79,21 58-44,-18-13-76,32 16 0,12 4 254,16 12 186,2-32 207,-4-33-151,-26-29-370,-10-1-22,-15-1-236,-1 28-296,4 23-2292,3 38 2027,14-8 1,3 1 0,-4 16-1,6-6 1</inkml:trace>
  <inkml:trace contextRef="#ctx0" brushRef="#br0" timeOffset="819">1841 2967 26194,'-7'37'33,"1"0"1,-3 5 0,2-1-1,5-3 1,1-2 84,-9 28 644,2-45-460,15-40-100,15-25-46,2 3 1,6-2-121,3 8 1,3 4-20,2-3 0,3 7-15,7 12 1,2 10-23,-6 14 1,-2 8-138,2 6 0,-6 10-3120,-14 6 0,-6 8 0,-3-4 2549,0-6 0,-4 0 0,-3 12 0,-5-9 1,-2-29-1</inkml:trace>
  <inkml:trace contextRef="#ctx0" brushRef="#br0" timeOffset="1385">2748 3032 21931,'-4'-56'1006,"-1"0"0,0 0 0,1 10 0,0 1 1,2 4-932,0 1 1,5 11-76,11 22-40,2 33 1,-2 18-329,-3-4 1,-1 4-1,-2 4-2885,1 12 1,-2 3 0,-1-3 2767,-3-11 1,-1-2-1,-1-3 1,-3 12-1,-1-11 1,0-20-1</inkml:trace>
  <inkml:trace contextRef="#ctx0" brushRef="#br0" timeOffset="1684">2774 3094 18789,'-22'-57'1281,"0"-1"1,0 1 0,6 7-1,1 1 1,6 2-1050,2-12 1,13 7-183,13 16 1,12 11-46,18 14 1,6 16-32,-11 11 0,0 9 0,-3 6-370,2 10 0,-3 6 0,-8 5 265,-8 6 0,-8 5 1,-9-1 128,-11 0 0,-9 0 0,-9-5-125,-8-7 0,-8-3 0,-3-8-1356,1-9 1,-2-7 0,1-5 1482,-3-6 0,5-7 0,-4-8 0,34-16 0</inkml:trace>
  <inkml:trace contextRef="#ctx0" brushRef="#br0" timeOffset="2652">3533 3116 24945,'20'13'678,"26"-6"-575,-9-7 1,1-5 75,-2-4 1,-3-6-68,-7-8 0,-8-4 145,-21-32-114,-12 29 0,-7 3-48,-5 3 0,-4 6-64,-2 6 0,0 7-48,-20 18-28,20 34-42,24-10 1,7 5-645,11 12 0,9 1-1295,1-16 0,5-1 1,5-3-1252,5-3 0,6-5 0,2-5 2170,6-7 1,4-6 0,0-6 4382,4-9 1,0-6 0,-1-6-1324,-4-4 0,-1-6 0,-3-2-1158,-7-1 0,-2-2 0,-6-2-142,3-13 0,-13 0-292,-18 7 0,-12 3-207,-12 10 0,-9 7-123,-12 11 0,-4 10-34,-4 13 0,2 11-28,4 7 1,8 7 214,13 2 0,14 1-221,19-7 1,12-7 53,9-9 0,6-11 100,4-12 1,-3-10 111,-8-5 1,-6-5 308,1-31-225,-23 11-240,-6 21-73,-3 43-25,11 21 0,5 13-61,-2-8 1,3 6-1,0 4 1,0 1-483,1-1 0,1 2 0,0 3 0,-2-1 1,-4 2 413,-4 2 1,-2 3-1,-3-1 1,-3-1 0,-3-2 154,-4 4 0,-3 0 1,-5-5-1,-8-8-117,-5-10 1,-6-5-1,-4-7 1,0-13-167,-12-12 0,-2-16 0,8-13-827,11-22 0,9-15 0,8-4 830,9 16 0,6-2 1,2 0-1,2 2 1,2-11-1,3 1 0,4 8 1,6 8-1,0 0 1</inkml:trace>
  <inkml:trace contextRef="#ctx0" brushRef="#br0" timeOffset="3469">4627 2869 18369,'-9'0'6722,"2"0"-5871,7 0-795,-1-23-11,13 37-37,11 4 1,4 7-37,3 14 0,1 6 2,-2-3 0,1 2 0,-6-1 76,-5 4 0,-9-3 96,-9 19 123,-43-51 28,3-57-213,17-10-98,23 12 0,10 1-62,11 11 0,8 3-400,13 1 0,4 6-1062,3 6 1,1 6-1157,-4 5 0,-2 3 632,17 5 5485,-31 1 2049,-18-15-3875,-11 1-455,-5-7-755,-1 9-410,0 12 1,8 10-1,36 14 34,-10-18 1,3-3-7,9 1 1,0-6 13,1-12 1,-5-8 14,3-27-6,-26-12 17,-39 6-34,-6 37 0,-6 9 11,2 4 1,-1 7-29,-16 15 1,4 10-15,19 2 0,9 4-134,5 4 0,13 3-4762,34 9 1,12-6 4429,-20-19 1,2-4 0,15 5 0,-6-7 0,-27-17 0</inkml:trace>
  <inkml:trace contextRef="#ctx0" brushRef="#br0" timeOffset="3887">5987 2871 26206,'-63'11'199,"0"0"1,11 1 0,13 8-116,34 42-31,21-34 0,10-5 3,7-3 0,5-8 28,2-8 0,-1-8 14,-7-9 0,-6-7 33,-9-10 1,-10-3 137,-14-23-143,-10 27 0,-8 7-3,-33 10-98,25 14 1,0 7-38,2 7 1,6 7-48,5 10 1,11 7-998,16 8 1,11 1 1055,11 6 0,5-3 0,-8-17 0,1-4 0,-2-9 0,1-1 0</inkml:trace>
  <inkml:trace contextRef="#ctx0" brushRef="#br0" timeOffset="4874">788 4254 17059,'-42'-3'641,"1"0"0,-16 0 1130,102 13-1245,13-5 0,14 0-388,-15-1 1,6 0 0,5 1 0,4-2-720,-16 0 1,2 0 0,4-1-1,1 0 1,2 0 0,1 1-1,1-1 569,-9 1 1,0-1 0,2 0 0,1 0 0,1 1 0,1-1 0,1 1 0,0-1 0,1 1-1,0 0-156,-4 0 1,1 0-1,0 0 1,1 0-1,1 0 1,0 1 0,1-1-1,0 0 1,0 1-1,0-1 1,1 1-1,-1 0 43,-2-1 0,1 1 0,0 0 0,1 0 0,-1 0 0,1 0 1,0 0-1,0 0 0,0 0 0,0 0 0,-1-1 0,0 1 0,0-1-294,-1 1 1,-1-1 0,0 0-1,1 1 1,-1-1 0,1 0 0,-1 0-1,-1 0 1,1 0 0,-2-1 0,1 1-1,-2-1 1,0 0 418,4 0 0,0 0 0,0 0 0,0 0 0,-1-1 0,-1 0 0,-1 0 0,-2 0 0,-1 0 0,-3 0 0,-2 0 0,16-1 0,-3 1 0,-4 0 0,-2-1 0,-3 0 0,-3-1 0,-1-3 0,-1 1 0,1 0 0,-1-1 0</inkml:trace>
  <inkml:trace contextRef="#ctx0" brushRef="#br0" timeOffset="5539">7024 2513 16572,'-28'47'1042,"-1"-1"1,0 1 0,5-1 0,2-1 0,8-4-505,11 20 638,34-16-397,15-58 100,4-25-669,-35 5 0,-8-3-109,-7-23-73,-26 9-196,-9 35-2190,-2 42 2358,5 19 0,6-4 0,19-4 0</inkml:trace>
  <inkml:trace contextRef="#ctx0" brushRef="#br0" timeOffset="5823">7037 3294 13046,'-5'6'5074,"0"-2"-2873,5-4-969,-15 45 771,38-36-866,-22 14-534,24-46-502,-28-14-7982,-41 24 7881,6 12 0,-4 10 0,26 1 0</inkml:trace>
  <inkml:trace contextRef="#ctx0" brushRef="#br0" timeOffset="8435">8861 5772 19171,'11'-34'3402,"0"0"1,3-4-3238,-1 0 0,3 6-92,-1 25-11,-5 52-96,-11 3 1,-4 9-1168,-2 1 1,-1 5-1,1-1 1201,3-8 0,1-1 0,-2-2 0,-7 17 0,2-9 0,16-11 0</inkml:trace>
  <inkml:trace contextRef="#ctx0" brushRef="#br0" timeOffset="8901">9251 5301 12976,'-36'-51'1966,"0"0"0,-1 0 0,-2 6 0,-2 3 0,-3 7-1576,-2 6 0,-3 6 0,-2 13-303,-6 17 1,-2 14 0,3 7-882,5 5 1,4 7-1,1 9 798,11-3 1,0 7 0,1 4-1,3 2 1,4 1-12,7-6 1,2 2-1,2 2 1,2 1-1,2-1 1,2-2 3,-2 7 1,1-2 0,3 1 0,4-1-1,7-1-6,4 4 0,5 2 0,6-2 0,6-6 1,8-8-10,9-12 0,8-7 0,6-6 0,2-4 0,-1-2 31,-3-2 1,0-3-1,2-3 1,0-5-1,3-3 8,1-5 1,4-4-1,1-3 1,-1-4-1,-1-4 1,-5-4 61,-7-3 0,-2-5 0,-2-4 0,-2-1 0,-2-2 0,-2 0-25,4-5 0,-1-1 1,-4-1-1,-2-3 1,-5-2 5,-1-6 0,-2-3 0,-4-3 0,-7 2 0,-8 3-29,-11 0 1,-8 2-1,-7 1 1,-4 2-21,-6-1 0,-6 1 1,-5 3-1,-5 5-245,-5 6 0,-6 5 1,-3 3-1,-1 5 12,-3 3 0,-4 5 0,2 3 1,5 1-1,6-1 0,4 2 1,3 4-1,-7 7 0,0 1 1</inkml:trace>
  <inkml:trace contextRef="#ctx0" brushRef="#br0" timeOffset="9802">10121 5784 11726,'-43'7'2076,"-1"0"1,1 0 0,-6 1 0,7-1-1315,-5 5 358,91-5-1049,-3-5 0,8-2 0,6 0-60,0-1 0,5-1 1,5-1-1,0 0 0,-1 0-514,-2-1 1,-1 1 0,1-1-1,1-1 1,1 0 492,-9 0 1,3 0-1,1-1 1,0-1-1,-1 1 1,-2-1-1,-5-1 76,15-3 0,-4 0 0,-3-2 0,-3-1 290,9-2 1,-4-3 0,-13-3-105,-13-5 0,-18-1 126,-34 2 0,-15 2 11,-10 2 0,-5 5-213,3 4 1,2 3-149,-14-3 1789,41 14-1789,45 17-20,16 4 0,9 4-27,-17-8 1,1 2-1,1 3-739,13 8 0,2 3 1,-9 2 757,-7 5 0,-8 0 0,-3-9 0,-10-2 0,-25 5 0</inkml:trace>
  <inkml:trace contextRef="#ctx0" brushRef="#br0" timeOffset="27837">12061 5610 16398,'-3'-1'2660,"10"-32"1,12-12-1944,21-5-465,-4-3 0,5 1-163,-1 26 1,2 10-107,2 7 1,-1 11-71,-4 13 0,-7 11-17,-12 20 1,-15 9 103,-13-8 0,-11 4 0,-4-1-171,-8 5 0,-5 0 1,-2-3 213,-1-4 0,-2-3 0,3-3 108,-8 4 0,14-7 381,35-4-462,28-32 0,13-10-136,-4 0 1,4-3 0,2-2-478,9-4 0,4-3 0,0-2-139,-12 2 0,1-1 0,-1-2 0,0-1-1227,-1-2 1,0-3-1,-1 0 1,-2 0 1486,6-6 0,-3-1 0,-4 2 0,2-4 0,-8 4 0,-3-3 0</inkml:trace>
  <inkml:trace contextRef="#ctx0" brushRef="#br0" timeOffset="28203">13023 4926 16133,'-64'-9'535,"0"-1"1,0 1 0,0 0 0,0 0 0,5 5 0,0 0 0,1 3 0,2 5 0,3 5-350,-5 10 0,3 8 0,3 4 0,0 5-607,8-2 1,1 3 0,0 3-1,2 3 1,1 1 482,-1 4 1,0 3 0,2 2 0,2 1 0,2 1-49,8-7 1,0 1 0,2 1 0,2 0 0,3 1 0,3 0-15,1 6 0,2 1 0,4 0 1,6-1-1,8-3 5,11 6 1,10-1-1,7-5 1,7-6-41,1-13 0,7-3 1,5-6-1,2-3 1,2-5-79,-3-5 0,3-5 1,2-3-1,2-3 0,-1-3 1,0-2 138,2-2 0,1-3 0,0-3 0,0-3 0,-2-3 1,-2-2 28,-2-3 0,-1-2 0,-2-3 0,-1-2 0,-3-3 0,-3-2-6,3-9 0,-4-3 1,-2-3-1,-5-2 0,-5-2-12,-4 0 0,-3-3 0,-5-2 0,-5 0 0,-8 0-44,-8-1 0,-6-2 1,-6 0-1,-6 2 1,-2 4-305,-4 6 1,-4 2 0,-4 2 0,-3 3-1,-3 3 311,-4 2 0,-6 3 0,-1 4 0,0 2 0,3 4 0,-7-1 0,2 6 0,3 5 0,-4 5 0,0 1 0</inkml:trace>
  <inkml:trace contextRef="#ctx0" brushRef="#br0" timeOffset="29224">13655 5566 17406,'-52'8'921,"1"1"0,-1 0 1,-16 0-1,23 1-137,42-3-607,29-8 0,18-5-149,-2 2 0,5-1 0,3-2-359,-1 1 0,3-2 0,2 0 0,0-1 288,4 0 1,2-2 0,0 0 0,-2-1 66,-4 0 0,-1 0 0,-1-1 0,-4-1 285,3 0 0,-4-2 0,-7-2-219,-6-4 0,-17-1 122,-58-13 121,1 20 1,-5 3-74,-2 2 1,1 3-172,9 2 1,7 3 1057,11 0-1057,55 6-90,-1 6 0,5 4-51,16 5 1,4 5-38,-16-3 0,1 3 1,-2 1-182,-4 1 0,-2 1 0,-5 2-1339,1 14 1,-12 3 1607,-16-9 0,-9-3 0,-16 11 0,-5-21 0</inkml:trace>
  <inkml:trace contextRef="#ctx0" brushRef="#br0" timeOffset="39178">15758 5304 11642,'-8'1'8845,"-22"-52"-7753,19 16-944,-3 3 0,3-2 122,13-5-253,16 15-62,19 2-23,18 16 12,-15 20 0,-1 6 11,-10-1 0,-4 3 0,4 12 1,-10 4 18,-19-1 1,-11-1-1649,-10 4 1,-5-3 1729,1-4 0,-2-4 118,-5-3 0,2-7 274,0-11-263,12-14-163,21-10-16,23-1-51,28 12-22,3 16-12,-17 9 1,-4 8-45,-12 5 0,-9 4 1740,-6 5 1,-11 0-1657,-13-3 0,-11-5-138,-13-7 0,-8-8-924,-4-9 1,-1-10 421,5-11 1,3-4 0,-13-4 0,28-11-1</inkml:trace>
  <inkml:trace contextRef="#ctx0" brushRef="#br0" timeOffset="39993">15922 4740 16880,'-59'-5'563,"1"0"1,0 0-1,-1 0 1,5 16-1,-2 5 1,0 6 0,3 6-1,4 7-527,13 2 0,3 8 0,2 5 0,2 3 0,1 1 0,1 0 0,0-4-7,-3 0 0,1 0 0,0-1 0,3 0 0,2 3 0,4 2-3,3 1 0,-1 5 1,2 2-1,4-1 1,7-1-1,9-6 1,12-7-40,17-6 1,17-7 0,10-5 0,7-4 0,0-2 0,-4-1-1,-9 1 72,1 6 0,-7-1 0,1-4 0,8-3-516,-7-8 0,6 0 1,4-2-1,3-1 0,0-4 1,-3-3-1,-3-6 1,-8-6 610,6-13 1,-4-10-1,-6-6 1,-2 0-1,-5 4 225,3 2 0,-5 2 1,-1-10-210,-4-5 1,2-12 0,0-5 0,-3-2 0,-5 4 0,-6 8-770,-7 2 1,-7 6 0,-2-6 659,1-3 1,0-8 0,-2-2 0,-5 0-1,-10 6 74,-12 3 0,-11 2 0,-5 3 0,0 2 0,5 4-223,3-6 1,2 6-1,-8 0-1879,-8 5 1,-10-2 0,-5 1 0,5 8 0,11 11 1184,8 14 1,3 8 0,-21 1 0,12 2 0,34-2 0</inkml:trace>
  <inkml:trace contextRef="#ctx0" brushRef="#br0" timeOffset="55603">15258 8420 16790,'4'-41'3338,"1"-1"1,2-2-3026,1-5 1,1 3-141,0 21 1,0 19 78,-10 42-165,-9-2 0,-2 4-40,-5 13 1,0 3-40,-1 1 1,2-1 19,4-9 0,6-4 336,23 5 79,40-55-292,-15-13 0,2-8-17,4-8 1,-1-3-46,-4 2 1,-4 2-85,-14 10 1,-3 6-23,0 10-11,-14 55 17,-8-4 0,-2 6-202,1-1 0,-1 4 1,1-2-430,1 13 1,3-2-1785,3 2 1,8-9 2425,26-16 0,-10-14 0,-4-24 0</inkml:trace>
  <inkml:trace contextRef="#ctx0" brushRef="#br0" timeOffset="56113">15988 7948 14174,'-48'-33'1216,"-1"1"0,1 0 1,0-1-1,-9 4 0,-2 1 1,0 5-1,4 8-1071,2 8 1,2 8 0,-2 6-542,-3 3 1,-4 5-1,-1 4 1,4 5 421,2 4 1,3 4-1,1 5 1,0 3-233,7-3 1,1 3-1,0 3 1,2 2 0,3 2 211,2 3 1,3 4 0,1 1 0,4 1-1,4 2-19,3 1 1,2 1 0,5 2 0,4-1 0,5-1-32,6-3 0,4 0 1,4-1-1,6-2 0,4-4-51,13 6 0,7-3 0,7-6 0,4-7 86,-3-14 0,5-4 0,3-6 0,1-4 0,2-4 2,-6-4 1,3-5-1,0-3 1,1-3-1,0-2 1,-2-1-139,0-1 0,0-3 0,-1-2 0,0-2 1,-2-1-1,-1-2 235,5-5 1,0-2 0,-3-2 0,-2-2 0,-4-3 39,3-8 0,-4-3 0,-3-3 0,-6-1 42,-6 1 0,-5-1 0,-3 0 0,-4-1 82,-2-14 0,-7 0 0,-5 1 218,-8 6 0,-5 2 0,-5 2-388,-3 7 0,-5 3 0,-4 2-688,-8 1 1,-4 3-1,0 3-267,-12-6 0,0 4 644,-2 4 0,4 6 1,6 5-1,16 14 0</inkml:trace>
  <inkml:trace contextRef="#ctx0" brushRef="#br0" timeOffset="56950">15790 6800 11385,'6'-52'2457,"0"1"1,0-1-1,0 1 1,12 14-1148,-23 70 1,-11 41 0,-1 6-1291,6-27 1,0 6-1,-1 3 1,0 0-1,1-3 1,0-6-21,-1 12 0,0-7 0,-2 5-1957,-1-7 0,-3 7 0,-1 0 0,2-7 0,5-14 1106,-1 4 1,-3 13 0,4-15-1,12-43 1</inkml:trace>
  <inkml:trace contextRef="#ctx0" brushRef="#br0" timeOffset="57221">15887 6356 11715,'4'-9'-1260,"-1"2"1260,-11 13 0,6-4 0,-6 4 0</inkml:trace>
  <inkml:trace contextRef="#ctx0" brushRef="#br0" timeOffset="57785">15894 6340 10119,'-44'44'1228,"0"1"1,0 0 0,0-1 0,1 1-1,2-6 1,1-3 0,3-1 0,7-2 1717,-5 20 1,19-22-2849,30-59 0,18-19-90,1 19 0,10-1 1,3 1-1,-6-1-8,-2-9 0,-4 0 0,11 6-1639,2 16 1,11 3-1,6 4 1,-1 3 0,-6 3-1,-13 3 433,-3 5 1,-3 4 0,27 4-1,8 2 1,-31-2 0,-40-8-1</inkml:trace>
  <inkml:trace contextRef="#ctx0" brushRef="#br0" timeOffset="62820">15884 3653 15771,'-2'-54'828,"0"1"0,-1 0 0,1-1 1,-1 1-1,2-12 0,-1-1 1,2 4-1,1 12-97,1 10 0,1 6-379,5-23-324,-5 41-3,-5 40 1,-2 18-4,3 1 1,0 7-325,0-5 1,0 7 0,0 4 0,1 1 320,1-3 0,0 3 0,0 1 0,0 2 0,-1-1-268,0 3 0,-1 2 0,-1-1 1,1 1-1,0 0 228,0-2 1,0 1 0,0-1 0,1 0 0,-1-1-1223,2-5 1,-1 0 0,1 0 0,0-4 0,0-5 1242,1 2 0,0-6 0,1-1 0,4 18 0,2-12 0,0-28 0</inkml:trace>
  <inkml:trace contextRef="#ctx0" brushRef="#br0" timeOffset="63928">15973 1772 20974,'-16'-63'2056,"-22"21"-2009,8 49 1,-6 10-31,-12 1 0,-2 3-9,6-2 0,2 1 23,5-4 0,6-1 14,6 4 22,17 0 34,4 28-28,1 1-73,0-14 0,2 0 61,3 10 118,1-12 1098,2-17-559,-2-13-450,1-9-195,6-11-67,26-8-29,5 2 1,-7 13 0,2 5 2,2 10 0,-3 6-41,22 17-91,-36 17 1,-12 6-48,-11-16 0,-8 0-260,-10 17 0,-5-5-163,-13-9 622,-5-22 0,2-5 0,17-4 0,-31 0 0</inkml:trace>
  <inkml:trace contextRef="#ctx0" brushRef="#br0" timeOffset="64664">15725 1325 11799,'-48'-15'2457,"1"0"1,-2 37-1,-3 17 1,0-9-2070,7-24 1,0-7 0,1 15-300,10 15 1,-1 13-1,0 10 1,1 5 0,3 1-1,5-3 1,4-8-292,0 13 1,9-5 0,6 10 204,5-15 1,3 8-1,1 5 1,4 3 0,1 0-1,1-3 1,3-5-1,1-10 52,8 20 1,4-12-1,20-8 5,-2-21 1,15-2 0,8-3 0,7-4 0,1-3 0,-2-4 0,-6-5 0,-9-5 56,2-8 1,-8-8 0,-1-6 0,7-4-20,-5 3 0,7-4 0,3-3 0,3-2 0,-2-3 0,-5 0 0,-6-1 0,-9 0-761,-1-15 1,-12-2 0,-4-1-1,-1 0 727,2-1 1,-1 0-1,-3-1 1,-4 3 126,1-4 1,-4 1 0,-12 0-120,-13-2 1,-11 0 0,-12 6-120,-10 15 1,-12 5 0,-5 2 0,6-1-436,14-2 0,3-2 0,-2 3 0,-8 9 482,-6 13 0,-11 8 0,-5 6 0,2 3 0,6 0 0,14 0 0,1 0 0,6 4 0,-13 13 0,1 0 0,0 0 0</inkml:trace>
  <inkml:trace contextRef="#ctx0" brushRef="#br0" timeOffset="65832">15823 3029 10942,'5'-50'9830,"-10"47"-8743,-20-1-953,-5 36 1,-4 16-2152,-4-2 1,1 0 2083,5-8 0,3-6 1874,-1-5-1549,37-55 0,17-27 0,-2 6-331,-8 19 1,2 1 34,11-11 1,7-9 0,6 4-1,0 16-290,6 25 0,3 14 0,0-1-2163,-1-9 1,-1-2 0,0 6-732,-2 8 0,0 6 0,-10-1 3088,3 10 0,-30-20 0,-3-3 0</inkml:trace>
  <inkml:trace contextRef="#ctx0" brushRef="#br0" timeOffset="67159">16766 5301 8786,'-3'1'7903,"-22"2"-6940,19-2 724,-7 2-741,54-13-778,-3 3 0,5-2-81,15-3 0,6-1-164,-17 4 0,2 0 0,-1 0 73,-1 1 0,-1 0 1,0 1 14,15-2 0,0 0-1062,-16 2 1,0 0-1,-4 0 1068,-1 1 0,-2 1 36,13-4 0,-6 1 407,-15 3-225,-3 0-650,-22 5 415,-6 0 0,0 0 0</inkml:trace>
  <inkml:trace contextRef="#ctx0" brushRef="#br0" timeOffset="68412">19024 4780 12001,'-23'-25'1966,"0"1"0,-12 40 0,-8 24 0,-3 6 0,3-10-1628,1-17 0,0-6 0,0 8-322,3 10 1,-2 8 0,0 6 0,4 1 0,7 1 11,3 7 0,6 3 0,6-1 0,10-7 5,16 8 1,8-2-16,-16 2 1,-2 4 0,15-17 157,44-23 1,8-23 5,-32-4 0,-5-11 375,2-26 0,-10-6-439,-12-3-131,-47 30 0,-24 7 0,8 11-2675,-6 33 2122,11-10 1,-6 2 0,15 2-1,24 14 1,12-14 0</inkml:trace>
  <inkml:trace contextRef="#ctx0" brushRef="#br0" timeOffset="69106">19073 4358 12690,'-37'-27'1630,"1"0"1,-1 0 0,-10 17 0,-7 8 0,-1 6 0,7 7-1435,0 11 0,5 11 0,-3 11-142,15-8 0,-4 8 0,-2 7 0,-1 4 1,1 2-1,1 1 0,2 0 0,4-4 1,5-4-356,-2 10 0,6-4 0,3 0 0,3 2 0,1 6 304,3-10 0,-2 5 0,1 5 0,1 2 0,2-1 0,2-1 0,4-3 1,4-7-1,5-7-9,8 9 0,6-8 1,9-7-1,11-6 18,2-14 1,11-5 0,9-4-1,4-3 1,2-4 0,-2-3-1,-4-2 1,-9-2 61,8-4 0,-8-6 1,0-4-1,6-5-2,-6 1 1,7-3 0,4-3 0,1-3 0,-1-1 0,-5-2-1,-7 0 1,-10 0 121,-2-6 1,-9-1 0,-9-3 0,-5-7-53,-11 0 1,-5-8-1,-6-5 1,-4-1-1,-2 1 1,-1 5-1,1 8-1071,-7-10 1,-2 10-1,-10-4 894,-2 4 1,-8-6-1,-4-2 1,-4 3-1,1 8 1,4 15-3243,-10 12 0,2 15 0,-1 1 2980,-6-7 1,0 2 0,7 5 0,7 8 0,11 5 0,15-1 0</inkml:trace>
  <inkml:trace contextRef="#ctx0" brushRef="#br0" timeOffset="69981">17646 4785 10881,'-46'-12'9830,"43"17"-7914,-17-2-1704,65 23-134,-1 4 1,15 11-1,-3 5 1,-18-2-9,-27 11 0,-7 4-112,19-6 0,11 6 0,-6 0 0,-19-10-2289,-41 2 1,-15-8-1952,10-8 1,9-6 4281,21-11 0,7-15 0,0-2 0</inkml:trace>
  <inkml:trace contextRef="#ctx0" brushRef="#br0" timeOffset="70509">17575 5108 12522,'-42'-3'1992,"-1"1"0,0-1 0,18 2-1039,28 1 419,9 2-1076,-1 0 337,24 0-87,25-1 1,4-1-581,-7 1 34,7 0 0,-12 1 0,-45-1 0,-6 3 0</inkml:trace>
  <inkml:trace contextRef="#ctx0" brushRef="#br0" timeOffset="83071">1894 9666 19098,'-45'-20'943,"-1"-1"1,0 0 0,-16 3 0,6 18-927,13 34 0,11 18-656,16-10 0,5 5 0,2 5 0,2 3 512,0 2 1,2 4-1,1 3 1,0 2-1,0 1-482,-1-10 0,1 2 1,-1 1-1,0 1 0,0 0 1,-1 0-1,0-2 565,-1-1 1,0 0 0,-1-1 0,0 1 0,-1-2 0,-1-2 0,-1-1 312,-3 8 1,-1 0 0,-2-2 0,-2-7 0,-3-6 174,-10 3 0,-5-8 0,2-23-248,-10-41 0,6-26-122,16 1 1,6-9 0,7-3-205,7 8 1,5-3-1,4-1 1,3 2 143,4-2 0,3 1 0,3 1 0,4 2-20,3 4 0,3 1 1,3 2-1,3 3-143,1 4 1,2 2 0,3 2 0,0 2-61,2 3 0,2 1 1,0 2-1,1 1 161,-2 2 1,1 1-1,0 1 1,-2 2 487,4-1 1,-1 3-1,-6 1-255,5-5 0,-19 11 2138,-30 14-1970,-32 27-224,-3 17 0,21 3 1064,32-15-711,29-30-160,-14-18 0,1-8 92,4-9 1,-2-7-40,-6-5 0,-5-3-118,-5 3 1,-6 1 68,-14-18-169,-12 27-197,-2 21-32,-5 29-623,-4 18-2288,12-7 1,2 2 2134,-6 22 0,9-18 0,13-22 0</inkml:trace>
  <inkml:trace contextRef="#ctx0" brushRef="#br0" timeOffset="83466">2435 9948 20627,'-7'-6'3612,"2"0"-3567,5 6-50,53 37-4348,-13 12 4227,-1-5 0,-4 5 558,-19-2 1,-13 0-108,-16-11 0,-8-7 162,-22-2-274,10-38 0,6-15-185,19-8 0,13-6-404,21-12 1,14 1-2333,3 9 1,5 6 2707,5 1 0,-1 8 0,6 4 0,-36 17 0</inkml:trace>
  <inkml:trace contextRef="#ctx0" brushRef="#br0" timeOffset="84468">4451 9799 16796,'0'-3'2335,"28"-21"1,13 0-3487,-8 21 1145,24 5 1,-5 13 519,-41 46 1191,-13-19 1,8 0-1704,25-9 1,13-2-1,-16 0-97,-35 5 0,1-2 33,54 6 1,-6-4-214,-63-5 1,-18-6-2311,-9-8 0,-2-7 2119,11-1 1,2-1 0,2-1 0,5-2 0,6-3 0</inkml:trace>
  <inkml:trace contextRef="#ctx0" brushRef="#br0" timeOffset="86188">4419 9923 10276,'13'-37'4915,"-1"1"0,-7-14-3280,37 29-1529,-10 19-1363,0 24 1,7 16 0,-5-6 1430,10 2 775,-25 10 0,-6 11 0,-11-14-764,-21-21-112,-14 6 0,7-11-68,26-19-16,19-4 33,13 3 1,5 3-57,19 4 26,-10 21 0,-6 8 19,-18 3 106,-44 3 1,-23 8 0,1-13-88,9-22 1,-3-5 1129,-12 12 1,-8 3 0,9-10-1026,-12-32-3877,48 14 3742,15-4 0,15 10 0,0 0 0</inkml:trace>
  <inkml:trace contextRef="#ctx0" brushRef="#br0" timeOffset="87432">4445 9972 10349,'-5'-5'7936,"2"1"-6725,3 4-394,10-33 236,29 8-936,1-16-72,21 23-62,-19 20 40,-2 15 27,-9 3-27,-6 3 268,-7 8-179,-11-16 320,-8 28-158,-25-9-195,3 1 100,-10-4 168,7-21-201,5-6 22,-9-5-12,10-1-72,8-1-44,5 1-63,9 0 46,5-1-7,4-1-10,19-5 33,3 2-50,10 0 11,6 7 0,-14 8-17,-1 5 6,-12 6 39,-9 1-39,4 36 128,-20-6 17,-17-12 1,-9-5-62,-4-11 0,-8-8-1180,-3-9 1,-6-6 0,5-1 1078,8 1 0,3-3 28,-11-10 0,11 0 0,29 10 0,-1-5 0</inkml:trace>
  <inkml:trace contextRef="#ctx0" brushRef="#br0" timeOffset="89266">2073 10898 6899,'-24'-3'5219,"14"2"-49,-42 7-4223,36-1-662,-24 4-5,33-6 1093,10-1-337,31 4-969,8-3 0,18 1 0,9 0 1,1-1-1,-9 0-65,-11 0 1,-6 0 0,4-1 0,14 0-262,-19-2 0,6 1 1,8-2-1,5 1 0,4 0 1,4-1-1,2 0 1,3 0-1,0 0 0,0-1 1,0 1-1,-2-1 1,-3 1-1,-3-1 0,-5 1 1,-5-1-1,-7 1 251,20-1 1,-10 0-1,-6-1 1,0 1 0,5-1-1,9-1-264,-15 2 1,6-1 0,6 0 0,5-1 0,2 0 0,3 0 0,0 0 0,1 0 0,-3 0 0,-2 0 0,-4 1 0,-5-1 0,-7 1 0,-7 1 0,-9-1 69,33-1 1,-14 0 0,1-2 0,2-2 0,-18 6-1,-24 6 1</inkml:trace>
  <inkml:trace contextRef="#ctx0" brushRef="#br0" timeOffset="90256">6629 9644 11850,'-46'-2'4909,"0"0"0,9 3-4820,-13-3 1,12 4 482,38 3 498,11-2-975,1-1 40,-2-7 89,-9 2-252,-1-3 50,-10 14-11,-7 9 17,-4 14-45,9 15 6,29-2 263,8-10 347,11-27-100,-19-43-375,-13 6 21,-16-16-178,3 34-533,-3 44 1,1 12 0,5-22-1,-1 21 1,1 1 0</inkml:trace>
  <inkml:trace contextRef="#ctx0" brushRef="#br0" timeOffset="90487">6460 10222 18638,'-27'53'4980,"59"-39"-3726,-33 23-508,38-62-10577,-72-4 7989,13 6 1,-20 17 0,43 5 0</inkml:trace>
  <inkml:trace contextRef="#ctx0" brushRef="#br1" timeOffset="97014">12507 4418 19580,'-2'-6'3831,"1"1"-3557,1 5 790,51 102-179,-8-93-675,9 24 0,3-12-123,-13-49 0,-2-16-45,3 3 0,-1-2-14,-3-5 0,4 6-4557,7 18 1,0 8 3849,2-3 1,-14 13 0,-10 7-1,-28 8 1</inkml:trace>
  <inkml:trace contextRef="#ctx0" brushRef="#br1" timeOffset="103586">16041 9235 22408,'-6'-32'347,"1"0"1,-3 5-287,8 69-36,1-6 1,1 2 119,12 25 449,2-20 173,38-66-529,-23-6 0,0-7-104,7-9 1,0-4-81,-11 14 0,1-1 1,-3 3-89,3 0 1,-2 3-452,-2 2 0,1 8 485,10 18 0,-20 3 0,0 12 0</inkml:trace>
  <inkml:trace contextRef="#ctx0" brushRef="#br1" timeOffset="106188">15836 1623 7399,'-32'-37'0,"0"-1"0,0 1 0,-6-8 0,0 0 0</inkml:trace>
  <inkml:trace contextRef="#ctx0" brushRef="#br1" timeOffset="120934">7612 9878 15614,'-2'-6'5461,"0"1"-5422,-4 1 398,3 19-219,-3 5-22,5 17-56,5-8 247,0-11 649,0-12-179,-2-6-527,-4 0-352,-6-3 28,-4 0 10,-4-4 52,2-3 44,6-6 39,1-3 6,2 1 134,2 4 85,0 7-259,3 3-234,0 2 66,0 14 85,3 32-93,-3-5 0,1 4-767,0 15 0,0 3 826,1-17 0,0 1 0,-1-4 0,0-1 0,-1-4 0,4 21 0</inkml:trace>
  <inkml:trace contextRef="#ctx0" brushRef="#br1" timeOffset="121353">7683 9621 18128,'-5'-5'4342,"2"1"-4297,-39-16 67,29 51-68,-20-9-13,37 9 0,10 4 249,18 11 526,4-29-285,-3-35-90,-14-27-39,-13-15-156,-15 6-309,-6 22-258,-3 26-861,0 40-4964,8 30 6156,9-27 0,1 0 0,3 17 0,7-26 0</inkml:trace>
  <inkml:trace contextRef="#ctx0" brushRef="#br1" timeOffset="121788">8005 9899 17882,'0'-4'5086,"0"0"-5013,0 4 45,-13 5-29,17 48-53,-8-17 1,1 4-1,6 17 1,2 3 16,-3-9 0,-2-4 832,0 14-51,4-51-458,9-58-203,-1 7 1,2-4-56,4-10 0,3 1-79,-1 4 0,3 5-42,-1 10 0,2 7-8,24 6-6,-16 31 1,1 10-222,-4 3 0,-1 6-3451,9 22 0,-5 4 3689,-11-17 0,-5-2 0,-1 1 0,-4-5 0,-5-10 0</inkml:trace>
  <inkml:trace contextRef="#ctx0" brushRef="#br1" timeOffset="122284">8977 9724 17909,'0'-6'5764,"0"2"-5761,-2-12 14,13 53-179,1 11-953,-4-2 0,1 10 1,-1-1-1226,-1-6 1,-1-1 0,-1 1 1734,0 6 1,0 1 0,-1-7 0,-2-8 0,0-7 0,0 6 0</inkml:trace>
  <inkml:trace contextRef="#ctx0" brushRef="#br1" timeOffset="122683">9045 10293 16695,'-20'-52'1139,"1"0"0,0-1 0,-1 1 0,1 0 0,-6-3 1,-2 0-1,6 4 0,18 6-2877,24 1 1,16 7 0,2 8 1737,-3 9 0,8 7-317,8 6 0,12 3 0,1 5 0,-11 4 303,-5 5 0,-9 13 13,-8 16 1,-1 16-1,-9 3 1,-15-8-3,-35 6 0,-21-6-133,15-18 0,-7 1 0,0-2 0,2-5 0,-11 9 0,1-12 0,-4-30 0,0 0 0</inkml:trace>
  <inkml:trace contextRef="#ctx0" brushRef="#br1" timeOffset="123994">9664 10088 17658,'13'19'2562,"14"6"1,3-10-1591,-6-38 0,0-6-704,28 22-61,-46-29 1,-12-16 0,-4 9-147,-11 7-95,-11 50 1,-10 22-1,8-1 1,4 16-440,31-7 1,10 14-1,5-1 1,-1-14 0,13-3-1,13-16 1,0 0 0,0 0-1</inkml:trace>
  <inkml:trace contextRef="#ctx0" brushRef="#br1" timeOffset="125060">10221 10112 9957,'1'-4'9611,"-1"1"-7791,12-33-464,-18 10-818,6-23-208,-26 23-263,-13 16-55,-9 18-35,1 13-8,23 7 1,6 4 24,2 16-50,15-12 0,7-2 101,21-1 78,13-10 79,0-30 1007,-5-45-867,-17 14 90,-3-25-40,-15 38-426,0 9 6,7 21-11,15 44 41,-9 2 1,-2 10-37,-2-13 1,-1 4 0,-3 4-128,-5-7 1,-3 5 0,-2 2-1,0 0 1,-2-3 49,-1 4 1,-1-2-1,-2 0 1,-2-1 115,-1 4 1,-2 0-1,-2-2 1,-1-7 81,-10 18 0,-4-25 42,-23-58-118,25-8 33,19-17 1,7-14 0,5 2-1708,11-12 1,4 3 1634,-9 1 0,6-1-3249,16 5 0,9-2 0,-2 11 3168,-13 23 0,2 3 0,15-19 0,-2 5 0,-16 19 0</inkml:trace>
  <inkml:trace contextRef="#ctx0" brushRef="#br1" timeOffset="125577">10526 10040 17036,'-11'-8'5507,"2"2"-5429,12-7 12,21 28-51,16 19-121,-15 18 1,-4 11 64,-7 0 1,-6 0 63,-1-5 1,-9-5 221,-9-11 0,-6-15 291,-6-30-196,1-37-238,24-3 0,6-4-126,-3 11 0,4 0-51,14-12 1,7 8-689,21 15-1426,-18 15 0,0 3 2165,24 9 0,-22 2 0,-18 2 0</inkml:trace>
  <inkml:trace contextRef="#ctx0" brushRef="#br1" timeOffset="126102">11044 10111 15793,'-1'-10'7853,"0"2"-7820,-7-1 35,5 20-18,-4 1-67,20 22 129,12-5 163,16-17 38,12-36 3,-30-3 1,-7-6 139,-5-14 1,-7-1-337,-4 13 1,-6 2-132,-26-22-6,1 64 17,-5 27-28,18 1 0,3 5 8,2-3 1,4 1-88,5 10 1,9 0-379,9-12 1,6-5-1194,7-2 1,2-5-1970,24 6-6184,-5-20 9176,-25-12 1,-11 0 0,-5 0-1</inkml:trace>
  <inkml:trace contextRef="#ctx0" brushRef="#br1" timeOffset="126598">11692 9950 23881,'-19'30'171,"-1"1"0,-4 0 293,40 18-111,9-48-241,-3-5 339,-5-29 0,-6-8-299,-8 8-74,4-8 0,-8 1 247,-29 11-246,3 15-107,-14 12-6,9 32-14,13 26 1,12 10-1841,22-10 1,6-1 1402,-11-11 0,-1 1 1,5-6-1,16-4 1,1-11-1,-3-13 1</inkml:trace>
  <inkml:trace contextRef="#ctx0" brushRef="#br1" timeOffset="127258">12392 10010 16555,'-46'8'3677,"1"0"0,15 0-3596,-17 2 0,15 0 65,74-6-129,-10-5 0,3-1-9,13-1 0,3-3 9,7-5 0,-3-4 100,-12-1 1,-4-3 61,-4-2 1,-11-5 175,-28-5 1,-10-1-48,-23-14 129,-12 13 0,-1 4-336,12 8-196,-12-1 78,83 45 6,3-1-36,6 10 0,9 12 1,-7-1-416,-11-5 0,-6 5 38,-9 0 0,0 8 0,-4 0 0,-5-9 0,-10 22 0,-19-22 0,0 0 0</inkml:trace>
  <inkml:trace contextRef="#ctx0" brushRef="#br1" timeOffset="128000">13424 9858 22543,'10'-60'731,"0"0"1,-7 17 0,5 7-749,21 12 0,3 10-11,-4 13-2188,-5 49 1,-14 17 2167,-25-19 1,-9 4 238,11-2 0,0 6 0,-2 1 0,-3-6-193,-5-9 0,-2-4 1,1-1 29,-11 19 0,17-9-2127,53-15 2118,11-25 1,10-10-28,-8 0 1,3-2 0,2-2-535,6-1 1,1-2 0,-1 1 137,-9 1 1,-1 0 0,-3 1 420,9-3 0,-9 1 0,-6 2 0,-24 4 1</inkml:trace>
  <inkml:trace contextRef="#ctx0" brushRef="#br1" timeOffset="135687">15010 10026 15417,'8'-46'1519,"0"1"1,0-1-1,2-11 1,-2 10-1218,-4 23 175,-20 44-315,-7 17 1,-3 9-115,2-2 1,-2 4-1,2 3-200,4-6 0,2 2 0,1 2 0,3-1 155,-1 15 1,5 1 0,10-2-40,9-6 1,8-3-1,9-5-730,13-7 1,10-5 0,4-7 421,-7-10 1,4-5 0,0-2 0,-3-2 0,19 5 0,-4-6 0,-8-9 0,0-1 0</inkml:trace>
  <inkml:trace contextRef="#ctx0" brushRef="#br1" timeOffset="136992">16007 10288 18936,'-8'-17'2480,"2"4"-1460,5 12-667,4-9-90,7-17-140,14-31-89,-8 22 0,3 0-29,4-1 1,4 3-29,3 7 1,2 8-6,3 14 0,0 10 28,-1 13 0,-4 10 14,-7 14 0,-10 9-22,-11-8 1,-8 2 0,-3-1 18,-5 2 0,-4-2 0,-4-1 45,-4-1 0,-3-3 0,-2-3 67,-13 5 1,-1-7 83,13-12 0,2-5-84,-8 0 0,44-17-83,44-10-284,0 2 0,8-1-1222,-9 1 1,4-1 0,-2 0-1261,-4 2 0,0 0 0,-1 0 2726,19-5 0,-7 2 0,-12 2 0,-21 3 0</inkml:trace>
  <inkml:trace contextRef="#ctx0" brushRef="#br1" timeOffset="137236">17015 10361 17081,'3'-8'5277,"-1"1"-5092,-7 5-90,-14 50-4694,1-3 4599,9-4 0,0 7 0,1-5 0,-2 10 0,7-15 0,-1-1 0</inkml:trace>
  <inkml:trace contextRef="#ctx0" brushRef="#br1" timeOffset="137769">17338 10197 16370,'19'41'1916,"-1"0"1,0 0 0,17-67 0,7-26 0,-6 26-1873,-12 60 1,-6 23 0,4-26 46,12-65 1,4-32-1,-11 32-144,-19 71 0,-7 18-669,5 6 722,-6-9 0,0 14 0,-1 1 0,-1-11 0,0-13 0,-1-2 0,-1 22 0,0 0 0</inkml:trace>
  <inkml:trace contextRef="#ctx0" brushRef="#br1" timeOffset="139574">17302 10151 7442,'2'-6'9169,"-1"1"-7260,-1 5-547,16-59 223,-7 28-1370,1-2 1,-2 1 283,-2 12-415,-6 16-123,0 1-68,1 3 91,0 5 105,-1 9 1,-2 12-73,-3 19-12,-1-5 29,0 19-12,4-25-11,-1 28-5,3-36 22,0 26-45,5-29 34,1 1 11,3-9 84,0-8 140,6-4-50,7-1-141,6-3-5,2-2-11,-8 1-11,-2-1-1,-5 1 12,2-1 28,-1-1 61,-2 0 129,-6 2-95,-1-5-78,6-5-68,-1-1-22,5-1 90,-8 7 5,-5 5-11,-3 2-134,-1 0-7181,5-3 7231,1 3 0,0-3 0,-2 3 0</inkml:trace>
  <inkml:trace contextRef="#ctx0" brushRef="#br1" timeOffset="140144">18051 9995 14045,'4'-48'4915,"0"-1"0,-2 12-4142,-3-21 1,-5 1 4,-14 27-347,-2-4-302,5 17-174,18 20 45,22 27 17,4 9-20,5 7 0,3 8-8,-13-14 0,-1 2 0,-1 4-163,-3-2 1,1 4 0,-3 2 0,-3 0 10,-4 3 1,-4 2 0,-3 1-1,-4-2-355,-4-2 0,-3-1 0,-4-1 0,-5 0 518,-11 6 0,-9-1 0,-1-3 0,4-6 0,-4 5 0,0-7 0,6-15 0,0 0 0,0 0 0</inkml:trace>
  <inkml:trace contextRef="#ctx0" brushRef="#br1" timeOffset="146285">881 13883 14594,'7'-35'4464,"0"0"1,-5-16-4185,0 10 0,-5 2-180,-16 7-44,-39 58-50,26 5 0,2 6-4,-9 14 1,4 4-31,7 1 0,9-1-23,11-9 1,12-5 0,43 4 86,-6-42 1,6-12 86,5-11 0,-3-10 84,-2-15 1,-7-7-24,-10-4 1,-11-3-34,-13 1 1,-12 1-71,-8 7 1,-8 6-46,-6 11 0,-5 8-36,0 12 0,0 11-89,-21 33-225,34 8 0,7 6-299,6 1 0,7 1-1037,10 13 1,13-4-329,9-15 1,10-10 1582,12-5 1,6-12 948,4-15 0,-1-14 822,-23-4 0,-3-6 0,-3-2-455,4-10 1,-8-4-309,-8-6 1,-7-1 136,-9-8-453,-3 16-387,-4 30 90,1 43-5,-1 29 5,2-19 0,2 1-20,5-2 1,6-4 21,6-9 1,6-9 47,8-16 1,3-11 137,4-13 0,-4-9 108,-4-9 1,-6-6-126,-9 0 0,-7-1-87,-10 9 0,-6 3-28,-11-8-235,-6 31-1558,8 36 1737,23 22 0,-8-12 0,16-2 0</inkml:trace>
  <inkml:trace contextRef="#ctx0" brushRef="#br1" timeOffset="146535">2095 13405 19882,'-10'-45'1527,"0"0"1,-1 0 0,-2-10 0,0 7-1411,-4 5-77,4 70-32,8 18 0,3 11-68,0-1 1,1 5-1,2 3-926,1-7 1,2 2-1,0 2 1,1-1-1176,0-2 0,1 1 1,0-1-1,1-3 1767,1 5 0,1-2 1,0-6-1,0 1 1,-1-11-1,-3-13 1</inkml:trace>
  <inkml:trace contextRef="#ctx0" brushRef="#br1" timeOffset="146768">1874 13838 23175,'1'-48'229,"0"1"1,16 0 0,13 8-650,8 21 0,8 6 0,2 2 144,3-3 0,1 1 1,-4 1-1,-2 0 1,-3 3-1,21-4 1</inkml:trace>
  <inkml:trace contextRef="#ctx0" brushRef="#br1" timeOffset="147320">2577 13479 19059,'-2'-50'1425,"1"1"0,-1 0 1,-1-16-1,8 17-1358,15 36-27,10 64-88,-15 0 0,-3 10-255,-4-8 1,-2 4 0,-2 1-1115,-1 2 1,-2 2 0,0-2-1715,0-7 0,0-2 0,-1-3 3131,1 2 0,0-8 0,5-1 0,-5-37 0</inkml:trace>
  <inkml:trace contextRef="#ctx0" brushRef="#br1" timeOffset="147640">2626 13742 10842,'-2'-46'1966,"0"-1"0,0 1 0,0-1 0,1-1 0,1 3-527,4-9 1,6 4-1233,5 2 0,7 7-112,11 10 0,7 11-81,10 13 0,4 13-42,-12 7 0,-1 7 0,-1 7-1785,4 18 0,-4 9 1,-5 0 1703,-11-13 1,-4 0 0,-3 1 375,1 6 1,-4 1 0,-13-3-296,-17-8 0,-11-3 0,-8-3 28,-9-6 0,-10-4 0,-2-2 0,8 3 0,10 3 0,4 2 0,-4-4 0,-20-5 0,0 0 0,0 0 0</inkml:trace>
  <inkml:trace contextRef="#ctx0" brushRef="#br1" timeOffset="149448">3572 13671 23007,'-9'-10'958,"2"4"-936,9 30 499,43 11-420,-28-28 406,13-24 0,-3-11-322,-26-9-132,5-6 0,-7 1 93,-39 3-146,15 21-56,-17 40 0,9 22-2112,48 5 1,24 11-1,-6-4-81,-23 5 0,10-11 1533,28-23 1,19-8-1,4-10 1,-14-14 5280,-7-29 0,-9-17-3378,0 3 0,0-5 1,-18 6-908,-37-16-274,-27 25 2,5 57 0,4 15-47,10 9-51,16 10 1,9-2 235,12-18 727,24-42 1,1-15-498,-24-3-231,21-16-139,-38 78-163,1 2 1,0 17 0,-1 12 0,0 8 0,0 2 0,-2-2 0,-2-8 0,-2-12-87,-10 10 0,-4-11 0,2 10 248,10-8 1,1 14-1,1 9 1,1 0 0,0-4-1,0-14 1,1-18 0,-1-27-6,0-35 0,0-33 0,1-19 0,-1-7 0,1 7 0,-1 19 0,-3 8 0,2-1 0,11-18 0,-1 0 0,1 0 0,0 0 0,0 0 0,0 0 0</inkml:trace>
  <inkml:trace contextRef="#ctx0" brushRef="#br1" timeOffset="150440">4361 13610 16090,'-2'-3'7533,"1"0"-7701,-3-43 168,16 54 28,5-15-53,6 40 0,0 20-196,0 2 0,-4 3 148,-1 0 0,-6-1 286,-7-8 0,-10-10 397,-28-22-352,3-40-138,12-5 0,5-7-70,8-3 1,8-1-79,10 3 0,6 2-23,2 2 1,5 3-479,18 5 0,4 6-3314,-4 9 1,0 2 3842,-4 1 0,-3 1 0,10 3 0,-31 1 0</inkml:trace>
  <inkml:trace contextRef="#ctx0" brushRef="#br1" timeOffset="150905">4953 13609 22649,'-10'33'451,"0"0"0,0 11-160,49-9-45,-2-36 101,19-10 309,-23-26 83,-20-24-492,-15 13-90,-16-5-51,-13 29-145,2 16 28,-12 23-34,5 28 8,19-10 1,2 4-51,3 0 0,5 3-1033,10 10 0,11-2 441,19-10 1,3-5-1,-3 22 1,21-30 0</inkml:trace>
  <inkml:trace contextRef="#ctx0" brushRef="#br1" timeOffset="151361">5586 13588 24743,'-36'-13'109,"0"-1"1,-22 8-122,44 34 1,10 7 34,7 11 150,33-13 136,13-35 357,5-29-229,-19-8-163,-27 4 1,-7 0-230,-12 0-1708,-17 13 1,-4 7 1668,-5 16-37,-2 8 0,2 8-25,1 34 5,18-14 1,7 4-65,12-1 1,11 0-1043,19 5 0,12-4 1157,8-12 0,2-5 0,-12-3 0,-2-4 0,22-4 0</inkml:trace>
  <inkml:trace contextRef="#ctx0" brushRef="#br1" timeOffset="151866">6284 13397 24010,'-41'10'159,"-1"-1"1,-12-3-157,28 24 0,10 4 13,16-7 410,54-10 359,-10-32-214,-13-6 0,-9-5-425,-38-15-219,-23 11-1664,-12 70 645,26-10 1092,19 19 0,6-1 0,2-24 0,5 19 0</inkml:trace>
  <inkml:trace contextRef="#ctx0" brushRef="#br1" timeOffset="152231">6331 13743 19703,'2'-8'2800,"-29"13"0,-9 11-2800,9 19 51,1 0 0,12 0 173,38-8 151,27-7-5108,-55-85 4733,-2 39 0,-12-4 0,-4 7 0,11 23 0</inkml:trace>
  <inkml:trace contextRef="#ctx0" brushRef="#br1" timeOffset="152715">101 15124 16824,'54'-15'355,"0"1"1,0-1 0,-7 7 0,7 0 0,5 0 0,5 0 0,2 0 0,1 0 0,1 0 0,-2 0 0,-4 0-820,-4-1 0,-3 1 0,-3 0 0,1-1 0,1 1 0,3-1 0,6 0 0,6-1 0,9 0 337,-36 5 1,3-1 0,3 1 0,3-1-1,2 0 1,3 0 0,3-1 0,1 0-1,3 1 1,2-1 0,1 0 0,2 0 0,2-1-1,1 1 1,1 0 0,1-1 0,1 1-1,0-1 1,1 1 0,1-1 0,-1 1 0,1-1-1,-1 0 1,1 1 0,-2 0 0,1-1-1,-2 1 1,0 0 0,-1 0 0,-2 0 0,-1 0-1,-1 0 1,-3 1 0,-1-1 0,-1 1-1,-4 0 1,-1 1 0,-3-1 0,-2 1 0,-3 0-1,-4 0 103,34-3 1,-8 1-1,-6 0 1,-5 1-1,-3 0 1,-2 0 0,0 0-1,1 1 1,3-1-1,4-1 1,5 0 0,7 0-1,-24 2 1,5-1-1,4 0 1,5 0 0,3-1-1,4 0 1,3 0-1,2 0 1,2-1 0,2 1-1,2-1 1,0 0-1,0 0 1,1 0 0,-1 0-1,-1 0 1,-1 0-1,-1 1 1,-3-1 0,-2 1-1,-3 0 1,-4 0-1,-3 0 1,-4 1 0,-5-1-1,-5 2 1,-6-1-1,-5 2 1,-6-1 0,-7 1-1,-7 1 1,-8 0-1,0-3 1</inkml:trace>
  <inkml:trace contextRef="#ctx0" brushRef="#br1" timeOffset="155735">8638 13540 21433,'-18'-63'1324,"0"1"0,2 9 0,7 6-1274,14-7-89,34 25 5,17 14 3,-11 19 0,-1 11 3,-15 5 0,-8 8-23,-7 17 1,-12 5-27,-13-10 1,-8 2 0,-2 0 55,-6 3 1,-3 1-1,0-1 24,2-3 1,-1 0 0,3-2 2,-4 8 0,5-4 44,3 10 34,31-30-42,21-23 0,10-9-45,12-2 0,5-3-111,-9 2 0,1-1 1,4 1-170,-1 1 0,4 0 0,-1 1 0,-8 0 0,3-1 1,-4 2-1,11 1 0,0 0 0</inkml:trace>
  <inkml:trace contextRef="#ctx0" brushRef="#br1" timeOffset="156719">11209 13197 13911,'1'-8'4467,"3"-26"0,-1-3-3789,-2 19-578,2-44 46,-24 96-73,-2 6 0,-3 8-53,3 0 1,-2 6-1,1 2-215,5-7 0,-1 3 1,1 1-1,5 0 177,1 1 0,1 1 0,7-1 0,8-1-705,14-1 0,8 0 1,8-3-1,4-6 723,6-5 0,7-6 0,3-3 0,-3-3 0,6 4 0,-2-4 0,0-6 0,-6-13 0,0 0 0,-1 1 0</inkml:trace>
  <inkml:trace contextRef="#ctx0" brushRef="#br1" timeOffset="158011">12682 13095 16040,'2'-5'6631,"-1"1"-6395,-15-37-57,-25 45-73,-7-31-50,11 38 0,-2 8 11,6-7 1,1 0 60,-28 6-100,12-3-22,10 2 39,10 6-34,8 0 0,13 16 6,11 2 33,1 18-5,-11-16 0,-3 0-17,-4 20 157,-7-5 296,13-37 23,9-21-53,27-33 1,11-8-508,5 30-55,2 9 1,9 4 0,-17 11-159,-29 43-9,9-2 1,-14-5-851,-41-26 0,-11-9 1128,-15 1 0,17-5 0,28-9 0</inkml:trace>
  <inkml:trace contextRef="#ctx0" brushRef="#br1" timeOffset="158454">13123 13565 18800,'19'-13'1199,"-22"42"0,-8 14-1199,-5 15 0,-1-7 0,1-6 0,8-25 0</inkml:trace>
  <inkml:trace contextRef="#ctx0" brushRef="#br1" timeOffset="159213">14079 13060 20179,'-39'6'1331,"-1"0"1,-7 26 0,-3 15 0,7-1-4168,10 2 0,2 2 2831,5-8 1,-3 4 0,2 1 0,7-5 697,3 8 1,17-2-754,31-2 0,18 0 0,-6-6 585,-23-11 0,1-7-69,35-12 1,-12-17-395,-59-36-51,-8-1 0,-10 10-571,-17 45 0,1 16-6268,4 4 6374,1-2 0,9-1 1,29-8-1,6-15 0</inkml:trace>
  <inkml:trace contextRef="#ctx0" brushRef="#br1" timeOffset="159811">14674 12885 24687,'-26'-31'549,"1"0"1,13-2-511,46 54 0,17 25-30,-15-4 1,0 7-1,-2 0-239,0-4 0,-2 1 0,-8 6 122,-9 8 0,-6 8 0,-6 1 1,-7-7-1090,-9-6 1,-7-4-1,-3 2 1197,-3 3 0,-4 4 0,-1-3 0,2-8 0,-5 0 0,0-7 0,0-8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13:42:41.32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3295 2582 21987,'12'-50'810,"0"1"1,-1 6 0,-2 9-621,-5 18-291,-2 13 174,-10 30-54,-2 2 1,-2 6-20,-4 16 0,-1 5 0,5-13 0,1 0 0,1 0-9,-4 19 1,5-3 14,8-11 0,6-5-18,19 15 68,23-31 23,16-37 91,-28-11 1,-2-9 6,4-12 0,-4-7-21,-1-4 1,-2-1 28,-5 4 0,-2 2-6,-5 12 0,-3 4 17,1-2-184,-11 21 21,-9 24 6,-4 26-50,3 0 0,1 4-28,1-2 0,3 2-1020,8 9 0,8-2 1059,2-19 0,2-4 0,13 14 0,-5-26 0</inkml:trace>
  <inkml:trace contextRef="#ctx0" brushRef="#br0" timeOffset="1111">4612 2575 15988,'-56'-1'1604,"-1"0"1,0 0 0,-26-1 0,36 1-1147,84 5 1,43 0 0,-8 0-442,-32-2 0,5-2 14,-3-2 0,13-1 0,10-2 0,5-1 0,3 0 0,-2-1 1,-4 0-1,-9 1 0,-12-1 111,16-6 0,-3-2-125,-7 5 1,15-2 0,4-1-1,-6 0 1,-17-1 0,-27 1 217,-53-15 222,-13 8 0,-3 3-312,-4-3 48,1 5 0,8 3-31,32 7-230,34 14 1,18 8 53,2 2 0,-2 11-326,-19 11 1,-4 13 0,-2 2 0,2-9 0,13-7 0,-7 0 0,-33 12 0,-1 0 0,1 0-1</inkml:trace>
  <inkml:trace contextRef="#ctx0" brushRef="#br0" timeOffset="2057">6274 2548 15457,'-9'-38'2201,"0"1"0,21 65 0,11 32 1,-1-8-2124,9 2 322,-5-14 1,9 11 0,1-8-1,-7-24-125,12-65-132,-15 12 0,6-11 1,3-5-1,-1 2 1,-4 9-321,7-6 1,1 4 176,4-7 0,3-3 0,-7 22 0,-3 33 0,-18 28 0</inkml:trace>
  <inkml:trace contextRef="#ctx0" brushRef="#br0" timeOffset="29363">839 1566 30498,'-38'3'1095,"0"-1"0,-15 1-1016,106-9-197,6-3 1,9-2-248,-7 1 1,5-1 0,0-1-608,-16 3 1,1-2-1,-1 1 1,-3 0-2306,4 0 0,-3 0 0,-7 1 3035,21-6 0,-50 12 0,-14 3 0</inkml:trace>
  <inkml:trace contextRef="#ctx0" brushRef="#br0" timeOffset="29564">1184 1494 14005,'-3'0'9830,"1"0"-8681,2 0-559,-18 24-274,12 5 1,-1 6-361,-4 3 1,-3 5-1,2 1-728,1 10 0,2 2 1,0 1-2506,1 0 0,1 0 0,1-3 2375,0 6 1,2-7 0,3 5-1,3-52 1</inkml:trace>
  <inkml:trace contextRef="#ctx0" brushRef="#br0" timeOffset="29949">1442 1932 15965,'2'-8'4755,"0"-24"0,-2-1-4436,-3 20-527,-7-17-45,1 70 347,4-2 0,4 2-124,10-6 0,7-2-119,8-2 0,6-6 167,8-11 0,4-10 391,6-15 1,-4-9 207,-11 1 1,-7-6-75,-7-10 0,-13-3-336,-22 8 0,-11 4-254,3 3 0,-4 5 150,-11 2 0,0 10-222,-6 19-6207,13 29 5512,20-2 1,9-1 0,4-25 0</inkml:trace>
  <inkml:trace contextRef="#ctx0" brushRef="#br0" timeOffset="30496">2015 1815 22433,'0'-6'4200,"0"2"-4172,0 4 404,-20 57-400,16-20 1,0 5-125,-5 9 0,-3 6 0,-1 1-1436,1 2 1,-1 1 0,-1-3 1505,2-7 0,0-3 0,-3-2 64,-8 15 0,-1-16-1365,3-33 1146,11-18-126,10-35 0,12-28 0,1 3 221,-3 20 0,2 2 0,0-5 77,-1-5 0,0-6 1,2-1-1,3 3-8,5 6 1,2 0 0,2 4 0,-1 6 27,5-4 1,3 6 84,16-11 1,2 23 743,-10 55 0,-11 19-842,-22-10 1,-11 3-61,-3 3 1,-6 3 0,-9-5-80,-20-6 1,-11-7-1,4-3 1,4 1-1,1-3 1,-1-7 0,0 1-1</inkml:trace>
  <inkml:trace contextRef="#ctx0" brushRef="#br0" timeOffset="30884">2588 1703 20737,'5'-4'7419,"-43"55"-7649,22-12 118,-14 9 1,15-12 748,64-47 1,-1-17 433,-54 9-1792,32-22 0,-5 2 707,-64 22 1,-5 17 0,48 9 0</inkml:trace>
  <inkml:trace contextRef="#ctx0" brushRef="#br0" timeOffset="32408">2693 1763 14047,'-1'-4'9830,"-37"-14"-8183,16 22-288,-18 15 0,0 7 77,15 3-1374,13 10 0,3 11 0,8-9-372,13-9 371,40 0 0,9-13 588,-9-33 324,3-12 0,-7-7-477,-28-1-496,-22-17 0,-10-2 0,-4 14-194,7-1 0,-7 8 258,-28 40 1,0 12 0,22-11-1,-16 11 1,0 1 0</inkml:trace>
  <inkml:trace contextRef="#ctx0" brushRef="#br0" timeOffset="33655">3004 1961 24490,'38'-23'1083,"-1"1"0,8-13 1,-4-4-955,-12 0 1,-3-4-125,5-11 1,-4-5-64,-13 9 1,-4-2 0,-3 2-46,-1-2 1,-4 1-10,1-12 1,-6 10-247,-11 26 15,-12 47 4,11 9 0,0 9 58,-7 17 1,-1 3 48,6-13 1,1-1 152,-1 8 0,2 3 21,10-10 1,3 2-1,3-4 57,5-1 0,4-1 2,0 3 0,3 2 1,8-12 14,17-19 1,7-13 14,0-2 0,1-9 182,-6-5 0,1-5 0,-1-3 138,9-10 1,-2-4-4,2-8 1,-6-2-76,-16 10 1,-7 0-45,-12 1 0,-7 3 32,-17-8-227,-25 9 176,8 33 255,-14 35-219,27-3 1,3 6-150,-1 8 0,3 2-65,8-1 1,6-3 70,14 17-151,30-45 1,11-15 628,-11-15 0,1-8 16,11 2 0,-5-7-361,-16-10 0,-14-4-399,-27-22-66,-6 29 0,-5 2-26,-8 1 0,-4 8-536,-5 20 0,2 7-1129,-5 3 1225,16 18 0,9 4 0,12-8 0,2-2 1</inkml:trace>
  <inkml:trace contextRef="#ctx0" brushRef="#br0" timeOffset="34510">4455 1648 26209,'-1'-3'1264,"0"0"-4046,-33-17 1,-12 2 2972,10 17 628,-8-18 1,-3 8-423,7 39 1,8 12 769,3 10-1093,4-6 0,14-5-168,63-20 1351,6-26-485,-21-8 1,-3-5 944,-4-19 775,-21 20-2492,-5 5 0,2 59 0,-2-3 0,-3-2 0,-1 9 0,-7 3-278,-7 0 1,-8 4-1,-2-1 1,2-3-127,1 0 0,0-4 1,-2 1-73,-7 17 0,-4 1 0,2-33-402,-16-65-140,50-25 664,13 3 0,9-12 1,4 6 58,-2 17 1,4 5 0,0-1 129,2-8 0,1-1 1,6 4-219,2 13 1,5 1 0,0 4 0,-9 4 382,-6 4 1,-2 1 26,12-4 0,5-3 0,-8 2 568,1-8 150,-27 12 1054,1-9-1143,-15 17-3497,-22 30 3389,7 5-1777,1 17 1,2 4-1536,7 15 2447,7-20 1,2-4-1,9-7 1,-1-17-1</inkml:trace>
  <inkml:trace contextRef="#ctx0" brushRef="#br0" timeOffset="34732">4842 1330 22809,'-1'-2'-564,"-7"12"-1058,11 10 0,-9-3 0,12 1 1</inkml:trace>
  <inkml:trace contextRef="#ctx0" brushRef="#br0" timeOffset="35709">5284 1468 24015,'-29'-21'226,"-1"0"0,-27 34 0,1 20-263,27-2 1,5 7-89,-4 7 0,1 6 0,17-6-337,27-6 0,15-7-278,6-2 1,10-10-86,3-18 0,8-10 0,-3-5 830,-8-2 1,-3-4 0,0-3 393,5-4 0,-1-4 1,-6-1 569,-1-8 0,-12-1-241,-16-11-280,-46 23-123,-29 36-185,23 11 0,3 6-78,-12 20-71,29-11 1,13-3 22,30-13 1,10-8 275,23-9-1646,-11-20 1,-4-9 1787,-3-17-145,-27 11 0,-10 3-48,-16 13-173,-6 10 30,-8 39 1,14 18-199,16 15-84,14-29 0,10-5 16,14-6 0,7-9 167,4-6 1,1-12 1802,9-15 1,-5-15-1745,-26 3 1,-5-6 0,-4-5 4,-3-6 1,-2-6-1,-4-2 1,-1 3-301,-1-1 0,-3 2 0,-2-2 371,-3 2 0,-1-4 0,-1 2 0,-2 8 24,-2 2 1,-1 6-137,-8-25-56,1 72-18,6 26 0,6 19 0,0-1-23,0 9 1,1 2 34,-1-18 0,1 3 0,-1 2 0,1 0-232,0 0 1,2 3 0,-1-4 0,-1-7-1,1-5 1,-2-3 0,1 27 0,-1 0 0</inkml:trace>
  <inkml:trace contextRef="#ctx0" brushRef="#br0" timeOffset="36411">7571 1305 30536,'0'-4'1290,"0"0"-2408,-23-21 1,-14 2 189,-26 38-1451,20 22 0,6 9 2039,14-16 0,8 3 124,13 13 1,9 6 0,8-13 501,44-13-2281,-13-1 910,-73 0 1,-17-2 1419,0-14-555,-1-12 0,-7-5 1,10-2-1,11-9 1,14-29-1</inkml:trace>
  <inkml:trace contextRef="#ctx0" brushRef="#br0" timeOffset="36898">8037 1334 28513,'-47'34'-4,"0"0"0,15-12 1,9 3-383,12 29 0,19-1-22,17-29 1,9-7 648,10-1 1,2-11 420,-6-19 1,-7-12-293,-14-28-2110,-24 21 1,-11 2 1497,-10 4 0,-5 6-114,-18-8 258,17 13 0,3 3-1320,5 4 394,-3 0 839,43 34 1,-11-16 0,12 15 0</inkml:trace>
  <inkml:trace contextRef="#ctx0" brushRef="#br0" timeOffset="37322">8312 1366 17602,'0'-3'7153,"0"1"-7081,9-40-38,33 62-45,2-25-40,0 47 1,-8 17 33,-23-14 0,-8 1 70,-6 10 1,-4-22 1173,-10-77-1205,13 12-194,21-9 1,13-8-1,3 9-1119,6 17 0,3 9 1291,12 0 0,-2 5 0,-11 7 0,-9 11 0</inkml:trace>
  <inkml:trace contextRef="#ctx0" brushRef="#br0" timeOffset="37744">8940 1593 12998,'1'5'4915,"27"-32"0,8-18-1834,-7-2-3039,7 2 0,0-11 175,-21 11 0,-4-8 0,-4 0 0,-4 8-114,-7-1 1,-2 1-63,8-17 0,3-8 0,-11 19-18,-25 19-23,11 35 0,14 39 0,9 15 14,3-7 0,3 3-35,-4-7 0,1 4 1,2-3-109,6 8 0,6 0-1481,0-7 1,5 2 0,-2-6 1609,-1-4 0,0-2 0,8 18 0,-2-8 0,-10-30 0</inkml:trace>
  <inkml:trace contextRef="#ctx0" brushRef="#br0" timeOffset="37942">8976 1325 14975,'-3'-3'7909,"0"1"-7677,46-18 1,22-2-367,-5 9 134,-4-3 0,10-5 0,-12 7 0,-6 9 0,12-4 0</inkml:trace>
  <inkml:trace contextRef="#ctx0" brushRef="#br0" timeOffset="38994">10206 1059 32767,'-56'24'0,"4"15"0,73 18 0,25-68 0,-52-3-2738,-6 26 1966,-19-16 1,-5 5 0,6 33-1,8 6 1,11-17 0</inkml:trace>
  <inkml:trace contextRef="#ctx0" brushRef="#br0" timeOffset="39331">10268 1469 18715,'-3'0'7567,"0"0"-7450,-28 33 1,9 11 707,63-28 1,1-2 292,-64 40-719,81-68-352,-91 8 1,-19 0-1,-8-8 1,18 23-1,0 1 1</inkml:trace>
  <inkml:trace contextRef="#ctx0" brushRef="#br0" timeOffset="41419">2812 4560 17852,'-21'-47'916,"-1"-1"1,1 0 0,0 0-1,0 0 1,6 15-818,7 16-51,1 17 234,6 39 1,6 17-114,-2-23 1,2 2 111,7 8 1,5 5 0,2-14 73,18-14-1422,5-34 1,10-18 0,-5-2 1475,-6-3 0,-2-7-205,0 1 1,3-8-1,1-1 1,-5 5 185,-8 6 1,-3 4 0,0 1-1430,3-1 0,-1 0 0,-2 6 1072,-3 3 1,-2 7 0,-1 5 0,-18 19 0</inkml:trace>
  <inkml:trace contextRef="#ctx0" brushRef="#br0" timeOffset="42005">5863 4259 14684,'0'-7'3764,"-5"-25"0,-1-2-3629,2 19-63,-6-7-16,11 54-28,1 10 0,4 1 465,14 7 241,8-13-169,29-63-316,-19-12 1,-1-9-1874,3-4 1,0-1 1615,-1 0 0,-1 2-729,-3 12 1,0 8 736,15 5 0,-12 8 0,-16 20 0</inkml:trace>
  <inkml:trace contextRef="#ctx0" brushRef="#br0" timeOffset="43391">9951 2621 19277,'2'6'-95,"36"-6"98,16 16 1,14 10 0,-19 4 336,-25 28-182,-12-1 0,-17 1 122,-26-24 1,-14-6-1,10-4 381,11 3-329,53-38 1,28-21-1,-8-6 92,-22-2 1,-8-6-1,4 0-214,9 6 0,8-1 0,-6 0 0,-17 0 212,-25-5 0,-15 0 0,0 8-369,-6-6-109,40 20 183,35 47 1,13 29-370,-29-16 1,0 7 0,-3 4 0,-2-1-861,-2-2 1,-2 1 0,-3 0 0,-4 1 605,-1 15 1,-6 1 0,-9-10 0,-11-9 0,-5-12 0,-3-12 0</inkml:trace>
  <inkml:trace contextRef="#ctx0" brushRef="#br0" timeOffset="46099">11989 2575 20685,'-20'-38'729,"1"-1"1,6-7-740,59 86 89,-21-16 0,1 4-84,3 9 0,0 6 0,-7 1-12,-7 7 1,-8 1 60,-4-8 0,-2 2 0,-7-5 125,-14 2 1,-9-9 394,-28-12 120,29-63-582,27 5 1,11-5-22,9-2 0,7-3 1,2 2-17,11-5 1,5 2-145,-4 10 1,4 1 0,0 6-1138,11 5 0,-1 9-3088,-9 9 1,-3 6 3399,15 6 0,-40 13 1,-15-11-1</inkml:trace>
  <inkml:trace contextRef="#ctx0" brushRef="#br0" timeOffset="47644">12699 2590 16805,'4'6'4599,"-1"-1"-3863,-2-1 133,15-2 105,13 0-353,11-12 116,15-23-125,-19-13-401,-7-8 600,-36-1-553,-23 28-172,-14 14-27,12 27 1,3 11-10,5 5 1,3 5-239,-2 14 1,6 4-95,9 0 1,9-1 1,8-3 0,9-5 22,11-6 0,8-9 361,14-12 0,5-10 102,-6-8 0,-1-8-152,8-14 1,-6-11 29,-18-10 0,-9-5 63,-4 7 1,-5-2 109,-6-7 1,-6 2 186,-3-4-253,0 15-377,0 27-178,0 33-57,1 7 58,3 23 144,8-5 36,-1-4 38,3-1-2,-8-14 47,-8 3 60,0-14 149,-3-2 67,5-9-104,-3-1 336,-6 1 461,0-2 33,-1-4-300,5-1-194,4-3-697,-1 4 578,-1-1-84,1 0-289,0-1-610,11-39 172,-7 27 392,5-27 0,-1-3-134,-7 17 518,-1-34-684,-3 41 108,-3-1-18,5 16 206,-1-3-162,3 8 536,-4 3 316,-3 4-84,-18 31-107,12-9-1862,7 13 1,4 1 1738,7-8-1370,20 18 1,8 0 1152,1-14-752,4 17 1,-13 2-771,-45-6 414,5-16 1,-7-5 1099,-22-18 0,-3-10 0,-3 3 0,9-13 0</inkml:trace>
  <inkml:trace contextRef="#ctx0" brushRef="#br0" timeOffset="47879">13741 2633 18078,'56'-8'601,"1"-1"1,-1 1 0,0 0 0,-9 0 0,8 0 0,1 0 0,-1 0 0,1 0 0</inkml:trace>
  <inkml:trace contextRef="#ctx0" brushRef="#br0" timeOffset="48511">13982 2759 21504,'-40'16'2725,"0"-1"1,31-10-2172,32-12 0,18-6-483,4 0 0,3 0-59,15 2 1,-5 4-1,-17 4 1,23 1-1</inkml:trace>
  <inkml:trace contextRef="#ctx0" brushRef="#br0" timeOffset="49390">15931 2395 7934,'-5'-6'9830,"-34"-24"-7410,16 28-2246,-14-2 0,-9 3 59,0 10 0,-3 6 0,2-2 27,-7-2 1,0-2-121,-14 4 0,8-6-106,26-15-129,30 3 145,4 11 136,-5 41 110,-3 11-64,-1 2 1,-2 4-121,2-15 0,0 0-47,1-7 1,-1 2-1,2-1 2,0 10 1,1-3-60,1-13 0,2 1 208,4 21 0,7-7 148,12-23-286,9 0 0,9-6-257,3-23 0,6-12 0,1-2-2290,-3 3 1,1-2 0,-1-1 2468,0 1 0,-1 0 0,-4 0 0,-5-1 0,-9 2 0,-18 5 0</inkml:trace>
  <inkml:trace contextRef="#ctx0" brushRef="#br0" timeOffset="50531">16254 2646 9778,'1'-3'9830,"-1"1"-7708,12-31-1080,-9 22-655,7-23-303,-15 36 61,-10 20-22,-5 21-84,6-11 1,2 2-1717,1 11 1,3 1 1704,3-14 0,2 1 8,3 10 1,3 0 19,2 20-67,3-2 263,4-14 72,28-38-288,-6-17 1,5-6 2,12-4 1,2-3 32,-2-2 1,-4-2 1771,-8 1 1,-7-1-1476,-2-26-215,-23 18 29,-7-9-17,0 18-103,2 2 27,1-2 80,0 7-157,-1 3-111,0-3 24,2 5 29,-2 2 43,2 0 26,-4 9 67,0 0-9,0-1-212,-1 6 294,-8 25-67,-9 34 1,5-10-49,4-15 1,8-3-47,43 7-3944,-3-26 1,3-2 3960,-1 1 1,-1-4 0,-1-8-1,-7-2 1,-9-3 0</inkml:trace>
  <inkml:trace contextRef="#ctx0" brushRef="#br0" timeOffset="51214">17074 3040 10444,'13'-33'4915,"1"1"0,0 52-1498,-24 22-4059,-2 12 1,-1 2 641,2-22 0,0-4 0,-6 11 0,7-10 0</inkml:trace>
  <inkml:trace contextRef="#ctx0" brushRef="#br0" timeOffset="51865">17439 2711 15199,'34'46'7971,"-8"-21"-9832,-7 16 0,0 14 1,-2-8 1882,9 8 1253,2-23 1,4-14-814,-2-47 0,-2-14 55,-5 20 0,0-3-346,1-21 1,0-11 0,-6 8-144,1-2-2277,-8 12 0,0 13 2249,-6 28 0,-4 9 0,-2 1 0</inkml:trace>
  <inkml:trace contextRef="#ctx0" brushRef="#br0" timeOffset="52789">18278 2392 7358,'-4'-2'9830,"1"0"-6055,-32-6-3540,97 15-151,-64-12 30,48 5 1,17 4 42,-31-5-73,4-4-33,-28 7 89,-10 12-51,1 9 181,-4 24-167,2-16 1,-1 3-1702,-2 19 0,1 3 1668,5-6 0,3-1-65,-2 1 1,3-1-9,10-4 1,2-3 4,-6-8 1,-1-2 3,8 30-18,-12-27 1,-6 2 8,-21 14 1,-7-2-54,8-13 0,-3-2-185,-11 14 0,-4-9-915,-13-22 1156,18-15 0,13-2 0,8-1 0</inkml:trace>
  <inkml:trace contextRef="#ctx0" brushRef="#br0" timeOffset="193031">670 6648 20632,'-2'-52'1369,"0"0"1,0 0 0,-1-9-1,0 6-1061,-1-4-235,5 58-56,3 25 0,-1 19-27,-3 0 1,-2 4 0,-2 4-63,0-3 1,-2 3 0,0 2-1,0-1-1279,-2 4 1,1 1 0,-2-1 0,1-2 1350,-2 6 0,0-2 0,1-6 0,1 2 0,3-10 0,5-9 0</inkml:trace>
  <inkml:trace contextRef="#ctx0" brushRef="#br0" timeOffset="194212">1232 6674 11144,'1'-9'9830,"-1"2"-7881,0 7-1467,-59-22-306,27 29 1,-4 5-73,-8-5 1,-6-1-1,1 6-211,1 10 0,0 6 0,2 2 125,2-1 1,1 1 0,4 1 48,-7 11 0,16 2-23,27-6 1,16-2-54,26-4 1,15-8-22,-7-7 0,5-4 1,2-2-206,6-4 0,2-3 0,0-3 233,0-5 0,-1-3 0,-2-5 37,-3-3 1,-3-3-1,-4-4 69,9-13 0,-9-5 50,-13 2 0,-11-1 137,-16 5 0,-9 2-162,-24-12-90,-22 29-55,-12 38 333,29 2 1,4 7-400,2 6 1,9 3-180,11-3 1,10-3 100,14-9 1,8-8 204,9-14 0,2-11 165,2-10 0,-4-10 70,-6-7 0,-6-6 62,-11 1 0,-7-1 178,-11-23-352,-11 24-156,-5 29 21,3 36-72,7 24-143,7-13 0,5 2-435,7 3 1,6-2-521,9-6 1,7-7-1,10-7 0,5-11 792,7-14 1,0-10 1052,-4-8 0,-5-7 440,-8-3 1,-8-4-357,-11 3 1,-7 1 48,-13-15-629,-5 21-161,0 29-62,4 39 11,-1-7 0,-2 3-17,-2 7 0,0-1 36,0-8 1,2-5 75,8-5 79,35-59 19,0-2 0,2-4-129,-1 2 1,3 1-34,8-5 0,1 14-59,-10 33 0,-4 12-975,-5 4 0,-5 7 1003,-2 21 0,-8 2 0,-7 7 0,-8-17 0</inkml:trace>
  <inkml:trace contextRef="#ctx0" brushRef="#br0" timeOffset="195779">2078 6632 14342,'-7'-60'3276,"0"1"1,2 26 0,-1 1-2997,0-13 0,-1-6 0,-1 16-241,-2 21-2855,1 38 0,2 17 2802,1-7 0,1 6-1220,-2 15 0,-2 13 0,1 0 0,2-11-926,3-9 1,1-2 2085,-2 19 1,0 7 0,6-21 0,6-32 0,2-1 0</inkml:trace>
  <inkml:trace contextRef="#ctx0" brushRef="#br0" timeOffset="197022">2065 6565 18347,'0'-49'1346,"0"0"0,1 4 1,2 6-938,3 11 145,1 8-487,-7 26-4279,-6 13 4212,-3 6 882,-7 29-877,5 2-2,5-15 0,1 4 16,3 4 1,2-1 11,0-1 0,1 0 11,0-2 0,-1-3 3299,-2 16-13172,4-12 8085,-1-30 1,5-3 0,-4-12 0</inkml:trace>
  <inkml:trace contextRef="#ctx0" brushRef="#br0" timeOffset="197992">2771 6853 11609,'0'-5'9830,"0"1"-8581,-3-52-1008,11 46-56,-1-27 78,7 96-2285,-17-7 0,-4 1 2036,6-13 0,-3 0 589,-8 18 0,-1-9 456,8-33-897,0 9 360,12-57-198,5-28-262,-2 19 0,2-2 1695,8-14 1,3 3-1742,-5 17 1,2 4-11,2 0 0,3 7-29,24 10-2,-18 35 0,-2 11-115,-3-2 0,-3 6-569,3 15 0,-7 6 709,-11-1 0,-6-4 0,0 1 0,-3-4 0</inkml:trace>
  <inkml:trace contextRef="#ctx0" brushRef="#br0" timeOffset="198210">3416 6470 18767,'0'-4'834,"1"41"1,1 14 0,-2-28-1,1 22 1,1 0 0</inkml:trace>
  <inkml:trace contextRef="#ctx0" brushRef="#br0" timeOffset="198597">4035 6604 23954,'-3'63'-2458,"1"-1"0,0 1 1,-38-38-1,4 0 1275,38 22 0,18 16 0,1-2 0,-18-22 0,-39-26 0,20-9 0</inkml:trace>
  <inkml:trace contextRef="#ctx0" brushRef="#br0" timeOffset="198886">3839 6741 16292,'10'-43'8927,"-20"38"-8921,-10 29 0,-4 15-211,-11 9 1,-4 5-328,6-8 1,-2 3-1,2-5 1,3-4-1,2-3 1,0 2 0,1-1-1</inkml:trace>
  <inkml:trace contextRef="#ctx0" brushRef="#br0" timeOffset="200985">5815 6740 14085,'9'-37'3881,"-1"-1"0,-2-6-6075,-3-6 0,-7 4 2446,-24 23 522,-8 24 1,-5 12-725,-2 9 1,0 10-40,1 2 0,-1 7 0,8 1-14,7 13 1,9-1 13,-3-6 0,15-6 461,37-15 0,14-15-288,13-32 1,1-15-76,-10 13 1,-2-5 15,-7-7 0,-1-7 0,-11 1 228,-15-4 0,-7 3-319,5-17 5,-43 82-62,19 14 1,3 19 0,3 6-1,3-7 1135,2-6 0,3-3 0,3 3-1092,0 21 1,3 2 0,15-28-1124,16-45 0,10-21 1,-1-5 1139,-3-2 0,-1-5 1,-2-2-89,1-1 0,0-2 0,-3-5 104,-7 0 0,-1-3 0,-3-4 1,-2-5 28,-9 6 0,-3-6 0,-2-3 0,0 0 0,-1 2 0,0 4-23,5-4 0,-1 4 0,-1 1 0,-1-4-43,-1-6 1,-1-11 0,-1 3 0,-5 17 0,-7 30-31,-10 40 0,-9 30 0,-6 20 0,-1 10 0,2-4 0,7-13-182,5-9 0,3-6 0,2 2 0,0 8 196,1-7 0,-1 7 0,0 6 0,0 4 0,1-1 0,1-1 0,0-4 0,3-7 0,2-8 0,2 7 0,2-10 0,7-1 0,11-1 0,0 0 0,0 1 0</inkml:trace>
  <inkml:trace contextRef="#ctx0" brushRef="#br0" timeOffset="202430">6908 6672 13284,'4'-48'1200,"0"-1"1,-7 10-1,-7 11 1308,-30 26-2454,1 33 0,-5 19 1,9-3 528,14-13 1,7 1-209,-8 33 1,18-17 997,56-61-774,-8-28 1,-4-9 647,-19 18 1,-5 0-1251,-5-13 0,-6 17 38,-6 45-30,1 28 1,0 16-1193,0-11 0,-1 4 1,-2 8 987,-3-12 0,-3 7 0,-1 3 0,-2 2 0,0-2 0,0-4 98,-2 0 0,0-2 1,-1-1-1,-1-1 0,0 0 103,0 0 0,1 2 1,-2-2-1,-1-4 1,-3-7 10,-13 7 0,-4-7 0,12-29-585,22-49 1,13-36 0,6-11 0,-5 15 551,-7 13 0,6-2-35,7 12 1,7-9-1,6-8 1,4-2-1,2-1 1,1 3-1,-1 5 1,-2 10-140,7-3 0,1 10 0,0 3 0,4-6 290,-2-1 0,5-4 0,2-2 0,-1 1 1,-4 4-1,-6 6 590,2-1 1,-5 5 0,-10 11-844,-12 13 151,-42 54 0,-9 4 1,3 4 1440,18-17 1,13-3-1316,37 2 1,13-7 1602,1-9-1653,5-5 0,-1-15 224,-25-25 1,-11-12-15,-12-3 0,-10-3-67,-8-9 0,-4 2-356,7 6 0,-5 17 143,-18 40 0,3 14 0,21 0 0,-1 16 0,-1 0 0</inkml:trace>
  <inkml:trace contextRef="#ctx0" brushRef="#br0" timeOffset="203086">7934 6426 25365,'37'27'-28,"-18"-1"0,-2 6-1880,-1 12 1,-3 8 0,-8-2 1926,-13 10 1,-11-6 249,-8-12 0,-4-16 1308,-10-34-1521,45-52-45,30 25 1,11 3-7,3 2 1,1 2 25,-5 3 0,-3-1 437,-7-1 1,-4 1-435,4-8 481,-14-21-464,-17 43 3352,0-2-3392,-2 40-353,1 30 1,0 9-1900,-1-20 0,0 1 1675,0-2 1,0 3 0,-1-7 0,-1 7 0,0-29-1</inkml:trace>
  <inkml:trace contextRef="#ctx0" brushRef="#br0" timeOffset="203280">8464 6172 22066,'-2'-5'2117,"-13"-15"-2117,16 46 0,-14-34 0,18 38 0</inkml:trace>
  <inkml:trace contextRef="#ctx0" brushRef="#br0" timeOffset="203545">8865 6010 23892,'-3'-7'2414,"1"2"-2369,-5-10-53,3 41 1,2 29 0,-2-4-10,-7-16 0,-1 4-1388,5 3 1,0 13 0,1 8-1,0 4 1,1-2 0,0-5-1,0-12 843,0 0 0,0-9 0,0 5 0,-3 21 1,-2 12-1,2-8 0,7-26 0,7-30 0</inkml:trace>
  <inkml:trace contextRef="#ctx0" brushRef="#br0" timeOffset="204176">8711 6606 20067,'-25'-41'683,"0"0"0,0 0 1,3-15-1,21 8-812,34 27 0,21 10 1,-1 0 124,-12-3 0,-1-1 1,2 0 38,20-4 0,4-1 1,-9-4 230,-10-6 0,-10-5 913,-11-9 0,-7 1-636,-1 1-509,-12 62-45,-5 25 0,-2 13 11,1-15 0,-1 3 0,-1 3 7,-7 16 1,-2 4-1,3-12 699,2-2-583,-2 4-1105,28-85 1,12-33 0,0 6 1028,-6 14 1,4 3-204,6-8 1,6-1 0,-2 19 135,-2 33 1,-2 13-60,-2 3 1,-3 8-889,-3 16 1,-8 4 546,-9-5 1,-4-3 0,0 9-1,-2-19 1</inkml:trace>
  <inkml:trace contextRef="#ctx0" brushRef="#br0" timeOffset="204912">11247 6377 18902,'-16'-37'1831,"1"0"1,-10 73-6748,23 2 1,4 6 3177,-4 20 0,4-7 0,12-28 0,-11-25 0</inkml:trace>
  <inkml:trace contextRef="#ctx0" brushRef="#br0" timeOffset="205279">11327 5955 21259,'-46'11'70,"0"-1"0,-11 12-610,82 19 0,23 1 596,-18-25 0,2-6 173,15 5 1,-4-14 1322,-9-56-611,-35 6-491,-11 7 1,-4 2-384,-15-1-324,-5 12 257,34 56 0,5 9 0,-6-14 0,11 13 0,-1-1 0</inkml:trace>
  <inkml:trace contextRef="#ctx0" brushRef="#br0" timeOffset="205625">12001 5938 20117,'-4'-4'1812,"-32"-9"0,-3 11-1599,38 53 0,11 18-247,-17-23 0,3 3-56,17 9 1,10 7 0,0-3-354,-3-15 1,1-3-1,-10-3-3666,-17 2 1,-9-5 3260,-16 19 0,-11-30 0,26-23 0</inkml:trace>
  <inkml:trace contextRef="#ctx0" brushRef="#br0" timeOffset="205744">11859 5987 17815,'-23'48'556,"0"-1"1,1 1-1,-4 4 1,-1 1-1,2 0 1,3-5 0,1 0-1,1-3 1,-5 8-1,-1 0 1</inkml:trace>
  <inkml:trace contextRef="#ctx0" brushRef="#br0" timeOffset="207376">13801 6317 21131,'-17'-57'821,"1"-1"1,0 10-1,-5 17-686,-37 51-74,25 3 1,1 5-34,0 1 0,1 2-3,-10 9 0,17 1 417,54-1 1,17-8-23,4-16-217,-3-15 1,10-6 0,-10-13 119,-18-20 0,-10-13 0,-3 5-273,5 8 1,-5 2-29,-9-19 1,-6 21-43,-2 70 0,0 21-580,1-25 0,2 1-857,1 13 1,2 6 0,2-7 1456,1-10 0,1-6 0,9 14 0,-8-28 0</inkml:trace>
  <inkml:trace contextRef="#ctx0" brushRef="#br0" timeOffset="208160">15340 6240 19188,'-2'-60'1855,"-1"0"1,2 0 0,-3 24-1834,2 40 56,-2 42-35,3 2 0,3 10 0,2-6 27,-1-6 0,12-11 344,23-20 1,15-11 0,-10-10-79,6-36-333,-3 0 1,6-8 0,-29 19 2,-37 28-9,24 41 0,19 12-3,0-32 1,6-2 5,2 16 0,4 4 0,-3-21 134,13-50 1,-15-21-29,-33-5-75,-12 2 0,-13 6-23,-17 23 1,8 21-1650,38 40-3275,23-12 1,9-1 4680,0 11 0,0-1 0,1-11 1,-4-4-1,-11-5 0</inkml:trace>
  <inkml:trace contextRef="#ctx0" brushRef="#br0" timeOffset="208974">16675 6098 16840,'0'-6'3814,"-26"-27"1,-15 3-6497,1 39 0,-4 6 2699,-17-29 0,14 11-436,48 57 1,20 6 698,1-31 514,33-6 0,-1-19-461,-40-33 0,-10-12-129,-4 7 1,-4 1-222,-6-14-5,-6 52-23,8 55 1140,5-24 0,1 2-1266,5 7 1,3-2 3326,14 6-3358,25-35 1,8-12 280,10-16-54,-15 3 0,-3-5 59,-5-26 146,-24 5 195,-28-8-587,35 84-135,30-32 580,-2-2 0,4-7-99,-7-12 1,-6-13 196,-15-9 0,-6-9 0,-8 6-303,-12-7-117,-10 41 39,4 33 0,-2 23 0,-5 19-505,1-22 1,-4 9 0,-1 7 0,-2 3 0,-1 0 0,2-2 0,2-6 277,0 1 1,1-3 0,1-1 0,-1 0 0,-1 5 0,0-3 0,-2 5 0,-1 3 0,0 0 0,1-4 0,2-6-1,3-10 1,-3 12 0,-1 0 0</inkml:trace>
  <inkml:trace contextRef="#ctx0" brushRef="#br0" timeOffset="211017">19122 6300 18896,'2'-56'1156,"0"1"0,0-1 0,0 1 0,2-18 0,-2 33-2795,-6 58 1,-3 31-1,-3 19 1,0 7 0,1-2-1,2-15 1073,-1 2 1,1-6 0,0 6-1,0-5 1,-2 9 0,1 4-1,-1-4 1,1-10 0,1-17-1,-1-7 1</inkml:trace>
  <inkml:trace contextRef="#ctx0" brushRef="#br0" timeOffset="211389">18924 6608 16863,'-9'-47'1695,"-1"0"1,1 0 0,10-19 0,20 13-1717,21 36 1,16 15-1,2-1-15,0-5 1,2 1 0,1 0 54,-10 0 1,5-2-1,-7 5 1,-14 12 540,-17 22 0,-12 5-582,-15 22 16,-27 0 1,11-2-2029,41-23 1,14-9 2189,-1-13 1,4-8 435,3-4 1,-4-11-5,-5-27 0,-11-8-457,-17-16 23,-9 11 0,-8 5-294,-15 8 140,-12 38 0,36 7 0,1 19 0</inkml:trace>
  <inkml:trace contextRef="#ctx0" brushRef="#br0" timeOffset="212430">21219 6418 20660,'-6'-45'1160,"0"-1"1,0 1 0,-7-14 0,-7 9-1091,-5 23 1,-7 13-64,-7 21 1,-4 14-1,4 3-276,-3 6 1,9 6 276,0 25 1,23-11 198,61-47-112,-12-28 0,5-18 1,-5-5-74,-10 6 0,-4-3 1,-1-3-1,-1 2-13,4-13 1,-3-1-1,-1 1 24,0-5 1,-2 1 0,-4 17 72,-1 23-67,5 14-39,-25 47 0,-17 34 0,2-2-8,7-20 1,2 0 0,7 2-847,11 6 1,8 6 0,4-3-1,1-13 846,1-10 0,7-13-26,26-14 0,14-14 0,-12-14 120,-16-28 1,-9-10 25,8 9 0,-6 3-185,-12-16 48,-32 103 0,-1 21-25,26-14 61,4 6 0,9-11 56,27-47 1677,-15-17 0,-6-9-1660,-18-17 190,-23-12 1,-8-1-124,-8 1-1973,-4 19 0,-2 15-4362,-8 48 6184,7 15 0,11-1 0,14-26 0</inkml:trace>
  <inkml:trace contextRef="#ctx0" brushRef="#br0" timeOffset="213020">23723 5951 14273,'1'-56'1117,"1"0"1,-1-1-1,1 1 1,0-8-1,-1 3 1,-3 14 876,-6 10-1991,9 67 1,3 39 0,-3 6-1643,-3-26 1,-3 5-1,-1 4 1,0 0 0,1-1-1,1-2 1348,3 2 0,1-3 0,1 1 1,-1-1-1,-2 0 0,-2 7 1,-2 6-1,-1-3 0,0-11 1,0-19-1,0-15 0</inkml:trace>
  <inkml:trace contextRef="#ctx0" brushRef="#br0" timeOffset="213512">23540 6404 8842,'-4'-57'1404,"1"1"0,-1-1 0,0 1 1,17 3-1,8 0 0,5 6 1,4 15 328,24 19 1,8 14-1715,-14-4 1,4 1 0,2-1 0,-5-2 463,-1-3 1,-2-1-1,-6 0-304,3 1 1,-20 5 324,-48 14-474,3 26 1,-1 10-9,-6-5 1,7 0-12,18 5 0,16-4 56,23-17 1,10-13 144,-2-10 1,-3-15 216,-13-19 1,-5-12 0,-3 3-338,3 6 1,-10-1-60,-16-13 1,-13-5 0,-6 14-48,-12 23 0,-3 11-4263,-23 6 3380,18 12 330,36 30 0,7-30 0,5 13 0</inkml:trace>
  <inkml:trace contextRef="#ctx0" brushRef="#br0" timeOffset="214111">24732 6007 25275,'-1'-50'787,"0"0"1,4 3-793,-4 70 1,0 33 0,-1 12 0,-2-7-9,-2-3 0,-3-2 0,0 4-249,4-10 1,0 4-1,0 1 1,-2-2-1,-1-5 251,-8 18 0,-2-5 0,6-34 621,8-64-568,-9-4 0,-2-14-11,12 5 0,3-11 1,2-5-1,-1 1 1,0 5 25,-4 4 1,-2 2 0,2 2 0,4-1-57,3-6 1,2-2-1,6 5 1,6 13-36,19 7 0,8 19-4,-3 20 1,3 11 0,-4 1 29,3-3 0,-7 10 209,-11 25 1,-8 15 0,-11-10-207,-27 4 5,0 0 0,-13-8 0,-17-41 0,-13-17 0,8 2 0,20 8 0,0-1 0,-11-9 0,0-1 0,0 1 0</inkml:trace>
  <inkml:trace contextRef="#ctx0" brushRef="#br0" timeOffset="214513">25473 5825 25359,'-58'24'86,"-1"0"0,19-4 1,12 7-1901,25 20 0,15 12 0,4-8 1892,-1-13 0,8-6 110,13-3 1,8-3 0,-7-16 1713,3-34-1785,-6-1 643,-29-26 1,-12-6-577,-7 0-3088,1 7 0,-4 4 2904,-5 17 0,6 20 0,9 9 0</inkml:trace>
  <inkml:trace contextRef="#ctx0" brushRef="#br0" timeOffset="217288">25823 6273 17944,'-3'2'6883,"1"-1"-6249,23-55-422,-4 22 1,2-3-161,1-8 1,0-6-1,1-2-19,2-7 1,1-2 0,-1-4-16,-9 16 0,-1-4 0,0-1 0,-1 0 0,-2 4-1393,2-16 1,-2 3 0,-1 2 1372,2-2 0,-1 2 0,-11 19 498,-19 25-502,9 34-1151,-11 36 1,0 13 1136,9-15 1,1 4-123,3-8 1,-2 4-1,1 4 1,3-2-1084,4 2 0,1 1 1,3 0-1,-1-4 708,-2 2 0,1-4 0,8-2 652,13 1 1,8-3 0,1-16 234,27-26 410,-18-20 0,5-10 1,-8-2-199,-10-3 1,-6-3-155,6-13 1,-9 3-199,-23 5-236,-10 28-39,-19 60 23,14-5 1204,6-4 1,12 0-1211,52 2 39,-7-10 1330,6-23 0,0-15-675,-22-16 1,-4-5-359,12-13-151,-32 6 0,-10 0 618,-29-9-607,-3 5-291,10 10-364,14 23 487,17 66 0,-2-44 0,3 35 0</inkml:trace>
  <inkml:trace contextRef="#ctx0" brushRef="#br0" timeOffset="217865">26890 6033 14312,'-15'-50'700,"-1"1"0,-1 10 0,-7 13 663,-10 27 1,-2 12-1353,5 2 0,1 6 707,-5 10 1,7 5-545,23 14 971,31-18-865,7-24 1,5-9 1723,-3-4 0,-1-5-1568,23-11-385,-27 7-12,-27 33-1744,-9 23 1,-5 10 1681,0 8 1,-3 8-55,4-13 0,-2 5 0,-2 3 0,-1 0-309,0-11 1,-2 2 0,-1-1 0,-2-1 0,-1-1 396,-7 6 0,-2-1 0,-2-2 1,-1-5 27,2-4 0,-2 0 0,0-8 1,0-16-1,-20-19 0,13-24-43,36-25 0,20-19 1,2 3-187,-8 18 1,1 2 0,9-3-98,4 5 0,8-5 1,4-1-1,3 0 1,1 3-1,-1 5 287,10-2 0,3 6 0,-1 2 0,-2-1 0,-7 1 0,-2 0 0,0 2 0,-1 1 0,9 2 0,-1 0 0,0 0 0</inkml:trace>
  <inkml:trace contextRef="#ctx0" brushRef="#br0" timeOffset="220498">27239 5950 18173,'1'-4'6397,"5"-49"-6296,-6 63-68,-2-11-254,-3 34 0,2 19-1712,1-2 1,3-1 1932,6-10 0,3-2 0,2 8 0,8-31 0</inkml:trace>
  <inkml:trace contextRef="#ctx0" brushRef="#br0" timeOffset="220682">27521 5656 14426,'-4'-7'6828,"1"1"-7080,3 6-1417,-39-29 1669,44 55 0,-40-46 0,50 52 0</inkml:trace>
  <inkml:trace contextRef="#ctx0" brushRef="#br0" timeOffset="221531">27956 5712 22979,'-60'9'273,"1"-1"0,-1 1 1,6 3-1,2 3 1,8 7-272,1 23 1,15 10-184,19-13 0,8 4 0,6-3-688,12 9 1,14-4-372,7-13 1,9-4 0,3-9 992,2-12 0,2-9 1,1-4 464,3-4 1,0-5 0,-4-6 293,-8-4 1,-3-4-1,-7-4 202,4-15 0,-12-3 36,-15 6 1,-8 1 44,-20-19-543,-32 38-196,-6 35 210,16 10 1,2 7-270,7 4 0,6 4 35,3 0 1,10 0-28,20 15 219,51-54-34,-31-9 1,-2-8 95,8-15 0,-7-7-68,-14 10 1,-7-1 38,-4-21-223,-11 26-68,-6 56 6,10 26 20,5-15 0,6 1-9,15 2 0,9-8 14,6-19 0,4-9 17,8-6 0,0-13 29,-12-15 0,-3-13 0,-5-4 2,-3-8 0,-4-6 0,-3-3-255,-4 10 1,-1-3 0,-1-1-1,-3 0 301,-1-5 0,-3-2 0,-2 0 0,-1 4 53,-2-6 0,-2 4 0,-1 3-88,1-10 0,-6 11-79,-15 17 17,10 63 1,2 19-6,0 12 0,3 9-248,2-15 0,2 6 0,0 3 0,3 0-597,1-6 0,2 0 1,1 2-1,0-2 0,0-1 546,1 6 0,0-2 0,1-1 1,0-3-1,1 7 0,1-2 0,-1-11 1,5 5-1</inkml:trace>
  <inkml:trace contextRef="#ctx0" brushRef="#br0" timeOffset="222098">29929 5663 14393,'1'-4'4343,"-4"-31"1,-7-6-3218,-23 11-942,7-7 1,-4 6-129,-3 29 0,-1 12-42,-8 12 0,4 10-22,12 0 0,6 4 5,2 4 0,11 3 20,30 8 0,15-3-43,8-5 1,5-4 21,-13-11 0,2-1 1,-2 0 11,10 5 1,-17-2 24,-41 4-5,-48-15-84,-4-21 0,-2-13-2092,19-10 1,7-5 2147,8 3 0,7-3 0,12-21 0,29 31 0</inkml:trace>
  <inkml:trace contextRef="#ctx0" brushRef="#br0" timeOffset="222633">30408 5685 17479,'0'-3'6592,"0"1"-6452,-38 0 0,-14 10-61,9 35-68,-7-24 0,7 4 11,37 14 1,16 3 16,30 7 311,20-34 0,4-11 32,-6-8-237,-7-10 1,-14-9 117,-55-28-123,-14 12 0,-6 5-566,-18 4-7124,-3 26-1636,44 35 9186,26 19 0,-6-39 0,-2-4 0</inkml:trace>
  <inkml:trace contextRef="#ctx0" brushRef="#br0" timeOffset="223137">30699 5651 21175,'-16'-44'1325,"1"0"1,0 3 0,4 10-1135,9 26-169,4 3-16,14 19 5,6 10-11,5 9 5,7 14-86,-21 17 0,1-8 115,13-42-34,28-12 0,19-8 0,-15-12 0,-33-14 0,-2-6 0,19 8 0,0-1 0,0 0 0,0 1 0</inkml:trace>
  <inkml:trace contextRef="#ctx0" brushRef="#br0" timeOffset="223305">31226 5945 24183,'55'4'0,"1"1"0,0-1 0,-1 0 0,5 1 0,-1 0 0,0 0 0</inkml:trace>
  <inkml:trace contextRef="#ctx0" brushRef="#br0" timeOffset="225489">30722 5591 8158,'-5'-5'4230,"2"2"-1733,-5-8-570,6 8-263,-6-8 268,8 11 141,0 0-1636,1-5-129,2 3-146,-1-3-106,2 3 28,3 2 118,9 12-57,6 10-103,-2 7 0,0 3-25,7 15 5,-7-5 1,-3 1-23,-1 17 22,-10-25 1,-3 0 50,-12 19-17,-12-19 198,-10-23 1,-3-10-120,5-18-68,-15-20-39,49-8 19,13 4 1,5 1-20,7-3 25,1 2 0,4 1-17,-9 14 1,2 3-6,9-5 0,4 1 22,6 3 1,-1 4 46,-13 5 1,-2 3 56,22-6 28,-39 10-84,-11 2-68,1 2-27,-2 0-140,-2 3-1424,6 3 1558,9 6 0,-6-4 0,5 3 0</inkml:trace>
  <inkml:trace contextRef="#ctx0" brushRef="#br0" timeOffset="226087">31496 5945 23668,'26'-55'550,"1"0"1,-9 14 0,-1-1-436,2-18 0,-3-3 3,-8 0 0,-5-3-1858,-1 7 1,-3-4 0,1 4 1814,0-8 1,-2 4 729,-3-5 0,0 13-889,1 37 73,-1 42 11,-1 14 441,-2 11 0,0 11-439,2-7 0,-1 3 0,1 1-19,-1-1 0,0 0 0,1 4-559,0 3 1,1 5 0,0-1-1,1-6 538,1-10 1,0-5 0,2 2-400,-2 15 0,1 2 0,4-10 890,9-16 1,0-5 0,-2 27 0,11-42 0</inkml:trace>
  <inkml:trace contextRef="#ctx0" brushRef="#br0" timeOffset="226668">31320 5974 8618,'-4'0'9830,"0"0"-6587,-15-8-2044,14 5-673,0-11-143,44 2 1,18 3-154,-16-2 0,3-1-72,5 0 1,4 0 0,-6 0-81,-11 1 0,-5 1-9909,17-5 9475,-42 12 1,-6 3 0,-1 2 0</inkml:trace>
  <inkml:trace contextRef="#ctx0" brushRef="#br0" timeOffset="239780">182 7615 14068,'-10'-6'1316,"2"0"-397,8-35 414,59 26-877,-5-8 0,11 1-952,-12 16 0,7 5 1,4 3-1,2-1 531,-11 0 1,3 0-1,1 0 1,2 0-1,0 1 1,2 1-257,-1 0 0,2 1 0,0 0 1,2 0-1,0 1 0,1-1 0,0 1 208,-4-1 1,1 1-1,1 0 1,0 0-1,0 0 1,1 0-1,0-1 1,0 1-204,-7-1 0,1 0 0,1 1 0,-1-1 1,1 0-1,-1 0 0,1-1 0,-1 0 0,0 0 197,5-1 1,0 1 0,0-2 0,0 0 0,-1 0-1,1 0 1,-1-1 0,-1-1 0,-1 0 1,0 0-1,0-1 1,0 0-1,-2-1 1,0 0-1,-3 0 1,-2 0-53,14-1 1,-3-1-1,-3 0 1,-2-1 0,-2 1 69,4-1 0,0 0 0,-7 1 0,-9 0 0,16-2 0,-40 5 0</inkml:trace>
  <inkml:trace contextRef="#ctx0" brushRef="#br0" timeOffset="250030">979 8904 9055,'-4'0'9096,"1"0"-8272,-15-3 693,25 10-654,18 0-712,20 0 0,11-1-127,-5-3 0,5-1 1,2-2-258,-8-1 0,3-2 0,1 0 0,-1-1 221,1 0 1,1-1 0,-2-1 0,-1 0 27,10-3 1,-1-1 0,-6 0 148,6-1 1,-13-3 148,-18-8 279,-75 5-64,4 6 1,-3 0-77,0 1 1,2 0 0,-15-10 518,37 5-916,39 7-67,33 13-20,-12 4 0,3 4-31,7 7 0,-2 7-341,-7 4 0,-11 8-3266,-20 6 0,-12 2 3669,-5-10 0,-5-3 0,-9-3 0,-1-6 0,2-7 0</inkml:trace>
  <inkml:trace contextRef="#ctx0" brushRef="#br0" timeOffset="252716">3149 9153 17703,'0'-54'1564,"1"1"0,0-1 0,0-20 0,-1 32-1390,-1 100-143,5-5 0,0 8-149,0-5 0,1 6 1,-3 5-1314,-2-15 1,0 7 0,-2 2 0,0-1 0,-1-4 0,0-8 525,-3 18 1,-2-6 1348,-1 5 0,-1 2 1,1-36 193,-2-65 1,3-24 72,5 7 0,2-6 136,-1 10 0,-1-6 1,1-1-1,-1 4-742,0 2 0,-1 3 1,0-3 102,-1-8 1,-2-5 0,2 0 0,6 3-12,5-3 1,6 2 0,8 9-168,9 13 0,7 6 0,3 6-60,6 3 0,4 6 0,0 11-4,-3 13 1,0 9 0,-6 5 2,10 11 0,-19 9 31,-38 16 0,-25 0-28,-3-30 0,-10-6 0,1 2-112,2 10 0,0 2 0,-2-10-2123,-5-12 0,-2-9 1,9-6 2262,-3-14 0,29-10 0,16 12 0</inkml:trace>
  <inkml:trace contextRef="#ctx0" brushRef="#br0" timeOffset="252977">3782 8884 18224,'4'48'1807,"0"0"1,0 0 0,38-41 0,6-8-934,9 20-751,-8-49 0,-7-22-538,-20-20 1,-18 24-5411,-10 52 5825,0 15 0,1 11 0,4-19 0</inkml:trace>
  <inkml:trace contextRef="#ctx0" brushRef="#br0" timeOffset="253605">4528 8920 13631,'-32'-44'9830,"21"28"-8010,-27-27-1086,22 31-700,9 9-34,-7-5 17,0 24-29,11 14 18,14 29-23,1-26 0,3 1-134,6 4 0,-2-1-295,-3-3 1,-10-1-4471,-25 5 1,-8-3 4876,2 1 0,-7-15 0,3-8 0,21-13 0</inkml:trace>
  <inkml:trace contextRef="#ctx0" brushRef="#br0" timeOffset="253796">4430 8890 22537,'-37'11'1406,"8"-1"-1902,3 28 0,1 10 496,6-9 0,1 0 0,-3 0 0,1-1 0,-2 14 0</inkml:trace>
  <inkml:trace contextRef="#ctx0" brushRef="#br0" timeOffset="254237">4755 8586 21164,'8'-34'2229,"0"-1"1,-2 12-1950,22 0-202,-15 49 1,-3 23-1440,-4 0 1,-2 10-1,0 3 1,-1-7 1367,2-6 1,-1-4-1,-2 3 21,-3 7 0,-2 5 0,-1-3 0,-1-14 1421,-8 0-929,3-12 446,29-61-896,2 2 0,5-3 11,12-11 1,4-1-38,3 0 1,3 4-23,-7 10 1,0 7-96,20 10-616,-24 42 689,-22 0 0,-5 3 0,3 8 0,-7 3 0</inkml:trace>
  <inkml:trace contextRef="#ctx0" brushRef="#br0" timeOffset="256690">6678 8843 24284,'-8'37'168,"3"-6"0,-1 5-150,-1 5 1,1 6 0,-2-2 286,-7 16 1,1-5 165,-4 6-247,-1-51-3,22-54 0,10-19-193,-2 1 26,4 9 0,6-7 0,1 11-14,20-1-35,-3 9 1,6 9-37,-4 26 0,0 10-22,-3 5 0,-2 9-314,7 23 0,-5 9-373,-9-6 1,-3 0 204,0 2 1,3-6 220,0-15 0,4-13 404,13-30 0,0-13 33,-12 9 0,-1-4 48,0-7 1,1-6 0,-5 4 421,-5 3 1,-4 3-325,13-19-50,-16 31 5,-34 52-162,-8 22-68,15-15 1,7 0 13,11-10 0,8-3 9,9-4 0,8-10 42,18-19 0,1-13 179,-17-2 0,-4-6-82,-1-5 1,-11-5-3,-22 0 0,-11-1-76,-7 4 1,-4 2-46,1 4 1,-1 4-73,-27-8-319,14 45-2062,15 11 0,3 6 2420,5-1 0,3 0 0,-12 28 0,23-33 0</inkml:trace>
  <inkml:trace contextRef="#ctx0" brushRef="#br0" timeOffset="257782">8433 8896 24536,'-52'-8'198,"-1"-1"1,1 1-1,-2 8 1,0 5-1,6 10-191,9 10 1,4 9-1,5 1-1,-10 10 0,13 0 16,24-5 0,15-8-2097,28-25 0,11-12 2117,-8 0 0,1-9 126,5-13 0,4-11 0,-9-2 316,-8-7 1,-6-8-384,-9 9 0,-1-7 0,-2 0 0,-3 2 35,-5 2 0,-5 2 0,0 0-11,-2-2 0,-1-1 1,-2 8-65,-2-18-72,-1 75 14,0 17 0,0 9-37,-2 1 0,0 6 1,0 1-120,-3 9 0,0 3 0,1 0 880,4-2 1,1 0 0,3-3-1044,1 12 0,12-11 132,19-21 0,10-16 200,-2-26 1,1-12 98,5-7 1,-4-8 175,-6-15 0,-8-4-8,-15 17 0,-4 1 25,1-25 121,-16 40-435,-2 36-11,11 4 20,15 4 0,7-2-14,38-8 41,-24-14 1,-2-8 56,-7-8 0,-9-9 193,-18-19 0,-11-1-218,-7 3-43,-5 10 1,-5 9 69,-19 35-77,12-2 16,-19 22-12,21-3-10,2 1-62,4 27 56,40-15 0,16 7 0,-7-6 0,-20-11 0,1-1 0,21 7 0,0 0 0,-1 1 0</inkml:trace>
  <inkml:trace contextRef="#ctx0" brushRef="#br0" timeOffset="258646">10523 8955 15720,'-54'-4'9808,"38"36"-9810,-9 4 0,-5 9 0,19-5 167,39 2 1,14-17 47,10-43 68,-15-10 1,4-10 0,-9 2-24,-3-14-236,-21 11 1,-5 13-57,-12 54 45,22 11 0,9 2-17,-4-10 1,7-9 72,38-16 1,1-19-38,-35-3 1,-6-9 8,1-12 0,-1-9 1,-10 4 156,-26-21-459,-4 25 263,21 69 0,-7-7 0,16 22 0</inkml:trace>
  <inkml:trace contextRef="#ctx0" brushRef="#br0" timeOffset="258901">11354 8816 21355,'-3'39'235,"13"15"0,0 7-4371,-16-14 0,0 1 3003,12 20 1,5-15 0,-1-43 0,-4-7 0</inkml:trace>
  <inkml:trace contextRef="#ctx0" brushRef="#br0" timeOffset="259120">11529 8496 22861,'-34'14'-1248,"11"-1"1,36 25-1,-2-18 1</inkml:trace>
  <inkml:trace contextRef="#ctx0" brushRef="#br0" timeOffset="259403">11980 8545 22010,'-7'-33'2137,"0"-1"0,2 11-1896,-10-38-152,9 87-104,-1 12 0,-2 11 1,2-4-34,0-5 0,0 3-1021,-1 5 0,-2 12 1,-2 3-1,2-2 1,1-11-3848,1 0 1,1-2 3646,-3 10 1,-1 5-1,3-13 1,4-11-1,3-29 1</inkml:trace>
  <inkml:trace contextRef="#ctx0" brushRef="#br0" timeOffset="259970">11748 8977 17602,'-6'-6'3316,"-28"-26"0,3-4-3053,29 14-232,-4-12 0,9 2-17,38 22 0,16 11 0,-11-5 1,3 1 0,-1-3 3,1 0 1,0-2 0,-2-4 48,-4-3 0,-2-5 1,-4-3 89,6-14 0,-8-5 151,-11-3 0,-7-1 56,-6 5 0,-5 3 135,-5-11-354,-1 25-117,0 38-50,0 49 16,-5-7 1,-3 7 6,0-12 1,-2 3 0,-1-1 0,0 1 0,-1-1 0,0-2 0,-5 8 1,1-7 137,4 3 51,62-85-141,-10-8-20,-8 9 0,5-5 0,0 4-25,4 1 1,0 3 19,1-2 0,1 4-17,-4 8 1,-3 9-188,7 26-1221,-9 32 1400,-24-14 0,-4 1 0,4 13 0,-10-10 0</inkml:trace>
  <inkml:trace contextRef="#ctx0" brushRef="#br0" timeOffset="260737">14752 8859 16342,'7'-36'3862,"0"0"0,-4 4-3512,0-8 0,-8 10 87,-26 41-250,-6 18 1,-3 10-140,0 3 0,1 6-153,4-4 0,1 4 0,6-1 102,3 10 1,14-1 46,18-3 1,16-8 22,21-14 0,13-15 121,-8-15 1,4-9 0,-3-5 37,12-7 1,-7-11-89,-19-1 0,-5-5 1,-10-1-5,-17-9 1,-14-1-91,-12-1 1,-10 4-112,-7 11 0,-3 9-155,7 11 1,4 12-9610,8 43 7540,26-10 0,14 16 0,-12-41 0</inkml:trace>
  <inkml:trace contextRef="#ctx0" brushRef="#br0" timeOffset="263004">16420 8908 19328,'1'-41'2195,"-1"1"1,3-3-1,1 9-1825,0 24-398,3 8-6,-16 45-837,-3 1 0,0 4-1543,3-1 0,2 1 1735,0 2 1,3-4 0,6-6 0,8-22-1</inkml:trace>
  <inkml:trace contextRef="#ctx0" brushRef="#br0" timeOffset="263386">16777 8655 19406,'-21'-46'1514,"0"0"0,-11 16 0,-1 16-1458,-13 50-51,16 5 1,7 4 84,16 17 39,19-28 0,9-6 193,14-20 0,4-10 87,-5-8 0,-1-6-180,-3-6 1,-8-6-68,-18-11 1,-11 0-79,-13-11-219,-21 4-385,6 55-1674,15 29 1,5 10-1716,4-11 0,3 2 3230,-1 20 1,4-5-1,5-15 1,1-17 0</inkml:trace>
  <inkml:trace contextRef="#ctx0" brushRef="#br0" timeOffset="263751">17004 8917 23780,'20'-50'791,"0"0"1,-2 1 0,-5 21-775,-8 59 22,-9 6 0,-3 5-39,1-1 0,-1 2 2,-3 0 0,-3 4 0,1-7 71,-6 8 168,11-5-3,29-60 0,10-15-54,-2 1 1,2-3-94,3 1 1,3-3 0,0 3-36,12-5 0,0 5-48,-10 6 0,1 8-243,8 19 0,-4 13-1400,-3 29 1635,-14 0 0,-5 1 0,-6 3 0,-7-3 0</inkml:trace>
  <inkml:trace contextRef="#ctx0" brushRef="#br0" timeOffset="264403">17917 8953 19048,'5'-64'1302,"0"-1"1,0 1 0,-1 13 0,-1 2 0,0 4-1163,0-13 0,-1 25-180,-2 59 4,-1 10 0,-1 12-247,1-3 0,-2 9 0,1 1 0,0-1-937,-1 11 1,1-2 0,-2 1-1239,1-12 0,-1 1 1,0-2-1,1-5 491,-1 11 1,0-9 0,-3 2 0,6-46 0</inkml:trace>
  <inkml:trace contextRef="#ctx0" brushRef="#br0" timeOffset="264689">17880 9089 14628,'-3'-51'1373,"0"0"0,-1 1 0,1-1 0,0-1 0,-1-2 0,1 3 0,2 7-1006,4-1 0,5 6-328,12-7 0,12 12-45,14 30 1,11 15 0,-5 0-4,-2-6 1,-1 8-40,-5 12 0,6 10 1,-5 5-1,-14 0-58,-14 14 0,-15 4 122,1-9 1,-4 3 0,-9-5-8,-11-6 0,-8-3 1,-4-7-91,-4-6 1,-5-6 0,0-6-836,-19-6 1,3-12 64,19-10 1,5-4 0,-6-12 0,35 1-1</inkml:trace>
  <inkml:trace contextRef="#ctx0" brushRef="#br0" timeOffset="265181">18605 9081 24206,'54'-19'233,"-1"0"0,-4 0 1,-5-1 43,-12 1 1,-5-2 164,5-28 45,-34 2-279,-26 9-197,-9 23-34,-19 32-10,10 29-480,25 9 1,7 6-35,9-23 1,4 0-667,8 19 1,13-6 1212,16-25 0,3-9 0,-1 6 0,16-5 0</inkml:trace>
  <inkml:trace contextRef="#ctx0" brushRef="#br0" timeOffset="265910">19422 9067 13553,'-48'-39'2457,"0"0"1,1 0-1,1-21 1,6 24-1706,9 58 1,1 24-1,11-4-769,17 9 20,4-11 0,6-5 2,11-14 130,8-7-40,-12-10 493,25-17-274,-14-6-34,17-17-12,-14 0 80,-1-5-85,-7 9-205,-12 66 1,-3 24-138,4-14 1,0 4 0,-12 5-601,-14-7 0,-11 7 0,-8 3 0,-3 2 0,0-1 0,5-4 0,10-6 656,7 14 1,8-7 0,-13-4-287,-26-1 0,-17 1 0,4-13 1,27-28 308,40-42 0,26-30 0,7-10 0,-9 12 0,-13-1 0,2 2 0,7 11 0,1 1 0,0 0 0,-1-1 0</inkml:trace>
  <inkml:trace contextRef="#ctx0" brushRef="#br0" timeOffset="266925">19720 8945 13609,'-3'-35'9774,"2"24"-9791,0-6-32,15 40 1,9 29-1,-3-6-1,-2 5 55,-2-3 1,1 7 0,-10-16 72,-13-25 376,-17-15-275,37-35 0,14-12-425,-2-4-2831,16 20 0,14 2 0,-4 9 3077,-14 16 0,0 6 0,16-3 0,-5 3 0,-19 5 0</inkml:trace>
  <inkml:trace contextRef="#ctx0" brushRef="#br0" timeOffset="267373">20274 9004 13659,'-24'28'9830,"17"0"-8604,32-15-1013,19-13 84,5-20 56,-19-11 0,-4-5-162,3-12-147,-4-13 108,-29 30 27,-22 11-202,1 4-5,-19 13-56,9 28 68,-2 28-54,22-16 0,4 3-258,3 4 0,8 1-563,16 3 1,11-3-1446,1-15 1,5-5 1656,4-2 1,-1-7 0,10-8-1,-28-8 1</inkml:trace>
  <inkml:trace contextRef="#ctx0" brushRef="#br0" timeOffset="267837">20870 8866 16896,'-8'-6'5119,"2"2"-4625,6 4 100,-30 44-152,21-13 12,-8 24 44,48-32-16,23-30-141,-4-9 63,-5-24 27,-41-17-324,-7 17-7,-29-3-77,-23 58 10,-1 13-25,21-3 1,3 6-60,10 13 1,7 3-190,6 13-928,27-9 0,13-4 1168,12-22 0,3-6 0,-11 2 0,-1-3 0,-2-10 0,-1 1 0</inkml:trace>
  <inkml:trace contextRef="#ctx0" brushRef="#br0" timeOffset="269071">22548 8860 14090,'1'-47'2244,"0"-1"1,1 0 0,-4-15 0,-7 14-2155,-13 31 44,-8 53 0,0 21-106,12-14 0,1 6-814,-1 3 1,-2 10-1,0 3 1,2-4 620,1 1 1,3-1 0,-2 5-212,4-14 1,-2 4 0,0 3 0,0 0-1,0-4 1,2-5 444,-4 10 0,2-6 0,-1 0 110,-3 18 1,-1 2-1,-2-36 1054,-16-66-984,19-20 1,5-10-99,0 8 1,6-2-35,6-1 1,7-5 0,8 8-144,20 0 1,13 8-1,-4 8 0,5 3 0,0 2 72,-5 7 1,0 3 0,2 1-12,12-1 1,3 1-1,-6 1 35,-3-3 0,-4-1 316,1-2 1,-4-2 168,-1-14 285,-30 7-358,-15 18 1037,0 2-1547,-4 23 34,-5 28-20,5-7 0,0 4-47,1 9 1,0 2-1875,3 1 0,1-2 1935,1-10 0,0-4 0,2 8 0,-2-26 0</inkml:trace>
  <inkml:trace contextRef="#ctx0" brushRef="#br0" timeOffset="269272">22943 8745 20403,'0'-4'980,"0"1"-2918,-6 1 1938,4 28 0,-5-21 0,7 22 0</inkml:trace>
  <inkml:trace contextRef="#ctx0" brushRef="#br0" timeOffset="269707">23097 8888 22627,'22'28'72,"6"24"-10,-10-10 0,-5 2 593,-15-1 0,-5-5 342,-2-9-610,-16-44-281,39-38-129,5 20 1,7 1-1219,13 5 1,3 5-1706,14-8-5792,8 18 8738,-48 18 0,-8-1 0,-5 0 0</inkml:trace>
  <inkml:trace contextRef="#ctx0" brushRef="#br0" timeOffset="270046">23623 8914 14135,'-16'-34'4915,"-1"1"0,-11-17-3330,11 58-1607,7 4-539,18 37 1,12 24 0,-16-13 560,-31-32 0,0 0 0,31 29 0,14 13 0,-17-24 0,-64-40 0</inkml:trace>
  <inkml:trace contextRef="#ctx0" brushRef="#br0" timeOffset="270233">23644 8891 15462,'-32'54'0,"-1"-1"0,7-10 0,0 0 0</inkml:trace>
  <inkml:trace contextRef="#ctx0" brushRef="#br0" timeOffset="270687">23736 9166 16728,'24'-51'1930,"0"1"0,-1-1 1,-1 5-1,0 2 0,-6 6-1863,-3-11 129,1 2 0,0-2-28,-6 18 0,-2-2 106,-2-27 1,-3 4-376,-4 21 56,-8 59 1,1 19-52,9 5 1,7 10-245,4-2 1,4 10 0,0 0 0,-2-9 0,-2 1 0,1-6 0,6-11 0,1-1 0,-1 1-1</inkml:trace>
  <inkml:trace contextRef="#ctx0" brushRef="#br0" timeOffset="270934">23890 8879 13172,'57'-25'1404,"0"0"0,0 0 0,0 2 1,-3 1-1,-27 8 0,-28 11 1</inkml:trace>
  <inkml:trace contextRef="#ctx0" brushRef="#br0" timeOffset="282063">25596 8884 24564,'-11'-44'146,"-9"37"-118,7 34 0,3 13-31,-1 3 0,3 1 8,5-4 1,4-2 252,14 11 61,24-40-66,11-36-99,-24 5 0,0-3 53,14-19-308,-21 18 112,-20 37-11,-6 35 14,8-12 0,5 0-3,3-2 1,6-3 24,13-2 1,7-11 41,5-18 0,2-11-5,-5-2 0,-2-6 53,2-16 0,-7-7 11,-13 2 0,-6-2-67,-1 7 0,-4 2 3,-5-25-286,-5 40-223,-6 20-8078,-13 45 8514,8-12 0,-5 13 0,15-33 0</inkml:trace>
  <inkml:trace contextRef="#ctx0" brushRef="#br0" timeOffset="282280">26470 8832 21534,'-1'-3'4106,"1"0"-4050,-14-1-207,-15 47-1841,9-14 1,0 2 1991,2 11 0,2 1 0,-5 17 0,18-32 0</inkml:trace>
  <inkml:trace contextRef="#ctx0" brushRef="#br0" timeOffset="282497">26588 8522 24071,'-27'20'-611,"6"-27"1,20 48 0</inkml:trace>
  <inkml:trace contextRef="#ctx0" brushRef="#br0" timeOffset="282748">26926 8497 21467,'0'-6'4470,"0"0"-4504,-6-38 113,-8 88-135,-12 14-215,17-9 0,3 9 0,0 1-2184,1 4 0,1 1 1,2-3 2454,1-10 0,1-2 0,2-5 0,1 3 0,1-8 0,0-4 0</inkml:trace>
  <inkml:trace contextRef="#ctx0" brushRef="#br0" timeOffset="283296">26661 9070 21338,'30'-50'173,"0"0"1,0 0 0,3 2 0,0 2 0,2 6-152,12 2 0,-1 7 23,-6 2 0,-3 1 148,-10 3 0,-5-1 709,3-28 145,-6-1-352,-3 8-549,-5 18-185,-5 34 78,0 50-28,-4-4 0,-1 6 2,-2-10 0,0 2 0,-1 1 2,-1 0 0,-1 0 0,-1-2-15,-4 9 0,0-7 392,-4 9 163,11-50-264,27-46-199,-2 7 1,2-2-57,9-5 0,4 2-19,0 4 0,3 5-20,-2 9 0,1 8-25,-3 11 0,-1 10-538,-2 10 1,-6 9 565,-7 14 0,-5 1 0,6 13 0,-21-3 0</inkml:trace>
  <inkml:trace contextRef="#ctx0" brushRef="#br0" timeOffset="284147">28593 8858 20509,'10'-63'1773,"1"0"1,-6 14 0,2 8-1757,7 16 67,-10 71-67,-8 1 0,-3 9-195,2-6 1,0 5 0,-1 1-1716,-1 3 1,1 2 0,-1-2 1892,2-6 0,-1-3 0,2-3 0,1 0 0,1-7 0,2 0 0</inkml:trace>
  <inkml:trace contextRef="#ctx0" brushRef="#br0" timeOffset="285080">28594 8917 20347,'3'-61'983,"0"0"1,0 0-1,2 9 1,1 2-1,4 9-893,22-7-39,21 46-37,-22 17 0,0 8-51,11 10 0,-1 3 65,-10-7 1,-3 0 44,-2 0 0,-9-2 100,-17-3-55,-5-12 44,-4-6-123,8-5-67,0 0 23,-2 1 55,0-1-5,1 1 33,1-2-117,-3 4 78,-9 8-61,-9 5 44,-17 12-50,-2-4 56,6-5-50,7-6 56,11-7-12,-1 0 17,-1-1 51,-1-4-57,10-1 23,0-1 40,10-3-63,10-4-33,7-3-5,32-6-46,3 10 1,11 11 22,-31 15 0,-5 9 2,-7 7 1,-6 5 33,1 15 1,-12 2 5,-19-6 0,-13-5-37,-13-7 1,-10-12-1104,7-20 0,-5-9 1,3-5 1125,-1-6 0,3-5 0,2-1 0,12-2 0,27-6 0</inkml:trace>
  <inkml:trace contextRef="#ctx0" brushRef="#br0" timeOffset="285365">29418 8657 25864,'-6'55'-894,"0"0"0,0 1 1,-1-1-1,1 0 0,0 0 1,-1 21-1,1 2 0,0-12 1,-1-26-1,1-30 0</inkml:trace>
  <inkml:trace contextRef="#ctx0" brushRef="#br0" timeOffset="285650">29390 8750 18756,'45'-27'-622,"-1"0"0,1 0 1,0 0-1,3 10 0,-4-7 1,12-10-1,-4 5 0,-22 19 1,-25 24-1</inkml:trace>
  <inkml:trace contextRef="#ctx0" brushRef="#br0" timeOffset="285880">29339 9003 16219,'59'-23'0,"-1"1"0,1-1 0,-1 0 0,-11 5 0,-1 0 0,1 0 0,0 0 0</inkml:trace>
  <inkml:trace contextRef="#ctx0" brushRef="#br0" timeOffset="287093">30482 8630 22475,'-16'-31'627,"0"1"1,-21-21-557,1 66 0,-8 22 0,6-4-77,-10 10 0,35 7 1,7 21-1,-2 0 1,-11-19 24,-32-24 1,7-3-194,48 23 0,18 10 1,-20-20 173,-39-33 0,-17-18 0,14 0 0,24 5 0,-6-5 0</inkml:trace>
  <inkml:trace contextRef="#ctx0" brushRef="#br0" timeOffset="289400">30370 8660 8965,'0'-5'8178,"0"2"-5999,25-21-404,-14 15-598,15-19-544,-25 21-264,-8 0-234,-10 3-57,-11 3-61,-12 12 44,-11 15-39,20-7 1,1 3-6,-1 3 0,2 2-15,4 1 1,2 0-8,-4 23 55,24-4 57,13-11-46,7-3 1,1-6-12,0-3 6,1 3-28,-1 3 34,-3 1 139,-15 4-27,-8-13 128,-26 4-111,-3-15-57,-9-1-44,0-7 39,-6-3-73,7-1 23,-4-3 5,20 1 39,11 0-95,11 1-17,6 2-246,1 0 224,10 6 61,8 1-22,24 6 28,12-4 22,-3-6 12,0-15 5,-10-16-56,-7-5 3,-14 6 0,-3-3 20,-1-18-40,-8-4-5,-18 6-39,-3 16 55,-1 6-21,-2 3 4,7 9-21,-2-8 22,7-9 27,13-20-55,7-7 34,6 3-40,-3 19 11,-8 22-5,4 6-6,27 3 28,2 1-27,10-1-85,-25 3-2666,-29 7 1919,-9-1 0,-2 2 0,3-3 0</inkml:trace>
  <inkml:trace contextRef="#ctx0" brushRef="#br0" timeOffset="309896">5159 12070 11004,'0'-5'4915,"3"-46"0,3-15-877,5 1-3708,-5 17 1,1-7 0,1 8 240,8-11-509,-5 26-29,-5 28 18,-6 57-37,-3-19 0,-1 3-13,-1 5 1,0 5 0,-1 0-77,-2 2 1,0 1-1,0-1-2520,2-2 1,0 0 0,0-3 2594,-1 11 0,2-6 0,4-2 0,1-36 0</inkml:trace>
  <inkml:trace contextRef="#ctx0" brushRef="#br0" timeOffset="311096">5410 11354 21394,'-39'-45'978,"0"-1"0,-7 3 1,-2 13-808,14 29 0,-1 9-104,-5 0 0,0 8-36,-7 21 0,3 9 25,3 1 0,1 4-144,8-7 1,-1 3 0,4 0 120,3-2 1,4 0-1,1 1-9,4 1 1,1 1-1,4 1-4,2 1 1,2 2 0,3-1 5,2 1 0,1-1 1,2 0 36,2-2 1,2 0-1,1-1 32,3-1 0,1 0 1,2-3-43,6 6 0,3-3-11,10 5 0,7-7-20,6-12 1,6-7-6,-7-10 0,4-4 0,0-3 44,3-6 1,2-5-1,-1-3 13,0-5 1,0-3 0,-2-4 3,-4-3 1,-3-3 0,-1-1 13,14-12 0,-4-3 3,-5 1 1,-3-1 82,-6 1 0,-3-1-58,-6-2 1,-5-1-20,-5-3 0,-6-1-12,-2-2 1,-6 0 30,-4-1 1,-5 0-46,-2 2 1,-3 1 114,-5 1 1,-1 0-160,1-1 0,1 1-8,1 4 0,2 1-23,4 5 0,0 2 0,-7-14 0,-2 16 0,-6 2 0,1 5 0,3 6 0,-1 5 0,-4 7 0,-10-3 0,-8-3 0,1-5 0,10 1-365,12 3-6514,3 7 6879,5 3 0,0 2 0,5 1 0</inkml:trace>
  <inkml:trace contextRef="#ctx0" brushRef="#br0" timeOffset="312413">5985 12134 12819,'-9'0'7880,"2"0"-5908,-56-3-409,45 2-673,-46-1-413,60 1-315,1 1-95,-4-1 34,2 0-67,-1 0 11,5 1 33,1 0 185,23 5-50,39 1-154,-10-1 0,7 0-39,-10-2 1,3 0-1,2-1-220,5 0 1,1 0-1,0-1 235,3-2 1,0-1 0,-1 0-12,-2-1 0,-1 0 1,-2 0-16,-7-1 0,-2-1 1,-2 1 6,6-1 1,-5 1 22,5 2 113,-31 1 55,-14 1-1003,-7 0 1,0 0 0</inkml:trace>
  <inkml:trace contextRef="#ctx0" brushRef="#br0" timeOffset="313146">6881 11900 24469,'-32'-27'711,"0"1"1,4 2-1,2 7-453,1 10-169,2 6-16,7 4-6,3 1-55,8 2 55,12 4 106,21 4-117,26 16-56,2 2-6,-20-10 1,-1 1 24,-5 1 1,-2 1 2,-3-2 1,0 1-34,0 6 0,-4 2 33,-13 0 1,-6 1 55,-14 30 9,-11-25 0,-7-1-62,-4-7 0,-1-2-28,5-5 0,1-2 20,-15 10-1389,33-24 1372,20-16 0,-3 5 0,8-6 0</inkml:trace>
  <inkml:trace contextRef="#ctx0" brushRef="#br0" timeOffset="314280">7897 12062 14936,'-8'-6'8867,"1"1"-7630,-25-43-676,33 19-321,-3-11 1,9 0-174,20 17 1,8 5-54,3-3 0,3 3-6,7 7 1,0 7 7,15 16 12,-10 18 14,-46 6 0,-11 6-31,-9 2 1,-6 1-1,-5 8 0,-6 1 13,0-14 1,-5-1-1,0-2 15,-8 7 0,-1-4-5,-3 0 0,3-5 16,-10 2-28,31-21-16,20-13 16,11 1 6,12 1 23,24 2-23,-4-7 0,5-3-17,13-3 0,3-2 0,-14 2 0,0-2 1,-1 0-4,18-3 1,-3 0 2,-13 2 0,-5 1 0,19-3 56,-13 0-11,-8 1 34,-13 4-73,-12 3-219,-14 3-1416,-6 0 1618,-5-1 0,4 1 0,-4-1 0</inkml:trace>
  <inkml:trace contextRef="#ctx0" brushRef="#br0" timeOffset="315301">8501 11547 22554,'-46'-23'376,"0"-1"0,0 1 1,1 3-1,-1 2 0,2 9-320,-12 14 0,2 10 6,-6 4 0,1 6 16,2 5 0,2 5-22,18-10 0,1 2 0,2 2 48,-13 13 0,3 4-12,4 3 0,2 1-58,3 0 0,4 1 19,7 1 1,6 2 58,4 1 0,5 0 53,5 2 0,6 0 20,4 2 0,6 0-40,4 0 1,5-1-62,7-2 0,6-2-28,4-4 0,4-3 22,3-5 1,3-5-18,-1-5 1,1-4-15,-2-7 1,0-5-6,-1-5 0,0-6 11,2-7 0,2-6-31,1-5 1,1-5-6,2-3 0,-2-2 19,-3 0 1,-2-1 10,-6 1 1,-4 0 2,-3-1 1,-3-1-7,0-4 1,-1-2 22,4-6 1,-2-2 35,-7 8 1,-3 0-4,-1-3 1,-4 1-32,-6-13-69,-9-18 0,-1 28 0,0 0 0,0-3 0,0 1 0,-2 2 0,0 1 0,-8-24 0,-2 13 0,-4 0 0,-1 1 0,2 5 0,1 0 0,-3 2 0,-3 16 0,-20-10 0,12 14 0,-4 1-93,-8-3 0,-3 2 93,-15 4 0,1 4 0,-5-7 0,-2 17 0</inkml:trace>
  <inkml:trace contextRef="#ctx0" brushRef="#br0" timeOffset="316653">9134 12293 11592,'-4'0'4498,"-28"3"0,-11 2-2213,-1 2-1269,0-2 1,1 2-765,10 3 168,30 3-53,45-5 0,25-7-334,-15-1 1,5-1 0,5-1-15,-9 1 0,4-1 0,3 0 0,-2 0 0,-5-1-16,9-2 1,-5 0 0,-1 0 110,0 1 0,-1 1 0,-21 1-41,-27 2-667,7 0-67,-10 0 661,13 4 0,-12-3 0,6 3 0</inkml:trace>
  <inkml:trace contextRef="#ctx0" brushRef="#br0" timeOffset="317821">10351 12132 8399,'-1'-61'4915,"8"25"0,1-1-865,-7-4 0,3 1-4034,10 2 1,12 8-3,30 21 0,7 14-36,-25 0 0,0 5 14,12 7 1,5 6-1,-22 8 17,-34 9 1,-18 6-1,4-2 10,15 1 1,-5-2 19,-25-3 1,-12 0-1,5-12 11,-3-10 29,-16-3 16,38-11 174,3-1-180,20-11-77,-1 4 4,15-6 12,3 6-33,10 0 5,8-3 0,2 1 5,6 0-2,-13 0 0,-2 2-9,-3 11-22,1 33 45,-3-4-11,3 14 5,-16-18 0,-2 0-44,-8 16 49,-7 0 1,-4 0 50,-18 10-67,-1-23 0,-5-5 40,-28-1 10,13-20 0,-2-4-36,10-2 0,0-5 6,-15-7 0,3-5-26,0-15-100,4 0-1446,30-12 1552,27 3 0,-9 11 0,11-1 0</inkml:trace>
  <inkml:trace contextRef="#ctx0" brushRef="#br0" timeOffset="318587">10631 11668 23853,'-43'-26'220,"1"-1"1,0 1 0,-4 4-1,-1 3 1,3 14-70,-7 27 1,3 14-100,13-9 1,-1 2-1,1 3-239,-6 9 1,1 5 0,5 2 287,7-1 0,4 3 0,3 2-34,2 2 0,4 3 0,2-2-37,4-10 0,2-2 0,3 4 40,5 3 0,4 4 0,1-1 0,0-4 5,4 13 1,2-3-41,1-1 1,3 2 0,3-4 3,8 5 0,6-8-34,-2-19 1,4-4 0,1-3-4,17 10 1,7-12 5,-12-18 1,8-8-1,0-3 1,-4-3-4,-1-3 1,-4-4 0,3-3 22,5-3 0,3-5 0,0-2 0,-8 0 56,-6-1 0,-6-1 0,0-2-32,1-1 0,0 0 1,-5-3 19,4-12 1,-6-6-6,-9 4 0,-2-5 1,-2-2 72,-2-4 0,-3-1 0,-1 0-77,0 6 1,-2 0-1,-5 1 10,-5-3 0,-5 1 0,-7 5-48,-17-1 1,-7 5-26,0-3 0,-6 0 0,1 11 0,-6 0 0,1 6-354,-4 5 1,-3 6-1195,9 8 1,-3 3-1,3 6 792,-2 7 1,4 5-1,-15 11 1,30-8-1</inkml:trace>
  <inkml:trace contextRef="#ctx0" brushRef="#br0" timeOffset="319803">9739 12114 14073,'-1'-4'8666,"0"1"-7933,-29-22 1,-9-4-348,11 16-154,-15-17 1,0 6 41,20 29-155,1 3 54,13 22-50,14-2-16,10 11-12,16-9 0,6-1-73,-11-8 1,1 1 8,20 18 0,-5 6 128,-22-5 1,-9 0-74,-5-2 1,-9 0-2852,-17-1 0,-10 0 0,1-5 2199,5-9 1,-1-4 0,-14 11-1,7-7 1,23-17 0</inkml:trace>
  <inkml:trace contextRef="#ctx0" brushRef="#br0" timeOffset="322132">8203 13058 14101,'0'-3'9058,"0"1"-8179,-1-35 134,0 26-598,0-26-319,1 35-57,0 6 123,-2 23-67,-1 11-17,0 4 1,1 6-20,0 0 0,1 1-15,1 7 1,2 3 18,1-12 1,1 2 0,0-2 48,2 15 0,1 0-41,-2-13 0,0 2 0,-1-3 32,1 10 1,-1-4-23,-2-9 0,0-5 98,0 8 57,-2-26-136,0-17-1886,0-7 1786,0-2 0,0 1 0,0-1 0</inkml:trace>
  <inkml:trace contextRef="#ctx0" brushRef="#br0" timeOffset="323466">8092 14548 16415,'0'-5'6385,"0"2"-5786,5-27 1,1-4 88,-2 15-640,3-19 0,-3 11 80,-10 52 1,-12 26-93,5-8 1,-1 4-23,-1 6 0,0 1-3,3-4 0,3-2-5,2-8 0,4-5 106,8 8 336,13-26-157,22-29-134,18-19-65,-23 8 1,1-2 38,-1-3 1,-1 0 16,-5 5 1,-3 0 114,11-11-100,-15 15-85,-13 11-67,-4 4-11,-4 13 56,-1 19-11,-4 24-37,1-14 1,-1 3-9,0-1 0,-2 2 36,-1 12 1,0 0-7,2-10 1,0-1-23,-1 6 1,0-1 19,1-13 0,1-3 17,-3 13-146,3-22-4464,2-19 4565,2-7 0,0-2 0</inkml:trace>
  <inkml:trace contextRef="#ctx0" brushRef="#br0" timeOffset="324262">8523 14249 23282,'-49'-37'424,"0"0"1,-1 1-1,4 4 1,0 2 0,1 12-291,-4 18 1,0 11-74,9 3 1,-2 4-1,0 3-411,-7 8 1,0 4-1,-1 2 406,10-4 0,-1 2 0,1 1 0,2 2-9,1 0 1,2 2 0,1 1 0,3 1-17,-6 12 1,4 1 0,5 4-24,11-10 1,2 3-1,4 1 1,2 0 6,2-2 0,3 0 1,2 0-1,3 1 6,2 4 0,3 0 0,2 0 0,3-2 9,7 10 0,4-3 0,4-4-15,0-10 0,3-5 0,5-3-6,7-4 0,6-3 1,4-7-19,-2-10 1,5-6-1,0-2 1,-2-1 8,1 1 0,-2-2 0,3-4-9,3-5 1,5-4 0,-1-4-1,-7-2 33,-6-5 1,-5-3-1,1-3 13,7-3 1,1-3-1,-3-2 6,-3 0 0,-3-2 0,-1-6 25,-12 4 0,0-6 1,-1-2-1,-1 1 0,-3 3 25,5-6 1,-3 4-1,-3-6 19,-1-6 0,-1-6 0,-6-2 0,-11 5-74,-15 12 0,-11 1 0,-2 2 0,2 1-14,2-4 0,2 1 0,-7-2 56,-3 6 0,-5-4 0,-4 0 0,-1 5 1,-2 9-2044,-15 9 1,-3 11 0,3-4 1962,9-10 0,3-2 0,0 9 0,-24 19 0,15 10 0,40-5 0</inkml:trace>
  <inkml:trace contextRef="#ctx0" brushRef="#br0" timeOffset="325182">7942 14027 11894,'-25'-48'2457,"0"0"1,0 0-1,-5 1 1,9 10 2057,20 16-4509,8 38 22,19 29 0,7 4-12,-10-26 1,3-2 29,5 7 1,4 3 0,4-12 237,4-19 0,4-11 0,-4 1-231,4 8 0,-2-5 57,-2-15 0,0-8 0,-7 3 187,2-9-73,4-8-263,-28 24 39,6 39 0,-16-12 0,9 24 0</inkml:trace>
  <inkml:trace contextRef="#ctx0" brushRef="#br0" timeOffset="340748">14031 11040 16426,'6'-43'1443,"1"0"1,-1 0 0,2-10 0,0 10-957,-1 15-347,-1 24 84,0 21-17,0 35-179,-3-19 0,0 4-6,1 22 1,-1 4-12,-1-7 1,0 3-1,-1 0 0,-1 5 0,-1-1-296,-1-5 0,-2 1 0,1 1 289,-1-6 0,1 3 0,0 1 1,-1-1 2,1-2 0,-1 0 0,0 0 0,0 0 7,2 0 0,-1 1 0,1 0 0,0 0-6,0 0 0,0 0 1,0-1-1,-1 1 2,1-2 0,-2 0 0,1 0 0,0-1-1,-1-2 1,-1 0 0,1 0 0,-1-1-7,0 13 1,0 0 0,0-1-186,1-2 1,1 0-1,2 0 206,1-3 1,1 0-1,0-1 11,1-1 1,1-1 0,0 0-62,0 0 1,0-1-1,0 0 113,-1-2 1,0-1 0,0 0-15,-1 0 0,0 0 0,0-1-32,-1-1 0,1 0 0,-1-1-6,1 0 1,-1 0-1,1 0 24,0-2 1,-1 0 0,0-1 33,-1 1 1,-1-1-1,-1 0 47,-2 21 1,-2 0-16,-2-3 0,-1-1-55,-1 0 0,0-2-64,3-2 0,1-2 5,-1-4 0,1 0 422,1-4 0,0-1-405,-1-6 0,-1-2-326,-9 18 298,4-28 0,7-17 0,5-14 0</inkml:trace>
  <inkml:trace contextRef="#ctx0" brushRef="#br0" timeOffset="342953">15491 11765 18352,'-5'-53'1481,"0"0"0,1 5 0,0 11-501,2 25-765,-9 38 1,-2 20-164,2-5 0,1 4 1,-1 3-30,2 2 1,-1 4 0,1 1 0,0-3 127,0 4 0,0-3 0,2-2-39,0 18 0,6-30 101,8-63 1,2-16-69,0-24-47,-4 19 0,0-10 0,1-1 0,-2 9-65,-1 4 1,1 0-1086,3-17 0,3-7 0,-3 15 1074,1 13 12,11-9-29,-22 73 17,-3 22 1,-1 18-1,0-5-8,0-11 0,-1 1-209,1 2 1,-1 10-1,-1-2 1,2-13-7956,-3 12 7885,2-20 0,3-13 0,5-25 0,0-1 0</inkml:trace>
  <inkml:trace contextRef="#ctx0" brushRef="#br0" timeOffset="370348">16036 11740 20084,'11'-12'1937,"-4"5"-1774,-11 15 0,-3 0 89,-1 4-28,-4-3-90,-11 0-39,-8 3 6,0-1 224,10-3 16,12-10-66,8-23-118,2-8 5,0-25-33,3 9-17,8 0-84,13 13-11,17 10-6,6 11-6,-1 10-38,-6 25 16,-15 9 28,-2 30 0,-11 4-22,-11-23 0,-4 2 5,-5 5 1,-6 0 10,-4 4 1,-5 1-1,-5 1 1,-2-1-15,0-3 1,-2-3 2,2-7 1,-1-2 24,1-6 1,-1-4-9,0-4 1,-1-5 38,-29 7-16,3-14 55,21-14-38,13-13-6,30-15-23,6 0 34,18-7-11,0 17-56,-1 9-1,5 23 46,9 25-6,2 5-65,-13-13 1,2-1-138,1-8 1,1-3-1295,-3-2 1,-1-3 1467,30 2 0,-37-12 0,-12-1 0</inkml:trace>
  <inkml:trace contextRef="#ctx0" brushRef="#br0" timeOffset="384764">16657 11740 19098,'15'-45'3249,"-3"7"-2723,-9 27-22,-1 4-134,0 1-118,-3 0-45,-3 2-157,0 0-67,-3 7 57,-8 24 66,-13 30-75,9-12 0,-1 4-6,0 5 0,1 1-14,4 0 0,4-2 3,6-8 0,6-3 98,23 15 6,15-37-62,-3-29 0,2-12-11,1-9 0,-2-6-1,4-6 1,-3-1 8,-5 3 1,-4 1-26,-9 9 0,-3 4-12,4-8-32,-9 17 32,-6 28 12,-5 32-6,-4-8 1,-1 4-9,-2 11 0,-1 3-14,-3 2 0,-2 2-28,-1-1 0,0 0-944,1-3 1,1-1 971,3-8 0,1-3 0,-1 10 0,6-23 0</inkml:trace>
  <inkml:trace contextRef="#ctx0" brushRef="#br0" timeOffset="385600">17566 11884 22229,'-10'-32'1377,"-1"0"1,-6-23-1210,9 19-123,19 6-11,20 9-23,18 13-62,5 25 57,-28 3 0,-4 6-12,-3 9 0,-5 5-5,-2 4 0,-6 2 2,-7 1 1,-7-1 25,-5-2 0,-5-4 8,-3-7 0,-2-4 98,-17 5-16,11-29-23,15-21-11,6-13-39,10-5-51,15-1 17,13 11-22,14 15-1,6 34-5,-26 1 0,-3 4-42,3 8 0,-4 4-28,-1 4 0,-4-1 72,-4-11 1,-5-2 36,-27 28-283,-14-43 1,-8-9-2000,0-4 0,-2-5 1592,-2-1 1,4-3 0,0-12-1,29 8 1</inkml:trace>
  <inkml:trace contextRef="#ctx0" brushRef="#br0" timeOffset="386457">18935 12029 21416,'-3'-34'1109,"1"0"1,-2 73-1049,9-1 1,5 8-1,3 1 196,-2 4 1,3 1 0,13-17-152,20-26 1,15-20-1,7-9 1,-3-1-76,-13 3 0,0-4 1,0-2-1,2-3 1,3-3-8,-6 3 1,4-5-1,2-2 1,2-2-1,-1 0 1,-1 1-1,-4 3 1,-3 4-29,3-2 1,-3 2-1,-3 3 1,-1 2 0,-1 4 3,25-3 0,-1 6 0,-23 13 0,-28 16 0,-30 40 0</inkml:trace>
  <inkml:trace contextRef="#ctx0" brushRef="#br0" timeOffset="388306">15416 13198 19521,'-6'-32'1924,"0"-1"0,-2-19-1350,7 40-580,1 6 240,0 25-178,-1-2 25,-1 17 1,-1 5-10,-2 23 29,-3-2 1,-3 8-37,3-19 0,-2 2 1,1-4-55,0 3 0,-1-1 157,-4 17 0,1-9-123,6-26-4358,-5 20 4313,10-33 0,-1 0 0,7-21 0</inkml:trace>
  <inkml:trace contextRef="#ctx0" brushRef="#br0" timeOffset="389388">15817 13383 17932,'2'-2'3311,"1"1"-1950,-3 5-1008,0-1 33,0 3-106,-1 0 12,-3 0-68,0-2 436,-3-2-296,3-13-77,4-31-231,2 11-17,4-18 45,9 23-73,9 3 0,18 0 0,22 17-39,-17 15 28,-1 14-28,-31 29 6,-14 11-17,-7-20 0,-5 2 22,-4 0 0,-7 0 30,-3-10 0,-5-1 0,1-3-10,0-2 0,1-4-3,-6 3 0,1-8 33,2-19 18,15-10-46,-6-3 1,9-2 22,3 5-6,5 1-33,3 4-6,3-2-16,2 4 10,0-2 51,3 2-22,3-3 78,23-14-56,-14 8-17,10-7-11,-24 16 0,2 12 45,7 9-20,10 5 0,4 2-36,6 8 0,0-4 0,-1-1-931,1 5 942,2-4 0,-15-11 0,-7-14 0</inkml:trace>
  <inkml:trace contextRef="#ctx0" brushRef="#br0" timeOffset="390756">16591 13585 16135,'18'-61'7522,"-2"8"-7035,10 21-436,-5 15-35,18 5-38,3 34-6,-5 9 42,-19 5 0,-9 5 11,-19 5 0,-9 0-11,5-3 0,-4-3 196,-15 1 0,0-9 3,3-16 50,7-21-106,40-20-162,-9 8-20,27 26 1,17 17 0,-11 1 29,-10 12-5,-2-3 0,3 7 0,-22-8-90,-40-13 1,-23-9 0,3-3-687,2 0 0,0-6 776,-1-5 0,-4-5 0,13-4 0,9-20 0,20 1 0</inkml:trace>
  <inkml:trace contextRef="#ctx0" brushRef="#br0" timeOffset="391594">17393 13536 17008,'7'-36'3996,"0"1"1,2 6-3863,0-13 1,-2 13-96,-7 50-28,-12 18-7,-2 1 0,-7 14 1,2 2-1,7-9-38,13-1 1,2-1 40,-13 11 1,-3 5-1,17-23 27,60-42 165,-29-18 0,-5-7 159,11-17-210,-23 17 1,-2 1 131,3-4-112,-1 10-61,9 51-57,-15 10-24,-10 17 0,-5 15 0,-2-7-32,-2-14 1,-2 1-1528,0 1 0,-4 9 1,1-3-1,1-12-6723,-6 10 8256,4-16 0,3-8 0,9-27 0,1-4 0</inkml:trace>
  <inkml:trace contextRef="#ctx0" brushRef="#br0" timeOffset="392503">19040 14097 15760,'6'-49'1993,"1"0"1,-1-1 0,3-7 0,-3 9-963,-4 6-1065,-1 42 113,-8 54-63,3-12 1,-1 5-8,1-3 1,0 2-1,2 0 2,2 15 1,5-3 60,6-9 1,4-7-28,6 0 126,19-43 0,8-15-135,-2-9 1,6-9-303,-5 7 1,9-6-1,4-3 1,0 1-1,-5 3 269,-4 1 0,-2 2 0,0 0 0,3-2 9,-6 4 0,3-2 0,3-1 0,-2 0 0,-4 3 0,-5 4-8,2-2 0,-6 4 0,-2 1-4,8-6 0,-4 3-298,13-2-351,-34 19 649,15 15 0,-27-4 0,0 14 0</inkml:trace>
  <inkml:trace contextRef="#ctx0" brushRef="#br0" timeOffset="397132">15227 15362 12410,'-4'-10'3663,"2"1"-2694,1 14-381,-9 9-297,-6 5 129,-17 12 34,7-9 560,0-4 128,8-16-313,3-11 214,-5-26-467,8-8-380,11 10 0,4 0-11,16-18-90,1 24 1,6 3 10,28-1-156,9 19 38,-11 39 26,-32 0 0,-7 7-17,-7 13 1,-8 4-32,-3-13 0,-4 2 1,-3-1-138,-5 3 1,-3-1-1,-2-1 156,-2-1 0,-3-1 0,-2-3 39,1-5 1,-1-2-1,-2-4-16,-13 7 1,-1-7-6,5-10 0,1-5 13,3-5 1,2-3 73,-20-1 162,21-10-84,21-18 232,22-9-232,4-5-129,6 12-28,-4 14 45,10 6 22,27-8-53,-13 4 1,3-1-32,4 0 1,0 5 10,-4 9 1,-5 8-1,-12 9 1,-5 8-29,-7 6 1,-4 4-54,-1-1 1,2-3-1017,25 15-4084,14-25 5176,-8-20 0,-15-5 0,-22-3 0</inkml:trace>
  <inkml:trace contextRef="#ctx0" brushRef="#br0" timeOffset="399026">15831 15341 8724,'5'-8'9830,"-2"1"-4072,18 14-5747,-17 10 34,1 40 0,-3 14-1164,-4-25 1,-3 0 0,0 1 1118,-1 10 0,1 2 0,0-5 0,0 3 0,2-12 0,3-16 0</inkml:trace>
  <inkml:trace contextRef="#ctx0" brushRef="#br0" timeOffset="399903">16430 15528 9257,'0'-1'9830,"5"-9"-5590,2-26-3692,10-10 1,4-1-465,8-2-76,17 9 1,5 12-26,-8 34-6,-11 24 1,1 14 0,-8-2 5,-15-8 0,-8 3 50,-4 18 1,-6 7 0,-3-11 67,-17-3 291,-6-25 1,1-14-242,20-24-109,45 3 0,15 7-87,6 17 13,-11 12 0,4 10 1,-14 0 48,-24 26-2450,-35-26 0,-16 0 0,2-9 2433,-17-10 0,-10-6 0,15-9 0,48-7 0</inkml:trace>
  <inkml:trace contextRef="#ctx0" brushRef="#br0" timeOffset="400654">17321 15548 18022,'12'-47'1656,"-1"-1"1,-21 87-1,-8 38 1,11-21-1657,16-43-6,-12 29 1,-9 26-1,1 4 1,12-20 22,39-2 16,9-47-27,1-23 92,-13-25 0,-4-6 451,-3 0-488,-3 7 1,-3 4-22,-12 16 4,-7 44 12,4 24-8,-2 1 0,-1 4-71,0-4 1,-2-1 33,1-3 0,-4 1-36,-12 16 0,-6-4-754,-4-4 779,-2 4 0,-1-5 0,7-22 0,2-3 0</inkml:trace>
  <inkml:trace contextRef="#ctx0" brushRef="#br0" timeOffset="401220">18863 15843 17636,'1'-3'5091,"-1"0"-4503,4 19-442,-13 13 0,-6 7-116,-3 9 1,-4 3-119,-2-4 0,-4 2 1,0-2-511,3-6 0,-1-2 0,-1-1 598,-18 17 0,3-7 0,3-3 0,5-10 0</inkml:trace>
  <inkml:trace contextRef="#ctx0" brushRef="#br0" timeOffset="401536">18313 15790 23013,'36'-25'500,"0"0"0,8 18 1,2 16-451,-6 19 0,-1 15 1,0 1-35,-2-5 1,0 1 0,3 2-3,4 3 0,4 2 0,1 0 0,-3-6-200,-5-5 0,-2-4 1,2 0-185,6 4 1,1 0-1,-5-8 370,-3-9 0,-8-5 0,-7-2 0,-9-12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13:53:18.44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3525 2924 20056,'8'-35'2355,"-1"1"0,6-8-2299,-11 95-280,-1-6 0,-1 6-900,0-7 0,0 3 0,1-1 516,2 2 1,1-1 0,-1-4-1,-2 2 1,1-6 0,9 11-1</inkml:trace>
  <inkml:trace contextRef="#ctx0" brushRef="#br0" timeOffset="713">3567 2508 16728,'-61'-15'1156,"0"0"1,17 14 0,-1 4 0,2 9-898,0 13 1,3 10 0,1 5-646,6-2 0,0 3 1,2 4-1,3 1 400,0 6 0,2 4 0,3 0 0,5 2-32,4-1 0,2 1 0,6 0 0,9-1-809,10-1 0,10-1 0,5-2 0,4-6 766,0-8 1,3-5 0,5-4-1,4-4 34,4-5 0,7-4 0,3-4 1,0-3-1,-3-6 170,5-5 1,0-7-1,-1-4 1,-2-3 29,3-2 1,-1-3 0,-2-4-1,-6-5-83,-10-2 0,-3-4 0,-5-3 0,-5-2 48,2-16 0,-8-4 1,-7-1 8,-8-1 1,-8 0-1,-5 1-9,-5 1 0,-6 1 0,-6 3-120,-4 7 1,-5 3 0,-4 5-297,-4 8 0,-4 4 0,-1 6 327,-2 7 0,-1 6 0,4 2 0,1-1 1,5 4-1,-21 12 0</inkml:trace>
  <inkml:trace contextRef="#ctx0" brushRef="#br0" timeOffset="1435">4304 3018 14381,'39'6'1206,"0"-1"0,10-7 0,14-5 0,9-2 0,2-2 0,-5 1 0,-10 3-1255,2 1 0,-8 2 1,8-3-1398,-1 0 0,15-3 0,3-1 0,-6 0 0,-20 1 0,-28 2 1446,-25 4 0,-6 2 0,6 2 0</inkml:trace>
  <inkml:trace contextRef="#ctx0" brushRef="#br0" timeOffset="1713">5130 2826 11323,'20'46'1966,"1"1"0,-1 0 0,1 0 0,7-15 0,-6 2-1518,-18 14 1,-10 14 0,-5-3 0,0-20 0,-5-21 0,-24 20 0</inkml:trace>
  <inkml:trace contextRef="#ctx0" brushRef="#br0" timeOffset="3113">5860 2842 11178,'-4'-5'4915,"0"-36"0,12-10-3554,40 11-1325,-30-11 1,4 6-12,33 31 0,4 18-86,1 14 47,-16-5 0,-11 8 5,-31 32 1,-19 8 5,-5-21 0,-4-2 3,-5 18 0,-6-1 30,1-21 0,-3-2 0,7-6 76,2 3-61,-6 0 0,14-4 475,49-20 1,13-7-375,20-6-152,-14 2 1,8-1-1,-1-1-655,-9 1 0,-2-2 0,1 0 661,21-4 0,-3 0 0,-20 6 0,-7 0 0,0 1 0</inkml:trace>
  <inkml:trace contextRef="#ctx0" brushRef="#br0" timeOffset="3750">6303 2247 9369,'-45'-16'2430,"-1"0"1,1 0 0,-14-9 0,1 11-1854,11 27 0,0 12 0,3 2-3209,-3 8 1,-1 3 2670,0-8 0,-4 0 1,6 12 158,20 2 1,3 10 0,4 5-1,5 0 1,3-6-162,5 10 1,7-3-1,0 5 127,-3-13 1,-3 5-1,0 3 1,4 0 0,6-3-1,11-6-187,13-3 1,12-3 0,7-3-1,3-3 1,-1-3 0,-6-2-459,-1 2 1,-3-4 0,1-3 0,5-2 493,6-1 1,5 0-1,3-3 1,-1-7 0,-3-10 141,4-14 1,0-12-1,-3-7 1,-4-3 114,-6-1 0,-4-6 0,-1-1 1,2 0-206,8 0 1,2 1 0,-3-3 0,-6-9 37,-15 5 1,-2-6 0,-2-3 0,-6-2 0,-6 2 0,-9 3-22,-16-9 1,-13 3 0,-7 0 0,3 0-71,8 6 0,1-2 1,-1 1-1,-3 2 0,-4 6-14,-10-1 1,-4 4 0,-4 6 0,-5 6 1,1 10 0,-8 6 0,-1 4 0,4 1 0,12 1 0,6 0 0,2 1 0,-20 2 0,0-1 0,0 1 0</inkml:trace>
  <inkml:trace contextRef="#ctx0" brushRef="#br0" timeOffset="4459">4969 2775 11110,'-11'-49'4915,"0"1"0,23 7-2002,25 88-3010,-8-13 0,5 6 0,1 0 97,0 1 0,1 1 0,-2-3 0,5 5 0,-2-3 0,-6-9 0,0 1 0</inkml:trace>
  <inkml:trace contextRef="#ctx0" brushRef="#br0" timeOffset="5606">7178 2884 10254,'-5'0'9706,"0"0"-8849,-38 4 336,52-1-694,-1 1-424,23-3 0,22-4 0,13-1 0,1-1 0,-9 1-72,4 0 1,-5 2 0,9-2 7,-9 0 0,9-1 1,3 0-1,0 0 0,-7 1 1,-10 0 273,12 0 1,-9 0-261,13 0 0,-23 0-1397,-43 3-3322,-7-1 4694,2-2 0,4 3 0,6-2 0</inkml:trace>
  <inkml:trace contextRef="#ctx0" brushRef="#br0" timeOffset="6100">8104 2536 11015,'-52'-15'3276,"-1"0"1,12 3 0,7 3-1165,13 4-1955,25 6 218,53 20-329,-15-3 1,7 4 0,-3 0-44,8 3 0,0 4 8,1 7 0,2 6 0,-16-1 31,-23-6 0,-12 1 39,-3 19 1,-13 1-309,-23-5 0,-8-5-1216,10-12 1,0-3 763,-2-3 1,5-5 0,16-13 0,12-10-1</inkml:trace>
  <inkml:trace contextRef="#ctx0" brushRef="#br0" timeOffset="6836">9185 2670 22940,'34'-33'90,"1"-1"1,0 1 0,10 4 0,4 4 0,-4 12-125,-10 18 1,0 9-63,25 10 1,-5 8 30,-27-1 1,-12 6 212,-18 15 1,-12 0 33,-1-20 0,-7-5 246,-22 4 1,-2-11-132,12-20 168,-1-19-218,32-2-359,45 2 72,-7 13-84,16 20 1,13 13 0,-11 0 50,-23-7 1,-4 4 4,7 10 1,1 5 0,-21-6-34,-32-9 0,-16-5-609,-4-3 1,-7-2 0,1-6 709,-11-8 0,3-4 0,6 6 0,5-4 0,1-16 0</inkml:trace>
  <inkml:trace contextRef="#ctx0" brushRef="#br0" timeOffset="7539">9557 2122 16320,'-63'-4'883,"-1"-1"1,1 1 0,-1 0 0,5-3 0,4 1 0,-1 11-737,7 12 0,-3 10 0,0 5 0,5 3 0,8-2-376,5 4 1,10 1-1,1 6 316,2-1 1,-1 5-1,3 4 1,6 1-1,8 0-65,13 7 1,11 1-1,7 1 1,2-1-1,-4-4-31,-5-1 1,-2-3 0,3 0 0,9-1-237,6-4 1,9 3-1,4-1 1,2-3-1,0-6 1,-5-9 262,10-6 1,-3-11 0,3-1 118,-8 3 1,0 2 0,3-4 0,3-9-19,-2-13 1,6-8-1,2-6 1,-1-3-1,-5 0 1,-8 3-931,-1-2 1,-8 1 0,5-3 851,6 1 1,8-1-1,2-3 1,-4-3-1,-12-4 293,-11-8 1,-8-5-1,-7-1 1,-4 3-173,-8-16 1,-8-3-128,4 11 0,1-6 0,-5 0 0,-10 7-11,-17 0 0,-11 7 1,-4 4-94,7 9 0,-2 3 1,-3 2-1,-4 3-1898,-1 5 1,-5 4 0,-1 2 0,1 2 0,5 0 1338,-4-3 0,5 2 0,-2 3 0,-9 3 0,0 4 0,18 3 0,28 2 0</inkml:trace>
  <inkml:trace contextRef="#ctx0" brushRef="#br0" timeOffset="9150">6258 3794 21864,'2'-37'910,"1"0"1,9 68-737,-8 33-58,-3-9 0,1 14 0,-2 3 0,0-10-52,-2 1 1,-1 1 12,-1-11 0,-2 8 1,0 4-1,0-4 1,0-9 22,-4 10 1,1-6-320,0-7 1,0 1 0,3-9-5175,2-3 5393,8-40 0,2-4 0,-3 0 0</inkml:trace>
  <inkml:trace contextRef="#ctx0" brushRef="#br0" timeOffset="9939">5949 5342 16028,'10'-43'2373,"-1"-1"0,-1 1 0,0 18-1880,-1 68-162,-10 13-262,-3-16 0,-2 7 0,1-1-27,-1 20 0,-1-3 22,-5-12 1,9-6 623,46 3-500,-12-57 0,4-13 86,20-11 1,2-4-132,-10 7 0,-4 1-135,-8-2 0,-4 12 48,6 35-28,-34 18 0,-11 13 0,0 1-62,4 14 1,0 5-214,-1-14 1,-1 6 0,1-1 0,3-6-2493,6 9 0,2-6 2165,0-4 0,4-7 1,11-13-1,-13-30 1</inkml:trace>
  <inkml:trace contextRef="#ctx0" brushRef="#br0" timeOffset="10531">6452 4968 15580,'-56'-11'689,"0"-1"0,0 0 0,1 1 0,-1-1 0,0 0 0,-8 2 0,0-2 0,1 3 0,2 10 0,6 14-609,9 15 0,3 13 0,4 10 1,2 4-1,4 2 0,3-3-980,5-3 1,6 2-1,2 1 1,1 0 0,0 1-1,-4-1 903,-7 2 1,-4 0 0,-1 0 0,3 0 0,5 0 0,9-1 10,9 6 1,7 1-1,6-1 1,7-5-1,7-6 76,15-3 0,10-8 0,4-4 0,-1-2-92,-8-2 1,0-3 0,1-1 0,7-5 152,-2-4 1,6 0 0,2-2 0,3-4-1,-1-7 1,-3-8-7,0-11 1,0-9 0,0-7-1,-2-4 1,-1 1 0,-2 4-57,10-2 1,-3 3 0,-2-3-1,0-10 52,-12 0 1,3-8 0,-1-5 0,-1-2-1,-4 1 1,-5 5 0,-6 7-58,5-14 0,-12-3 23,-8 4 1,-1-12-1,-4-5 1,-5 5 0,-9 13-66,-18-4 0,-14 5-38,11 13 1,-3-6-1,-4-1 1,-4 4-1,-4 8-1971,-9 10 1,-6 8 0,-4 4 0,2 1 0,6-1 1209,-7-9 0,6 0 0,-3 6 0,1 8 0,-5 3 0,7 4 0,21 3 0,25 1 1</inkml:trace>
  <inkml:trace contextRef="#ctx0" brushRef="#br0" timeOffset="11203">6045 4601 14482,'-22'-45'2428,"1"-1"0,-1 0 0,-9-22 1,12 29-2345,31 82-45,11 8-28,-10-13 0,4 5 142,7-2 0,4 2 0,0-7 273,20 7-144,-10-17 0,8 1 0,-2-10-125,-1-20 0,-1-8-68,8-1 1,0-6 52,-12-4 0,0-5 0,-5 3-126,18-13-352,-16 8 0,-8 7-1355,-21 17 1691,-17 21 0,6-8 0,-6 9 0</inkml:trace>
  <inkml:trace contextRef="#ctx0" brushRef="#br0" timeOffset="13047">1490 8054 23741,'-9'39'238,"2"-6"0,0 5-580,-2 21 1,1 4-2158,2-4 1,3-3 2498,3-16 0,1-4 0,4 1 0,2-29 0</inkml:trace>
  <inkml:trace contextRef="#ctx0" brushRef="#br0" timeOffset="13428">1635 7800 21355,'-33'50'409,"1"-1"0,14-3 0,12-4 184,24 4-251,23-24 408,2-50-330,-18-2-2081,-18-13 1,-8-2 1733,-8 6 387,-10-2 1,-6 11-1111,0 38 271,12 23 1,5 6 0,-1 1 0,11-1 0,-1-1 0</inkml:trace>
  <inkml:trace contextRef="#ctx0" brushRef="#br0" timeOffset="14046">1912 8258 18414,'3'-39'3475,"1"1"1,0 2-3347,1-7 0,-1 4 45,2 22-174,-1 24 22,3 42-70,-7 4 1,-2 6 52,-1-2 1,0 1-3,-2-13 1,-1 1 0,0-6 366,-5 17-68,4-36-106,12-45 3,7-20 0,5-9-87,2 5 0,2-1-81,-5 8 1,2-1 0,2 3 24,17-10 0,1 8-45,2 1-1172,-1 46 1,9 14 0,-11 1 1081,-9 12-845,-2 7 1,3 9-1,-12-5-712,-26 18 1636,1-9 0,1-3 0,-2-6 0,4 0 0</inkml:trace>
  <inkml:trace contextRef="#ctx0" brushRef="#br0" timeOffset="14603">2814 8147 16575,'3'-62'2170,"0"0"1,0-1-1,2-19 1,3 34-1868,14 93-320,-12-1 0,-4 14-298,-5-3 0,-4 11 0,-1 5 0,0-2 0,1-11 0,3-9 1,-1-7-1,-1 5 0,-5 16 0,-1 0 0,1 0 0,-1 0 1</inkml:trace>
  <inkml:trace contextRef="#ctx0" brushRef="#br0" timeOffset="14964">2790 8245 14493,'50'-33'1404,"0"1"0,1-1 0,-1 1 1,0 0-1,-86 55 0,-34 24 1,35-5-4509,75-21 0,31-4 0,-28 10 3104,-60 18 0,-32 17 0,-14 1 0,5-14 0,23-32 0,23-59 0,14 25 0</inkml:trace>
  <inkml:trace contextRef="#ctx0" brushRef="#br0" timeOffset="16434">2795 7992 9610,'-3'-5'9740,"1"2"-8743,2 3 699,-17-83-1448,24 55-50,-1-23 1,11 5-93,12 35 1,8 12-57,21 18 1,1 9-37,-19-10 0,-3 5-12,9 21 1,-6 6 11,-19-10 0,-5 3-9,-3 1 1,-2 6 0,-3-2 5,0 10 1,-6 1 55,-7-3 0,-5 2 0,-5-7-11,-10-8 0,-6-6 19,-13 8 1,-7-9-68,-6-16 1,0-13-4025,20-11 0,3-6 3337,-4-2 1,9-5-1,21-22 1,11 23 0</inkml:trace>
  <inkml:trace contextRef="#ctx0" brushRef="#br0" timeOffset="17700">3432 8327 22627,'33'16'1814,"-5"-12"-1752,24-7 374,-7-24 495,-26-32-803,-3 15-55,-13 10 0,-8 1 151,-21-3-78,-29 17-158,17 10 18,-19 35-17,33 22-138,9 11 1,4 3-3,8-25 0,3-1-59,-1 22 0,11-6-177,14-28 0,9-10-511,13-6 0,9-7 0,-1-2 590,-8-1 0,-1-2 0,4-3 190,2-3 1,5-2 0,-1-3 0,-6-3 335,-8-3 0,-4-3 1,-3-2 433,13-16 1,-10-4-250,-19 11 1,-8 0 63,-9-2 1,-9 3 406,-33-9-728,5 16-54,-11 41 1,1 15-121,9 8 33,3 4 1,5 4-1,21-10 1,11-1 8,20-1 0,7-2 53,4 13 244,14-44 0,-1-12-188,-20-10 300,-2-16 0,-6 0-423,-15 23 396,0 2-407,-7 38-20,-1 29 0,0 16-34,2-18 1,1 6 0,0 2 0,0-1-197,0-4 1,0 0 0,-1 1 0,-2 5 207,-1-9 0,-3 6 0,0 3 1,-1 1-1,-1-2 0,0-5 0,0-7 73,-5 11 1,-1-8 0,-3 2-9,0 3 1,-3 5 0,-1-7-1,-4-20 13,-7-24 1,1-19-1,7-30 0,9-17-25,3-3 0,11-8 4,8 14 0,6-5 1,5-2-1,5 2-772,3 8 1,5 1 0,3 0-1,0 1 1,-2 2 433,0-4 1,-1 1 0,0 1 0,3-1 333,3 2 0,4-2 0,0 0 0,-3 5 0,-8 8 0,-4 4 0,-3 4 0,5-9 0,0-1 0</inkml:trace>
  <inkml:trace contextRef="#ctx0" brushRef="#br0" timeOffset="18219">4531 8126 24587,'17'-14'128,"18"49"-2036,-28 10 1,-7 15 0,1-6 1924,13-7 0,-6-3 889,-29 26 0,-2-28-312,24-101 451,0-3-1031,21 20 1,13-4 0,-1 6-110,-7 11 0,3 4-678,6 0 0,5 0 0,-4 11 773,17 24 0,-11-9 0,-17 16 0</inkml:trace>
  <inkml:trace contextRef="#ctx0" brushRef="#br0" timeOffset="18701">5071 8165 24839,'-30'17'392,"0"0"0,5 18-235,66-33 0,19-13-9,-26 0 1,0-3-113,22-2 0,-10-8 202,-34-18 0,-16-1-36,-15 9-57,-15 4 1,-4 5-135,-3 19-5,-3 28 0,4 13-18,18 22-2,9 6 0,14 4-568,32-14 0,11-5-1155,-15-6 1,5-4 1736,25-8 0,-1-11 0,-23-15 0,-3-6 0</inkml:trace>
  <inkml:trace contextRef="#ctx0" brushRef="#br0" timeOffset="19173">5553 8016 25079,'-6'-6'987,"11"30"-909,9 4 45,23 14 387,28-48-365,-26-3-1595,-16-18 1,-9-4 1494,-17 7 25,-11-5 0,-7 3-53,-8 16 44,-31 3-27,27 18-76,5 42 0,17 16-1034,27-24 1,13 0 0,-2 1 1075,-11 4 0,-3 3 0,5-6 0,11-7 0,4-4 0,-4-11 0,7-8 0</inkml:trace>
  <inkml:trace contextRef="#ctx0" brushRef="#br0" timeOffset="20702">6354 8057 11654,'-41'8'4915,"0"1"0,17-3-3173,-38 13-1485,94-17 1,34-5 0,-3-1-2367,-12 2 0,2 0 2110,7-1 1,6 0 0,2-4 95,-13-2 0,3-2 0,-3-1 1,-8 1-70,-3 1 0,-1-2 89,22-5 1,6-4 0,-26-2-6,-38-4-68,-8-2 264,-36 8 0,-12 3 121,13 1 0,-1 1 1398,-16-6 1,2 1-1677,-8-6 707,28 15-853,49 38 1,13 9-23,7 2-56,-2 0 0,8 9 1,-8-5-309,-12-10 0,-4-1-1428,9 17 0,-11 0 1809,-32 9 0,6-29 0,0-17 0</inkml:trace>
  <inkml:trace contextRef="#ctx0" brushRef="#br0" timeOffset="25593">4970 9737 21444,'-36'-27'851,"2"21"1,-4 6-771,0 9 1,-3 7-19,-5 3 1,-3 3-1,4 2-58,-1 7 1,4 1-9,-5 1 1,16 2 19,45 14-3,25-33 0,11-7-9,-7 1 1,1-2-1,9-4 1,-7-3 56,-12 0-29,-19 0-27,-14-1-73,-1 2 139,-3 9 147,-36 32-186,15-18 1,-3 1-34,-4 5 0,-1 0-11,-11 14 100,49-25-61,22-11 12,19-10-46,-15 2 146,-31 16-73,-30 13-36,-8 5 0,-4 4 25,8-3 0,1 1-40,-2 3 1,6 1 23,18 21-1004,53-37 964,-4-19 0,2-6 0,16-5 0,-4-8 0</inkml:trace>
  <inkml:trace contextRef="#ctx0" brushRef="#br0" timeOffset="41192">5446 11304 11670,'0'-5'9830,"0"0"-7835,-14-58-1351,11 41-429,-4-17 1,3-2 170,13 9 136,1-5-35,-1 9-448,-5 11-140,-4 23 129,3 30-11,-2-2 0,0 4-6,0 18 0,-1 4-11,-1-16 0,0 2 0,-1-1 5,1 0 1,-1 0 0,0-1 16,-1 10 1,0-6 89,0 14 84,4-33-1412,-1-26 1216,2-7 0,-2 1 0,1-1 0</inkml:trace>
  <inkml:trace contextRef="#ctx0" brushRef="#br0" timeOffset="42301">5489 13175 22105,'-5'-51'773,"0"1"0,8-10 0,11 12-6276,35 28 5503,-5-8 0,-3 48 266,-33 22 0,-11 17 0,-3-4-258,-1-7 1,-3 0 234,2-2 1,0 6-1,-3 1 1,-5-7-252,-10-2 1,-6-6 0,3-4 7,7-5 0,2-3 123,-11 30-129,58-62 1,14-11 1517,0 4 1,7-3-1513,5-1 0,11-3 0,0 0 0,-10 3 0,-8 2 0,-2 0 0,9-1 0,1 0 0,0-1 0</inkml:trace>
  <inkml:trace contextRef="#ctx0" brushRef="#br0" timeOffset="43320">5755 14585 20627,'31'-32'656,"-1"-1"1,0 1 0,7 57 0,-9 16-646,-16 3 216,-20 11 1,-12 14 0,-1-23 69,-2-33-230,-16-3-56,57-21-39,33 4 0,-2 17-41,-41 25 0,-14 15 0,5-5-161,17-7 1,-6-1-337,-31 14 1,-20 3 0,1-13-1,-20-17 1,9-17 0</inkml:trace>
  <inkml:trace contextRef="#ctx0" brushRef="#br0" timeOffset="46144">6528 15544 13631,'1'-6'8872,"-1"2"-8250,9-52-443,-6 42 286,9-26 22,-14 90-356,-5-8 1,-3 5-82,-1 6 1,-1 1-6,1-4 0,5-5 330,18 1-44,30-47-85,-6-19 1,1-8 33,0-5 0,-1-1-121,-1-1 1,-3 1-54,10-13-83,-16 29 22,-6 47 27,-6 28-50,-6-11 1,-2 3-57,-4-1 1,-1 1-2110,-1 10 1,0-3 2142,-1-19 0,0-4 0,1 17 0,0-42 0</inkml:trace>
  <inkml:trace contextRef="#ctx0" brushRef="#br0" timeOffset="48944">6533 10872 12965,'0'-3'7611,"0"0"-7342,-9-19 89,-14 51-156,-5-15-141,10 13 1,4 6 83,1-1 1,4-1 454,6-4 117,10 0-90,29-51 23,-6-10-34,-1-15-195,-34 9-281,-16 16-152,-8 11-55,6 22-975,10 24-4139,9 19 4502,5-18 1,2-1 0,1 7 0,2-11-1</inkml:trace>
  <inkml:trace contextRef="#ctx0" brushRef="#br0" timeOffset="49300">6583 11402 16840,'0'8'5518,"0"-1"-4874,0-7-420,-28 42-118,30-23 62,-7 28 90,45-46 459,3-21-163,-12-7-33,-27-14-280,-21 13-381,-14 8-6654,-1 21 6794,10 6 0,7 5 0,11-6 0</inkml:trace>
  <inkml:trace contextRef="#ctx0" brushRef="#br0" timeOffset="49942">6902 12651 23383,'-38'44'270,"1"0"1,2-6 0,17-12 692,51-32 6,-16-28-818,-4 1-352,-30 0 201,-6 76 0,5-31 0,5 40 0</inkml:trace>
  <inkml:trace contextRef="#ctx0" brushRef="#br0" timeOffset="50335">6850 13197 20862,'2'-12'3265,"19"49"-2884,27-50 123,-15 40 51,-36-67-454,-30 26-101,-30 21 0,35-2 0,19 16 0</inkml:trace>
  <inkml:trace contextRef="#ctx0" brushRef="#br0" timeOffset="51188">7040 14140 14913,'-13'-41'8537,"-29"67"-8509,7-36-23,3 49 1,10 15 106,32-3 162,1-1 443,51-64-398,-32-12-25,-11-5 1,-4-3-49,-13 2-162,-6-4-611,-14 28-5269,-16 39 5796,5 5 0,2 2 0,18-16 0</inkml:trace>
  <inkml:trace contextRef="#ctx0" brushRef="#br0" timeOffset="51601">7220 14648 23237,'-59'21'924,"9"12"-918,41-9 55,15 18 107,15-19 830,4-13-730,-5-14-10,-16-21 280,-29-26-522,12 29-5712,-13-13 5696,24 39 0,0 0 0,3 0 0</inkml:trace>
  <inkml:trace contextRef="#ctx0" brushRef="#br0" timeOffset="52542">7387 15373 12281,'2'-4'9830,"-1"1"-8077,10-48-1714,-9 38 40,-9-17-79,-7 50-3,-8 23 0,3 4-30,9 0 66,3-5 1,9-8 571,30-33-62,-3-13 404,-14-44-858,-19 25-89,-13-7-1803,-13 44-1877,21 12 1400,-11 4 1432,25 16 0,-4-26 0,5 7 0</inkml:trace>
  <inkml:trace contextRef="#ctx0" brushRef="#br0" timeOffset="53031">7389 15923 17552,'0'5'3343,"0"0"-3158,0-5 381,10 10-337,-6-7 623,11 8 5,-13-13 90,2-4-331,-8-2-246,-2-3-185,-3 5-197,-1 12 7,5 1-18,0 21 12,10-13 375,17-12-140,-7-10-73,8-17-2770,-23-10 2614,0 24-2197,-12-6 2202,2 29 0,0-3 0,3 1 0</inkml:trace>
  <inkml:trace contextRef="#ctx0" brushRef="#br0" timeOffset="67460">16391 1231 30478,'2'-5'1087,"-5"-26"1,-7-7-3177,-23-2 1342,10 3 0,-4 7 345,-11 29 1,-2 13 52,-3 14 0,3 10 94,1 6 0,6 4 69,4-5 1,14-1-738,21-6 0,12-6 756,40-16 734,-15-36 1,0-8-436,8-6 8,-28-9 0,-8 0 146,-6 14-96,4-8-156,3 31-21,-4 43 0,-1 29 0,-2-4-22,-2-17 1,-1 5-144,-2-4 1,2 9-1,0 6 1,-1 3-1,-3 1 1,-4-3-84,-5 2 1,-5 1 0,-3 1-1,-1-1 1,1-1 0,4-4-345,1 9 0,4-5 1,-2 0-1,-4 3 616,-4 5 0,-4 11 0,-2-3 0,-1-18 0,-2-33-1050,-14-55 0,1-21 985,3 15-66,22-1 0,2-13 0,6-6 0,10 1-1873,13 3 1,12-3 0,7-1 0,-1 2 0,-5 4 1377,-1-9 1,-3 3-1,4-2 1,-3 12 0,4-6-1,1 1 1,-3 7 0,-9 12-1,2 2 1</inkml:trace>
  <inkml:trace contextRef="#ctx0" brushRef="#br0" timeOffset="68172">16812 1100 22240,'34'37'109,"1"-1"1,-11 7-144,5 12 0,4 14 1,-23-16 559,-38-29 1,-5-7-326,17 10-162,21-59 0,13-32 1,8 7-40,19 18 0,7 3 0,-8-9 0,1-6 0,-4 14 0,16 20 0</inkml:trace>
  <inkml:trace contextRef="#ctx0" brushRef="#br0" timeOffset="69066">17602 1241 10466,'6'-39'4915,"1"-1"0,0-12-2526,-36 40 0,-11 14-2392,-9 32 0,1 13-6,8-19 1,6 4-43,13 13 1,6 9 0,14-13 397,37-9 421,25-28-49,-28-50 1,-7-14-644,-11 21 0,-1 3-68,3-1 0,-1 17-4924,-10 72 1,-4 26 3524,2-44 1,0-1 0,-3 39 0,-2-15 0,1-51-1</inkml:trace>
  <inkml:trace contextRef="#ctx0" brushRef="#br0" timeOffset="69732">17937 1491 18705,'8'-50'2231,"-1"0"1,-1 3-1,0 17-2197,-4 29 167,-2 55-274,-4-11 0,-4 12 0,0 3 1,1-6-60,2 8 0,1 2-513,-2-11 1,-1 9 0,-1 2 0,2-4-1,3-10 645,4 2 0,1-7 0,-2 11 0,0-5 0,6-2 0</inkml:trace>
  <inkml:trace contextRef="#ctx0" brushRef="#br0" timeOffset="70102">17970 1531 12584,'-2'-48'1966,"0"0"0,0 0 0,7 2 0,3 1 0,6 6-1460,6 4 1,7 8-496,10 6 1,5 12-40,0 17 0,0 10-51,1 9 1,-3 6 5,-5 4 0,-10 3 146,-14 1 0,-15-3-113,-26-12 1,-17-5 0,4-3-530,3 1 1,-2-5-2709,-5-6 0,-5-3 0,14-5 826,14-6 0,10-4 0,13 7 0</inkml:trace>
  <inkml:trace contextRef="#ctx0" brushRef="#br0" timeOffset="70815">18686 1003 31794,'6'-39'486,"-1"0"1,0 13-626,1-17 1,0 13-1581,-3 42 1255,0 45 0,-3 15 126,-4-18 0,-2 2 210,3-9 0,0 4 0,-1 2 0,-3-3 24,-5 7 0,-2-2 0,1-6-1009,2-7 1,0-3 1395,-5 12 0,7-20 95,24-58 0,6-17-336,6-2-24,-8 9 1,5-5 0,3 5 23,18 4 0,0 7-36,6-11-194,5 55 1,-5 20-1364,-25 21 1551,-8-19 0,2 5 0,-5-7 0,-2 6 0,-5-6 0</inkml:trace>
  <inkml:trace contextRef="#ctx0" brushRef="#br0" timeOffset="71505">19849 1233 13239,'-3'0'9360,"0"-1"-8347,-27-4-699,86-6-370,-19 0-267,9 5 0,13 2 0,-3 2-243,6 4 1,-4 1 0,-7-3-1,-6 2 1,2 7 0</inkml:trace>
  <inkml:trace contextRef="#ctx0" brushRef="#br0" timeOffset="71986">19777 1452 21719,'56'-6'206,"0"0"0,6-2 0,5-1 0,-7-1-226,-13 0 0,-2-3 25,10-3 1,4-3 0,-10-3 50,-13 2 0,-12-6 61,-15-21 1,-14-4 123,-8 18 0,-7 2 268,-16-18 1,-3 3 56,-6 5 224,1 4-768,30 26-5,9 13 28,21 21-58,7 7 0,6 9 0,-6 3 13,-13 7 0,-6 3 0,5-3 0,13-5 0,4-3 0,-9-1 0,-21 13 0,0-1 0</inkml:trace>
  <inkml:trace contextRef="#ctx0" brushRef="#br0" timeOffset="73549">21854 1187 12724,'0'-4'7612,"0"1"-6969,-28-29-340,3 26 91,-27 8 1,-4 8-285,26 4 0,1 5-10,-20 19 1,7 2 11,20-6 678,58 17-715,-5-39 1,6-4-12,17 4 1,0-1-63,-19-7 1,-3 0 277,6 12-156,-54 0-10,-31 19 1,-9 4-118,24-13 1,0 0-32,-27 10 0,18 1 57,60 3-18,15-25-16,15-6 0,1-1-28,-11-1 173,-9 23-87,-51-4 1,-15 2-9,2 5 1,-2 2-32,-8 5 1,2 0-9,12-9 0,11-1-135,33 12-341,14-17-203,22-18 1,2-6 0,-14-2-1,24 0 1</inkml:trace>
  <inkml:trace contextRef="#ctx0" brushRef="#br0" timeOffset="76173">21794 2852 15177,'4'-53'3276,"1"-1"1,2-9 0,-1 10-2269,-2 29-778,2-15-348,-5 39 169,-3 27-9,-4 16 0,-1 9-20,-2 9 0,0 4-1134,1-13 0,0 2 0,0-4 1115,-1 6 0,2-6 5,0-9 1,4-10-9,7-21 0,-4 4 0,6-23 0</inkml:trace>
  <inkml:trace contextRef="#ctx0" brushRef="#br0" timeOffset="77222">22382 2852 18537,'-20'-9'4526,"69"3"-4457,-3 6 0,11 2 1,-1 0-61,-1-1 0,0-1 1,-2 1-1060,-5 1 1,-1-1 0,-5 0 1068,4-1 1,-9 0 944,-15 0-639,4-1 204,-21-4-512,-5-2 112,-16-37 11,2 17 970,-10-9 0,-6 0-864,4 13 1,0 3 33,-24-21 213,6 7-381,35 26-28,0-3-90,8 9 12,6 3 33,38 26-39,-8-3-2,-4 1 0,5 6 1,-5 3-2,-1 17 0,-5 2-8,7-4 0,-7 2-138,-18 7 1,-15-3 148,-18-17 0,-5-4 0,-4 11 0,9-24 0,1 0 0</inkml:trace>
  <inkml:trace contextRef="#ctx0" brushRef="#br0" timeOffset="78035">24085 2544 21763,'-50'-29'1060,"-10"6"-3751,-4 22 1,-1 4 2763,0-2 794,19-2 0,17 4-610,34 2 704,1 6-894,3 2 263,-6 26 1,-6 8-236,-1-15 0,-3 4-14,-2 10 0,-2 10 0,0 2 1,2-6-41,2-7 0,1-3 0,-1 1-36,-4 9 1,-2 2 0,11-6 27,19 3 1,8-11 3347,-1-15-6406,29-5 1,5-8 2345,-15-13 1,-5 0 0,-4 0-1,-17-2 1</inkml:trace>
  <inkml:trace contextRef="#ctx0" brushRef="#br0" timeOffset="78872">24641 2851 19176,'5'-63'1693,"1"-1"1,11-2-1,9 16-1693,12 36-14,6 10 0,1 6-31,3 24-1835,-42 12 1,-10 14 0,-3-6 1879,2-14 0,-5 0 349,-13 11 1,-9 10-1,-3-2 1,4-8-277,3-9 0,1-3 410,-10 12 0,4-3-58,10-5-128,45-33-379,18-9 0,13-5 0,-4 0 1334,-5 3 0,2-1-1252,3-2 0,7-3 0,-1 0 0,-12 4 0,8-3 0,10-5 0</inkml:trace>
  <inkml:trace contextRef="#ctx0" brushRef="#br0" timeOffset="79465">25516 2569 13709,'-2'-2'9584,"17"-40"-15060,18 29 5521,2-29 710,5 37 0,3 6-710,6 0 5,12 3 336,-34 36-346,-23-21 504,-4 14 1,-3 7-411,0 2 1,0 0-102,0-6 1,0 3 7,-1 10 0,0 6 0,1-2-38,1 3 0,0 0 19,-4 7 0,-1-2 12,4-13 0,-8-6-68,-26-11 0,-11-8-462,11-11 1,-4-4 495,-4-1 0,-6-2 0,7-2 0,-18-4 0,7-8 0</inkml:trace>
  <inkml:trace contextRef="#ctx0" brushRef="#br0" timeOffset="80536">21517 4016 22492,'5'-44'649,"-1"0"1,1 1 0,-2-5 0,9 12-662,29 19 1,4 16-17,1 34 5,-24 18 1,-18 11 14,-27-13 1,-14 2 0,1-2-760,16-8 1,1-1-1,-5-2 774,-16 5 1,-6-2 0,7-7 6,13-9 0,4-4 70,0 1 191,44-4-239,34-28 1,12-10-270,-20 11 0,3-1-143,12-5 1,6-1 0,-14 4 0,-8 3 0,-14 3 0,1 1 0</inkml:trace>
  <inkml:trace contextRef="#ctx0" brushRef="#br0" timeOffset="81292">22660 3999 11077,'-41'0'4915,"0"1"0,1 5-2047,-16 4-2756,67-1-70,20-4 0,8-3-34,-4-3 0,2-2 68,26-4 0,2-3 142,-14-1 0,-6-6 51,-9-10 0,-12-4-39,-22-15 13,-32 13 1,-10 6 132,-12 1-337,10 8 90,38 14-96,27 11-16,23 11-17,-16-3 0,1 4-37,13 14 1,-7 10-1546,-29 1 1,-10 8 0,2-4 281,14-1 1,-6-1 733,-24 2 1,-12 2 0,3-15 0,6-18 0,-10 7-1</inkml:trace>
  <inkml:trace contextRef="#ctx0" brushRef="#br0" timeOffset="82004">24160 3819 12981,'2'-9'9758,"6"-31"-9109,-8 32-324,-33-16-241,1 31 218,-14 1 1,-2 0-12,14-4 247,-18-3-449,50-4-66,1 2 112,-4 50-35,-3-3-41,0 8 0,0 5-14,0-11 0,0 2-31,4-2 1,1 4 0,2-5-51,-1-3 0,8-5-766,26 11 1,12-14-1747,-3-29 0,4-9 1982,11 3 1,-2-2 0,-18-3-1,-7-2 1,-4 2 0</inkml:trace>
  <inkml:trace contextRef="#ctx0" brushRef="#br0" timeOffset="82855">24811 3959 17902,'13'-37'690,"-1"-1"1,9 2 0,7 5 349,22 9 0,5 8-1024,-17 4 1,-2 9 349,0 14 1,-9 9-395,-20 35 3,-26-2 0,-8 0 44,13-24 1,-3-2 331,-21 13 1,-2-13 316,12-32 837,6-1-1438,33-18-56,16 12-31,22 20 1,4 7-20,-6 5 11,0 12 0,-14 6-84,-61 15-421,0-23 1,-8-3 532,-8-7 0,-2-5 0,12-6 0,2-4 0,-9-5 0</inkml:trace>
  <inkml:trace contextRef="#ctx0" brushRef="#br0" timeOffset="83320">25712 4299 18964,'1'-3'5847,"0"1"-5607,10-32-167,-29 66-1383,-11-2 1310,5 13 0,0 4 0,4-13 0,2-5 0,-1 8 0</inkml:trace>
  <inkml:trace contextRef="#ctx0" brushRef="#br0" timeOffset="83851">26105 3932 18936,'26'-50'6592,"-23"58"-6474,15-23-55,-22 43 1,-12 27-1,2-5-60,6-15 0,0 1-3,0 13 0,0 5 0,5-10 28,13-10 162,51-11-78,-21-36-59,-5-1 0,0-5 289,-1-14 0,-4-2-230,3 0-31,-2 1 0,-3 8-87,-16 22 6,7 9-20,-16 30 1,-10 15-405,-3-3 0,-3 3 0,1-1 0,4 4 0,0 0 0,-10 5 0,1 0 0</inkml:trace>
  <inkml:trace contextRef="#ctx0" brushRef="#br0" timeOffset="84319">26932 3984 25135,'48'-32'105,"0"-1"0,0 3 0,-3 10-77,8 28 134,-21 26-117,-24-2-28,-15 10-2090,2 19 1,1 3 2083,4-31 0,0 1 277,1 25 1,1 11-1,-5-5-255,-5-20 1,-3-3 0,0-2-32,1 16 1,-6-4-39,-16-4 0,-10-12 36,-18-28 0,0-9 0,0 7 0,15-8 0,-1-1 0</inkml:trace>
  <inkml:trace contextRef="#ctx0" brushRef="#br0" timeOffset="85973">21469 5210 19787,'17'-54'1221,"0"0"0,-15 19 0,6 5-1149,35-7 1,9 13-78,-7 22-37,-14 28 0,-5 12-14,-5 20 54,-20-15 0,-6 6 0,-8-6 511,-15-8 1,-5-6-429,7 2 1,1-7 52,-22-20-72,88-20-51,-1 13-22,10 9 0,3 8-79,-15 14 0,-7 6-64,-4-6 0,-12 2-596,-36 17 0,-21-4 750,-13-23 0,-4-8 0,6 10 0,3-5 0,13-16 0,0-1 0</inkml:trace>
  <inkml:trace contextRef="#ctx0" brushRef="#br0" timeOffset="86601">22547 5240 14857,'-39'3'4394,"1"0"1,15-1-3690,-19 3-680,67-8 1,20-4-40,17 1 0,5-2 34,-18 0 1,0-1-1,-3 0 8,7 1 0,-9-3 124,-13-12 150,-68 9 110,0 2 0,-3 0 69,-19-5-408,10 2 28,38 9-62,43 12 0,18 6-78,1 3 35,-9 0 1,7 6-1,-11 3-192,-18 4 0,-8 5-2521,-3 11 1,-10 1 2716,-11-9 0,-6-4 0,-22 13 0,19-28 0</inkml:trace>
  <inkml:trace contextRef="#ctx0" brushRef="#br0" timeOffset="87306">24256 5085 11973,'0'-3'9830,"0"0"-8127,-22-50-1238,6 40-390,-32-8 1,-10 5-48,23 17 0,-1 5 16,-23 2 1,1 0 129,1-5-140,29-5-46,20 4 124,10 42-56,-5-13-20,1 2 1,-1 5 108,-12 22 1,-3 0-112,9-23 0,1 1-12,0 14 0,1 6 1,4-9-1,9 1-42,7-16 1,10-7 19,26-22 0,15-15 0,-10 2 0,9 6 0,-13-4 0,1-1 0,-1 1 0</inkml:trace>
  <inkml:trace contextRef="#ctx0" brushRef="#br0" timeOffset="87821">25221 5067 13088,'-3'0'9830,"0"0"-8710,5-21-1042,18 10-53,16-9 1,8 2-21,7 12 1,1 4-15,-4-6 1,-3 4-15,-2 11 1,-15 8 145,-48 29-81,3-4 0,-1 4-42,-3-5 0,3 3 37,10 6 1,5 5-1,3-2-15,1 0 1,2-2-6,10 10 0,-13-6-3294,-29-22 0,-15-6 0,5-7 1554,-7 0 1,-17-3 0,11-6 0,46-9 0</inkml:trace>
  <inkml:trace contextRef="#ctx0" brushRef="#br0" timeOffset="88766">21587 5965 10130,'0'0'0</inkml:trace>
  <inkml:trace contextRef="#ctx0" brushRef="#br0" timeOffset="89266">21587 5962 7766,'-37'5'9830,"7"-5"-2358,34-10-7382,-8 19 53,-10 27 0,-4 9-76,4-14 0,-1 4-11,-3 12 0,-2 6 0,4-6-42,6-12 0,5-3 50,4 14 1,11-10 103,36-28 129,9-33 0,2-11-230,-23 14 0,-2-2 35,3-7 1,1-4 0,-8 7-75,-8 5-11,5 19-9,-24 42 1,-8 14-35,7-19 1,0 1-371,-4 12 1,-1 7-1,5-8-9435,17 17 7810,-8-2 0,11-36 0,-16-22 1</inkml:trace>
  <inkml:trace contextRef="#ctx0" brushRef="#br0" timeOffset="90035">23026 6031 23164,'-47'-6'325,"0"1"0,8-2 0,-1 5-267,-21 18 1,1 5 33,26-12 1,3 0 305,-26 7-342,41-12 296,18-5-262,3 11 39,-15 32-28,4-3 0,-1 5-62,-4-2 0,0 3 14,-1 17 1,3-1-29,2-24 0,7-2 129,19 4 0,8-6-120,20-6-435,9-21 1,5-8 400,-17-3 0,-3-1 0,-6 0 0,-3 1 0,5 0 0</inkml:trace>
  <inkml:trace contextRef="#ctx0" brushRef="#br0" timeOffset="90691">24647 6110 21679,'-64'-9'2572,"16"3"-2466,72 6 219,23-1 0,4-2-208,-3-1 82,12 0 0,-3-1 434,-31 1-515,-10 6 61,-46 34-151,11-8-1693,9 35 0,7 4 1659,8-19-22,2 1 1,1 10 0,-6-8-101,-21 9 128,-6-22 0,-8 4 0,3-7 0,-14 8 0,1-20 0,0-1 0</inkml:trace>
  <inkml:trace contextRef="#ctx0" brushRef="#br0" timeOffset="91518">22070 6372 22711,'-8'-7'462,"35"-2"0,16 0-350,20-3 257,-15-1 1,-13-4-314,-33 1 89,-53-5 197,5 10 532,2-10-717,32 12-17,7-7-90,8 14-27,34 9-12,19 15-3077,-28 23 1,-6 8-1851,-10-19 1,-5 0 3932,-8 18 1,-9-5 0,-16-18-1,18-22 1</inkml:trace>
  <inkml:trace contextRef="#ctx0" brushRef="#br0" timeOffset="235693">6668 528 15956,'-8'0'3478,"-1"3"-2515,-2 13-493,-19 12-156,-18 12-87,20-20 0,-1-2 345,-24 11 167,20-14-521,15-9-111,13-5-130,5 4 90,-2 11-22,0 27-28,1-7 0,0 2-6,1 0 0,1 0 8,0 9 1,1-4 193,2-1 179,-1-8 499,0-33-740,8-32-106,3-2-31,1 2 0,4 1-23,7 6 1,2 4-20,26-9-3,-20 27 0,-3 12-20,-12 16 1,-7 9-98,-4-1 0,-7 4-317,-9 13 0,-10 0-980,-7-9 0,-5-5-3471,0-5 1,1-4 2746,-16 10 1,21-27 0,21-10 0</inkml:trace>
  <inkml:trace contextRef="#ctx0" brushRef="#br0" timeOffset="236382">6519 200 15911,'-58'0'1449,"0"-1"0,1 18 0,-2 7 0,10 0-1376,19-6 0,3 2 15,-9 8 0,-4 7 0,5 6 75,8 8 1,3 7 0,3 1 0,1-7-128,-3 0 1,2 3-57,3-5 1,-2 10 0,0 4 0,5-2 0,8-6 82,12 2 1,9-4 0,-1-1-63,-6-3 1,-1-1 0,9-1-46,12 3 1,7 2 0,8-6 0,4-14 33,6-21 0,8-14 0,1-5 0,-4 6 21,1 16 1,-3 2-1,5-14 40,-7-17 0,6-11 1,3-8-1,-2-5 1,-4-1-1,-9 1 42,-5-7 1,-8-3 0,-4 0 0,5 0-84,0 9 0,3 2 0,1-1 0,-4-1 1,-5-4 80,-6-6 1,-4-7 0,-4-1 0,-5 6 0,-6 10-16,-8 5 0,-9 3-37,-10-22 0,-11-7 0,-12 17-464,-7 33 1,-12 15 0,-3 5 0,6-4-1120,4-9 0,4-3 0,-3 7 1070,-4 10 1,-5 6 0,6 2 0,16 0 0,12 7 0,16-9 0</inkml:trace>
  <inkml:trace contextRef="#ctx0" brushRef="#br0" timeOffset="237334">6475 1726 18224,'-2'-51'6144,"-6"-4"-5769,-6 19-207,3 1 68,4-9-236,7 29 41,-1 35 0,-2 32 1,-1 16-1,0 2 1,1-13-44,3-8 0,0-3 0,0 5 13,-3 9 0,-2 11 1,0 2-1,1-6 1,4-14-12,4-6 0,1-12 0,-3-9 0,4-28 0</inkml:trace>
  <inkml:trace contextRef="#ctx0" brushRef="#br0" timeOffset="238466">6131 2069 19742,'-17'-39'3135,"11"39"-2947,10 15 139,13 33 0,10 8-29,6-20 0,6-3 287,11 9 1,4-6-481,-6-15 1,3-14 30,-3-22 1,1-11 0,-7 0-5657,12-10 3529,-9 3 0,-9 10 1979,-27 23 1,-10 5 0,0 0 0</inkml:trace>
  <inkml:trace contextRef="#ctx0" brushRef="#br0" timeOffset="256298">6890 16780 18212,'13'-17'2521,"-4"4"-2375,-19 19 268,-22 13-196,6-7 208,-23 7-39,22-15-129,-3-1-57,8-3-89,10-1-95,4 1-34,3 14 17,0 2 40,-2 36-74,3-12 0,1 3 31,1-10 1,0 1 10,0 13 1,0-4 58,3-13 672,0-4 454,2-19-857,-2-15-207,2-8-129,16-20 16,13 2-16,10 2 12,18 22-35,-16 33-2,-20-1 0,-4 6-23,-5 8 1,-6 3 47,-4 3 0,-5-1 8,-6-4 0,-5-2-47,-18 17-291,-26-18-3384,3-19 2866,7-14 0,20-2 0,19-7 0</inkml:trace>
  <inkml:trace contextRef="#ctx0" brushRef="#br0" timeOffset="256815">7445 16723 15294,'1'-11'6492,"0"3"-6274,-1 8-184,-25 2-6,13 26-6,-16 5 18,23 5 1702,24-20-1238,-6-25 1238,10-45-1540,-28 25-242,-24-13-111,3 39-4765,5 26 1,4 5 2457,9-8 0,0 31 1,8-49-1</inkml:trace>
  <inkml:trace contextRef="#ctx0" brushRef="#br0" timeOffset="257283">7469 17127 10892,'29'29'9830,"-22"-39"-5080,-18 10-11450,2-24 6700,-10 51 0,25-16 0,-1-8 0</inkml:trace>
  <inkml:trace contextRef="#ctx0" brushRef="#br0" timeOffset="258363">6126 17905 20862,'35'-16'506,"-1"0"1,19-18-511,-57 69 1,-16 27-1,5-10 21,14-15 11,-5 10 0,-4 19 0,2-2 0,7-17-39,15-15 3,4 8 1,6 10-1,-3-4-28,-1-5 0,-10-1-4880,-20 3 1,-5 0 4570,14-3 1,-6-4 0,-40-7 0,6-18 0,38-13-1</inkml:trace>
  <inkml:trace contextRef="#ctx0" brushRef="#br0" timeOffset="263383">21780 7462 21052,'49'-41'2353,"-19"10"-2275,-60 42 23,-22 7-70,17-7 0,0 1 11,0-3 0,2 0 8,-25 4-39,20-5-33,14-2-51,13 0 90,9 11-23,4 14 29,-1 21-4,-1-19 1,-2 2 39,-5 4 0,-1 0-40,-1-3 1,-1-3 321,-10 16 567,9-23-521,10-29-292,5-12-67,11-10 0,21-6-28,23 7-9,-19 16 1,2 5-23,7 9 0,-1 6-22,-4 7 0,-5 5 16,-8 5 1,-10 5-9,-17 2 0,-14-1-672,-31 0 0,-14-8-1252,6-8 1,-2-6 1289,-14-5 1,6-6 0,8-8-1,25-4 1</inkml:trace>
  <inkml:trace contextRef="#ctx0" brushRef="#br0" timeOffset="264018">22299 7699 22347,'-26'3'744,"58"-5"1,21-2-712,-18 2 1,4-2 212,18-3 1,7-2 0,-18-8 324,-24-29-257,4-2 526,-61-5-902,50 62 57,1-1-92,21 17 0,11 16 0,-19 2 97,-38 1 0,-18 3 0,13-3 0,42 9 0,-4-4 0,-55-15 0,1-1 0,0 0 0</inkml:trace>
  <inkml:trace contextRef="#ctx0" brushRef="#br0" timeOffset="264842">23647 7369 12399,'-51'-3'3276,"1"0"1,-1 0 0,-5-3-2407,3 4 0,-10 1 0,19 0-926,24 1 5,8 54 1,6 19 83,-1-36 1,0 3-4,-4 16 1,-3 13 0,1 2 0,1-11-26,0-5 1,6-3 55,10 10 1,9 6 0,12-17-62,27-25 0,8-10 0,-11 15 0,0-7 0,-2-27 0,0 1 0</inkml:trace>
  <inkml:trace contextRef="#ctx0" brushRef="#br0" timeOffset="265967">24049 7643 23523,'46'-35'109,"0"-1"0,0 1 0,28 25 0,-20 24-97,-61 45 8,4-15 1,0 6-1,-8-4 10,-15-10 0,-7-5 0,2-1-39,2 2 1,1-2 5,-9 2 0,8-6 20,21-16 129,19-5-146,25-7 0,24-9 0,4-1 0,-14 3 0,13 3 0,-11-3 0,-1 0 0,1 0 0,0 0 0</inkml:trace>
  <inkml:trace contextRef="#ctx0" brushRef="#br0" timeOffset="267437">24881 7375 7884,'-5'-1'9830,"-16"-3"-6800,17 4-3069,-12-3 616,28 7 264,48 2-617,0 0-93,-14-3 1,-2-2 176,1-1 325,-19 0-359,-22 0 359,-4 0-616,-2 8 67,1 12-73,-1 8-28,1 3 11,5 28 29,-2-3-34,2 6 22,-5-1-11,-1-9 0,0-1 11,1 2 28,-4-12 12,-2-2-35,0-6 1,1 24 11,3-33 56,-1 18-39,0-33-67,-34 6-4894,-6-12 1,-4-2 4348,14 2 1,0 0-1,-12-1 1,7-1-1,26-1 1</inkml:trace>
  <inkml:trace contextRef="#ctx0" brushRef="#br0" timeOffset="269211">20933 8592 19792,'58'-27'812,"0"-1"0,5 1 1,-7 5-376,-15 11-443,-1 1 205,-65 30 0,-19 9-163,3 2 1,-2 2-63,-6 3 1,3 2 22,5-5 1,18-1 349,62 6-269,-4-11-59,3 0 1,-7 4 92,-25 8-84,-21 8 0,-8-2-39,-13-4-17,5-9 0,14-1 50,42-12 1,11-3-57,5 19 121,-22 7 0,-13 3-317,-22-16 1,-11-2 229,-17 8 0,-3-5 0,14-14 0,2-6 0,-4-3 0</inkml:trace>
  <inkml:trace contextRef="#ctx0" brushRef="#br0" timeOffset="316820">7616 10773 19025,'-31'34'1135,"0"0"1,-1-1 0,-14 16-1,15-1-1107,33-13 0,10-2 23,15 16 136,3-18 1,4-7 226,19-21-22,4-27 17,-36-13 1,-7-6-276,-5 6 0,-2-1 70,3-13 1,-7 2-1700,-13 12 1,-2 4 1528,-3-5 44,-18 3-33,22 26-67,-4-1 5,7 11-795,-7 9-9019,2 6 8295,0-3 0,7-3 0,5-9 1</inkml:trace>
  <inkml:trace contextRef="#ctx0" brushRef="#br0" timeOffset="317884">7806 12597 12953,'0'-4'8687,"0"1"-7835,-7-42-639,-3 38-4241,-47 35 4056,32 5-17,-6 12 1,4 7 423,21-5 1,8-2-324,6 12-48,-2-12 0,7-5 239,24-19 660,19-25-784,-19-3-16,13-17 176,-30-6 0,-5-3-121,4-12-182,-4 13 1,-3 0 3680,-6-12-3460,-6 18-77,-7-10-57,-11 4-50,-4 5-17,-21-8-118,23 20-78,-6-1 140,30 24 0,-3-7 0,5 7 0</inkml:trace>
  <inkml:trace contextRef="#ctx0" brushRef="#br0" timeOffset="318916">8176 14164 9475,'0'-6'9830,"0"1"-8531,-3-27 0,-2-5-1023,1 16 463,-17-22 0,-5 6-700,6 34 8,-15 5 1,-4 9 36,-5 36-56,16 1 0,3 5-14,8-10 0,10 0 62,21 17 0,10-6 103,9-13 123,14-29 1,0-10-208,-15-14 310,-7-20 0,1-15 1,-8 8-334,-7 1 62,1-25 1,-13 0-71,-20 37 1,-4 4-149,-11-19-2229,-26 30 1465,42 40 0,0-2 0,16-3 0</inkml:trace>
  <inkml:trace contextRef="#ctx0" brushRef="#br0" timeOffset="319690">8361 15099 14633,'0'-5'8957,"0"2"-8436,-39-37-202,4 45-271,1 15 1,-5 10-1,6 1-56,9-1 0,6 6 4,-4 19 0,2 9 0,17-13 413,49-5-17,6-9-5,-8-45 0,-2-17-51,-17-15 0,-6-6-205,3 8 1,-7 0 80,-13-10 1,-12 4-157,-29 5-296,10 9 240,4 31 0,25 3 0,7 12 0</inkml:trace>
  <inkml:trace contextRef="#ctx0" brushRef="#br0" timeOffset="320549">8473 16398 15317,'-1'-4'8133,"-29"-10"-7856,0 48 0,-2 13-162,0-27 0,-1 2-11,1 21 1,1 11-1,8-3-48,13-4 0,7-2-11,-2-3 0,9-5 154,22-3 0,10-14 235,6-29 0,1-11-328,-8 13 1,-2-5 215,10-31 0,-9-5-76,-15 2-95,-6 7 1,-8-1 18,-18 8 1,-3 3-137,-2-12-314,-34 10 280,23 48 0,4-10 0,6 12 0</inkml:trace>
  <inkml:trace contextRef="#ctx0" brushRef="#br0" timeOffset="322092">7979 12577 4368,'33'-55'2372,"-1"1"0,0-1 0,0 0 0,-2 3 148,3 1 0,-7 13-2357,-18 26-5,-23 36 1,-17 27 0,1-2-103,3-7 0,-2 2-38,6-5 0,-3 4 0,-2 2 1,-2 1 115,-3-1 0,-3 3 1,-2 0-1,1-2 1,5-5 136,0 1 1,4-4 0,-3 3-274,-1 0 1,-5 6 0,0 0 0,4-3 0,11-8 1,8-1 0,7-8 0,3-2 0,27-24 0</inkml:trace>
  <inkml:trace contextRef="#ctx0" brushRef="#br0" timeOffset="322990">8766 12529 16146,'5'-51'2628,"1"1"1,-2 10 0,0 1-2330,1 1 1,-1 3-48,-1 0 331,-1 19-353,-1 14-9,-1 27 1,-3 35 0,-2 17 0,0-1 0,2-19-358,0-15 0,1 0 136,-1 13 0,0 19 0,1 1 0,0-13 0,3-28 0,0-29 0,8-5 0</inkml:trace>
  <inkml:trace contextRef="#ctx0" brushRef="#br0" timeOffset="359983">8360 13839 17714,'15'-27'5590,"-38"68"-5405,-1-5 0,-5 8-128,2-3 0,-5 7 1,-1 2-1,1-4-9,-6 5 1,0-1 0,-1-1-40,8-9 1,0 1 0,0-1 0,3-3-105,-14 14 0,6-5-4745,14-15 1,4-3 3991,1 3 0,12-14 0,7-15 0</inkml:trace>
  <inkml:trace contextRef="#ctx0" brushRef="#br0" timeOffset="360819">9066 13795 13166,'7'-38'4915,"-1"0"0,-6 62-3776,-3 6 1,-1 8-1129,1 22 1,-1 9 57,-2-7 0,-1 4 1,2-11-59,6 9-11,-5-14 0,2-45 0,-2 2 0</inkml:trace>
  <inkml:trace contextRef="#ctx0" brushRef="#br0" timeOffset="361821">8508 14970 15193,'10'-36'3327,"1"-1"0,-26 44-3254,-8 31 0,-7 20-4,5-14 1,-5 8 0,-1 4-1,-1-1 1,3-6-19,3-4 1,0-4 0,1 0 0,-1 2-154,-6 10 0,-1 2 0,1-2 0,2-6-691,-7 4 0,9-10 793,12-7 0,11-19 0,6-8 0</inkml:trace>
  <inkml:trace contextRef="#ctx0" brushRef="#br0" timeOffset="362585">9194 14963 10713,'-1'-5'9830,"1"1"-8744,0 4-139,-6-58-796,4 49-111,-3-44-1914,6 86 0,0 17 1930,-1-14 393,1 8 1,-1 6-431,-3 10 1,0-3-1,2-23 1,-1-1-9,0 23 1,1 2 128,1-15 0,2-7-40,-1-10 57,0 32-140,-1-50 831,0 1 0,0-9 0,0 3 0</inkml:trace>
  <inkml:trace contextRef="#ctx0" brushRef="#br0" timeOffset="366246">20345 5704 8931,'-1'-4'9830,"1"0"-8003,3-46-1497,-1 37-179,2-31 151,2 71-16,2 15-82,0-9 1,1 2 153,3-3 1,1-2 409,14 12-385,4-37 1,5-12-253,9-16 1,2-10-74,-8 7 0,2-3 0,2-3-68,8-7 1,2-4 0,-5 4-11,-1-1 1,-3 4-1718,-4 2 1,-9 8 1736,-23 18 0,-12 13 0,-1 0 0</inkml:trace>
  <inkml:trace contextRef="#ctx0" brushRef="#br0" timeOffset="371644">20610 7047 17820,'6'-45'1691,"0"-1"1,-1 8 0,-1 8-1636,-1 13-140,-3 22 196,2 19-61,9 26-18,10 9 219,2-10 297,2-22-28,22-57-429,-17 4 1,1-4-43,9-8 1,1-2 19,4-6 0,-3 2-129,-17 18 0,-3 3-1951,14-14 2010,-30 36 0,-6 3 0,1 4 0</inkml:trace>
  <inkml:trace contextRef="#ctx0" brushRef="#br0" timeOffset="375178">20741 7937 10248,'-11'-38'3979,"0"1"1,3 11-3249,-3-18 0,1 6-188,9 32-274,0 8 39,1 27-106,0 34-146,0-29 0,0 1 67,1 0 0,2-4 1474,11-2-1160,15-40-202,1-18 0,2-9-115,-5 4 1,1-2-49,9-13 1,-1 0-563,-10 14 0,-2 2-1437,7-8 1927,-2 25 0,-24 18 0,2 8 0</inkml:trace>
  <inkml:trace contextRef="#ctx0" brushRef="#br0" timeOffset="379537">8546 12571 7458,'-3'3'5882,"1"0"-3339,2-3-1748,-5 0-229,0 0 408,-2 0-105,2 0-578,4 0 1165,1 0-807,-10-4-161,0-3-90,-6-5-118,7-6 62,6-22-247,7 6-45,6-15-5,19 9-23,18 0-22,-3 7-8,-11 15 0,2 4 13,12 4 1,10 1-57,1 19 51,-21 12 28,-3 8 8,-24 2 1,-6 5-20,-5-4 0,-2 2-17,1 8 0,-1 2 5,-3 5 1,-1-1 2,-1-4 1,1-2 2,1-5 0,-1 0 20,-9 10 0,-2-3-20,-8 8-5,-3 2-1,10-17 12,15-26-23,-3 7-5,4-4 39,0-2-22,1-3 11,0-5-51,2-4 68,15-9-12,5-5-5,10-8-12,17-21 15,-23 18 0,1 0-20,6-6 0,1-1 11,-2 4 0,1 1-3,-4 2 1,0 3 2,22-15 6,-4 5-40,-10 8 18,-13 10-130,-12 6-873,-3 1 160,20-14 0,-17 12 0,13-8 0</inkml:trace>
  <inkml:trace contextRef="#ctx0" brushRef="#br0" timeOffset="381135">8401 12724 7867,'-5'-3'9830,"-15"-39"-7180,20 13-2222,1-10 0,5-1-232,18 1 120,13 3 1,8 4-191,-7 16 1,-1 3-102,0-5 0,0 7 350,14 29 1,-9 12-236,-26 6-92,2 3 1,3 10-1,-6-5-3,-13 20 9,-8-7 0,-4 9 1,0-9-44,4-22 0,-2-1-2,-7 10 0,-3 4 1,4-11-38,3-11 56,-2 7 0,0-1-39,7-13 11,-3 14 0,1-1 106,7-21-67,-3 11 23,8-27-68,4-9 28,13-9 1,4-2-6,10-10-1,-3 4 1,7-5 0,-6 6-11,5-4 1,0 0 1,7-8-1,-9 10 21,-10 10 0,14-15 0,-3 2-16,-23 20 49,18-20-9892,-14 19 8271,0 0 0,-8 9 1,-8 6-1</inkml:trace>
  <inkml:trace contextRef="#ctx0" brushRef="#br0" timeOffset="2.58988E6">10772 5901 12920,'18'-50'1623,"0"1"0,0 0 1,1 0-1,3-9 1,-2 2-1,-19 18-1382,-28 22 0,-11 16-142,-4 20 0,-5 17 0,3-3-97,-4-5 1,1 5 1,7 7 0,-4 11 1,8 1-1,19-8-21,27-3 0,13-5 168,-7 5 1,8-9 10,19-21 1,5-16-40,-7-14 0,-6-12 126,-10-7 0,-5-5 20,0-4 0,-1 0-210,1 3 0,0 1-26,0-4 1,-1 17 140,-6 39-124,-28 39 1,-16 23-47,13-19 0,0 6 0,-1 1 1,0-2-4,0-8 0,-2-3 1,2 1-1,3 2-3,1 9 1,2 5 0,5-6 0,6-14 17,17-3-16,22-27 0,10-13-3121,-6-18 0,3-12 1,-2 1 3120,11-5 0,-1 1 0,4-5 0,-10 6 0,-28 17 0</inkml:trace>
  <inkml:trace contextRef="#ctx0" brushRef="#br0" timeOffset="2.59063E6">11551 5623 18800,'-38'8'2131,"0"0"1,14-10-2344,63-10-1719,14-2 0,14-2 1,-4 1 1930,-4 4 0,-2 1 0,-5 0 0,2-1 0,-9 3 0,7 2 0</inkml:trace>
  <inkml:trace contextRef="#ctx0" brushRef="#br0" timeOffset="2.5909E6">11549 5892 13015,'-3'1'8810,"58"-14"-8872,-24 6-2367,13-3 0,12-3 1,-8 2 1577,9-2 1,-8 3 0,-7 0-1,-24 5 1</inkml:trace>
  <inkml:trace contextRef="#ctx0" brushRef="#br0" timeOffset="2.59166E6">12972 5269 10679,'3'-8'9461,"-38"-5"-8958,-1 17-153,-26 5 0,-3 3-75,8 2-242,11-3 1,6 6 672,21 34-487,8-6-105,1 0 1,-2 10 71,2-6 0,0 7 1,-1 1-1,2-4-117,1-3 0,1-3 0,4 5-67,2-1 0,2 7 1,3 1-1,5-6 1,8-13-3,35-5 0,6-9 0,-16 13 0,0-9 0,6-40 0,0 1 0</inkml:trace>
  <inkml:trace contextRef="#ctx0" brushRef="#br0" timeOffset="2.59363E6">13507 5643 16980,'9'-47'1704,"-1"0"0,1 1 1,4-22-1,-2 21-1463,-9 41-135,2 7 45,-4 32-106,0 13 22,-2 15 1,-3 7-40,-5-5 0,-2 0-26,5-4 1,-1 0 5,-6 7 1,2-12-15,9-28-3746,5 23 2904,7-45 0,-1-2 0,-2-2 0</inkml:trace>
  <inkml:trace contextRef="#ctx0" brushRef="#br0" timeOffset="2.59405E6">14084 5889 24312,'9'-30'364,"-14"65"-1310,-9 22-1437,3-5 0,-2-2 967,-7 3 1,11-26 0,6-18 0</inkml:trace>
  <inkml:trace contextRef="#ctx0" brushRef="#br0" timeOffset="2.59483E6">15203 5366 15227,'0'-3'6772,"0"1"-6480,-50-10-38,18 19 1,-4 1-180,-9-8 1,-4 1 128,-13 15 1,4 2 58,2 0-240,-5-1 190,39 16-146,12-4 17,-5 24 0,0 5-39,3 1 97,2 8 1,3-5 855,8-30-410,3 9-331,18-64-195,14-4-29,-5 5 1,5 4-1,23 18 1,1 12-34,-21-1 0,-3 6-4,-1 11 1,-2 8-1,-16 2-21,-34 20 0,-18-2-241,14-16 0,-7-7-1783,-11-11 1,-9-6 0,7-9 2048,-13-23 0,-2-6 0,47 16 0</inkml:trace>
  <inkml:trace contextRef="#ctx0" brushRef="#br0" timeOffset="2.59553E6">15649 5197 16426,'-3'-1'6637,"21"-8"-6564,-8 7 147,30-3 0,20-3 1,-10 3-187,-7 1 33,5-2 0,8-1 0,-22 11 236,-40 29-247,8-6 20,-6 11 1,-4 11-1,1-1-6,3 7 0,1 3-55,4-11 1,0 5-1,2 1 1,-1-4-5,2-3 0,0-2 0,-3 3 56,-7 9 0,-4 5 1,-1-1-1,0-8-56,0-3 1,-5-4-1097,-12 8 0,-9 3 0,2-17 1085,-10-19 0,0-8 0,32-11 0</inkml:trace>
  <inkml:trace contextRef="#ctx0" brushRef="#br0" timeOffset="2.61971E6">10212 7923 17692,'-3'-4'6508,"0"1"-6217,-10-37-195,12 31 27,10-4-112,24 67-20,-10-17 1,-1 4-6,0 13 0,-7 1 33,-9-8 1,-6-2 2,-8-2 1,-6-4 16,-22 7 17,-4-37 12,20-40-7,28-30-61,8 21 0,8 0-9,8-1 1,5 3-342,3 4 0,3 5-4566,7 8 1,-2 6 3784,10-2 1,-9 13 0,-39 4-1</inkml:trace>
  <inkml:trace contextRef="#ctx0" brushRef="#br0" timeOffset="2.62035E6">10830 7994 17434,'0'11'5657,"0"-3"-4408,0-8-549,27-15-378,-3-9 1,1-5-237,-2 7 1,-1-4 59,8-21 0,-10-2 94,-24-6-178,-5 2 56,-36 30-124,0 41 0,16 4 1,2 7 10,0 14 1,5 7-15,3 6 1,8 3-29,16 2 1,12-3 33,4-16 1,10-8 11,8-15 0,7-7 1,0-6 15,5-8 0,-1-10 74,-7-9 0,0-6 0,-7-1-21,-11 2 1,-6-3 41,-1-17 1,-9-2 282,-20-14-224,5 29 0,-1 0 79,-4-25-180,6 23-33,10 31-34,13 27-36,5 7 0,6 6-17,7 9 0,2 3-55,-12-9 0,0 3 0,-4 1-409,-4-1 0,-3 2 0,-8-1-2256,-17 15 1,-12-4 2195,-5-11 1,-6-8 0,4-11 0,0-6-1,-6-7 1</inkml:trace>
  <inkml:trace contextRef="#ctx0" brushRef="#br0" timeOffset="2.62074E6">11884 7795 20184,'-3'0'1890,"25"-15"1,19-4-5728,20 7 1,5 3-1080,-11-8 1,0 2 4770,10 7 1,-12 7 0,-34 7 0,-15-4-1</inkml:trace>
  <inkml:trace contextRef="#ctx0" brushRef="#br0" timeOffset="2.62092E6">11962 8113 18767,'60'-21'0,"-1"-1"0,0 1 0,0 0 0,-13 4 0,1 1 0,-1-1 0,0 0 0</inkml:trace>
  <inkml:trace contextRef="#ctx0" brushRef="#br0" timeOffset="2.62203E6">13420 7369 11351,'-6'-14'4915,"-31"14"0,-11 6-2411,-15-5-2163,8 21 1,5 7-123,12 9 14,25 3 0,4 12 1,1-4-173,-1-4 1,0 4 12,2 1 0,-2 11 0,1 3 0,0-2 0,3-11-43,-3 4 0,8-1 50,10 2 0,8 9 0,5-5 0,-1-17-75,22-13-383,5-24 0,18-7 0,1-4 0,-17-1 0,-1-8 1,-3-2-1,1-1 0,0 1 0</inkml:trace>
  <inkml:trace contextRef="#ctx0" brushRef="#br0" timeOffset="2.62523E6">14203 7739 13844,'-12'-50'3013,"0"-1"1,3 7-1,1 11-2985,3 23 67,11 33-22,4 31-28,-5-10 0,0 4 8,-2 6 0,-2 0-31,-2-4 1,-2-2 13,-1-9 1,1-4 69,-2 4 661,4-20 483,1-17-869,0-19-264,-1-23-58,0 3 0,1-2 53,-1-7 0,-1 0-28,-1-4 0,0 0-17,-2 8 0,1 1-31,-1 7 1,1 3 81,-3-12-46,6 14-66,2 18-73,2 11 33,3 26 57,2 29-18,-2-13 1,-1 4-18,1 8 1,-1 0-11,0-2 0,-2-2 24,0-6 1,-1-4-2563,-3 17 2560,0-26 0,-3-15 0,4-10 0</inkml:trace>
  <inkml:trace contextRef="#ctx0" brushRef="#br0" timeOffset="2.66776E6">8927 12452 10382,'15'-57'1628,"0"0"1,0 0 0,1 4 0,1 2 0,1 4-1164,3-6 0,1 7-9,-4 13 1,0 6 30,4-1 84,-25 43-397,-10 12 0,-7 8-12,-6 19 0,-4 7-319,8-21 0,-2 3 0,-1 2 0,0 0 228,-4 7 1,-2 1-1,0 1 1,-1 1-39,2-6 1,-1 2-1,-1 0 1,0-1 0,2-2-20,-2 3 0,2-2 0,0-1 0,0 1-37,0-1 1,-1 2-1,2-3 1,6-4-1048,-2 8 0,7-5 1070,8-11 0,4-3 0,4-1 0,10-22 0</inkml:trace>
  <inkml:trace contextRef="#ctx0" brushRef="#br0" timeOffset="2.66873E6">9878 12191 17020,'8'-61'1068,"0"1"1,0-1 0,-2 12 0,0 1-1,-2 7-99,3-23-532,-6 41-297,0 10-274,-1 15 313,-7 55-157,1-22 1,-2 5-12,1 5 0,-1 6 0,0-1-4,0-5 1,1-1 0,1 1 3,-1 6 0,1 0 0,0-4-17,2-3 1,1-4 111,0-2 1,1-8 447,1-20-540,3-35 0,3-18 8,6-8 1,3-4 18,-5 10 0,-1-3 0,1 1 4,2-2 0,1-1 0,-1 4-20,0-2 0,-2 4 17,-2 2 0,0 11 93,0 22-99,-4 41 1,-2 19-60,0-6 1,-1 5-2498,1 2 0,1 6 0,0-8 2520,-1-12 0,2-5 0,1 31 0,-2-49 0</inkml:trace>
  <inkml:trace contextRef="#ctx0" brushRef="#br0" timeOffset="2.70701E6">14698 7969 23607,'-3'1'828,"-14"30"-1388,2 0 0,-1 4 560,-1 6 0,1 0 0,-12 14 0,16-20 0</inkml:trace>
  <inkml:trace contextRef="#ctx0" brushRef="#br0" timeOffset="2.70798E6">15384 7437 13984,'0'-5'7135,"0"1"-6799,0 4 96,-25 0-320,-8 9 56,-5-1 0,-2 0 17,-16 9 47,16-5 1,4-1 8,1 3-28,-6 12-79,21 7 0,6 17-38,8 1-35,7-3 426,0 17-324,1-41 78,0 17 406,29-52 0,4-10-614,-12 10-11,21-2 1,16-1 0,-9 8-29,6 22-67,-9 24 0,-12 9 29,-34 8-441,-37-19 0,-20 2 1,6-11-1,-4-8 1,-7-12-1,0 0 1</inkml:trace>
  <inkml:trace contextRef="#ctx0" brushRef="#br0" timeOffset="2.73622E6">10480 11881 17960,'7'-24'2706,"-18"17"-2572,-33 42-45,6-6 1,-6 5 1,5-4 1,-4 2 0,-1 1-333,6-4 0,-2 1 1,-1 1-1,1-1 253,-3 3 1,0-1 0,1 1-1,0 0-32,2-2 1,0 1-1,1 0 1,2-1-878,-4 5 1,1 0 0,5-2 896,-3 4 0,6-4 0,-3 6 0,24-25 0</inkml:trace>
  <inkml:trace contextRef="#ctx0" brushRef="#br0" timeOffset="2.73715E6">11232 11804 12444,'8'-37'4915,"1"1"0,-19 33-3470,-42 34-1434,30 3 0,4 9-24,-6 13 0,2 8 0,21-16 225,39-29 1,10-10 219,13 8-172,-6-45 0,-8-16-117,-32 10 0,-8-2 201,-5-8 1,-6 2 103,-13 1-470,0-4-657,-17 41 1,-1 9 0,15-1-1,-33 9 1</inkml:trace>
  <inkml:trace contextRef="#ctx0" brushRef="#br0" timeOffset="2.75126E6">12991 6249 16863,'43'-29'386,"1"0"1,0 0-1,0-1 1,4-1-1,0-2 1,2 1-1,0 0-361,2-1 0,0 1 1,1-1-1,0 0-356,1 0 1,1-2-1,-1 1 1,-2 1-186,-6 3 1,-2 0 0,0 1-1,-3 2 516,2-2 0,-3 3 0,-4 2 0,-3 2 0,-8 5 0,-5 4 0</inkml:trace>
  <inkml:trace contextRef="#ctx0" brushRef="#br0" timeOffset="2.75166E6">14248 6341 13127,'28'-23'3990,"1"-1"1,21-11-3964,-9 7 0,14-8 0,6-4 0,1 1 0,-7 4-1455,-8 7 0,-3 1 1,0 2-1,4-3 1425,4-4 1,5-1 0,1-2 0,-1 2 0,-4 1 2,1 2 0,-2 0 0,-4 2 0,-6 5 0,-3 2 0,-4 1 0,10-5 0,-1-1 0</inkml:trace>
  <inkml:trace contextRef="#ctx0" brushRef="#br0" timeOffset="2.75287E6">13498 4726 13474,'-8'-40'3247,"24"3"0,13-7 0,-1 8-3214,12-5-13,2 19 1,9 3 0,-17 19-34,-38 45 0,-25 29 0,7-6 18,23-12 1,-1-1 58,-14-6 0,-7 8 1,-1-6-1,8-16-41,7-19-15,33-16 0,28-12 1,11-5-1,-7 0-8,2-2 0,-1-2 0,2 0 0,-7 2 0,3 0 0,-1 0 0,-5 2 0,-10 2 0,0 0 0,1 1 0</inkml:trace>
  <inkml:trace contextRef="#ctx0" brushRef="#br0" timeOffset="2.77181E6">15767 7984 20268,'-3'6'3333,"-6"14"-3199,-7 30-660,-2-11 0,-1 1-325,2-5 1,1-3 0,-15 24-1,21-32 1</inkml:trace>
  <inkml:trace contextRef="#ctx0" brushRef="#br0" timeOffset="2.77265E6">16124 7665 15042,'1'-6'5086,"0"1"-4190,-1 5-17,5-6-396,-5 9-46,-4 6-292,-11 12 79,-6 1 751,-5-30-891,13 1 184,-2-42-156,14 21 17,10-27-62,16 11-33,24 4-45,-5 17 5,0 30 1,-2 6 5,-9 1 2,4 11 1,-3 5-14,-15 15-12,-11-8 1,-6 3-43,-14 8 1,-9 3-22,-3-9 0,-5 1 1,1-3 101,-7 7 1,1-4 19,-1-1 1,2-9 86,8-19 12,10-21 5,-7-3-17,5-3-50,5 5-124,7 5 51,12 2 0,6 1-126,26 5 0,7 2-719,3 1 845,14 2 0,-3 0 0,-30-4 0,14 1 0</inkml:trace>
  <inkml:trace contextRef="#ctx0" brushRef="#br0" timeOffset="2.77394E6">16681 7960 16012,'-4'43'7427,"-5"-3"-8607,1-2 1,-2 3 47,-3-6 0,-1-4 0,0 1 0,0-4 0</inkml:trace>
  <inkml:trace contextRef="#ctx0" brushRef="#br0" timeOffset="2.78016E6">9391 13810 14874,'17'-48'5546,"-6"12"-5311,-8 29-185,-15 12 17,-12 15 6,-14 13-17,15-8 0,-1 2 19,-6 4 1,0 1 53,-7 4 0,-2 1 22,-4 3 0,-2 0-59,1-3 1,1 0-48,5-3 0,2-1 11,4-4 0,2-1 17,1-1 0,1-1-6,-3 2 0,1 0-31,1-3 1,1-1-76,-15 14-774,19-16 813,14-13 0,9-7 0,1-2 0</inkml:trace>
  <inkml:trace contextRef="#ctx0" brushRef="#br0" timeOffset="2.78276E6">9807 13592 7901,'1'3'9830,"-2"-18"-7948,-4 27-1602,-6 16-146,14 12 1,9 12-1,2-7 129,3-14 1,2-2-99,7 32 0,1-22 997,6-82 1,-6-22-861,-16 15 56,-7 5 1,-2-8-1,-4 12-178,-11 12-71,-18 6 0,-2 6-87,10 14-61,-33 2 28,50 1-157,-4-1 129,10 1 39,-17 27 0,13-20 0,-13 19 0</inkml:trace>
  <inkml:trace contextRef="#ctx0" brushRef="#br0" timeOffset="2.78849E6">13792 4576 7397,'21'-45'2132,"1"1"1,-1-1 0,9-12 0,-2 7-605,8 0-536,-14 29-140,-31 32-558,-11 13 0,-6 7-138,0 1 1,-2 4 0,-2 2-368,-7 8 0,-1 2 1,0 2 219,9-10 1,0 1 0,1 0 0,1 1-199,0 1 0,1 1 0,1-1 0,2-1 189,1 5 0,2-1 0,3-3 0,-4 4 0,5-6 0,7 4 0</inkml:trace>
  <inkml:trace contextRef="#ctx0" brushRef="#br0" timeOffset="2.78952E6">13362 3810 17624,'19'-53'431,"0"0"1,0 1-1,-1-16 1,5 13-421,29 26 40,-5 54-46,-2-22 12,-23 28 0,-9 10 5,-16-8 1,-4 0-9,2 3 0,-2 1 44,-5 1 1,-1-3 1128,-4-1-1097,4-14 5,12-17-73,19-15-22,1 4-5,39-2-12,-9 17 20,-9 8 0,-3 7 53,-6 32-1696,-28 0 0,-9 1 1651,-10 3-8,-12-13 0,-4-8-3,12-25 0,-14 0 0,0 0 0,12-7 0,-18 4 0</inkml:trace>
  <inkml:trace contextRef="#ctx0" brushRef="#br0" timeOffset="2.79651E6">16980 7732 17904,'0'-15'2241,"0"-6"-1563,0-5-303,9-9-196,10-4-78,21-4-34,13 6-67,-23 20 0,2 4-14,0 3 0,1 4 0,1 6 0,-1 6-6,-1 4 1,-3 6 2,-3 8 0,-6 4 42,-8 6 1,-9 3 4,-10 1 1,-6-1-9,-5 1 1,-4-3 8,-3-6 0,0-3 125,-17 9 130,13-17 12,12-14-119,10-8-84,6-7-33,5-6-62,8-1-12,13 3 12,17 9 0,20 14 0,-28 0 0,1 4-36,-1 3 0,-3 3-9,13 25 39,-27 10 40,-32 6-43,-1-28 1,-4-1 19,-2-5 0,-4-4-120,-11-6 0,-5-8-376,-23-10 0,0-5 1,29 3-1,1-2 1,-13-3-1,0-1 1</inkml:trace>
  <inkml:trace contextRef="#ctx0" brushRef="#br0" timeOffset="2.80369E6">24899 4571 7598,'-7'-3'3223,"-24"-6"1,-5-2-2490,14 6-695,-12-6 0,3 4 169,21 10-124,6 2-51,0 2 707,8 4 145,23 5-572,21 5-246,7-2 1,10 1-68,-18-6 0,3-2 0,1 1-116,-5-2 0,1 1 0,2-1 0,3 0 80,3-1 0,4-1 0,2 0 1,0-1-1,-1 0-456,-2-1 1,-1 0-1,1 0 1,-1-1 0,2 0 290,5 1 0,2-1 1,0 0-1,-1-1 1,0 1 200,-4-2 0,2 0 0,-1 0 0,-4 0 0,-7-1 0,18 1 0,-8 0 0,-6-2 0,1 0 0</inkml:trace>
  <inkml:trace contextRef="#ctx0" brushRef="#br0" timeOffset="2.80518E6">26683 3477 7145,'0'-6'8542,"0"0"-6812,0 6-610,1-65-615,0 46-592,0-20 0,-1 12 160,0 36 101,-11 21-23,-19 24-126,8-18 0,-3 2 25,-4-2 1,-1-1 72,2-3 1,-2-3 186,1-9 1,0-5 126,-13-3-364,8-11 207,10-24-96,16-1-150,-2-1-208,5 5 180,1 29-6,1-2 6,-1 17 10,3-7 539,42 23-398,-14-23-93,3-2 0,7-4 160,13-19 1,-3-6-214,-2 5-70,-2-3 1,-8 2-273,-30 8 331,10 3 0,-11-1 0,10 2 0</inkml:trace>
  <inkml:trace contextRef="#ctx0" brushRef="#br0" timeOffset="2.81044E6">14385 3911 14947,'-12'-13'2549,"-4"30"-2773,7 24-1535,1-8 0,-1 2 908,1-2 1,0-2 0,-3 7 0,4-12 0</inkml:trace>
  <inkml:trace contextRef="#ctx0" brushRef="#br0" timeOffset="2.81119E6">14691 3477 17216,'15'-60'1304,"-10"30"-1091,-16 73-132,3-7 1,0 3-51,1 6 0,1 0-23,2 3 1,2-2-29,4-5 1,4-2 41,15 19 168,16-25-38,7-19 156,12-25 16,-15-12-133,-3-10 66,-12-15-22,-8 9 141,2-6-96,-8 20-62,-4 10-268,-6 12 111,-2 9 34,1 18-25,-1 14 0,1 5-75,-1 17-1,-1-11 1,0 0-93,-2-14 0,0 0 98,-3 25 0,0 1 0,-1 2 0,3-20 0,-1 0 0</inkml:trace>
  <inkml:trace contextRef="#ctx0" brushRef="#br0" timeOffset="2.8137E6">17816 8177 18543,'1'-17'930,"-11"35"-2216,-13 29 1,-2 9-314,12-22 0,-2 0 496,-12 19 1,3-9 0,17-30 0,1-1 0</inkml:trace>
  <inkml:trace contextRef="#ctx0" brushRef="#br0" timeOffset="2.81439E6">18190 7594 15087,'2'-53'1451,"0"11"-941,-5 58-74,-11 32-268,2 10 0,0 4-174,5-18 1,3 1 78,1 17 0,10-9 397,29-27-106,18-24-145,-1-25-17,-19-4 0,-2-4-48,-8 5 0,0-2 229,15-16 1,-2 2-351,-8 5 169,18 5-57,-41 57-117,2 4 28,-5 5 0,-3 7-260,-2 20 0,-1 3-541,4-12 0,0 0-4171,0 16 1,2-7 4831,5-20 1,0-19 0,-4-16 0</inkml:trace>
  <inkml:trace contextRef="#ctx0" brushRef="#br0" timeOffset="2.815E6">18943 7347 10690,'-2'-3'5266,"1"0"-4566,17-37-79,27 12-548,-8-21 235,18 25 0,1 9-241,-21 5-28,5-4 1,-6 8 475,-25 24-302,-3 8-140,-3 4-969,5 12 1,3 10 0,-2-7 928,1 6-81,1 2 1,2 17 0,0 3-1,-2-11 104,-3-7 0,-3 0 47,-2 1 1,-1 10 0,-1 0 0,-3-11 5,-3-3 0,-4-5-28,-7 11 0,-9-9-101,-6-27 1,-5-8-4897,-6-4 1,0-2 3493,7 1 1,2-1-1,-24-7 1,53-2 0</inkml:trace>
  <inkml:trace contextRef="#ctx0" brushRef="#br0" timeOffset="2.81656E6">13484 8734 9274,'-62'14'2934,"0"0"1,4 2-2307,38-2-312,56-12 1,27-5-269,-9 3 1,5-1-1,3 0-27,-11-1 0,0 0 0,4-1 0,7 0-124,-9 1 1,5-1 0,5 0 0,2 0 0,3 0 0,0-1 0,-1 1-1,-1-1 99,-6 1 1,1-1 0,0 0 0,0 1 0,1-1 0,-1 0 0,0 0 0,0 0 0,-2 1 0,3-1 0,0 1 0,-2-1 1,0 1-1,0-1 0,1 1 1,0 0-1,1-1-4,-2 1 0,3-1 0,1 0 0,1 1 1,-2-1-1,-1 1 0,-4-1 0,-5 2 0,-6-1-4,18 0 0,-11 1 0,8-2 2,-11 1 0,6-1 0,5 0 0,1-1 1,-1 1-1,-4-1 0,-6 1 7,1 0 1,-6 1 0,0-1 0,6-1 1,0 0 1,6-1 0,4-1 0,2 0 0,-1 0-1,-3 0 1,-5 0 12,0-1 1,-5 0-1,-2 0 1,1 0-1,5 0 44,5-2 0,5 1 0,2-1 0,0 0 0,-2 0 0,-3 1 28,-4 1 0,-1-1 0,-2 1 0,-2 1 1,-1 0-51,4-1 0,-1 1 0,-2 1 0,-3 2 80,1 3 1,-2 1 0,-7 0-7,-7-1 0,-4 0-949,25 2 840,-30-9 0,-23 6 0,4 1 0</inkml:trace>
  <inkml:trace contextRef="#ctx0" brushRef="#br0" timeOffset="2.81949E6">9311 14926 20140,'20'-26'1758,"-42"71"-1761,2-10 0,-5 7 0,-3 5 1,0 0-1570,0 0 0,-2 2 0,-1 2 0,0-1 0,1-1 1572,-6 7 0,0 0 0,1-2 0,1-3 0,0 3 0,1-3 0,5-7 0,6-9 0,1-1 0</inkml:trace>
  <inkml:trace contextRef="#ctx0" brushRef="#br0" timeOffset="2.82027E6">10222 15268 12970,'0'-5'7595,"0"2"-7427,0 3-45,-36-3 3,14 30 0,0 11-39,-15-1 0,-1 6-99,19-4 1,3 5 0,4-2-87,-1 8 0,11-6 121,29-1 55,35-57 17,-27-8 0,-1-6 62,0-7 0,-6-4 42,-6 0 0,-5 0-65,-7 4 1,-7 1-280,-25-25-1446,2 27 1591,-24 19 0,29 15 0,-3 6 0</inkml:trace>
  <inkml:trace contextRef="#ctx0" brushRef="#br0" timeOffset="2.82654E6">20956 3149 9240,'-4'-5'7096,"1"0"-5500,-18-6-1075,15 8-521,-15-9 90,21 14 3450,0-2-3310,-1-6-62,1-4-67,-1-2-409,0 4 347,9 33 23,4 5-6,12 24 78,5-11 280,10-15-27,14-34-329,-17-9 1,0-8-25,7-10 0,-2-6 22,3-4 0,-4-1-34,-11 10 0,-3 3-190,8-19-1120,-24 37-2823,1 23 4111,-1 20 0,-1-9 0,-2 3 0</inkml:trace>
  <inkml:trace contextRef="#ctx0" brushRef="#br0" timeOffset="2.82724E6">20619 4208 8903,'-4'-9'9113,"0"3"-7583,-7-33-1396,9 32 471,-9-3-56,3 69-247,8 3 600,3-2 28,22-43-448,25-33-253,6-14-136,-19 0 1,4-9-1,-6 5-87,-8 11 0,-2-1-14,6-10 1,3-5-1,-8 8-4461,-6 1 2435,-2 4 2034,-15 22 0,-6 8 0,-3 6 0</inkml:trace>
  <inkml:trace contextRef="#ctx0" brushRef="#br0" timeOffset="2.82826E6">20612 5486 7442,'-8'-27'9830,"11"-15"-5781,-12 1-3523,37 50 1178,27-4-1598,-10 32-39,8-51-61,-43 5 44,-7 7 185,-3 2-235,3 5 0,-2-3 0,3 3 0</inkml:trace>
  <inkml:trace contextRef="#ctx0" brushRef="#br0" timeOffset="2.8314E6">13474 8717 6826,'-9'-2'7247,"-38"-6"-6743,31 6-39,-32-5 387,29 7-264,0 2 862,-15 5-834,16-2-100,-5 2 33,20-7-1002,3 1 570,6 3-89,-1 0 549,52 16-258,-3-12-272,-19 1 1,4-2 98,13-4 0,3-4-51,-10 0 0,2-2 0,-1 1-62,17 0 1,2-2-6,-6 0 0,4-1 0,-3 0-8,-15 1 1,-3 0 0,1 0-95,2 0 0,0 0 0,1 0 137,9-2 1,1 1 0,0-1-5,-1-1 1,-1 0 0,1 0-38,-1-1 1,-1 0-1,3 0 6,8 0 0,1 0 0,-6 0-28,-11 1 0,-3 1 14,11 3 0,2-1 51,-14 0 1,1-2-1,-2 1-40,7-1 1,1 0-25,-7 1 1,2-2 0,-3 2 3,8-2 1,-8 2 0,-6 3-9,4 1 0,2 1 20,15 6-34,3-2 1,2 0 13,-23 0 0,0 0 175,16-1 1,-3 1-162,-12 1-39,3 2 0,4 0 14,-15-2 0,1 0 5,11 2 1,-1-2-15,-7-2 1,-3-2-6,7 0 28,18-1 3,-27-2 0,1-1 19,28-3-22,-17 2 0,4-3 22,8-2 1,-3 0-20,-17 3 0,1 0-15,26-7 1,-3 0 6,-12 5 12,0 1 1,10-1-1,-8 1 4,12-2-19,-19 3 1,6-2 0,-8 2-16,4-4 23,17-1-14,-17 8 0,2 1-6,-10 0 1,0 1 19,6 0 0,-4 0-5,1-2 27,-16-4-72,3 1-29,26 3 74,-17 2 16,0 4 50,-5 1-61,-12-3 34,44-5-6,-26 0 0,0-2 50,24-3 12,-26 3 0,-6 0-6,-14 1 12,6-4-46,-13 6 213,6-2-263,-19 2 0,4 2 0,-4-3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8T14:41:01.46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6166 2989 22615,'-9'-58'1535,"1"37"-1384,6 55 0,2 27-93,-1-13 0,-1 4 0,0 0-174,1-2 0,1 0 1,-1 1 129,-1 4 1,1 1 0,0-4-14,2 0 0,-1-6-805,0-9 0,-2-4 804,-4 12 0,1-31 0,-1-9 0</inkml:trace>
  <inkml:trace contextRef="#ctx0" brushRef="#br0" timeOffset="1109">6209 2578 12455,'-3'-4'8194,"2"2"-7948,-31-20 1,-8-1-23,13 12 119,-12 13 0,-17 6 0,-1 5 1,11 2-274,14 6 0,2 5-18,-17 7 0,-8 5 0,7 6 147,17-3 0,4 6 0,3 0 0,3-3-90,-3 12 0,2 2-77,1-14 0,-2 4 0,2 3 1,8 1-36,10 0 1,6 3 0,5 1-1,0-3 1,-1-7 41,1 13 0,2-1-29,-4-6 0,0 8 0,4-1 0,8-8 242,17-6 0,10-9 0,1-7-213,15-8 1,3-4-33,-14 10 1,2 4-1,6-11-45,-5-18 1,8-10-1,2-5 1,-5-1 0,-9 2 70,-1 1 1,-1-6 40,-3-2 1,9-6 0,4-5-1,0-1 1,-7 1 0,-10 2-33,0-10 0,-8-5-520,-5 2 0,3-9 0,-1-4 1,-4 2-1,-7 7 534,-4-9 0,-10-1-556,-5-1 0,-2-10 0,-4 2 1,-2 10 549,-1 8 0,-9 3-207,-6 5 1,-10-7 0,-6-3 0,-2 1 0,3 5-1,7 9 149,-3-1 0,-5 6-94,-1 7 1,-12-1-1,-7-1 1,1 3-1,7 4 1,15 7 0,-9 10-1,-13 12 1,0 0-1</inkml:trace>
  <inkml:trace contextRef="#ctx0" brushRef="#br0" timeOffset="2026">7159 3245 8091,'-42'1'9830,"44"-2"-5248,-14 2-4338,40-2 0,26-1-141,-9-2 1,8-2-1,2-1 1,-1 0-81,-5 2 1,-1 0 0,1 0 0,1-1-9,10-2 1,2-1-1,-1 0 1,-4 1 127,-1 1 1,-4 1 0,-8 1-15,18-2-51,-7 3-9909,-47 4 9267,-5-1 0,-1 1 0,-1 0 0</inkml:trace>
  <inkml:trace contextRef="#ctx0" brushRef="#br0" timeOffset="2819">8200 2907 16863,'-52'-20'1197,"-1"0"1,0 0 0,1 1-1,-16-4 1,3 4 0,32 16-1030,49 27 0,18 8-107,0-1 1,6 1-36,0-2 1,7 3 0,1 1 0,-6-4-30,13 4 0,-12 5 49,-22 19 1,-10 11 0,-13-9-61,-11-22 0,-10-2-2444,-3 2 0,-8 6 1,0-3-1,7-9 0,-6 0 0,3 6 1,30-36-1</inkml:trace>
  <inkml:trace contextRef="#ctx0" brushRef="#br0" timeOffset="3744">8907 3106 11962,'-3'-2'4915,"-12"-25"0,-1-8-4019,13 7-835,-12-6 1,6 0 291,42 4-190,15 8-144,3 11 1,1 4-20,10-2-31,-9 25 0,-10 10 20,-30 9-9,-11 12 1,-10 6 5,-17-9 0,-9 1 19,6-7 1,-2 3-1,-2 1 1,3-6 2,-7 8 1,1-2-6,-8 9 0,12-9 58,29-29 74,11-9 49,25-1-108,5-9 0,7-2-57,0 0 1,4 0-9,-5-2 0,4 0 0,1-1-203,12-1 0,2-1 0,-4 2-615,2-1 0,-1 1 308,-14 2 1,1 0 0,-8 2 498,3 1 0,-33 5 0,2-1 0</inkml:trace>
  <inkml:trace contextRef="#ctx0" brushRef="#br0" timeOffset="4771">9560 2521 8366,'-2'-4'6990,"0"1"-3540,2 3-2844,-68-52 329,7 42-594,14 10 1,-11 3-1,-2 3 1,8 3-241,-4 8 0,0 10 60,9 3 0,-9 8 1,-1 5-1,5-1 1,10-7-104,2 2 1,6 3-114,-2 5 0,-4 10 0,3 2 0,10-7 133,11 0 1,7 1 0,0-6 1,1 6 0,1 0 0,3-3 38,4 17 0,7-1-31,1-6 1,4 4 0,3-6 43,9 4 1,11-6-36,2-17 1,11-1 0,3-2-1,-3-5-63,-3-4 1,-1-5 0,8-3 14,-2-7 1,7-3-1,5-3 1,0-1 0,-4-1-1,-9-1-353,16-2 1,0-6 345,-10-4 0,10-4 1,3-2-1,-5-1 1,-13 2 45,-4-1 0,-3-3-30,0 2 1,5-4-1,1 0 1,-8 0 76,2-5 0,-5-3 246,5-10 1,-5-6-219,-11-8 0,-6-1-103,-6 11 0,-3-2 13,-6 2 1,-3-3 0,-1 5-42,-3 6 0,-3 0 21,-2-13 0,-2-7 1,-1 7-23,1 10 1,-4 0 170,-7-5 1,-8-7-1,-1 0 1,1 8-213,-5-1 0,-6 4-1098,-2 10 0,-9-1 0,-1 2 0,5 7 556,-5 3 0,3 8 1,-8 4-1,7 6 0,14 8 1</inkml:trace>
  <inkml:trace contextRef="#ctx0" brushRef="#br0" timeOffset="13898">10389 3194 20968,'60'-5'431,"0"1"1,-12-2-1,3-1 1,1-1-389,11-2 0,2-1 0,-1-2 42,-3 1 1,-1-2 0,-3 1 106,-9 1 0,-3 0 1,-5 1 154,-3 0 0,-7 1-386,-3-1-1786,-32 9 1825,0 2 0,-1 0 0,5 0 0</inkml:trace>
  <inkml:trace contextRef="#ctx0" brushRef="#br0" timeOffset="15277">11324 2780 10214,'24'34'4915,"-6"11"0,-5 7-3560,-7-9 1,-8 2-1373,-8 8 0,-6 4 1,-5-11-12,-5-20 0,0-3 28,-6 25 0,10-5 0,21-28 0,16 17 0</inkml:trace>
  <inkml:trace contextRef="#ctx0" brushRef="#br0" timeOffset="16373">12162 2921 11329,'43'-30'1966,"0"1"0,1-1 0,-1 0 0,-17-7 0,2 12-1662,19 24 0,14 16 0,-3 7 0,-23 3-260,-37 38 25,-14-20 0,-10 3 1,-1-14 770,-23-20-826,6 7 0,14-8 92,63-42-138,13 44 0,13 20 1,-14 1 14,-11 19-163,-21-8 1,-4 8 0,-17-9-198,-31-19 0,-21-12 0,2 0 0,12 4 1,1 1-1,2-7 0,0-12 0,-1 0 0</inkml:trace>
  <inkml:trace contextRef="#ctx0" brushRef="#br0" timeOffset="17426">12564 2295 16454,'-54'1'654,"-1"-1"0,1 1 1,0 0-1,-9-2 1,1 1-1,9 9-360,7 16 0,5 9-1,8-5 0,-2 4 0,2 5-159,2 4 1,0 5 0,1 2 0,2-2-1493,-5 8 1,2-1-1,3 1 1375,1-1 0,2 1 0,9 3 141,13-4 1,8 4-1,3-1 1,1-6-129,4 5 1,3 0-29,-5 4 0,2 6 0,6-4 78,7-13 0,6-3 1,6-6 6,6-10 1,5-6 0,2 2-153,-9-1 1,0 1-1,2-1 1,0-3 75,17-2 0,0-4 1,0-5 987,-11-5 0,-1-4 1,2-5-929,-4-5 0,3-6 1,-1-2-1,-3 1-23,1 1 1,-2 0 0,-1-3 255,8-3 1,0-4 0,-5-3-101,2-17 0,-8-2-1582,-15 9 1,-3-2 1542,11-13 1,-6-9-544,-20 3 1,-8-7 0,-2 7 441,1 11 0,-3 0-518,-4-6 1,-4-4 0,2 9 554,-7-2-35,0 6 1,-5-7 0,2 6-31,4 12 1,0 1 696,-11-27 0,-2 1-680,6 26 0,-2 4-8,-21-16 1047,10 11 0,-4-1-1095,0 8 1,-2 4-385,-10 5 1,-3 5 386,-11 12 0,3 4 0,21-3 0,4 2 0,2 7 0,0 0 0</inkml:trace>
  <inkml:trace contextRef="#ctx0" brushRef="#br0" timeOffset="18616">12558 4020 14835,'0'-4'8312,"0"0"-7936,10-34 251,-9 64 0,-2 17-356,5 2 1,0 6-226,-4-7 1,-1 5-1,-1 4 1,1 1-255,1-2 1,-1 3 0,1 0 0,-1-1 0,1-4 255,1 11 1,0-5 0,0 2 29,0-7 1,0 3-1,0-2 1,1-7 208,0 5 0,0-5-192,-1 0 0,-1-7-95,-1-13 0,-3-13 0,4-21 0</inkml:trace>
  <inkml:trace contextRef="#ctx0" brushRef="#br0" timeOffset="19375">12179 5245 17983,'-42'-42'6452,"12"34"-6326,31 39 0,14 14 95,15 0 1,7-3-82,-7-8 0,8-8 19,5-19 1,10-9 0,3-5 0,-6-2-58,-4-3 1,-3-5 0,2-2-67,2-1 0,4-2 1,-1-1-1,-2 0-23,5-5 0,-3-1 1,-6 4-264,-11 8 1,-2 3-2843,7-1 1,-12 10 3091,-38 25 0,0 0 0,6-11 0</inkml:trace>
  <inkml:trace contextRef="#ctx0" brushRef="#br0" timeOffset="20278">12464 5958 13497,'0'-35'4909,"0"0"0,-2 22-4567,-1-27-90,-3 66 0,-4 19-137,-2 0 0,-1 4-73,0-6 1,0 1 0,1 1 7,1 1 1,1 0 0,2-4 41,-1 0 0,4-5 570,18 23-309,8-65-12,19-24-234,-5-4-54,-2 2 0,2 0-19,11-3-40,-18 12 0,0 10-16,5 33 0,-19 3 94,-7 32 1,-5 8-70,-3-30 0,-2 1-870,0 11 1,-2 10 0,0 0 0,1-10 832,1-12 1,0-1-1317,-1 16 0,1 6 0,7-19 1350,12-25 0,-3 16 0,1-33 0</inkml:trace>
  <inkml:trace contextRef="#ctx0" brushRef="#br0" timeOffset="20877">13080 5649 18537,'-61'-8'508,"-1"-1"0,1 0 0,0 1 0,-1-1 0,1 0 0,5 0 0,1-3 1,2 2-1,2 5 0,0 8-413,-1 12 0,0 9 0,2 5 0,4 2 1,6-2-37,2 2 1,7 1 0,-1 10 19,6-3 0,-3 7 0,-1 6 1,1 3-1,3 2 0,3-1 0,5-1-992,6 3 1,6 1-1,4 0 1,2 0-1,0 0 1,-3 0 920,-2-2 0,-2 0 1,1 0-1,0-1 1,4-1-1,4-2 252,5 6 1,1 1 0,5-2 0,6-8 0,7-11-166,24-5 1,13-16 0,3-7-46,-8-3 0,3-6 1,3-3-1,2-4-25,-10-1 0,3-4 0,2-1 0,0-3 0,-2 0 1,-3-2 43,0 1 0,-1 1 1,-2-3-1,-2-6 1,0-8 120,-11-2 0,2-9 1,-1-5-1,-2-4 1,-1-2-1,-3 2 1,-4 3-1,-4 5-90,0-5 1,-7 4 0,-2 0 0,-1-6-67,3-5 1,2-7-1,-1-3 1,-4 0 0,-7 4-1,-11 9-131,-15 3 0,-11 7 0,-5 3 0,1 2 74,-4-6 1,-3 4 0,-6 4-879,-8 5 1,-9 3 0,-1 4 0,7 7 900,9 10 0,3 5 0,1 1 0,-23-5 0,8 7 0,18 15 0</inkml:trace>
  <inkml:trace contextRef="#ctx0" brushRef="#br0" timeOffset="29171">13383 3372 15445,'17'6'2061,"13"-6"1,11-4-2016,13-3 1,10-2 0,2-1-520,-11 2 0,2-1 0,1 0 0,-1 0 482,0 0 1,1-1 0,0 0 0,-2 1 16,10-2 0,-2 0 0,-5 0 292,8-1 1,-9 2-151,3 0 231,-43 7-1317,-26 6 918,1 3 0,-3-2 0,9 1 0</inkml:trace>
  <inkml:trace contextRef="#ctx0" brushRef="#br0" timeOffset="39559">14376 2895 13659,'-31'-26'4568,"1"1"0,-5 13-4386,1-12 0,3 7 271,18 26-83,28 2-188,27 11 0,5 2-165,5 7-8,-14 0 0,3 8 1,-9 1-30,-16-1 0,-6 3 17,9 11 1,-9 3 4,-21 2 1,-12-4-389,1-18 0,-4-4-4530,-2 3 1,-2-6 4551,-12-5 1,30-19 0,11-5 0</inkml:trace>
  <inkml:trace contextRef="#ctx0" brushRef="#br0" timeOffset="41067">15804 2643 8013,'1'-4'8066,"0"0"-7786,-33-12 575,-7 19 0,-10 7 0,2-2-2835,-4-7 0,0 1 1980,4 5 0,-2 4 0,9-1 921,-1 4-848,40-11 823,-12 24-431,2 8-311,2-5 0,0 5 53,-1 16 0,1 0 3269,0 9-3434,2-20 0,1-1 1415,-1 5-1244,4-28 699,2 12-816,5-41-24,27-36-77,-15 24 16,17-5 0,8 7-20,-8 25 1,1 5 2,10-6 1,2 4-20,1 11 0,-4 7-6,-4 8 0,-6 2 9,4 21 10,-35-10 1,-18 0-269,-30-5 0,-12-7-1020,11-4 1,-2-3 620,-13-1 1,8-7 0,20-12 0,15-4-1</inkml:trace>
  <inkml:trace contextRef="#ctx0" brushRef="#br0" timeOffset="42530">15666 2256 8018,'-7'-12'4915,"-34"2"0,-9 9-2909,-10 24-1584,14-4 1,-10 5 0,-2 4 0,9 1-237,9 6 1,7 3 0,-2 4-71,-3 0 1,-3 5-1,1 1 1,5 2 21,9 1 1,4 3-1,2 0 1,2-4-83,0-2 0,1-3 0,1 4 29,0-1 1,-1 5-1,1-2 1,3-3 48,1 12 0,3-3-39,-1 4 1,6 2 3,12-12 0,6 2 0,3-4 7,11 4 0,7-4-30,-3-9 1,5-2 0,4-5-36,7-9 0,6-6 0,-1-4-21,-3-3 1,0-4 0,3-4-13,6-4 0,4-4 1,1-3-1,-2-3 20,-6-2 0,-2-3 0,-1-2 0,1-2 11,5-4 0,1-3 1,-2-1-1,-4 1-32,-4 2 1,-5 1 0,-3-7 113,3-18 1,-5-8-1,-11 9-37,-8-4-23,-5 7 1,1-10 0,-5 4 53,-9-5 0,-3 3-51,1 0 0,1-1 10,-1 10 1,0-2 0,-3 1 48,-5-9 1,-6 0-57,-3 5 0,-5-2 0,0 1-13,2 4 0,-2 1 1,0 2-9,-4 2 1,0 1 0,3 5-33,5 1 0,-2 4-13,-16 1 1,-8 1 0,0 8-932,-5 9 1,-3 5 444,-6-8 1,-5-1-1,7 6 1,12 11-1,6 5 1,-15 11-1</inkml:trace>
  <inkml:trace contextRef="#ctx0" brushRef="#br0" timeOffset="45487">9628 3932 18896,'-15'-30'706,"1"0"0,-5-8-516,37 64-112,-2 0 45,18 20 6,-5-4-22,-2 4-51,-9-15 0,0 1 5,11 16-10,5 5 10,4-5 6,1-1-19,-18-19 0,-1 1 2,15 16 31,-10-9 0,-1-1-13,3-1-10,0-1 1,1 2 109,14 11-115,-14-16 1,1 2-23,-1 2 0,2 1 53,5 5 0,1 1 33,-1-2 1,0-1-40,2 0 1,1 0-18,0 0 1,1 1 41,6 9 1,-2 0-87,-10-12 0,1 3 14,3 2 1,2 5 0,-3-6-27,-7-8 1,0-1 14,13 14 0,2 1 94,-6-2 1,-3-2-84,-11-12 0,-1 1-9,4 5 1,1 1 13,-2-3 0,-2-2 15,12 9-26,-8-11 0,0-1-2,12 11 49,3-1-16,-6-9 28,12 5-61,-5-11-1,10 9-5,-8-2 22,3 6-11,-7-6 6,6 4-29,-11-9-3363,-1 13 3369,-18-20 40,6 22-12,-3-15-17,4 8 1,10-2 257,-16-16-1445,-4-4 1165,-13-15 0,-3 2 0,1-2 0</inkml:trace>
  <inkml:trace contextRef="#ctx0" brushRef="#br0" timeOffset="46794">9566 4100 15188,'1'-18'4251,"-18"40"1,-6 14-4073,-6 1-20,-5 17 1,0 0-132,9-19 1658,11-45-1574,21-13-19,7-13 1,4-10-1,-1 6-48,6-4 31,3 4 1,6-8 0,3 10-33,5 16 1,0 5-34,-3-11 1,3 5-16,7 17 0,7 9 0,-4 3 35,3 7 0,-2 3-40,6-3 1,1 2 69,-1 3 1,-11-1-62,-29-10 0,2 15 0,-20-18 0,-10 7 0</inkml:trace>
  <inkml:trace contextRef="#ctx0" brushRef="#br0" timeOffset="61590">20301 1398 12071,'4'-3'9114,"-2"-13"-8620,-3 11-66,-1-9-201,-14 11-170,-1 2 77,-28 4-1,2 5-136,-14 10 53,16 3 45,7 13 6,13 8-84,8 1-6,7 16 39,11-28 141,26 7 38,16-28-123,-12-6 1,-1-2-56,14-3 44,-11-3-129,-33 4 57,-6 5 83,-15 11 28,-28 16-122,1 0-7,14-13 1,2-1-40,-7 10 17,16-11 17,13 1 90,22-12-118,12-3 6,1-1-18,-6 2 68,-21 16-11,-29 22 6,-6 11-29,-4-3-16,10 6 10,22-23 35,21 8-578,16-24-1456,7-6 1163,0-11 0,-23 0 0,-4 0 0</inkml:trace>
  <inkml:trace contextRef="#ctx0" brushRef="#br0" timeOffset="64210">20204 9467 8142,'-3'-5'9830,"-24"-2"-8200,22 6 1865,56-11-3310,-31 11 78,27 11-207,-74 11 0,-21 5-56,11-2 0,-2 1 3,-12 11 0,5-1-3,9 2 11,28-1 84,53-14-45,13-5-55,3-3 206,-55 22-133,-22-5-54,-13 3 0,-1-1-14,5-2 5,15 10-11,37-21 1,9-1 11,8 15-6,-7-15 0,-8 4 5,-27 15 1,-12-1 16,-17 2 45,0 2 1,-5-3-68,-15-15 0,-11-23 0,36-4 0,-2-13 0</inkml:trace>
  <inkml:trace contextRef="#ctx0" brushRef="#br0" timeOffset="66173">19561 3036 19143,'7'-38'1372,"0"0"0,3-4 0,-2 7-1209,-6 21-113,6-3-22,-10 28 28,0 18 56,-2 18 50,0-5 1,-1 5-12,-4 12 0,-2 1-101,4-9 1,0-1 414,-3 5 0,1-8-1003,5-20 538,0-8 0,4-21 0,-2-1 0</inkml:trace>
  <inkml:trace contextRef="#ctx0" brushRef="#br0" timeOffset="67541">19330 4524 17143,'-25'9'5702,"7"-7"-5036,16-22-369,8-11 0,6-5-132,9-4 0,3-1-134,0-2 0,4 3-37,13 7 1,1 11-6,3 19 5,3 39 6,-42 3 0,-12 9-13,-4-4 0,-7 4 0,-3 0-8,-8 7 1,-3 1-1,-1-3 8,5-8 0,0-4 0,0-2-1,-11 8 0,9-9-25,18-15 44,12-21 51,15 1-31,20-10 1,6-4-38,-8 4 1,3-1 3,5-1 1,4-1 0,-4 1-125,-1 1 1,-4 1-592,24-2 723,-27 7 0,-27 1 0,-2 1 0</inkml:trace>
  <inkml:trace contextRef="#ctx0" brushRef="#br0" timeOffset="68791">19255 5824 20588,'19'-56'1456,"-3"20"0,4 4-1372,7 8-65,3 1 1,2 2-25,13 1-1,-1 5-39,-11 26 1,-3 8 21,-6 11 17,-1 8 1,-8 5 10,-22-8 1,-9 0 78,-9 13 0,-5-3 23,-11 5 145,-2-9-124,38-38-10,3-3-163,20-10-128,18 9 89,7 5 11,-14 15 0,-4 9 64,-10 2 1,-8 4-6,-11 16 0,-7-2 50,0-16 1,-6-4-43,-19 2 1,-5-9-275,-7-11 129,0-7 151,2-5 0,35 1 0,-14-1 0</inkml:trace>
  <inkml:trace contextRef="#ctx0" brushRef="#br0" timeOffset="70042">19262 7053 17059,'-7'9'4088,"-2"3"-3738,-9 30 0,-3 11-173,5-11 0,1 1-85,-2 18 1,3-1-63,6-18 1,9-4-1128,19 0 1,8-10 1348,6-19 137,9-23 0,-1-12-56,-21 1 1,-4-3-318,19-20-105,-17 15 117,-11 60-12,-14 29 1,-5 10-11,6-16 0,-2 2-8,-2 7 0,-4 7 0,2-7-12,0-5 0,1-5 25,2-8 0,1-3 3381,-3 18-3392,8-40 0,0-5 0,3-9 0</inkml:trace>
  <inkml:trace contextRef="#ctx0" brushRef="#br0" timeOffset="71329">19484 8592 20420,'-38'11'685,"-2"1"1,-2 3-574,7 0 0,-1 1 219,-20 4 0,4-3-101,18-7-124,-3 0 191,29-7-213,6-1-28,2-2 11,-1 28-56,-2-14 36,-4 21 1,-4 6-28,1-3 0,-2-1-15,2 2 1,-1-2 33,2-2 0,2-6 728,7-13-279,1-16-354,16-24-3425,35-14 3280,-17 5 11,-4 16 0,1 6-12,15 24-21,9 19 41,-24-4 1,-3 4-18,-9-4 1,-7 3 27,-10 7 1,-11 1 1737,-16 0 1,-6-5-1735,-12 13-329,-4-19 1,-2-7-9526,-3-18 8231,-9 1 0,28-4 1,26-2-1</inkml:trace>
  <inkml:trace contextRef="#ctx0" brushRef="#br0" timeOffset="73474">20012 3233 19882,'6'-5'2571,"16"7"-2213,-2 2-67,35 0 1,7-1-259,-7-2-9,-1-3 1,11-3-1,-7-2 32,-14-3 0,-3-2 59,14-4 0,-4-3 120,-2-15-89,-44 4 296,-41-11 315,-13 3-578,0 2-11,-3 12-157,36 21-45,7 11 62,39 20-42,7 7 0,2 5 14,-13-4 0,-4 3-8,8 17 0,-15 3 8,-37-4 0,-10-5 0,18-19 0,-1-2 0,-14-1 0,1 1 0</inkml:trace>
  <inkml:trace contextRef="#ctx0" brushRef="#br0" timeOffset="74252">21689 2921 13127,'-33'-9'3065,"1"-1"1,-6 11 0,-3 2-2900,-2-3 0,-4-1 1,4 2-55,2 7 0,4-1 476,-17 0-443,51-7 62,2 1-89,-3 17-79,1-3 107,-9 37 19,5-17 0,-1 5-89,-3 8 1,-2 6 0,4 0-38,7-6 0,3 0 0,-1-1-26,-6 0 0,0-1 1,8-5 70,15 1 0,14-13-84,20-29 0,12-17 0,-8 3 0,-21 13 0,-1 0 0,17-13 0,0-1 0,1 1 0</inkml:trace>
  <inkml:trace contextRef="#ctx0" brushRef="#br0" timeOffset="75218">21993 3194 11026,'-3'0'9830,"1"0"-6699,-29 9-2856,25-10 330,-15-12-465,32-5 16,8-10 1,3-2-5,9-1-88,7 1 1,2 2-65,9 9 2,-13 7 1,1 8-31,1 22 0,-7 10 12,-4 27 32,-11-15 1,-9 3-17,-25 4 0,-13-1 22,-10 1 1,-1-2-9,14-12 0,0-3 39,-11 5 0,6-9-47,18-18 11,-12 5-6,12-4 28,1 2 28,15-7-16,18-4-79,29-5 45,-4-2-29,20-5-2,-4 0 0,2-2-25,-26 7 0,1 0-2171,7-3 0,5 0 1,-9 3-715,-3 1 2924,-3-2 0,-28 6 0,0 0 0</inkml:trace>
  <inkml:trace contextRef="#ctx0" brushRef="#br0" timeOffset="76042">22875 3034 12102,'-35'-20'9830,"12"11"-8503,-6-10-442,-5 17-829,24 2 336,-5 3-28,69-1-269,-1 0-36,2-3 0,4 0-1694,-17 0 1,-3 0 1653,-3 0 1,-3 0 8,8 3 18,-30 3 38,-1 7 330,-4 19-246,-9 5-73,-5 14-39,0 11-48,10-12 1,2 2-6,-1-4 0,-2 3 1135,-2 4 0,-3 4 0,-4-3-1121,-9 3 0,-5-5-68,0 1 1,-9-10-1793,-21-24 1,-4-14-7989,-6-18 8529,19-1 1,5 0 0,12 5 0,19 6 0</inkml:trace>
  <inkml:trace contextRef="#ctx0" brushRef="#br0" timeOffset="77678">20314 4773 16280,'-58'0'4571,"10"1"-3782,17 4-542,6 1 168,-11 2-303,20-3 101,6-2-141,10-1 197,6 2 106,32 2 1,8 0-348,-2-1 0,9-1 0,15-1 0,-3-2-14,-16-4 1,-1-2 0,0 0-10,10 1 1,1 0 0,-3-2 37,-6 0 0,-2-1 0,-9-3-3261,2-19 3229,-32 12 31,-32 1 0,-13 2 109,4 4 0,0 2-100,-30-9 44,5 3-22,38 11-101,3 0 56,25 13-28,8 0 8,12 9 0,2 4-30,-5-1 0,0 3 1541,22 17 1,0 1-1649,-20-18 0,-6 3-3011,-2 23 1,-12-2 3139,-22-14 0,-14 17 0,13-41 0</inkml:trace>
  <inkml:trace contextRef="#ctx0" brushRef="#br0" timeOffset="78658">21844 4418 9279,'0'-7'9062,"-1"2"-8353,-37-1 0,-16 3-379,21 2 1,-2 0-44,-9-2 0,-5-2 1,7 3 59,-11 1 387,21-1-515,31 2-152,1 2 403,-4 32-207,1 3 1,0 6-192,-2-1 1,0 3-12,-2 1 1,-1 4 0,1 0 1,1-3 1,1-1 0,1-1-34,-2 11 1,3-1 25,4 7 0,9-7 42,10-26 0,6-6-59,29 9-425,-2-24 0,3-8 386,-9-8 0,-3-2 0,-3 2 0,-4-1 0,7-4 0</inkml:trace>
  <inkml:trace contextRef="#ctx0" brushRef="#br0" timeOffset="79878">22251 4669 19904,'5'-21'3630,"16"-18"-3350,9 7-219,10-5-27,17 12-34,-14 27 0,1 7-6,12-1 12,-21 19 0,-11 7-6,-38 17-6,0-13 0,-6 3 26,-5-6 1,-5 0 0,2-4 21,6-4 0,0-2-20,-11 13 1,5-12 257,15-31-112,9-13-140,14-10-17,21 5 0,12 6 17,21 28-73,-24 20 42,-20 0 1,-7 4-4,-14 30-5,-8-29 0,-5-3-28,-28 9-2740,-6-27-4911,13-10 6842,5-14 0,23 4 0,3 1 0</inkml:trace>
  <inkml:trace contextRef="#ctx0" brushRef="#br0" timeOffset="80617">23128 4576 20078,'-35'-23'2425,"22"4"-2083,56 17-264,-10 0 236,32-2 11,-29-1 50,9 2-201,-19 6 27,-22 41-117,-10-4-28,-1 5 0,-1 7-45,1 11 1,1 0-15,2-12 0,2 2 1,2-6 0,1 4 0,-4-3 33,-9 9 0,-4-4-6,5-13 0,-7-4-207,-27 8 0,-11-12 182,11-25 0,0-6 0,7 4 0,2-3 0,-12-7 0</inkml:trace>
  <inkml:trace contextRef="#ctx0" brushRef="#br0" timeOffset="82047">19971 6239 17048,'-30'1'3349,"-9"7"-3214,29-3 430,-5 8 769,60 3-1054,0-6-238,-16-2 0,8-2 37,18-8 1,16-5 0,0-2 0,-15 2-69,-19 3 0,0-1 3,19-1 0,14-2 0,-5 0 0,-26-1 630,-28 0-627,-5 4 56,-21-12 0,-20-2-40,-2-5 104,2 2 1,2 0-94,9 4 136,-14-9-108,37 25-60,1 2-108,12 8 124,12 15-31,1-1 1,5 4-1795,17 16 0,0 4 1553,-18-11 1,-7 2-981,-4 17 0,-17-2 1224,-25-14 0,-11-5 0,7-7 0,0-2 0,-18 11 0</inkml:trace>
  <inkml:trace contextRef="#ctx0" brushRef="#br0" timeOffset="85794">21521 5919 15042,'-35'4'1728,"-1"0"0,-1 0-1605,-15 5 255,2-3 1,2 1-4,19-3-134,-13 2 319,30-4-28,8-1-213,2-1-297,2 1 135,0 10 28,-7 24 33,-4 20 12,-2-8 0,0 1-146,-4 14 115,3-2 0,4 0-25,8-7-90,2-4 0,2 0-23,10 8-3419,5-1 3375,-3-21-286,33-14-633,-8-25 0,5-7-3330,12 0 1,1-1 4231,-2-3 0,-5 0 0,-15 5 0,-5 2 0,-7 2 0</inkml:trace>
  <inkml:trace contextRef="#ctx0" brushRef="#br0" timeOffset="86574">21876 6092 11777,'2'-4'8615,"-1"0"-7627,9-27 1,1-6-530,-6 19-428,8-23 0,-4 13-3,-10 34 291,-17 45-257,9-21 44,-7 14 0,0 6-19,9-10 0,1-2-59,-8 24 31,13-21 0,8-6 316,29-21-280,-3 1 90,29-26-107,-13-19-8,-18 10 0,-1-4-6,1-8 1,-1 0-31,10-11 22,-2-4-34,-25 33 51,-1 23-68,-11 19 12,-8 27-9,1-14 1,-1 5-1834,-3 17 0,-1 1 1503,2-16 0,2-2-454,0 9 1,2-5-9056,3-2 7505,4-23 1,-1 2-1,0-24 1</inkml:trace>
  <inkml:trace contextRef="#ctx0" brushRef="#br0" timeOffset="86861">22666 6397 17412,'1'-3'5909,"-20"60"-5909,11-20 0,0 0 0,-3 1 0,0-1 0,0 22 0</inkml:trace>
  <inkml:trace contextRef="#ctx0" brushRef="#br0" timeOffset="88197">23446 6126 23259,'-53'-12'331,"-1"-1"1,1 1 0,4 1-1,0-1 1,12 8-326,5 12 78,-17 29-84,40-27 131,-16 25 1,5 2 64,23-23-95,-7 38-45,15-6-28,1-18 22,-12 8 1,-3 1 16,1-6 40,-1 4 223,12-23-296,-2-16-1730,50 6 0,10 5 1679,-30-2 33,15 39 1,-16 8-22,-53-18 21,-1 12 1,-3-7-17,-11-34-980,-8-11 0,-4-4 980,-11 1 0,13 0 0,5 1 0,15 7 0</inkml:trace>
  <inkml:trace contextRef="#ctx0" brushRef="#br0" timeOffset="89059">23768 5885 23114,'-14'-22'1775,"3"5"-1618,11 18-118,3 7-11,0 2 84,18 28-28,9 18-87,-22-14 0,-3 11 0,-1 2 1,0-7-15,5 2 0,-4 1-28,-6-2 0,-4 8 1,-4-1-1,-4-7-1930,-19 9 1,-4-8 1408,4-7 1,1-2 0,0 5 0,2-9-1,4-21 1</inkml:trace>
  <inkml:trace contextRef="#ctx0" brushRef="#br0" timeOffset="90660">23683 5842 16499,'-61'1'4503,"20"-5"-4078,-5 15 1066,25-9-1379,14-2 168,3-1-163,29-1-117,-3 2-269,20 4 1,1 1-348,-12 1 616,30 13 0,-58-16 0,2 5 0</inkml:trace>
  <inkml:trace contextRef="#ctx0" brushRef="#br0" timeOffset="91486">23499 6828 8562,'-21'0'9830,"8"0"-7332,-9 2-1535,15 0-750,-3 1 348,12-1-1,22-2-656,30-5-4855,-13 4 4951,5-5 0,-39 6 0,-7 0 0</inkml:trace>
  <inkml:trace contextRef="#ctx0" brushRef="#br0" timeOffset="93746">20046 7571 6843,'8'3'8619,"-2"-2"-4261,-46-5-3490,25 1 107,-34-1 0,-6 1-494,13 0-265,2 2 0,3-1-104,13 2-90,14 0 292,45 15-236,10-6-70,9 2 1,9-1-50,-10-8 0,4-2 0,-3 0 49,4 2 0,-2-3 59,13-8 1,-14-3-68,-39 3 129,-2-31-51,-18 24 381,-40-26-95,12 27-218,-17-4-22,35 14-40,48 18-62,0 10-22,-5-7 0,1 3-28,5 11 0,-5 6-381,-14 11 0,-5 1-487,2-10 0,-7 0 232,-21 15 0,-8-8 0,0-21 1,-11 3-1</inkml:trace>
  <inkml:trace contextRef="#ctx0" brushRef="#br0" timeOffset="94974">21675 7369 9268,'-3'-6'9830,"1"0"-8010,2-7-1316,-13 18-56,-22 3-190,-1 12-57,6-5 1,-2-2 213,-32-3-186,24-3 46,-4-5 486,39-5-492,4-1-45,0-1-252,1 3 45,-15 25-11,3 7 5,-10 18 28,6 6 0,2 0-33,1-6-1,1-2 1,0 8 0,4-7 16,6 15-8,-1-16 0,10-3 5,28-11 1,9-10-451,19-7-135,-19-13 1,6-3 0,-8-2-1,3-7 1,11-6 0</inkml:trace>
  <inkml:trace contextRef="#ctx0" brushRef="#br0" timeOffset="95809">22116 7593 5406,'-11'0'9830,"-23"-26"-4289,28 10-4847,-12-32-492,30 21-152,2 1 287,14 7 1,4 4-338,-5 6 104,14-2 0,1 8-144,-7 39 806,2-1-772,-29 3 1,-12 5 10,-25 7 1,-9 0-9,14-9 1,-2-1-4,-14 6 0,0-4 51,3 1-11,14-17 52,-4-2 1,1-2 59,10-9 296,-2 11-274,51-26-140,6 0-16,-2 0-15,8-1 0,3-1-47,15-2-258,-5 0 0,0-1 308,-4-4 0,-21 5 0,-24 0 0</inkml:trace>
  <inkml:trace contextRef="#ctx0" brushRef="#br0" timeOffset="96792">22632 7347 18868,'-12'-3'3114,"1"2"-2991,9 3 107,-4 5 151,3 4 538,32 4-785,6-6-70,6-4 1,5-3-21,3-6 1,-3-1 39,-11 2 0,-2 0 308,25-8 17,-55 6-358,-5 3-1,-3 0-50,0 2 22,2 0-10,-2 7 38,-4 34-28,3-2 9,1 3 0,2 6-12,3 11 1,2 0-17,-1-11 0,1 1 10,1-5 0,-1 3 0,-4-3-30,-13 7 0,-4-5 25,7-11 1,-4-3-54,-25 3 1,-4-13-1194,0-24-8593,-16-18 7373,42 0 0,8 1 1,9 15-1</inkml:trace>
  <inkml:trace contextRef="#ctx0" brushRef="#br0" timeOffset="99192">19603 9058 12001,'49'-2'7528,"5"-4"-9309,1 1 1,11 0 0,-7-1 1788,-16 1 1,2 0 297,6-2 0,12 0 0,-3-1 0,-12 2-295,9-2 497,-7-2 0,9-3 0,-14 1 102,-12-2-224,1-2 1,-10-2-45,-31 2 3406,-17-9-3244,-15-1-62,6 7-56,-19 0-95,23 14-117,-3 0 100,16 2-179,14 2-44,6 0-40,35 15-22,-8 3 8,5 7 0,0 6-6,-15-1 1,-5 2 16,2 0 1,-2 1-6,-5 2 0,-4 0-261,4 21-1287,-13-12 1545,-27 9 0,10-36 0,-18 2 0</inkml:trace>
  <inkml:trace contextRef="#ctx0" brushRef="#br0" timeOffset="102309">21586 8566 15182,'-16'-16'3742,"-12"5"-3702,-3 10 116,-32 10-49,31-1 7,-1-1 1,-2 1 188,-15 3-174,-2 2-79,11-4 555,13-2-415,20-6 392,-2 0 40,9-1 157,1 0-689,0 33-12,-1 3-44,-1 25 78,-2-12 0,-1 0-45,-2 11-42,1-7 0,3 2 23,5-13 0,2-2 2,5 21-28,4-6-61,19-35-2207,24-21 2246,-9-2 0,0-1 0,15-5 0,-3-3 0</inkml:trace>
  <inkml:trace contextRef="#ctx0" brushRef="#br0" timeOffset="103231">22414 8588 20940,'-39'-22'1967,"11"5"-1771,37 17 134,33-4-224,-5-1 54,16-4 0,1-2-127,-16 4-22,-1-3 1,-8 4 32,-25 7 108,7 17-119,-6-9 152,5 27-39,-12 4-113,1-3 6,4-1 1,0 0-1,2 12-25,-1-11 0,-2 2 5,-3-2 1,-3 1-9,0 3 0,0 1 6,2 11 0,-3-1 210,-8-9 0,1-2-216,4 23-23,-16-39 1,-6-8-358,-2-7-1592,-7 1 1,-2-1 1112,-15 0 0,13-3 0,25-5 0</inkml:trace>
  <inkml:trace contextRef="#ctx0" brushRef="#br0" timeOffset="108468">2585 5640 19294,'-41'-47'2481,"-4"14"-2403,0 54-42,6 4 1,-1 4-9,6-3 0,1 1-40,-3 6 1,7 0 62,17 3 27,25-10-10,31-8-29,16-10 1,-2-3-35,-13-4 6,-26 1 40,-20 7 22,-30 26-65,8-12 0,0 2-5,-6 4 0,1 0-12,4-2 1,4 0 14,6 7-6,21-12-17,32-7-5,-2-4 16,3 1 12,-22 8 10,-36 17-21,-10 3 5,1-9 0,-3 1 2,4-1 1,1 0-9,5-3 1,3-1-34,-1 20-2823,50-23 2862,7-15 0,0-5 0,-14-6 0</inkml:trace>
  <inkml:trace contextRef="#ctx0" brushRef="#br0" timeOffset="110345">2204 12853 8388,'-8'3'9830,"2"-2"-6553,6-1-3031,-8-6-61,-18 46-196,-12 0 53,34 18 0,9 4-48,-4 1 4,18-20 0,9 5 0,-6-7 2,-8 5-10,-15 6 1,-7 11 0,-2-11 4,-9-1 2,13-7 0,1 13 0,4 0 1,4-15 7,12-4-490,-25 13 1,-12 14-1,0-17 1,-1-22-1,-24 6 1,1 1-1</inkml:trace>
  <inkml:trace contextRef="#ctx0" brushRef="#br0" timeOffset="112129">561 4398 21483,'-8'-57'1272,"-1"38"-1098,2 69-127,1 2 1,-1 7-648,2 3 1,0 1-759,1-10 0,3-2 507,4-3 1,3-9 0,1-21 0,3-4 0</inkml:trace>
  <inkml:trace contextRef="#ctx0" brushRef="#br0" timeOffset="112601">621 3948 19053,'-11'50'580,"-1"1"1,12-9 0,7-10-324,16-16 337,18-27-230,-29-5 1042,-10-34-1103,-12 25-175,-9-13-27,-14 30-196,14 17-23,-5 2-448,12 31 1,6 4 0,1-20 0,0 11 0,-1 1-1</inkml:trace>
  <inkml:trace contextRef="#ctx0" brushRef="#br0" timeOffset="113156">814 4375 13441,'2'-11'9516,"0"2"-9337,9-27 62,0 54-157,4-3-64,-12 22 1,-7 17 0,1-4-19,1-7 1,-2-2 11,-3 22 0,-1-11 1000,5-37-745,1-19 67,5-41-1842,13-13 1,3-4 1519,-11 27 0,2 1-6,6-21 1,9 7 33,6 33 0,1 8-31,11 5-28,3 11 0,-3 10-193,-22 17 0,-7 7-1977,4 3-1,-4 1 2188,-8-2 0,-4-5 0,2 1 0,-1-28 0</inkml:trace>
  <inkml:trace contextRef="#ctx0" brushRef="#br0" timeOffset="113496">1364 4116 18649,'5'-51'2167,"1"0"1,-2 7 0,0 18-2134,-4 30 27,5 34 1,2 28 0,-1-5-71,-2-16 1,0 1-419,1 7 0,2 10 0,-1 0 0,-2-8 427,-1 5 0,-1-8 0,0-10 0,-1-5 0,-1 11 0</inkml:trace>
  <inkml:trace contextRef="#ctx0" brushRef="#br0" timeOffset="113949">1390 4213 16756,'15'-47'1883,"0"0"1,0 0-1,9-3 1,6 8-1873,4 6 0,4 16 45,11 41 0,-3 21-58,-20-6 0,-5 5 1,-2 1 4,3 4 1,-2 1 0,-8 3-4,-11 8 0,-10 4 0,-11-9-3277,-14-15 0,-10-7 0,2-1 1980,1 16 1,0-7 0,-19-15 0,15-14 0,41-11 0</inkml:trace>
  <inkml:trace contextRef="#ctx0" brushRef="#br0" timeOffset="115008">2007 4258 11508,'0'-7'9830,"-3"0"-8306,4 10-1009,8-2-73,24-15-302,-1-5 14,-8-6 0,-4-4 26,0-18-12,-22-10-163,-19 26 12,-15 19 33,-15 51-58,29 2 0,3 5 2,0-8 0,4 4-17,5 3 1,5 6 0,12-8-1566,27-1 0,10-7-3328,-9 4 1,3-6 4223,16-12 1,-1-12-1,-6-13 1,-28-1-1</inkml:trace>
  <inkml:trace contextRef="#ctx0" brushRef="#br0" timeOffset="115740">2666 4096 13659,'1'-4'8559,"-25"-24"-7590,-4 17-751,-9 3 0,-1 4-156,-5 12-34,8 15 0,6 6-28,14 10 6,-1 8 41,33-14 1,9-5 97,5-9 79,1 2 0,1-9 381,5-50-398,-13 7-50,-14-5 1,-3 0-69,-4 11-100,0-1 11,-3 33 0,6 25 0,3 10-11,-1-4 0,0 1 8,2 8 0,3 6-56,-2-5 0,2 7 0,0-1 0,-4-7 48,-1 0 0,-3 0-16,6 18 1,0 7 0,-13-21-2404,-30-25 1948,7-7-2912,-1-49 0,5-15 3394,10 7 0,-8-21 0,15 42 0</inkml:trace>
  <inkml:trace contextRef="#ctx0" brushRef="#br0" timeOffset="116372">2929 4029 9918,'-7'-34'9830,"31"35"-6531,-17-23-3288,28 56 0,4 22-17,-26-26 1,-4 3 23,3 10 1,0 6 0,-6-7 87,-11 11 673,-27-58-656,32-31-95,3-15 0,8-2-65,6 20 1,6 3-348,4-7 1,5 2 383,3 9 0,-1 4 0,4-5 0,-2 11 0</inkml:trace>
  <inkml:trace contextRef="#ctx0" brushRef="#br0" timeOffset="116933">3408 4065 14437,'-14'30'8794,"16"-21"-8166,19 10-416,7-32-55,18-16-22,-18-16 198,-21 4 0,-3 0-305,0-2 14,-23 13 0,-7 11-14,-6 36-11,6 4 0,4 5-34,4 34 0,22-8 0,10 3-652,11-7 0,4-2-79,-6-6 1,3-3-769,5-9 1,0-8 1515,-1-14 0,-14-3 0,-2-3 0</inkml:trace>
  <inkml:trace contextRef="#ctx0" brushRef="#br0" timeOffset="117409">3870 3948 12018,'-8'-5'4915,"-22"15"0,0 11-3263,20 7-1310,-29 17-247,51-24 443,45-32-393,-37-2 48,5-12 1,-4-5-15,-16-6 76,-11 0 0,-2 1-216,0 9 28,-23-5 6,-12 76-67,17-25-31,10 18 1,2 13 0,8-6-71,19 8-1033,-1-13 0,4 6 1,2-9 1127,29 3 0,-1-5 0,-26-25 0</inkml:trace>
  <inkml:trace contextRef="#ctx0" brushRef="#br0" timeOffset="119274">17801 1151 29460,'-51'8'-400,"0"0"0,0 1 1,11-12-1,4 8-273,-9 32 1,1 17 0,20-5-184,46 10 601,-7-27 1,6-8 324,15-20 0,0-15 337,-13-17 1,-5-7-120,1 1 1,-4 0-839,-6-3 0,-5 4 488,-4-3 46,0 30 72,6 36-22,0 21-27,-4-4 0,0 11 1,-5 5-904,-7-2 1,-4 4-1,-2 1 1,2-3 885,5-10 0,0-1 0,0-1 0,-3 0 31,-5 8 0,-4 3 0,-2-6 0,1-15 136,-21-3-78,9-44-830,33-29 0,15-18 1,2 1 722,6-5 0,7-2-65,-3 10 1,5-5 0,2 1-1,2 4-1954,7 1 1,2 4-1,-1 3 2047,-6 5 0,-1 2 0,-1 2 0,5-5 0,-5 7 0,-7 6 0</inkml:trace>
  <inkml:trace contextRef="#ctx0" brushRef="#br0" timeOffset="120262">18095 1261 20615,'-25'-49'3104,"19"18"-3068,26 46 0,9 13-36,12 11-20,0 11 1,-8 7 36,-27-13 0,-8 0 58,0 2 1,-7-3 439,-27 7-336,11-70-190,42-19-34,15-1 1,12-1-182,1 12 0,7 2 0,-3 1 108,5-5 1,-1 0 27,-4 6 0,1 0 1,-12 4 106,-10 0 33,-4-12 118,-48 21-134,-2 6 36,-7 12 0,-3 11-1722,-8 27 1,4 6 1657,11-20 0,3 2 5,-5 25 0,18-6 84,44-31-11,12-13 106,-13-29 1,-3-9-62,7-15 204,-14 1 0,-5 1 3413,-5 11-3679,0 7-39,-9 35-14,-3 20 0,-2 8-14,0 20-491,0-3 1,1 3-3568,5-12 0,2-2 4058,-2-7 0,0-2 0,6 13 0,-5-38 0</inkml:trace>
  <inkml:trace contextRef="#ctx0" brushRef="#br0" timeOffset="120850">18886 1469 12701,'0'-5'9830,"1"2"-8239,2-35-802,-5 88-643,3-36-124,-2 26 1,-3 18-1,0-1-8,0 6 0,0 0-9,0-14 1,0 1 0,0-3 39,-1 10 0,-1-8 582,-4-4-548,-3-36-60,3-35 1,4-20 15,6-13 1,4-10-1,1 2-26,-3 16 1,1 3-1,3-4-1,2-5 1,2-4-1,3 1 1,4 11-1,14 0 1,3 10-29,-7 3 1,3 14 16,14 34 0,-2 16 9,-12 12-32,-11 14 1,-14 2 25,-20-23 0,-11-5-2237,-25 5 1,-5-5 1888,22-10 1,0-6-107,-23-18 0,8-9 1,34 4-1,-6-23 1</inkml:trace>
  <inkml:trace contextRef="#ctx0" brushRef="#br0" timeOffset="121409">19331 1007 16432,'15'-62'8502,"-3"24"-8362,-9 71 0,-3 23-96,-1-6 1,-2 5-40,-2-3 1,-1 8 0,-1 0 0,0-6 10,-2 12 1,-2-3 7,2-11 1,-3 2 0,2-12 944,-2-10-639,5-28-212,8-51-57,17-14-47,-12 27 0,5 0 19,20-14 1,6 5 11,13 7-48,3 6 1,3 9-21,7 29 17,-25 20 1,-8 9-1,-16-4 1,-8 4-872,-9 24 0,-8-1-4039,1-25 1,-3-2 3434,-4 1 1,0-5 0,1-10 0,11-13 0</inkml:trace>
  <inkml:trace contextRef="#ctx0" brushRef="#br0" timeOffset="124436">3206 7345 15165,'0'-5'3417,"4"-26"0,3-6-1966,5 6-1157,-4-6 0,0 3 36,3 18-212,-8 19 61,-3 31-148,-5-4 0,-2 6 19,-1 20 0,-1 4-33,-2 1 0,0 1-12,0-2 1,0-2 13,4-9 1,-1-2 84,1-8 0,0-3-20,-1 12 67,0-9-33,7-32-1855,-2-2 1737,0 0 0,0-2 0,1 1 0</inkml:trace>
  <inkml:trace contextRef="#ctx0" brushRef="#br0" timeOffset="125798">3982 7525 8864,'-7'-2'9444,"-58"2"-7534,19 4-1166,5-3 1,1 0 197,2 3-516,23-4-488,12 0-117,2 2 190,21 12 51,18 0-1,14 3-28,-9-13 1,3-4-9,3-7 1,0-4-26,-3 3 0,1-1-20,12-9 1,-3 0 75,-23 8 0,-4-1 100,22-11-139,-32 10 358,-61-20 23,13 11-169,-4-1 1,0 1 45,5 1-208,4 6-28,18 9-39,6 5 6,5 4-1,35 37-5,-19-18-1486,-13 13 1,-3 20 0,-3 8-1,-2-4 1,0-13 1485,-2-12 0,-1-1 0,-2 20 0,-2 15 0,-1-6 0,1-26 0,2-30 0</inkml:trace>
  <inkml:trace contextRef="#ctx0" brushRef="#br0" timeOffset="127843">5154 7300 9094,'3'-6'9830,"-6"-30"-6122,-4 26-3557,-7-22 140,-12 54 0,-11 26 1,6-4-236,-2 10 42,15-3 0,-2 17 0,9-2 0,19-21 456,50-32 1,13-7-451,-28 44 0,-2-10 88,8-55 0,3-23 0,-14 0 88,-23-16-268,0-9 133,-13 17-106,-2 38 213,-25-52-246,17 44 16,-29-35-5,30 46 45,-18-9-68,12 9 17,-10-3 12,5 8 16,-5 1-11,3 1-22,5-2 5,-1 0-6,3 0-5,-2-1-5,3 1 16,-5 1-1002,-19 8-236,10-3 1227,-20 10 0,36-13 0,-4 3 0</inkml:trace>
  <inkml:trace contextRef="#ctx0" brushRef="#br0" timeOffset="130899">3077 9031 18543,'-29'34'2772,"-6"-1"-2447,14-14 320,-3-4-169,16-16 95,-6-19-112,3-10-240,3-18-155,18 13 1,8 2-74,7 9 1,4 2-6,-4-2 0,4 8-3,11 13 0,-3 16-28,-18 23 1,-12 12-3,-10 0 0,-7 5 1,-5 3 1,-4 0 0,-5 3 0,-4 0 0,-3-3 41,2-12 1,-3 0 0,-1-2 0,-2-2 0,2-1 10,-2 2 0,1-1 0,-2-4 0,0-7 56,-11 0 0,-1-7 1,11-18 121,0-58-140,12 7-17,34 4 0,12 3-23,12 8-10,2 5-12,-16 19 6,0 1-17,7 10 33,-13 4 23,19 21-28,-18-10-109,13 10 1,9 8 0,-5-6-60,0-1 168,8 2 0,9 4 0,-12-10 0,-18-16 0,28 10 0</inkml:trace>
  <inkml:trace contextRef="#ctx0" brushRef="#br0" timeOffset="133059">3682 9391 16818,'-59'3'1475,"-1"0"0,-1 0 0,11 2-1347,27 0 1245,-3 2-1065,24-10-341,3 2 173,44 10-112,-14 0 0,4 0-3,22 2 0,2 0-11,-14-1 0,1-4-1,-1-6 0,3-5 0,-5 0-13,-7-1 0,0-2 11,22-5 1,-3-1 27,-5-1-6,-3 2 63,-22 1-24,-8 2-55,-6 1 213,-6-3-169,-6 4 57,-2-14-28,-3 5-62,-2-1 218,-8-7-84,1 11 29,-18-13 167,-14 1-313,14 9-34,-2 1 84,16 13-72,9 3-6,-8-1 83,7 2-37,6-1-58,1 1 23,12-1-22,12 5-1,9 9-16,10 12-3,-3 4 0,0 3 11,-11-7 1,-1 0 4,9 2 1,-4 4-14,-11 17 0,-9 0 0,-6 4-21,0 3 1,-2-3 3,-6-14-7589,6 11 7617,0-39 0,2 11 0,-3-22 0</inkml:trace>
  <inkml:trace contextRef="#ctx0" brushRef="#br0" timeOffset="137659">4993 9231 8388,'3'-5'9505,"-1"0"-7202,9-9-1632,-9 11-463,8-8 111,-15 20-151,-1 1 291,-10 10-285,-2-6-6,-8 4 437,-2-7-414,10-11-74,1-13 74,14-31-68,9-15-78,5 4-23,20 2-11,18 39-5,-5 10 5,18 23-11,-13 17-9,-22-12 1,-1 3 2,-2 15 1,-7 5 22,-12 5 0,-9 2-23,-8 9 0,-9 0-35,-4-15 0,-5-1 0,-3-2 22,3-6 1,-3-2-1,0-2 47,1-3 0,-1-2 0,0-3 3,-7 1 0,0-8 5,6-13 1,1-7 47,-15-11-6,7-15-16,35-20-62,32 3 5,18-1-8,-2 29 1,5 10 13,-7 11 0,2 6-272,17 9 1,1 3-751,-9 1 0,-1-1 332,10 2 1,-4-4 0,0-5-1,-7-8 1</inkml:trace>
  <inkml:trace contextRef="#ctx0" brushRef="#br0" timeOffset="140471">2673 10688 18520,'-18'1'5434,"10"-54"-5429,10 29-109,54 12 1,13 19 81,-29 31 25,-2-10 1,6 5 0,-18 1-1,-32 7 0,-16 0 67,-10 1 0,-5-4 8,10-13 0,-1-3-38,-29 10 60,49-63-77,23 8-57,6-9-14,9 34 1,3 11 8,1 13 19,0 3 1,-1 5-46,-13 1 1,-5 2 38,-3-1 1,-4 1 25,-5 9 0,-11 0-1676,-29-2 0,-8-4 1673,21-12 0,-4-4-478,-16-5 0,-10-6 0,5-7 481,7-15 0,3-4 0,-3 8 0,2-1 0,-11-15 0</inkml:trace>
  <inkml:trace contextRef="#ctx0" brushRef="#br0" timeOffset="141780">3432 11024 21086,'-45'-9'1457,"13"2"-550,46 6-745,13-3-89,29-2-34,-22 0 0,3-1-11,23-2 0,5 0-17,-20 2 0,2 1 1,1-2-1,2 0 0,3-1 0,0 0 1,-5 1 4,14-3 1,-5 1 271,10-6 1,-12 0-132,-32 4-79,-9-3 118,-47-6-151,8 8 28,-34-13 112,0 11-84,26 8 0,-1 0 39,-1 0 0,3 1 134,-7-1-139,20 1-113,16 2-5,4 4 5,15-3 12,45 4-51,0 8 0,-12 2 1,-1 5-1,5 15 45,-17 17 0,-7 6-48,-17-21 1,-5 3-1360,-5 14 0,-5 8 0,-3-7 214,-3-10 0,-4-3 1165,-11 16 0,1-6 0,9-20 0,3-7 0</inkml:trace>
  <inkml:trace contextRef="#ctx0" brushRef="#br0" timeOffset="144892">5112 10760 18246,'-6'-56'1383,"0"-1"1,0 5 0,2 6-841,8 5-67,-1 9-145,1 13-567,-2 10 197,-2 8 90,2 13 21,2 18-38,-2 14 0,0 5-18,0-11 1,0 1 7,-1 6 0,0 5 1,0-7-8,0 17 47,0-16 1,-1 0 91,-6 2-88,2-2-12,-2-17-40,3-19-637,3-2-4533,-2 1 5154,0 2 0,1-2 0,0-3 0</inkml:trace>
  <inkml:trace contextRef="#ctx0" brushRef="#br0" timeOffset="146698">2508 11791 10254,'0'-4'8962,"1"1"-6219,-3-28-2467,2 22-209,-2-23 39,-3 46-78,1 0 17,-13 36-51,6 10 9,4-25 0,2 1 2,4 10 1,3-3 5,1-3 29,31-6-10,-7-46 1,2-10-12,3 6 1,1-2 39,10-14 0,-2-3 61,-15 10 1,-2 1-104,15-16-29,-17 13 91,-12 47-62,-5-3 25,-7 24 0,-4 5-42,-1 0 5,-3 5 1,0 3 10,4-15 1,0-2-5,-3 25 27,1-9-11,5-43-28,28-22 0,-18 7 0,18-11 0</inkml:trace>
  <inkml:trace contextRef="#ctx0" brushRef="#br0" timeOffset="147876">3500 11993 15995,'-53'13'2162,"0"0"0,7 0 0,11-4-2078,24-9 34,12 2-3961,50-3 3865,-25 0 92,12-3 0,18-2 0,2-2 0,-10 2-109,-8 0 1,0 1-16,20-4 1,9-1 0,-12 3-19,-1 2 112,-9-2-16,-22 0 3213,-7-3-3079,-9-2 569,-6-1-731,-4-2 44,-3-11-6,-3 4 146,-25-30-174,11 24 54,-3 2 0,-4 0 226,-18-1-319,9 5 6,-17 10 11,36 15 0,-6 0-67,19-1-6,5 0 118,18 10-68,-6-3-33,29 15 25,-4-2 1,1 0-9,4 3 11,-7-6 0,-1 4 2,-10 5 1,-4 0-8,-2-4-12,11 18 0,-1 1-17,-14-14 34,8 27 28,-20-24-240,-22 21-365,2-22 577,-4-3 0,0-4 0,9-10 0,-9 5 0</inkml:trace>
  <inkml:trace contextRef="#ctx0" brushRef="#br0" timeOffset="151542">4993 11926 20190,'2'-38'879,"0"-1"1,0 1-1,0 7-420,-1 13-50,0 1-235,-1 8-152,0 6-218,0 3 297,2 23-23,-2 15-64,-1-7 0,0 4 3,-2 10 0,-1 1 2,1-2 1,1-2-23,-2-2 1,1-2 13,2 10 101,0-13 0,-1-12-79,0 3-10,-1-8 10,3-11-122,0 0-2942,-1-2 3031,-2 0 0,1-1 0,1-2 0</inkml:trace>
  <inkml:trace contextRef="#ctx0" brushRef="#br0" timeOffset="153425">2675 12637 11043,'15'5'6716,"-3"3"-5299,-11 2 302,-30 19-1567,7-8 322,-15-1 0,-10 4 1,7-1-475,-1 12 16,7 2 1,-5 9 0,14-7-28,21-3 240,3 6 1,4-14-207,1-33-7,24-13 1,5-1-11,-12 8-15,34 0 1,2 10-3,-26 16 16,9 7 1,-4 7 0,-21 28 10,-3-4-5,-14-2 1,-5-3 27,-2-16 28,-18 7 0,-6-5-39,2-22-3,-12 2 1,0-2-26,14-6 0,-5-11 0,2-2 0,17 3 0,-14-18 0</inkml:trace>
  <inkml:trace contextRef="#ctx0" brushRef="#br0" timeOffset="154710">3778 12970 13956,'-56'6'3157,"0"-1"0,2-2 0,20 2-3129,35 0 40,8-2 13,33 3 0,12-1-70,-19-2 0,5-1 0,4-4 0,10-1 1,0-1-1,-9 1-8,-1-1 0,-3-2 30,24-9 1,-9-1 22,-35 5 325,-43-35-213,-13 24 126,-7-5 0,-1 1 53,3 7-268,37 0-107,35 23 17,29 8 30,-25 29 1,-6 5-26,-2-5-65,-15-1 0,-3 8 0,-7-5-1441,-26 18-2476,11-20 0,-2-2 3988,-17 6 0,15-27 0,10-13 0</inkml:trace>
  <inkml:trace contextRef="#ctx0" brushRef="#br0" timeOffset="156335">4975 13074 11413,'-3'-6'4915,"-1"-24"0,0-5-3627,2 6-756,-2-11 0,2 1 84,3 16-515,-1 6-101,1 11 17,0 8 123,1 7 179,2 35-162,-4 15-68,-5-10 1,-3 9 0,1-4-60,2-6 1,-1-1-14,-6 17 0,1-4 353,8 3-263,2-46-85,0 17-5366,2-32 5344,3-2 0,0-1 0,-1 0 0</inkml:trace>
  <inkml:trace contextRef="#ctx0" brushRef="#br0" timeOffset="167820">9566 8544 7727,'2'-3'9136,"-1"0"-6839,5-23-1110,-10 8-571,2-21-163,-12 15-106,-5 4-139,-9 6-124,-16 9-51,-14 20-5,24-1 1,0 5-29,-2 8 0,3 4-23,2 4 0,4 3 6,4 3 1,4 2 18,5 0 1,5 0-6,7 0 1,5-2-18,4-6 1,5-4 97,22 10 80,10-34 38,6-32-28,-23 0 0,0-5 8,1-6 0,-1-3 3,0-2 1,0-1-63,-2 3 1,-2 1-68,-3 8 1,-2 3-6,7-8 5,-13 20-72,-8 19 38,-8 26 18,-9 30-12,1-15 1,-4 4-1,-7 10 1,-4 2-200,6-16 0,-1 1 0,-1 1 173,0 0 0,-1-1 1,1 1 6,1-1 1,1 0 0,1-1 1,-5 16 1,4-3-12,7-9 1,4-3-6,4-10 0,6-4 44,14 7-16,19-26-297,29-30-541,-19-1 1,3-4-2080,-6 1 1,2-2-1,-2 1 2417,8-4 1,-3 1-1,-9 5 1,-8 4 0,-17 10-1</inkml:trace>
  <inkml:trace contextRef="#ctx0" brushRef="#br0" timeOffset="168310">10226 8689 9072,'-4'0'8620,"0"0"-7495,4 0 1676,-17 0-2782,44-10 1,15-3-154,-3 3-223,3 1 1,10-2-1,-4 4 357,2 5 0,-3 2 0,-11-1 0,-2 1 0,9 3 0</inkml:trace>
  <inkml:trace contextRef="#ctx0" brushRef="#br0" timeOffset="168776">10238 9027 7800,'-3'0'9830,"-28"9"-7746,22-7-1210,-19 7-194,62-19 0,21-4-618,8 3-53,-19 1 0,6-2 1,-5 3-10,-6 5 0,-5 3 0,12-4 0,-23 7 0</inkml:trace>
  <inkml:trace contextRef="#ctx0" brushRef="#br0" timeOffset="170257">11908 8495 16303,'-48'4'892,"-1"1"0,1 0 0,9-5 0,1 1-640,-12 7 0,-5 3 0,13-3-84,11-5 89,-20-3-257,46 0 17,-11 7 22,4 9 22,-9 25 1,-1 11 111,10-12 1,3 3 0,-3 1-17,-4 9 0,-3 1 0,4 1 52,3 5 0,2 0 1,5-3 5,7 0 1,2-3-118,-4-4 0,4-5-20,23 3 185,-13-21-72,6-9-180,-5-8 112,18 3-22,-14-11-34,29-8-78,-3-6-1378,3-6 0,0-3-8442,9-3 8722,-21 8 1,-4 1 0,-15 7 0,-13 5-1</inkml:trace>
  <inkml:trace contextRef="#ctx0" brushRef="#br0" timeOffset="171293">12485 8743 18453,'3'-57'1456,"0"-1"1,-3 17 0,2 4-690,7-1-549,-6 45-167,2-5 49,-2 26 63,-2 20 2,-4 3 0,-2 4-104,1-8 1,-2-1-42,1 5 0,-3 0 55,-1-8 1,0-3 41,-5 22 118,0-4 1,1-1-149,5-21 0,0-3-65,0 2 1,0-4 111,5-8 157,2-18-263,1 3-28,3-17 0,-3 7 0,2-6 0</inkml:trace>
  <inkml:trace contextRef="#ctx0" brushRef="#br0" timeOffset="187254">5650 8854 15311,'5'-38'2649,"-8"13"-1893,-24 48-228,-19 20-372,15-10 1,-2 3-14,-7 6 0,-1 2 13,-3 3 1,-1 1-164,13-15 1,1 0-1,-1 0 87,1 1 0,0 1 1,-1-1-35,0 1 1,-1 1 0,1-1 33,-2 2 0,0 0 1,0-1 19,2-2 1,-1-1 0,1 0 16,-12 12 1,1-1-23,6-7 1,1-2-4,5-4 0,1-2 4,1-3 0,1 0-52,4-2 1,0-1 39,-16 15 373,11-11-429,11-10-28,19-25 0,0 5 0,11-13 0</inkml:trace>
  <inkml:trace contextRef="#ctx0" brushRef="#br0" timeOffset="188371">6084 8890 7934,'-1'-8'9830,"4"-53"-7606,-2 40-1415,2-18 1,0-1 501,-1 18-1082,0-2-66,1 14-130,-3 48 71,-2-1 0,-2 5-57,-2 13 1,-1 4 8,2-10 0,1 2 0,-1-2 67,0 9 0,1-3-73,2-13 1,0-3 184,3 18-67,-4-39-2201,-1-3 2033,-1-14 0,4-4 0,-1-1 0</inkml:trace>
  <inkml:trace contextRef="#ctx0" brushRef="#br0" timeOffset="238254">9104 10293 19008,'-2'-8'2436,"14"20"-2257,9 11 1,2 6-110,5 15 0,-1 5-52,-9-9 1,-1 1 0,-3 2-27,-2 3 1,-4 2-1,-4-1 23,-5-1 0,-4-1 0,-4-3 198,-9 14 0,-5-7 218,0-13 1,-2-14 105,-8-35-400,31-27 1,11-12-105,2-2 1,4-2-137,2 6 0,4-2 1,1 3-57,-1 8 0,2 3 1,1 1-3441,16-15 1,0 5 3598,-10 15 0,-3 6 0,13 0 0,-30 23 0</inkml:trace>
  <inkml:trace contextRef="#ctx0" brushRef="#br0" timeOffset="239587">9801 10571 13105,'-1'-5'7236,"0"2"-6687,1-7-152,-2 17 303,-7 16-464,3 31-168,5 1 150,22-5 241,10-35-156,11-16-121,-13-21 0,-1-7-1800,-5 0 0,-3-2 1657,4-4 1,-3-2 74,-7 2 1,-8 1 42,-18-13-157,-13 0-45,-4 18-72,-5 16-40,5 24 112,1 10 14,7 4 1,0 5 35,5-1 1,1 3 1670,-3 11 1,5 3-1722,8 4 0,5 0 31,1-10 0,8 0-104,23 11 1,6-6 89,1-12 22,1-21 0,9-5 1,-5-8 125,-11-14 1,-2-6-60,17 2 1,-2-3-3,-22-2 0,-6-5 184,-6-17 1,-6-2 64,4-15 91,-7 17 1,0-6 0,-1 8-283,-1-4-318,-1-14 167,-2 61 59,20 36 1,10 21-60,-3-1 34,-20-3 0,-5 18 0,-2 0 0,1-15 0,3-20 0,-3-3 0,-15 18 0,0 0 0,1 0 0</inkml:trace>
  <inkml:trace contextRef="#ctx0" brushRef="#br0" timeOffset="240458">11018 10381 9402,'-41'4'983,"70"-10"0,39-7 0,5-2 0,-24 4 0,-29 5 0,37-6 0,1 1 0,0-1 0,-1 1 0</inkml:trace>
  <inkml:trace contextRef="#ctx0" brushRef="#br0" timeOffset="240794">11062 10717 20201,'42'-7'122,"1"0"1,10-4-1,4-2 1,-7 1-1,12-4 1,-7 1 0,0 0-1</inkml:trace>
  <inkml:trace contextRef="#ctx0" brushRef="#br0" timeOffset="242069">12783 10039 7912,'-7'-2'9830,"-46"18"-8026,-10 2-1435,9-3 1,-1-1-37,17-5 0,2-2-75,-21 2-129,31-9 16,15 0-150,1-1 201,1 31-34,7 1 31,-1 5 1,-2 7 8,-4 14 0,-2 5-141,3-19 1,1 1-1,-1 0-20,-1 3 0,1 1 1,1-1 8,0 15 0,3-6-30,6-21 0,2-3 120,8 16 22,7-33-145,12-17-129,11-8 78,-1 0-386,15-8 230,-29 9-707,4-4 1,4-2 896,6-2 0,-1 1 0,13-6 0,-20 9 0,-1 0 0</inkml:trace>
  <inkml:trace contextRef="#ctx0" brushRef="#br0" timeOffset="243091">13307 10331 14269,'1'-4'3834,"5"-27"0,0-5-2988,-3 14-577,4-13 0,-2 3-219,-4 25 180,0 39-40,-5 10-53,-1 8 1,0 8-35,-1-2 1,0 1-59,1-1 0,0 2 132,1-13 0,1 1 1,0-5 62,-1 19-212,1-24 0,0-4 101,-4-8-67,5-15-79,-1 3-9814,2-5 7910,1-3 0,0 1 0,0-5 0</inkml:trace>
  <inkml:trace contextRef="#ctx0" brushRef="#br0" timeOffset="267352">13864 9987 10175,'-6'0'9494,"1"0"-7954,-24-10-598,22 7-550,-21-7-146,43 9-106,20 0-73,18-1-78,8 2 33,-9 4-44,-15 4 16,-11 7 12,-6 5 39,-5 6 50,-6 6-11,-5 0 17,-3 6-23,4 6-16,4 10-43,-2-22 1,1 1-12,2 4 1,0 0-18,-1 2 1,-1 0 16,0 2 1,-4 1 7,-3-1 1,-3 0-6,0 0 1,0-1-18,0-2 1,3-3 5,10 26 39,1-11 50,-17-14-206,-45 0 117,1-21 0,-2-3 0,18-2 0,1-2 0,-4-2 0,1 1 0</inkml:trace>
  <inkml:trace contextRef="#ctx0" brushRef="#br0" timeOffset="272688">19007 2921 17568,'23'-45'2219,"-6"12"-2146,-20 52 44,0 19 0,-2-5 1,-1 4 50,-1 9 0,-1 4-126,-5 7 0,0 3-29,4-16 0,-1 1 0,1 1-8,0 1 1,2 0 0,0 0 1,1 0 1,2 0 0,0 0-117,2 0 1,0-1-1,0 1 68,-2 0 0,-1 0 0,-1-1-4,-2 1 0,-2-1 1,-1 0 30,-2 1 1,-1-1 0,-1 1 2,-1 4 0,-2 0 0,1-1 11,3-8 0,1-1 0,0 1 20,-3 7 1,1 3-1,-1-2-16,2-5 0,0 0 0,-1 0-12,-2 7 1,-1 1-1,0 1 11,-2 8 1,-1 0 0,2 0 0,2-10 0,1-1 0,0 2 3,-2 6 1,1 2-1,0-2-7,4-10 0,1-1 0,0 0 5,0 4 1,-1 1 0,1-1-5,1 1 1,0-1 0,1 0-6,0 1 1,0-1-1,1 0 7,-1-1 1,-1 0 0,1-1-2,0 0 0,-1 0 0,1-1 5,0-2 1,1 0-1,0-1-15,0-1 1,2-1 0,0 2 10,0 5 1,1 0 0,0 0 14,0-7 1,1-1 0,-2 2-14,-2 10 1,-1 2 0,-1 1 19,0-9 0,-2 1 1,0 0-1,1-2-14,-2 2 0,1-2 0,0 3-10,-1 0 1,-1 5-1,0 0 1,0-2 14,1-5 1,0-1 0,0 0 0,1-2-15,-2 6 0,2-1 0,-3 3-150,1-1 0,-3 4 0,1 0 0,0-5 178,1-4 0,0-3 0,0 2-14,-3 9 1,0 3 0,0 0-4,2-1 0,-1 1 1,2-3-7,4-12 1,1-1-1,0-1 15,-4 22 1,3-4-1,4-21 1,0-4 55,-8 28-28,5-20 245,3-18-48,4-13 1490,3-8-1200,-1-7-486,-15-12-12,-21-9-20,6 4 1,-1-1-3,3 3 0,0-3 61,-7-11 1,4-1 83,1-9 280,3-9-470,21 33-252,5 10 264,3 22 55,13 39-17,3 8-22,1-11 0,6 1 17,8-7 0,6-4-1,-3-6 1,9-7-902,6-19 0,11-8 0,2-4 1,-10 0-1550,1 1 0,-2-4 2434,-2-4 0,8-3 0,-4-1 0,-15 4 0,-9 0 0,-1 0 0</inkml:trace>
  <inkml:trace contextRef="#ctx0" brushRef="#br0" timeOffset="275427">8897 11724 7582,'-59'-17'1404,"0"0"0,0 0 0,0 0 1,-3-4-1,-1-3 0,3 0 1,6 1 167,10 2 0,4 1 0,2-1-1589,-14-9 0,5 5-84,-4 13 134,73 12 1,33 6 0,17 2 0,3 0 0,-13-1-40,-4 0 0,-5 0 1,11-2-264,-16-5 1,9 0 0,6-1 0,5-2 0,2 0 0,0 0 0,-2-1 0,-4-1 0,-6 1 0,-9 0 242,7-1 1,-11-1 0,0-1 0,8-1-127,2-1 1,11-2 0,5-1 0,3-1 0,-2-1 0,-5 2-1,-8 2 1,-13 1-129,5 0 0,-5 0-196,11-2 0,13-2 0,-12 0 0,-33 6 386,-39 7 111,-23 4 0,-19 4 0,-5 2 0,8-2 12,-1-1 1,-5 1-30,13-1 1,-12 1 0,-5 1-1,-3 0 1,1 1 0,5-2-1,9-2 82,-6 1 0,8-1 0,-7 0 65,-1 0 0,-9 1 1,-5 1-1,1-1 0,4 0 1,10-2 391,3 1 0,8-2 1,-7 0-335,-7 2 1,-10 0-1,-2 0 1,6 0-1,14-1-178,11-1 0,3 0-149,-22 1 0,-6 1 1,29 0 352,34-3-216,18-2 0,24-2 1,20-3-1,13-1 0,8-2 1,3 0-1,-4 1 0,-7 0 1,-15 2-58,5 0 0,-11 0 0,2 1 0,12-2-138,-16 2 0,8-1 0,7-1 0,4 0 0,4-1 0,0 0 0,0 1 0,-2-1 0,-4 1 0,-6 0 0,-8 1 0,-9 1 127,12-1 1,-13 1-1,5-1-83,4-2 0,7-1 0,1-1 0,-6 0 0,-11 2 48,13-3-193,5-3 0,-21 5 283,-64 13 93,-17-1 0,-20 1 1,-7 0-1,4 0-35,5 1 1,2 0-1,-3 1 1,-3-1-221,9-1 1,-3 0 0,-2 0-1,-1 0 1,2 0 0,1 0 241,-5 1 0,1 1 0,1 0 1,3-1-1,4 1-15,-6 0 0,6 1 0,-4 0-320,-2 2 1,-5 1 0,3-1 0,8-1 279,6 0 0,3-1 257,-26 5 1,14-2-172,43-10-38,3-1-6,62-9-48,-1 1 0,9-2-14,-1 0 0,6 0 1,2 0 172,-9 1 1,0 1 0,3-1-1,3 0-180,-10 1 1,3 0 0,2-1 0,-1 1-1,-2 0 1,-5 0 691,2 0 0,-4 1 1,-2 0-1,3-1-696,12-2 0,3 0 0,-2-1 0,-8 1 28,2-5 0,-7 1-70,-6 3 0,-3 0-580,-2 2 1,-7 1 0,-19 5-1,-9 5 1</inkml:trace>
  <inkml:trace contextRef="#ctx0" brushRef="#br0" timeOffset="375808">16688 7710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C3BD-166F-8637-BCA9-0FEE6DC7F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028BE-F2A0-D2B5-108B-C94148E78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A5E1D-079E-FF1B-FCE6-AE7A41EB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47097-C39A-0ACE-C740-9437E73FB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F4D3D-DD43-33F8-BBC2-1A56A755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9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2F2A-2A7A-6941-74CD-485917B0B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7B9C-D04A-3BBA-9D61-B91593115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8014E-9D29-AE8A-B552-216EE3C9C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F23DB-4CBF-8F80-BC98-83EA066A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F3B53-628D-992D-ED1E-F00ED472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9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80D4A-93E1-3B78-9FC6-96F09F97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0BA01-C83F-4C89-0FC6-94D07FF1A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16831-7806-DD49-4EFB-CD28C8A5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75456-4E87-1CF7-7B3E-CBA5509B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C58A8-3EB6-0C75-DC54-782E6A91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84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6462-E719-EF38-21BF-5A3C20397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26662-E97C-B461-55B4-B8D81084A0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C5D61-FA3E-ADD9-4F2C-E5942F013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D332D-616C-40D2-C08E-13D196C5C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AFF04-A6E7-71DA-846B-9B116E31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63ACF-B473-59D2-37C8-A9ACCC75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8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860E-DFE2-2F9D-F88D-1A9AC0763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9FF57-1FAC-4DEB-F71B-7798D941F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5BC5B-FEB9-0C6E-A1ED-3008BACE9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73E49-8BD7-856C-81E0-0EB67EFA0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708E6-6DA0-819F-C73D-FC75F6932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3906C7-8204-43A4-699D-29A3D40F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BEE49-67CC-1EBE-BF0B-CA13EE76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D52169-972F-C39B-7F65-FC2CC21A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5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EE141-1B48-1C53-0317-1EEB6883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4D7F1-7934-4CFF-CEE5-491BF665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AD7E6-A0B1-AF7A-1E4D-D9B59F0A4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F0082-BB7C-80E9-E699-D72124CF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80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63BEC-9CA7-FCA3-D195-BE682A1A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EF8AAC-CBCD-5975-1D19-2E459159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3C54A-813B-7053-BF77-7428536C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5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6467D-1B18-13A1-BFBC-F8C0DCC7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0270A-1330-C3DF-9D21-899A4936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4F86A-774A-EFBA-D872-10C86967B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C8DA3-E1C7-2221-6260-DA6B9A081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7C03C-335E-0D06-11CF-3A038DB1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35B0E-1A80-05A2-A900-A324B940F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CA1E-A783-E2B7-70C6-91628B583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0F1CDF-F5C4-9F65-D14F-288F1298D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C74E3-2D5B-1A2B-D5EB-F2C9A6887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D459C-AE5D-6872-7535-26E97C12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694BA-89EA-2D73-C7AA-F2D588B6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FEDEB-12B5-3453-523B-D8D7AFD9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71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7A56E-C756-CAD0-9C47-E700D17F6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8F80A-03E1-5DF3-4DA4-11259E706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D52CF-60FD-9AA3-B1FC-9B9560AD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4CEE7-81D1-B34B-32C9-D08DB926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13D6F-A7F7-D6E0-C87E-A1797582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AD8637-247B-DF5D-7D87-06A2B74E9E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82542-8732-913D-D6A8-C2FFA1723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B0E21-7749-390E-055D-011935C1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683A8-DEFF-CD15-CE7B-7C5500D0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BBB06-07FD-72F2-47A9-C7D863B1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32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833BB-D21B-D92B-CE9B-48F8CE6C0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FB7C-6AED-15FF-829E-3740C22C0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12D4-5042-82E4-B4E2-F03F0E162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D359EB-FD70-4A40-9769-0C24A3A205A9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36C4C-35DD-636D-832B-81F7F3853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A3E0D-7246-5F9A-C008-8DC537E63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42780-3CF9-9B4A-B5DC-E34EC57F5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63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51603-DD9E-7913-E994-31D0A12DFB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0970AC2-9AC3-71A7-4EFF-14C0BCD0965C}"/>
                  </a:ext>
                </a:extLst>
              </p14:cNvPr>
              <p14:cNvContentPartPr/>
              <p14:nvPr/>
            </p14:nvContentPartPr>
            <p14:xfrm>
              <a:off x="16920" y="603000"/>
              <a:ext cx="9259200" cy="1393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0970AC2-9AC3-71A7-4EFF-14C0BCD096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60" y="593640"/>
                <a:ext cx="9277920" cy="14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0075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E21A5-E024-2737-F852-9B39BDD2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135FB8-CD25-95BC-B4B3-8FD38B1A0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137F2-DFF6-13C8-5DEB-5B8E167DC0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713C3F-5A4F-69C2-E64B-9233E3ED1384}"/>
                  </a:ext>
                </a:extLst>
              </p14:cNvPr>
              <p14:cNvContentPartPr/>
              <p14:nvPr/>
            </p14:nvContentPartPr>
            <p14:xfrm>
              <a:off x="36360" y="466200"/>
              <a:ext cx="6999120" cy="4978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713C3F-5A4F-69C2-E64B-9233E3ED13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00" y="456840"/>
                <a:ext cx="7017840" cy="499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353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F087A-F95D-E97F-8068-6B071689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541929-392A-425B-7D91-372D26F5B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72B6B7-0919-2BF5-34AD-02D0065F50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499807B-E488-D6BC-0C98-F8DAEBEC42BD}"/>
                  </a:ext>
                </a:extLst>
              </p14:cNvPr>
              <p14:cNvContentPartPr/>
              <p14:nvPr/>
            </p14:nvContentPartPr>
            <p14:xfrm>
              <a:off x="59040" y="315360"/>
              <a:ext cx="11365560" cy="559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499807B-E488-D6BC-0C98-F8DAEBEC42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80" y="306000"/>
                <a:ext cx="11384280" cy="561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445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C8F21-A2FC-037E-E4F1-149F2480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B6C533E-DBE1-435D-D7D6-8D14B2726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A8D8A-8A0E-F6EA-C0FE-7C652C222D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3AE4BE-9785-8DAB-B4A0-FC0A2AB95727}"/>
                  </a:ext>
                </a:extLst>
              </p14:cNvPr>
              <p14:cNvContentPartPr/>
              <p14:nvPr/>
            </p14:nvContentPartPr>
            <p14:xfrm>
              <a:off x="518760" y="71640"/>
              <a:ext cx="9278640" cy="6660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3AE4BE-9785-8DAB-B4A0-FC0A2AB957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400" y="62280"/>
                <a:ext cx="9297360" cy="667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9148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AA6DA-D88C-90A6-51CC-371BB2C3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AC4B238-A917-1F2B-78DC-EF7E5BBFD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C21FC-9761-59A2-9F53-64A194685E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F67560-B780-1F3A-4A2F-864A92F74B57}"/>
                  </a:ext>
                </a:extLst>
              </p14:cNvPr>
              <p14:cNvContentPartPr/>
              <p14:nvPr/>
            </p14:nvContentPartPr>
            <p14:xfrm>
              <a:off x="183240" y="326520"/>
              <a:ext cx="8397720" cy="4714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F67560-B780-1F3A-4A2F-864A92F74B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880" y="317160"/>
                <a:ext cx="8416440" cy="473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1141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2026-04-18T13:30:39Z</dcterms:created>
  <dcterms:modified xsi:type="dcterms:W3CDTF">2026-04-18T14:47:44Z</dcterms:modified>
</cp:coreProperties>
</file>