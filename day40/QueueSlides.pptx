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3:37:46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 5018 9498,'-59'-1'2083,"0"-1"1,7 0-1,4 2-1604,8 1 0,3 2-59,-21 3-336,10 4-179,16 0 50,15-1 185,16 5 118,17-3 61,23 6-168,-5-10 0,3-1-430,-1-1 0,2-1 333,2-1 0,5-2 0,3 1-647,-2-2 0,2 1 0,2-1 0,1 0 594,3 0 1,1 0-1,1 0 1,3-1-437,-2 1 0,3-1 0,1-1 1,-1 1-1,-4 0 433,-3-1 1,-4 1 0,1-1-1,4-1 11,1 0 0,4 0 1,2-2-1,2 1 1,-2-1-1,-3 1-322,2-1 0,-3 0 1,-1-1-1,1 1 1,2-1 317,-3 1 1,1 0-1,0 0 1,2 0 0,1-1-1,2 0-110,-4 0 0,3-1 0,1 0 0,1 0 0,1 0 0,-1 0 1,-2 0-1,-2 1 109,-4 0 0,-2 0 0,-1 0 0,-1 0 0,2 0 0,2 0 0,4-1-14,-4 1 0,4-1 0,3 0 0,1 0 0,3 0 0,-1-1 0,1 1 1,-2-1-1,-2 1 0,-3 1 0,-3-1 16,6 0 0,-3 1 1,-2-1-1,-2 1 1,0 0-1,1 0 1,1-1-11,-1 1 1,1-1 0,0 0 0,0 1-1,1-1 1,0 0 0,-1 1 0,0-1 11,-1 1 0,1 0 1,0 0-1,-1 0 1,0-1-1,0 2 1,-1-1-1,-1 0-40,3 0 1,-3 0 0,0 1 0,-1 0-1,2-1 1,1 1 0,3-1-206,0 0 1,2 0-1,2 0 1,1 0 0,1 0-1,-1 0 1,1 0-1,-3 0 1,-1 1 236,1 0 0,-1 0 0,1 1 0,-2-1 0,-1 1 0,-2 0 0,-2 0 0,-4 1 0,18-2 0,-6 0 0,-3 1 0,0 0 0,-6 1 0,-1-1 0,0 1 0,0 0 0</inkml:trace>
  <inkml:trace contextRef="#ctx0" brushRef="#br0" timeOffset="829">1447 5309 18379,'2'-61'1255,"1"1"0,-2 9 0,1 7 2,3 10-611,-4 17-370,2-3-285,-2 12-156,2 8 493,1 3-755,12 23 73,1 9 213,-3-4 1,1 3-429,-2 5 0,0 2 478,1 9 0,-2 1 3,-2-9 1,0 4 91,-2 6 1,-1 5-1,0-1-752,-2-11 0,-2-1 1,1 3 806,0 3 0,0 3 0,0 2 0,0-2 35,-1-4 0,0-1 0,-1 0 0,1 1-42,-1 2 1,1 0 0,-1 1 0,1 0-556,-1 2 0,1 1 0,-1 0 0,1 0 489,-1 3 0,0-1 0,1 1 1,-1 0-415,0 3 1,0 0-1,0 0 1,0 1 383,0 1 1,0 0 0,1 0 0,-1 1-35,0-12 0,0 0 0,0 0 0,0 0 0,1 1-45,-1 1 1,1 0-1,-1 1 1,1-2-1,0-2-55,0 3 1,0-3 0,0 1-1,0 3-707,-1-2 0,1 3 1,0 3-1,0 0 0,-1-3 1,1-5 781,0 1 0,-1-5 1,0-1-1,1 2 1,-1 7-1,1 3 1,-1-3-1,0-8 0,0-6 1,0-1-1</inkml:trace>
  <inkml:trace contextRef="#ctx0" brushRef="#br0" timeOffset="1647">8573 4644 8797,'1'-3'5612,"1"0"-973,-2 3-4057,27-18 23,-14 20-331,19-14 460,-17 38-258,-6 1-16,1 19-91,-6 4-122,-3 10-529,-1-26 1,-1 2 373,-1 3 1,0 1-46,0-7 1,-1 3 75,-3 25 0,0 3-76,0-14 1,0 1-474,1-2 1,0 5 0,0-2 455,1-4 0,0 0 0,0 0-545,1 4 0,1 2 0,0 0 535,0 4 1,0 2-1,1 0-3,0-11 0,1 1 0,-1-1 0,1-1-8,0 5 0,0-2 1,0 4-5,1-7 1,1 4-1,0 2 1,1-1 0,-1-3-13,0-1 0,0-3 0,0 0 0,0 4-426,0 3 0,1 4 1,0 2-1,-1-1 1,0-2 156,0 5 0,0-1 0,-1-1 1,-1 0-1155,-1 2 0,0 0 0,-2 0 1,1-2 1287,-1-6 0,0 0 0,-1-3 0,1-3 0,-3 20 1,1-8-1,0-25 0,0 1 0</inkml:trace>
  <inkml:trace contextRef="#ctx0" brushRef="#br0" timeOffset="3275">1561 8615 10136,'-2'-5'6772,"1"1"-4028,1 4-2464,-4-48-352,3 37-46,-4-35 152,5 55 22,0 9 0,0 13 44,0 12 18,0 11-12,0 9-433,0-28 1,0 0 362,1 2 1,0-1 13,0 0 1,0 0-152,1-1 0,-1-1 151,0-1 1,0-2 10,0 27 56,-1-9-16,0-8-23,0-7-61,0-11 727,1 1-677,2-13 441,4 2-250,6-10 12,12-3-158,16-8-95,-11 2 0,4-1-1,7-2 1,4-1-763,8-1 1,3 0 750,-15 3 1,1 1 0,2-1 3,14-2 1,2 0-1,-2 0 0,4 0 0,0 0-9,-3 1 0,5-2 0,-5 2 2,5-1 1,-4 2-3,1-2 0,2 1-14,-4 1 1,4 1 0,-4 0 7,4 0 1,0 1 5,-4 0 0,4 0 0,-2 1-2,-10 1 0,-3 1 1,1 0-1,-1-1 0,0 1 0,1 0 4,-1 0 0,0 0 0,0-1 9,-2 1 0,1-1 0,-1 0 0,1 0 1,0 1-1,0-2-531,2 1 1,0-1 0,-2 0 525,11-1 0,2 0 3,-13 1 1,4-1 0,1 1 0,-2 0 1,2 0 0,-2 0 0,4-1-530,1 1 1,4-1 0,1 0 0,-2 0 526,-8 1 0,-1-1 1,0 1-1,0 0 2,1 0 0,0-1 0,0 1 0,-3 0-195,5-1 1,-3 1-1,3-1 193,2 0 1,4-1-1,0 1 1,-4-1-42,-2 1 0,-3 0 0,3 0 42,1-1 1,3 0 0,1 0 0,-2 0 3,3-2 0,-1 1 0,-2 0-6,0 0 1,0-1-1,-2 1 2,0-1 1,-1 1-1,-2 0 2,8-1 1,0-1 50,-5 2 0,2 0 1,-3 0-52,2 0 0,0 1-4,-4-1 1,3 1-1,-3 0 667,8 0 1,-4 1-675,-2 0 0,-3 1 5,-13 2 1,-1-1-6,3 1 0,-2 0 614,19-3-612,-14 2 1,1 0 0,-8 0 0,-1 0 2,5-2 1,-1 0-1257,18-5 1251,-13 1 926,16-6-938,-20 5 12,18-4-11,-9 3 6,-11 4-23,-5 2 0,2 0-6,14-2 31,-12 3 0,0-1 20,19-2 0,-6 1 573,-7 1-562,-7 0 11,-8 1 133,-7 1-172,-5 1 3392,-1 0-3404,3-1 24,-2 0-12,0 0-17,1-1-39,1 1-90,7-3-139,0 1-293,1 0-844,-6 0-8409,-4-1 7828,-6 3 0,-5 0 0,-2 3 0</inkml:trace>
  <inkml:trace contextRef="#ctx0" brushRef="#br0" timeOffset="3709">8532 7717 22884,'-3'-37'1003,"0"8"-841,3 29-201,0 0-6,2 3 51,-1 1 33,8 21-28,0 5 6,7 25-12,-8-25 1,1 1-3,0 5 0,1 1-407,1 2 1,0 1 394,1 1 1,0 0-6,-1 1 0,0 0 0,-3 5 0,-1-2 25,-1 16 17,-8-25 0,-5-3 29,-19 0-51,-24 1-300,17-21 0,-4-3 132,-11-2 0,1-2 1,-7 0-1,2-4 1</inkml:trace>
  <inkml:trace contextRef="#ctx0" brushRef="#br0" timeOffset="7135">5064 6352 13569,'-3'-48'1202,"0"-1"1,0 5-1,-7 5-182,-28 3-584,-10 15-992,-7 10 679,19 15 1,-2 5-40,1 4 0,-3 5-691,-3 4 1,-3 4 0,0 1 634,4 0 0,1 2 0,0 2-17,-9 8 0,0 2 1,4 0-7,-1 3 1,4 2-3,11-7 1,2 3 0,2-1-73,1 9 1,5 3 73,5-5 1,2 5-1,6-3 26,5 9 0,9-2 53,10 3 0,13-7 39,13-18 0,11-10-50,-9-10 0,4-5 0,0-2-531,-4-1 1,-1-2 0,4-2 485,0-3 0,4-2 0,1-3 0,2 0 18,5-4 0,2-2 1,0-1-1,0-2-16,-10 3 0,0-2 0,-1 0 1,2-1-1,-1-1-297,7-3 1,1-1 0,0-2 0,-2 0-1,-3-1 314,2-4 1,-4-2 0,-1 0 0,-4 1-9,4-2 0,-4 0 0,0-5 7,-7-1 1,2-4 0,-4-1 0,-4 2 11,-6 0 0,-5 1 0,1-1-34,5-5 0,1-2 1,-7-2 12,-11-1 0,-6-2 1,-7 5-103,-13 1 1,-7 4 53,1-11 0,-9 5 5,-6 23 1,-7 6-1,-3 4-4,0 6 0,-3 5 1,-2 1-1,3 1 65,-6-3 1,2 1-1,-5 4-105,3 4 1,-6 2 0,-2 3 0,2 2 0,7 0 57,-2 6 1,6 1 0,-1 1-38,4-3 1,-1-1 0,1 2 0,2 2-667,-5 7 1,3 3-1,3 0-2087,-4 10 0,2 1 2782,13-11 0,0 0 0,3-2 0,1 2 0,4-4 0,0 7 0</inkml:trace>
  <inkml:trace contextRef="#ctx0" brushRef="#br0" timeOffset="7558">4644 6635 11779,'-3'-4'4756,"0"0"-3214,3 4-1034,-72-36-423,37 36 64,-12-13 0,1 7 63,10 36 147,8 8-90,11-8 201,13 16-71,17-17-247,13 10 50,19-19-163,-3-10 146,0-10 0,1-5-380,-11-2 1,-1-2 375,14-4 0,-2-3 71,-12-1 0,-4-1 632,13-18-77,-18 2-201,-16 4-421,-18 5-382,-11 7-65,-10 5 447,-3 7-616,7 4 33,12 3-1309,16 9-5224,22 2 6904,5 4 0,-2-7 0,-9-4 1</inkml:trace>
  <inkml:trace contextRef="#ctx0" brushRef="#br0" timeOffset="7892">5552 6356 14736,'-8'-5'1944,"3"1"-511,-57 8-486,21 8-792,-5-3 0,1 3 471,-3 21-88,10 4-296,15-5 228,15 16-114,13-25 609,32 18-779,8-29-48,-9-6 1,2-3-38,-3-7 1,1-3-34,-1-4 1,0-2-26,-4-3 1,-3-3 283,18-22 23,-18-2-17,-14 3 200,-13 5-597,-12 6-95,-6 8-238,-7 9-59,-3 9-1594,-3 17-7781,-4 10 8375,10-1 0,7-4 0,12-13 1</inkml:trace>
  <inkml:trace contextRef="#ctx0" brushRef="#br0" timeOffset="8927">4310 7296 8684,'-5'-11'4153,"2"3"-2834,3 8 4425,0 0-5146,-30 17 23,10 17-450,-2-6 1,0 4-85,6 12 1,4 2-387,3-7 1,2 0 389,-1-2 1,3-1 74,8 20-3577,13-12 2975,-1-9-9395,23 6 8788,-22-30 1,5 4-1,-17-13 1</inkml:trace>
  <inkml:trace contextRef="#ctx0" brushRef="#br0" timeOffset="9207">5339 7026 18203,'0'-5'3864,"0"2"-2156,0 3-1027,6-7 127,7 27-1104,4 8-1429,-9 12 0,-5 5 1686,0-13 0,-4 1-156,-7 9 0,-5 5 0,1-6-586,1-10 1,-2-1 783,-4 10 1,-2 5 0,3-9 0,1-2 0,-4 13 0</inkml:trace>
  <inkml:trace contextRef="#ctx0" brushRef="#br0" timeOffset="10483">2148 8068 7779,'-53'8'1488,"-1"0"0,8-2 0,8 0-625,14-2-937,15-2 231,17-2 364,17 0-56,27-4-1946,-11 0 1,2-1 1572,-5 1 0,5-1 59,12-3 0,8 0 1,-1-1-694,-8 1 1,-1 0 0,5 0 561,-8 0 0,3 1 0,3-2 1,0 1-1,-1 0 15,0 0 0,0 0 0,1-1 0,0 1 0,1-1-244,-6 2 1,2-1 0,0 0 0,0 1 0,1-1-1,0 0 258,4 0 0,0 0 0,1 0 0,0 0 0,1 0 0,-1 0-172,3-1 1,-1 1 0,1 0-1,0 0 1,1 0 0,-1 0 208,1 0 1,0 0 0,0 0 0,0 0 0,0 0 0,-1 0 45,0 1 1,-1-1-1,1 0 1,-1 0-1,0 1 1,-1-1 17,-1 0 0,0 1 1,0-1-1,-1 1 1,-2-1-1,-1 1-32,-2 0 0,-3 0 0,0 0 1,0 0-1,2 0 5,1-1 0,3-1 0,0 0 0,0 0 0,-3 1 1,-3-1-151,1 0 1,-5 1 0,0-1-1,3 0 22,1-1 1,4 0-1,0-1 1,-2 1-1,-3 0-19,8-4 1,-3 1 0,-2 0 267,-6 1 1,-2 0-1,-1 0-322,12-4 1,-2 1-1,-9 2 0,-4 1 785,-7 2 1,-2 2-848,11-2 156,-21 5 2296,-12 4-2341,-9 1 2313,-12 3-2262,-6 1 882,-10 2-844,3-1-33,6-1 8,9-2 102,7-2-101,3 0 53,0 2 6,0 4 152,-1 9 16,-2 13-28,-3 15-89,-5 17-357,5-22 1,1 0 212,0-5 1,2 3-640,0 24 0,4 2 625,3-16 1,1 0-30,0-2 0,0 2 0,2-1-105,4 10 1,1-2-292,0-1 0,-1-1-1089,-3 0 0,-2-1-2477,-6 0 1,-4-2 3440,-2-6 0,-2-5 0,-7 12 0,4-24 0</inkml:trace>
  <inkml:trace contextRef="#ctx0" brushRef="#br0" timeOffset="12678">1925 5728 7162,'60'-18'877,"-1"0"1,-10 3-1,0 1-321,0 1 1,2 0 0,-3 2-1285,-6 0 0,2 1 880,5-1 0,7-2 1,3 0-1,-6 2-1084,-5 2 0,-4 1 0,2-1 973,9-1 1,1-1 0,0 1-11,6 0 0,1 1 0,-8 1 539,-11 1 1,-1 1-446,4-1 0,4-1 0,-5 1 30,-8 2 1,-4-1 248,22-4-195,-20 3-167,-50 0 150,-8 3-1104,-16 0 1434,10 2 2438,1 1-2429,14 4 20,3 3 106,6 2 237,4 16-207,0 0-111,1 18-2139,2 20 1749,-1-14-237,-1-17 1,0 2 938,0 7 0,1 1-1139,0-4 1,1 0 114,1 17 0,1 0 120,0-12 1,2-2-14,-1-4 1,0-1 169,2 22 35,-5-19 719,-29-6-73,-12-20-436,3-5 1,-2-3-97,-4-6 0,-1-4-336,-4-3 0,0-1 198,9-1 1,0-2-5,-8-4 0,-1-2-7,-1 0 0,-2 1-42,-5 0 0,-1 2-218,4 1 1,-3 2 71,-7 9 0,-6 4 0,7 1 786,13 1 0,-1 2-701,1 0 1,-8 1 0,0 1 0,10 0 76,5 1 1,3 1-114,-24 8 1,2 2-430,7 7-2377,21-8 0,6 2 2844,14 5 1,9-8 0,5-9-1</inkml:trace>
  <inkml:trace contextRef="#ctx0" brushRef="#br0" timeOffset="15204">4501 9194 18672,'-13'-34'-87,"1"1"0,-8-20 14,20 59 280,2 11-39,1 20-64,-1 4 0,0 2-76,0-9 0,-1 1-396,-1 6 1,0 5 0,-1-2 434,-2 12 0,0 0-30,1-8 1,-1 3-1,0 4-9,1-6 0,0 4 0,1 1 0,-1-1 0,0-4-1012,0 8 0,0-5 0,1 3 993,0 1 1,1 3 0,0 0 0,1-4 10,2-1 1,2-4 0,0 2-516,2 3 1,2 2-1,1 2 488,0-5 0,1 3 0,0 0 0,2-1-19,1 0 1,0-1 0,2 1 0,2 0-35,0-5 1,3 1 0,0 1 0,0-2 0,0-3 3,3 10 0,0-4 0,3 1-163,1-4 0,2 2 1,1-2-1,1-5-3058,4-2 0,0-6 0,-2-1 2824,7 10 1,-1-4 0,0-5-1,-7-8 1,-20-21 0</inkml:trace>
  <inkml:trace contextRef="#ctx0" brushRef="#br0" timeOffset="15697">5822 9127 24428,'0'-5'1105,"0"1"-720,0 4 36,4-28 1,-1 44-884,3-24-1241,-4 44 1,-2 20 1746,0 2-139,0-16 1,0 6 0,-1 2-109,1 4 0,1 3 1,1 3 212,1-2 0,2 3 0,0 2 0,0-2-168,-1-8 1,-1 0 0,1-1 0,2 0-266,0 0 1,2 1-1,0-2 1,2-2 360,1 5 0,3-2 0,1 1 11,2-3 1,2 2 0,1 1 0,1-1-462,1 1 1,0 0 0,2 0 0,2 0 209,-2-7 0,2 2 1,0-1-1,2-1 0,0-2 224,7 5 0,1-1 0,0-3 0,-3-4 0,7 10 0,-2-4 0,-1-6 0,-1 0 0</inkml:trace>
  <inkml:trace contextRef="#ctx0" brushRef="#br0" timeOffset="20484">8128 11414 20201,'-13'-31'36,"0"1"1,-11-12 69,12 63 29,-23 30-85,6-9 39,5-6 1,-5 6 0,4-4-2196,8-10 0,1-1 2114,-14 23 0,2 1-2,15-19 0,4 0 404,2-1 1,3 2-394,9 12 0,8-1 8,3-10 0,7-2-357,14 2 0,5-4 351,-9-12 1,1-4 16,14 0 1,2-4 86,4-7 0,1-7 75,-12-2 0,1-4 0,0-2-25,0-2 1,-1-2 0,-3-2-40,9-10 1,-6-2-1,-11 3 1,-3-2 111,0-2 1,-3-3-60,-2-3 1,-1-3-71,4-10 1,-3-5-40,-11 12 1,-3-2-1,-2 1-8,-2-12 0,-4 1-48,-1 2 1,-7 3-9,-8 8 0,-7 4-148,-2 10 0,-7 4 98,-5 3 1,-6 2 0,2 2 4,-3 0 0,-2 5 546,-9 7 0,-6 4 0,7 6-823,6 6 0,4 5 25,-12 0 0,4 5-709,12 8 1,6 6-3925,8 5 1,4 0 4107,2-9 1,2-2 0,-6 30-1,19-49 1</inkml:trace>
  <inkml:trace contextRef="#ctx0" brushRef="#br0" timeOffset="21242">8237 11479 8920,'-4'-5'7394,"1"2"-4672,3 3-2649,-25 9-39,16 3 27,-24 19 12,20 11-50,3-1-7,1 1 63,12-17 330,3-11 268,9-9-352,-2-7 380,20-19-273,-6-4 44,11-14-11,-12 4-280,-11 7 224,-7-8-264,-10 14-77,-6-7-57,-8 11-50,-2 6-79,-1 5-190,5 4-179,6 4-511,4 7-1124,11 7-2656,7 4-4335,10 1 8265,-4-7 0,-5-6 0,-10-5 0</inkml:trace>
  <inkml:trace contextRef="#ctx0" brushRef="#br0" timeOffset="21538">8558 11435 9106,'1'-7'7712,"0"2"-6558,-1 5 190,0 0-1064,-67 12-179,41 2-93,-11-5 1,2 3 25,25 16 66,14-10 136,7 4-74,6-12 387,22-6-129,-8-11 39,15-5-16,-12-8-34,-8-2-23,-8 1-50,-8 2-134,-6 2-174,-11 4-129,-5 4-213,-8 5-678,-4 8-2155,0 7 3147,3 12 0,10-9 0,4 1 0</inkml:trace>
  <inkml:trace contextRef="#ctx0" brushRef="#br0" timeOffset="22025">8270 11906 9694,'-2'-2'7606,"0"0"-6436,2 2-1019,-30-4 309,27 7 212,-18-3-39,41 7-129,8-3-84,5-2-56,4-7-45,-1-4-33,-3-6-34,-5-3-22,-4-2-124,-9 4 225,0-2-180,-10 10-252,0-1-599,-5 7-1305,-4 5 2005,-5 8 0,4-5 0,-1 4 0</inkml:trace>
  <inkml:trace contextRef="#ctx0" brushRef="#br0" timeOffset="22401">8087 12216 12202,'0'-5'6391,"0"1"-5186,0 4-164,3-65-262,-4 44-592,2-16 1,-4 6-76,-8 27 6,-19 21-67,5-2-1,-1 6 1,-1 4-311,4-2 1,2 1 284,-7 8 0,-1 4-22,2 2 0,1 2-23,2 3 1,2 0-133,3 1 1,4 1-519,3-2 1,4 0-1465,7-3 1,3-2 2133,9 20 0,1-24 0,-2-18 0</inkml:trace>
  <inkml:trace contextRef="#ctx0" brushRef="#br0" timeOffset="22652">8561 12062 17977,'0'-5'4700,"0"2"-3950,0 3-688,-9-14-17,12 28-6,-7 4 0,12 42-293,-6-22 1,-4 3-136,-5-1 1,-4 3 0,0-2-1127,-1 4 1,-1 0 1514,-4-4 0,-1 3 0,2-9 0,-2 2 0,-1-1 0</inkml:trace>
  <inkml:trace contextRef="#ctx0" brushRef="#br0" timeOffset="23591">10297 11571 19495,'-36'-40'215,"-1"0"1,2 2 0,3 13-123,-2 32 80,-13 13 17,4 5 1,-2 5-147,14-9 1,0 3 11,-1 2 1,-2 4-1,2-1-298,-1 2 0,3 3 280,-9 16 0,4 2-204,11-17 1,6 0 246,1 10 0,10-1 82,24 7-115,-1-21 1,6-2 1,7-3 1,6-3 38,7-3 0,4-5 1,7-1 0,4-5-477,-15-5 0,2-1 1,0-3 416,4-2 1,0-3-1,1-2-34,2-2 0,0-3 0,-2 0-5,12-5 1,-2-4 95,-5-3 0,3-4 0,-6-1 31,-2-4 1,-2-3-73,-4 3 1,2-4 0,-5 0-565,0-13 0,-6-1 516,-5-2 0,-5 1-62,-6 10 0,-4-1 115,-3-19 0,-7 1-51,-4 30 0,-4 0 3,-7-9 1,-5-5 0,-5 7-18,-12 10 0,-5 5-200,-1 2 0,-5 1 1,-1 6 186,-4 6 1,-1 6 0,-2 3-632,-4 4 0,-1 3 1,0 3 545,-1 2 0,1 3 0,2 3-94,3 1 1,2 3-1,4 3-193,5-1 1,3 2 0,4 2-669,-8 13 0,7 2-854,9-2 1,7 2 1920,6 1 0,4-3 0,0 4 0,8-7 0</inkml:trace>
  <inkml:trace contextRef="#ctx0" brushRef="#br0" timeOffset="23968">10078 11636 14538,'-1'-3'4778,"-1"0"-4414,2 3-369,-64 40 38,49-17 9,-19 1 0,8-1 222,42-7 49,13-13-67,17-6-44,12-10-96,-9-2 138,-13-1 0,-2-3 265,4-7 18,6-14-163,-29 8-168,-16 2-117,-14 3-51,-13 5-28,-5 5-73,-2 8-117,8 5-130,10 8-369,8 6-1344,9 8-4755,10 4 6788,4-1 0,-2-8 0,-2-6 0</inkml:trace>
  <inkml:trace contextRef="#ctx0" brushRef="#br0" timeOffset="24301">10641 11387 12085,'0'-3'6603,"0"0"-5773,0 3-606,-77 1-78,39 17-110,-10-7 0,2 5 4,20 27 27,14-1 95,18-4 174,14-9 151,14-9 45,10-10-50,6-14-67,1-9-12,-6-12 17,-8-6-241,-16 5 169,-8-11-304,-15 13-144,-10-6 33,-3 16-562,-26 7-535,7 13-1859,-13 9-1246,18 4 3482,9 8 0,14-16 0,2 0 0</inkml:trace>
  <inkml:trace contextRef="#ctx0" brushRef="#br0" timeOffset="24941">10175 12084 10080,'-2'-4'7500,"0"0"-3373,2 4-4093,-18-56-129,13 42 106,-11-35 17,19 56-17,3 7 182,32 8 1,11-4-520,-1-14 421,9 8 0,0-8 185,-6-35 84,-4-8-179,-14 7 302,-2-16-246,-19 18-96,0-8-111,-11 19-292,-5 6 20,0 9-1824,-7 12-6788,-1 12 8850,-1 7 0,4-6 0,4-9 0</inkml:trace>
  <inkml:trace contextRef="#ctx0" brushRef="#br0" timeOffset="25224">10212 12159 20543,'-49'-13'354,"0"0"1,7 0 0,4 9-224,10 20 1,3 8-23,3-2 0,1 4 9,-9 18 0,1 5-615,5-2 1,4 2 503,5-9 1,1 1-1,2 1-646,2 13 1,3-1 582,2-11 0,4-1-309,6 5 1,5-2-889,3-14 0,5-2 1253,9 6 0,1-4 0,4 2 0,3-12 0</inkml:trace>
  <inkml:trace contextRef="#ctx0" brushRef="#br0" timeOffset="25442">10843 12035 24351,'-13'58'22,"7"-20"1,3 3-432,4 21 1,1 1-2179,0-17 1,-1 1-691,-2 4 0,0 5 0,0-10 2715,-3 8 1,-4-2 0,6-38 0</inkml:trace>
  <inkml:trace contextRef="#ctx0" brushRef="#br0" timeOffset="26242">12513 11313 17009,'-27'-45'825,"-1"-1"0,0 6 1,-2 10-398,-25 28-711,22 7 0,-2 5 598,-3 5 0,0 4-65,-3 8 1,0 4-82,-1 5 1,2 3-609,1 4 1,2 2 472,4 2 1,4 1 38,7-2 1,6 1 35,7-4 0,8-2-142,10-3 1,8-4-16,9-4 0,7-5 28,12-2 0,6-6-428,-11-7 1,3-3-1,1 0 404,4-2 1,1-1 0,2-2 8,2-3 1,1-2-1,1-1 22,-1-2 1,1-2-1,0-2 39,-1-2 0,0-3 0,-2-2 39,0-2 1,-1-1 0,-1-2 31,-4-1 0,0-2 0,-3-1-22,-3-1 1,-1-1-1,-4-1-162,11-16 1,-7-3 195,-10 0 1,-6-2 107,-8 0 1,-8-1-207,-9 1 0,-8 2-14,-6 2 0,-9 3-17,-10 4 1,-8 6-354,-9 3 0,-6 7 360,16 10 0,-2 2 0,-1 3-38,-1 2 1,-1 1-1,0 4-108,2 2 1,1 3-1,0 3-466,-16 6 1,4 6-1110,5 7 1,6 4-398,10-4 0,4 1 1891,2 7 0,5-3 1,6-5-1,1-1 0</inkml:trace>
  <inkml:trace contextRef="#ctx0" brushRef="#br0" timeOffset="26633">12430 11353 15283,'-54'5'401,"1"0"1,2 1 0,7 5-106,1 22-139,7 4-84,11 2-17,14-2 73,19-3 106,14-9 90,19-9 67,13-10 84,7-14-485,-29 1 1,-1-4 389,-1-2 0,-2-3 347,20-19 52,-13-3-332,-16 2-191,-14 3-155,-14 3-58,-9 6-44,-6 5 414,-2 6-784,3 6-1092,8 4 1462,6 8 0,6-3 0,3 5 0</inkml:trace>
  <inkml:trace contextRef="#ctx0" brushRef="#br0" timeOffset="26975">13082 11143 19714,'-47'2'58,"-1"0"0,4 2 0,7 6-25,2 33 6,13 1 79,15-4 140,18-8 161,12-9 365,20-10-330,1-12-263,-2-6 201,2-14-5,-13-4-23,4-10-90,-12-3-44,-10-5-202,-10 15-96,-10-4-245,-10 20-527,-11 3-5260,-21 23 6100,10 0 0,4 6 0,22-11 0</inkml:trace>
  <inkml:trace contextRef="#ctx0" brushRef="#br0" timeOffset="27749">12521 11636 19423,'-5'30'409,"8"9"-163,8-19 252,7 4-139,-2-15 357,7-5 254,18-23-785,-11 6-6,11-16 342,-12-4-370,-13 12 202,10-27-191,-20 24-55,2-9-29,-7 14-56,0 6-178,-1 7-1502,0 4-1333,0 13 2991,1 7 0,0-3 0,1 0 0</inkml:trace>
  <inkml:trace contextRef="#ctx0" brushRef="#br0" timeOffset="28083">12388 11968 19070,'11'-40'1064,"0"0"0,-1 2 1,-4 14-942,-7 22-73,-9 18 17,-10 18-50,-4 6 2,-6 7 1,-2 6-9,5-9 1,-2 2-755,2-1 0,-2 4 0,2-1 588,4-4 0,1-1 0,2 0-431,2 1 0,2-1 0,3 0-2495,0 18 0,5-2 3081,8-11 0,3-4 0,4 8 0,4-27 0</inkml:trace>
  <inkml:trace contextRef="#ctx0" brushRef="#br0" timeOffset="28349">13324 11727 24172,'-36'19'0,"8"18"-11,24 2 0,5 6-1263,-2 7 1,-1 2 500,0-12 0,-2 1 0,-1 2 773,-5 9 0,-2 1 0,1-4 0,3-4 0,-1-4 0,-6 0 0,1 0 0</inkml:trace>
  <inkml:trace contextRef="#ctx0" brushRef="#br0" timeOffset="67461">4930 7006 18481,'-23'-29'2722,"3"4"-2268,18 20-124,-1-1-189,1 2 89,0-2-68,1 2 12,0-2-129,1 2 50,-1 2-202,1 1 130,-1 6 27,0 7-27,0 4-18,-1 1 1,0 2 5,2-8-11,1 2 22,7-3-5,3-4-11,4 1 22,5-3 22,4-3 23,3-2 11,4-4-28,-5-5-28,-7 0 50,11-13-22,-9 5-28,5-4 51,1-4-40,-11 11-5,2-3 72,-7 7 51,-7 6-6,0 1 23,-3 1-90,-1 0 11,1 1 28,-1 1-123,-4 7 0,1-2 22,-9 12-16,6-7 0,-12 14-6,4-8 11,-8 8-11,5-9 28,-14 10-39,11-12 5,-9 5 17,7-8 23,1-5-17,1 0 27,-13-2-27,17-4 22,-20-5-5,18-2-12,-5-5 6,9 2 6,2 1-23,5 2 12,1-2-23,3 4 5,2-2-16,0 4 0,1 2-62,0 2 73,1 0 6,5 2-12,2 4 17,2 0-11,3 7-5,4 1 5,2 1 11,8 0 6,-3-7-17,4-3 22,-6-3 51,13-7-45,-11-1-6,13-6 1,-7-2-7,1-1-4,-7 2 44,9-4 16,-16 7 52,5-2 32,-13 6-15,-5 2-74,-3 2 68,-1-2-91,0 1-38,0 0-1467,0 2 1,0 2 0</inkml:trace>
  <inkml:trace contextRef="#ctx0" brushRef="#br0" timeOffset="80962">2856 14838 22615,'-4'-8'2224,"0"2"-2056,4 6-196,0 0 84,-19-25 22,18 57-50,-12 6-327,13 5 1,4 12 0,1-1 104,-3-3 0,1-1 0,-2 1-468,0 1 0,0 0 0,-1 0-696,-1-1 1,1-1 0,-1-2 1357,0 9 0,0-5 0,-1-10 0,2-4 0,0 17 0</inkml:trace>
  <inkml:trace contextRef="#ctx0" brushRef="#br0" timeOffset="81169">2836 14930 18997,'-8'-36'1717,"0"1"0,1-4-1437,1-7 0,4-1 5,18 0-229,2 13 0,4 2-70,2 6 0,2 2-361,7-1 0,3 4 13,-3 7 1,-1 4-423,20-2-2728,8 19 2729,-18 23 1,-11-12 0,-10 10 0</inkml:trace>
  <inkml:trace contextRef="#ctx0" brushRef="#br0" timeOffset="81345">2770 15276 23406,'46'-32'-888,"0"0"1,-1 0 0,-3 3 0,0 1 0,-2 3-4029,8 2 1,-3 4 3087,-14 5 0,-3 3 0,13-5 0,-30 12 1</inkml:trace>
  <inkml:trace contextRef="#ctx0" brushRef="#br0" timeOffset="82452">3401 15307 15014,'-2'-5'6677,"0"1"-4201,2 4-2448,-3-35-6,4 31 6,2-15-129,6 50-408,1 16-1615,-4 10 2124,-4-22 0,-1-2 0,-1 5 0,0-4 0</inkml:trace>
  <inkml:trace contextRef="#ctx0" brushRef="#br0" timeOffset="82812">3505 15033 18588,'-3'-6'4005,"2"0"-3747,1 6-505,0 0 253,-26-14-12,21 23 17,-15-10 29,31 24 32,2-7 113,-1-7 207,-3-5 62,-3-4-129,1-7-6,-1-3 73,0-7-56,-2-2-84,-6 0-84,-4 3-67,-6 2-56,-3 3-67,2 5-152,1 2-213,3 5 85,3 4-1916,-7 24-3753,4 9 5971,-2 13 0,7-20 0,4-13 0</inkml:trace>
  <inkml:trace contextRef="#ctx0" brushRef="#br0" timeOffset="83185">3841 15199 20095,'0'-7'4256,"0"1"-3912,-6-25 1,-1-5 149,1 14-363,-2-15 1,1 4-121,3 26-375,3 5 347,18 14 12,7 9-46,20 18-276,-20-14 1,-2 1 236,-2 4 1,-2 3-21,-4 3 1,-6 2 22,-6 2 1,-6 0-50,-4-1 0,-4-1 155,-3-6 1,-4-2 81,-18 15 146,4-21-1,9-15-77,7-19-35,9-12 444,4-14-567,12-7-17,9-6-44,15-1-106,-12 24 1,3 2 3,2 1 1,2 1-171,2 1 0,0 2-319,1 2 0,1 1-696,-2 3 1,1 1-5425,28-8 6761,-12 7 0,-18 5 0,-14 5 0</inkml:trace>
  <inkml:trace contextRef="#ctx0" brushRef="#br0" timeOffset="83451">4480 15008 16516,'0'-4'8244,"0"1"-6087,0 3-1967,-22-49-167,15 37-85,-21-29 17,20 57 23,-1 5-23,3 13-39,19 10 28,-1-6-23,4-9 1,6 0-132,5-2 0,3-1-66,-7-5 0,0 1 66,13 6 0,-4 1-340,-3 6-223,-6 11-593,-26 1-819,-21-2-2598,-19-6 4783,-11-12 0,22-13 0,4-8 0</inkml:trace>
  <inkml:trace contextRef="#ctx0" brushRef="#br0" timeOffset="83629">4365 15106 24934,'15'-43'207,"-2"18"-257,-9 48-410,3 19-1813,-1 1 2273,-1-10 0,0-1 0,1 4 0,0-1 0</inkml:trace>
  <inkml:trace contextRef="#ctx0" brushRef="#br0" timeOffset="83945">4866 15278 24755,'13'-44'438,"0"1"0,-1-1 0,1-4 0,-2-1 0,-2 6-1000,-3-19 713,-3 15 1,-2 4 240,-1 3-73,-5-19-22,-2 22 220,-8-1-426,6 17-91,-2 10 0,8 10 369,0 5-369,-4 23 0,-2 35 0,1-4-609,4-8 0,2-1 609,0 5-79,4-7 0,2 3-534,1-9 1,3 1-841,2-2 1,2 2-1,0-2 1453,3 5 0,-1-4 0,1-4 0,-1-6 0,-2-9 0</inkml:trace>
  <inkml:trace contextRef="#ctx0" brushRef="#br0" timeOffset="84129">4781 15199 22615,'-4'-2'3025,"0"0"-3686,4 2-9170,66-59 9430,-38 41 0,8-15 0,-4 5 1,-21 26-1</inkml:trace>
  <inkml:trace contextRef="#ctx0" brushRef="#br0" timeOffset="84562">5990 15109 21159,'0'-10'4246,"0"3"-3910,0-25 0,-1-2 11,0 16-333,1-21 0,-2 12-132,1 30 124,4 25-79,0 6-274,4 28-1065,-3-4-2941,-3-25 0,1-1 4353,1 21 0,-2-19 0,0-17 0</inkml:trace>
  <inkml:trace contextRef="#ctx0" brushRef="#br0" timeOffset="84929">6170 14850 20347,'-6'-4'3327,"2"1"-3103,4 3-207,-66-23-45,40 29 5,-14-11 1,3 6-34,19 33-34,6 7 17,6-7-83,8 3-68,17-10 173,14-5 141,8-11 128,13-26 34,-17-9 135,0-13-163,-21 8 442,-8-12-301,-12 14-108,-5-8-78,-6 15-139,1 7-175,0 7-173,0 6 67,3 5-594,-4 11-5959,2 19 6794,3-2 0,2-2 0,7-17 0</inkml:trace>
  <inkml:trace contextRef="#ctx0" brushRef="#br0" timeOffset="85312">6542 15019 25707,'-2'15'39,"-2"12"-72,-5 32 19,3-26 0,-1 0-3,-1 1 0,-1-1-11,-7 24 45,4-16 101,7-21 38,3-16-10,9-20 50,7-13 118,8-17-130,-8 17 1,0 0-31,2-2 0,-1 0-45,1 0 1,1 0 30,14-23-73,0 11-45,-5 13-16,-4 14-17,-2 9-17,1 13-28,3 10-152,6 12-492,4 9-1999,5 7 1851,-4-3 0,-12-15 0,-9-11 0</inkml:trace>
  <inkml:trace contextRef="#ctx0" brushRef="#br0" timeOffset="85779">8412 14646 21198,'-8'-47'1149,"-1"1"1,0 0 0,-3-12 0,-3 8-747,-14 3-297,-2 30-122,-2 31-1,-4 29 8,16-5 1,3 6-1248,-3 13 1,3 5 1206,6-13 1,1 3 0,2 1-468,2-8 0,1 2 1,2 2-1,0 0 271,0 4 0,2 1 0,1 3 0,0 3-1394,3-2 1,0 4-1,1 4 1,1-2 0,-1-1-1,0-7 791,-1-1 1,0-4-1,1-2 1,0 3-1,1 14 1,2 5-1,-1-7 1,-2-18-1,-1-15 1</inkml:trace>
  <inkml:trace contextRef="#ctx0" brushRef="#br0" timeOffset="86119">7991 16519 16526,'-25'-48'435,"-1"0"0,1 0 1,-1 0-1,4 0 0,-1 0 1,4 0-1,6 0-176,7-6 1,8 1-1,3-1-1642,2-9 1,4-1 0,1 3 1438,1 11 0,1 2 1,1 1-50,-1 3 1,2 2-1,2 3 452,8-9 0,3 5-552,-3 11 1,0 2-121,8-5 0,2 0-92,0 4 0,2 3-107,6 1 1,1 3 338,-15 8 0,0 1 31,9-1 0,-2 1 1048,3 1-748,4-1 425,-13 1 532,-9 0 2397,-10 3-1960,-1-10-1126,-7 10 1078,1-8-786,-4 8-23,0 2-655,-1 4-101,0 3-117,-2 10 5,1 16-112,0 11-336,2 17 40,1-12-1329,2 11-3437,1-9 4399,-1 3 0,-2-18 0,-1-14 0</inkml:trace>
  <inkml:trace contextRef="#ctx0" brushRef="#br0" timeOffset="86296">8827 14736 23102,'-11'-41'114,"1"-1"0,1 5 0,1 10-588,2 22-1716,4 16-1316,0 5 3506,2 14 0,1-16 0,-1 2 0</inkml:trace>
  <inkml:trace contextRef="#ctx0" brushRef="#br0" timeOffset="86902">8974 14993 22071,'0'-5'4431,"0"1"-4487,0 4 34,-9-21-17,22 47-56,-8-14 27,16 40-38,-10-17 0,-3-1 72,-2 9 34,2 7 34,-10-20 150,-5-16-60,-3-5-35,-3-13-27,2-9-29,3-3 51,2-11-16,8-6-80,7-5-10,11-7-17,12 10 5,-3 9-50,15-1-61,12 1 114,-27 14 0,2-1 28,4-1 0,1 0 26,21-6-6,-16 2 61,15-8-22,-31 11 196,15-18 6,-31 14 78,0-7-12,-15 8-184,0 7 180,-10-1-152,7 8-73,-3-1-78,7 4-34,3 1 6,2 3 5,0 8 12,0 8-18,9 20 1,-1-8-17,14 19-33,1-10-46,8 12-262,-2 0 173,-7-4-67,-10-8-112,-11-7 123,-7-13-1266,-27-1 499,10-12-8812,-39 2 8660,37-8 1,-9 1 0,28-2-1</inkml:trace>
  <inkml:trace contextRef="#ctx0" brushRef="#br0" timeOffset="87268">9977 15048 27505,'10'-62'164,"0"-1"0,-2 1 1,-6 4-137,-11 18 0,-2 2-526,1-4 1,0-1 575,1 3 0,0 0 12,2 7 0,0 2 445,-3-12-535,4 17 180,2 13-180,1 8 0,2 6 0,0 11 0,0 20 0,3 28-272,-1-17 1,1 4 267,0 7 1,0 3-157,0 5 1,-1 0-105,0-19 1,0 0 0,-1-2-107,1 8 1,-1 0-2219,1-5 1,0 1-1,0-4 2588,0-8 0,1-2 0,0 7 0,0-4 0,0-12 0</inkml:trace>
  <inkml:trace contextRef="#ctx0" brushRef="#br0" timeOffset="87470">9939 14825 25830,'-32'-25'-145,"26"1"-385,32 17 1,14 3-1908,0-2 1,1 0 1304,-3 0 0,-2 1 0,11-2 0,-21 4 0</inkml:trace>
  <inkml:trace contextRef="#ctx0" brushRef="#br0" timeOffset="88643">11974 14989 21847,'1'-61'973,"0"0"0,-2 5 0,-5 9-598,-18 11-179,-10 15-106,-7 16-62,-4 21-22,-3 18-4,23-8 1,0 3-438,1 5 1,1 2 417,3 2 0,2 2-39,3-1 0,4 1-37,4-4 1,5 0 64,16 23-34,23-17 48,-7-28 0,4-6 25,6-5 1,2-6-252,4-5 1,-1-5 317,0-3 1,-2-4 50,-4-3 0,-2-3 39,-7-1 0,-3-1-133,-6-1 0,-4-2 124,-5 0 1,-5 0 600,-3-29-603,-16 3-22,-10 10-46,-12 9-50,-7 15-33,-3 11-23,-2 17-22,2 12-28,3 15-28,8 10-90,9 9-157,11 4-279,18 2-394,17-1 121,-2-30 0,6-3 174,6-2 0,5-4 297,5-4 0,2-4 325,4-4 0,0-5 137,0-5 1,-2-5 111,-4-2 0,-1-5 143,-5-2 0,-3-5-949,-1-6 1,-3-2 1057,7-12 11,-17 14 1,-3 0 268,-3-4 48,-1-3-154,-7 14 109,-4 11-675,-6 15 3314,-1 3-3314,-8 16 180,1 5-241,-1 13-23,6 6-117,20 8 123,0-18 11,26 5 22,0-28 17,13-2 56,-18-16 1,0-5 66,24-14-282,-4-9 268,-29 10 1,-2-1 114,9-20-104,-14 15 1,-2-2-12,-3 0 1,-2-1 30,-4-5 0,-1 2-61,0-10 11,-8-2-118,0 33-358,-2 4-1081,1 14 419,2 5-8766,5 29 8695,0-18 1,1 10 0,-2-24 0</inkml:trace>
  <inkml:trace contextRef="#ctx0" brushRef="#br0" timeOffset="88977">13229 14987 23282,'3'-3'2425,"-2"1"-1182,-1 2-733,54-78-659,-35 48 265,4-4 0,4-9 0,-6 8 54,-7 6-86,-2-1 0,-1-3 23,-2-19-60,-4-7 1,-2-3-34,-1 24 0,-1 0-161,-1-4 0,-1-4 0,0 6 254,-5-17-62,0 4-45,-4 17 0,3 25 202,-1 4-202,-8 24 0,5 1 0,-7 17 0,3 14 0,8-17 0,0 3-85,0 11 0,3 5-45,3-5 1,3 2 0,1 0-891,3-5 0,1-1 0,2-1 594,3 22 1,4-3-1203,8-3 1,2-3-3289,-6-14 1,0-2 4892,1 4 0,-1-4 1,3 8-1,-13-26 1</inkml:trace>
  <inkml:trace contextRef="#ctx0" brushRef="#br0" timeOffset="89203">13162 14643 26484,'44'-22'176,"0"-1"0,1 1 1,9-8-1,-4 6-137,-17 15 1,-1 2-259,24-6-1578,-2 4-8034,-7 3 7373,-27 5 0,-11 1 1,-7 0-1</inkml:trace>
  <inkml:trace contextRef="#ctx0" brushRef="#br0" timeOffset="92003">1912 16878 17664,'41'-25'280,"1"1"0,13-3-1408,-8 9 0,8-3 0,-1 4 1143,-10 6 0,-2 2 0,3 0-425,13-3 1,3 0 0,2 0 411,-14 3 1,2 0 0,0 0 0,0 1 16,3-1 1,0 0-1,1 0 1,1 1-213,2-1 1,2 0 0,-1 1 0,2 0 215,-10 1 1,2 0-1,0 1 1,-1-1 0,-2 1 5,4 0 0,-3-1 1,1 1-1,5 0 71,-2 0 0,6 1 0,2-1 0,0 0 0,0 1 0,-4 0-304,-1 0 1,-3 1 0,0 0 0,2-1 0,3 1 271,-3-1 1,4 1 0,2-1 0,1 0 0,0 1 0,0-1 0,-2 1-22,-6 0 0,-1 1 0,0 0 0,-1-1 1,2 1-1,1 0 0,1 0-24,-2 0 1,2 0 0,2-1-1,1 1 1,0 0 0,0 0-1,-2 0 1,-1 0 0,-3 0-112,10 0 0,-4 0 1,-1 0-1,0 1 1,2-1-1,4 0 86,-8 0 1,4 1 0,2-1 0,1 0 0,1 1 0,0-1 0,-1 0-1,-3 1 1,-2-1-58,1 1 0,-2 0 0,-2 0 0,0 0 0,0 0 0,1-1 0,3 1 50,-4 0 1,1 0 0,2 0 0,0 0 0,1 0 0,0-1 0,1 1 0,-1 0 0,0 0-21,0 0 1,0 0-1,1 0 1,-1 0-1,1-1 1,-1 1-1,1 0 1,-1 0-1,1 0 24,0 0 0,0 0 0,1 0 0,-1 0 0,0 0 0,1 0 0,-1 0 0,0 0 1,1 0 5,-1 0 0,0 0 0,1 0 0,-1 0 1,1 0-1,-1 0 0,0 0 0,0 0 1,1 0-1,-1 0 0,0 0 0,0 0 1,-1 0-1,1 0 0,0-1 0,0 1 1,0 0-1,-1 0-1,0-1 1,0 1 0,0 0-1,0-1 1,0 1 0,0-1-1,-1 0 1,1 1 0,-1-1 2,-1 1 0,1-1 0,-1 1 0,0-1 0,0 0 0,-1 1 0,1-1 0,0 0 1,-1 0-1,-1 0 0,0 1 0,0-1 0,0 0 0,0 0 0,0 0 0,0 0 0,-1-1 1,0 1-1,6-1 1,-1 1-1,1-1 1,-1 0-1,0 0 1,-1 0-1,1 0 1,-1 0-1,-1-1 1,-1 1-1,-1 0 1,1 0-1,-1-1 1,1 1-1,1-1 1,0 0-9,-1-1 0,0 1 0,2-1 0,1 0 0,-1 0 0,-1 0 0,-1 0 0,-2 1 0,-2-1-8,7 0 1,-4 0 0,-1 0 0,-1 1 0,1-1 0,3-1-36,2 1 1,3-2 0,1 1 0,1-1 0,-2 1 0,-3-1 0,-5 2-56,10-2 1,-6 0 0,-2 1 0,1 0 193,-2-1 0,1 1 1,-1 0-1,0-1-177,5 0 1,2-1 0,-3 0 0,-9 1 23,2-1 0,-7-1-81,17-1 1,-25-2 1171,-55 0-1139,-19 7 1,-12 4 16,3 0 1,-6 0 0,-3 2 0,4-1 230,-3 0 0,1 1 0,-4 0-221,4 0 0,-5 1 0,-2 0 1,0 1-1,3-1-126,-3 1 0,3 1 1,0 0-1,-4-1-96,0 2 0,-3-1 1,-2 0-1,0 1 1,-1 0-263,8-1 0,-1 1 0,0 0 0,-1-1 0,0 1 0,0 0 141,5 0 0,-1 0 0,0 0 1,0 0-1,-1 0 0,0 0 1,0 0-18,-4 1 1,-1-1 0,-1 1-1,1 0 1,-1 0 0,2 0 0,1-1 442,1 1 0,2-1 0,2 1 0,-2-1 0,-3 1 0,-6 1 0,12-2 0,-5 1 0,-4 1 0,-3 0 0,-2 0 0,0 0 0,0 0 0,1 0 0,4-1 0,3 1 0,6-1 0,5-1 0,-17 2 0,12-2 0,0 1 0,-8 1 0,0-1 0,-1 1 0,0 0 0,0-1 0,1 1 0,-1 0 0,0-1 0,1 1 0</inkml:trace>
  <inkml:trace contextRef="#ctx0" brushRef="#br0" timeOffset="95243">15950 14546 15245,'19'-44'1280,"-1"0"1,1-1 0,-1 1 0,6-15 0,-2 1 0,-6 11-542,-8 4-5,-7 9 0,-5 1-225,-11 3-374,-5-3 286,-17 27-381,1 28-24,-5 5-541,13 6 1,3 7 521,5 0 1,1 6-6,2 5 1,1 6-1,3 1-508,2-5 1,4 0-1,1 1 429,2-5 0,1 1 1,2 0-1,1-4-98,3 18 0,5-3-676,6-10 1,6 2-1,1-7-951,8-3 0,3-3-1465,-2-5 0,3 1 0,-2-6 2052,2-5 1,-3-6 0,13 3-1,-31-18 1</inkml:trace>
  <inkml:trace contextRef="#ctx0" brushRef="#br0" timeOffset="95477">17064 14168 26441,'-17'30'84,"1"21"-98,10-3 0,1 3-793,0-7 0,0 1 540,-2 3 0,-2 5 0,1-4-1709,0 3 1,0-2 748,-3 12 0,1-1 1227,3-8 0,2-8 0,1-13 0,0 10 0</inkml:trace>
  <inkml:trace contextRef="#ctx0" brushRef="#br0" timeOffset="95677">16981 14392 20609,'-13'-46'952,"-1"0"0,0 0 1,-3-17-1,4 5-823,7 22 0,4 4-129,14-25-5510,20 12 5325,7 15-302,9 14 0,7 5 141,-11 5 1,1 4-482,-2 1 0,3 1 0,-3 4-2753,9 5 1,-5 6 3379,-10 2 0,-5 0 0,0 1 0,-25-11 0</inkml:trace>
  <inkml:trace contextRef="#ctx0" brushRef="#br0" timeOffset="95843">16996 14596 23278,'51'-29'-193,"0"0"0,0 0 1,-7 4-1,-1 2 1,0 2-2567,13-2 0,-2 6 1921,-16 4 0,-4 3 1,10-2-1,-22 7 1</inkml:trace>
  <inkml:trace contextRef="#ctx0" brushRef="#br0" timeOffset="96560">18175 14096 25948,'19'-60'706,"-4"12"-723,-15 50 39,0 5 45,0 5-33,-1 6 16,0 0 6,0-2 12,-1-3 21,-1-4-33,0-3-28,1-2 17,0-2 504,1-1-488,1-6-27,0 1 0,0-4 33,0 3 0,-1 2-39,0 1-34,0 2-72,-1 3 61,-2 7 17,-4 12 6,-2 14-12,-4 15-22,6-18 0,-1 1-457,-1 6 1,-1 1 299,0 3 0,0 1-266,1 2 1,1 0-637,3-2 0,1 0-3360,2-1 0,3-3 4447,1-7 0,2-3 0,0 8 0,1-22 0</inkml:trace>
  <inkml:trace contextRef="#ctx0" brushRef="#br0" timeOffset="96794">18069 14140 20604,'-2'-5'3417,"0"0"-2762,2 5-907,54-59-610,-8 45-756,0-16 0,5 5-2261,-12 27 0,0 6 3879,-4-2 0,-3 1 0,11 2 0,-20-3 0</inkml:trace>
  <inkml:trace contextRef="#ctx0" brushRef="#br0" timeOffset="97011">17911 14769 24982,'46'-9'-142,"0"-1"1,1 1 0,0-1 0,0 0 0,-2-1-369,13-3 1,0-1-630,-17 4 0,1 0 1,-1 0 1138,4-2 0,0 1 0,-4 0 0,-4 2 0,-3 1 0,25-9 0</inkml:trace>
  <inkml:trace contextRef="#ctx0" brushRef="#br0" timeOffset="97228">19059 14068 26586,'-17'41'-170,"1"0"1,0 0 0,-4 3 0,3 1-2457,9-2 1,4 2 0,1-4 1681,0-7 1,1-2 0,-1 7-1,0-4 1,2-7 0</inkml:trace>
  <inkml:trace contextRef="#ctx0" brushRef="#br0" timeOffset="97428">19035 14166 21486,'16'-50'450,"0"0"0,0 0 1,1 1-1,0 1 0,0 6-427,12-14-85,8 5-201,-11 38 44,10 5-7499,15 43 7718,-18-6 0,-1 11 0,-26-21 0</inkml:trace>
  <inkml:trace contextRef="#ctx0" brushRef="#br0" timeOffset="97603">18985 14428 25153,'32'-42'-308,"1"1"0,2 0 0,0 9-4134,8 16 4442,5 0 0,-16 7 0,-14 4 0</inkml:trace>
  <inkml:trace contextRef="#ctx0" brushRef="#br0" timeOffset="98270">19740 14176 18050,'28'-56'2149,"-1"0"0,-2 7 0,-8 8-1432,-16 18-369,-10 10-270,-1 7 51,-22 17-73,2 12-34,6-3 1,0 3-305,2 5 0,1 2 279,0 4 1,1 1 2,5-7 0,1 2-6,-1 7 0,4 1-27,1 22-96,8-17 0,6 0-37,5-8 1,3-3 146,0-2 1,5-3-159,18-4 1,4-7 176,18-4 78,-15-7 1,0-6 61,-11-8 0,-2-4 202,20-27-183,-29 15 1,-3-3-42,-3-4 0,-2-2-32,-4-4 1,-2 0-26,-1-4 1,-2 0-24,-1 0 1,-2 1-6,-3 4 1,-1 2 22,-9-23-28,-10 19-78,-5 16-6,4 12-314,-12 15-387,12 13-1975,-5 14-7099,17 9 8640,8-9 1,5-10 0,0-15 0</inkml:trace>
  <inkml:trace contextRef="#ctx0" brushRef="#br0" timeOffset="98527">20539 13818 26256,'-7'-50'599,"0"0"0,2 6 1,0 10-455,2 23-145,1 9 0,2 17 34,3 21-32,1-4 1,1 5-746,3 12 0,-1 4 707,0-12 1,-1 3-1,0 0-481,-1 5 0,0 2 0,-3 0 233,-2 3 0,-2 1 1,-3 0-481,-4 2 0,-3 0 1,-3-1-2514,-4-1 0,-4-2 0,-1-3 2110,-5 7 1,0-7-1,4-13 1,3-8-1,8-11 1</inkml:trace>
  <inkml:trace contextRef="#ctx0" brushRef="#br0" timeOffset="99520">15961 15908 26245,'-10'-37'241,"-4"24"-174,-4 72-51,5-16 1,-2 5-516,3-9 1,0 1 0,-1 4 495,1 0 0,-2 4 0,1 0 1,1-1-397,-3 8 1,1-1 0,2 3 198,3-5 0,0 4 0,2-1 0,5-5-585,4-3 0,4-4 0,2-1-2,5 17 1,8-7-3410,20-13 1,7-9 3812,-10-12 1,-1-4 0,-3-1 0,-2-2 0,8-2 0</inkml:trace>
  <inkml:trace contextRef="#ctx0" brushRef="#br0" timeOffset="100319">17111 16202 22207,'-2'-48'998,"1"1"1,-1 6 0,1 8-528,1 19-281,0 9-162,-2 6-22,-1 8 61,-5 16 11,-7 22-50,4-12 0,-1 2-458,-3 8 0,-1 2 421,0 4 1,0 2 2,0-1 1,2 0-4,2-2 1,2-2-6,1-5 0,5-1-275,8 3 1,4-3 243,4 6-17,17-1-145,3-36-258,11-9-599,19-11-653,-26 0 1,2-3 1716,9-5 0,-2 0 0,6-3 0,-3 1 0</inkml:trace>
  <inkml:trace contextRef="#ctx0" brushRef="#br0" timeOffset="100736">17833 16159 25584,'-16'-57'90,"6"10"-102,36 35 1,10 4-123,24-8-633,-23 7 1,1 1 189,-3 1 0,-2 2-2424,21-1 3001,-18 8 0,-18-1 0,-11 4 0</inkml:trace>
  <inkml:trace contextRef="#ctx0" brushRef="#br0" timeOffset="101078">17984 16133 26099,'-2'21'-526,"0"30"116,4 4-479,-2-19 0,-1 2-357,-3-4 0,-2 0-908,-1 1 1,-3 2-541,-6 12 0,-3 0 2691,4-13 0,-2-4 821,-14 22 2309,6-30-57,11-17 164,0-4-2511,7-5 879,3-11-1249,5 5 703,5-12-815,7 5-140,22-9-107,5 3-78,-9 9 0,1 0-351,18-3-123,-12 5 1,3 1-1434,-2 1 0,1 0 1326,5-1 0,-2 0 0,15-2 1,-24 5-1</inkml:trace>
  <inkml:trace contextRef="#ctx0" brushRef="#br0" timeOffset="101428">18967 15980 21019,'-2'-4'4301,"0"0"-1747,2 4-2246,-9-58-140,6 44-156,-6-42-12,9 60 16,-2 16-4,-4 13-15,-6 12 0,-3 5 0,3-9 0,0 0-1715,-5 18 0,0-2 1704,8-25 0,3-2-31,0 4 0,4-1-22,2 2-132,7-2 0,5-2-215,16 3 92,-3-12 0,4-3-375,1-9 1,3-4-427,3-2 0,1-2-1493,24-5 2616,1-4 0,-38 3 0,-2-1 0</inkml:trace>
  <inkml:trace contextRef="#ctx0" brushRef="#br0" timeOffset="102078">19904 16089 21623,'11'-44'1185,"1"0"1,-1 1 0,-2 7-396,-7 14-235,1 1-180,-5 9-168,-1 7-140,-2 3-50,-9 10-17,-12 11 6,-13 19-9,15-11 0,0 3-284,0 4 0,3 2 245,2 1 0,4 1-6,3-2 1,4-1-35,5-2 1,4-2-219,17 22 188,22-11 81,-12-27 1,3-2 46,3-4 1,2-5 28,6-9 0,-2-5 28,-8-2 0,-3-2 27,22-22 108,-21-10-299,-16 2 236,-2-17-83,-10 28 0,-3 0-18,-3 1 1,-3 1-6,-13-24-16,-11 13-40,-8 16 420,-6 13-537,-2 14-56,1 11-571,10 12-1536,11 9 2297,18 9 0,5-18 0,7-3 0</inkml:trace>
  <inkml:trace contextRef="#ctx0" brushRef="#br0" timeOffset="102328">20556 15644 28546,'-41'-27'-11,"19"31"2,31 32 1,13 16-31,-1 3 0,0 3-1011,-6-16 0,0 2 1,-2 1 853,0 2 0,-3 0 0,-2 1-323,-3 0 0,-4 1 0,-6-1 519,-9 5 0,-7 0 0,2-6 0,5-4 0,-2-4 0,-12-4 0,1 1 0</inkml:trace>
  <inkml:trace contextRef="#ctx0" brushRef="#br0" timeOffset="108054">2276 2275 17445,'-40'-22'858,"0"-1"0,0 1 1,-19-5-1,2 13-637,16 23 1,2 10-49,-5 8 1,2 5-1419,-2 11 1,3 5 1322,13-10 1,3 3-1,1 1-17,1 4 1,2 2 0,3 0-29,3 2 1,2 0 0,3 0-12,4-3 1,3 0-1,2-2-5,3 7 0,6-4 90,11 1 1,10-5-69,15-10 1,8-7-10,4-1 1,5-5-311,-10-10 0,4-3 1,-1-5 303,-4-6 0,-1-5 0,-1-2 0,2-3 1,-1-2-1,-1-4-319,-2-2 0,-1-3 0,-3-1 343,-2-2 1,-2-2 0,-2-1 8,-3-2 1,-3-2 0,-3 1-10,4-6 0,-5-3 41,-2-9 1,-7-4 103,-12-5 0,-7-2-186,0 19 0,-2 0 1,-3-2-3,-3-4 1,-3-2 0,-3 4-12,-12-9 1,-5 6-9,-4 8 0,-4 7 5,-6 9 1,-4 9-6,-4 8 0,-1 9-6,-2 7 1,0 7-12,2 7 0,2 5-3,5 5 1,4 5 13,7 4 1,4 3-7,7 1 1,5 3-54,7 0 1,5 1 11,3-11 0,5-1-289,14 14 1,9-2 29,0-20 1,4-2 19,12 11 1,3-5 148,-3-15 1,0-4 136,-5-4 0,-1-4 1546,19-9-1313,-15-12 50,-11-13-106,-10 2 1743,-6-20-1508,-6 14 1166,-1-12-1031,-1 15 416,0 10-859,0 10-106,0 9 61,5 14 11,6 12-10,14 33-26,-12-29 0,1 1-139,0 1 0,0-1 125,1 1 0,0-2 0,13 13-6,12 6 0,5-10-22,5-16-33,4-12-12,4-19 36,-28-2 1,0-3 19,1-5 1,-1-2 21,-1-5 1,-2-1 5,15-17 14,-19 8 0,-3-2 20,1-13-9,-8 15 1,-2-1 64,-1-14 56,-7 9 89,-3 8 40,-3 11-163,0 9-22,-1 7 171,-1 9-272,-2 14 6,-2 16-6,2 4 2,4-3 1,2 2 3,12 11-143,-3-13 0,5-1 137,24 7 6,10-12 5,5-12 39,3-14 52,-4-13 4,-6-13 73,-9-10 73,-11-3-5,-11 0-158,-11 10 90,-14-10-134,-2 14-34,-9-6-22,6 13 257,4 7-380,4 4-690,5 5-503,1 5-1413,6 7-5694,7 7 7586,3 1 0,-3-7 0,-4-5 0</inkml:trace>
  <inkml:trace contextRef="#ctx0" brushRef="#br0" timeOffset="108938">3611 2574 16499,'1'-3'6228,"-1"0"-3489,0 3-2666,-9-29-62,0 31 1,-6-20-1,-5 65-17,10 0 3,2-11 1,3 1-10,4-4 1,3 0 0,6 29 11,7-11 11,2-13-5,-4-16 11,-2-8 44,-7-11 124,1 0 101,-4-3-163,0 0 56,-1-4-112,0-1-5,0-2-6,0 1 5,-1 1-44,0 1 39,-4-2-39,2 3-6,-1-2 6,-2-2 5,2 3-27,-2-3 5,4 5 11,0 0-95,2 1-11,0 0 33,0-1 1,0-1 10,1-1 29,1-6 39,1-1-12,-1-4-5,1-3 11,-1 0 6,0-4-6,0 2 6,-1 0 11,-1 5 6,-1 3-1,-1 3-5,-1 4-5,0 2-6,0 2-68,3 1-33,-2 2 67,0 4 23,0 8 0,0 6 5,2 2-17,0 1 12,6-4 11,4-3 16,8-7 1,8-5-1,6-11-10,5-7 44,-4-9 28,-6-5-33,-11-5-40,-9 6 57,-12-20-18,-7 14 18,-13-12-7,-4 16-4,-4 10-1,1 7-6,-1 6-44,5 11-11,3 2 5,2 16 0,2 5 0,-2 16-22,4 10 5,12-17 1,3 1-12,2 14 3,6-16 0,6-1-126,21 4-401,-7-17 0,5-1 48,6-4 0,3-4-566,6-2 1,1-4 1058,8-3 0,-2-3 0,7 0 0,-8-4 0</inkml:trace>
  <inkml:trace contextRef="#ctx0" brushRef="#br0" timeOffset="109702">4203 2708 8343,'0'-8'8481,"-1"2"-11750,1 6 5100,-9-63 1279,3 31-2690,1-6 0,-2 1 1104,1 14-1087,2 14-308,2 4-23,0 6 3251,1 4-3318,-4 15 146,-1 14-168,2 1 0,1 2-12,-2 18 0,3-13 1,4-1-6,12 9 36,5-18 1,4-3-6,3-8 0,2-5-673,11-1 1,0-4 686,20-8 19,-24-5 1,0-6 89,2-10 0,-1-2-53,15-9 2,-17 2 1,-7-2-302,-11-7 265,-3-2 34,-8-8-29,-13 2-55,-2 1-28,-9 3-40,4 22 757,1 5-1681,10 9-237,7 1-1712,13 7-4245,13 4 7169,2 3 0,-11-3 0,-7-3 0</inkml:trace>
  <inkml:trace contextRef="#ctx0" brushRef="#br0" timeOffset="110062">4872 2574 11995,'0'-3'9270,"0"0"-5769,0 3-3216,3-22-189,-3 19 94,2-7-105,-3 24 21,5 9 51,10-5 33,13-5-5,15-8-67,8-12-62,7-9 11,-4-9 45,-9-4-51,-17 5 107,-12-14-112,-21 11 0,-11-11-5,-17 12-18,-10 10-5,-4 10 28,-2 15 17,3 9-34,5 10-16,9 7-12,10 6-22,12 5-12,12 5-16,7-10-292,12-10 1,6-2-622,-1-10 0,4-1-3964,15 7 1,2-2 4831,-6-9 1,-3-4 0,14 3-1,-23-8 1</inkml:trace>
  <inkml:trace contextRef="#ctx0" brushRef="#br0" timeOffset="110594">5780 2258 24475,'-31'-21'181,"0"0"0,-2 9 0,3 10-159,0 31 23,2 15-6,23-17 23,12 2 27,13-6 18,16-10-17,8-7-12,4-9 40,-3-6 56,-8-7 50,-12-3-45,-12-3-62,-11-4-44,-12-2-39,-9 1 5,-7 2-11,-1 6-67,2 7 0,9 7-359,5 11-728,8 7-2162,7 14 3288,9 12 0,-4-16 0,1 0 0</inkml:trace>
  <inkml:trace contextRef="#ctx0" brushRef="#br0" timeOffset="110887">5901 2560 18969,'2'4'3193,"0"-1"-1418,-2-3-1713,-45 69 83,40-45-5,-15 14 0,9-4 174,35-27-79,9-13-3386,10-11 3229,-15 1 91,5-9 72,-22 11-29,-2-1-128,-10 4-100,-14 3-85,-25 2 3358,6 3-4159,-25 5-4133,18 3 4187,-2 1 0,17-2 0,13-2 0</inkml:trace>
  <inkml:trace contextRef="#ctx0" brushRef="#br0" timeOffset="111360">2120 3636 4689,'-60'15'1098,"-1"-1"1,0 1 0,1 0 0,-3 0 0,3 0 0,2-1-84,3-1 1,1-1 0,6-1-299,8-1 0,2-1-205,-11 3 1,4-1 1613,7 0-2210,21-5 229,16-3 1374,20 2-499,30-3-701,-2-3 0,8-3-1010,-1-1 0,4-1 0,4-2 737,-4 0 0,4 0 1,2-1-1,2-1-32,-15 3 0,2-1 0,0 0 0,2 0 0,0 0 0,1 0-263,5-1 0,1 0 0,1 1 1,0-1-1,1 1 0,0 0 257,-6 1 0,0-1 0,1 2 0,0-1 0,0 0 0,1 1 0,-1 0-230,3 0 1,-1 0-1,1 1 1,0 0-1,0 0 1,1 0-1,-1 1 224,-7 0 1,1 0 0,-1 1 0,1 0 0,0 0 0,0 0 0,0 1 0,-1-1-127,2 1 0,-1 0 0,1 0 0,-1 1 1,1-1-1,0 1 0,-1-1 0,1 1 131,-1 0 0,0-1 0,0 1 0,1 0 0,-1 0 0,0 0 0,0 0 0,0 0-13,6 0 0,1-1 0,-1 1 0,0 0 0,0 0 0,-1 0 0,0-1 10,-3 1 1,1 0 0,-2 0 0,1-1 0,-1 1 0,-1 0 0,0-1 1,5 1 1,-1-1-1,-1 0 1,0 1-1,-1-1 1,-1 0 2,5 0 0,-2 0 0,0 0 0,-2 0 0,-1-1 108,5 1 1,-2-1 0,-1 1 0,-2-1-105,6-1 0,-3-1 0,-2 1 243,-12 1 0,-2-1 1,-3 0-355,6-1 0,-5 0-457,10-2 555,-28 3 0,-16 3 0,-8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3:40:26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1767 2563 15821,'-35'2'2951,"0"0"1,3 0-2101,-12-1 1,0 1-6,15-2-224,-7 0-253,20 0-167,8 0-151,7 0-40,1 0 28,13 0 34,18 0-51,1 0 1,3-2-368,-3 1 1,3 0 349,22-3 1,5-2-25,-16 1 0,1 0 1,-1 0-24,12-1 0,0-1-192,-3 1 1,3-1-1,-7 2-337,-15 2 0,-2 0-566,11 0 0,-4 0-879,-3 2-5961,-11 5 7977,-16 0 0,-3 0 0,-5-1 0</inkml:trace>
  <inkml:trace contextRef="#ctx0" brushRef="#br0" timeOffset="400">1732 2827 21209,'24'25'364,"10"-10"-413,6-18 1,11-7-1,-5-1-960,-2 3 0,-1-2 877,20-6 1,-4-1-76,-5-2-101,-5-1 0,-1-4 532,-19 7 1,-3-1-206,9-8 1,-3-3 204,-5-23 213,-20-7 285,-22 0-231,2 30 0,-4 2 74,-4 2 1,-3 3-40,-2 2 1,-1 1 308,-23-9-208,7 8-145,13 8 799,11 4-1208,10 5-112,6 2 5,8 10 422,12 11-383,17 20-13,-10-11 0,2 1-139,-4-5 0,-1 2 24,5 20 0,-6 2-462,-12-13 0,-4 1-85,-1 17 1,-7 1-3480,-9-9 1,-4-2 4148,-2-6 0,0-3 0,-7 9 0,10-21 0</inkml:trace>
  <inkml:trace contextRef="#ctx0" brushRef="#br0" timeOffset="29430">3685 2583 18257,'-3'-2'3674,"1"1"-1976,2 1-1256,-22-11-453,17 8-11,-17-4 39,22 13 33,0 14-33,5 5-12,2 10 1,6 0 22,12-4-11,-4-13 39,15-5 39,-8-15 45,8-9 168,2-17-28,-12-4-118,-6-3 293,-14-14-327,-9 23 91,-8-23 38,-13 13-156,-5 5-73,-2 6 0,-8 16-11,3 12-17,-14 11-11,3 14-6,22-3 0,1 4-11,-8 25 17,5 2-28,18 0-45,12-10-37,8-15 1,5 0-233,25 15-793,-7-23 0,2-4 698,24-1-194,-19-12 1,3-2-1110,3-5 1,0-2 837,-1-1 0,2-4 389,10-8 1,-3-3 556,-25 6 1,-3-2 69,1-3 1,-3-2 680,0-11 919,-4-9-533,-5 0-60,-7-3-153,-7 11 1346,-4 4-1962,-1 8 1106,-2 3-965,-1 9-118,0 2-336,-1 5-28,-1 10-6,1 0 17,-3 18-11,2 5-11,-3 29 6,4-2-291,4-22 0,0-2 290,1 13-5,1 0 0,1-20 22,1-7 84,1-9-22,4-19-34,2-2 57,6-18 658,4-7-584,-2 5 1,2-3-56,0 4 0,1 1-106,5-5 0,2 2 100,0 9 1,-1 3-26,16-7 39,16 10-95,-24 15-23,12 9 1,-17 11-23,-3 9-50,-3 7-207,0 8-718,0 7-2723,0 3 3715,-3-9 0,-9-18 0,-4-13 0</inkml:trace>
  <inkml:trace contextRef="#ctx0" brushRef="#br0" timeOffset="30549">5329 2636 23999,'-51'-32'257,"1"0"1,-1 2-1,4 13-173,7 31-39,-11 11-17,4 14-750,8 8 722,11 5 6,14 0-12,14-3 1,8-15 266,34-6-222,3-21-22,-10-7 0,1-3 184,24-16-5,-8-13 163,-13-7 55,-13-4-67,-9-1-61,-7 1-23,-4 3-39,-3 7-28,0 10 292,-2 11-466,-1 9-3,-5 15-3,-5 13 7,-10 20-18,7-16 1,-1 1-445,-3 6 0,0 2 441,-1 4 1,-1 2-31,1 2 0,0 2-45,3-1 1,2 1-29,2-5 0,4-2-22,5-7 0,4-3-146,10 10-45,13-22 23,11-23-1373,-7-10 1,1-4 1618,16-13 17,-10 1 0,0-3 33,-11 8 0,0-1 1,6-7 0,0-3 8,-2 1 0,-2-1 11,-1 0 0,-3 0 17,-4 3 0,-2 0 109,7-21 34,-12 14 5,-9 14-38,-7 12 3048,-1 8-3167,-5 8 817,-1 10-845,0 13-16,2 12 6,6 11-1,9 3-16,8-1-6,13-8-23,11-12 18,6-12 27,3-11 23,-2-13 0,-4-11 27,-4-13 68,-2-11 79,-7-11-214,-5-3 236,-10 1-29,-6 8-32,-10 9-46,-4 11-56,-7 10-50,0 8-39,0 5-56,2 9 12,1 7-1093,3 12-124,4-1 1300,9 14 0,-4-24 0,4 7 0</inkml:trace>
  <inkml:trace contextRef="#ctx0" brushRef="#br0" timeOffset="30996">6297 2661 20895,'0'-3'4913,"0"1"-3351,0 2-1506,-58-5-28,41 14-28,-42 0-11,59 15 0,10 0 22,12-4-5,13-6-6,10-7 22,4-11-11,-4-7-5,-7-9 44,-10-6-22,-12 3 90,-7-16-28,-9 9-6,-4-13 16,-8 10-32,-7 8-35,-9 10 29,-9 7-6,-5 13-23,-3 8-10,4 12-18,7 9-21,11 10-18,10 9-117,17 6-40,4-28 1,4-1-272,6-1 0,4-3-824,10 1 1,3-4 187,12 5-171,-14-16 1,-2-4-1958,3-7-2964,8-10 6190,4-11 0,-21 7 0,-1-2 0</inkml:trace>
  <inkml:trace contextRef="#ctx0" brushRef="#br0" timeOffset="31378">6771 2720 25802,'5'-50'644,"0"0"0,-1 5 0,-3 9-190,-10 17-308,3 9-107,2 4-11,2 5-17,-1 6-5,-3 9 5,-8 29-11,3-6-6,2-2 1,2 2 5,1 16-6,3-22 0,2 1-16,9 21 5,10-14-16,13-12-40,14-13 11,12-8 48,-22-8 0,0-4-344,2-2 1,0-3 359,1-5 1,-2-2 5,-2-2 1,-1-2 4,-5-1 0,-1 0 48,14-21-5,-17 5 0,-13 7 0,-17 6-28,-9 5 693,-9 3-715,0 4-54,1 3-154,7 4-430,4 3-813,5 6-7103,4 11 8548,5-1 0,0 1 0,2-8 0</inkml:trace>
  <inkml:trace contextRef="#ctx0" brushRef="#br0" timeOffset="31732">7523 2620 27734,'-32'51'90,"15"-9"-56,39-34 5,14-9-6,10-11-16,-10-5 0,1-1 0,6-6-1,-14 6 1,-3 0 45,-9 0 56,-8 0-6,-6 0-17,-13 6 28,-11 6 24,-12 8-147,-8 8 0,-3 8 0,0 8 0,6 4 0,8 12 0,14-13 0,9 15 0,23-17-511,17 3-1623,26-11 2002,-15-12 1,0-3-1,6 0 1,2-3-1</inkml:trace>
  <inkml:trace contextRef="#ctx0" brushRef="#br0" timeOffset="34454">9346 2300 21719,'0'-8'2728,"0"1"-1373,0 7-834,0 0-179,-13-11-85,-4 54-195,-9-15-746,10 15 1,2 16 0,0-1 683,3-13 0,2-1 0,-1 3-34,1 1 1,-1 4-1,0 0 1,4-1-137,1 6 0,3-2 0,2-2-110,2 9 0,6-2-995,4-17 0,4-1 0,4-4 1275,17 7 0,2-5 0,-13-8 0,-2-4 0,4-6 0,0-1 0</inkml:trace>
  <inkml:trace contextRef="#ctx0" brushRef="#br0" timeOffset="35949">10769 2787 20520,'-1'-52'793,"-1"0"0,1 0 0,0 5 0,-1 1 1,-3 8-223,-14-6-241,-4 17-178,-6 15-79,-7 21-45,4 5 5,2 12 1,0 6-221,9-5 1,0 1 183,-9 15 1,1 2-10,10-6 1,4 0-9,3-1 1,4-2-3,0 16 5,25-3 50,8-33 29,24-5 33,6-29-31,-24 2 1,-1-3-383,1-5 1,-1-4 446,-2-1 0,-1-3-3,-4 1 0,-2-2 162,-3 3 0,-2-1-48,5-20 29,-9 13-28,-8 13-95,-4 14-118,-2 6 801,-4 9-834,-3 10-12,0 3-95,-6 31-84,9-5-187,2-10 1,2 1-419,12 28 151,-1-31 0,4-1-358,5-2 0,3-3-367,4-2 0,2-4-73,3-4 0,2-4 549,0-3 0,2-5 714,-1-5 0,1-4 462,-1-3 1,-1-4 436,-1-3 0,-1-3 328,-2-2 0,-1-1-76,-2-2 0,-1-2-263,-2 0 0,-1-2-166,-1 0 1,-2 0 353,12-28-135,-11 7-151,-11 10-213,-13 11-212,-11 13-102,-16 11-39,-12 17-16,-8 16-284,23-8 0,2 3 258,0 4 1,2 2-18,3 1 0,2 0-11,5-1 1,3 1 278,0 23-309,18-14 33,14-13 22,17-14 28,11-17-10,12-16 27,-21-5 0,0-2-241,-12 6 1,0-2 249,8-14 0,-2-2-84,-15 8 0,-3-2 75,5-9 1,-2-4-4,-1-1 0,-2-1 31,-2 0 1,0 2 52,-3 4 1,-1 3 110,4-22 49,-8 22-90,-7 19-123,-1 11 375,-4 12-437,-5 13-16,-6 18-28,-1 19-3,9-19 0,2 2 106,1 5 0,2 2-456,1 12 0,4 2-639,3-7 0,2-1 569,-1-1 0,4-2-546,7-6 0,5-4-280,1-12 0,3-2-283,8 2 0,4-4-1725,13-9 0,1-7 3262,-14-2 1,-1-4 688,14-11 0,-1-5 645,-18 0 0,-3-2 131,7-6 0,-1-3-473,-3 0 0,-1-2-373,-2 0 1,-1-2 63,2-6 1,-1 2-219,6-14 248,-15 20 1,-7 3-204,-16 6 14,-18 5-373,-26 21-39,4 11 1,-2 4 1320,13-4 0,0 2-1380,-16 13 1,3 4-37,21-9 0,4 2 11,-4 6 1,4 2-29,8 2 1,4 0-1,4 9-22,25 2 0,15-35 34,16-7 16,8-20-260,-27 1 0,0-4 269,1-5 0,0-4 13,6-14 1,-1-2-3,-11 11 0,-1-2-326,8-20 0,-3-4 342,-11 12 1,-2 0 25,5-13 0,-1-1 42,-2 3 0,-1 1-65,-2 7 0,-3 3 149,-4 9 0,-2 3 126,-2-14-106,-10 21 401,-3 16-586,-5 21 11,-12 40-26,13-17 1,0 3 241,-6 17 1,1 7-398,6-16 1,-1 4-1,2 1 1,0-2-1068,1 4 1,0-1-1,1 1 818,-2 7 1,0 2 0,3-6-650,3-5 1,4-5 626,6-6 0,1-4 0,-2-1 0,8 6 0</inkml:trace>
  <inkml:trace contextRef="#ctx0" brushRef="#br0" timeOffset="36461">12944 2523 22167,'-5'-5'3215,"2"1"-2083,3 4-270,0 0-778,-47-59 28,34 44-98,-12-19 0,1 9 14,16 32-28,3 0-11,-10 23 11,11-10 5,10 31-10,6-28-6,28 23-40,7-18-67,-9-7 1,1 0-6,13 7-71,-19-6 1,-5 0 42,-14-4-1047,-26 30 637,-5-30-923,-36 16-471,15-26-369,-9-4 1091,12-10-1293,2-16 566,20-18 1671,7 10 1,3-4 1753,7-13 0,4-2 82,-2 8 0,1 1-144,2-3 0,-1 2 305,-5-4-644,-9 15-380,-5 14-454,0 8 123,-7 10-174,4 12-101,-4 4 23,-2 22-45,2 6-123,4-4 0,1 4-1255,2-3 1,0 1 1321,0 5 0,1-3 0,1 3 0,3-20 0</inkml:trace>
  <inkml:trace contextRef="#ctx0" brushRef="#br0" timeOffset="37511">14537 2475 21831,'-6'-52'1025,"0"-1"0,-3 5 0,-3 9-874,-4 22 23,-14 6-85,4 21-61,0 1-5,1 10 0,1 6-35,-10 18-256,11-10 1,2 2 255,8-6 1,5-1-28,8 27-24,20-7 86,18-12-1,13-12-5,3-13 0,-4-10 51,-13-9 83,-13-4-6,-14-4-55,-11 0 338,-4 4-361,-23-1 114,-1 7-192,-19 8 22,2 11 12,1 12-12,12-1 0,-3 25-22,20-12 0,-1 20-62,25-13-101,15-2 90,6-12-70,5-13 0,4-3-59,-7-8 0,1-3-385,14 2 0,2-4 220,-7-7 0,-2-3 33,1-2 1,-3-2 53,21-10 35,-21 5 1,-3 0 289,0-2 174,3-6 111,-27 11 118,-10 4 78,-1 2 39,-1 1 542,0 1-598,2 1-127,-1 2 149,0 1-380,5 0-5,9-7-68,11-9 17,10-13 34,4-14-62,-18 17 0,-2-3-473,0-5 0,-1-4 445,-1-5 0,-1-4 3,-1-7 0,-2-4-15,-5 18 1,-1-2 0,-1 0 3,-1-1 1,-1 0 0,-1 1 49,-1-16 0,-2 2 44,-2 10 1,-2 4 132,-6-15-96,1 29-117,2 18-23,0 20 11,-4 19-22,-5 26 0,7-14 0,0 4-58,0 9 1,0 4 40,3-13 0,0 2 0,1 0-653,1 4 0,-1 0 1,2 0 489,-1 0 1,2 1 0,3-1-451,4 3 1,4 0 0,1-5 24,-1 2 1,4-5-2211,14 5 0,6-8 2202,6-13 1,-4-7 0,-16-13 0</inkml:trace>
  <inkml:trace contextRef="#ctx0" brushRef="#br0" timeOffset="38695">15560 2651 25343,'-27'-23'241,"16"4"-174,42 23-22,8-5 0,3-5 44,-5-5 51,-9-6 12,-12-6-18,-9-4 6,-15-3 17,-8 3 5,-11 4 12,-6 9-29,-5 6-16,-1 11-39,-2 10-45,2 12-17,3 11-6,6 10-367,8 11 294,15-25 1,2 0-67,2 21-287,13-15 1,7-2-661,23 4 403,-8-14 0,4-4 56,-2-11 1,1-5 248,-1-3 0,0-3 171,27-11 269,-7-11-80,-6-9 427,-7-10 62,-4-7 162,-4-5 157,-4 1 23,-6 6-56,-8 13-146,-8 11-297,-4 11 66,-3 8-368,-4 21-17,-2 7-1,-4 23-27,2 3 11,1 4 0,2-3-33,4-7-1,1-11 337,0-12-264,2-11 17,2-15-6,11-24-22,-4 2 28,14-29 28,-4 10 11,6-9-28,-10 25 1,1 2-1,13-11-45,0 8 1,-2 15-12,-7 10 6,5 5-28,0 10-6,0 11 11,-2 12-16,-4 6-23,-5 3-56,-6 1-3845,-5 2 3543,-3-16-1065,-1 0-1668,1-17-2550,4-4-419,10-9 4452,16-20 2701,-5 2 1408,-2-5 0,-1-1-842,-3 3 1058,12-19-343,-19 21 35,-3-5-1826,-5 11 683,-3 1-947,-2 11 102,-1-1-80,1 2-161,5 1-79,2 0 3364,3 0-3387,3 0-5,-4 1 12,1 2 4,-1 2 7,-4 0-29,-2 0 34,-1-2 0,-3-1 235,1-1-235,0 3-44,1-2-1,1 4 22,0 2 12,0 4 6,-1 6-18,0 3-16,-2 0 17,-2 1-23,2-8 0,-1 1-5,1-5-1,-1 3 23,-1 8-17,0-4 12,-5 15-23,2-17-23,-3 10-156,5-11-834,0 0 1013,6-4 0,-3-5 0,4-3 0</inkml:trace>
  <inkml:trace contextRef="#ctx0" brushRef="#br0" timeOffset="39821">16919 2826 16376,'5'6'6346,"-1"0"-5641,-4-6 1715,0 0-2218,-3-1-29,16-1-105,-4-1 32,41-4-55,-7-3-28,10-3 22,0-6 28,-10-10 6,-5-6 0,-8-14 0,-21 5-6,-10 2-33,-4 13-3348,-20 5 3348,7 16-61,-41 8 66,27 7-11,1 3 0,1 3-6,-4 14-22,1 22 0,16-13-11,17-2 0,6 0-51,18 5-28,-3-9 1,4-1-313,18 3 130,-13-15 1,1-3-435,18 2 1865,-17-9 0,1-3-1445,15-7 415,0-12-51,-16-11 281,-1-11-214,-14 10 180,-1-5 17,-9 14 380,0-1-341,-1 6-48,-2 5-288,-2 5-34,-2 7 6,0 6 0,0 11-12,0 9 6,0 7-11,0-7 6,1 11-12,1-17-16,3 5 22,2-17 11,0-7 6,6-8 17,11-15 5,4-6 17,11-13 45,-5 2 16,0 1-55,-8 10 134,7-2-146,-14 16-83,6-2 27,-8 12 17,1 9-11,-4 2 11,9 21 1,-7-7-1,11 12-6,0-12-10,8-7 10,8-8 12,10-10-11,8-12-381,-28 1 1,-1-4 382,3-3 1,-2-5-4,0-5 1,-2-5 16,0-5 1,-4-5 5,-3-6 0,-2-5-635,-4-5 0,-4-3 655,-6 20 1,-2-1 0,-2 0 54,-2-18 1,-4 3-385,-4 7 0,-2 5 426,-9-15 125,-18 15-270,12 32 595,-11 4-595,10 26 0,0 20 0,12-6 0,2 4 238,1 11 0,2 3-238,2 10 0,4 3-368,3-16 0,2 2 0,2-1 220,1 3 1,2 0 0,1 0-150,2-1 0,2-1 0,1-1-516,0-4 1,1 0-1,-1-3 289,3 4 0,1-1-2262,6 2 0,-1-5 2786,0-4 0,3 2 0,-19-28 0</inkml:trace>
  <inkml:trace contextRef="#ctx0" brushRef="#br0" timeOffset="40005">18136 2619 21030,'-8'-5'4470,"2"2"-3809,6 3-252,0 0-370,17-65-50,19 46-232,-9-15 1,4 3 12,5 27 1,1 7-370,21 0 599,-15 2 0,-4 0 0,-12-1 0,18 4 0</inkml:trace>
  <inkml:trace contextRef="#ctx0" brushRef="#br0" timeOffset="41271">20300 2272 19920,'-16'-51'667,"1"0"1,0-1 0,-1 8-1,-2 2 1,-4 13-511,-10 20 0,-3 11-34,-23 11 14,14 22 0,3 12-78,15-2 0,3 5-851,1 0 1,0 5 0,4 1 794,6-1 1,4 2 0,2 3-39,3-2 0,1 4 0,2 1 0,0-5-23,1 0 0,0-4 1,2 5-107,0-11 1,2 5-1,0 0 1,1-1-1,-1-3-456,4 10 0,0-4 0,0 3-146,0-8 0,0 2 0,0-1 0,0 0-289,2 8 0,-1-1 1,-1-2 715,-2-10 0,-2-2 1,-3-3-49,-5 8 1,-10-6 831,-25-7 1,-7-8-186,16-11 1,-2-5-1,-16-1 0,1-10 631,1-26-558,24 2 0,3-6 28,-1-11 1,3-6 30,6-11 0,6-4-349,5 15 1,4-2-1,2 0 82,3-2 0,2-2 0,2 1-36,4 0 1,1 0 0,3 1-31,0 2 1,1 2 0,2 1-36,0 3 1,2 2-1,0 2-198,0 3 1,1 1 0,1 3 161,15-13 1,1 2 2,2 4 1,2 1-3,0 0 0,2 0 7,-16 12 0,0-1 1,1 0 8,9-7 1,2-2 0,-3 2-1,2-2 1,0-1 18,-5 4 0,3-3 1,-5 2 84,-4 2 0,-3 1 931,5-5 1,-3 1-265,-8 6 0,-5 1 120,0-4-187,-15 12-160,-17 13 1500,-1 4-1752,-5 0-95,6 5-174,4 1 1569,5 10-1558,4 9-5,7 14 11,8 14-40,-5-21 1,1 2 8,0 14 0,-1 0-12,-4-14 1,-2 0 0,-3 17 0,-6-1-233,-6-17 0,-4-2 233,-4 7 0,-3-1-82,-5-3 0,-1-3 191,-12 6-73,9-14 0,18-22 0,13-16 1,8-12-18,10-15-25,-4 18 0,4-1-1419,9-8 1,2 1 1418,-8 10 0,0 1-6,14-9 1,1 2 59,-11 12 1,1 1-97,15-7 1,1 0 24,-7 6 1,1 0-370,4-1 1,-1 1 399,8-2-19,2-5 20,-20 9 49,6-9-38,-19 12 3053,-4-2-3020,-13 12 61,-1 1-27,-2 1 1118,-9 3-1174,-5 6 3,-13 13-42,10-1 5,-2 7 0,13 0-11,2 25 11,5-16-6,11 23 0,9-34 6,2-1 6,15-5 11,5-15 11,2-7-225,1-12 236,-21-3 57,-8-12-12,-12 1 22,-12-20-28,-5 5 6,-15-12-56,11 27-5,-2 1 5,9 19-163,-2 5 51,4 4-728,-3 25 157,10-6-2095,2 28-543,6-20 2510,8 13 1,-11-31 0,1-1 0</inkml:trace>
  <inkml:trace contextRef="#ctx0" brushRef="#br0" timeOffset="41804">21926 2409 26642,'22'-21'84,"-5"5"-44,-15 74-29,-7-12-3,2-13 1,-1 0-15,-10 16 6,2-16 39,-3-4-5,9-20 22,-4-2 17,8-25-1,2-21-27,3 0 2,2 7 1,3 0 44,3 2 1,3 1-23,1-1 0,0 1-498,15-24 462,-5 23 5,8 5-34,-3 13-10,16 0 5,-7 23-11,0 12-12,-10 4 6,-13 1 1,-4 2-7,-3 16 12,-7-13 0,-3 0 5,-13 16-3227,-9-11 3244,5-16 23,-2-12-12,12-18 326,1-12-303,16-21 0,8-11-1,-4 22 1,4 1-110,0 0 0,3 1 112,1 2 1,2 3 42,28-14-28,6 13-48,-26 17 0,1 3-3,19 3 0,-13 8 0,1 4-33,14 12-9,-16-5 0,0 3-76,-9-2 1,-3 2-745,20 24-241,-17-7 1092,-15 14 0,-10-33 0,-5 8 0</inkml:trace>
  <inkml:trace contextRef="#ctx0" brushRef="#br0" timeOffset="43028">24249 2505 24736,'33'-41'225,"0"1"0,0 0 1,-2 1-1,-1 0 1,-5 3-179,-5-3 1,-3 3-37,-3 5 0,-1-3 7,-1-6 1,-1-4 0,0 0-5,2-11 0,-2-1-637,-1 13 0,0-2 1,0-2 624,-1 1 1,0-3 0,0 1 0,-1 3-496,2-18 1,0 1 501,0 6 0,-1-3 1,-1 6 4,-2 9 0,-2 5 774,1-17-822,-6 39 91,-4 11-40,-9 25 17,-11 28-34,6-8 0,-1 4-433,4-4 0,-1 2 1,0-1 423,-5 13 1,-1 5-54,6-8 1,0 6-1,0 1 1,2-3-91,3-1 1,2-2 0,1 4-213,0 0 0,-1 5 0,2-1 0,3-5 140,4-7 0,2-4 0,3 0-597,3 1 0,4 0 0,3-4-650,5 2 1,6-4-2317,12 7 1,4-6 2105,-14-14 1,2-7 280,21-7 0,-1-9 1400,-5-14 0,6-11 0,-2-6 1003,-5-7 1192,-13 5 1,2-5 0,-2 1-256,-3-1 1,-2 0-530,10-16 1,-2 0-376,-9 13 0,-4 2-361,-6 6 0,-2 0 378,-1-15-303,-15 11 1570,-8 12-2068,-7 10 2037,-6 9-2205,-4 15 718,4 3-751,-16 31-35,13-2-144,9-10 1,2 1 118,6-3 1,3-1-20,0 28 11,9-15-16,14-1 44,3-26 6,13 0 50,0-22 28,0-9-39,-6-3 135,0-19-35,-13 8-4,3-13 38,-7 11 515,-3 7-509,-2 7-78,-1 8-90,-2 5-45,0 5 17,0 8 17,-2 10-34,0 15 23,0 7-34,6 5-45,6-2 39,10-6 23,1-14 11,14-6-5,8-17 21,4-8 40,7-12 0,-15-12-5,-6-9-12,-12 4 62,0-16 117,-5-5 1,-2 0-18,-5-4-149,-6 21-52,-6 9 0,1 10 0,-3 10 0,2 7 0,0 6 0,3 10 0,1 12 0,9 18 0,9 13-139,-4-24 1,2 2 138,1 0 0,1 1 0,-1-1 0,0-1 0,10 24-64,-10-8 64,-9-10 0,-11-7 0,-10-8 0,-12-6 0,-12-9 44,-9-4-923,-2-11-1335,7-8 2214,15-8 0,13 8 0,9 1 0</inkml:trace>
  <inkml:trace contextRef="#ctx0" brushRef="#br0" timeOffset="43420">25939 2389 27566,'19'-60'104,"0"1"1,-2 0 0,-2 3-80,-8 15 0,-2 0-755,0-6 0,0-1 772,0-3 0,-2-1 25,0 2 0,-1 1 31,-3 5 0,-1 3 546,-5-19-531,-3 24 134,2 19-247,2 11 0,0 10 0,-1 15 0,-3 22 0,5-8 0,1 4-94,-1 9 0,3 2 94,1 7 0,4 1-31,1 2 0,4 1-135,1-2 1,2 0-135,1-3 1,1-2-155,0-5 1,-1-2-197,-2-8 1,-1-2-1732,4 14-4676,-2-22 6289,-2-16 0,-2-10 1,-2-1-1</inkml:trace>
  <inkml:trace contextRef="#ctx0" brushRef="#br0" timeOffset="43578">25930 2104 17932,'-7'-5'5904,"2"2"-5400,5 3-241,0 0-285,57-52-1258,-2 33 846,-2-10 0,5 2-1137,-11 19 0,0 4 1571,3-4 0,-4 0 0,7 0 0,-11-3 0</inkml:trace>
  <inkml:trace contextRef="#ctx0" brushRef="#br0" timeOffset="43788">26422 1340 24385,'0'-7'3439,"0"2"-2817,0 5-454,10 5-129,-2 46-1678,5-2 1631,-10-9 1,-1 7 0,-2 2-390,-2-3 0,0 1 0,-2 2 240,1 12 0,-2 3 1,0-1-108,1-15 1,-1 0 0,0-1 0,-1 0-587,-2 11 1,0 0-1,-1-2 850,-2-2 0,-2-2 0,2-5 0,3-4 0,-1-5 0,-2-8 0,0 0 0</inkml:trace>
  <inkml:trace contextRef="#ctx0" brushRef="#br0" timeOffset="48071">1630 4065 23954,'-37'-15'-213,"10"6"-3,53-3 1,19 1-180,-6 2 0,4 2-2293,2 1 0,3 1 1,-1 0 2073,2-1 1,-2 2-1093,12 3 1,-9 8-746,-27 14 32,-28 18 2111,-16-12 0,-8 0 372,-12 6 0,-5-1 432,11-8 1,-1 0 0,-2 1 1319,-7 4 1,-3 2 0,3-3-882,-1 2 1,0-1-63,9-5 1,-2 0 0,6-3 336,-12 9-796,4-3 2915,25-14-2792,29-9-274,26-13-241,-4-1 1,4-2-452,9-6 1,4-3 418,-13 5 1,2-1 0,-1 0 54,0-2 1,0 1 0,-1-2-38,15-7 1,-4-2 19,-10 3 0,-5-2-96,-11 3 1,-5-2 90,-3-26 5,-25-2 56,-17 1 11,8 28 0,-3 2 308,-24-17 253,5 11 60,10 11 610,13 8-1152,11 6 1094,4 4-1235,9 9 223,9 12-234,15 19-19,-11-11 0,1 2-419,1 8 0,-2 3-16,-2 5 1,-3 3-4020,-4 6 1,-2 1 4450,-4-5 0,-3-4 0,0 16 0,-2-29 0</inkml:trace>
  <inkml:trace contextRef="#ctx0" brushRef="#br0" timeOffset="50032">3502 4268 11010,'0'-5'9639,"0"1"-8874,3-25 0,0-7 315,0 5-657,0-9 0,0 1 199,-2 15-270,-1 9-307,0 9-90,0 11 45,0 15-5,0 20-1,0 19-64,0-22 0,-1 2-718,-1 5 0,-1 1-596,0 3 1,-1 1 1383,-3 5 0,0-2 0,0 8 0,0-10 0</inkml:trace>
  <inkml:trace contextRef="#ctx0" brushRef="#br0" timeOffset="50341">3451 4565 16097,'-8'-50'1236,"0"-1"1,-1 1 0,1 4 0,0 0 0,0 4-789,-1 0 0,0 4-123,2 5 0,1 1 16,-2-21 61,15 15-335,14 10-17,21 10-38,0 8-7,1 11 1,4 5-572,-10 5 1,0 4 545,19 8 1,0 7-9,-8 6 0,-4 6-401,-16-10 0,-2 2 1,-2 1 288,6 21 0,-7 2 5,-9 0 1,-8-1-119,-11-3 0,-9-3 242,-7-5 0,-7-3 13,-7-5 1,-5-5-366,-2-3 1,-3-5 216,1-4 1,0-4-211,3-5 1,1-4 21,6-6 0,3-5-1984,-16-20 2318,17-29 0,16 22 0,9-6 0</inkml:trace>
  <inkml:trace contextRef="#ctx0" brushRef="#br0" timeOffset="50796">4246 4390 25438,'13'11'213,"10"-2"-112,17-4-6,7-8-22,4-8 5,-5-7 12,-9-4 39,-9-1 11,-12-3-23,-9 0-21,-12 0-12,-9 2 11,-12 7 0,-8 7 6,-5 7-12,-2 10-16,3 6-28,6 10-23,9 7 1,8 8-23,9 8-28,13 7-194,6-17 1,4 0-333,10 12-1175,0-14 1,2-3 1728,23 4 0,-17-10 0,-3-7 0</inkml:trace>
  <inkml:trace contextRef="#ctx0" brushRef="#br0" timeOffset="52096">5067 4426 8315,'1'-6'8951,"-1"1"-3098,0 5-4705,1-62-576,-5 37-362,3-12 0,-4 3 37,-11 20-175,1 8 1,-12 8-28,-7 13-17,-14 13-9,15 1 1,1 3-541,6-1 1,1 0 522,1 1 1,3 1-14,0 26 0,18-18 11,15 1 0,19-11 0,22-14 0,-20-13 0,2-3-129,1-3 1,1-4 136,-2-1 1,0-3 24,-1-6 1,-3-1 11,8-9 89,-4-15 46,-25 7 1082,-2-10-959,-5 1 150,-6 3-346,1 19 208,-3 7-287,0 21-17,1 2 6,-10 23-17,2-1 0,-1 2 0,-9 20-342,3-7 1,-2 3 341,0 0 0,1-1-6,3-8 1,1 2-7,0-3 1,1 4 0,2-3-68,4 6 1,3-3 8,2-3 0,3-2-126,13 24-33,19-46 83,0-18-251,20-19 7,-20 0 0,1-1 183,-6 4 1,1-1 10,18-20 0,1-3-248,-19 14 1,0-1 460,12-16 0,-1 0-3,-13 13 0,-2 2 33,4-7 1,-2-2 213,-5 5 0,-2-1-110,-2 1 1,-1 1 16,7-25 182,-17 14-216,-6 28 326,-3-6-410,0 18 843,-2 7-881,0 12 404,0 15-421,2 12-1,1-5-11,7 11 6,11-2-11,6-4-1,14-3 29,-7-23 148,10-8-126,4-17-17,-9 0 79,16-23 33,-27 5 28,7-15 1,-15 5 10,-7-2 0,-2 1-128,1 3-84,-2-22-1,-4 54-10,-2 2-354,1 9-397,0 3-801,4 11 353,0-3-8571,12 14 9635,-4-16 0,1 5 0,-6-16 1</inkml:trace>
  <inkml:trace contextRef="#ctx0" brushRef="#br0" timeOffset="52430">6134 4474 25724,'8'-19'386,"0"5"-363,-8 22 5,8-1 0,1-2 22,25-2-39,1-9-3,-2-1 1,1-1 2,7-7 17,10-9 28,-30 4 40,-2-7 49,-11-3 62,-8 0 68,-7 3 33,-6 6-174,0 9 96,-13 7-157,3 16-29,-15 14 1,-2 20-375,6 0 338,9-4 1,3 3-49,2 16-92,11-17 1,9-2-628,19-12 1,9-5-1826,0-5 0,4-5 2584,19-2 0,-1-4 0,-5-3 0,1-2 0</inkml:trace>
  <inkml:trace contextRef="#ctx0" brushRef="#br0" timeOffset="56978">7824 4051 24195,'-11'-36'420,"0"0"0,-17-4-364,7 66 0,1 17-37,3-14 1,-1 3-852,-3 8 1,-1 4-1,2 3 822,2 2 1,3 1 0,1 0-3,1-10 1,0 0 0,2 3-152,2 5 1,1 6 0,2-1 0,6-7-577,8 4 0,5-3 24,-1 11 1,6-4-2781,18-15 0,6-9 3495,-10-12 0,-1-3 0,24 11 0,-22-15 0</inkml:trace>
  <inkml:trace contextRef="#ctx0" brushRef="#br0" timeOffset="60715">8633 4667 22251,'7'-44'911,"1"-1"0,0 7 0,-3 7-765,-5 20-146,0 11 11,0 14 11,-2 15-10,1 5-1,-2 2 0,-1 2 0,-4 21-371,2-16 1,0 1 353,0-9 1,1-1 5,-6 26 16,3-14 68,3-17 35,2-15 256,3-19-269,5-16-5,5-20 0,6-19-125,-6 23 1,-1-2 76,2-5 0,0-3 0,-2-6 1,1-3-10,0-4 1,0-2-456,-2 19 1,0-1-1,1 1 418,1 1 1,1 1-1,1 1-4,9-15 0,3 5-110,0 9 1,4 4 100,-2 10 0,3 5-10,23-2-1,-6 25 0,-8 23 23,-9 24-9,-21-4 0,-4 2 82,-3-12 1,-3 0-83,-9 21 1,-8 1 229,-1-18 0,-4-1-222,-7 9 1,-2-1-1,-1-8 1,1-3 2,3-7 1,1-4 279,-9 3-159,9-14-40,19-11-38,0-2 586,9-3-632,4 1 915,7 2-931,11 2 0,15 4-28,11 5-45,11 5-267,-27-6 0,1 1 102,3 0 0,-1 0-225,1 0 0,0-1-316,0-1 1,0-2-418,-2-1 0,-1-2-2110,27-7 628,-7-9 1737,-10-11 1479,-9-6 1136,-10-4 797,-10 0-165,-6 2-139,-10 2-974,-4 3-170,-6 4-474,0 4-275,0 8-162,3 6-3426,1 13 3337,3-1-1,2 14-11,4-4 0,6 4-6,6-5 6,8-4 28,7-6 3409,4-10-3387,2-7 12,-2-9 11,-2-9 44,-6-3 74,-7-2 33,-8 3-51,-11 7-66,-9 7-46,-10 9-49,-7 7 16,-3 10 0,2 10-28,4 11-17,9 9 0,7 5-17,12 3-83,12-2-174,11-1-314,13-2-348,12-3 255,-21-23 0,1-2 423,2-3 1,1-4 146,28-2 130,-7-16 121,-11-10 118,-11-11 83,-10-6 68,-6-5-5,-3-2-40,0-1-27,0 5-96,-1 11-151,-4 14 359,-3 13-404,-1 16 4,0 13-4,-1 13-6,-1 7-10,-2 0-1,0-3 0,0-8 11,0-10 90,3-12 56,3-12-28,7-13-22,8-10-17,5-13-23,2-7-5,0-3-11,0-2-34,-1 6-6,-1 8 0,-1 11-10,1 11-18,2 8-11,9 17 6,-13-2 5,10 21 12,-17-4 5,1 8-11,-7 6 0,-5-13 0,-3-5-17,1-12 34,0-10 6,4-3-18,6-9 6,8-9 1,5-11 4,5-6 1,-3-4 0,-2 4 0,-5 7-34,-6 11 17,-7 9 0,-2 8 0,-1 8-3403,4 14 3397,-1-2-39,6 11-95,7-8 51,-3-5-169,18-2-83,-1-12 33,18-8 215,-17-3 1,1-3 75,15-7 20,-18 2 0,-3-1 30,1-7 3432,2-5-3319,-12 3 173,-11 6-190,-8 9-51,-10 6-39,-1 7 62,-12 11-28,0 11-34,-7 25-33,10-13-1700,7-2 1,5-1 1688,4-6-7,11 24-10,11-24 22,23 4 6,-10-16 16,26-13 0,-35-10-2156,22-23 2196,-31 10 78,6-22 6,-20 10 78,-14-18-146,0 16 2314,-20-10-2292,5 22 18,-19-3-107,19 13-11,-6 5-22,21 10-23,3 6 3314,2 7-3404,3 1-402,5 9-1592,9 5-6771,11 9 8900,0-5 0,-5-10 0,-9-17 0</inkml:trace>
  <inkml:trace contextRef="#ctx0" brushRef="#br0" timeOffset="61063">11516 4533 20509,'2'-5'4425,"0"1"-3383,-2 4-628,15-61 471,-9 37-793,3-10 1,-1 4 97,-6 21-167,-1 8-23,2 11 5,1 1 7,11 37-18,-5-16 6,0 0 0,0 2-11,4 10-12,4 15 18,-3-19 5,-1-6 11,-6-21 6,-2-7 61,6-12-55,-5-1 21,10-16 68,-1-12-39,2-4-39,-2-1-1,0 3-16,2 5-34,-3 7-83,10-4-152,-11 23-23,3-1-1382,4 17 782,-10-2-1891,12 15-455,-11-9 3221,14 12 0,-16-17 0,5 4 0</inkml:trace>
  <inkml:trace contextRef="#ctx0" brushRef="#br0" timeOffset="61587">12151 4589 26698,'15'7'342,"4"-4"-308,-1-6 38,17-9-16,-8-4 6,10-11-17,-11-2 22,-4-2 34,-10 1 0,-6 4-51,-7 8 73,-12 1-28,-2 9-50,-4 0 0,3 7 151,-34 34-185,21-2-199,0 0 1,2 3 193,6 22-12,8-11-19,9-11 0,5 0-59,10 9-108,15 14 75,17-26 66,10-15 46,-8-12 16,9-15 6,-10-10 8,-11-2 0,0-5-297,-6 2 0,-2-3 308,4-9 1,-3-1-9,-9 10 0,-3 0 59,1-6 0,-3 0 176,1-18-123,-8 20 1,-1 1-141,-5-11 345,-3 7-345,-1 23 50,2 7-50,2 5 626,2 14-626,2 1 0,5 14 0,1 5 0,11 23 0,-8-21 0,2 2 0,6 9 0,1 1-442,-8-14 1,0 0-142,4 15 0,-6 0-958,-14-10 1,-6-2 920,-4-5 0,-3-4 0,-13 8 0,5-17 1</inkml:trace>
  <inkml:trace contextRef="#ctx0" brushRef="#br0" timeOffset="64929">13872 4293 22554,'-5'-46'558,"-1"0"0,3 6 0,-2 9-289,-11 21-168,1 7-34,-18 18-56,9 0 0,-17 25-22,15 13 6,6-9-12,10-12 0,5 0-33,18 16 27,8-4 18,19-4 27,1-24 12,-10-8 55,-2-7 118,-17-5 79,-2 0-45,-16-5-179,-12 3-34,-7 1 6,-22 8-1,0 6-16,12 2 0,0 3-12,4 4 1,2 1-6,-16 15 0,17 0-6,21-7-22,13 7-39,14 0-163,23 3-425,-14-23 1,5-2 102,5-2 1,4-2-379,16-3 0,1-4 619,-17 0 1,-1-3-155,17-5 0,-3-4 333,-24 1 1,-3-1 159,4-3 0,-2-1 274,10-11 510,-19 3-212,-20 9-298,-7 6 354,-11 7 38,0 7 620,-5 3-1045,6 2 190,-1 5-123,10-9 298,13 1-388,14-11-162,9-2 19,0-5 1,2-3 31,19-12-644,-12 5 1,-1 0 592,12-11 25,-15 0 0,-2-4-64,-11 5 0,-3-2-28,6-4 0,-2-5 27,-4-16 1,-6-2-17,-7 14 0,-1-2-11,0 4 0,0-2 0,-3 1 25,-3-7 0,-3 2-111,0 7 1,-2 3 169,-5-11 162,-3 18-207,5 24-34,-5 11 1,-4 22 1118,-4 25-1153,5-2 1,1 5 5,3-2 1,1 5-555,2 1 0,1 5 0,1-2 427,3-12 1,2-2 0,1 1-186,0 6 1,2 1 0,2-2-1196,5 6 1,3-5 949,-1-14 0,3-4-2424,14 3 0,5-7-4697,19-6 5491,-13-11 1,2-6 2192,-5-11 0,-2-7 344,0-3 0,-2-3 2658,-2-5 1,-2-3-517,-2-1 1,-2-2-1006,-4-1 1,-2 0 580,11-27-494,-9 5-437,-8 10-363,-13 10-483,-2 12 1797,-10 4-1930,5 11 1533,0-1-1668,6 6 347,3 4-359,6 3 7,6 3 4,13-1-10,10-4 0,8-6-1,5-8 18,6-15-18,-20 2 29,-1-15 11,-24 6 5,-3-9 45,-10-1-50,-1 12 89,-15 0-83,2 18-12,-13 5 11,-2 20-38,-6 13-12,0 16-3,22-19 0,2 3-8,3 2 0,4 1-23,1 1 0,4 0-67,4-1 1,5 0-262,8 0 1,4-3-31,11 8-151,18-7-398,-14-24 0,1-6-104,23-6 964,-14-1 0,-1-3 106,-10-3 0,-2-3 90,-3-2 0,-1-3 333,18-24 173,-10-6 107,-9-1 23,-7 3-84,-7 12-147,-5 12-161,-4 12-197,0 8-123,-1 4 340,-3 6-362,-1 10 0,-6 14-17,2 1-17,-5 29 17,7-18-11,-1 17-17,7-21-12,5-9 12,0-10 28,5-9 12,2-11 4,4-10 1,3-10 11,4-12-11,3-9-17,2-5 28,0 3-6,-3 11-22,-8 15 6,-7 10 5,-5 14 6,-1 9-11,2 13-12,2 10 6,0 2 6,-2-8-6,3 3 11,1-15 0,2-1 23,5-13-1,4-17-5,10-8 6,6-16 16,4-8-31,-20 19 1,-1-1 22,4-2 0,-2 0-19,8-8 16,5-1-11,-18 24-6,1 4-22,-1 4-5,1 11-1,2 6-11,1 11-5,0 10-40,-3 7-89,-3 3-235,0-1 39,-5-10-1480,13 5 24,0-19-264,30 2 1837,-16-19 270,24-11 637,-27-5 662,1-3 50,-17 4-391,-11 3-410,-8 6-297,0 2-78,-1 3-118,5 3 11,5 1-22,7 1-28,7-3-11,6 0-17,5-6-11,4-5 11,1-8 5,-1-10 12,-2-9 50,-6-5 51,-10-2 50,-9 7 6,-11 7-51,-9 7-34,-9 9-33,-5 6-39,-7 9-17,-2 11-5,-4 16-29,0 15 3,19-16 0,2 2-276,1 3 0,4 0 245,1-1 1,5 0-96,10 26-170,19-11-239,21-13-84,13-13 373,-24-13 0,0-5-89,0-4 1,1-3 283,-1-2 1,-1-4 56,-1-3 0,-2-2 64,20-23 90,-12-4 106,-12-4 107,-10 4 78,-7 6 675,-5 11-921,-2 12-115,-2 7-70,0 6 367,1 7-362,3 9-22,0 12 0,1 17 0,-3-13 0,0 12 6,-1-21-1,0 1-5,1-9 51,0-8 10,4-10-21,6-8-7,8-11 1,8-7 5,6-7 3,-8 15 0,-1 1-8,11-8-15,-8 10 1,0 3 13,10 3-5,10 2-22,-5 14-3392,-2 20 3380,-18-2 0,-2 22 18,-16-12-18,-4 7 6,-4-8-11,-2-9-12,2-10 3404,0-6-3543,8-7-465,8-4-1687,12-3 1466,12-7 0,-15 6 0,-2 0 0</inkml:trace>
  <inkml:trace contextRef="#ctx0" brushRef="#br0" timeOffset="65696">17903 4658 16975,'-1'7'6385,"-1"-2"-5332,2-5-683,0 0 481,70-39-352,-39 15-497,12-5 0,-2-3 424,-15-11-130,-9-13-189,-8 5-35,-7 12 1,-2-4-23,-5-12 1,-3-1-598,1 0 0,0-2 569,0 15 1,-2-1-1,1 4 42,0 0 1,-1 5-9,-1-8-5,4 22-74,4 20 23,1 6 28,6 42-17,-1-16 1,0 1-67,1 6 0,0 4 51,0 3 0,1 4 1,-1-2 31,-1 6 0,0 1-71,0-3 0,-1 3 0,1-2-147,-1 9 0,2-3-264,2-4 0,3-2-676,3-5 1,5-4-1069,3-5 0,3-4-4064,19 14 6262,2-14 0,-28-24 0,-1-2 0</inkml:trace>
  <inkml:trace contextRef="#ctx0" brushRef="#br0" timeOffset="65879">18060 4446 25141,'19'-45'41,"1"0"0,2 4 0,6 11-363,6 22 0,3 7-2874,5-1 0,0 2 3196,-1 2 0,-3 0 0,12 0 0,-21 2 0</inkml:trace>
  <inkml:trace contextRef="#ctx0" brushRef="#br0" timeOffset="66353">19811 4340 22128,'-4'-62'1088,"0"1"1,0 16 0,-4 5-882,-18-6-112,-9 46-5,-9 29-51,5 9-267,18-4 1,0 8 0,2 0 241,-1 15 0,2 4-469,4-17 0,0 4 0,0 1 0,2 0 415,2-2 1,1 1 0,0 0 0,2 0-575,-1 4 1,0 0 0,2 1 0,-1 0 105,2 1 0,0 1 0,0-1 0,1 1-1211,0-1 1,1 0 0,1-1 0,-1-2 1718,1 9 0,0-3 0,1-4 0,0 0 0,-1-6 0,1 3 0</inkml:trace>
  <inkml:trace contextRef="#ctx0" brushRef="#br0" timeOffset="67161">19204 5974 12023,'-14'-60'931,"0"1"0,6 11 1,2-1-1,4 2-307,9-11 1,6 0-1836,-2 8 0,2-2 0,3 0 1502,3 0 1,2 1-1,2 0-112,0 3 1,2 1-1,1 1-62,-1 3 0,1 2 0,1 1-74,-2 2 0,1 2 0,0 1-29,12-14 0,1 2-25,1 3 0,1 1-12,0 3 1,1 2 277,0 3 0,0 1-258,-2 2 1,-1 0 4,-3 4 1,0 0 14,-5 3 0,-1 1 11,11-8 218,0 4 606,-24 18 2722,1-1-2392,-14 10 2565,-4 1-3708,2 5 642,4 6-658,6 16-18,5 14-5,3 15-237,-11-22 1,-1 0 220,2 22-21,-9-11 1,-4 0-15,-9 13 45,3-20 1,-1-1 16,-7-1 96,-1-15-12,11-19-17,-1-14-44,7-4 67,9-36-62,6 7-34,0 11 1,2-1-12,2 6 1,3 1-214,3 2 0,2 1 182,3 2 1,2 2-6,4 3 0,1 3-28,3 1 0,1 2-45,0 2 0,1 2-11,-1 1 0,0 1 22,-2-1 0,-3 2 93,8-2 490,-8-1-406,-29 5 44,-2 0 62,-3-1 23,-2 0-6,-1 0 344,-3 0-456,-3 2-34,-4 0-27,-4 8-23,-3 6 5,3 3-10,0 21-7,9-4 12,2 15-16,14-6-1,10-3-11,12-5 0,6-8 39,-1-10 11,3-11 23,-9-10-6,-5-5 57,-8-11 27,-9-1 17,-2-11-6,-6-4-22,-6-1-11,-4 4-23,-4 5-50,-2 7-44,-1 8-74,0 7-190,1 7-426,2 10-750,5 7-2034,4 7 3490,12 6 0,-5-13 0,6-1 0</inkml:trace>
  <inkml:trace contextRef="#ctx0" brushRef="#br0" timeOffset="67504">21218 4476 17456,'3'-3'5932,"-1"0"-2515,-2 3-3395,34-38-11,-25 35 29,25-14-12,-35 51-12,-2 15-4,-3 5-1,-3 7-11,3-21 5,-1 5 1,4-28 33,2-3 45,8-12-73,2-8 17,20-16 12,9-10-26,-10 9 0,1-2 0,4-2 0,2 0 16,11-4 1,3 1-1061,-7 8 0,-1 2 1038,-1 2 0,-1 3-2,-5 8 0,-3 4-56,12 13 33,6 11-2812,-11 29 2661,-17-12-1147,-16 0 0,-6 0-1378,-8-2 2495,-11 22 0,11-40 0,0-2 0</inkml:trace>
  <inkml:trace contextRef="#ctx0" brushRef="#br0" timeOffset="68980">22039 4657 21355,'-26'-20'2644,"4"2"-2364,16 5 207,0-4-56,3 3-55,-1-7 38,3-6-229,7 4-118,1-1 40,11 2-79,4 5-17,21 0-6,-10 8-5,26 20 0,-26 10 0,6 11-28,-12 12-106,-15-1-463,-9-7 1,-4 1-597,-4 14 1193,-6-10 0,-1-3 0,2-15 0,-3 9 0</inkml:trace>
  <inkml:trace contextRef="#ctx0" brushRef="#br0" timeOffset="69587">23467 3889 21203,'-9'-45'1176,"-1"0"1,2 4-1,-4 10-1013,-11 17-91,-5 21-38,3 8 11,1 18 0,2 9-23,4-1 0,2 5-455,-1 0 1,0 4 0,1 2 430,2 0 0,2 0 0,0 2-625,1 3 0,0 2 0,1-1 515,0 1 0,2 0 0,0-1-133,0 1 1,1-1 0,1-3 63,1-12 0,1-1 0,-2 1-574,-5 14 1,-2 3 0,0-8 97,1-11 0,-4-1-70,-7 9 1,-6 5 0,-1-10 286,2-17 1,-2-6 237,-10 10 0,0-8 230,-12-26 280,19-25 392,18-27-190,16 18 0,5-1-255,-1 4 0,3 0 133,7-4 0,4-4 1,0 4-213,5-6 0,2 1-379,-2 3 1,3-3 0,-1 3 174,10-8 0,1 4-182,2 0 0,0 4-79,-9 10 1,2 1-2147,1 2 1,2 0 0,-2 3 2434,-4 3 0,0 2 0,5-5 0,-3 3 0,-7 6 0</inkml:trace>
  <inkml:trace contextRef="#ctx0" brushRef="#br0" timeOffset="70262">23664 4175 15165,'2'-4'6845,"0"1"-3568,-2 3-3255,24-43-84,-17 32 34,17-26 68,-24 52-29,2 11-22,3 13 11,4 6 0,2 5-12,-1 2-10,-4-1-17,-6-4 5,-7-8 40,-6-11 33,-6-12-11,5-9 95,-4-8-49,10-10-2,0-11-32,15-11-40,11-8 0,6 5-14,4 6 0,5 0-411,-5 8 0,3 2 405,13-11 1,2 2-4,-5 8 0,0 2-270,-1 1 0,0 2 276,-3 2 0,-1 2 6,-3 0 0,-2 2 5,21-8 51,-15 5 45,-14 5 17,-13 2 769,-7 4-831,-3 1 599,-6 1-622,-5 1 0,-11 6-5,-7 8-6,-1 11-16,1 9 5,7 7 0,9 5-11,8 1-1,12-1 7,3-12-1,14 1 12,9-11 27,0-6-5,0-5 118,-2-23 0,-12-5 16,7-13-28,-11-9-27,-2-6-23,-3-7 17,-1-4 11,-3 4 11,-1 9-11,-3 12-95,-2 13-90,-4 8-101,-6 10-425,-8 9-1065,-7 12-3808,-2 10 5472,6 0 0,11-16 0,7-11 0</inkml:trace>
  <inkml:trace contextRef="#ctx0" brushRef="#br0" timeOffset="70863">24661 4167 26194,'48'-7'34,"-11"15"-40,-36 44 6,-5 2 12,-1-5 4,-2-6-10,0-13 28,5-11 117,0-11 34,6-10-101,6-12-17,11-12 17,10-14 0,8-7-238,-18 23 1,1 1 299,19-19-51,-3 10-56,-6 11-22,-2 10 5,-1 8-16,3 9-1,0 5 437,0 5-442,1 1 5,2-3 12,3-4 11,2-6 17,1-10 44,7-13-66,-17-1 22,12-22-29,-14-5-388,-10 12 1,1-4 382,0-5 0,-1-1-3,-1-3 1,-2 0 16,-3 2 1,-2 2 10,-3 5 0,-4 3 48,-3-19-11,-7 18-22,-3 15-46,-3 12-10,-3 11 5,-7 16 16,-5 20-13,11-9 0,1 4-237,1 9 0,1 2 178,3 8 0,3 1-95,4 5 0,4 1-533,5-1 1,4 0 229,3-4 1,4-1-119,3-6 1,2-3-143,0-6 0,1-2-331,-1-6 0,2-4-8786,26 12 8490,-21-19 0,-3-10 0,-22-8 0</inkml:trace>
  <inkml:trace contextRef="#ctx0" brushRef="#br0" timeOffset="71036">25385 4063 19703,'-2'-3'4704,"0"0"-3633,2 3-1055,77-59-134,-47 43-680,20-16 0,2 4 798,-10 26 0,-13 1 0,-3 1 0</inkml:trace>
  <inkml:trace contextRef="#ctx0" brushRef="#br0" timeOffset="72087">22039 4561 21741,'6'-30'2034,"-2"6"-1626,-4 21 85,0 2-459,-4 1-1,-3 7-5,-7 5 6,-3 9 0,-4 3-6,3 3 11,0-1-6,4 0 12,3-1 6,0-1 5,0-2-6,1-2-22,1-4 0,3-5 0,3-5 34,3-3 1069,-1-2-907,3-5-162,1-5-34,4-7 0,3-8 0,2-7-11,3-7-6,2-2 0,1-2 17,-2 5 0,-5 7 23,-4 9 10,-5 9-33,-1 7-11,-1 4-84,0 1 56,-2 7 11,-1 5-12,-4 10 12,-2 6-78,-1 3-538,0 3-2907,0 1 3523,2-3 0,4-12 0,2-8 0</inkml:trace>
  <inkml:trace contextRef="#ctx0" brushRef="#br0" timeOffset="72874">25979 3619 14964,'0'-6'7130,"0"1"-6494,7-28 0,2-6 327,-4 13-588,4-14 0,-2 4-296,-5 27 10,-3 11-55,0 5 67,-2 20 45,0 16-62,3-11 0,2 4-618,7 20 1,4 2 586,0-1 1,1 0-38,3 0 1,1 1-8,-5-17 1,-1 1-1,-1-2-29,0 11 1,-5 2-200,-5-1 1,-4 4-1,-2-4-190,-3 3 1,-6-3-1880,-10-4 1,-8 1 0,-1-7 2287,-6-6 0,-2-6 0,5-1 0,2-3 0,-10 2 0</inkml:trace>
  <inkml:trace contextRef="#ctx0" brushRef="#br0" timeOffset="77457">1585 5978 13312,'-9'0'7942,"2"0"-6424,7 0-1260,0 0 72,-44-21-363,39 10-96,-20-19-252,67 14-28,3 4-636,9 3 1,5 2-676,-14 3 1,2 2 462,-5-1 1,3 1-1,-3 2 192,-2 0 1,-5 3-2498,17 14 1944,-47 8 1567,-30 13-586,-12-8 1,-7-2 1140,11-7 0,-3 0 879,-6 4 1,-5 2 0,4-2 382,5-4 0,1 0-699,-15 10 0,1-3-299,-3 2 72,10-7-633,29-15 17,17-3-112,28-13-162,10-1-71,7-8 1,4-4 1253,-11 3 1,0-2-1129,-2 2 1,1-2-1,-2 0 54,4-5 0,-4-2-143,-9 1 1,-5 0 195,3-13 173,-25-11 82,-15 19 0,-5 1-31,-9-21 12,-4 10 1,-3 1 474,-3 0-453,-7-6 1397,18 13-1481,19 18 176,0-2-411,18 14-40,2 6 0,41 30-3,-29-13 1,1 5-188,13 13 0,-2 5 70,-7 6 0,-6 1-37,-5-8 0,-6 5-2312,-11-1 0,-5 7 1,-3 1-1,0-8 1499,1-3 0,-2-2 0,-3 8 0,-1 4 1,1-14-1,4-20 0</inkml:trace>
  <inkml:trace contextRef="#ctx0" brushRef="#br0" timeOffset="79482">3465 6463 19094,'5'-54'792,"0"1"1,-1 0-1,1-2 1,-1 4-457,0 5 0,-2 8 157,-5 13 270,0 5-791,-5 28 247,2 9-211,0 21 0,0 5-13,0 11-830,1 5 1,0 6 691,4-14 0,0 1-175,0-7 1,1 3 0,-1 0-784,1 1 0,0 1 0,0 1 1101,1 11 0,-1 2 0,1-6 0,-1-10 0,0-3 0,1 4 0,0 0 0</inkml:trace>
  <inkml:trace contextRef="#ctx0" brushRef="#br0" timeOffset="79792">3487 6856 11708,'-6'-53'1278,"0"1"0,-1-1 0,1 1 0,-1-4 0,0 2 0,0 0-804,-2-2 0,-1 0 0,1 4-2526,1-2 1,1 0 2263,0 5 1,1-3 0,4 3-87,7-3 0,5 5 326,-1 12 1,5 3-389,12 0 1,7 5 434,-1 9 1,4 5-495,22 0 1,5 8-372,-10 8 0,-1 8 340,-11 2 0,-1 3 0,-4 5-13,3 15 0,-9 6 1022,-8 5 1,-7 1-984,-7-9 0,-7 1 42,-19 19 0,-9-4-17,10-27 1,-3-2 11,-10 7 0,-5 2 1,2-6-24,4-9 0,0-3 0,-11 6 0,3-3 575,-3-5-622,9-8-639,15-23-1434,6-5-7725,13-16 9238,3 11 1,4 7 0,-7 15 0</inkml:trace>
  <inkml:trace contextRef="#ctx0" brushRef="#br0" timeOffset="80207">4278 6060 23579,'-29'33'823,"13"-7"-655,44-21-51,10-10-44,6-5-45,-8-4 73,2-8 140,-13-6-90,-6-3-27,-7-5-68,-13 13 45,-9-1-1,-12 10-38,-7 4 0,-9 8-6,4 11 0,3 7-40,9 1 12,-5 20-11,14-5-28,-2 17-28,15-1-51,13-1-162,13 0-370,16-5-292,-16-23 0,2-2-672,3-2 1,2-2 1585,6-3 0,-3-1 0,6 1 0,-3-6 0</inkml:trace>
  <inkml:trace contextRef="#ctx0" brushRef="#br0" timeOffset="80598">4848 6124 15496,'0'-4'7327,"0"0"-4269,0 4-2851,-58-49-106,36 42-85,-12-16 1,2 7-5,19 35-18,5 5 0,10 3 1,10 1 5,13-3 0,11-6-17,8-8-5,6-11 27,0-11 12,-5-7 61,-11-6 34,-11-3-5,-12 0-18,-9 0 7,-10 0 21,-6 2-16,-7 5-23,-5 4 1,-4 7 5,-1 6-34,1 9-39,3 6-16,3 11-12,6 7-17,7 8-72,7 8-180,13 4-481,12 1-1087,12-1-3062,-7-22 1,1-3 2457,6 7 0,0-5 1,-27-23-1</inkml:trace>
  <inkml:trace contextRef="#ctx0" brushRef="#br0" timeOffset="80858">5450 5947 21640,'-3'-8'3731,"2"2"-3373,-7-25 1,-2-5 173,4 14-370,-4-15 1,1 5-62,5 26-45,2 10-12,-2 11-32,1 16-7,-3 20-8,4-17 1,-1 1-423,1 7 1,-1 1 250,1 5 1,0 0-449,0 4 0,0-2-132,1-10 1,0 0 753,0 12 0,0-6 0,1-12 0,0 12 0</inkml:trace>
  <inkml:trace contextRef="#ctx0" brushRef="#br0" timeOffset="81142">5758 6014 18520,'0'-6'5596,"0"1"-4728,0 5-677,-73-30-57,39 37-81,-13-14 1,2 7 69,12 42 28,1 11-50,17-22 0,1 0-159,0 0 0,2 1 105,1-1 1,1 0-3,-3 24 49,10-9-106,17-7 12,16-10-33,22-10-40,-19-14 0,3-2-428,7-4 0,2-2 111,4-2 1,2-1-966,2-2 1,2-1 1354,6 1 0,-5 0 0,-22 3 0,-4 1 0,25-2 0</inkml:trace>
  <inkml:trace contextRef="#ctx0" brushRef="#br0" timeOffset="82741">5363 6083 8259,'-1'-5'9578,"1"1"-7455,0 4-740,-6-74-363,9 44-636,-4-15 0,2 3 131,9 22-319,-3 8-51,-1 10 219,-2 19-134,-1 4 47,-2 13 0,-3 5-187,-1-5 0,-1 2-494,-1 16 1,-1 1 476,-1-7 0,1-1 2,1-3 1,0-1-1,2-4 1,1-1 81,0 25 11,6-12 17,0-13 44,2-13 124,-2-10 56,-1-7-101,-3-5 958,1-1-1355,-1-4-410,0 1-1270,2-5 1769,5 2 0,-3 3 0,1 0 0</inkml:trace>
  <inkml:trace contextRef="#ctx0" brushRef="#br0" timeOffset="83576">6526 5878 16163,'13'-41'1494,"1"0"0,-1 0 0,5-13 0,-1 6-553,7-8-470,-11 26-270,-6 21 242,-6 26 139,0 33-358,-5-4 0,-1 3-800,1-1 1,-2 4 644,-3 0 0,-2 5 1,-4 3-771,0-7 0,-3 3 0,-1 2 0,0-1 677,3-8 1,0-1-1,-1 1 1,0 1 0,-1 1-137,-2 7 1,-3 2 0,1 0 0,0 0 0,1-3-815,-1 4 1,2-2 0,0-2 0,2-1 973,3-7 0,1-1 0,1-2 0,1-6 0,-2 8 0,4-10 0,5-10 0</inkml:trace>
  <inkml:trace contextRef="#ctx0" brushRef="#br0" timeOffset="84691">7583 5840 23814,'-12'-42'689,"0"1"0,0 5 0,-1 9-532,-10 20-73,-4 20-12,-4 18-47,14-2 1,0 4-1008,-2 11 1,2 6 975,4-9 1,0 2 0,1 2-18,-1 7 1,0 2-1,1-1-11,2-8 1,1-1 0,-1 4-675,1 6 0,-1 5 0,1 1 0,0-4 329,1 1 0,2-3 0,-1 3-83,-1 1 0,0 4 0,0 0 0,1-2-827,-1 4 1,0-3 0,-1 0 65,1-5 0,-2 0 1,0-3 544,0-6 0,-1-2 0,0-3 759,0 4 1,-4-5 1298,-4-9 1,-3-9 1014,-7-22-1499,-11-21-190,11-36-398,16 19 0,4-3 668,1-6 1,4-3-862,3-4 0,4-1-84,5-3 0,3-1-62,6-1 0,4 0-40,-4 20 0,2-1 0,1 2-79,2-1 1,2 1 0,0 0-172,2 1 0,1 0 0,0 2-275,1-1 0,1 2 1,0 0-498,0 1 1,1 2 0,0 0-1328,13-11 1,2 3 571,-4 4 0,0 4 2371,-4 5 1,-1 1-524,-6 5 0,-3 1 2918,17-11 1496,-16 6-438,-10 8-1281,-9 5-780,-6 5 548,-2 2-1556,-1 1 335,0 1-1264,2 6 55,6 8-21,10 14-12,9 13-17,5 10-34,-3 7 12,-17-25 0,-4 1-233,-2 0 1,-4 1 193,-10 29 83,-10-11 68,-7-16 196,-3-16-140,9-14 302,-4-22-296,16 2 83,-1-21-83,12 7 340,10-9-475,13 0-50,17 1-1,-16 19 1,3 2-294,4-1 0,1 2 254,2 0 1,2 1-12,-1-1 0,1 2 5,-1-1 1,-1 1 28,20-8 16,-21 6 1,-2 1 56,3-5 84,7-5-3025,-27 10 3053,-11 6 135,-5 1-41,-2 5 332,-4 0-415,-3 2-17,-8 7-28,-5 7 3336,-3 12-3426,-1 9-5,5 7-22,5 3-7,8 1-16,9-4-5,12-4-23,12-10 28,11-10 39,8-10 95,9-19-38,-17 0 72,5-19 95,-24 5 56,-3-8-17,-10-3-55,-12-1-57,-7 1 12,-13-3-113,1 12-44,-1 6-45,0 14-89,7 13-550,-4 16-543,12 5 135,4 4-3204,17 3 4307,11-4 0,-6-8 0,3-4 0</inkml:trace>
  <inkml:trace contextRef="#ctx0" brushRef="#br0" timeOffset="85259">8860 6261 23063,'43'-45'930,"0"0"0,-1 3 0,-14 12-751,-25 27-117,-1 10-34,-2 4 22,-2 23-16,-1 3-6,-3 14-17,-6 3-20,4-23 1,-1 0-3,-5 14-276,1-4 304,8-25 90,4-10 16,3-8-11,13-16 39,14-15-11,8-8 5,8-3-55,-7 14-56,0 6-6,5 8-34,-14 9-5,17 15 5,-27 1 1,21 16 5,-13-6 0,14 7 0,-13-11 11,25-3-6,-27-14 293,28-9-275,-5-19-7,-8 5 1,-12 2 0,-2-4-580,-4-6 0,-3-1 582,-2 7 1,-1-2 33,5-19 1,-2-2 38,-8 16 1,-1-1 262,4-12 1,0 1-194,0-8-44,-2 9-95,-13 41-23,-2 10 0,-6 16 0,-4 24 0,4-14 0,0 6 0,2 4 0,1 5 0,1-3 0,-1-1 0,2-1 0,1 4 0,2 3 0,2-7-6,3 9-216,7-4 1,4 0 1207,2-3-1504,7-6 0,4-5-764,8-14 172,9 1-5466,-2-24 5728,-16-5 0,-4 1 0,-11 1 0</inkml:trace>
  <inkml:trace contextRef="#ctx0" brushRef="#br0" timeOffset="85414">9787 6216 24198,'36'-30'-66,"1"0"0,-1 0 0,0-8 0,4 8 66,8 19 0,8 8 0,-10 1 0,-4-2 0,1 2 0,1 0 0</inkml:trace>
  <inkml:trace contextRef="#ctx0" brushRef="#br0" timeOffset="85900">11379 5703 17704,'0'-14'1372,"-6"-30"1,-1-3 1627,-1 14-2787,0-14 0,-3 6 928,2 29-1046,-4 29 28,-7 34-76,7-5 1,0 6-553,3-6 0,-1 4 0,1 2 517,2-7 1,1 3 0,-1 0 0,1 1-26,1 4 0,-1 2 1,1 0-1,1 1-98,0 3 1,0 1-1,1 0 1,2 0-291,1 0 1,1 1 0,2 0 0,2-2-670,4-1 0,1-1 0,2-1 0,2-3 1070,5 8 0,2-3 0,1-6 0,3 2 0,0-11 0,10 0 0</inkml:trace>
  <inkml:trace contextRef="#ctx0" brushRef="#br0" timeOffset="87059">12904 6147 21142,'-3'-52'1202,"1"0"0,-2 4 1,-5 7-682,-22 5-179,-9 13-124,-6 16-134,13 16 0,0 6-50,-12 8-15,13 4 1,3 4-538,1 18 515,14-19 0,3 2-19,0 23 16,19-10 34,12-14 228,13-14-83,6-10 217,0-16 52,-3-9-55,-6-13-102,-6-7-61,-7-2-22,-4 3 259,-6 11-422,-3 12-67,-3 11 6,-1 19 33,2 4-11,3 37-6,-2-24 1,2 3-573,0 14 0,0 5 558,1 5 1,0 5-32,-3-5 1,0 4 0,-1-4-416,-1-15 1,0-3 0,-2 4 423,-1 2 0,-1 4 0,-2-1 0,-1-3-20,-4-3 1,-1-3-1,-2 1 26,-3 7 1,-1 1 0,-2-2 35,-7 11 0,-3-9-1250,5-18 0,0-9 1261,-2-9 0,11-55-17,16 8 1,4-4-48,4-15 0,4-4-123,-1 13 0,3-2 1,4-2-44,2 2 1,4-2 0,2-1-1,1 3-213,7-8 0,1 1 1,2 1 296,-1 1 0,2 1 1,1 3-126,-1 8 1,1 3-1,-2 4 772,3-1 0,0 2-711,5-3 1,-1 1 142,-7 2 0,-4 3 128,5-7 231,-10-6 201,-24 16 1207,-3-5-994,-5 1 2148,0 2-2154,-3 3 244,3 9-787,0 4-156,3 8-24,0 26-3413,-1 5 3380,0 16-469,-3 11-466,-2-2-3936,2-11 1,1 0 4689,0-11 1,1-2-1,0 24 1,2-36-1</inkml:trace>
  <inkml:trace contextRef="#ctx0" brushRef="#br0" timeOffset="87249">13726 5829 23416,'-51'22'-2206,"10"0"1,42 12 0,0-14-1</inkml:trace>
  <inkml:trace contextRef="#ctx0" brushRef="#br0" timeOffset="87559">13833 6088 26654,'23'-29'-12,"5"38"7,-14 38-329,-2-12 0,2 1 311,16 19 12,3-10 5,-2-12 12,-10-13 296,-4-11-229,-6-13 124,3-10-113,2-12-56,-2-1 62,6-22-73,-10 21-29,1-1 1,0-1-257,5 1-493,11-7-674,-3 22 1435,21 6 0,-27 7 0,10 0 0</inkml:trace>
  <inkml:trace contextRef="#ctx0" brushRef="#br0" timeOffset="88157">14646 6225 22487,'-8'3'3517,"2"-1"-2559,6-2-589,0 0-318,9-13-29,7 3-5,10-12 11,2 3-17,-6 2 23,2-16-1,-10 6-5,2-12 23,-9 8 5,-4 4-17,-7 5-17,-6 6-5,-6 6 11,-9 6 0,-6 11-17,-6 10-5,1 14-1,8-1-11,13-1 1,2 2-6,3 4-6,4 4 0,3 2-16,14 2-6,11 14 11,3-28-17,20-7 22,-11-18 1,1-4 19,2-2 0,1-3-203,8-4 0,-1-4 220,-9-2 0,-3-4 14,-3-3 0,-2-2 11,-3-3 1,-3-3 24,-1-4 0,-3 0 37,7-24 100,-13 14 1,-2 0 85,-2-14-287,-4 24 0,-1 1 0,-12-22 0,1 29 0,-7-4 0,5 19 0,4 7 0,3 7 435,2 12-435,9 18 0,14 24-526,-3-19 1,3 3 525,6 6 0,2 1 0,3 4 0,0 1 0,-1 0 0,-2 0-197,-7-1 1,-6-1-398,-10-2 1,-11-2 593,-21 3 0,-7-5 0,-3 5 0,7-28 0,-1 0 0</inkml:trace>
  <inkml:trace contextRef="#ctx0" brushRef="#br0" timeOffset="88861">17214 6274 22556,'4'-43'819,"0"0"0,1-1 0,-3-20 1,-7 12-613,-13 30 93,-8 6-266,3 34 0,-1 12-20,6 5 0,1 3-473,-6 6 1,2 4 461,7-7 1,2 4 0,-1 3-722,2-1 0,0 3 0,-1 0 0,1-1 690,-1 5 0,0-1 0,-2 7-96,3-9 1,-1 6 0,-1 3 0,0 0 0,1-1 0,2-6-749,-1 3 1,2-5 0,0 0 0,-1 1 614,1-2 1,0 1 0,-1 1-1,0-1 1,2-1-940,0 3 0,0-1 1,1-2-1,-1-3 1196,-1 0 0,-2-2 0,2-3 0,0 10 0,0-5 0,-2-14 0,1 0 0</inkml:trace>
  <inkml:trace contextRef="#ctx0" brushRef="#br0" timeOffset="89181">16363 8043 13097,'-13'-47'1443,"-1"1"0,0 0 0,1-1 1,-1-13-1,3 0 0,8 3-1281,8 9 1,5 2 0,4 1-1094,4 0 1,3 2 0,1 2 955,6-8 0,5 4-8,-5 13 0,4 1 0,2 1-49,4 3 0,3 1 0,0 0-19,2 0 1,1 0 0,2 0-4,7-1 0,1-1 0,-1 2 20,-8 5 1,-1 2-1,-2 0 25,7-3 1,-1-1 23,-7 1 0,2-1 0,-6 1 4,-8 5 1,-2-1 111,23-21 1,-4 0 926,-12 1-736,-14 11 0,-2 2 126,-4-1 1288,-4-9-1400,-6 21 764,0-13-859,-3 20 233,0-1-435,-1 6 1488,-3 7-1549,0 3 197,-6 18-327,0 10-256,-3 16-421,4 7 195,4-12-1494,6 8 2128,10-7 0,-5-16 0,4-3 0</inkml:trace>
  <inkml:trace contextRef="#ctx0" brushRef="#br0" timeOffset="89348">17776 6374 20683,'0'-8'4077,"0"2"-3965,0 6-1221,0 0 12,-10-40-5451,10 51 6548,-7-31 0,9 45 0,1-9 0</inkml:trace>
  <inkml:trace contextRef="#ctx0" brushRef="#br0" timeOffset="89898">17881 6598 27006,'33'-28'7,"0"1"1,-2 5 0,-2 12-14,2 50-5,-8-2-70,-12-3 0,-4 1-115,-11 20-335,-1-16 1,-4-1 490,-22 17 91,-3-17 16,8-18 443,4-15-431,15-17 138,2-12-150,15-14-34,1 3 6,9 3 1,5-1-35,19-13-309,-10 13 1,4-1 300,-3 9 0,1 2 223,0 1 1,1 2-219,4-2 1,-1 3 3,12-6 55,0-1 63,-35 14 44,-4-2-34,-8 2-39,-11-1 591,-3 0-585,-6 0 72,0 3 29,6 2-45,4 3-84,5 3-45,0 0-23,8 13 12,7 9-28,12 20 16,4 12-8,-14-23 1,-2 2-313,1 1 0,-2 1 231,6 19-124,-11-16 1,-2 0-280,-6 10 86,-5-14 1,-3-3-221,-9 4-4062,-30-3 4683,15-20 0,-3 1 0,21-11 0</inkml:trace>
  <inkml:trace contextRef="#ctx0" brushRef="#br0" timeOffset="90308">19002 6763 28210,'9'-33'73,"-1"0"0,1 0 0,-4 0-28,-9-17-23,1-13-11,2 29 0,1-1 9,0-1 0,-1 1 24,0 2 1,0 2-21,-3-21-5685,-3 13 5661,1 18 1409,0 9-1409,4 10 860,0 3-860,-1 10 0,1 16 0,0 6 0,3 18 0,2 4 0,2 2 0,2 4 0,3 2-243,0-27 0,1-2-110,2 9 0,1 0-445,-2-2 0,0-1-1107,-3-4 1,-2-2-3921,1 15 5825,-7-10 0,-1-30 0,0-3 0</inkml:trace>
  <inkml:trace contextRef="#ctx0" brushRef="#br0" timeOffset="90458">18950 6684 25769,'7'-48'158,"0"-1"1,3 3 0,8 9-238,10 19 1,4 7-951,8-2 0,2 3-1486,5 0 1,2 2 1813,-4 2 1,-2 1-1,12 0 1,-25 3 0</inkml:trace>
  <inkml:trace contextRef="#ctx0" brushRef="#br0" timeOffset="91428">20825 6080 25522,'-34'-30'200,"1"0"0,1 5 0,1 11-133,-19 42-39,8 9-31,24-10 0,3 1-14,-3 9-22,10 14 11,18-22 34,12 2-1,15-8 7,7-9 55,0-8 78,-9-6 113,-11-4 33,-13-1-106,-6-2-118,-11 0-33,-8 1-17,-12 2-6,-8 5 0,-5 10-5,-8 15-6,16-4-17,-9 28-11,27-25-45,-3 24-89,16-15-180,14 9-380,13-3-550,19-4 322,-17-21 1,2-3-539,4-2 1,1-4 448,3-4 0,0-4 624,1-2 1,0-5 601,6-6 1,-1-4 341,-9 1 1,-2-2-186,-2 1 1,-2-2 1201,10-20 16,-17 10-173,-2-5-280,-10 9-291,-7 9-219,-6 8-139,-2 4 369,-1 3-582,0 0-96,1 2-128,2 1-180,2 0 140,6-1 45,11-4-5,5-3-7,0-2 40,-1-5 6,-9-3 5,1-7 118,-6-6-107,-4 10 90,-4-4 23,-3 14-40,-2 0-73,-1 6-37,-12 16-41,5 0 0,-17 23 0,9 0 0,0 11-13,10 2-485,22 9-28,2-18 526,15-5 0,2-4 0,-11-12 0,22 13 0</inkml:trace>
  <inkml:trace contextRef="#ctx0" brushRef="#br0" timeOffset="92891">21611 6417 22554,'-4'2'1349,"8"-1"-951,16-1-96,8-2-22,6-5 185,7-11-313,-15 2 100,6-15-73,-15 3-50,4-15-28,-3-13-56,-4 7 41,-7-8 1,-3-2-504,-1-1 426,-2 19 1,-1-6-1,-2 4 13,-1 6 1,-1 1 33,-2-6 0,-1 1 31,0 8 0,0 3 58,-4-8-111,4 20-118,3 12 6,1 11 83,-2 14 18,-3 16-7,-1 13-16,2 7 6,3-10 5,0 17-5,3-24 5,-1 12 439,0-23-461,2-9-11,-1-10 27,1-4-2296,0-3-2648,0 0 4939,0 2 0,0-1 0,0 1 0</inkml:trace>
  <inkml:trace contextRef="#ctx0" brushRef="#br0" timeOffset="93503">21202 6562 24312,'5'-43'358,"1"-1"1,1 1-1,1 2-257,3 10 1,0 1-605,1-6 0,-1-1 570,0-5 0,-2-1-11,-2-3 0,0-1-20,-3-4 1,-1-1-12,-1 0 0,-1 0 25,-2 3 1,-1 2 47,0 7 0,0 3 115,-5-15 267,1 26-497,3 16 195,-1 19-138,-2 18 4,-6 30-33,3-14 1,0 4-776,-2 13 1,-1 3 759,4-15 0,-1 0 1,1 1-12,0 2 0,0 0 0,1-2-8,-2 10 1,2 0-137,4-9 1,3 3-1,3-5-278,5 0 1,6-1-24,-1-5 1,2 2-1,4-5-1215,14 4 1,5-7 1147,7-6 0,0-6 0,7 4 1,-6-14-1</inkml:trace>
  <inkml:trace contextRef="#ctx0" brushRef="#br0" timeOffset="94357">21861 6042 8634,'0'-6'6716,"0"1"863,0 5-7008,-4 4-397,1-1 78,-4 8-202,5-4 68,-1 2 89,4-4 325,10 1-358,-2-4 224,27-6-281,-15-3 119,21-11-3242,-11-11 3129,-6 4 73,1-19 28,-18-2-112,-2 0-39,-6 0 61,-10 12-38,-11 12-57,-5 5 6,-10 10-6,2 20-22,7 4-3,4 9 0,1 6-3,6-3 0,2 2-3,-8 17 1,1 2 1443,8-13 0,3 1-1455,-1 24 0,2-3-2,3 4-15,5-7 1,3 0-32,4-24 1,4-1-166,10 13 1,4-1-130,0-11 1,3-4-320,8 2 0,1-6-400,15-3-3072,10-13 4136,-14-16 0,-14 5 0,-7-7 0</inkml:trace>
  <inkml:trace contextRef="#ctx0" brushRef="#br0" timeOffset="94793">22068 6116 18621,'-3'-1'3860,"1"-1"-2606,2 2-957,-52 36-162,39-19-43,-13 6 0,6 0 177,32-8 50,11-5-179,2-5 129,27-11-27,-3-13-136,0 0 129,-5-18-33,-28 5-62,-3-12-39,-8-3-51,-9 11 51,-17-12-34,-6 21 0,-16-7 0,-3 20-11,-2 10 12,-9 22-261,19-1 210,-1 15 16,8 23-16,9 2-1671,8-13 1,2 0 1653,6-12 0,3-1-3,2 7 0,5 0-269,7-1 0,3 0 246,3 0 1,3 0-68,10 3 1,2-3-9,-7-14 1,1-3-309,10 2 0,2-4-1501,5-5 0,0-4-443,-8 1 1,0-2 2352,9-2 0,-5-4 0,-17-2 0,-2 0 0</inkml:trace>
  <inkml:trace contextRef="#ctx0" brushRef="#br0" timeOffset="97069">22489 6261 9251,'5'-4'9830,"-2"1"-3467,-3 3-5803,14-49-246,-10 36-197,9-37-128,-12 50 0,-1 7 44,0 10 7,0 16-7,0 14-5,-5 10-449,-5 3 427,-7-1 0,-2-6-1,1-13 1,6-13 117,4-13 414,7-8-464,15-26-22,4-5 5,16-23 0,0-6-155,-15 24 0,0-2 132,1-2 1,-1-1-6,0 0 0,-1 1-101,-1 2 0,0 1 106,11-18-22,-4 17-27,-5 14 4,0 11-4,1 16 683,1 14-672,-1 20-12,-7 12 17,-9 5-38,-12-3 33,-5-5 10,-1-9 1,4-12-17,4-13 61,4-9 45,2-7-28,5-9-50,7-8 236,9-13-253,8-11-11,7-6-289,4-2 305,2 4-11,-16 23 1,0 3 5,9-4-17,12 6-11,-18 13 6,8 9-29,-2 7-44,-4 10-50,-5 5 366,-8-4-697,-2 11 6,-5-12-23,5 6 129,1-13 129,6-7 72,3-8 101,4-9 79,2-6 39,-2-5 56,-2-1 90,-6 2 95,-7 4-50,-8 5-141,-4 5-39,-3 3-50,-3 6-11,1-1-6,-1 6 28,8-1 33,6-2 12,11-3 5,7-2 12,3-6 11,-2-5 11,-2-8 11,-4-8-17,-5-9-33,-3-9 0,-3-6 33,-5 1 57,-3 7-6,-5 14-62,-6 10-84,-5 10-28,-8 9 12,-8 13-12,-6 17-11,-2 19-276,18-21 1,3 1 216,0 3 1,3 1-71,2-2 0,3 1-239,2-3 0,4 0-265,14 24-264,16-10-139,19-14 630,-19-22 0,1-3 221,3-3 0,0-4 185,0-4 0,-2-3 81,-1-2 1,-2-4 209,22-22 163,-9-9 145,-8-7 112,-7-2 46,-7 6-382,-9 16 420,-3 6-582,-6 17-191,0 1-33,-2 10 579,0 15-529,0 18 294,0 7-294,-1 7-16,0-9 5,-1-15 5,2-6 23,0-14 56,7-5 11,6-8 17,20-14-89,-7 1 22,18-15-29,-11 10 1,11-4 0,-3 6-28,0 10 5,-7 6-11,2 18 12,-15-1 5,2 17-6,-12-4-5,3 6 11,-1-2-6,7-2 6,-4-11-22,15-4 22,0-12 28,11-7-6,5-9-2,-18-2 0,-2-1 2,9-11 34,-12 6 0,-3 0 140,0-6 174,-1-5-152,-10 15-123,-5 9 6,-5 10-112,0 2 5,4 6 17,4 4-11,7 9-11,3 5 11,-2 2-11,-3-3 11,-4-4-3386,-5-8 3391,-1-5 23,-2-3 275,-1-2-264,0-5-28,0 2 0,0-6 13,-1 4-24,0-1 0,0 2 3392,0 1-3392,0 1 0,0 1 0,1-2 0,0 1 0,0-1 0,0 0 0,0 0 0,0 1 0,0-1 0,0 2 0,0-1 0,0-1 0,0 2 0,1-3 0,-1 3 0,1-2 0,0 1 0,1-1 0,1-1 0,0-2 0,-1-1 0,1-10 0,-1-5 0,0-20 0,1-12-537,0 19 1,0-1 536,0 5 0,0-1 0,2-12 0,1-1 0,-2 9 0,0-1 0,1-18 0,0 3 0,-1-8 0,-1 3 0,-3 47 0,-1 5 0,-3 6 1073,-7 15-1073,0 5 0,-2 10 0,-1 5 0,3-4 0,0 1-577,-2 6 0,0 1 577,2 4 0,2 0-51,2 5 1,2 0-121,1 1 0,3 0-422,2 5 1,4-1 77,3-15 0,3-4-213,10 14-1317,13-6 2045,10-19 0,-19-7 0,6-7 0</inkml:trace>
  <inkml:trace contextRef="#ctx0" brushRef="#br0" timeOffset="97232">24817 6038 24967,'37'-44'182,"0"0"0,-1 13 1,4 2-1,-1 7-289,3 12 1,1 5-674,8-5 0,2 2-2497,-9 4 0,1 1 0,-5 1 1310,15-1 1,-15 1 0,-7 0 0,-21 2 0</inkml:trace>
  <inkml:trace contextRef="#ctx0" brushRef="#br0" timeOffset="99085">3963 8270 22800,'-9'-47'689,"0"1"0,1 4 0,-2 10-689,2 21-79,-2 15 85,-3 20-6,2 6-3,1 5 0,1 1 3,1 5-20,2 5 1,4-1-87,13 0 47,2-13 0,4-4 87,12-5 28,9-9 185,15-35-34,-7-10-941,-12 4 1,0-3 907,6-16 33,-19 17 0,-3-2 265,6-24-141,-5 5-96,-8 6-185,-8 29-89,-4 9-101,-2 10 1822,-8 20-1693,-3 9 114,-2 17-198,6-4 11,11-6 44,5-13-32,14-2 66,12-12 40,4-3 27,9-13 57,-8-12-68,-10-4 129,7-22-39,-13 7-28,6-17 0,-10 9-5,-5 5-68,-4 11 39,-3 5-134,-3 15-532,-1 0 342,-1 21 16,1-4-1333,8 34-1013,4-12 2576,14 19 0,-13-28 0,2-5 0</inkml:trace>
  <inkml:trace contextRef="#ctx0" brushRef="#br0" timeOffset="99277">5019 8082 27690,'9'-58'-359,"-3"35"40,-6 57-331,-2 20-627,6-5 168,-1-11-8722,5 11 8590,-5-28 1,2 4 0,-5-21 0</inkml:trace>
  <inkml:trace contextRef="#ctx0" brushRef="#br0" timeOffset="99485">5149 7586 26267,'-44'-25'-2739,"13"35"1036,36 35 1703,2-5 0,2-2 0,-3-14 0,5 10 0</inkml:trace>
  <inkml:trace contextRef="#ctx0" brushRef="#br0" timeOffset="100867">5578 7699 22767,'-7'-45'1041,"-1"0"1,0 0 0,-3-15 0,0 8-544,-5 7-319,1 19-190,5 15-107,-2 24 113,4 5-9,-3 21 0,2 7-431,4-5 1,2 3 405,1-1 0,1 5 0,2-2-599,6 17 0,3 0 522,-1-21 0,1 0 0,0 0-161,6 20 0,0-2-141,-1-2 1,-1-1-171,-1-5 0,-2-1 58,-2-7 1,-1-2 188,1 18 402,-5-27 29,-8-25 748,-6-21-575,-8-14 1257,-5-12-1084,1-6 85,2-1-22,7 0-151,5 8-138,5 5-260,12 0-12,1 12-123,22-8-112,4 9-78,17-8-62,-24 13 1,-1-1 279,2-1 0,-2-3 101,-1-1 0,-2-3 81,-2-3 1,-3-1 52,-3-2 1,-3-1-3,-2 0 1,-1 1 494,3-28 52,-3 9 9,-3 7-66,-2 8-129,1 7-146,-2 10-173,-1 8 280,-2 6-454,2 13 276,4 14-237,7 25 6,-6-15 0,0 3-448,0 8 1,-2 2 405,-1 2 0,-3 1-6,-1-1 0,-1 0-68,-2-5 1,0-1 98,0-9 0,-1-2-5,0 14 77,2-22 96,0-15-28,6-18-50,4-11 866,8-14-849,5-9-18,5-2-33,4 3-39,2 7-22,3 9 167,2 11-257,0 9-62,1 13-56,-2 8-123,-1 9-112,-2 4-56,1 0-129,2-2-73,5-8 124,10-7 313,7-9-1380,-20-9 1,-1-3 1755,16-5 55,-18-3 1,-3-2 154,6-15 220,2-10 191,-12 3 52,-15 8-260,-10 12-374,-9 12-23,-22 11-84,-7 14 1,-20 13-24,25-4 1,1 3-11,-9 12-9,18-11 0,3 2-53,8 6 3319,6 8-3297,14-7 199,12-10-148,12-11 39,9-9 39,-1-12 34,-5-8 72,-11-9-3307,-11-13 3190,-9 10 17,-12-15 11,-8 11-17,-11-9-28,-5 3-11,-2 3-56,11 13-252,4 6-358,10 11 3302,3 6-3527,3 6-476,7 6-1025,10 5-1954,10-1-3243,11-4 4032,5-6 3529,4-5 0,-2-10 6789,-5-4 655,-5-13-6005,-15 7 673,-2-8-656,-13 10-577,0 3-632,-7 6-258,-9 21-12,-2 18-5,1-1-50,9 14-12,16-19-11,23 4 85,-7-13 21,21-7 29,-18-16 39,8-7 83,-8-8 68,-6-8 28,-10-5-5,-9-5-51,-7-1-45,-8 2-39,-3 4-218,2 13-85,0 7-498,6 10-185,1 8-1506,9 18-5591,13 15 7123,2 2 0,-1-11 0,-13-18 0</inkml:trace>
  <inkml:trace contextRef="#ctx0" brushRef="#br0" timeOffset="101215">7751 8108 25109,'42'-36'326,"0"1"1,-3 2 0,-10 0-4532,-20-23 4256,-5 12 21,-8-5 1,-3-4 371,0 15 0,0 1-425,-2-9 1,-1 0 509,1 4 0,0 2-350,-8-18-129,5 11 23,-3 15 194,9 27-295,0 3 3102,-2 12-3125,-3 33 29,4-3-273,6 18 0,4 7 202,7-17 1,2 0 36,0 11 0,3 0-84,7-4 0,5-3-1668,1-7 0,0-2 1628,-5-7 1,1 0-690,9 10 1,-2-4-1569,-5-8 986,2 4-3892,-15-26 5343,-9-10 0,-2-1 0,-2-2 0</inkml:trace>
  <inkml:trace contextRef="#ctx0" brushRef="#br0" timeOffset="101336">7679 8012 15972,'0'-4'5007,"0"1"-4912,25-23 1,14-8-264,-10 16 0,3 0-320,2-7 1,4-3 0,-1 5-4429,6 5 1,-3 5 4195,9-1 1,-18 6 0,-23 6-1</inkml:trace>
  <inkml:trace contextRef="#ctx0" brushRef="#br0" timeOffset="102183">9702 8134 26004,'10'-37'308,"-1"-1"0,4-17-330,-20 71 22,-6 19-4257,-2 23 4251,3-2-5,7-16 0,1 3 61,1 5 1,1 1-60,0 0 1,0 1-197,0 5 1,0-2 187,0-16 1,1-4 10,-2 11 62,0-14 84,2-21 2791,-3-9-2908,-1-14 5,-4-16-17,-1 0 6,3-3 0,0-3 13,3 5 1,1-2 50,-1-16 0,0-3-62,5 2 1,1 1 2,1-2 1,1 0-18,3-1 1,1 2-6,-2 10 0,2 2 5,4-5 1,2 1 254,-1 12 1,3 2-286,8-8 0,2 2 2,-3 11 1,1 3-17,23-9-90,-5 23-6,-3 32 74,-4 14-389,-18-6 1,-5 2 449,-3 23-6,-20-12 1,-7-1 13,0-15 0,-4-2 3,-11 14 1,-4-3-103,4-12 0,-1-5 155,5-4 0,1-3 982,-11 3-827,18-12-16,14-5-135,6-4 857,6 0-942,11-3 249,14 1-282,2 0-54,2 3 1,2 2-144,23 6-284,-16-1 1,2 0 155,-6 2 0,-2 1-328,0 0 0,0-1-650,-2 0 0,-3-1-926,17 3-6554,-5-6 8833,-23-3 0,-3-1 0,-11 0 0</inkml:trace>
  <inkml:trace contextRef="#ctx0" brushRef="#br0" timeOffset="103390">10316 8237 14958,'-2'-5'7249,"1"2"-3306,1 3-3977,-13-32-16,15 24 44,0-24-16,28 31-40,12-3 34,8-4 34,-11-1 5,11-13 28,-23 2 28,7-12 12,-22 0 55,-6 0 56,-9 1 230,-6 1-257,1 14 139,-5 2-123,7 11-117,-2 1-56,-1 7-6,-6 9-34,-3 13-11,-1 12-50,6 11-79,6 7-111,10 4-180,9 0 140,4-16-207,3-18 0,4-4-84,12-2 117,20 1 180,-3-28 229,2-13 242,0-13 206,-7-8 79,-11-5 39,-10-1 12,-10 3 4,-5 7 7,-5 11-146,-3 11-264,-1 7-229,-2 5 107,4 13 21,2 5 7,2 16-12,0 5-22,-3 1-17,-3-2-23,-3-4 35,0-11 44,-2-4 95,2-12 6,0-4-62,4-12-22,4-12 5,9-12 12,11-8-6,7-4-413,5 3 407,0 8-10,-3 10-35,-2 11-16,2 7-6,2 12-16,3 8 5,0 11 5,-3 5 425,-7 0-414,-9-2 7,-9-8 33,-6-6 84,-4-7 73,0-5-68,1-6-66,5-8 33,2-9 16,5-5 12,0 0-22,1 2-23,-1 6-16,0 5-46,0 6-16,3 4-28,5 4-45,4 8-45,4 3-50,-3 6-45,-1 2-79,-2 0-61,1-2 61,4-4 141,6-6 117,6-8 73,-6-2 62,19-14 33,-19 2 95,12-9 85,-17 7 84,-9 3-12,-10 6-157,-7 5-128,-7 4-23,-7 7-16,-7 6-23,-6 11-6,2 8-11,5 5-11,13 0 6,14-2-1,16-6-5,17-9-22,13-8 30,-25-9 1,1-1-118,1-4 0,-1-1 162,-2-2 0,-2-2 54,23-14-6,-16-8 112,-15-8-17,-12-4 0,-18-3 5,-10 1-27,-13 6-34,-9 6-28,-3 10 210,0 8-327,3 8 40,6 11-153,5 7-190,3 11-806,8 15 492,8-10-1680,16 16-5674,12-16 7156,6 1 0,-7-12 0,-7-10 0</inkml:trace>
  <inkml:trace contextRef="#ctx0" brushRef="#br0" timeOffset="103715">12701 7960 15418,'1'-6'6257,"0"2"-2299,-1 4-4036,19-56 378,-11 52-306,18-29 1,-9 89-1,0 2 238,1 2-244,-2-9-10,1-17 740,5 3-718,3-13 51,0-12 5,8-19-28,-11-2 56,13-18 39,-9 0-5,7-12-43,-14 12 1,-1 0-54,10-22-22,-3 3-73,-5 9-268,-6 13-762,3-2-1765,1 11 2868,3 10 0,-10 4 0,1 3 0</inkml:trace>
  <inkml:trace contextRef="#ctx0" brushRef="#br0" timeOffset="103927">13423 7902 22811,'3'-3'4123,"0"1"-3255,-3 2-992,22-19 108,-20 29-29,15-4-67,-26 37 17,2-4-225,1 12-212,6-10-291,8 8-5532,13-4 3129,-2-20 2659,9-5 0,-19-18 0,1 0 0</inkml:trace>
  <inkml:trace contextRef="#ctx0" brushRef="#br0" timeOffset="104126">13653 7632 25870,'-24'-54'-2168,"5"29"-6257,22 84 8425,1-6 0,0-4 0,-1-30 0</inkml:trace>
  <inkml:trace contextRef="#ctx0" brushRef="#br0" timeOffset="104874">13863 7854 26760,'41'-12'-28,"-10"15"28,-41 48-50,2 11 44,4-22-16,2 9 16,3-28 51,2-2 39,5-11 39,20-19-78,-5 1 84,29-26-85,-27 18 63,21-19-23,-20 17-28,7-5-90,-10 11-5,-4 6-73,-3 9-73,-2 9-61,6 8-101,6 15 246,-7-8-274,19 14 195,-18-25-212,26 6-28,-1-14 232,-14-4 1,3-1-327,13-5 0,1-3 542,-6-1 0,-1-2 3,1 0 0,-2-3 61,-5-5 1,-3-1 134,10-14 329,0-6 132,-22 1-503,-26 12-73,-37 5-117,-8 16-29,14 9 0,1 4-5,-5 5-118,0 21 45,31-12 843,0 5-781,15-3 44,21-4 18,-3-5 252,36-2 10,-25-17-78,7-1 258,-14-12 207,-13-3-471,-3 5 202,-3-4-341,-6 14-163,0 0 84,-1 44 22,0-11-3,-1 26 1,0 9-1189,-4-14 0,-1 1 1166,1 9 1,-1 3-23,-2-16 1,-2 0 0,-1-1-581,-2 11 1,-1 0 484,2-12 1,-1 1 0,-1-2-433,-5 15 0,-3-4 258,2-11 0,-2-5 118,0-11 1,0-6 242,-5-2 1921,6-58-1932,18 7-282,1-7 0,0-11 0,-1 4-4662,1 4 1,-1 0 4486,-1-15 0,1 3 1,-1 5-1,2 36 0</inkml:trace>
  <inkml:trace contextRef="#ctx0" brushRef="#br0" timeOffset="105433">15400 7850 22694,'7'-52'1019,"0"-1"0,0 1 1,0-7-1,-1 5-722,-2 12 0,-2 8-101,-3 10-202,1 27 68,1 35-1,5-3 1,1 6-1054,3 16 0,3 5 1023,-2-15 1,1 3 0,1 0-439,1 4 0,0 1 0,0 0 403,0 0 0,0 1 0,-2 0-26,-1 0 0,-1 1 1,-4-1-115,-2 0 0,-3-1 1,-5 0-1310,-7-1 0,-5 0 0,-3-4-963,1-9 0,-2-3 1,-4-1 2415,-9 1 0,-4-1 0,3-7 0,-13 6 0,-4-3 0</inkml:trace>
  <inkml:trace contextRef="#ctx0" brushRef="#br0" timeOffset="114227">1124 9563 21058,'-45'2'1191,"1"1"0,1 1 0,16-4-1129,27-2-79,5-2-145,35-12-303,16-1-153,-16 8 0,4-1 0,-2 1-473,3 0 1,-1 2-25,0 1 1,3 0-1,-5 3-1935,-7 3 1,-3 2 3096,1 7 1,-2 0 0,1 1-1,-22 8 1</inkml:trace>
  <inkml:trace contextRef="#ctx0" brushRef="#br0" timeOffset="114536">1158 9874 16902,'-51'28'1579,"0"1"1,-1 1-1,20-13-1310,32-18-163,18-10-94,27-12-91,-10 5 1,2 0-458,-4 2 1,2-1 255,21-11 0,0-1 106,-19 9 1,0-2 41,12-9 1,-2-3 83,-16 7 1,-6-2 83,-7-1 0,-5-2 41,-7 0 0,-5 0 21,-7-1 0,-6 2 103,-3 1 1,-4 3 386,-24-17 57,2 15-29,10 14-224,13 8-280,9 5-67,7 5 680,6 8-663,4 10 202,9 12-236,1-2-31,-1 0 1,0 2-228,9 21-829,-8-13 0,-2 3-2627,-4-4 0,-3 0 3051,-2-4 1,-3-2 0,1 10 0,-5-19 0</inkml:trace>
  <inkml:trace contextRef="#ctx0" brushRef="#br0" timeOffset="115194">3473 9623 21993,'-4'-46'409,"-1"1"0,1 4 0,-5 10-274,-17 22-63,-10 9-21,-9 13-12,-9 12-22,25-8 0,1 2-1,0 1 1,2 1-28,-17 19-28,17-4 44,21-5 18,25-4-12,24-4 0,-12-11 0,3-2-3,3 0 1,1-1-15,1 1 1,-1-1 8,-5 0 0,-1 1-3,16 12 0,-18-1 50,-17 1 40,-20-1-6,-21 0-12,-22 1-52,17-11 0,-1-1-223,-3-1 1,-1 0 216,0-2 0,0 0 3,2-1 0,1-1-17,-28 1-96,14-10-721,15-8-2757,19-12 3574,33-14 0,-11 17 0,15-2 0</inkml:trace>
  <inkml:trace contextRef="#ctx0" brushRef="#br0" timeOffset="115395">3878 9651 18380,'4'0'3165,"0"0"-689,-4 0-2375,3 49-56,-1-21-65,0 7 0,0 1-265,0 2-1121,0 1-6262,-2-1 6820,-2-7 0,1-12 0,-1-10 0</inkml:trace>
  <inkml:trace contextRef="#ctx0" brushRef="#br0" timeOffset="115575">4096 9382 21752,'-30'19'0,"5"-5"0</inkml:trace>
  <inkml:trace contextRef="#ctx0" brushRef="#br0" timeOffset="116352">4432 9758 25808,'-38'-29'332,"0"-1"0,2 2 1,11 7-221,24 15-140,-1 3 17,4 1-12,8 2 6,11 0-5,14 6-17,6 6 16,0 11-21,-2 22 27,-16-9-170,-12-5 0,-5 1 69,-9 22 45,-3-20 1,-3 3 18,-8 5 1,-3 0 44,2-8 1,-2-3 11,1-1 0,-1-3 47,-11 5 46,13-19 10,0-4 79,2-14-129,7-2 45,-4-14-17,6-1 267,1-7-340,7 0-39,23 2 17,-2 10 22,29 3-11,-7 11-31,-5 7 1,-1 1 19,7 3-17,9 11-56,-36 10 22,-14 4 28,-5 6-33,-29 7 45,-8-11 27,-12 4 17,19-23 1,0-2 39,-8 0-17,-2-12-6,28-20-39,9 0-6,29-38 0,-4 29 1,3 0-530,4-7 0,3-1 527,-1 5 1,3-1 0,0 1 1,12-9 0,5-2 11,-11 9 1,4-3 0,0-1 0,-3 4-786,-6 4 1,-2 3 0,1-2 790,8-4 0,0-1 0,-6 3 34,9-13 33,-11 3 79,-5-8-118,-18 19 6,-16 5 780,-16 20-791,-4 9 2605,-2 5-2650,-2 29 22,12-2-11,7-8 0,2 1 0,1 15-17,9-8 0,4 0-5,6 3-129,4-2 0,8 0-2024,12-8 1,7-5 2174,11 4 0,0-3 0,-12-5 0,-2-4 0,-7-9 0,1 1 0</inkml:trace>
  <inkml:trace contextRef="#ctx0" brushRef="#br0" timeOffset="117475">1129 11335 20291,'-50'1'1264,"-1"0"0,11 0 0,8-4-1119,17-5-145,21-1-17,29-9-83,20 2-3047,0 4 0,4 0 2951,-16 3 0,1 1-187,1 2 0,3 0 1,-4 1 55,-2 2 1,-2 2-845,5 2 1,-4 2-947,11 14 1683,-41 15-176,-39 13 618,1-18 1,-3 0-101,3-5 1,-2 1 864,-18 13 0,-2 0 1115,16-11 0,-1 0-1202,-11 10 0,0 0-249,15-10 1,4-3 269,-10 15-438,22-14 0,42-11-336,0-13-1628,21-10 0,3-5 1560,6-8 90,-20 7 0,4-3 1,-2 1-142,2-3 0,-2-1 194,9-6 1,-2 0 55,-7 1 1,-4-1 91,-7 2 1,-6-1 855,2-25-441,-25-1 84,-20 0-224,3 27 1,-3 1 47,-1 1 0,0 1 322,-21-14-185,7 10-208,10 15 2742,10 8-3071,8 20 1152,8 15-1136,7 22-65,-2-18 1,2 1-157,3 4 0,0 1 67,2 2 0,-1 1-1113,1 3 1,-1 2 1171,-2 9 0,-1-3 0,2 7 0,-7-2 0</inkml:trace>
  <inkml:trace contextRef="#ctx0" brushRef="#br0" timeOffset="118165">3695 11567 15726,'-17'-46'1980,"0"0"1,-2 0 0,0 9-1622,-1 23-219,-12 6-89,9 16 78,-16 25-1,0 13-472,14-14 1,-1 4 340,-3 12 0,3 1-3,8-15 1,3 0-12,-3 12 0,5-1-159,8 7-379,11 6-2693,31-7-4129,15-20 6760,-19-18 1,-1-4 0,8-4 0,-16-4 0</inkml:trace>
  <inkml:trace contextRef="#ctx0" brushRef="#br0" timeOffset="119575">3899 11884 22823,'-47'6'436,"12"0"35,53-12-298,10-9-77,21-13-21,-15 1 1,-1-2-37,-8 8 0,-2-1 154,16-24 1,-5-2-1769,-6 1 1650,-7 9 1,-3-3 30,-6 5 1,-3-2-1,1-17 1,-1-3-68,-1 12 1,-1 0 49,0-18 1,-3 2-140,-6 23 1,-3 4 164,1 1 0,-1 2-3,-9-16 106,0 29-156,5 16-57,-2 14-5,-3 24-8,6-6 0,1 5 523,0 10 1,0 3-536,1 8 1,1 1-269,3-10 1,0 1 164,0 12 0,3 0-155,1-13 1,3 1-345,3-3 0,2 1 1,2-2-455,6 8 1,6-5-745,8 3 0,5-8-115,-1-17 0,3-9-373,2-5 1,1-6 1399,-9-4 1,1-5 279,17-13 1,-3-7 1870,-16 4 1,-2-3 921,12-9 0,-3-3-172,-15 6 0,-5 0 880,6-26-627,-14 10-1160,-12 11 655,-9 12-1477,-2 9 1105,-12 7-1128,6 7 130,-2 2-276,2 9-95,11-1 5,0 5-5,12-4 17,14-2-11,-2-3 11,17-5 11,-7-10 16,7-4 35,-3-9-34,-10 3 106,-1-18-39,-13 9 17,1-15 11,-12 11-12,-3 7-55,-7 9-50,-7 11-18,-6 16-16,-5 14 5,-2 17 12,5 12-23,17-23 0,2 0-22,0 21-149,10-14 1,7-1-767,18 8 441,-3-14 1,4-4-191,4-10 0,3-5 17,3-3 0,0-4 61,2-4 1,0-3 52,-1-5 1,0-2 271,0-6 1,-1-2 251,1-3 1,0-3 178,-1-1 1,-1-2 254,0-1 1,-3 0 257,-3 1 0,-2-1 101,-5 2 0,-2 0 566,4-19-376,-13 10-374,-14 9-259,-11 10-201,-4 7 173,-26 16-139,6 8-79,-18 14-40,15 6 7,10 3-23,11 1-23,11-2 299,12-3-332,8-5-16,11-7-12,10-8 11,12-9 34,9-15-73,-23 1 1,1-3 119,0-5 1,0-1 16,-1-3 0,-1-1 39,-3-1 1,-2-1 8,9-14 224,-4-9-51,-20 21-44,-2-5-90,-14 19-84,-8 8 0,-11 12 211,-7 9-228,-2 11-16,1 9-12,4 4 6,8 4-1,9-1-10,10-1-6,15-6-28,14-5-11,16-11 0,13-7 16,6-9 51,1-10 0,-16-3 5,-15-5 1,-1-3 6,9-8 13,-11 4 0,-1-1 9,-1-4 55,-6-6-16,-18 10-28,-7-6-17,-2 5 67,-13-9 28,7 13 23,-3-4-29,11 12-66,3 4-18,9 0-16,12-2-6,20-3 17,17 1-20,-23 5 1,1 2-247,2 3 0,0 1 263,0 2 0,0 1 25,-2 1 1,-1 2 16,25 10-27,-16 4-7,-13 5-16,-17 6-62,-11 7-369,-12 8-2644,-8 6 2249,-2-5 1,8-17 0,6-14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4:11:48.2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1372 3146 15395,'0'-44'1389,"0"1"0,0-1 0,0-15 0,-3 10-621,-7 19-264,-3 7-336,1 9 140,-8 4-224,1 10-28,-16 13 12,-9 14-43,17-6 0,0 3-153,-2 3 0,0 3 142,1 2 0,2 2-8,4 1 0,3 0-9,3-1 0,4 1 0,3-4 0,4 0-8,5 22 45,17-7 5,-1-21 62,18-5 50,-4-20 39,14-11-100,-6-4 53,-7-6 0,-1-4 114,11-18-373,-14 12 1,-1-2 224,-8 4 1,-3 0 63,8-27-5,-7 5 39,-8 9 7,-4 11 256,-4 11-358,-1 11-95,-2 5-17,-2 7 526,-5 11-521,-5 12 7,-4 16-7,-1 9 1,5 6-23,7-1 11,9 5 29,4-21-23,12 5-11,5-23 27,12-1 1,11-10-6,10-10 17,6-12-20,-30 1 1,0-1 2,-1-4 1,-3-1 44,23-19-17,-12-5 0,-10-2-11,-12-1-6,-9 1-5,-12 5 17,-7 5-6,-6 6 11,-3 7 34,3 5 0,4 4-12,7 2-33,4 1-28,14-4 6,5 1 5,16-2-5,-5 5 5,9 2-11,-15 4-17,20 1 23,-14 4-1,15 7-10,-14 4 10,-4 1-5,-8 7 17,-9 11-11,0-5-12,-10 19 17,-5-13 0,-3 8-39,3-5 23,5 0 22,15-10-12,1-6-16,9-10 33,5-10-10,8-3-1,11-7 0,0-5 67,1-12-44,-18 5 0,1-12-6,-16 5 33,1-18-27,-7 5-400,-9-5 377,-4 19 12,-15-8 16,5 13-28,-4-3 23,4 8 10,7 6-4,1 1-40,4 2 405,6 2-389,9-3-16,14-1 12,34-9-12,-29 11 0,2 0-429,8-2 0,-1 2 429,11 1 5,0 2 1,-16 11-6,-4 5 0,-4 11 0,-15 7 6,-5 6-1,-3-5 1,-6 24-12,0-25-148,0 4 0,1 2-1314,6 8 1468,3-9 0,1-2 0,1-2 0,6-3 0</inkml:trace>
  <inkml:trace contextRef="#ctx0" brushRef="#br0" timeOffset="808">3234 2968 17613,'1'-6'6492,"0"1"-6027,-1 5-420,3-38-6,-7 43 11,-4 0-39,-6 53-17,6-25 1,0 0-99,1 6 1,0-2-600,4-5 0,0 0 524,1 10 0,1-1 1,1 4-1,2-9 1</inkml:trace>
  <inkml:trace contextRef="#ctx0" brushRef="#br0" timeOffset="2067">3867 3066 16157,'-3'0'5999,"0"0"-5248,3 0-807,11-31-493,12 22-1697,24-22 2246,-10 31 0,-1 4 0,6-3 0,3 4 0</inkml:trace>
  <inkml:trace contextRef="#ctx0" brushRef="#br0" timeOffset="2249">3841 3350 23743,'45'-12'-703,"0"-1"1,1 0-1,15-4 1,-8 4 0,-10 4-1,-17 5 1</inkml:trace>
  <inkml:trace contextRef="#ctx0" brushRef="#br0" timeOffset="4048">5508 2753 21959,'-12'-42'197,"-11"14"-163,-13 38 5,-18 8-22,10-2 0,-1 0-740,3-1 1,1 0 719,-8 2 0,2-2 9,-11 3 505,2-7-404,26-8 210,3-1-54,10-2-274,13 0 0,0 0 784,4 3-712,-1 13-44,0-3 140,-8 34 106,-6-3-101,-4 12-1645,0-8 0,-2 0 1589,-1 9-45,5-13 1,-1 8 0,3-4-439,4-4 0,3 0 388,-4 19 1,5-2-12,6-25 0,4-2-6,8 0 0,7-5-36,11-8 0,5-6-50,3 1 0,3-4-337,11-3 1,1-4-261,-16-5 0,1-2 689,14-5 0,-5 0 0,-11 0 0,15-5 0</inkml:trace>
  <inkml:trace contextRef="#ctx0" brushRef="#br0" timeOffset="8816">6295 2908 8063,'4'-9'9321,"-1"1"-8409,-3 8 2119,0 0-2371,17-36-211,-13 27-107,13-27-225,-19 36-5,-1 0-89,-14 6-12,2-1 23,-28 11-6,12-4-12,-8 3 7,5-3 66,3-5 1,1-2-6,1-2-34,15-3 141,2-1-107,7 0-67,1 0-23,3 1-61,1 0 16,-1 3 85,-2 6-17,0 3 50,-7 30-5,-2 3-26,2-9 0,0 2-601,0 2 0,-1 0 584,0 4 1,0 0-15,3-9 1,0 1-198,-1 15 0,3-1 192,3-18 0,3 0 0,2 12 0,3-2 0,18 14-7,13-13-49,12-12-229,5-12-645,5-11-2686,5-11 3616,-25-4 0,-2-1 0,4-1 0,-1-4 0</inkml:trace>
  <inkml:trace contextRef="#ctx0" brushRef="#br0" timeOffset="9040">6922 2975 20358,'0'-4'3949,"0"1"-3009,0 3-839,-18 3-27,7 23-41,-15 16-28,17-9 1,3 4-495,-3 4 1,1 1 26,0 2 0,1 0-1202,1 1 1,1 0 1564,1 1 0,2-3 1,0 5-1,3-9 0</inkml:trace>
  <inkml:trace contextRef="#ctx0" brushRef="#br0" timeOffset="9250">7319 3434 21534,'2'-4'3305,"0"1"-2796,-2 3-475,9 9-45,-14 14-488,4 16-3444,-20 17 3285,2-4 0,6-19 0,6-14 0</inkml:trace>
  <inkml:trace contextRef="#ctx0" brushRef="#br0" timeOffset="9817">7816 3214 20425,'-3'-5'3467,"0"2"-2935,-9-59-157,12 32-241,-4-9 1,3-1 67,13 12-78,8 2-40,4 5-40,9 3-32,8 8-7,8 4-27,2 13 5,-3 10 6,-7 14-23,-10 12 1,-13 11-7,-19 5 12,-17 1-162,3-31 1,-2-1 195,-22 22-1,1-9 12,4-10 46,8-9 54,6-11 29,7-6-1,5-13-21,3-4 383,4-8-378,6-1-45,5 0-17,9 1-39,-1 7 17,16 1-40,-8 9-5,17 5 0,-13 11 0,1 5-11,17 16-6,-17-7 0,-3 2-16,0 16 22,-20-1 5,-24-4-5,-20-4-56,-19-5-341,23-19 0,-3-2 119,-2-2 1,1-3-289,0-3 0,2-3-2541,1-7 1,4-4 3117,-6-9 0,14-2 0,19 11 0</inkml:trace>
  <inkml:trace contextRef="#ctx0" brushRef="#br0" timeOffset="10040">8638 3403 23635,'-14'51'-413,"-1"0"0,2-9 1,4-5 412,8-12 0,1-16 0,0 1 0</inkml:trace>
  <inkml:trace contextRef="#ctx0" brushRef="#br0" timeOffset="10290">8979 3207 25040,'50'-29'14,"-15"15"0,2 3-560,-3 6 0,1 3-828,1-2 0,2 1 1374,9 0 0,-3 0 0,-11 2 0,16-2 0</inkml:trace>
  <inkml:trace contextRef="#ctx0" brushRef="#br0" timeOffset="10883">10078 2898 25976,'-34'-13'87,"-1"0"0,-20-8-76,20 22-6,12 2 1,-23 6 5,12 2-11,-4 2 6,15-3 5,12-1-11,4 0 0,1 4 11,-1 10-5,2 1 11,-2 7-12,4-8 6,-3 4 12,-1 3-1,0-1-16,1-2-6,0-3 0,4-13 106,-1 4 62,2-11 168,0-1 51,1-3-57,2-5-212,0 1 55,6-10-16,12-8-107,6-1-22,14-5 0,1 10-11,2 5-6,-8 6-3408,16 10 3391,-24 3-34,2 7 1,0 4 17,-1 11-6,5 17 16,-20-15-4,-12 10 4,-14-7-66,-25 16-90,-4-12 1489,13-18 0,0-2-1646,-9-2-837,-6-6-2025,12-9 3187,-6-10 0,19 5 0,5-5 0</inkml:trace>
  <inkml:trace contextRef="#ctx0" brushRef="#br0" timeOffset="11184">10010 2842 21591,'42'-14'229,"-1"0"1,1-1 0,9-3 0,-4 3-11,5 2-119,-25 7 1593,-4 0-1570,-15 4 490,1-1-826,-8 3 198,-9 2-3004,-5 4 3019,-6 2 0,6-1 0,4-4 0</inkml:trace>
  <inkml:trace contextRef="#ctx0" brushRef="#br0" timeOffset="11874">10748 2815 24749,'4'-60'426,"10"9"-337,22 35-5,6 2-16,3 3-40,-4 4-28,-6 3 0,-7 7 0,-7 4 0,-5 5 34,-2 4-18,-1 5-4,0 6 10,-1 4 17,-3 7 0,-3 9 29,-4 9-29,-4-23 0,-1 2-338,-2 5 1,-1 0 312,-3 6 0,0 1-558,0 4 1,1 1 543,1 1 0,3 1 0,1-1 0,3-2-131,0-3 0,1-3 153,-1-6 0,-1-3 23,-8 20 28,-8-20-39,-9-14 468,-4-11-664,-6-8 1100,6-4-2434,-26-7-2554,11-1 3288,-12-4 0,27 6 0,15 2 0</inkml:trace>
  <inkml:trace contextRef="#ctx0" brushRef="#br0" timeOffset="12116">11610 3427 25005,'-12'41'-258,"-1"0"1,1-1-1,-7 18 1,-3-7 257,-3-17 0,1-7 0,-3 6 0,-4-3 0</inkml:trace>
  <inkml:trace contextRef="#ctx0" brushRef="#br0" timeOffset="12816">12283 2927 23500,'23'-31'201,"-1"1"1,12-19-106,-43 52-46,-11 3-11,-14 5-16,-9 3 10,-3-2 18,7 0-7,12-6-10,12-3-6,10-2-22,4 0 33,1 3 6,0 0 72,0 10 62,-1 7 68,-3 17 22,-5 15-138,3-22 1,-1 4 25,-4 13 0,0 1-496,3-14 1,1 1 405,-3 17 1,2 1-21,5-18 1,1 0-17,0 8 0,3 0-12,3-4 1,2-2-13,3-4 0,2-3 21,22 21-5,7-15-102,8-13-1153,9-13 604,-21-9 1,-1-2-1,4-1 1,-1-2-1</inkml:trace>
  <inkml:trace contextRef="#ctx0" brushRef="#br0" timeOffset="17100">13055 3085 23259,'13'-15'728,"-4"7"-397,-12 19-79,-6 6-107,-6 4-49,-6 1 32,-10 3-77,10-9 100,-8-1 102,14-12-29,0-4-73,5-10-39,6-12-17,5-14 6,9-9-45,1 7 45,17-15-45,-5 25-28,10-8-28,-4 21-12,1 8 12,5 13 0,2 11-16,-3 15-18,-7 16 20,-18-18 0,-3 3-9,-6 6 1,-5 1-6,-6 5 0,-5 0-1688,-7 4 1,-5-2 1706,-4 1 1,-4-1 2,0-4 1,-2-3-67,4-4 0,-1-4 108,6-8 1,2-3 19,-9 3 168,7-20-146,20-10 141,-1-22-68,15 3 3267,6-12-3356,8 11-51,-2 9 252,7 5-280,4 11 6,4 9-78,6 13-259,-6 10-570,2 8-1082,3 5-4428,6 1-2881,-9-10 9309,-4-9 0,-19-18 0,-5-3 0</inkml:trace>
  <inkml:trace contextRef="#ctx0" brushRef="#br0" timeOffset="17290">13709 3466 20056,'0'-8'4206,"0"3"-3764,0 5 421,0 0-840,-21 47-237,5-11-528,-2 3 0,-1 2 618,5-9 0,0-3 0,-2 4 1,1-4-1</inkml:trace>
  <inkml:trace contextRef="#ctx0" brushRef="#br0" timeOffset="17540">13975 3445 12230,'-11'-6'5098,"3"1"-1595,8 5-2175,0 0-266,15-20-1040,2 13 372,16-15-1414,2 18-1984,9-1 3004,-2 0 0,-13 1 0,-11 2 0</inkml:trace>
  <inkml:trace contextRef="#ctx0" brushRef="#br0" timeOffset="17973">14659 3102 21752,'1'-4'4174,"1"1"-2668,-2 3-1456,7-26 12,-16 34 11,0-11-45,-17 43-23,1 5-5,8 3 0,8-2-5,13-3-23,9-4 17,11-7 11,-3-10 0,23-5 44,-10-15-32,21-10-1,-3-13-267,2-11 312,-26 15 0,-2-2 151,21-17 56,-10 5 51,-13 9-263,-11 9-51,-8 8 0,-4 9 0,-3 8 0,-1 13 0,-3 13 0,0 12 0,2-19 0,-1 2-141,1 4 0,-2 2-604,-1 4 1,-1 0-1189,-1 1 1,-2 0 1932,-4 0 0,0-4 0,-2 6 0,-2-13 0</inkml:trace>
  <inkml:trace contextRef="#ctx0" brushRef="#br0" timeOffset="18175">15237 3665 23187,'3'-4'4133,"0"0"-3814,-3 4-369,-7 8-269,-2 8-885,-5 11-2342,5 5-2783,5-8 5481,8-4 0,-3-13 0,3-2 0</inkml:trace>
  <inkml:trace contextRef="#ctx0" brushRef="#br0" timeOffset="18567">16023 3237 27639,'-47'-20'93,"0"-1"1,8 0-1,3 11-68,10 29 1,3 10-314,3-3 0,0 2 288,-4 9 0,3 3-1413,3 13 0,4 0 1404,6-16 1,3-1-59,12 21 0,7-4 687,7-13-766,3-6 1,4-3-124,15-4 174,12-2 134,7-18 56,-16-14-11,-6-4 140,-18-8 204,-14 6-288,-10-7 2449,-24-5-2528,-12 3-38,-7 1 10,-12 5-44,8 8-162,-13 0-102,22 7-8816,6 9 9091,27 0 0,1 1 0,6-6 0</inkml:trace>
  <inkml:trace contextRef="#ctx0" brushRef="#br0" timeOffset="19307">16435 2977 24710,'32'-7'224,"-1"0"0,19-5-137,-16 11 0,1 2 14,15-2-23,9 0 12,-1-1-6,-3 1-30,-11 0 8,3 0-7,-37 3 107,1 4 65,-14 6-37,-3 10-117,-1 0 45,-3 16 38,0 21-111,4-8-479,2 4 0,3 3 439,4-17 1,2 1-6,0-2 0,0 4 0,4-2-6,8 12 1,4-1-15,4-1 1,2-2-60,-2-4 1,-2-2-90,-7-5 0,-9-1-132,-15-4 1,-11-3-732,-18 1 0,-9-5-593,1-4 0,-4-3 1624,6-5 0,-1-1 0,5-3 0,-13 4 0,0-2 0</inkml:trace>
  <inkml:trace contextRef="#ctx0" brushRef="#br0" timeOffset="20474">17346 2932 7735,'-5'-10'6839,"1"1"-3228,4 9 198,0 0-2954,-28-27-771,25 19 313,1-27-296,40 27-54,-7 1 1,2 1-3,1 1 0,1 0-12,-1 1 1,1 1 555,25-1-567,-13 2-10,-15 5 32,-14 3 18,-8 7 39,-5 8 28,-2 8 27,-1 10 232,-2 7-259,-3 7-28,-2 8-405,2-28 1,-1 0 328,-1 3 1,1 1 4,-1 2 1,-1 0 0,-1 2 0,0 0-9,-1 2 1,0-1-12,-2 3 0,0 0-6,-1 0 1,1 1-9,2 1 1,1 1-7,1 0 1,2 0-29,2 0 1,1 0-65,3-2 1,0-1-144,0-3 0,0-2-296,-2-5 1,-2-2-1567,-20 21 2106,-3-30 0,-2-5 0,-4 3 0,-10-7 0</inkml:trace>
  <inkml:trace contextRef="#ctx0" brushRef="#br0" timeOffset="24457">1165 5298 18571,'11'-58'1170,"0"1"1,-2 3 0,-6 7-538,-18 9-218,-10 4-180,-7 7-95,-7 8-45,-6 9-17,-5 12-27,-6 15-32,27-3 1,0 4-355,-1 3 0,2 4 346,0 1 1,2 1-10,3 1 1,3 1-14,-10 27 109,16-6-103,16-9-7,13-11 29,13-12 50,13-9 17,8-13-5,7-11 5,-1-13-23,-27 11 1,-2-3 89,19-22 219,-15 7-267,-12 7 1,-3 0 64,0-11 118,3-15-6,-12 23-5,-3 11-247,-3 12-56,-1 5-45,-1 4 51,-2 8 44,-4 20-22,3-3 247,-3 25-259,6-8 7,4 13-1,7 1-11,10-7 12,12-8 16,11-13-11,9-11-292,8-10 314,2-12 18,1-10-7,-5-10 12,-10-7 33,-12-3 62,-16-2 23,-12 0-68,-14 2-33,-11 3-12,-10 4-28,2 8 107,-10-2-22,17 11 302,-2-2-381,15 9-50,5 1 16,4 1 17,9-1-5,14-1-17,12-1-23,10 0 34,4 0 0,2 2-17,2 1 12,-3 7-6,-6 4 11,-12 8 0,-12 7 11,-11 7 6,-11 8-12,-9 6-10,-3 1 5,2-12-28,2 7 28,8-20 22,9 7-28,9-15 12,12-6-12,-2-6-1682,10-9 1,0-4 1693,1 0-6,2-4 0,0-3-58,-6-6 120,1-9-23,-13-1-17,-14-2 17,-16 1-5,-12-2-12,-22-7 6,6 7 3347,0 5-3319,15 8 98,13 11-138,3-2-4,12 2-12,21-2 5,-3 5 6,26-4-8,-17 10 0,1 1 3,15-2-12,-9 4 0,-3 2 6,-10 4 0,13 10 0,-17 6-11,0 12 11,-12 8 0,-9 3 0,-12 13-11,1-8-6,-2-3-39,10-4-173,13-8-830,25 11-672,10-11-1011,-15-19 0,1-3 2742,20-1 0,-19-8 0,-15-2 0</inkml:trace>
  <inkml:trace contextRef="#ctx0" brushRef="#br0" timeOffset="24866">3014 5096 18016,'-2'-4'4588,"0"0"-3479,2 4-499,36-77-509,-17 52-23,15-22 1,3 5-57,-6 32-16,16-1-12,0 17 29,-11 10-6,10 16-20,-31-4 0,-7 4 3,-5 29 0,-8 1-3,-12-25 0,-3-2 26,-11 10-4,10-14 1,-1-1 47,-7 4 12,11-10-35,8-11 57,5-7-34,4-4 1,2-1 128,16-1-196,14-3-73,8 0-149,-6-3 1,4 0-756,8-4 0,3 0-1658,1-1 0,3-1 2635,-7 2 0,1-1 0,-5 2 0,17-5 0,-4 1 0</inkml:trace>
  <inkml:trace contextRef="#ctx0" brushRef="#br0" timeOffset="25084">3996 4964 21394,'54'-16'-1311,"0"0"1,-10 1-1,-2 5-3274,-4 10 1,-4 3 3390,4 3 0,4-2 0,-29 1 1</inkml:trace>
  <inkml:trace contextRef="#ctx0" brushRef="#br0" timeOffset="25240">4181 5185 14538,'-4'3'7674,"1"0"-5378,3-3-2329,-37 24-46,35-17-1746,6 16-5855,52-29 7680,-18 3 0,-2-1 0,9-2 0,-19 1 0</inkml:trace>
  <inkml:trace contextRef="#ctx0" brushRef="#br0" timeOffset="25700">5302 4775 20739,'-2'-3'2173,"0"1"-1546,2 2-509,-61-21 128,14 16-182,0-6 1,1 1-3,-4 11 33,0 2 67,5 2-38,-1 1-80,13-1 40,13-2-33,16-1 10,0 2-21,3 0 44,0 6 61,0 8-72,-1 5 11,0 10 6,0 2-34,-3 6-23,0-5 15,-4-3 0,-1 1 19,-9 20-194,5-14 0,0 0 177,3-6 1,2-2-1,-4 18 40,7 3-12,15-11-56,-1-6 9,24 16 3,-6-23-12,11 10-16,-11-19-124,11-5-442,-3-10-1423,20 1 1983,8-10 0,-28 3 0,1-3 0</inkml:trace>
  <inkml:trace contextRef="#ctx0" brushRef="#br0" timeOffset="26674">6322 4912 12130,'3'-5'7948,"-2"2"-6016,-1 3-1814,-3-60-67,-9 45-7,-9-45-10,-11 62-12,-4 4-5,-3 4-11,-4 4-12,-5 1-11,-5 0 1,10-4-18,-13 4-39,31-8-90,-6 2 40,23-6 140,7-1 95,4 5-45,1 3 6,4 7 17,0 5-40,-3 1 57,-1 18 22,-6 4-62,-2 3-1665,-2 5 0,-1 0 1659,1 0 1,0 1 0,2 1-419,4 1 379,3-22 0,0-1-38,8 24 32,7-9-27,5-9-340,22-18 0,3-5 1,-16 1-1,7-9 1,1 0-1</inkml:trace>
  <inkml:trace contextRef="#ctx0" brushRef="#br0" timeOffset="27085">6624 5294 23564,'43'-31'-71,"1"0"0,3 1 0,0 6-887,13 11-434,-23 6 0,2 1 367,1 1 0,-2 0 0,4 0 0,-7 1 0</inkml:trace>
  <inkml:trace contextRef="#ctx0" brushRef="#br0" timeOffset="27301">7367 4922 19888,'0'-3'5219,"0"0"-4692,0 3-499,-2-24 56,7 42-67,-2-23-28,5 66-107,-6 1-802,-4-20 0,-2 4 194,-2 2 1,-2 3-1902,-3 7 0,0-1 2135,4-10 1,1-3 0,-1-9 0,3-5 0,4-1 0</inkml:trace>
  <inkml:trace contextRef="#ctx0" brushRef="#br0" timeOffset="27724">7886 5402 19865,'-1'3'2728,"1"0"-1546,0-3-1199,-33 61-1170,10-16-2505,0-1 1,1 1 2275,1 4 1,11-25 0,6-12 0</inkml:trace>
  <inkml:trace contextRef="#ctx0" brushRef="#br0" timeOffset="27990">8202 5257 24872,'18'-34'-1389,"28"2"-2279,3 25 2535,-15 2 1,-2 1 0,4-1 0,-14 3 0</inkml:trace>
  <inkml:trace contextRef="#ctx0" brushRef="#br0" timeOffset="28524">8643 5007 23976,'34'-27'16,"-1"0"1,1 0 0,12-10 0,-1 10 0,7 26-28,-1 8 0,-2 7-6,-3 9-17,-3 6-5,-7 6 6,-9 3 27,-13-7 12,-15 9 38,-21-9-27,3 0 56,-19-5-11,19-16 408,-21 3 28,15-9 13,-7-3-35,11-6-84,7-5-96,5-2-116,5 0-113,6 1-50,9 0-12,11 2-5,13 4-17,11 6-5,6 9-12,0 9 6,-4 9-33,-11 5 5,-15 4 17,-21 1-6,-19 0-6,-18-3-33,-11-5-50,-2-7-376,-2-7 96,21-8-1843,5-5-7574,21-8 8680,1 1 0,3-2 0,0 5 0</inkml:trace>
  <inkml:trace contextRef="#ctx0" brushRef="#br0" timeOffset="28723">9900 5204 20722,'-24'55'-1186,"0"-1"1,2-2-1,2-7 1186,3-8 0,6-14 0,6-10 0</inkml:trace>
  <inkml:trace contextRef="#ctx0" brushRef="#br0" timeOffset="29774">10493 4807 19213,'-9'-20'678,"2"4"611,7 16-1525,0 0 731,7 0-444,6 0 5,23 0-6,-1-1 209,2-1-175,-7-1 738,-12-2-710,-1 1 118,-7 1-169,-6 2 62,-3 0 611,-1 1-538,-4 0-123,-5 0-12,-10 0 12,-7 0-6,-12 0-11,-3 0 51,-10-1-57,12 1-11,3 0-27,19 0-12,7 1-6,8 1 17,-1 4 6,2 4 22,-2 7-28,1-1 12,-3 9-12,2-8 51,-4 18-51,2-10 11,-2 19-11,3-19 6,-2 7 6,1-12-7,-3 3 7,1-3 5,3-7 11,1-4 168,3-7 1188,0-2-1232,5-4-124,-2 1-6,10-7-5,3 0-11,11-1-6,8-1 1,19 4-7,-14 4-5,9 1 0,-1 12 0,-9 3-39,11 10-34,-21 7 17,-15-4 34,-11-1-34,-19-1-174,-22-1 96,5-4-284,-3-4 1,-2-2-4442,-8-2 3414,-10 3 1168,14-9 0,27-3 1,-1-1-1</inkml:trace>
  <inkml:trace contextRef="#ctx0" brushRef="#br0" timeOffset="30624">11096 4694 23825,'29'-27'106,"1"-1"1,1 3-1,-1 5-72,11 11 22,10 0 0,-14 5-34,-7 1 6,-9 2 6,-18 1 78,-2 0-45,-7 5-50,4-2 5,-4 3 6,5-5 67,1 0-11,4 5-28,1 0 23,4 10 33,0 4 17,0 8-62,-2-2 113,4 29-3522,-5-21 3368,1 12 1,3 19 0,-1 4-1,-1-11-46,-2-1 1,-1 1-256,1 1 1,1 10 0,-2-1-1,-6-11 239,-10-5 0,-5-9 16,3-10 0,-6-2-185,-19 3 0,-4-7 191,13-13 0,-1-3-3,-15 4 0,-1-3-11,10-9 0,0-4-51,1-2 1,0-3-342,2-2 0,3-3-857,-13-8 1277,2-16 0,29 23 0,-3-8 0</inkml:trace>
  <inkml:trace contextRef="#ctx0" brushRef="#br0" timeOffset="37399">11981 5549 21909,'0'-4'3014,"0"0"-2891,0 4-118,-3-10-61,-3 28-408,-8 2-1491,-7 33 1955,8-21 0,0-2 0,-3 4 0,3-2 0</inkml:trace>
  <inkml:trace contextRef="#ctx0" brushRef="#br0" timeOffset="37841">12756 5030 23730,'-24'-17'112,"-5"7"-90,-5 16 6,-19 3-5,15-5 21,-13 0 12,25-4 12,1-1-1,10 0-11,8 0-23,5 1-27,2 0 11,0 4 61,0 15 17,0 8 118,-3 35-129,-1-18-14,-1-6 0,-2 3-14,-2-1 0,-1-1-214,2-7 1,1 1 165,-2 10 1,3-1-48,11 12 11,3-11-12,11-3-208,30-18-88,1-10-121,-10-5 1,2-3-1171,-5-5 0,1-4 1627,6-2 0,-4-1 0,5-2 0,-3-2 0</inkml:trace>
  <inkml:trace contextRef="#ctx0" brushRef="#br0" timeOffset="38068">13001 5305 24010,'45'-12'-1471,"0"-1"1,1 1 0,4-3-1,-2 3 339,-9 7 0,-6 3 0,-12 1 0,-1 0 0</inkml:trace>
  <inkml:trace contextRef="#ctx0" brushRef="#br0" timeOffset="38467">13697 5161 17372,'-4'-2'4184,"0"0"-2150,4 2-1323,-6-61-515,12 39 11,3-18 0,5 3-111,12 24 60,24-5-32,-10 15-113,-8 4 11,8 13 1,-20 13-12,0 15 6,-10 12-17,-13-21 0,-4 0-12,-8 21 18,-13-1 8,-6-12 1,-2-3-909,-6 6 908,8-9 0,1-4 20,10-11-23,16-15 90,2 0 28,20-9-118,11-3-28,8-2-1710,2 0 1,0 0 1356,7 1-375,0-1 1,3 1-1117,-12 4 1,-2 1 1860,5-1 0,-1 0 0,9 0 0,-21 3 0</inkml:trace>
  <inkml:trace contextRef="#ctx0" brushRef="#br0" timeOffset="38656">14608 5400 18061,'2'5'5417,"-1"-2"-3676,-1-3-1707,-50 34-34,36-13-59,-14 4 0,3 2-170,19-3-5534,-7 22 5763,2-18 0,0 3 0,6-18 0</inkml:trace>
  <inkml:trace contextRef="#ctx0" brushRef="#br0" timeOffset="39084">14882 5309 24021,'30'-32'-127,"0"-1"0,0 3 0,1 7-1430,24 14-1678,-23 4 1,0 1 1819,28-2 0,-23 1 0,-15 3 0</inkml:trace>
  <inkml:trace contextRef="#ctx0" brushRef="#br0" timeOffset="39484">15645 4991 20067,'0'-3'4251,"0"0"-3322,0 3-817,-30 11-5,7 16-39,-23 15-35,20 12-22,12-1 1,11-4-24,15-5 18,5-13 0,31-2 10,-3-19-167,-11-5 1,3-3 178,-5-6 0,0-2 34,-1-2 0,0-2-3105,26-16 3195,-16 5 224,9-13-62,-23 15-29,6-5-105,-20 15 92,-7 5-238,-6 6 3330,-3 9-3370,-1 3 171,-10 29-210,-1-1-45,4-9 1,-1 1-365,1-1 1,-1 0-329,0 2 1,-1 1-1703,1 2 0,0-1 1838,2-4 1,1-3 0,-3 9 0,6-19 0</inkml:trace>
  <inkml:trace contextRef="#ctx0" brushRef="#br0" timeOffset="39690">16237 5683 25965,'20'-45'-1782,"14"7"110,-5 29 0,6 5 1672,11-4 0,-1 0 0,8-1 0,1 0 0</inkml:trace>
  <inkml:trace contextRef="#ctx0" brushRef="#br0" timeOffset="39990">16998 5273 25309,'-23'-6'22,"18"0"-901,47-1-2414,19 2-1623,-26 3 1,0 1 2557,19-1 0,-17 2 0,-27 0 1</inkml:trace>
  <inkml:trace contextRef="#ctx0" brushRef="#br0" timeOffset="40374">17862 5013 21461,'-55'-1'104,"0"0"1,2 4 0,5 6 584,16 11 0,4 6-681,-1 1 1,3 4-12,1 10 1,4 2 2,7-13 0,3 0-12,0 13 1,7 0-17,15 7 5,0-19 1,3-1-14,6-3 0,4-3 10,2-2 1,3-3 519,-1-4 1,2-2-450,28-1-12,-22-10 79,-3-10 637,-23-3-565,-2-4 1366,-15-4-1472,-13-3 472,-18-1-477,-10 3-12,-3 5-66,1 7-34,18 6-241,5 7-936,19 6-7023,2 8 8239,8 0 0,0-6 0,3-4 0</inkml:trace>
  <inkml:trace contextRef="#ctx0" brushRef="#br0" timeOffset="42082">16452 5641 7425,'0'-5'8110,"0"2"-4951,0 3-2772,4-3 151,-3 5 44,1 0-33,-7 7-297,0-2 414,-6 3-263,1-5-15,-5 2 4,4-4 44,-1-1-21,3-1-46,0-3-195,3 0 252,-2-6-186,3 0 1,-1-4-22,4 1-40,0-2-117,4 1 112,6-11-68,3 6-5,7-6-17,-2 9-34,-2 5-33,-2 5-6,-4 3 17,9 12-17,-8-1 23,15 25-28,-13-6-18,1 16 35,-11-6 22,-11 1-29,-10-1-38,-9-3-118,-5-4-470,-2-2-1536,0-7 2146,2-6 0,16-9 0,5-4 0</inkml:trace>
  <inkml:trace contextRef="#ctx0" brushRef="#br0" timeOffset="43182">16989 5282 21220,'-38'-1'787,"-1"1"1,-22-1-172,59 1-107,1 0-22,7-3-419,0 0-12,7-3 16,6-1 12,5-1 23,4-1 33,-6 1 89,-8 3-167,-7 2 22,-5 3 113,-2 0-158,-8 0-34,-7 0 7,-17 1-1,-11 2-6,2 1 3,9 1 1,-1 0 2,-7 3-5,-11 1 5,30-4-5,11-3 44,10-2 29,11 0-12,18-5-39,3 1 0,3 0-17,20-3-384,-9 2 0,0 1 390,16-1-3,-25 2 0,1 0-4,24-1 18,-18 0 23,-18 2 10,-15 0-16,-9 2 5,-4 0 751,-5 0-784,-19 1-17,3 0-6,-26 2 6,7 2 11,-13 0-5,0 2-6,-3 1 0,21-2 25,1 0-20,24-4 6,3 0-11,6-1 6,4-1 11,5-1 0,9-1-6,13-3-6,9-2-5,3 1 0,-1-2-22,-15 5-23,-8 0-341,-13 3-931,-3 0 1317,-7 8 0,5-6 0,-5 6 0</inkml:trace>
  <inkml:trace contextRef="#ctx0" brushRef="#br0" timeOffset="45219">18443 4835 20011,'-35'-21'2072,"9"5"-1685,24 16 1769,2 0-2067,-5 0-44,-4 0 0,-7 0 0,-1 0-17,3 2 0,6-2-17,5 1 45,2-1 28,11 3 22,10-1-33,22 0-22,16 0-320,-23-2 1,1 0 262,1-1 1,-1 0 13,-1 1 1,-1-1 19,23-2-11,-18 1 40,-6-1-7,-21 2-11,0 1-11,-11 0-5,-1 0-7,-1 6 576,-1 5-541,-2 11 16,2 10 34,0 11-12,5 13-474,0-21 1,0 3 398,0 4 0,1 2-12,0 4 1,-1 1-3,-2 0 0,-3 0 0,-3-2 0,-5-2-14,-3-2 0,-4-3 11,1-9 1,-2-2-127,-15 8 0,-2-3-617,-13 3-606,15-13 0,0-4 1352,-8-4 0,19-10 0,11-6 0</inkml:trace>
  <inkml:trace contextRef="#ctx0" brushRef="#br0" timeOffset="45696">19252 4710 18632,'-5'-3'3670,"2"1"-1755,3 2-1635,47-43-17,-8 28-151,0-8 0,3 1 45,15 18-39,-2 7-68,-5 8-28,-4 11 6,-5 12 0,-7 11 6,-17-8 0,-3 2-6,4 18-471,-9-10 0,-2 2 465,-3-9 1,-1-1-15,0-1 1,0 4 10,1 20 1,-1 2-15,-1-22 1,-2 0 2,0 17 1,-3 0 5,-2-16 0,-3-3-285,-4-2 0,-4-3 265,-4-1 0,-5-4-78,-4-1 0,-5-3-2660,-18 2 0,-2-4-379,14-7 1,0-2 3122,-17 3 0,6-4 0,18-6 0,1-1 0</inkml:trace>
  <inkml:trace contextRef="#ctx0" brushRef="#br0" timeOffset="55944">19880 2836 14885,'2'-6'1799,"17"1"-1323,25 3-303,2 1 14,-5-1 1,2 0-972,18-1 904,-18 1 1,1 0 2,-12 1 0,-1 0 95,24 1 258,-9 2-352,-9 4 155,-8 5-156,-7 8 23,-4 5-12,-1 9-72,-5-3 134,13 27-17,-5-9-64,-4-11 1,0 1-69,-1-4 1,-1 1 10,1 4 1,-1 0 17,1 6 0,-1 0-337,-3-8 1,0 3 334,-2 3 1,0 6 0,-2-3-549,0 7 0,-1 1 511,0 0 0,-1 4 1,0-4-10,-2 1 0,-1 1 29,-2 4 1,0 4 0,-2-2-25,0-14 1,0-3 0,0 3-513,0 2 1,0 4 0,0 0 0,0-2 498,-1 8 1,0-2 0,1 0-10,0 1 0,0-1 0,2 1-280,-1-1 1,2 0 0,-1-1 249,1-1 0,1 0 1,-1-1-31,0-3 1,0 0-1,-1-2-45,-1-4 1,-2-1 0,-2-2-148,-5 15 1,-5-3-290,-5-7 1,-6-3-1173,-6-4 0,-4-3 1702,-9 0 0,0-5 0,-7 4 0,0-8 0</inkml:trace>
  <inkml:trace contextRef="#ctx0" brushRef="#br0" timeOffset="61166">21454 3705 18352,'-18'-32'551,"0"-1"0,-1 3 0,-2 9-405,-6 20-45,-12 9-17,-7 9-28,-1 10-31,20-8 0,2 0-14,-8 7-33,-1 10 11,26-14 11,7 16 22,13-5 6,15 8-11,0-15 11,16 5-6,-4-8-11,9 4-11,-9-6 51,-13-4 5,-15-7 128,-14 1-77,-5-5 128,-34 10-89,-17-4-118,22-5 0,0-1-12,-2-1 1,3-1-6,-7-1 6,5-1-90,20-1-1002,2 0-673,9-1-1271,11 0 617,3 0-4448,19 0 6850,1-2 0,-3 2 0,-8-2 0</inkml:trace>
  <inkml:trace contextRef="#ctx0" brushRef="#br0" timeOffset="61542">21628 3916 6532,'4'-6'6750,"-1"1"-4412,-3 5 1981,0 0-4084,18-49 433,-13 36-724,10-33 381,-27 66-303,1-3 928,-17 33-950,15-13 0,-3 6-17,14-5 17,12-13 39,16 5 35,5-11 38,12-7-51,-12-11 130,6-11 61,-7-8 184,7-19-279,-15 10 129,-2-16-79,-16 17-84,-1-5-44,-7 2-91,3 11-268,-3 3-644,3 10-667,3 3 382,2 3-6341,15 6 772,4 2 6778,7 4 0,-12-6 0,-9-3 0</inkml:trace>
  <inkml:trace contextRef="#ctx0" brushRef="#br0" timeOffset="62098">22077 3895 8646,'4'-5'8166,"-1"0"-4497,-3 5-3490,12-1-106,-8 7-4179,15 19 4134,-13-4 910,6 32-888,-6-22 62,1 10 163,-5-16 296,-1-10 303,-2-7 3291,1-6-3818,-2-7-263,0-1 96,-3-21-96,2-1-40,-1-17 1,13-6-34,-2 15 23,12-7-23,-1 21-11,-1 1-22,13 4-1,-8 11 7,12 3-35,3 18 46,-11-2 5,12 16-12,-15-4 1,-1 0 0,-1 18 5,-16-13 12,-7 12 28,-11-14 66,-5-10 80,1-9-12,7-13-124,4-4 80,6-30-63,11 0-33,2-8 19,5 17 1,3 2 14,12-6-45,-8 11 0,0 2 5,13 0-11,0 8-11,-10 7-11,14 15-6,-14 7-11,6 6-224,-6 25-700,-13-6-309,-5-11 1,-2 1-7068,0 20 7549,-2-10 0,-3-18 0,-1-13 1</inkml:trace>
  <inkml:trace contextRef="#ctx0" brushRef="#br0" timeOffset="62315">23151 3812 19104,'-3'-2'3623,"0"0"-3466,3 2-414,62-33-2446,-28 30 0,2 0 2703,13-12 0,-1 2 0,11 16 0,-37 0 0</inkml:trace>
  <inkml:trace contextRef="#ctx0" brushRef="#br0" timeOffset="62481">23248 4054 16527,'-3'1'6055,"0"-1"-5456,3 0-1041,22-2-310,-2-1 752,18-4 0,2-1 0,-12 2 0,25-6 0</inkml:trace>
  <inkml:trace contextRef="#ctx0" brushRef="#br0" timeOffset="63841">24102 3365 17395,'1'9'2649,"-9"3"-2156,-10 2-269,-3-1 224,-4-3 50,4-6 91,-5-1 206,3-4-386,7-3-67,5-1-197,7 1 63,3 1-147,0 2-100,-1 5 56,-3 9 0,-1 3 16,-8 23 23,-2 6 0,2-3 0,0 3-512,0-2 1,0 2 513,-4 13 1,0 0-37,4-17 1,1 0 2,-4 11 1,0 0-4,5-12 0,3 0-8,0 13 0,6 0 3,6-13 0,7-3 0,8 2 0,5-5-12,24 2 0,-10-18 1,4-4-45,-3-6 0,2-3-378,12 1 0,3-3 417,-8-6 0,2-3 0,-5 1 0,-7 3 0,-3-1 0,5-5 0,1 0 0</inkml:trace>
  <inkml:trace contextRef="#ctx0" brushRef="#br0" timeOffset="66691">24884 3600 21999,'-2'-35'185,"-1"-1"0,-14-20-168,-7 60 0,-3 0 16,-20 14-27,20-7 22,-26 10 28,12-5 0,0-2-11,-1 0-6,17-5-17,9-4-11,7-1-33,6-2 39,2 2 33,1 4-16,0 1 72,-1 10 51,-1 6 157,-7 25-130,-4 3-352,5-18 0,-2 0 210,1-2 0,1-1-20,-4 18 6,1 8-3247,11-5 3230,2-10-32,8-11 0,4-2 21,16-1-12,9 5-200,13-14-953,-1-13 775,-4-7 0,-1-1 1,-1 0-1,13-6 0</inkml:trace>
  <inkml:trace contextRef="#ctx0" brushRef="#br0" timeOffset="67091">25343 3747 18151,'0'-3'4352,"0"1"-2397,0 2-1927,-37-11 45,2 35-48,4-16 0,0 3-14,6 15 0,3 6-132,5-4 0,1 0 115,-7 29-16,11-6 38,18-7 52,15-12-29,5-13 33,5-12 1,4-5 34,21-9-51,-14 1 0,-1-3 22,-9-3 1,-2-3 117,19-18-17,-17-7-33,-15-2-34,-9-2-67,-10 12 78,-12-11-56,-3 17-39,-11-7-39,0 13 0,7 9-60,-9 2-926,12 9-2045,-8 9 3042,4 12 0,10-7 0,1 2 0</inkml:trace>
  <inkml:trace contextRef="#ctx0" brushRef="#br0" timeOffset="67432">25988 4043 20033,'7'-3'1232,"-2"0"-790,-5 3 847,0 0-1138,-22 66-89,3-28-331,-1 8 0,-4 1 88,3-19 1,1-4 0,-4 4 0,0-2 0</inkml:trace>
  <inkml:trace contextRef="#ctx0" brushRef="#br0" timeOffset="69313">26598 3689 11833,'0'-4'8391,"0"1"-7266,0 3-890,-13-40-184,6 29 111,-26-16-16,4 46-1,-19 20-82,8-5-13,9-4 0,0 3-552,-7 13 513,14-12 1,2 0-7,1 18 23,18-7 28,17-7-28,5-13 73,35-2-358,-6-16 315,-10-4 1,-1-3 9,14-5 128,7-13 313,-12-13-313,-9 4 146,-4-23 83,-25-4-173,-11-3-134,-3 23 0,-3 2 5,-10-9 90,-14-2 16,-2 8-162,2 5 431,5 5-598,16 17-1,7 5-762,2 9-795,2 7-5125,2 10 6783,2 0 0,0-7 0,0-6 0</inkml:trace>
  <inkml:trace contextRef="#ctx0" brushRef="#br0" timeOffset="70723">27047 3888 21623,'-5'39'-207,"0"0"0,-3 24 207,-2-31 0,0-3 0,3-9 0,-8 18 0</inkml:trace>
  <inkml:trace contextRef="#ctx0" brushRef="#br0" timeOffset="71140">27579 3636 17619,'0'-3'4072,"0"0"-3551,0 3-426,-53 21-39,26 6-42,-8-2 0,1 2-8,12 15-1,10-9 1,3 1 5,2 10 1,5 18-7,13-23 46,10-7 94,8-11 74,7-10 33,7-11 28,5-12 95,1-12-311,-4-11 356,-10-8-67,-12-3-51,-12 1-77,-13 5-97,-9 7-72,-9 4-22,-4 6-107,-1 4-594,2 5-3122,5 5 3789,7 4 0,5 2 0,5 3 0</inkml:trace>
  <inkml:trace contextRef="#ctx0" brushRef="#br0" timeOffset="72083">27964 3445 24285,'42'-29'290,"1"0"1,-2 1-1,-2 9 239,0 17-428,-8 2 65,15 8-217,-24 4-190,4 3 115,-6 8-3542,-3 8 3182,-3-2 53,5 30-118,-10-17-35,1 8 193,-1 0 180,-4-6 66,1 13 220,-4-19 1,0 1 2,-1-3 1,0-1-238,-1 8 1,-1-2 336,0 14 6,-4 8 58,-3-11 3130,1-10-3121,-7 1 92,-6-22 79,1-4-430,-19-1-2122,0-9 2277,-22-2 1,26-2 0,0-3-1</inkml:trace>
  <inkml:trace contextRef="#ctx0" brushRef="#br0" timeOffset="78474">29233 3395 19412,'20'-53'2161,"-4"11"-2015,-15 40-90,-8 1-68,1 2 12,-18 2 23,-21 6 5,-7 2-11,-4 1 5,6-3 0,21-5 12,1 0-6,14-1-39,8-2 5,5 0-5,1 0 56,0 6 33,0 12-39,0 7 41,-1 13-19,-1-9 102,-4 17 38,-4-1-98,3-16 1,-1 2 2,-3 8 1,-1 2-65,3-6 0,0 0-17,-2 7 1,2-1-670,0 11 678,3 7-12,5-15-22,3-3-156,19 18 16,-5-36-460,26 19-1405,-1-34-4907,21-2 6119,-2-11 0,-20 1 0,-16-1 1</inkml:trace>
  <inkml:trace contextRef="#ctx0" brushRef="#br0" timeOffset="78899">29742 3645 22811,'-32'-13'146,"1"0"0,-31 5-57,30 47-61,2 4-11,3 11-11,18-13 5,9-10 11,10 1 40,17-6-17,7-5 11,11-3 11,-2-12-28,-10-8 95,3-8 113,-6-16-90,-4-7-34,-3-13 6,-15 3-62,-7 8 22,-9-4 18,-9 4 10,-6-1-72,4 8-17,4 12-134,10 11 27,3 3-643,0 12-2034,1 8 2756,2 20 0,-1-17 0,2 2 0</inkml:trace>
  <inkml:trace contextRef="#ctx0" brushRef="#br0" timeOffset="79107">30261 3885 17944,'4'0'3047,"0"0"-947,-4 0-1898,-18 64-129,1-22-798,-1 6 0,-2 2-3345,3-18 1,0-3 3144,-13 22 1,10-20 0,11-15 0</inkml:trace>
  <inkml:trace contextRef="#ctx0" brushRef="#br0" timeOffset="82594">30610 3802 8444,'-5'0'7618,"1"0"-2449,4 0-4491,-9-9-577,7 6-12,-2-8-43,16 5-40,13-1-46,10 0-280,8 1-1729,4 2-6487,2 1 8536,-7 2 0,-17 0 0,-12 0 0</inkml:trace>
  <inkml:trace contextRef="#ctx0" brushRef="#br0" timeOffset="83161">31226 3579 9626,'1'-3'8782,"0"0"-5561,-1 3-2980,-20-13 45,1 20-28,-18-4-68,8 30-50,3 6-39,5 7-34,7 4-11,10 2-11,15 0-6,3-12 17,11-10 0,5-3-258,-2-9 0,2-1 219,15 8 0,3-2 2,-3-7 1,0-4 8,-2-2 0,0-3 0,-5-2 0,-2-2 45,23-7 72,-17-4 1,-17-7-68,-13-5-50,-17-2-22,-12-5-1,-26-8-5,9 9 8,5 9 1,-1 0 25,-13-5-1,-10-7-5,4 0 207,9 0-218,11 0 16,11 0 1,10 0-17,7 0 5,8 1-5,6 2-6,9 3 220,3 4-208,2 5-46,2 7-10,-2 4 16,2 11 11,0 9 1,3 13 5,-3 11 0,-3 8-23,-11 8-639,-7 4-150,-15-1-2496,1-23 1,-2-2 3307,-4 13 0,0-8 0,11-28 0</inkml:trace>
  <inkml:trace contextRef="#ctx0" brushRef="#br0" timeOffset="83471">32152 3977 22940,'-18'58'-356,"0"0"0,4-11 1,1-5-1,2 4 0,6-27 1</inkml:trace>
  <inkml:trace contextRef="#ctx0" brushRef="#br0" timeOffset="86011">32764 3666 8002,'0'-3'9751,"0"0"-6530,0 3-2801,-9-32-280,-2 27-17,-15-16 23,-5 43-18,-6 12-38,-2 11-62,8 5-6,11 0 24,12-1-7,17-3 17,14-4 45,20-6 22,14-10-39,-24-17 0,-1-4 19,1-2 1,-2-3 221,25-10 73,-13-10-45,-12-9-101,-12-8-90,-10-6-50,-10-3-28,-8 0-22,-6 2-18,-7 4-16,-3 6-5,-2 5-62,2 9-157,4 8-476,2 6-1524,3 10-6312,3 6 8508,5 5 0,4-7 0,3-4 0</inkml:trace>
  <inkml:trace contextRef="#ctx0" brushRef="#br0" timeOffset="86488">33080 3418 18229,'41'-17'431,"-1"-1"1,1 1-1,10-7 1,-7 7-326,-7 14 291,-17 5-251,-9 3 117,2 4-56,0 5 81,3 5 82,8 13-253,-6-8 246,7 18-251,-12-18 174,9 33-40,-13 1-173,-1 1-206,-10-23 1,-4 0 238,-12 18-89,5-17 0,-1 1-17,-4 11 0,0 0 5,5-7 1,2-1-6,-1-2 0,3 0-11,6 23 0,11-19-96,1 4-402,-13-13 32,-9-16-1162,-31-11 1,-10-7-1060,20-1 0,-1-2 2698,-9 1 0,-5-1 0,8 0 0,-4-2 0,0 0 0</inkml:trace>
  <inkml:trace contextRef="#ctx0" brushRef="#br0" timeOffset="89728">25132 5962 17675,'-19'-5'504,"-6"1"-353,-8 2 11,-10 1-10,-7 3-18,0 0 40,0 1 28,4 0 56,6-2 128,6-1-156,12-2 447,3-1-319,11 0-94,1 1-119,5 1-290,2 1 184,0 7 6,-1 0 89,-3 23-16,-1 1 10,-3 20 12,0 4 28,-1 5-75,4-27 0,-1 1-6,0 3 0,0 0-260,-4 23 290,1-8 1,0 2-529,3-15 0,-1 2 481,-2 18 0,-1 3-6,3-10 1,0 0-9,0 2 0,1-2-37,1-10 1,2 0 32,0-1 0,1 3 1,0 0-1432,2 18 1,1 0 1420,-1-2 0,1 2 8,0-13 1,1 0-1,1-2-417,0 3 0,1-1 391,-1-7 0,1 1 1,0 0-196,2 20 0,3-1 179,0-3 0,2 0-2,1-5 0,2-2 10,1-4 1,3-2-12,1-5 1,0-3-12,-3-8 1,1-2-183,9 4 1,4-4-742,15-1-2275,-11-11 0,2-4 3204,18-8 0,-19-5 0,-14-3 0</inkml:trace>
  <inkml:trace contextRef="#ctx0" brushRef="#br0" timeOffset="91027">26293 6173 8573,'-2'-6'9287,"1"2"-7909,1 4-1193,-18-22-129,10 17 117,-29-15 7,11 23-68,-7 1 229,-21 4-89,16-4-106,-8 1 206,12-4 220,15-2-253,3 0-106,7 0-140,8 0-22,1 1-35,-4 10 18,-3 4-23,-3 6 23,-13 20 22,5-5 0,-9 20 22,8-3-416,4 4 382,5 2-4,5-4-24,7-6 29,9-8 17,13-9 27,11-7-44,13-10-515,12-7-1241,-25-9 0,2-1 1641,-2-1 0,-3 0 1,12-4-1,-18 2 1</inkml:trace>
  <inkml:trace contextRef="#ctx0" brushRef="#br0" timeOffset="91686">27063 6262 22111,'16'-42'336,"-12"17"-296,-19 38 27,-28 30-50,10-3-17,9-9 0,2 1-17,-4 22-6,12-2 18,16-6 10,12-8-5,4-12 62,29-2 72,-5-17-55,8 1 274,6-23-45,-23-5-28,10-17-62,-18-7-50,-8-6-6,-8-4 12,-6 4-23,-10 5-39,-7 10-45,-9 7-78,-1 11-17,4 8-229,-8 10-152,11 11-851,-4 10-2711,12 11 3971,11 14 0,0-20 0,4 0 0</inkml:trace>
  <inkml:trace contextRef="#ctx0" brushRef="#br0" timeOffset="91912">27813 6530 18106,'2'-4'4761,"1"0"-3159,-3 4-1658,11-24 62,-16 32-12,4-10-179,-18 44-806,-2 12-320,7-10-3605,7-7 1,2-2 3326,2-3 0,0 10 0,3-35 0</inkml:trace>
  <inkml:trace contextRef="#ctx0" brushRef="#br0" timeOffset="92355">28606 6311 19266,'0'-6'3881,"0"2"-3007,0 4-863,-53-33-11,23 38 0,-6-14 0,0 7-33,1 50 21,13 1 12,5-2-28,14-2-5,12-12 22,10 5 11,16-9 16,10-12 52,16-11-40,-17-9 56,11-14 61,-25-6-10,2-13-3315,-7-17 3270,-12 16-52,-4-18 169,-9 24-17,-7-4-106,-1 12 85,-17 3-141,7 11-84,-9 1-62,10 9 3137,2 9-4156,3 9-2437,5 14-2179,5-2 4905,8 8 0,-2-24 0,1 1 0</inkml:trace>
  <inkml:trace contextRef="#ctx0" brushRef="#br0" timeOffset="92554">29370 6521 24155,'-22'15'-89,"0"12"-376,11 7-229,-1 3-2676,4-6 1,1 0 3369,-1 5 0,0 5 0,5-26 0</inkml:trace>
  <inkml:trace contextRef="#ctx0" brushRef="#br0" timeOffset="92944">29938 6310 19574,'0'-6'3870,"0"1"-2711,0 5-1108,-65-39-29,38 34-8,-22-8 0,0 7-14,17 33-9,8 5 1,4 3 8,4 5 0,8 17-22,21-19 5,10 0 22,-1-13 1,3 0 6,11 4 7,-6-14 1,0-5 13,-6-7 79,17-8 62,-23-8-12,0-12-44,-9-10 6,-10-19-91,-3 14-5,-7-15 6,0 26-17,-2-2-124,1 9-1366,5 9-1345,3 7 102,2 3 2716,13 5 0,-8-2 0,8 1 0</inkml:trace>
  <inkml:trace contextRef="#ctx0" brushRef="#br0" timeOffset="93287">30411 6121 15513,'2'-4'5763,"0"0"-3875,-2 4-1653,60-50-111,-36 38-52,13-15 1,-1 6 17,-19 24 89,10 6-17,3 9-128,-5 0 134,7 28-90,-22-17 62,2 32-39,-11-10-54,1-10 1,1 1-202,0-5 1,1 0 161,1 6 1,1-1-9,5 10 0,-1 3 17,-7-18-29,-18 11-128,-16-16-244,3-16 1,-5-4-2111,-4-5 1,-2-4 2493,2 0 0,2-1 0,-13-2 0,21 0 0</inkml:trace>
  <inkml:trace contextRef="#ctx0" brushRef="#br0" timeOffset="94045">26128 7486 10954,'1'-3'9225,"-1"1"-6957,0 2-1820,-3-38-140,1 27-145,-2-28-141,0 37-55,-3 2 16,-6-1 22,-9 1 7,-10-1 4,-9 4-4,-2 0 4,10 1-21,-4 4-12,21-1 34,-6 7 28,9 5 5,-3 12 12,-2 11 22,-3 11-470,10-21 1,-1 0 405,0 4 0,0 2-4,1 1 1,1 1-6,1 0 1,2 0-7,-2 21-136,12-20 0,7-1 153,20 11-28,-1-14 1,5-2-597,8-9 0,5-4-222,6-3 1,0-3-675,-8-4 0,-1-3 1498,4-2 0,-7-4 0,-9-1 0,-2-2 0</inkml:trace>
  <inkml:trace contextRef="#ctx0" brushRef="#br0" timeOffset="95527">26778 7760 17277,'16'-39'1824,"0"-1"0,0 4 1,-6 9-1265,-10 23-347,-1 1-197,0 2-21,-6 7 33,-10 11 11,-23 28-34,21-19 1,-1 1-215,-1 1 1,0 1 188,5 2 1,2 0-3,0 19-1,4 7-10,19-8-152,26-4 213,10-19 0,4-7 50,5-24 34,-13-11 84,6-13 23,-9-10 77,-11-18-105,-16 5-118,-9 0 33,-18 5-61,-9 15-45,-22-10-11,12 17-51,4 13 0,2 2-44,4 6-224,-14 2-902,24 17-2056,4 8 2552,12 20 1,1-21 0,5 3 0</inkml:trace>
  <inkml:trace contextRef="#ctx0" brushRef="#br0" timeOffset="95737">27592 7966 23696,'-28'39'-135,"0"1"1,5-9 0,3 1-3563,10 3 1,4-1 2822,-1 8 0,-1 5 1,5-29-1</inkml:trace>
  <inkml:trace contextRef="#ctx0" brushRef="#br0" timeOffset="95971">27906 8024 22161,'46'-20'-315,"0"0"1,1 1 0,0-1-1,1 1 1,-8 6 0,7 6-1,-3 0 1</inkml:trace>
  <inkml:trace contextRef="#ctx0" brushRef="#br0" timeOffset="96487">28604 7691 24967,'-25'-11'90,"-3"11"-90,0 30-17,-1 11 12,7 7-12,8 4 6,11-1-6,15-5 0,14-6-11,21-4 25,-15-21 0,1-2-3349,26 6 3343,-20-11 1,1-3-1,-6-5 1,-1-3 764,25-6-689,-12-8-5,-32-5-51,-18-3 12,-7 3 27,-38-17-28,2 8-14,10 9 1,0-2 2,6 4 1,2 0 10,-15-12 101,3-14-38,26 13-35,2-15-27,21 9 2640,11 5-2635,9 6-22,-3 10 11,12 6-23,-14 11-11,9 8 17,-7 12-22,-1 14 5,0 11 0,-4 12-1724,-13-24 1,-2 2 1434,-2 2 1,-2 1-922,-5 1 1,-1 0-2032,-6 21 3258,-8-1 0,12-36 0,-1-2 0</inkml:trace>
  <inkml:trace contextRef="#ctx0" brushRef="#br0" timeOffset="96704">29440 8025 25007,'-16'32'-700,"-1"1"0,3-1 0,2 1 700,6 1 0,2-3 0,0 5 0,0-1 0</inkml:trace>
  <inkml:trace contextRef="#ctx0" brushRef="#br0" timeOffset="97570">29914 7655 11474,'2'-3'9830,"0"1"-7337,-2 2-2448,-4-32 0,-14 37-23,-8-16-5,-9 51-17,3 6-6,11-7-1693,14-3 1,5-2 1709,5-1-1071,12 3 1,5-2 1059,8-15-64,3-2 0,3-4 137,16-6 28,13-5 67,-7-11 89,-8-9 12,-15-11-79,-12-8-72,-14-9-28,-15-3-6,-10 0-28,-10 5 2249,-8 7-2272,0 8 3006,3 9-3129,8 8 279,11 7-1203,7 12-2878,10 6 3892,3 6 0,-1-6 0,2-5 0</inkml:trace>
  <inkml:trace contextRef="#ctx0" brushRef="#br0" timeOffset="98569">30614 7437 7996,'-3'-2'9830,"1"0"-7068,2 2-2735,-6-5 433,11 5 60,4-3-133,22 4-95,15 1-158,-5-2 104,-9-1 0,1 0 121,8 0-119,12-2-150,-26 2-68,-12 1 57,-8 3 16,-5 7-22,0 10-28,0 4 44,1 30-55,1-5-20,0-11 0,1 2-3,1-2 0,0-1 0,2 2 1,1 0-234,-1 1 1,-1-2 221,-1-1 0,-1-1-11,-5 16-51,-19 2-310,-4-33 0,-5-2-850,-1 0 1,-2-2 1221,-12-2 0,2-3 0,1-3 0,5-5 0</inkml:trace>
  <inkml:trace contextRef="#ctx0" brushRef="#br0" timeOffset="99396">31570 6062 17809,'26'-29'582,"1"0"1,9 1 0,1 8-1038,13 13 503,-19 4 0,1 1 36,3 1 0,-2 1-28,21 5-45,-22-4 0,0 2 62,26 13-23,-25-1 221,9 12-86,-19 2 84,-9 8 5,-6 6-16,-4 6-23,-3 7-50,-1 7-419,0-27 0,-1 1 282,0 4 0,0 1-12,-1 4 0,0 2-11,0 6 1,0 2-7,0 4 1,1 2-377,0-18 0,1 0 0,-1 2 364,1 0 0,0 0 1,0 1 7,0 1 0,-1-1 0,0 1 0,0-1 0,-1 1 0,-1-1-12,0 1 1,-1 0 0,-1-1-8,-1 0 1,0 0-1,-1 0-2,-1-1 1,0 0-1,-1-1-9,1-2 0,-1 0 0,0 0-916,-3 6 0,0 1 0,1-4 793,-1 1 1,0-2-544,-7 15 1,-3-3-1708,5-24 1,-3-3 2387,-10 10 0,-1-4 0,-2 3 0,-2-11 0</inkml:trace>
  <inkml:trace contextRef="#ctx0" brushRef="#br0" timeOffset="100620">27259 5703 16314,'-42'24'629,"1"0"0,3 4 0,8 6-223,20 9 1,6 5-1269,-3 10 0,-1 5 1015,3-15 0,-1 3 0,0 2-487,-1 7 0,-1 1 1,1 3 379,0-11 0,0 1 0,0 2 0,1 0-240,-1 5 0,0 2 0,1 0 0,0-3 203,1-7 1,0-3 0,1 0 0,0 5-308,1-4 1,0 5 0,1 1 0,0 0 0,1-1-1,0-3 270,2 6 0,0-3 0,1 0 0,0 6-408,-1-10 0,1 4 0,1 3 0,-1 0 0,1 0 0,-1-3 0,1-5-1086,1 7 0,0-4 0,1-2 0,0 2 1522,0 11 0,2 4 0,-1-5 0,-1-12 0,-1-14 0,0-6 0,-1 1 0,0 0 0</inkml:trace>
  <inkml:trace contextRef="#ctx0" brushRef="#br0" timeOffset="101237">30088 5981 11620,'-6'-46'2629,"1"0"0,-1 4 0,1 7-2243,0 13-274,2 8-123,3 14 280,0 13 117,0 20-123,1 10 0,-1 9-120,0 7 0,0 6-691,-1-19 1,0 3-1,0 2 1,-1 1 562,0 5 1,-1 1-1,1 1 1,-1-1-567,1-7 0,-1-1 0,0 0 0,1 4 547,-1 0 1,1 3 0,0 2 0,0 1-1,0 0-27,1-8 0,1 1 1,0 0-1,0 1 0,0 0 1,1-1-474,-1 2 0,0-1 0,1 1 0,0 0 0,-1 0 0,1 1-679,0 5 0,0 2 1,1 0-1,-1-1 0,1-2 1,0-3 1182,0 6 0,0-4 0,0-2 0,0-5 0,0-2 0,0-4 0,0-5 0,-1-6 0,0-1 0</inkml:trace>
  <inkml:trace contextRef="#ctx0" brushRef="#br0" timeOffset="101970">24457 6980 10063,'-7'0'851,"2"-1"-1164,5 1 694,0 0-29,143-45-1779,-107 36 1,2 1 1461,5-4 0,6-2 0,4 0 0,-1 2 64,-1 4 0,1 2 1,0 0-1,0 1-36,-1-1 0,-2 0 0,2 0 0,4 0-28,-5 0 1,4 0 0,1 0-1,1 0 1,0 0 0,-1 0-398,7-1 0,0 1 1,-1 0-1,0-1 0,2 1 394,-7 1 1,1-1 0,1 1 0,-1-1 0,0 1-1,-2 0-357,1 0 1,-2 0 0,-1 1-1,3-1 1,4 0 401,-8 1 0,4 0 0,2 0 0,1-1 0,1 1 0,-1 0 0,-1 0 0,-4 1-183,6-1 0,-4 0 1,-1 1-1,0 0 1,1-1-1,2 1 144,-1 0 1,0-1-1,1 1 1,1 0-1,0-1 1,2 1-1,0-1 3,-1 1 0,1 0 0,2-1 0,1 1 0,-1-1 0,-1 1 0,-2 0 0,-2 0 2,3-1 1,-3 1 0,-2 0 0,0 0 0,2-1 0,3 1-21,-8 0 1,3 0 0,2 0-1,2-1 1,-1 1 0,0 0 0,-1-1-1,-3 1 1,-3 0-10,4 0 0,-3 0 0,-2-1 0,-1 1 1,2 0-1,4 0 5,-3 0 1,2 0-1,3 0 1,0 0 0,1 0-1,-2 0 1,-2 0 0,-4 0-12,11 0 1,-6 1 0,0-1 0,0 1 0,4-1-20,-6 1 1,4 0 0,1-1-1,1 1 1,-1 0 0,-2 0 0,-3 0-131,5 0 1,-3 1 0,-2 0 0,-1 0 0,0 0-837,6 0 0,-1 0 1,-1 1-1,-4 0 977,5 0 0,-3 0 0,-5 0 0,-2 0 0,-7 0 0,-1 2 0</inkml:trace>
  <inkml:trace contextRef="#ctx0" brushRef="#br0" timeOffset="104655">24364 9863 21545,'-5'0'1009,"2"0"-886,3 0-257,88-25-337,-52 20 0,4 0-1186,10-3 0,7-3 1,-2 4-2786,10 3 1,-4 4 4011,-5 0 0,-5 2 0,-15-2 0,-6 0 0,2 3 0</inkml:trace>
  <inkml:trace contextRef="#ctx0" brushRef="#br0" timeOffset="104994">24591 10034 20189,'58'-3'-203,"1"1"0,-15-5 0,0-1 0,-2-4 124,5-11 1,-3-3 86,-1 2 1,-4-3 61,-9-1 0,-6-3 260,-1-22 28,-14 20 1,-5-1 153,-8 1 1,-6 1 16,-5 3 1,-3 2 177,-5 1 0,-1 4-97,-10-7-403,9 12 56,19 14-168,5 4-11,0 10 11,5 12 1,5 17-52,2 0-16,0-10 0,3 2-14,4 6 1,1 1-381,0 1 0,-1 2 113,1 7 1,-2-2-425,-2 11-1373,-18-23 0,-6-1 2050,-9 9 0,-1-6 0,5-18 0</inkml:trace>
  <inkml:trace contextRef="#ctx0" brushRef="#br0" timeOffset="109179">26452 9498 11267,'-2'-2'8307,"0"0"-5669,2 2-2033,-15-70-392,15 45-59,-5-20 0,4 1 25,18 17-67,19-11-84,1 11-17,2 7 0,3 11-11,-6 8-11,9 10 0,-4 11 0,-5 27 22,-17 5-254,-12 1 249,-15-10-1,-8-15 1,-4-2 22,-16 18-11,5-12 0,0-1-6,-5-1 207,-5-4-72,29-20 207,-3 0-79,12-8-123,1-3 232,8-7-321,5-1-51,3 0 11,10 3 6,1 7-17,12 1 1,21 14-18,-4 6 6,-1 7 6,-8 7-1,-23-4 40,-13 18 5,-27-6-38,-12-2-12,2-21 0,-4-2-273,2-3 1,0-1 185,-7 0 0,-1-1-383,-1-2 0,2-3-1148,-14-4-3967,14-12 5585,25-5 0,9 2 0,3 5 0</inkml:trace>
  <inkml:trace contextRef="#ctx0" brushRef="#br0" timeOffset="109463">26561 10187 20252,'-6'0'1657,"1"0"-1354,5 0-247,106-55-1209,-55 37 889,-11 2 1,11-3 0,1 1-1,-6 5-1895,3 6 0,-1 5-1118,-4-1 0,3-1 0,-5 1 2300,-3 2 1,-5 1-1,10 0 1,-34 1-1</inkml:trace>
  <inkml:trace contextRef="#ctx0" brushRef="#br0" timeOffset="109636">26608 10352 24066,'52'-16'173,"0"1"1,1 0 0,-2 0 0,-1 1-1,-3 0-170,4 0 0,-3 1-902,2 0 1,0 1-1892,-4 0 1,-1 1 2789,-8 2 0,-4 1 0,0 1 0,-23 5 0</inkml:trace>
  <inkml:trace contextRef="#ctx0" brushRef="#br0" timeOffset="164754">1974 7519 12802,'-9'-58'2778,"-1"0"0,3 11 0,-2 6-1455,-12 2-450,6 21-447,-1 3-365,8 9-38,4 10-1,3 3 6,14 32-17,10 4-8,-2-7 0,3 1-3,-4-9 0,2 0-28,16 20 0,-1 1-1693,-14-15 0,-1 0 1709,7 14 1,-4-2 11,-5 7 34,-23-6-1,-15-22 46,-24-3 61,2-16 22,-4-17-5,20-16-39,11-9-29,16-4 3326,5 10-3365,22-14-39,-11 23-17,8-3 1,2 1-29,1 3-47,9-1 0,3 0-356,1 4 109,8-3 1,5 0-365,-21 9 0,0 0 431,15-6 1,1-1 98,-12 4 0,-3 0 117,-4 1 0,-3 0 73,9-6 202,-8-1 229,-20 8 45,0 1 75,-10 6-461,-2 3 860,-5 5-945,-3 7-10,-5 7-18,3 3 29,1 21-28,9-9-12,5 16 17,14-12-5,2-11-6,33-3 28,-6-15 2,-12-4 1,1-4 104,22-11 94,-8-11 40,-15-7 56,-14-4 6,-15-1-45,-17 1-169,-3 8 51,-18 1-5,-12 7-107,8 5 44,-21 1-100,36 10-44,-3-1-186,19 8-280,7 7-1069,9 11-3389,12 9 4968,6-1 0,-7-11 0,-8-10 0</inkml:trace>
  <inkml:trace contextRef="#ctx0" brushRef="#br0" timeOffset="165287">3556 7294 17675,'0'-4'5086,"0"1"-3008,0 3-1989,-65-19-50,43 25-19,-15-9 0,3 5 13,23 32-22,3 7 6,5 3 17,8-2 22,9-5 11,12-9 6,11-8 11,10-10-39,10-13-17,-8-3 53,-10-6 1,0-4-89,9-10 183,-16 7 1,-3-2 193,-1-13-23,-15 4-202,-8 10 107,-14 3-196,0 10-39,-9 2-22,1 13 246,4 1-308,-2 21 5,13-3 12,12 12-6,19-10-6,22-6 45,-19-14 1,2-3-237,3-1 1,-1-2 274,1-1 1,-2-2 44,23-8-6,-16-5 18,-19-9-29,-13-5-22,-9 4 34,-14-13-12,-5 10 500,-12-7-528,-2 11-10,-4 7-24,-2 4-49,6 6-202,8 3-381,13 1-1048,16 5-4374,19 0 6066,8 2 0,-6-2 0,-8-2 0</inkml:trace>
  <inkml:trace contextRef="#ctx0" brushRef="#br0" timeOffset="165469">4656 7280 20151,'-4'0'2621,"0"0"-4615,4 0-5937,69-13 7931,-32 9 0,1-3 0,-3 0 0,-16 7 0</inkml:trace>
  <inkml:trace contextRef="#ctx0" brushRef="#br0" timeOffset="165636">4741 7470 22503,'-4'1'2817,"0"0"-2631,4-1-1100,104-36-3304,-71 27 0,1-1 4218,12-4 0,5-2 0,-8 3 0,5 1 0,-21 6 0</inkml:trace>
  <inkml:trace contextRef="#ctx0" brushRef="#br0" timeOffset="169465">4369 7383 20951,'-2'-47'786,"0"1"0,0 4 1,1 9-322,3 24-253,-2 4-223,0 4 45,-5 15-23,1 3 0,-2 27-11,2-14-11,12 15 17,7-13-1,13 9-1693,-4-17 1,1-1 1676,9 9-202,11 8-465,-32-15-622,-11 6-827,-21-2-1996,-14-3-5708,-10-6 9824,15-10 0,5-5 1,19-5-1</inkml:trace>
  <inkml:trace contextRef="#ctx0" brushRef="#br0" timeOffset="169625">4392 7385 10987,'2'-6'8878,"-1"0"-6890,-1 6 141,0 0-2034,-4-25-39,-3 39-50,-11 8-113,3 26-988,3-8 0,-1 3 416,2-6 1,0-3 0,-4 15-1,1-4 1</inkml:trace>
  <inkml:trace contextRef="#ctx0" brushRef="#br0" timeOffset="172737">6314 7169 14964,'-1'-3'4319,"0"1"-2763,1 2-1225,4 1 61,-3 8-11,0 4-39,-7 6-68,-7 2-38,-7 0-35,-6-3 23,-4-4 23,0-7 27,3-7 23,0-18-241,11 1 33,2-29-21,14 0-29,12-16-28,3 12 0,7 17 0,6 4 6,19-4-151,-20 14 0,3 2 142,9 7 1,0 6-15,14 11-3,-14 1 1,-3 5 2,-9 7 1,-5 5-6,-4 5 0,-7 3-3,-6 6 0,-9 2-23,-10 8 1,-8 0-636,0-12 0,-4 0 0,-2 1 627,-6 4 1,-3-1-1,-1 1 15,-3 0 0,-2-1 0,1 0 20,1-2 1,0-2 0,0-1 33,2-3 1,1-1-1,2-4 29,2-1 1,3-4 175,-22 5-44,40-42-17,4-16 267,15-15-245,9 13 0,3 2-78,13-11-14,-1 15 1,3 4 41,19 6-109,-18 8 0,1 2 756,1 6 0,0 4-807,1 2 1,1 3-278,1 5 0,0 3-2156,2 3 0,-1 2 2453,-4-1 0,-3-1 0,9 8 0,-18-12 0</inkml:trace>
  <inkml:trace contextRef="#ctx0" brushRef="#br0" timeOffset="179335">7751 7681 23595,'-12'49'-649,"-3"5"-5591,-4 6 4825,0-3 0,5-20 0,5-16 0</inkml:trace>
  <inkml:trace contextRef="#ctx0" brushRef="#br0" timeOffset="180028">8445 7262 22772,'-3'-14'51,"-9"16"-1,-15 37-45,5-5 1,1 1-468,-8 17 437,11-15 0,5 1-31,9 11 6,14 9 22,19-6 25,-5-31 0,5-4-6,7-3 1,3-5 8,6-2 0,3-5 8,1-5 1,1-3 13,-1-2 1,-1-4 75,2-7 0,-5-4-45,-15 8 0,-3-1 98,3-9 1,-6 0 279,-6-8 168,-5-7-151,-12 6-123,-11 7-79,-14 8-206,3 10 16,-16 9 304,6 12-348,-7 8-6,7 9 5,12 2-17,15 1-10,27 5 16,10-11 5,8-5 1,9-12 5,-11-8 11,5-6 74,-11-5 77,-11-6 23,-10-4-28,-7-1-56,-10-3-33,-5-4-7,-9-2 57,-7-4-84,9 12 17,-4 0-34,13 16-174,1 1-229,4 3-791,2 9-2939,6 8 4105,10 15 0,-6-12 0,5 0 0</inkml:trace>
  <inkml:trace contextRef="#ctx0" brushRef="#br0" timeOffset="180386">9418 7704 22408,'0'3'3260,"0"-1"-2028,0-2-1137,-1-66-16,21 9-51,-10 1 0,2-1-274,3 21 1,2 1 261,2-9 1,-2-2-505,-5 3 1,-1-1 509,1-13 1,-2-1 10,-4 3 1,-2 1 36,-4 6 0,-2 3 33,-1 10 1,-2 2 109,-6-8-101,2 20-123,4 14-40,0 23 62,2 1-3,-3 20 1,-1 5-3,-1 12-362,0 6 1,-1 5 335,4-16 0,1 0-67,-2 11 1,5 4-527,5-18 1,4 1 0,2-3-2063,7 11 1,5-4 2674,5 1 0,2-7 0,9-3 0,-14-21 0</inkml:trace>
  <inkml:trace contextRef="#ctx0" brushRef="#br0" timeOffset="181229">10010 7384 16549,'0'-4'4901,"0"0"-3512,0 4-353,-13-62 45,3 33-812,2-7 0,-1 1 140,1 19-291,6 10 11,0 3-342,1 3 162,0 12 68,1 9-6,5 19-11,6 12 12,3-6 2,5-9 0,3 1-65,15 13-260,-10-15 0,1-1 285,-5-10 1,-2-2-42,8 9-241,-9-3-751,-26-8-195,-16-2-186,-18-4 236,-8-11 655,12-7-1513,2-22 870,24-10 660,-2-27 508,13 26 0,2-1 690,-1-2 1,1 1 442,3-22 2251,0-3-2541,-5 38 788,1-13-1154,-2 30-352,-2-1-118,1 12 805,-4 9-732,-3 15-39,-5 16 0,-5 14-34,8-24 0,-1 1-350,0 2 1,0-1-2774,2 1 1,0 0 2916,-3 22 0,7-23 0,3-18 1</inkml:trace>
  <inkml:trace contextRef="#ctx0" brushRef="#br0" timeOffset="181469">10705 7340 22459,'-3'-2'2217,"1"0"-2144,2 2-431,90-47-141,-55 38 1,3 1-928,9-8 1,6-4 0,-3 6-3491,1 9 1,-5 5 4385,-11-1 0,-5 1 1,9 0-1,-30 1 1</inkml:trace>
  <inkml:trace contextRef="#ctx0" brushRef="#br0" timeOffset="181645">10906 7526 18655,'-6'2'4140,"1"-1"-2623,5-1-2385,75-33-381,-32 19-1984,-3-1 1,9-3 0,-6 4-4593,14 0 7825,-19 4 0,-5 1 0,-9 4 0,-10 1 0</inkml:trace>
  <inkml:trace contextRef="#ctx0" brushRef="#br0" timeOffset="182128">11904 7140 20856,'-6'-2'3574,"2"0"-2498,4 2-1043,-10-47-22,15 33 12,6-39-23,42 46-6,-21 5 1,1 2-12,11 2 0,1 4-17,-4 2 1,-2 3 10,-7-1 1,-2 2-79,4 8 0,-6 4-11,-6 10 67,-1 9 6,-46 8 44,4-24 3,-10-1 1,-4-1 19,-9-2 14,12-8 0,1-1 42,-5-1 410,-1-4-2,22-6-49,-3-1-130,19-7-273,3 1-1,15-7-28,9 1 0,19-1-11,10 4-3,-25 7 1,0 3-122,0 3 1,-1 3 89,26 18-28,-14 11 29,-16 4 27,-29 0-55,-32-2-180,3-21 0,-7-3-2202,-11 0 0,-2-2 2443,0-2 0,2-1 0,13-4 0,5-1 0,-9 1 0</inkml:trace>
  <inkml:trace contextRef="#ctx0" brushRef="#br0" timeOffset="205087">1884 8972 23668,'-2'-46'1131,"0"9"-1035,2 36 963,0 1-1093,0 4 45,5 7 0,3 12 1,6 11-29,3 13 0,3 10-146,-9-24 1,-1 2 148,1 2 0,-1 0-250,-1 2 1,-1-1 246,-1-2 0,-3-1 0,-5 25 40,-12-18 16,-11-14 6,-8-15 5,-6-18 293,10-12-338,6-6 544,14-13-538,13 3-11,9-11 6,13-1-12,12 0-16,-16 23 0,3 2-342,2-1 1,2 2 96,1 0 1,2 1-274,1 1 0,1 1-2247,9 0 1,0 1 1856,15-3-11,-18 8 1,-3 1-640,5 2 841,6-3-816,-7-1 2071,-17 3 1033,-3-6-110,-15 2 2201,1-4-2502,-5 0 116,-1 1-694,-3 5 3084,-4 3-3577,-4 10-55,-2 3 27,-21 34-39,17-17 0,-2 4 0,3 3-3415,7 5 3404,1 0 0,13 2 11,12-14-2280,30 3 2292,-8-12-331,6-10 1,0-3 329,-1-5 977,-2-3 1,-1-2-837,1-11 83,-2-8 57,-21-5 2811,-20-2-2946,-30-13-118,3 16-8,0 9 0,-3 1 25,-12-2-6,-9-3-27,4 6-57,18 9 1357,8 7-1452,14 8-1972,2 19-4738,4 5 6839,3 9 0,0-15 0,0-10 0</inkml:trace>
  <inkml:trace contextRef="#ctx0" brushRef="#br0" timeOffset="205653">3170 8943 19916,'0'-5'4458,"0"2"-3467,0 3-778,-47-26-157,25 32-61,-35-12 10,40 42 1,8-4 28,6 10-51,20 2 22,-2-9-16,11-11 0,4-4 11,3-8 17,1-3 0,1-3 22,14-9-6,11-9 9,-25-2 0,-2-4 26,17-17-4,-25 12 0,-2 0 32,0-8 10,-10 2 420,-11-4-419,-5 16 72,-9-11-145,-2 24-29,-2 3-5,0 11-5,2 14-7,4 6 12,2 10-5,10-12-46,11 12 46,6-17 10,12 5-5,0-16 12,-6-8 27,9-9-28,-16-3 39,6-7 12,-13-2-28,-6 5 50,-3-10-56,-2 4-28,0-10 5,-1 9-5,2-6-17,3 8 23,3-6-73,0 9-34,-1 3-487,-4 6-2885,-1 3 639,-2 2 2834,-3-1 0,2 1 0,-2 0 0</inkml:trace>
  <inkml:trace contextRef="#ctx0" brushRef="#br0" timeOffset="206227">4077 8927 16516,'1'-10'5449,"0"3"-4104,-1 7 307,0 0-1103,-30-62-129,20 43-345,-6-15 1,2 5 109,10 25-174,4 4 17,-1 5-28,1 2 0,0 24 23,4-2 16,5 19-28,9-1-5,12 2-6,-2-10-6,-4-12 1,0-1-1,2 4-22,5 15 22,-24-24-5,-10-1-168,-25-5-476,-2-6-667,-16 1-73,6-16 891,10-3-146,1-32 661,20-3 146,3 12 0,3-2 577,7-26 302,1 8-521,0 16 791,-6 3-718,-1 19-269,-3-1-213,1 11-50,-2 9-22,-3 9-17,-6 15-6,-7 15-22,-6 13-57,5-7-3880,5-6 1,1 0 3947,-3 8 0,-2 7 0,15-37 0</inkml:trace>
  <inkml:trace contextRef="#ctx0" brushRef="#br0" timeOffset="207519">4640 9105 22694,'7'-18'274,"-3"30"-251,-7 30-4,1-9 1,-1 0 19,-4 12 34,-8 10 33,-9-6-27,2-15 733,-12-7-482,19-19 219,-7-10-191,16-17-88,2-17-46,5-12-28,7-10-126,-1 27 0,0 0-133,3 0 0,1 1 147,11-22-39,2 11-28,-4 13-28,-3 13 16,0 12 1,2 15-6,12 27 0,-6-7-3,-7-2 0,1 3-1594,-1-3 0,-1 0 1597,11 18 6,-8-16 0,0-4-1,7-1 1,4-1 33,-4-14 34,-6-16 5,-5-13 45,1-29-78,-6 8-6,-5 5 1,-1-2-7,2-20-11,-1 13 1,0 1-1,3-16-84,-1 20 1,1 5 61,0 11-23,5-6-55,0 25 33,-2 3-235,9 16-1378,3 19 543,-3-4-999,-4-6 0,0 2 2114,12 16 0,-9-14 0,-2-3 0</inkml:trace>
  <inkml:trace contextRef="#ctx0" brushRef="#br0" timeOffset="207868">5570 9145 13681,'1'-4'9315,"0"1"-7316,-1 3-1696,-79-12-258,40 27-43,-8-16 1,4 5-3,15 38 11,19-4-27,9 8 4,27 1 29,12-16-17,6-8 11,11-17 24,-11-11-1695,-14-3 0,0-2 1711,7-8 117,3-18 50,-26 6 174,-4-18-280,-11 15 163,-19-19-152,-2 26-56,-11-7-39,1 16-50,12 8-23,1 5-241,12 7 911,2 13-9772,10 5 9147,3 8 0,1-13 0,-3-7 0</inkml:trace>
  <inkml:trace contextRef="#ctx0" brushRef="#br0" timeOffset="208087">6094 8876 24637,'15'-52'733,"-1"0"1,0 2 0,-10 15-661,-12 34-34,-10 16 29,-5 23-57,1 6-2148,3 5 0,0 3 2126,-1 7-163,6-12 0,-2 7 1,4-7 191,3-13 0,2-1-1903,-5 29 0,5 0-2965,7-28 0,3-1 4850,5 9 0,2-3 0,1 2 0,6-10 0</inkml:trace>
  <inkml:trace contextRef="#ctx0" brushRef="#br0" timeOffset="208254">5900 9195 21161,'-46'-26'648,"0"0"0,8 5 0,14 1-219,34-2-569,38 6-442,-9 8 0,3 2-938,-4 0 1,2 1 1519,22 0 0,-4 0 0,-15 2 0,-10 1 0,-1-1 0</inkml:trace>
  <inkml:trace contextRef="#ctx0" brushRef="#br0" timeOffset="210307">6562 8916 22032,'-45'-16'791,"13"3"-567,16 18-191,13-4 12,0 1 185,4-1 167,6-1 12,15 1-319,-1-3 89,34-5-146,-25 2 57,32-5-23,-17 5-44,10 0-7,-7 4-16,-12 6 17,-14 6 11,-14 12-28,-32 21-11,2-9-509,-14 4 0,-6 2 514,10-13 1,0 0 10,-6 6 1,-1 1-4,-1-2 1,2-2-9,10-10 1,2 0-19,-5 5 1,1-2 1,-5 5 10,15-9 46,16-15 28,10-3-1,10-4 1008,16-4-1052,3 0 0,2-2-380,21-5 378,-19 5 0,6-3 0,-3 2-29,1-1 0,-1 0-1137,-1 0 0,3 0 0,-4 1 1008,-1-1 1,0 0-1357,14-4 1,0 0-3009,-20 4 1,0 1 4506,10-4 0,-4 1 0,-3 1 0,-19 6 0</inkml:trace>
  <inkml:trace contextRef="#ctx0" brushRef="#br0" timeOffset="212091">7255 9101 23769,'-31'-2'442,"10"3"-307,18 10 184,36-6 0,12-5-212,3-5-347,6-1 1,1-4 425,2-16 71,-6-7-100,-17 5 466,-7-17-405,-22 15-3319,-10-8 3140,-8 19 28,-18 5-11,-16 13-16,-4 8-29,-1 5 343,4 16-354,5 14 11,2 7-87,20-19 1,4 2 42,0 22 5,11 0-45,19-4 28,5-13-81,11-15 0,6-4-87,-5-9 1,3-2 1099,16 3 1,2-2-1188,-4-9 0,0-4 106,0-1 1,0-3 123,0-4 0,-3-2 62,-9 3 0,-2-1 5,5-4 0,-2-1-216,-5 0 0,-2-2 263,-2 1 1,-1-1-4,18-24 65,-28 18 474,-6-9-282,-8 14 896,-1-9-881,-2 11 499,0 5-700,0 5 280,0 4-330,0 3-57,-1 2 6,0 0 34,-8 9-34,2-4-5,-5 7 5,7-7 6,4-3 817,1-1-834,2-5 23,0 2-18,0-3-10,0 4 94,-1 0-66,1-2-12,-2-2-11,-1-4 6,0 3-6,-2-3 5,2 5 6,-1-4-11,2 6 0,0 0 34,1 1-28,-2 0-12,-3-4 12,-3-1 10,-4-3-10,1 1 0,3 2-1,2 2 23,4 2-39,1 1 0,2 8 0,4 6 16,5 14-5,6 8-11,6 10-6,4 6-141,-10-23 1,0 0 115,2 0 0,1 0-9,0-1 1,-1 0-56,13 19 50,-12-10 50,-20-10 6,-21-11 12,-22-8-1,-14-11 0,-4-7 17,10-8 6,17-4-40,17-3 287,19-3-281,18 0-22,19-2 13,-2 12 1,1 2-20,20-8-389,-14 9 1,2 0 326,15-3 56,-23 8 1,2-1 10,-3 2 1,0 0-1,-3 1 1,0 1-6,21-6 45,-14 4 22,-16 2-16,-14 2-12,-6 3 11,-5 1 717,-4 1-739,-6 1 5,-8 6 6,-4 5-11,-3 9 0,2 8-5,8 4-12,7 4 11,14-2 1,9-2-1,14-6 29,20-5-29,-12-10 6,16-5 50,-24-8 12,2-5-12,-10-5 23,-5-7 0,-7-14-67,-4 8 22,-6-14-12,-3 14-10,-5-2-62,-1 6-409,-2 11-7965,-7 15 8430,-3 5 0,6 2 0,4-4 0</inkml:trace>
  <inkml:trace contextRef="#ctx0" brushRef="#br0" timeOffset="213253">9245 9036 19288,'-8'0'4470,"1"0"-4241,7 0-217,-18-17-24,37 8-105,3-12-121,13 16 0,7 4-183,-8-1 0,2 1-1795,21 1 1,1 3 1946,-20 2 1,-2 0 0,3-2 0,-4 1 0,-1 5 0</inkml:trace>
  <inkml:trace contextRef="#ctx0" brushRef="#br0" timeOffset="213404">9358 9283 23439,'48'-36'-2496,"-19"19"1,2 3 2495,1 6 0,0 3 0,11-2 0,-19 4 0</inkml:trace>
  <inkml:trace contextRef="#ctx0" brushRef="#br0" timeOffset="214044">10805 8703 23903,'-50'-28'91,"0"0"1,3 2 0,3 8-59,-3 20 7,-5 2 21,-1 2 23,10-1-5,15-2-23,14-1-45,9-1-11,5-1 17,0 3-12,0 0 23,0 9 11,-1 7 29,-1 11 27,-4 10 56,-7 19-112,3-16-174,1-10 1,-1 1 174,-4 16-29,6-19 0,-1 1-17,-2 30 1,6-7 22,14-8-12,11-7-16,15-10-174,10-6-1013,12-8-3718,-16-11 1,-1-1 2457,12 0 0,-1-3 1,-42-1-1</inkml:trace>
  <inkml:trace contextRef="#ctx0" brushRef="#br0" timeOffset="214479">11760 8661 26290,'-22'-29'154,"0"-1"0,-14-18-98,36 48-28,4 0 56,6 0 22,14 2-56,16-1 9,-7 0 0,1 0-31,16-1-17,-11-1 0,-2-1 6,-8 0 11,14-2-22,-28 3-1,-1 5 1,-6 2 5,0 13 0,-1 10 6,4 20-12,-3-9 1,-1 3-568,0-3 1,-1 0 561,0 0 0,-1 1-6,-1 2 1,-2-2-9,-6-3 0,-3 1-9,-5 8 1,-7 1-3,-9 0 0,-9-3-104,-2-11 0,-7-2 0,2-3-84,-4 3 1,-3-3-731,1-5 0,-5-1 0,5-3 943,9-6 0,3-2 0,3 0 0,3-2 0,-2-2 0</inkml:trace>
  <inkml:trace contextRef="#ctx0" brushRef="#br0" timeOffset="216136">1956 10358 17154,'-6'-42'1680,"1"1"1,0 0-1,-3 6-1008,-5 15-436,0 3 55,-7 3-174,-1 12-44,-14 12-31,4 10 0,-2 5-23,0 5 1,0 3-329,-1 2 1,0 3 310,-1 6 1,3 1-9,10-7 1,2 1-40,-3 6 0,5 2-215,11 0 0,9-3-46,10-13 1,5-3-25,27 15 21,-5-33 1,4-9 73,-3-6 0,2-4 106,11-2 0,2-4 119,-12-2 1,1-2 0,-2-1-1178,9-6 1,-2 0 1214,-3 0 0,-4-1 84,-13 5 0,-4-1 252,2-9 382,-4-7-2683,-13 14 2083,-10 6 358,-12 13-459,3 8 1787,-11 6-1748,5 6-17,-2 15-56,8-3 3387,9 8-3387,12-10 6,3-6 22,15-2 17,18-11-6,5-3-27,1-7 55,-7-11 51,-15-5 235,4-16-196,-16 10 341,-6-23-251,-19 18-51,-7-13-112,-3 18 46,-12 0-46,-13 11-61,-6 5-34,-11 6-6,19 8-50,3 5-135,18 5-1562,3 17-2951,14 5-5127,11 11 8152,1-17 1,-2-9 0,-7-15 0</inkml:trace>
  <inkml:trace contextRef="#ctx0" brushRef="#br0" timeOffset="216735">2645 10745 19288,'11'0'3316,"-2"0"-2683,-9 0-297,0 0-90,31-69-16,-5 28-374,-5-2 1,2-2 364,3 6 1,-1 2-108,-8 4 1,-1-1-76,5-6 1,-1-2 18,-3-5 1,-1-3 22,0-4 1,0 0-46,-4 10 0,0 0 188,5-19 1,-3 6 55,-6 17 34,0-14-96,-8 40-229,-2 6 5,-2 11 40,-15 35-17,-2 13-17,7-20 0,0 3-12,-6 25 1,1 3-740,6-12 0,1 2 749,0-4 0,1 3 0,1-2-4,0 12 1,4-3-371,1-5 0,4-4 373,0-13 0,5-2-5,11 2 0,3-5 2,6-5-213,10-6 1,4-7 218,15-19 8,-12-2 1,-1-4-7,-11 0 1,-1-5 17,16-16 0,-3-4 5,-12 7 0,-3-2-20,8-4 1,-2-3 19,-3-10 1,-4 0 32,-11 18 1,-2 0 50,4-11 1,-4 2 119,-8-7 1540,-13 15-1573,-6 10 778,0 10-935,3 7 555,6 5-594,5 10-3375,11 10 3380,3 4-145,7 1 1,4 1 156,19 14-12,-10-9 1,1 0-17,11 10-9,-12-3 1,-4 1 13,-6-3 0,-4 0 1,-6 0-79,-22-3-342,-11 8-1501,-13-5 1927,-8-4 0,17-14 0,3-6 0</inkml:trace>
  <inkml:trace contextRef="#ctx0" brushRef="#br0" timeOffset="217586">4105 10402 24200,'26'-27'73,"-9"19"-56,-33 59-6,-1 8-5,3-10-1,1-13 1,0-1-6,-4 7 11,-6 10 202,12-30 274,6-13-145,3-11-230,7-10 0,2-12 34,6-11-79,1 2 22,-3 1 1,1-2 28,5-22-263,-4 15 0,0-1 235,-3 8 0,0 2 111,5-22-61,-3 17-50,-6 18-73,-2 11-62,-2 5 11,4 9 29,6 8 434,9 15-440,1 2 8,1 3 0,2 3-243,-5-9 0,1 0 238,10 13 0,1 0 5,-5-10 0,1-4 3,-2-2 0,0-4 0,19 12 11,-11-15 40,-11-9 27,-8-14-11,-3-9 17,-1-13-5,0-13-23,-3-11-40,-5 19 1,-1 0-6,0-2 1,-1 0 10,1 2 0,-2 1 23,2-21 475,-2 19-576,0 14-252,0 12-566,2 7-1187,4 10-2907,9 8 4968,10 13 0,-10-12 0,1-1 0</inkml:trace>
  <inkml:trace contextRef="#ctx0" brushRef="#br0" timeOffset="217954">5129 10354 19434,'1'-4'4285,"0"0"-2168,-1 4-2072,-37-30-34,11 36-22,-32-17 22,25 49-11,5 6-3398,9 5 3393,10 0-6,10-3-1,12-8 46,19-5-12,-6-15 6,16-4 17,-15-13 28,7-8-6,-3-8 3432,-4-9-3354,-6-7 12,-8-4-28,-9-4-45,-13 1-17,-8 2-33,-15 1-130,0 8-116,6 9-399,8 8-5141,12 6 5752,4 2 0,0 0 0,2 1 0</inkml:trace>
  <inkml:trace contextRef="#ctx0" brushRef="#br0" timeOffset="218437">5529 10565 21500,'13'-46'710,"-1"0"0,1 0 1,-2 1-1,-1-1 0,-3 4-559,-3 2 1,-3 2-721,-1-13 1,1-1 837,0 9 0,0 1-20,1-6 0,-1 1 25,2 7 1,-1 3-101,1-4 374,-1 18-587,0 28 329,0 7-285,1 16 1,-1 8-1,0 1 1,-3 4-509,0 0 0,-2 5 0,-1-1 499,-2 4 1,-3-1-1,1-1-5,-5 13 1,-1 0-101,-1-2 1,-1 3 0,1-7-52,5-13 1,1 0-545,1 9 0,0 5 0,5-9 193,9 3-4405,10-11 1,3-5 2790,0-17 0,9 1 1,-23-16-1</inkml:trace>
  <inkml:trace contextRef="#ctx0" brushRef="#br0" timeOffset="218604">5493 10519 24637,'6'-44'-193,"0"1"1,6 3 0,9 8-1405,20 21 1,5 8-2320,-6-2 1,0 1 3915,9 0 0,-4 1 0,-9 0 0,1 1 0</inkml:trace>
  <inkml:trace contextRef="#ctx0" brushRef="#br0" timeOffset="219086">6180 10304 20461,'-59'-1'955,"0"0"1,11 0 0,5 0-429,-1 0 132,28 0-496,10 0 161,14-1-161,14-2-36,6 0-80,8 0 1,3 0-9,24 1-174,-18 1 0,1 2 138,-11 3 0,-3 1-9,22 8-3197,-15 6 3208,-15-3 1,-9 4 27,-16 5-10,-13 3 10,-22 9-16,-3-11 0,-1-5 0,-2 0-3,12-6 0,-1 0-323,-13 6 1,2 0 320,-7 3 2902,6 3-2902,29-12 4,1 1 85,28-8-34,2-5-28,14-2 1,7-3-35,-4 0 1,3-1 553,18-2 1,4-1-795,-5-1 0,1 0-1373,2 0 1,0-1 1607,7-1 0,-5 1 0,-24 4 0,-3 1 0,28-5 0</inkml:trace>
  <inkml:trace contextRef="#ctx0" brushRef="#br0" timeOffset="219745">6976 10389 19154,'-4'0'5018,"0"0"-4447,4 0-167,-66-4-214,41 8-168,-12-6 1,4 4 84,23 14 22,13-5 33,11 4-44,19-6-40,15-4-5,11-5 0,2-8 22,-6-6 56,-9-8 6,-14-5-45,-13-5-11,-10-2-23,-14 3-39,-9 5-16,-13 9 5,0 7 50,-22 10-39,13 8-11,-16 6-17,19 9-5,6 8-6,9 9 0,9-3-6,11 0 1,3 0 5,6-3 2,3 1 1,6-2-8,21-6 10,-12-11 1,3-2-1,3-3 1,0-2 0,22 2-23,-16-8 0,-1-2 12,13-8 5,-17 2 0,0-2 16,14-15 29,-8-6 17,-11-8 11,-10-6-34,-10 6 90,-7-18-17,-7 21 11,-2-10 17,-2 20-23,2 7-44,3 9-39,3 3-40,8 1-5,12-1 11,6 1 0,8 2 0,4 0-3,-7 2 0,1 1-102,15 2 1,0 2 98,-12 1 1,-3 4-17,17 16 11,-22-2-17,-14 21-12,-16-11-172,-4 16-617,-5-10-1389,4-4-4437,8-6 6655,5-10 0,1-10 0,-2-7 0</inkml:trace>
  <inkml:trace contextRef="#ctx0" brushRef="#br0" timeOffset="220094">8416 10468 19361,'2'-5'4425,"-1"1"-3400,-1 4-358,-6-60-259,-9 40-268,3-14 0,-3 4 84,-23 26-72,-4 11-52,-4 9-49,4 15-40,5 8-22,11 7 0,14 2 5,19-2 12,17-4-6,19-8-17,13-9-6,5-10 23,-4-8 28,-6-11 45,-13-6 90,-11-8 16,-11-7-56,-8-6-45,-9-8-27,-6-4-1,-7 0-27,-7 1-63,-6 6-32,2 12-3415,-5 12 0,-3 4 3487,-5 2 0,-13 0 0,35 6 0</inkml:trace>
  <inkml:trace contextRef="#ctx0" brushRef="#br0" timeOffset="220544">9019 10446 19736,'-3'0'2723,"1"0"-1889,2 0-722,64-31-112,-15 19-1177,5-5 1,6 0-216,-15 13 0,1 4 1392,10 0 0,-2 0 0,8 0 0,-6 3 0</inkml:trace>
  <inkml:trace contextRef="#ctx0" brushRef="#br0" timeOffset="220712">9343 10620 20059,'-41'9'1447,"-1"-1"0,3 0 0,13-2-283,25-5-1113,15-5 113,3 1-181,30-7-297,15 1-916,-17 3 0,3 0-3192,9 1 0,0 0 3946,-5 1 0,-2 1 0,-15 1 1,-4 0-1,6 0 0</inkml:trace>
  <inkml:trace contextRef="#ctx0" brushRef="#br0" timeOffset="221313">10923 10117 24402,'-21'-42'125,"0"0"0,-6 3 0,-2 12-41,-17 28-22,-11 5-29,20 3 29,-7 4-1,5 0-30,8-2 0,-2 0 16,-1-1 1,1 0 8,-20 6 113,9-6-40,32-9 11,1 0 425,8-1-274,3 0-296,0 3 27,2 3 34,3 20 11,-1 24-50,-3-3-461,-5 12 472,-8-2-11,-1 4-26,5-17 1,2 0-3,0 14-9,8-22 1,7-2-309,13-9 1,6-4-981,7 2 0,3-3-812,3 0 0,3-4 1471,5-6 1,-4-3 0,-5-3 0,-1 0 0</inkml:trace>
  <inkml:trace contextRef="#ctx0" brushRef="#br0" timeOffset="221761">11759 10129 25259,'38'-30'128,"0"1"1,0 0 0,-1 2 0,0 1 0,-4 7-50,15 6 21,-9 5 1,1 2-6,15-1-78,-17 4 0,-1-1 0,5 3 16,-6 11-16,-24-2 78,4 27 6,-14-1-28,-3 11 22,-4-8 0,-2 2-47,0-6 0,-1 0-197,-1 5 0,0 3 188,-1 12 0,1 0-31,4-16 1,0 1-1,-2 18 1,-1-2-6,5-20 0,-3-1-15,-9 14 1,-3-3-228,-7 0 157,-14 1 1,-7-2-1102,12-19 0,-2-3 1183,-3 0 0,-4 1 0,6-3 0,-20 7 0,3-6 0</inkml:trace>
  <inkml:trace contextRef="#ctx0" brushRef="#br0" timeOffset="226769">1675 8217 15760,'45'-6'529,"0"1"1,0-1 0,0 1 0,0 1-1,2 1-2188,7 2 1,1 2 0,-1 0 1688,-10-1 0,-1 1 0,2-1-8,2 0 1,3 0-1,1 0 1,-1 0-124,11 0 0,0-1 0,4 1 107,-8 0 1,4-1 0,3 1 0,-1 0 0,-2-1-9,-6 1 1,-1-1 0,-1 0 0,1 0 0,1 0-166,7 0 0,2-1 0,0 1 0,-2-1 0,-5 0 161,9 0 1,-5 0 0,2-2-28,-4 0 1,4-1 0,-1 0 0,-6 0-297,-9 1 1,-3-1-1,1 1 316,14-2 0,1-1 0,-5 1 553,-7 0 0,-7 0-551,14-2-95,-28 4-163,-16 2-1466,-9 1-1845,-1 2 3580,0 3 0,-1-3 0,1 2 0</inkml:trace>
  <inkml:trace contextRef="#ctx0" brushRef="#br0" timeOffset="227477">8265 8064 16000,'-4'-1'2744,"34"4"-2362,3 1-964,5-2 0,9-1 1,0-1 657,-5 0 1,-1-2-1,4 0-740,3 1 1,6-1 0,-1 1-1,-2-1 673,1 0 1,-2 0-1,4 0 6,5 0 1,5 0-1,0-1 1,-8 1 129,6 0 1,0 0-133,-15 0 1,8 0-1,2 0 1,-3 0-1,-8 0 4,7-1 0,-2 0 6,-3 1 1,8-1 0,-2-1 0,-8 2-5,-6-2 1,-1 1 28,9 0 1,5-2 0,-6 2-101,-13-1 1,-3 1 129,12-1 1,-3-1 812,-2 1-1289,-18 2 2106,-12 1-1708,-9 2 0,-3 1 0</inkml:trace>
  <inkml:trace contextRef="#ctx0" brushRef="#br0" timeOffset="484633">24645 4595 24575,'23'0'0,"29"0"0,-2 0 0,5 0 0,2 0 0,3 0-2365,-6 0 0,2 0 1,-2 0 2364,-7 0 0,-2 0 0,0 0 0,0 0 0,-1 0 0,5 0 0,8 0 0,5 0 0,1 0 0,-4 0 0,-1 0 0,-3 0 0,3 0 0,2 0 0,4 0 0,-1 0 0,-5 0 0,-5 0 0,-5 0 0,3 0 0,-3 0 0,3 0 0,-1 0 0,-3 0 0,-1 0 0,-4 0 0,3 0 0,12 0 0,3 0 0,-3 0-41,-11 0 1,-2 0 0,-3 0 40,4 0 0,1 0 0,-3 0 0,2 0 0,-2 0 0,5 0 0,0 0 199,2 0 1,1 0-200,-2-1 0,0-2 0,-4 1 0,-1-1 0,-1 1 0,1-1 0,-2 0 0,-1 1-172,-3 1 1,-2 1 171,28-1 0,-10 1 0,-1 0 0,0 0 0,-6-2 3156,-2 0-3156,9-4 1973,-18 2-1973,10-1 1516,-25 3-1516,-2 0 514,-4 1-514,-2-1 0,-3 0 0,-3 0 0,-5 2 0,-9 0 0,1 0 0,-5 0 0,6-2 0,2 2 0,1-1 0</inkml:trace>
  <inkml:trace contextRef="#ctx0" brushRef="#br0" timeOffset="491977">5727 4066 24575,'28'0'0,"23"0"0,-18 0 0,3 0-1252,4 0 1,2 0 1251,7 0 0,0 0 0,0 0 0,0 0-854,3 0 1,1 0 853,4 0 0,1 0 0,-2 0 0,1 0 0,0 0 0,0 0 0,0 0 0,0 0 0,2 0 0,1 0 0,0 0 0,0 0 0,1 0 0,3 0 0,-7 0 0,3 0 0,-3 0 0,3 0 0,3 0 0,-8 0 0,7 0 0,-1 0 0,-6 0 0,8 0 0,-2 0 0,-2 0 0,6 0 0,-1 0 0,-3 0 0,1 1 0,-3 0 0,-10 0 0,-2 1 0,2 0-397,13 0 1,4 0 0,-5 0 396,-14 0 0,-3 0 0,3 0 0,1-1 0,3 1 0,1-1 0,-4 1 0,1-1 0,-2 0 0,3 1 0,3-1 0,5 1 0,0 1 0,-4-1 0,-2 1 0,-4 0 0,0-1 0,0 0 0,-2 0 0,0 0 0,-2 1 0,0-1 0,-4 0-422,5-1 0,-2 0 422,2 1 0,-1-1 0,-3 0 0,0 1 0,-3-1 0,0 0 0,-3 0 0,0 1 345,0-1 1,0 0-346,-3 0 0,0 0 0,27 0 0,-1-1 0,2 0 0,-1 0 0,-7 0 0,-3 0 1693,-2 0-1693,14 0 0,-15 0 0,9 0 0,-25 0 2373,2 0-2373,-2 0 1126,13 0-1126,-12 0 360,8 0-360,-7 0 0,-13 0 0,8 0 0,-15 0 0,0 0 0,-4 0 0,-5 0 0,-1 0 0</inkml:trace>
  <inkml:trace contextRef="#ctx0" brushRef="#br0" timeOffset="970431">8225 4316 23086,'-10'-31'353,"-6"14"-325,-6 39-17,-5 10-6,-1 7-10,6 4-18,9 0-5,12-4 28,12-7 23,12-9 16,9-10 0,-3-7 208,20-14 161,-16-7 180,11-15-11,-19-5-106,-11-3-135,-12 0-134,-13 3-96,-10 5-72,-1 10-6,-22-2-67,13 14-157,-15 0-919,15 16-7976,8 7 9091,9 6 0,7-7 0,6-5 0</inkml:trace>
  <inkml:trace contextRef="#ctx0" brushRef="#br0" timeOffset="971415">12998 4027 7054,'-51'-1'1404,"1"0"0,-1 0 0,0 0 1,0 0-1,-4 1 0,4-1 1,0 0-992,-4-1 0,0 1 1,8-1 689,-15-1-224,19 0-75,6 1-631,29 1 357,31 1-354,17 1 1,7-1-141,-11 1 0,4-1-417,11 1 1,7 0-1,-1 0 411,-4 0 0,0 0 0,3-1-642,1 1 1,2 0-1,3 0 1,2 0 622,-8 0 0,1 0 0,2 0 0,1 0 1,4 0-14,-5 0 0,3 1 1,3-1-1,1 1 1,-1-1-1,-2 1 0,-3-1-327,-5 0 0,-2 1 0,-2-1 0,0 0 1,2 0-1,4 0 320,-1 1 1,5-1-1,2 1 1,1 0 0,0 0-1,-1-1 1,-2 1 0,-3-1-246,2 1 1,-3-1 0,-1 0 0,-1 1-1,1-1 1,3 0 178,1 1 1,2-1 0,1 0-1,0 1 1,1-1 0,0 0 0,-2 0-59,-2 0 1,0 0 0,0 0-1,-1 0 1,1 0 0,-2-1-1,0 1 80,5 0 1,0-1 0,-1 1 0,0 0 0,-2-1 0,-1 0 57,3 0 0,-1-1 0,-2 0 0,-2-1 0,-1 1-42,0-1 1,-1 0 0,-3 0-1,-4-2 77,0 0 0,-5-1 0,-4-1-40,-3-2 0,-8-1 0,-4 0 0,-19 1 0</inkml:trace>
  <inkml:trace contextRef="#ctx0" brushRef="#br0" timeOffset="972763">14170 4447 21959,'14'-44'736,"0"-1"0,-1 4 0,-4 11-490,-8 25-240,0 3-102,-1 2 85,-3 8 78,-4 10-33,-6 14-17,-3 9-12,-1 5-5,3-5 6,6-6 5,3-11 23,3-9 33,2-8 566,0-5-488,5-13-60,2-6 5,6-17 16,2-19-67,-4 15 56,2-18 40,-7 28 55,-1 0-78,-2 13-173,-3 9 38,-1 9 23,-3 13 11,-5 14 1,-3 18-21,4-16 1,0 2 13,-2 22-5,2-7 0,6-17 12,2-16 55,0-2 123,0-8 51,5-15-219,-1 0 18,7-19 4,-2-4-4,4-16 27,-3-13 0,-3 13-33,-3 6 38,-4 20-44,0 14-67,0 2-6,-4 15 40,0 8 5,-3 5 0,0 13-11,3-2 5,1 9 6,2-5 6,1-7 10,0-15 113,0-6 34,0-10-91,1-8-21,0-20-34,3-8-1,2-15-4,1 15 10,2-2 0,-1 17-22,-2 1-89,-2 13 22,-4 9-3176,-7 29 3243,1 0 0,-2 3 0,3-14 0</inkml:trace>
  <inkml:trace contextRef="#ctx0" brushRef="#br1" timeOffset="984140">6807 2527 8618,'-5'0'4195,"1"0"-145,4 0-3121,-44 1-161,30-1-185,-32 0-174,42 0-62,2 0 481,0 0-654,10 0 44,6 0-44,16-3-51,11-1-53,-6-1 0,2 0-259,17-2 217,-8 1 0,3 1-593,-12 0 0,2 1 576,12-2 0,3 1 0,2-1 0,3-1-6,-8 2 1,2-1 0,-2 1-12,3-1 1,0 0-21,-3 1 0,5-1 0,-5 1-28,4-1 1,-1 1 14,-10 0 0,3 1 0,-1-1 3,-2 0 1,0 1-1,1-2-7,6 0 0,2 0 0,-2 0 26,-7 0 1,-2 0-1,1 0 11,17-2 1,0 0-7,-1-1 1,0 1-3,-8 3 0,1-1 3,2 1 0,5 0 0,-4 1 5,1-1 1,2 2-9,4-1 1,5 1 0,-9 0 7,-18 1 1,-1 1-16,8-1 1,4 1 0,-3-1 6,-2 1 0,-2-1-349,11 0 0,1-1 366,-4 0 0,-1-1 13,-2 0 1,-1-2-6,0 0 1,-1-1-12,1 0 0,1 0 0,0 0 0,2 0 5,7-1 1,-1 0-1,-13 2 1,-1 1 2,2-1 1,-5 2 8,-1-1 11,-10 1-28,-17 2-22,-1 0-3182,-7-1 3204,-2 3 0,-1-2 0,-1 2 0</inkml:trace>
  <inkml:trace contextRef="#ctx0" brushRef="#br1" timeOffset="984823">6934 1845 20100,'-9'-46'898,"1"0"0,-3 1 1,-3 14-687,-6 29-128,-4 4 62,-5 17-62,2 11-65,9-4 1,2 4 160,-5 23-11,10 6-31,23-17-77,12-13 29,14-10 64,-5-10 244,17-12 34,-22-8-66,10-11-100,-21 2-26,-6-5 234,-8-14 80,-14-11-408,3 6 12,-17-1-316,5 30 257,0 1-177,-1 7-1418,8 9 1713,2 10 0,4-5 0,6 4 1</inkml:trace>
  <inkml:trace contextRef="#ctx0" brushRef="#br1" timeOffset="985222">8190 1672 25833,'-2'-60'834,"0"1"0,0 7 0,-1 9-1613,-5 18 392,2 13-309,3 11 971,-1 12-154,3 3-187,-3 21-3419,0 25 3484,1-22 0,1 0 1,-2 17-1,2-14 1</inkml:trace>
  <inkml:trace contextRef="#ctx0" brushRef="#br1" timeOffset="985756">9734 1446 16482,'0'-6'5309,"0"2"-4277,0 4-478,15-61-324,-8 40-200,3-13 1,3 3-14,5 23-11,14 4-1,13 1-5,13 8-22,4 8-17,-7 10-1,-14 11 24,-19 9 49,-23 4 29,-21 0-6,-15-2-39,2-14 22,-9 5-34,24-18 7,-3 4 49,18-14 303,21-2-190,13-10-107,28-5-56,-22 2 0,1-1-204,6-2 0,1 0-74,6 0 0,-1 1 1,5-2-1,-4 3 0</inkml:trace>
  <inkml:trace contextRef="#ctx0" brushRef="#br1" timeOffset="989046">8294 4448 21646,'-12'-29'874,"1"-1"0,-12-17-645,-2 36-72,-2 5-95,3 4 67,-10 8-23,4 5-28,-15 18-66,15-8 4,-5 24-16,24-25 0,0 20-5,15-10 10,9 1 18,12 0 16,11-12-22,-4-6 22,16-3 23,-7-7 50,9-3 162,2-12-5,-16-4-129,-8-5 112,-14-4 101,-12-11-162,-8-2-68,-12-10-39,-11 11-28,-7 5-56,6 10 0,-13 5-107,18 12-257,-9 3-891,14 12-6776,4 9 8031,4 3 0,6-7 0,4-5 0</inkml:trace>
  <inkml:trace contextRef="#ctx0" brushRef="#br1" timeOffset="990122">14246 4294 21455,'5'-22'124,"-3"9"16,-9 28-68,-1 1 96,-11 24-106,6-6-12,-7 19-10,11-11-12,4-4 0,3-8 34,3-10 162,0-7 353,1-8 285,0-2-162,1-6-347,1-4-146,2-7-28,1-11-21,0-9 4,-1-5 57,-1 2-119,-3 12 52,0 9-197,-2 12 28,1 8 17,-2 4 0,-5 25-11,-1-2-6,-4 15 17,3-10 6,1-7-12,3-8 28,2-8 1,2-7 184,0-6-101,3-8-10,2-8 16,4-14 16,0-11 29,-1-7 17,-4 2 11,-1 10-34,-2 14-118,-1 13-66,-2 8-1,-2 12-229,-5 10-135,0 6 398,-1 8 0,0-1 0,3-10 0,-6 26 0</inkml:trace>
  <inkml:trace contextRef="#ctx0" brushRef="#br1" timeOffset="1.01707E6">6656 3754 12993,'40'-9'582,"6"-2"-22,-17 2 213,6-1 241,-8 2 851,-10 3-1524,-10 3-122,-11 2-158,-7 1 40,-18 4-39,-1 1 11,-10 3 44,9-1-50,7-2 80,-3 0 105,-4 1-101,0 1-45,-4 1-55,13-4-68,8-2-112,7-1 73,9-2 112,15 0-56,9-3 0,6 1 11,11-3 17,-12 1-22,4 0 5,-10 1 17,-13 1 157,-6 1-129,-7 1-17,-5 0 6,-13 3 45,-6-1 27,-8 3-33,9-3 252,-3 1-185,15-2 437,-4 1-409,13-2 96,-1 1-443,4-1 45,7 0-751,7 0-4279,18 2 5153,0-1 0,-7 1 0,-10-2 0</inkml:trace>
  <inkml:trace contextRef="#ctx0" brushRef="#br1" timeOffset="1.0181E6">12901 3884 7593,'-6'-5'5545,"0"1"-3994,6 4 690,0 0-1412,-66-11-280,38 8-390,-11-2 1,2 0-71,21 5-83,9 0 112,10 0 0,27-1-68,13-1-33,9 0 17,10 0-231,-17 1 247,3 0 17,-14 1 45,-18 0-33,-9 0 77,-14 1-4,-10 1-7,-13 1 204,-11 2-153,-16 1-129,18-2 90,-8 2 16,28-5 1,2 2-1,9-2 242,6 0-359,12-1-12,8-1-32,17-1-35,10-1-83,7-1-200,-17 3 1,-1 0-350,13 1-5472,11 5 6127,-36 1 0,-4 0 0,-12-2 0</inkml:trace>
  <inkml:trace contextRef="#ctx0" brushRef="#br1" timeOffset="1.03076E6">8565 13820 16852,'-9'-42'1006,"0"-1"1,0 1 0,0-10 0,-4 6-218,-23 0-621,15 28 90,-27-2-50,7 30-105,11 1 1,-1 4-783,-21 18 782,16-3 1,0 6-600,0 9 1,1 4 517,1-2 1,3 3-12,1 6 0,7-1-3,13-17 1,8-4 469,16 18-394,18-20-28,1-15 151,30-24-28,-14-16-214,-12 3 0,0-3 192,-6-4 0,-2-4 25,-2-2 0,-2-2-80,-3-3 0,-3 0 55,-4-1 0,-3 1 8,-3 4 1,-1 1 1249,1-18-928,-5 17-375,-4 18 22,-2 10 242,-2 6-359,-7 11 561,-7 13-573,-5 17-16,2 12 0,8 6-379,18 2 368,15-5 8,-3-29 0,5-3-52,11 0 1,4-4 45,-1-6 0,-1-3 12,2 0 0,0-5-136,0-6 0,-1-5 144,20-13 6,-2-2 10,-19-4 1,-3-4 0,7-14-3,-15 12 0,-2-3 31,-2-16-11,-13 4-1,-14 5-2892,-14-6 2881,4 15 66,-8-10-37,13 20 203,1 0-220,5 8-28,4 6-1,9 4 3393,10-1-3393,16-1 7,13-2-1,9-2-6,5 2-5,-2 2-22,-6 3 0,-11 9 22,-12 8 11,-12 15-11,-9 10-6,-7 10 1,-4 5 5,0 1-6,1-3 0,8-6 6,14-3-5,8-17-6,4-8 11,7-14 16,-5-13 7,15-15-357,-18 1 351,6-18 11,-20 0 0,-3 7 0,-7-12-17,-15 19 23,-5-7 50,-9-4-22,6 7-23,2 3 17,11 5-28,9 5 344,9-4-344,15 0 17,25 0-22,0 6-23,1 5 11,-4 7 6,-3 12-12,1 4-5,-5 6 0,-11 8 0,-14 2-28,-2 13-5,-9 6-219,-11 3-1294,-3 4 1546,-2 4 0,1-27 0,4-3 0</inkml:trace>
  <inkml:trace contextRef="#ctx0" brushRef="#br1" timeOffset="1.03121E6">10602 13646 22688,'14'-56'1273,"0"0"1,-2 6-1,-2 12-976,-9 24-219,-1 9-61,0 5 17,-5 17-23,-1 11-11,-3 25-26,4-20 1,0 1-75,-1 26-1250,2-6 0,1 2 1197,1-12 1,1-2 0,0-1 0,-1-2 0,2 9 0</inkml:trace>
  <inkml:trace contextRef="#ctx0" brushRef="#br1" timeOffset="1.03165E6">11647 13362 22492,'0'-6'2503,"0"2"-2127,0 4-247,-91-27-67,40 25-387,11-5 0,-8-3 0,6 6 350,5 9 0,3 3 3,-22 2-6,23-4 1,1 0 291,-9 3-230,-4 2-56,20-3 0,11-2 22,11 0-11,3 0 880,3 13-695,3 9-112,-1 2 0,1 7 190,-4 18-223,-4-17-4,-1 8 1,-1 3-26,-2 11-323,2-17 0,1 0 279,6 20-12,13-10 0,3-20 1,19-4-40,13-16-117,5-4-250,-21-9 0,-1-2-787,10-4 1199,16-11 0,-39 11 0,8-3 0</inkml:trace>
  <inkml:trace contextRef="#ctx0" brushRef="#br1" timeOffset="1.07843E6">15150 11363 16258,'-1'-6'7214,"0"2"-5539,1 4-1625,-15-56-84,11 43 23,-6-36 39,29 74-11,7 10-17,-6-9 0,0 3-9,-2 0 1,-2 0 3,8 20-234,-15-15 1,-3 1 216,-11 25-9,-6-20 0,-4-1 42,-16 16 12,-5-15 66,8-29 57,12-14 73,0-16-113,10-6-55,7-6 44,18-16-73,-4 21-5,9-3 0,3 1-17,1 4 8,8-1 1,4 2-32,13 0-227,-21 10 1,1 0 232,0 3 1,0 1-46,19-4 31,-15 4 0,-1 0 26,17-4 458,-9 0-437,-16 1 7,-15 3-1,1 0 23,-5 1 22,-4 2 557,1-2-361,-3-3 11,0 3-128,-2 1 218,0 3-235,-1 2-68,0 1-77,-3 4-1,-5 5 22,-14 17-16,-1 5-6,-6 13 6,8 0-11,8-8 5,5 24 11,5-29-1710,6 3 1,3-1 1704,1-8-28,22 17 33,-3-31 12,5 2 11,9-21 16,-2-8-2,-9-1 0,1-4 36,16-18 1375,-22 15 1,-3-1-1370,-2-7 134,-14-13-95,-17 17-3241,-16-9 3157,-1 18 17,-23-1-12,21 13 374,-6-2-452,22 8-17,8 6-50,3 6 3168,1 10-3823,11 6-375,13 2-119,23-3 768,-1-9 79,-2-8 0,2-4-944,17-5 1335,-24 1 1,0-2 78,-1-6 0,-4-2 308,0-4 219,6-7 162,-26 5-331,-9 4 701,-7-5 276,2 10-663,-5-6-700,5 11-50,-2 1-6,3 8 39,-2 6-11,0 10-11,1-2-23,10 14 28,6-11-5,11 8 0,-1-15 0,20-4 22,-8-12 6,8-3 28,8-16 33,-19 0 51,9-11 67,-22 6-79,-10 5 203,-6 0-186,-6 10-72,-2 0-57,-3 6-22,0 5 6,1 1-28,-1 17-11,6 2-12,5 14-56,11-3-27,14-1 33,11-5 78,-5-10 6,7-6 101,-11-12-11,-5-7 33,-4-9 17,-13-8-51,-3 3 102,-3-19-90,-2 10-29,0-6 96,-1-2-84,0 18-22,-2-5-68,2 14-229,0 7 84,1 2-717,7 8-611,7 4-481,16 6 1126,0-1-592,1-7 1,2-2-155,17-1 1574,-14-2 0,1-2 1239,13-7-197,-18 0 2123,-7-13-1675,-19 1-374,0-10-254,-7 1-217,-4 0-130,-4 4-156,-2 6-112,1 5-67,3 6-163,4 4-45,2 1 29,1 9 44,4 12-11,9 17 5,14 15-165,-6-21 0,2-1 148,3 1 1,2-1-456,-1 0 1,0-1 460,11 14-75,-9 10 47,-25-22-38,-15 12-29,-10-19-370,-26 0-1388,-14-11 381,29-7 0,-1-4-855,-5-5 0,3-5-1364,-7-9 3697,3-33 0,27 31 0,-1-13 0</inkml:trace>
  <inkml:trace contextRef="#ctx0" brushRef="#br1" timeOffset="1.07856E6">17086 11370 24262,'-26'11'498,"3"8"-543,10 21-330,5-6-1040,6 15 0,2-31 0,2 8 0</inkml:trace>
  <inkml:trace contextRef="#ctx0" brushRef="#br1" timeOffset="1.07877E6">17996 11379 26396,'44'-9'-1405,"0"0"1,-1 0 0,15-2-1,-7 4 1,-2 9 0,-22 2-1</inkml:trace>
  <inkml:trace contextRef="#ctx0" brushRef="#br1" timeOffset="1.07894E6">18067 11682 19537,'61'-10'-1572,"-1"-1"0,0 2 0,-3 0 1572,-19 3 0,-3 0 0,11 0 0,-21 2 0</inkml:trace>
  <inkml:trace contextRef="#ctx0" brushRef="#br1" timeOffset="1.08881E6">19505 11071 17664,'1'-5'4951,"0"1"-2464,-1 4-2117,7-53-213,-8 40-124,2-39-21,-19 52-1,-13 4-6,-17 5 1,16-1 0,0 2-4,-5 1 1,0 2 2,-1 0 1,0 0 2,3-1 1,3 0 2,-18 6 12,21-8-23,17-6 0,9-3-23,3 0 12,0 1 45,1 11 22,2 6 50,-1 33-61,-3-13-3,-2-2 0,-2 2-299,-2-7 0,0 1 296,-4 12 0,0 2-11,0 1 0,1 2-23,0 12 1,3-1-6,2-20 0,3-1 0,5 12 0,6-4-283,22 0 246,-7-21 1,3-3-118,4-5 0,1-4-385,20 3 539,-14-15 0,-3-4 0,-12 0 0,16-4 0</inkml:trace>
  <inkml:trace contextRef="#ctx0" brushRef="#br1" timeOffset="1.12232E6">19759 11641 19061,'13'-60'1493,"-1"0"1,-1 7-1,-2 9-1067,-4 18 491,-3 8-754,-1 13-160,-1 0 31,3 20-7,1 9-11,2 21 18,-2 10-764,-1 5 753,-5-12 10,-6 8-38,3-31 61,-5 9 129,8-27 89,-1-2-128,8-15-90,7-13 0,11-15-39,1 3 5,0 5 1,2 0 27,13-9 355,-12 13 1,1 1-401,3-1-5,-1 7-39,-10 13 11,1 8 11,1 13-22,-4 14-17,-3 0-280,6 29-73,-4-14 168,4 8-582,15-4 106,-5-25 353,7 2-325,17-24 599,-11-17 110,-12 4 0,-1-4 164,18-23 186,-8-2 106,-13 1 140,-9 7 39,-8 7-117,-5 8-358,-4 9-24,-2 4-347,0 4 57,0 1-84,4 7 223,4 5-5,10 11 6,7 4-17,8 2 5,3-5 23,-4-5 16,-11-10 175,-3-4-51,-9-11 17,3-6-90,-6-3 89,1-15-94,-3 3-12,2-11-39,-2 6-45,2 9-134,0 6-348,2 9-89,0 5-5181,20 9 5769,3 10 0,-4-5 0,-6 3 0</inkml:trace>
  <inkml:trace contextRef="#ctx0" brushRef="#br1" timeOffset="1.12289E6">21223 11718 25387,'16'-10'527,"5"-5"-415,7-16-16,8-9-54,-16 14 0,0-2 0,1-3 0,0-3-288,-1-3 0,-1-1 288,-1-1 0,-2-1 33,-3 2 1,-2 0 44,-3 4 1,-2 3 167,0-13 115,-8 9-252,-1 23-123,-2 0-67,1 10 33,1 6 417,-13 20-416,-2 15 5,3-7 0,0 3-261,1 3 1,1 0 246,3 3 0,1 1-3,3-1 0,4-1-6,5-1 1,4-3 2,4-2 1,3-2 5,5-5 0,3-4-3,30 12 14,-22-24 1,1-5 13,3-5 0,1-4 0,1-5 0,-1-3-3,0-6 1,-1-5 5,-2-4 0,-1-4-6,-2-6 1,-2-3-384,-1-6 1,-2-2 393,-1-5 1,-3-1 10,-1-1 1,-3 0 39,-4 3 0,-3 1 22,-2 7 1,-3 2 13,-4 7 1,-2 2 111,-4-11-66,-4 17-124,3 14-62,1 11 464,-3 16-435,-5 20-7,4-3 1,1 4 36,-2 12 0,1 5-113,3-12 0,0 1 0,0 1-95,2 3 0,-1 1 1,2 0-255,-1-1 0,1 0 0,1 0-893,0-2 1,2-1 0,-1-2 696,0 10 0,1-4 0,0 11 0,1-29 0</inkml:trace>
  <inkml:trace contextRef="#ctx0" brushRef="#br1" timeOffset="1.12307E6">22569 11837 24676,'2'-3'2235,"0"0"-1871,-2 3-487,-30 62-443,12-28-4350,-9 17 1,-2 0 3169,5-12 0,0-1 0,16-28 1</inkml:trace>
  <inkml:trace contextRef="#ctx0" brushRef="#br1" timeOffset="1.12841E6">14129 4767 14639,'-7'-8'140,"20"-2"-230,20 6-44,14-1-129,-3 3 162,-17 1-45,-2 1-447,-17 0 458,-5 1 371,-1 1 66,-11 2-145,-7 2-84,-3 0 111,-20 3-32,10-5 16,-13 3 28,15-3 0,6-2-135,11 0-33,4-1-151,5 0-941,1-1 1266,7 0-130,-1 0-38,14 1-79,12-1 23,5-1-6,0 0-11,1-4 167,-21 2 292,4 0-252,-16 1-274,-12 2 33,-1 0 90,-33 6 61,-1 0-27,-11 4 145,-5 0-3067,12-1 2989,10-4 212,9 0 415,33-4-398,4-2 12,23-4-208,30-6-177,-28 5 1,3 0-442,9-1 0,1 1-1667,-7 1 0,-2 1 2134,24-2 0,-25 4 0,-20 1 0</inkml:trace>
  <inkml:trace contextRef="#ctx0" brushRef="#br1" timeOffset="1.147E6">13672 5367 14275,'0'0'0</inkml:trace>
  <inkml:trace contextRef="#ctx0" brushRef="#br1" timeOffset="1.15803E6">23410 11504 16023,'0'-8'6318,"0"1"-5537,-7-29 0,-4-6-36,1 12-979,-1-15 1,0 5 525,3 25 352,3 7-527,2 4-70,0 1-192,3 5 100,0 11 56,1 1-5,6 38 5,1-4-6,-2-4 1,0 2 2,-2-11 1,-2-1-21,-1 4 1,-2-3 6,-4 5 403,-5-9-337,3-18 141,1-2 128,3-8-72,5-18-230,2 2 11,7-30-22,3-3-6,-4 13 0,1-1 9,1-1 0,-1-1-1669,2-5 1,-1 1 1721,2-11 145,-3-2-39,-10 36-145,0 4-241,-1 8 179,-2 29 22,-2 10 3,1-2 0,0 2 1487,0 4 1,-1 2-1497,1 3 1,-1 1-14,-1 11 0,-1-2 27,1-16 1,1-3-3,-2 5 0,-1-3 0,-8 9 23,4-17 162,-1 1-40,7-28-94,9-20-18,4-21 1,3-3-1,1-3 1,2-3-26,-4 11 1,0-1-126,3-7 1,-1-2 158,-2-5 0,-2 5 3,-1-2 8,-3 9 0,-2 1 76,-3 5-28,-2 1-146,-1 18-73,1 13 79,1 9 22,-2 19 17,-3 19-3,3-11 1,0 4 189,0 15 0,1 1-196,0-16 1,2 0-17,3 20 0,2-4 19,1-14-5,5 19 28,-6-42 117,-2-3 51,-1-11-90,-2-14 238,-2-14-299,1-21-1711,2 5 1,1-1 1687,4-19-122,3 13 0,3 3 195,2 10-51,4-5 7,-10 28-102,-5 9-106,-3 11-398,-6 14-374,-2 6 940,-15 31 0,14-35 0,-5 13 0</inkml:trace>
  <inkml:trace contextRef="#ctx0" brushRef="#br1" timeOffset="1.16552E6">24156 11146 10018,'-3'-6'8189,"0"2"-3820,3 4-3204,-27-32-891,21 24-16,-20-27-224,43 25-23,-1 0-6,17-4 17,7 5 1,2 1-17,5 0 5,3 0 0,0 2 6,-8 4-23,2 1 6,-17 3 6,-11 5 22,-8 7 0,-1 2 22,-1 23-33,-3-15 6,4 33-4,-3-23 1,0 1-9,2 4 0,2 4-4,4 11 1,3 6 0,0-4-500,-4-14 1,0-2-1,1 2 492,3 13 0,1 3 0,-3-4-8,-4 0 0,-5-4-43,-9-4 1,-6-3-6,1-11 0,-6-1-1026,-22 8 0,-8-5 1082,5-11 0,0-4 0,4 3 0,2-3 0,-16-2 0</inkml:trace>
  <inkml:trace contextRef="#ctx0" brushRef="#br1" timeOffset="1.17064E6">15408 13250 14482,'1'-6'7125,"-1"1"-4593,0 5-2224,-21-52-56,-6 46-98,-5-11 0,-1 5-93,-13 35-260,11-1 0,0 4 218,11-5 1,3 3-12,-6 6 1,2 3-18,4 1 1,3 1-20,4 0 0,4 0-48,4-3 1,5 0-355,18 22-102,21-14 182,-8-25 0,3-5-336,6-3 1,1-4 640,3-5 0,1-5 123,-1-4 1,-1-3 75,-1-4 0,-2-3-53,-9 3 0,-1-1 246,9-8 0,-2-1 1,4-6-135,-15 11 0,-2 1 573,-4 1-578,-14 8-58,-13 10-99,-13 12-18,-11 10-10,-6 11-46,6 13-5,14-13 823,14 8-963,20-19 41,15-1 32,2-8-1554,20-21 1,0-8 1749,-13 4 11,9-8 0,-6-4-2061,-31-4 2055,-2 7 79,-14-7-28,-8 15-28,-7-2-62,-3 3 2241,1 4-2325,5 5 3168,2 3-3683,7 9-118,2 0-2834,5 15 3484,7 7 0,-4-11 0,4 2 0</inkml:trace>
  <inkml:trace contextRef="#ctx0" brushRef="#br1" timeOffset="1.17124E6">16019 13679 18425,'4'2'5243,"-1"0"-3949,-3-2-930,55-67-1163,-23 23 946,-5 4 1,5-7-1,-5 5-91,-9 10 0,-2-1 39,9-22 1,-1-3-15,-5 11 0,-1 0-18,-2 8 1,-1-1-1,0-1 79,-1-3 0,-1 0 0,-1 4-64,0-2 1,-2 3 49,-2-3 1,-5 6 434,-8 12-457,1 4 117,-7 15-218,-3 18-3162,-17 34 3163,7-4-6,1 1 0,1 3-182,4-5 1,2 0 172,-5 14 1,2 3-6,1 0 0,3 2-10,8-18 0,1 2 0,1-4 10,2 1 0,3-1-31,4 5 0,8-5-2170,30-2 2120,-4-9 8,-4-17 0,0-6 26,5-7 35,13-14 1,2-7 42,-19 3 0,-2-2 768,15-7 1,-2-3-733,-12 1 1,-5-3 102,-2 0 1,-3-1-11,-1 1 0,-2 1-65,-3 1 0,-3 2 982,-3-10-872,-10 16 2939,-5-1-3130,-1 7 0,-6 6 0,5 6 792,0 2-792,5 2 0,-1 3 0,3 7 0,9 12 0,19 15 0,8-4 0,7 2-760,2-2 0,0-1 760,5 2 0,-1 0 0,-4-5 0,-4 1-173,-19-5 1,-6 2-630,0 27-99,-27-5-3054,-19-23 1,-6-3 3954,5-5 0,1-2 0,-20 13 0,18-13 0</inkml:trace>
  <inkml:trace contextRef="#ctx0" brushRef="#br1" timeOffset="1.17173E6">18112 13265 19944,'-5'0'3881,"2"0"-3562,3 0-442,58-23-599,-3 13-1394,-2-4 1,4 2 2115,-7 9 0,-5 2 0,8-1 0,-10 3 0</inkml:trace>
  <inkml:trace contextRef="#ctx0" brushRef="#br1" timeOffset="1.17188E6">18152 13634 25527,'48'-14'-626,"0"0"0,0 1 1,17-6-1,-10 3 1,-12 3-1,-20 5 0</inkml:trace>
  <inkml:trace contextRef="#ctx0" brushRef="#br1" timeOffset="1.17461E6">19800 12945 25287,'-3'-23'314,"-6"4"-314,-10 19 22,-35 3-17,22 0 1,-1 1-145,-13 2 0,-1 0 144,3 3 1,2-1-3,8-2 0,2 1-14,-29 7 36,31-6-120,6-1 39,15-2 84,7-1 17,6 6 33,2 6 28,3 11 135,-1 27-28,-7 7-464,-1-28 1,-3 2 326,-5 7 0,-2 0-37,0-5 0,0 2-1580,-2 18 1,1 1 1543,3-19 0,2-1 11,4 11 0,5-4-113,19 4 110,-2-22 0,6-4-22,7-4 0,3-5-252,6-4 0,4-6-4653,11-9 1,-2-3 3653,-19 4 1,-2-2 0,1-3 0,-7 1 0,-17 4 0</inkml:trace>
  <inkml:trace contextRef="#ctx0" brushRef="#br1" timeOffset="1.18287E6">6988 3953 12008,'-3'-4'3609,"1"1"-4254,2 3 630,-12-19-2503,12 25 2585,-9-14 0,13 21 0,-3-5 0</inkml:trace>
  <inkml:trace contextRef="#ctx0" brushRef="#br1" timeOffset="1.20786E6">20150 13505 19669,'2'-45'1390,"1"1"1,-1-1-1,0 0 1,0 5-1133,1-10 22,-3 45-241,0 3-134,0 1 44,2 7 79,3 9-28,3 16-11,3 12-28,-1 10 11,-3 3 17,-4-3 5,-4-10 12,-1-14 67,0-13 72,0-11-50,3-11-83,4-8 10,6-14 6,9-10-11,7-6-12,8 0 7,1 8-1,-1 8-17,-4 11-5,-4 9-45,1 12-90,1 10-111,2 13-186,-5 9-347,-3 8-599,-5 4-1148,-1 1-1518,-1-3-410,4-8 1901,6-12 2519,9-16 1882,7-19 1422,4-17-32,-2-13-1003,-3-7-763,-7 2-413,-5 4-163,-7 9-252,-6 10-477,-8 10-240,-3 7 12,-1 10 72,6 7-23,7 12-5,8 6-28,4 3-17,2-1 1,-4-4 16,-5-8 84,-6-7 28,-6-8 84,0-7 22,0-9 252,8-15-234,-4 3 363,10-23-381,-15 24 68,7-18-129,-7 18-78,0-3-191,-2 7-505,-2 7-1046,1 6-2796,5 9 4515,7 7 0,-7-3 0,1 2 0</inkml:trace>
  <inkml:trace contextRef="#ctx0" brushRef="#br1" timeOffset="1.20842E6">21570 13642 19473,'0'4'5147,"0"0"-3500,0-4-1417,26-59-505,-13 34 353,8-18 1,1 0 0,-4 12 41,3-14 0,0-4-80,-2 3 10,0-3 0,-3 0 102,-5 2 77,-2-2 1,-5 17-19,-4 15-177,-1 10-45,0 6 11,-3 2-11,-7 15-6,-9 23 0,-5 16-38,12-26 1,2 1 43,-6 24-1696,12-8 0,3 0 1651,3 6 5,4-2 1,6-2-142,9-21 0,4-5 167,1 0 0,2-3 8,29 12-61,4-24 84,-23-12-952,9-15 0,0-5 957,-3-6 2,-10 0 0,3-8 0,-5 4 980,-13 8 0,-2-2-978,4-8 0,2-5 0,-2 1 13,-2-5 0,-2 0 33,4-12 1,-3-2 12,-7 18 1,-2-1 0,-1 3 15,-1-6 0,-3 2-4,-3 3 1,-3 4 235,-3 6-205,-4 14-47,3 17-70,-11 27-6,4-1 3,1 9 1,0 3 2652,1 13-2670,2-2 1,0 6-620,2-5 0,0 3 472,1-7 1,-1 2 0,0 1-228,-1 0 0,0 1 1,-1 1-2078,-2 6 1,0 2 0,0-5-401,0 2 1,1-2 2870,-2 7 0,3-9 0,7-24 0,1-4 0</inkml:trace>
  <inkml:trace contextRef="#ctx0" brushRef="#br1" timeOffset="1.2086E6">22832 13675 22099,'2'-5'4543,"0"1"-3697,-2 4-1008,13 5-1793,-18 39 1955,3 12 0,-9-4 0,-3-11 0</inkml:trace>
  <inkml:trace contextRef="#ctx0" brushRef="#br1" timeOffset="1.21002E6">23501 13363 17210,'0'-8'3671,"0"-27"1,0-3-3224,0 18-14,0-18 1,-1 6-318,0 28-61,0 1 0,-1 18-11,1 5-6,0 23-28,-1 7-22,0-4 16,-2-6 1,0 2-217,-5 15 214,3-17 0,0-2-3,-1 6 16,0-7 1,5-20 314,-1-3 262,3-10-542,4-20 210,-1 2-211,4-17 1,0-6 22,3-18-636,-1 8 0,-1-1 585,1-11 20,-4 24 0,0 2 104,1-8-6,0 1-51,-4 19-122,-1 13-6,-3 15 61,-3 13-22,-1 7-34,-6 26 9,5-19 0,0 2 19,-3 24 3,3-13 1,2-2-9,3-3 5,0 5 1211,2-24-1133,1-17 18,-1-3-34,2-14-17,1-26-28,0 5 6,1-19 19,0 15 1,0-1-32,1 4 1,0-2-226,2-13 1,1-1 255,-1 12 0,0 3 4,4-13 111,-1 7-101,-6 29-61,0-2-11,-4 21 16,0 13 12,-2 23-23,1 1-27,-2-7 0,1 3-1407,-2 10 0,0 1-3465,1 1 1,-1 1 2948,0-3 1,1-5 0,0 2 0,1-35 0</inkml:trace>
  <inkml:trace contextRef="#ctx0" brushRef="#br1" timeOffset="1.21302E6">24210 13056 23741,'5'-34'25,"1"0"0,22-15-17,1 53 1,5 8-3,21 4-4,-16 0 1,-1 2-979,7 9 970,8 6 111,-15 13-88,-21-6 0,-6-10 0,-1 3-6,-6-1 0,-1 1-8,0 5 0,-2 1-1,0-6 1,0 0-3,2 13 0,0 4-537,2 4 0,0 1 523,0 1 0,0 0-31,1 6 0,-2-4-170,-4-16 0,-3-3 128,-3-7 0,-5-2-204,-25 19-225,8-28 1,-4-4-4401,-6-1 1,-1-3 4147,7-4 1,1-1-1,-15 1 1,33-7-1</inkml:trace>
  <inkml:trace contextRef="#ctx0" brushRef="#br1" timeOffset="1.24376E6">27042 11107 23562,'41'-25'-653,"6"12"1,5 3 419,-3 3 0,3 3-782,-2 0 1,5 1 0,-6 1 291,-6 0 1,-2 2-348,2 0 0,-4 3-95,4 7 589,-52 11 469,-42 9 230,10-11 1,-5 0-564,-6 3 0,-2 0 863,-2 1 0,2 1 47,3-1 1,1-1-326,1 2 0,4-2 101,-9 5 669,10 1-703,40-16 96,18 2-201,27-4-169,8-8 1,3-2 657,-13-1 1,1-1-614,2-2 0,3-1 0,-3-3 22,-2-3 1,-3-4 67,7-4 0,-2-3 33,-9-3 1,-5-3 30,-7-1 0,-6-3 232,-8-7 1,-7 1 28,-7-13 750,-6 19 1,-5 3 302,-22-2-1076,7 7 532,-5 5-728,27 14-61,0 2-196,10 2 595,2 8-500,8 10-23,10 14-36,3-2 0,1 1-70,10 14-123,-6-9 0,-4 2-1225,-5 14-114,-10-18 0,-3 1 1574,-9 0 0,-2-3 0,-1 5 0,-6-8 0</inkml:trace>
  <inkml:trace contextRef="#ctx0" brushRef="#br1" timeOffset="1.24412E6">28222 11004 24211,'47'-30'-2,"0"0"0,-8 0 1,-3 14-55,13 47-51,-18 9 17,-18-3 1,-5 2 44,-7 18-445,-16-13 1,-11-1 523,-14-6 0,-5-5-488,10-3 0,-1-2 479,-17 8 1,3-4 13,4-4 448,6 2 107,35-12-157,36-9-331,12-6-53,1-4 1,6-3-448,-9 1 0,3-1 0,0 0-585,3 0 1,0-1 0,0 0 687,3-1 1,1 1 0,-6 0 0,-7 1 0,-5 1 0,4-2-1</inkml:trace>
  <inkml:trace contextRef="#ctx0" brushRef="#br1" timeOffset="1.24566E6">29294 11180 24637,'-56'-27'1009,"10"6"-802,35 19-123,5 0-17,3 2 39,22 1 23,21 1-84,-3-2 0,6 1-694,8 0 1,2 0 676,6-2 0,-1-1 3,-4 1 0,-2-1 25,-10-1 0,-3 0 134,15-3 57,-24 2 16,-17 2-84,-8 0-112,-5 2 1011,-5 0-2242,-3 1-803,-4 2 1967,-3 1 0,8 0 0,0-1 0</inkml:trace>
  <inkml:trace contextRef="#ctx0" brushRef="#br1" timeOffset="1.25056E6">30301 11033 21013,'13'-48'1040,"0"1"0,-1 4 0,-3 10-760,-8 23-269,0 5-106,-1 6 56,0 8 78,0 13-28,-1 17-11,0 16 0,0 6-165,0-29 0,1 0 159,3 27 23,2 0-11,-1-23-6,0-3 50,-4-24 230,0-2 263,0-6-167,0-7-292,0-12 269,0-21-320,0-21-8,1 21 1,1-1-339,2-3 1,1-1 407,1 1 1,0 2 13,1 5 0,1 3 98,1-15-89,-4 22-118,-4 15-45,-1 11 28,-2 13 6,-3 15 0,0 4 0,0 3 5,-1 18 128,1-10 1,2 1-134,2 13 5,2-18 0,1 0 12,2 14 0,1-7-1,-2-27 46,-3-11 122,0-6 152,0-9-303,0-2 23,-5-38 447,2 13-484,-1-4 1,1-4 24,1-17-146,1 25 1,0 0 219,-1-19-6,-1 22-45,0 15-90,0 10 0,0 10 34,0 14-16,-1 18-1568,3 1 1,1 1 1515,2 22-97,3-13 0,1 0-431,-1-14 0,0-1-298,1 8 1,-1 0-3019,-4-3 0,-2-1 3377,-7 20 0,0-24 1,-1-15-1</inkml:trace>
  <inkml:trace contextRef="#ctx0" brushRef="#br1" timeOffset="1.25345E6">31481 10988 18938,'-48'-14'827,"0"1"0,2 1 0,14 3-900,29 8-16,0 0-15,14 0 46,21 0-83,-1 0 0,5 1-166,10 1 1,4 0-455,7 3 1,-1 0 228,-4 2 1,-4 2 75,-12 1 1,-7 2 199,-8 13 284,-47 4 0,1-12 0,-6 0 58,-20 7 1,-2-2-205,16-5 0,-1 0 272,-18 6 0,1 0-267,22-9 1,0 0 299,-4 3 1,0 0-1307,5-1 1,3 0 1157,-3 4 124,14 1 28,32-9-85,19 1-78,26-4-327,-8-7 0,0-3 299,-13 1 0,0-2 25,18-5 1,-2-4-2,-22-1 0,-3-2 12,1 1 1,-2-3 1343,0-13 0,-6-4-1179,-6-19 3,-12 6 1,-6-1-6,-6 13 0,-3 3-59,-2 0 0,-2 3 621,-17-15 1359,11 21-1694,3 2 123,6 7 342,9 10-897,4 7 256,10 12-267,11 16-6,10 19-41,-14-20 0,0 4-2086,1 14 0,-4-1 1856,-4-13 0,-3-1-684,0 15 1,-6-2-4663,-15 10 5640,-1 0 0,4-29 0,5-19 0</inkml:trace>
  <inkml:trace contextRef="#ctx0" brushRef="#br1" timeOffset="1.25374E6">32210 10828 21216,'3'-6'2291,"-1"0"-1641,-2 6-163,0 0-200,52 27-102,-42 17-1633,14 5 0,-3 4 1512,-21-16 1,-6 3 43,3 4 1,-1 5-1,0-6-213,2-6 0,-1-2 124,0 9 1,0-2 41,1 17-21,1-14-57,1-9-1462,0 9-8352,0-26 9035,-1 2 1,1-13 0,0-7 0</inkml:trace>
  <inkml:trace contextRef="#ctx0" brushRef="#br1" timeOffset="1.25716E6">26917 12882 25640,'30'-17'-318,"0"0"1,10 0-1,5 4-67,-2 7 1,5 4 0,0 0-956,1-1 1,1 1-1,-2 1 464,-2 0 1,-2 0 0,-2 1-556,7 2 0,-8 3 887,-4 7 606,-60 9 111,-20-2 449,-11 0 0,-4 1-144,15-5 0,-1 1 31,4-1 1,-4 0 0,3 0 151,-7 3 0,4 0-233,5-2 0,3-1-131,-14 7-224,24-5 1306,29-6-1139,30-4-198,-2-4 0,4-2-685,12-3 0,1-2 649,-7 2 0,1-3 27,0-4 1,2-4-1,-5 1 35,19-12 18,-7-1 1,-4-7 369,-21 0 1,-6-3-247,-1 1 0,-3-1 131,-3-4 1,-7 2 414,-16-8-106,-5 14-129,-2 16-364,7 8 1369,5 5-1537,7 5 301,11 11-284,2 4-9,9 10 0,1 5-5,-7-3 0,-1 2-396,7 17 1,-6 4-42,-13-2 0,-10 0-2317,-11 7 1,-9-2 2761,-4-4 0,-2-5 0,7-13 0,0-5 0,-7 6 0</inkml:trace>
  <inkml:trace contextRef="#ctx0" brushRef="#br1" timeOffset="1.25786E6">28510 12904 19853,'-5'-4'4533,"1"1"-3903,4 3-5,-6-64-917,19 34 160,-6-10 1,5 2-80,36 17 85,-18 13 1,2 4-525,5 5 0,-1 5 485,3 4 0,-1 4-9,-2 6 0,-3 5-153,-5 3 1,-6 3 258,-6 1 0,-7 2 83,-8-1 1,-8-2 18,-7-1 0,-6-2 37,-6-4 1,-3-2 4,-1-2 0,-1-4 138,-26 10 147,16-9 147,17-9 1,13-5-101,8-3-204,4-2 401,5-1-616,7-3 293,12 1-282,18 0-22,16 13-245,-23-1 0,1 4 247,1 4 0,-1 3-16,-2 2 0,-3 2-15,-6 1 1,-4 2 16,-1 19 29,-35-5-7,-27-8-61,3-16 1,-3-2-130,-18 2-288,18-7 0,3-3-2868,0-2 3358,3-5 0,17 1 0,11-3 0</inkml:trace>
  <inkml:trace contextRef="#ctx0" brushRef="#br1" timeOffset="1.25808E6">29376 13087 25903,'43'-8'-314,"1"-1"0,-1 1 1,3 0-1,0 0 1,-7 2-1,15-1 0,-3 1 1</inkml:trace>
  <inkml:trace contextRef="#ctx0" brushRef="#br1" timeOffset="1.25829E6">30313 12683 26894,'19'41'-228,"-1"-1"1,2 4-1,0 3-1100,-4-7 1,-1 3 0,-2-1-3589,2 13 1,-3-1 3188,0-3 1,-4-4-1,-7 0 1,-1-35 0</inkml:trace>
  <inkml:trace contextRef="#ctx0" brushRef="#br1" timeOffset="1.25901E6">31187 12884 19257,'-2'-4'2598,"0"1"-1827,2 3-814,69-54-345,-33 46 0,3 1-849,13-21 0,2 2 752,-11 24 0,-1 7-1272,-8-1 1,-2 4-1485,2 6 1,-2 2 1654,17 19 2880,-52 18-320,-25-21 67,-14-10 1,-5-2 78,8-7 0,0-2-311,-10 5 1,0-1-267,5-2 1,2 1-144,7-3 1,4 1 25,-12 5-68,22-5 1098,24-5-1131,30-4-331,-2-2 1,5-1-202,12-2 1,2-2 169,8-2 1,1-1 38,-2-4 1,-1-4 50,-6-3 1,-3-2-15,-14 4 0,-4-4 87,-2-14 0,-10-5 296,-18 4 0,-8 0-140,-1-6 1,-6 2 137,-13 3 1,-4 6 16,-21-3-20,24 19 0,1 3 222,-5 1-342,5 2-297,15 5-6,10 10 587,12 11-575,2 6-12,10 8 1,4 5-289,-2-6 0,0 2-46,1 4 0,2 4 1,-3-2-168,-2-3 0,-3 0-2316,-4 12 0,-8-1 2823,-20-2 0,2-7 0,-1-18 0</inkml:trace>
  <inkml:trace contextRef="#ctx0" brushRef="#br1" timeOffset="1.25936E6">32222 12683 23478,'42'-47'91,"-1"-1"1,-7 6-1,-1 11-102,11 28 0,-2 18 11,12 16-383,-28-5 0,-2 5 383,-3 6 0,-5 4 5,-4 4 1,-6 2 24,-9 0 1,-8-1 19,-7-2 1,-7-5-307,-8-4 0,-4-5 390,-1-7 1,0-3 38,1-4 1,3-3 254,-7 2-355,17-5 202,23-8 140,30-1-365,22 0-605,-7-1 1,6 2-673,8-1 1,4 1 1226,-12 1 0,3 0 0,-5-1 0,-4 0 0,-4 1 0,0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4:36:55.406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3376 3028 19277,'-6'-61'1585,"1"-1"0,-7 2 0,-3 5-1456,5 23 0,-3 3 67,-22-19 22,-1 33-100,-6 11-40,-14 14-2170,24 9 0,1 5 2103,-10 16-3,16-3 1,3 2 688,2 21-689,10-22 0,2 0-5,3-1 0,5-2 8,13 27-5,16-14 5,18-18 34,11-15 16,3-20 35,-3-12 61,-10-16-67,-15 1 66,-16 3 1,-3-3 28,-1-16-79,-5 13 1,-2 0 162,-2-18 0,-4 12-23,-4 11-67,-1 14-95,-1 9-84,2 8 6,-1 11 3305,-1 12-3316,-1 14 248,-1 13-238,1 9-5,4-28 0,1-1 3,1 2 0,2-2 8,10 26-16,15-11-1,21-14-275,-13-21 0,2-5 286,6-2 1,3-5 11,13-9 0,-1-4-12,-18 5 1,-1-3 8,10-9 0,-4-4 31,-5-11-121,-2-10 154,-17 0 17,-14 1-16,-14 4-18,-8 3-10,-9 5 33,-3 0-51,10 12 578,2-1-595,14 11 130,10-3-152,11 0 12,16 0-1,25-1-10,-16 6 2,-11 4 0,-1 2-8,3 4 5,3 9 6,-11 11-5,-9 30 16,-9-11-8,-6-5 0,-1 1 2,-5 16-2,2-20 0,0 1-14,-2 27 16,6-8-5,7-11-11,8-13 11,8-12 11,6-12 0,7-15-5,-9-3 0,-1-2 5,12-11-9,-10 3 1,-2-1 20,4-11-1,1-8 6,-14 3 28,-11 7 0,-16-1-39,2 13 22,-9-7-16,7 12-7,0-7 24,2 0-12,2 6-17,1 4 17,0 8-17,-1 5-17,-4 0 12,-1 1-6,-1 1 0,4-1 22,2 1-27,3-1 16,6-2-11,7-4 6,-1 1-1,5-3-5,-10 5 6,2-1-1,-2 3-16,-2 0 22,12 1 1,-3 0-35,19 0 23,2 0 0,-5 2 0,3 1 0,22 6 5,-22 0 1,-3 1-17,5 9 22,-7 13 1,-14 0-29,-2 20-17,-6-5 34,-2 6-11,0-20-392,8 9 33,-4-21-3444,13 16 862,-12-24 2104,5 5 0,-11-14 0,0-1 0</inkml:trace>
  <inkml:trace contextRef="#ctx0" brushRef="#br0" timeOffset="205">5399 2729 22139,'2'-6'3977,"-1"1"-2219,-1 5-1735,-4-21 10,-5 56-21,-3-12-12,5 9 0,1 4-262,-2 4 1,0-1-266,2-6 1,1 1-4390,1 11 1,2 1 4795,5 14 0,2-15 0,2-34 0</inkml:trace>
  <inkml:trace contextRef="#ctx0" brushRef="#br0" timeOffset="430">5946 2740 26502,'56'-26'-2075,"-25"14"0,3 4 2075,14 5 0,-2 3 0,8-1 0,-9 1 0</inkml:trace>
  <inkml:trace contextRef="#ctx0" brushRef="#br0" timeOffset="581">6002 3078 26881,'42'-15'-159,"-1"1"1,1-1-1,22-7 1,-8 4 0,-18 6-1,-2 2 1</inkml:trace>
  <inkml:trace contextRef="#ctx0" brushRef="#br0" timeOffset="1189">7947 2500 24906,'-41'-3'76,"0"0"1,0 1-1,4 6-25,-12 25-974,19-12 1,-1-1 916,-24 11 23,10-10 0,-2-2 73,-12-2-26,19-4 1,3-2 463,-3-9-455,19-1 95,12-5-135,7 5 904,3-1-909,4 10 507,2 13-462,1 20 6,-2 21-459,-3-22 0,-2 3 450,0 4 0,0 2-17,-2 3 0,0-1-19,0 0 0,2 0-9,6 5 0,2-2-28,-5-17 0,5-3-25,11 8 0,4-6-145,8-8-1446,13-9 0,5-5 1619,-18-8 0,0-2 0,5 2 0,-2-2 0,-4-5 0</inkml:trace>
  <inkml:trace contextRef="#ctx0" brushRef="#br0" timeOffset="1865">9330 2590 17434,'0'-4'5741,"0"1"-4430,0 3-1266,-53-28-29,28 24-5,-22-8 1,-4 4 21,0 18-16,13-4 0,0 0 39,-18 0 0,12-2-28,15-4-39,12 0 5,8 3 23,2 8 73,-9 25-46,2-4-190,1-1 1,-1 4 209,2-5 1,0 2 10,-3 8 1,1 3 25,0 1 0,1 0 2,3-1 1,2-1-26,1-1 1,4-1-20,4-2 0,3-1-6,2-3 0,5-2-25,4-4 0,5-2-20,4-3 1,3-5-40,6-2 0,4-4-305,4-4 0,2-3-1958,5-6 0,1-3 2294,-5-1 0,-2-1 0,14-7 0,-25 4 0</inkml:trace>
  <inkml:trace contextRef="#ctx0" brushRef="#br0" timeOffset="2238">10078 2814 25578,'-2'-47'532,"-1"0"0,1 2 0,-2 12-347,-2 27-146,1 3-27,0 27 4,2 14-10,0 11-43,1-12 1,-1 0-553,1-1 0,0 0-1565,-1 14 1,0 0-1048,0-8 0,1 0 3201,-1 5 0,1-4 0,0-7 0,1-1 0</inkml:trace>
  <inkml:trace contextRef="#ctx0" brushRef="#br0" timeOffset="2431">10575 3122 24379,'0'-5'2420,"0"1"-1832,0 4-593,-38 5-51,23 22-532,-29 13-2241,37 21 2321,7-28 0,0-2 1,1 6-1,4-8 0</inkml:trace>
  <inkml:trace contextRef="#ctx0" brushRef="#br0" timeOffset="2648">11175 2770 28065,'-40'-1'-11,"4"27"-51,29 3 0,5 6-1809,-5 19 1,1 2-3046,3-8 1,0-3 3697,-1 0 0,1-5 1,3-1-1,0-29 0</inkml:trace>
  <inkml:trace contextRef="#ctx0" brushRef="#br0" timeOffset="3047">11695 2673 22929,'-1'-4'3002,"1"0"-2593,0 4-258,32-64 157,5 34-249,-5-9 0,1 3-14,17 17 8,-12 13 0,2 2-14,20 1-334,-17 3 0,2 2 312,-10 2 0,-1 3-9,-2 4 1,-2 3-4,13 10 167,-5 20-150,-28-10 1,-4 3-9,-1 5 0,-3 2-192,-1 0 0,-4 2 174,-6-5 1,-3 2-1,-1-3-488,-6 4 1,-1 0 480,1-3 0,-2 1 0,-1-3 2,-6 5 1,-2-3 2,2-6 1,-1-4 413,-12 10-422,10-21 0,-1-5-227,-13-2-319,13-5 0,-1-3-6335,-17-12 6895,12-3 0,16 0 0,11 2 0</inkml:trace>
  <inkml:trace contextRef="#ctx0" brushRef="#br0" timeOffset="3271">12786 3115 26071,'-4'56'-1149,"0"0"1,-4-3 0,-3-7 1148,-12-1 0,4-17 0,5-13 0</inkml:trace>
  <inkml:trace contextRef="#ctx0" brushRef="#br0" timeOffset="4614">11943 2641 22582,'-58'-23'1697,"12"5"-1300,40 18-22,3-1-55,1-1-23,0 2-258,6-3-11,6 2-5,12-4 10,14 1 18,12-2 16,10 0-469,4 1 452,-1 0 1,-9 3-12,-12 1-11,-15 3 39,-12 4 39,-8 5 18,-9 11-63,-1-2 537,-15 29-503,3-5-45,5-11 1,0 3-9,2-3 0,1 0-11,1 1 0,0 1-301,1 0 1,1 1 286,0 1 0,1-1-6,0 0 0,1-1-109,0 0 0,-1 0 112,2-3 0,-1 0 3,-3 26 6,2-6-1,1-12 28,0-9 74,1-13 94,-2-10-72,-4-5 485,-10-6-603,-2 1 237,-30-8-242,7 4-9,10 2 0,-1 1-3,-25 0-11,-1 3 11,5 1-5,8 2 11,11 1-12,9-1-5,11-1-5,9-1 5,5-1-23,3 0 23,13 0 0,6 0-5,19 0-1,4 0 6,9 0 0,4-3-6,4-2-131,-26 0 0,0-1 137,2-1 0,0-2-6,2-1 1,-1-1 7,-1-1 1,0-2 8,2-3 1,-3-1-7,10-6 6,0-14-40,-26 8 52,0-14-18,-8-7 1,-4-5 5,-3 0 0,-6 2 6,-4 4-11,-6 2 5,-3 4-5,-1 0 5,0 0-11,2 4 5,1 2 1,0 7 278,-2 5-284,-4 3 76,-9 0-71,8 9-5,-11-2 0,12 8 17,-2 0-17,4 2-11,5 0 5,2 4 6,2 0 6,-5 1-17,-10 5-6,-13 4-17,6 0 1,-1 1-124,-13 6-2868,13-3 0,4 0 3025,13 0 0,-1 0 0,16-8 0</inkml:trace>
  <inkml:trace contextRef="#ctx0" brushRef="#br0" timeOffset="5283">13794 2729 18627,'1'-3'4610,"1"1"-2588,-2 2-1899,-39-27-61,18 23-15,-10-7 1,-5 2 47,-12 20-61,16-5 0,-2 0 22,-8-1 0,0-1-3,8-2 0,2 0 9,-27-3 44,22-4 23,21-1-17,1 0-101,9 3-33,5 4 44,1 8-11,1 3 28,1 22 17,-1 13-8,-1-11 0,-2 3-311,-1 6 0,-1 5 337,-1-4 1,-1 3 0,1-2-50,-2 3 0,1 1 1,-1-3 0,1 2 0,1-2 13,3 4 1,2-2-18,3-1 1,4-2-15,4-1 0,7-5-33,8-16 0,4-7-171,24 4-3851,4-18 1,3-6 3517,-22-3 1,-1 0 0,8 0 0,-4 0-1,-5-4 1</inkml:trace>
  <inkml:trace contextRef="#ctx0" brushRef="#br0" timeOffset="9922">14092 3077 19507,'2'-5'5796,"0"2"-5313,12-58 261,-11 33-3241,5-12 0,-2 3 2649,-6 18 1464,0 3-1555,0 13 771,0 2-855,-1 12 35,-4 26-12,1-2-79,-1 1 1,-2 3 1015,2-4 0,0 0-2366,0 11 1,0 3 1428,2 5 0,0-2 0,2 6 0,1-7 0</inkml:trace>
  <inkml:trace contextRef="#ctx0" brushRef="#br0" timeOffset="10155">14476 3418 26508,'33'-24'-694,"-13"18"-2177,-26 33 0,-10 12 2871,-6 15 0,0-8 0,13-27 0</inkml:trace>
  <inkml:trace contextRef="#ctx0" brushRef="#br0" timeOffset="10381">15087 3107 27908,'6'-24'-11,"-1"19"-85,-4 30 1,-4 15-285,0 15-1102,0-15 1,-2-1 572,-2 16 1,1-9 0,2-21 0</inkml:trace>
  <inkml:trace contextRef="#ctx0" brushRef="#br0" timeOffset="10888">15669 2908 26575,'37'-30'20,"0"-1"1,-3 4 0,2 6-19,10 9 1,0 6-3,16-2-28,-22 6 0,-4 3 12,-3 2 4,15 14 24,-36 7-1,0 7 6,-15 30-6,-3-26 0,0 1-11,1-1 0,0 2-447,-4 10 0,2 1 453,4-11 0,2-2-1,-1 1 1,2 1-192,6 17 0,0-1 172,-2-21 0,-1-1-28,2 13 0,-4-2-283,-17 7-829,-19-13-5523,-22-11 6677,-2-10 0,19-7 0,15-6 0</inkml:trace>
  <inkml:trace contextRef="#ctx0" brushRef="#br0" timeOffset="11754">16717 2700 17675,'-1'-4'5388,"0"1"-4632,1 3-425,35-64-34,2 37-646,0-12 0,4 1 441,-2 24 1,2 5-40,3-1 0,2 2-17,2 1 1,0 1-15,-2 3 1,-1 1-18,-10 2 1,-1 2 60,4 6 0,-4 5-27,-1 14-5,2 21 11,-29 8-430,-9-21 1,-2 1 395,-2 5 1,-1 2-4,-1 4 0,0 3-954,3-6 0,1 2 0,1-2 937,-1 4 1,1-1 0,2-1 1,1 2-1,0-3-221,3 0 1,1-1 147,-2 9 0,0 0-90,-2-4 1,-4-3-4,-4-5 1,-6-3-242,-6-4 1,-6-3-945,-6-3 1,-4-4 1278,-10-2 1,1-4-1,-7 4 1,2-8 0</inkml:trace>
  <inkml:trace contextRef="#ctx0" brushRef="#br0" timeOffset="13414">3198 5165 14533,'1'-9'3422,"0"-37"0,-4-7-3019,-2 18-679,2-19 1,-2 1 931,-11 17 306,-2 3-363,-6-5-89,-2 12-348,-3 12-89,-5 11-45,-6 17-6,-7 15-19,21-8 0,1 4-240,0 3 0,2 1 226,2 3 0,4 0 0,4 0 0,3 0 440,0 26-446,18-8 12,11-13 10,14-14 12,10-11 17,5-19 11,4-13 11,-3-14 67,-4-7 62,-9-3 5,-11 2 497,-9 4-486,-7 7-33,-5 9-11,-3 9-62,-1 7-117,0 5 22,-3 15-6,-1 6 6,-2 20-5,3 4-7,6 5 7,9-2-18,14-6 29,13-8 39,13-11-23,8-10-202,-28-12 1,0-3 187,1-3 1,0-2 2,-2-5 0,-1-1 11,-2-3 1,-3-2 44,17-23 40,-15-3-23,-12-3-3288,-13-10 3237,-3 19 40,-6-11-11,2 21-1,2-4 234,2 7-279,6 6 1,3 5-28,10 6 3386,6 4-3375,4 5 0,3 9-11,7 16 11,-14-2-11,7 18 39,-14 6-17,-3-8-11,-1 19-11,-5-22 11,-1 0-11,5 7-1,-1-19 7,5 5 16,0-16 0,2-7-11,3-8 0,6-9 17,3-9 33,4-9 18,-4-6-12,-8-2 0,-11 0-28,-11 3 5,-10 4 29,-5 3 11,-4 4-17,5 2-40,6 1-16,6-1-5,12 1 55,15-2-27,-3 7-23,16 1-12,-9 10 7,7 2-1,9 11 1,-15-3-1,10 16 6,-19-1-6,4 9-16,-6 6-146,0 9-17,-9-13-677,5 14 60,-9-23-8501,17 31 9303,-5-21 0,2 3 0,-9-22 0</inkml:trace>
  <inkml:trace contextRef="#ctx0" brushRef="#br0" timeOffset="13788">4886 4875 24463,'-6'-41'396,"0"0"0,2 1 0,7 8-301,20 16-61,12-2-28,23 7-23,-16 6-31,-6 12 1,-1 5-4,-8 5-33,-5 6 0,-4 4-90,-13 23-202,-8-16 1,-5 1 369,-4 0 1,-6 0 19,-8 3 0,-3-2 11,5-9 0,1-1-113,-19 18 133,18-20 5,15-14 41,2-2 88,12-7-146,3-5 424,19-6-922,12-7-1149,-6 5 1,2 0 1670,2-2 1,-2 2-1,15-5 1,-18 6-1</inkml:trace>
  <inkml:trace contextRef="#ctx0" brushRef="#br0" timeOffset="13988">5990 4695 25043,'57'-21'-3277,"0"-1"0,0 3 0,-2 3 2975,-13 11 1,-5 3 0,14-2 0,-25 3 0</inkml:trace>
  <inkml:trace contextRef="#ctx0" brushRef="#br0" timeOffset="14138">6010 5001 26609,'43'-17'-473,"-1"0"0,1 0 0,13-6 0,-6 4 0,-2 1 0,-22 8 1</inkml:trace>
  <inkml:trace contextRef="#ctx0" brushRef="#br0" timeOffset="14722">7610 4496 19154,'0'-6'3753,"0"2"-1485,0 4-2257,-9-41-34,-4 38-21,-27-17 27,-3 45 19,13-9 1,-1 0 31,-25 5-12,14-8 74,-1-7-24,26-5-27,-2-1-34,16 0-4,2 0 15,2 4 28,3 5 62,4 18 17,0 10 50,-1 22-455,-4-9 382,-6-13 1,0 5 27,-3 6 1,0 2-113,0-10 0,0 2-13,1 2 1,0 4-1,3-6-15,5-7 1,2-1-4,4 12 1,4-3-53,17 1-82,-4-24 0,6-5-1451,14-7 1,4-6 1593,-5 0 0,0-1 0,-2-2 0,-4-1 0,-2-6 0</inkml:trace>
  <inkml:trace contextRef="#ctx0" brushRef="#br0" timeOffset="18954">8819 4609 24407,'-9'-32'507,"0"1"1,-13-20-436,-6 53-44,1 2 12,-20 7-24,13-1 1,-2 0-390,0 0 0,-2 0 384,-6 2 1,2-1 16,-18 3 203,19-5-175,17-5-45,14-2 6,8-2 5,3 1 12,3 3-17,5 7 609,1 10-558,0 13 10,-4 14-16,-10 14-511,0-26 1,-1 0 453,-7 24-8,3-13 1,1 0-10,4-15 1,2 0-184,1 13 0,5 0 130,5-13 1,5-3-82,6-3 1,5-4-161,5-2 1,4-5-477,4-4 1,2-4-2017,4-6 1,0-4 2202,-5-3 0,-3-1 0,12-6 0,-23 3 0</inkml:trace>
  <inkml:trace contextRef="#ctx0" brushRef="#br0" timeOffset="19181">9136 4887 26122,'-17'-10'-409,"20"0"-460,50 2-229,-18 3 1,3-1-3351,5-1 1,0 0 4447,-3 0 0,-3 0 0,11-2 0,-23 3 0</inkml:trace>
  <inkml:trace contextRef="#ctx0" brushRef="#br0" timeOffset="19398">9903 4601 19787,'1'-7'4973,"0"2"-3729,-1 5 498,0 0-1709,-10-26-10,6 30-7,-10-8-10,10 32-29,-3 5 1,0 3-135,-8 23-685,4-14 1,0 2 15,1-6 0,2-1 826,1 3 0,1-4 0,-1 6 0,5-9 0</inkml:trace>
  <inkml:trace contextRef="#ctx0" brushRef="#br0" timeOffset="19731">10389 4968 21315,'0'-5'4347,"0"2"-2930,0 3-1355,6-11-34,-5 31-73,-2 3-123,-6 6 0,-2 5-827,-5 1 1,-1 0 315,-4 7 1,1-2 0,-4 4 0,4-5-1</inkml:trace>
  <inkml:trace contextRef="#ctx0" brushRef="#br0" timeOffset="19981">10862 4895 19927,'-8'-4'5102,"1"1"-4609,7 3-235,0 0-314,29-20-309,-2 12-789,8-4 1,3 0-6274,24 5 6748,-27 3 1,-2 0 0,3-1 0,-16 3-1</inkml:trace>
  <inkml:trace contextRef="#ctx0" brushRef="#br0" timeOffset="20187">11530 4578 21254,'0'-3'5170,"0"0"-3193,0 3-1960,-10-23-17,6 23 0,-9-3-28,6 40-115,1 0 0,1 3-255,0-1 1,1 2-1139,0 9 0,0 2 1536,2-6 0,1-4 0,0 7 0,1-10 0</inkml:trace>
  <inkml:trace contextRef="#ctx0" brushRef="#br0" timeOffset="20564">11872 4577 21707,'0'-4'2913,"0"0"-1792,0 4-964,52-62-113,-30 44 4,18-17 0,4 5-9,-5 27-17,19 8-16,-20 1-1,11 12 23,1 4-16,0 3-446,3 8 440,-24-9-6,0 12 101,-13 19-104,-8-24 0,-2 2-28,-2 9 1,-2 2-1106,-3-5 1,-2-1 1067,-1 22-61,1-26 1,-1-1-427,-3 20 342,-1-10-244,-23 8-395,-13-31 113,-11 2-2633,-2-14 1,-2-5 2932,21-1 0,1 0 0,-8-1 1,4 0-1,7-1 0</inkml:trace>
  <inkml:trace contextRef="#ctx0" brushRef="#br0" timeOffset="20998">13005 5030 23679,'2'-3'2499,"0"1"-1839,-2 2-693,49 39-320,-47 12-1964,10-2 1,-6 3 2316,-24-5 0,-6-4 0,6-12 0,1-2 0,-7 5 0</inkml:trace>
  <inkml:trace contextRef="#ctx0" brushRef="#br0" timeOffset="24896">14092 4581 24111,'-16'-51'436,"3"11"-413,-8 41-1,-8 4-5,-17 5-11,-10 4-1,24-6 1,-1-1 8,0-1 0,1-1 19,-26 1 130,13-3-79,20-3 84,13 0-39,11-2-45,2 1-51,2 0-5,2 1 1,2 7-1,1 9 11,-3 15 11,-3 17 6,-8 13-31,0-16 1,-1 1-24,2-14 1,1 1 3,-2 15 0,1-1 5,9 15-357,0-24 1,3 0 334,2-2 0,2-2-20,3-3 0,2-2-199,4 1 0,1-2-162,9 6-1338,16 0-4062,-7-26 5792,6-3 0,-15-5 0,-11-2 0</inkml:trace>
  <inkml:trace contextRef="#ctx0" brushRef="#br0" timeOffset="25139">14594 4629 26015,'-45'15'196,"5"8"-193,27 5 0,2 4-525,-1 4 0,1 0 477,1-4 0,2 0-131,-2 9 0,2 1-802,4 5 1,3-1-852,5-10 0,3-2-2271,10 24 4100,13-27 0,-23-25 0,0-2 0</inkml:trace>
  <inkml:trace contextRef="#ctx0" brushRef="#br0" timeOffset="25979">14897 4832 26004,'14'-37'319,"-1"0"0,5-19-279,-35 67-12,-3 11-12,-3 11-10,5 8-6,4 4-17,9 0 0,3-9-22,14 8 34,3-20-7,5 3 18,2-14 16,-5-10 51,7-8 22,-5-8 40,0-12-68,-9 1 73,0-13 67,0-15-95,1-4-45,-4 23 1,0 0 21,1-5 208,-3 3-191,-10 21-89,-7 1-62,-11 11-11,1 6-470,-15 14-594,17 2-6116,-1 21 7236,19-12 0,5-3 0,2-15 0</inkml:trace>
  <inkml:trace contextRef="#ctx0" brushRef="#br0" timeOffset="26180">15480 4901 27589,'-13'8'-247,"3"0"-1505,-20 46-8079,11-13 9209,-2 6 1,13-24-1,7-17 1</inkml:trace>
  <inkml:trace contextRef="#ctx0" brushRef="#br0" timeOffset="28106">17590 4422 19020,'-2'-3'3691,"1"0"-1440,1 3-1904,21-33-240,-4 22-26,7-11 0,6 1 76,25 8-465,-19 5 1,2-1 379,-1 2 1,0 1-3,-1 1 0,-3 1-42,8 0 180,-8 5-191,-26 5-6,-1 1 29,-5 29-29,0-14 0,1 13 0,0 1-11,3 1 0,1-1 0,3 3-11,13 20-1,-6-20 1,1 2 11,2 1 0,0 2-12,1 17 1,-2-1 2,-6-18 1,-2 1-415,-2 17 0,-8 0 412,-10-21 0,-5-2-12,-5 8 1,-7 0-107,-15 3 0,-4-4 20,14-14 0,-2-2-415,-13 5 0,-2-4-4392,11-11 1,3-3 2457,-20 9 0,9-6 1,38-15-1</inkml:trace>
  <inkml:trace contextRef="#ctx0" brushRef="#br0" timeOffset="32184">23285 4090 15266,'3'-8'5646,"-1"1"-4183,-2 7-1010,0 0-352,-65-17-28,15 13-609,-4-3 1,-3 0 529,16 9 0,1 2 17,0 1 1,0-1-1391,-4 1 1,2-1 1440,-11 2 78,-2-3 61,39-6 29,2 0-40,9-1 515,4-2-593,1 3 3319,0 0-3448,0 2 29,-2 12 44,-3 12-34,-2 6 34,-10 29-34,7-26 1,0 3-273,-3 13 0,-1 5 281,3 0 1,-1 3 0,0-2-658,0 5 0,0 4 655,2-17 0,0 7 0,0 2 0,0-2 0,1-7-702,0-2 1,2-5 0,-2 4 688,-1 3 1,-1 6 0,-1 3 0,1-1 0,0-4 15,-4 12 0,1-2 0,-1 2-17,1-5 0,-1 3 1,0 1-1,0-1-11,1-1 0,0 0 1,0 0-1,2 0-3,0 4 1,1 2-1,2-2 1,0-5-1,0-2 1,1-5 0,2 1-4,4 5 0,2 1 1,4-8-2,4-14 0,3-3-59,8 8 1,2-3-180,11 6-3036,-4-25 1,3-7 3276,1-12 0,3-1 0,-20-5 0</inkml:trace>
  <inkml:trace contextRef="#ctx0" brushRef="#br0" timeOffset="34884">24350 4447 24094,'-62'-10'44,"0"0"1,2 5 0,7 12-40,19 22 1,6 8-227,2-3 0,5 2 218,6-1 0,6 0 3,9-2 0,8-2 8,6-2 1,7-2-246,9-2 1,4-5 272,4-2 1,3-5 108,6-6 1,0-5 24,-11-6 1,-2-3 53,24-12 191,-30-19-37,-18-2-132,-6-14-83,-12-6-68,-6 1-33,-3 4-34,1 8-140,5 13-1289,5 12-8430,4 13 9232,3 6 0,1 3 1,-1 0-1</inkml:trace>
  <inkml:trace contextRef="#ctx0" brushRef="#br0" timeOffset="36659">25938 4428 21724,'13'-2'869,"-17"14"-583,-26 24-68,-8 14-145,10-6-3,15-10 0,5 1 31,8 13-185,5-14 0,5-1 257,31 14-95,-11-28 1,3-3 5,6-2 0,2-5-476,4-1 0,-1-4 456,-8-3 0,-1-3 196,12-7 1,-2-5-91,4-16 37,-18 6 1,-4-4 83,-5-26-112,-19-4-84,-17 2-61,-13 7-73,-14 11-286,-10 12-2162,-7 13 2487,7 9 0,18 5 0,16 1 0</inkml:trace>
  <inkml:trace contextRef="#ctx0" brushRef="#br0" timeOffset="40564">23900 5888 23203,'12'-51'885,"0"1"0,-1 5 0,-2 9-649,-2 15-220,-3 11-49,-1 9 27,2 13 17,0 16-44,2 27-127,-5-16 1,-1 2-1326,-5 11 1,-1 1 8,0-7 0,-2 0 1476,-5 8 0,1-5 0,0-8 0,0-1 0</inkml:trace>
  <inkml:trace contextRef="#ctx0" brushRef="#br0" timeOffset="40764">24376 6177 25029,'20'-45'554,"1"1"1,0 1 0,-10 17-544,-14 29 11,-9 18-33,-8 18-37,7-9 1,-1 2-1526,1 6 1,0 1-2005,3 5 1,1-1 3576,2-4 0,2-3 0,1 12 0,2-22 0</inkml:trace>
  <inkml:trace contextRef="#ctx0" brushRef="#br0" timeOffset="41839">26244 6101 20224,'7'-57'1598,"0"-1"0,0 6 0,-3 10-1004,-5 25-269,0 5-314,-1 4-129,-1 8 74,-2 18 27,-6 21-28,2-8 0,-1 3-819,-1 9 1,-1 3-153,-2 4 0,-1 0-2390,2 3 1,0-2 2802,2-6 0,2-5 0,-2 11 0,6-25 0</inkml:trace>
  <inkml:trace contextRef="#ctx0" brushRef="#br0" timeOffset="42198">26841 6015 20212,'0'-7'3955,"0"2"-3020,0 5-924,-52-11-5,22 38-4,-5-15 1,3 4-152,16 15 1,7 6 145,2-3 0,3-1 3,7 25 79,10-11-62,11-12 39,7-14 34,4-10-18,-7-11 215,12-20-86,-16-9-49,8-22-68,-14-8-48,-11 26 1,-2 0-220,-2 0 1,-1 1 216,-3-24-62,-7 12-73,-4 16-1921,-23 8 2022,-12 18 0,12-2 0,0 8 0</inkml:trace>
  <inkml:trace contextRef="#ctx0" brushRef="#br0" timeOffset="43139">24323 6040 18291,'14'-59'1727,"0"-1"0,-2 11 0,2 5-1116,13-10-365,-10 28 163,-1 5-45,-6 9-331,-3 3-38,-3 9 66,-4 18-27,-1 3 5,-3 32-33,-2 9-609,-1-9 1,0 3 605,1-6 0,-1-1-3,0 7 0,-1-1 3,3-13 0,-1-5-20,-2 18 34,-3-5 11,1-15 0,1-6 129,1-10 246,6-14-61,1-8 952,1-3-1233,0-16-21,8-27-35,-2 19 1,1-2-986,4-14 1,2 1 982,-3 11 0,0 1 8,2-10 0,0 1-634,-4 5 1,-1 2 650,-1 2 0,0 1 0,0-19 11,-9 26-67,2 18-56,-4 3 56,0 17 23,-8 32-6,-1 12 5,5-16 0,1 3 0,1 5 1,2-2 731,2-15 0,0 0-729,1 9 0,1-4-3,1-3 1604,0 0-1514,0-15 84,1-11-95,-1-10 5,2-23-50,2-11-14,0 4 0,1-2-390,1-5 1,2-1 389,1-5 0,1 1 109,-3 7 1,1 1-88,1-10 0,-1 4 9,-3 6 34,0-15-91,-7 38-88,0 3 55,-2 11-230,-2 28-817,1 15-556,2-8 1,0 3 1647,3-3 0,0-2 0,1 12 0,1-18 0</inkml:trace>
  <inkml:trace contextRef="#ctx0" brushRef="#br0" timeOffset="44948">23544 4387 10489,'2'-6'7925,"0"2"-7179,-2 4 435,18-62-470,-14 47-436,11-46-214,-24 63-33,-10 4 6,-8 7 11,-10 4 44,-15 7 18,3-8 72,-6 0-50,21-11 224,2-2 45,13-6 145,0-3-487,11 2-22,3-2-57,5 6-55,0 0 61,0 7 73,-2 10-11,-3 16-12,-6 15 7,-4 11-26,7-26 0,0-1-259,1 2 0,1-1 262,1-1 0,3 0-6,9 28-203,12-5 69,21-9-317,-11-25 1,4-3-2373,8-2 0,1-4 2179,1-2 1,-3-2 0,15 1 0,-22-6 0</inkml:trace>
  <inkml:trace contextRef="#ctx0" brushRef="#br0" timeOffset="45321">25194 4833 20851,'0'-5'2924,"0"0"-2079,0 5-834,-16-19-117,5 36-1255,-11-3-1686,13 30 3047,1 8 0,6-32 0,0 0 0</inkml:trace>
  <inkml:trace contextRef="#ctx0" brushRef="#br0" timeOffset="45987">27075 4470 11402,'-3'-7'8558,"0"2"-7880,3 5 313,0 0-285,-17-64-543,18 46-133,-6-18 1,5 5 14,25 26-22,13-1-18,13 4 6,-6 0 23,16 1-12,-1 1 1,-3 3-12,-2 4 17,-27 5 45,-12 6 39,-8 8-6,-8 8-61,-4-1 16,-3-3 1,-1 2-11,-6 18-40,5-12 0,1 1-145,2-6 0,3 0 142,0 1 1,2 0-15,3 0 1,2-1-15,0-1 1,0 0-211,0 3 1,-3-1-1273,-16 21 1502,-17-20 0,-5-5 0,2-3 0,4-14 0,0 1 0</inkml:trace>
  <inkml:trace contextRef="#ctx0" brushRef="#br0" timeOffset="47137">23102 5856 16084,'0'-6'4453,"0"1"-3980,-15-25 0,-7-5 104,1 10-414,-3-13 0,0 3 27,6 22-100,6 6-85,7 4 29,3 2 812,2 1-718,-2-1-111,0 0-17,-11-2 17,6 2 50,-8 0-5,11 1 61,0 0 947,4-2-902,0 2-280,0-2 56,3 1 67,7-1 0,14-1-11,17-2 6,14-1-6,7-2 0,-3 1 11,-5-1 0,-24 5 34,-8 0 16,-20 3-33,-3 0-28,-4 0 12,-19 1-1,-1 1 6,-12 0-6,5 0 0,5-1 6,4-1-17,1 0 5,0 4 1,-4 1-17,-4 5 5,-1 3 12,0 3-6,6 0-11,8-4-1,0 5 29,9-5 6,-6 9-7,4 2-21,-6 19 16,2 3-5,0 2-1,3 4 1,7-21 11,-2 31-12,5-17 6,1-13 1,2 1 16,8 17-11,9-4-17,8-4-22,7-5-13,4-3 30,-8-10-225,12 4-1192,-13-12 1422,17 3 0,-26-12 0,0-3 0</inkml:trace>
  <inkml:trace contextRef="#ctx0" brushRef="#br0" timeOffset="47630">25229 6445 19669,'-3'-3'3898,"2"0"-2884,1 3-1025,-12-10 11,6 25-28,-8-10-2022,2 56 2050,-2-4 0,3-8 0,3-14 0</inkml:trace>
  <inkml:trace contextRef="#ctx0" brushRef="#br0" timeOffset="48347">27546 5886 23349,'4'-46'174,"32"5"-163,23 32-3,-20 4 1,0 1 2,11 0 0,1 4-45,-18 8 23,-7-2 22,-7 9 34,-15 6-34,-2-2 23,-7 19-6,-4-2-14,1-4 0,0 2-6,2-1 1,0-1-134,1 0 0,1 1 133,2-1 1,2 0 2,8 19-11,-1-19 0,0 0-6,4-2 1,-1 1-15,1 3 1,-4 0-20,-4 19-1,-11-7-133,-32-15-353,-15-11-557,17-8 0,-3-2 1083,-7-1 0,3-2 0,-7 2 0,8-4 0</inkml:trace>
  <inkml:trace contextRef="#ctx0" brushRef="#br0" timeOffset="49480">28875 4464 9307,'1'-3'6609,"0"1"-2458,-1 2-4162,1-55 5,8 40 28,4-15 1,5 2 61,37 25-602,-14 1 1,3 1 584,7 2 1,-1 0-24,-7-1 1,0 2 101,18 4 0,-3 1-57,0 2 9,-6 3 0,-3 4-14,-10 4 292,4 11-180,-27-2 28,-13 5-28,-9 7-50,-4 7-22,-4 11-429,7-25 0,1 0 389,-3 25 11,5-6 0,2 3-42,1-11 1,0 2-430,0-2 1,1 3 0,-1 0 403,1-4 0,1 0 0,-1-1-14,1 3 1,-1 0 0,0-1-9,1 9 0,-1 1 7,-2-3 0,-1 5 0,-1-3 6,-2 3 1,-1 1-20,-2-3 0,-1 3 0,0-4-14,-2-2 0,-3-1-82,-4-5 1,-4 2 0,-1-4-295,-9 0 1,-1-2 81,9-8 0,-2 0 0,-3-1 25,-17 4 0,-4-2 0,7-7 0,-4 5 0,3-6 0,-1 1 0</inkml:trace>
  <inkml:trace contextRef="#ctx0" brushRef="#br0" timeOffset="302440">13807 2104 24575,'38'-10'0,"9"-7"0,5-4 0,-1 1 0,-13 3 0,1-1 0,-8 6 0,0 0 0,6-3 0,-1 0 0,13-3 0,-20 5 0,-10 5 0,-1 1 0,-10 4 0,3 0 0,0-2 0,4-2 0,4 0 0,5-1 0,-7 3 0,5-3 0,-1 5 0,9-1 0,9 2 0,3 1 0,4 1 0,-1 0 0,0 0 0,0 0 0,-6 0 0,-6 0 0,-8 0 0,-7 0 0,8 0 0,-2 0 0,16 0 0,0 0 0,-2 0 0,3 0 0,1 0 0,2 0 0,16 0 0,3 0 0,-6 0 0,-2 0-256,-9 0 0,-2 0 256,-5 0 0,-2 0 0,-1 0 0,-1 0 0,15 0-3307,-16 0 0,-2 0 3307,4 0 0,-4 0 0,15 0 0,-19 0 0,16 0 342,-20 0-342,1 0 6784,-2 1-6784,-5 0 0,-1 1 0,-5 0 0,-2-2 0,0 0 0,-4 1 0,-1 2 0,-3 11 0,1-3 0,2 7 0,1-7 0,-1-1 0,-2-2 0,0-2 0,-1 0 0,-1 0 0,1-2 0,-2-2 0</inkml:trace>
  <inkml:trace contextRef="#ctx0" brushRef="#br0" timeOffset="303742">14019 750 24575,'0'43'0,"0"6"0,0 11 0,0 0 0,0-2 0,0-7 0,0-9 0,0-6 0,0-12 0,0-10 0,0-8 0</inkml:trace>
  <inkml:trace contextRef="#ctx0" brushRef="#br0" timeOffset="304775">13980 422 24575,'0'6'0,"0"1"0,0-5 0,0 0 0</inkml:trace>
  <inkml:trace contextRef="#ctx0" brushRef="#br0" timeOffset="305932">14156 739 24575,'9'0'0,"0"0"0,0 0 0,1 0 0,7 0 0,17 0 0,0 0 0,11 0 0,-9 0 0,-12 0 0,1 0 0,-14 0 0,-4 0 0,-4 0 0</inkml:trace>
  <inkml:trace contextRef="#ctx0" brushRef="#br0" timeOffset="306748">14201 1122 24575,'15'0'0,"4"0"0,5 0 0,1 0 0,1 0 0,-5 0 0,0 0 0,-5 0 0,-9 0 0,0 0 0</inkml:trace>
  <inkml:trace contextRef="#ctx0" brushRef="#br0" timeOffset="795835">16556 4829 13323,'1'-5'6156,"1"1"-4443,-2 4-1181,24-63 231,-15 30-444,4-8 0,-1-1 230,-9 8-6,-10 0-353,-2 11-94,-10 4-80,2 12 7,-24 14-12,-10 21-11,0-1-6,25-8 1,1 3-7,3 3 1,3 2-11,-11 20 11,12-20 0,2 1-34,1 20-28,13-12 17,8-3 45,10-7-3331,12-18 3359,-2-6 28,16-13 123,10-16 73,-1-6-204,-3-4 434,-17 1 38,-16 11-10,-3-2 3436,-7 7-3807,-4 10 29,-1 5-134,0 7 242,-4 20-226,-3 12-33,-7 26-3,3-16 0,0 2-622,0-4 1,0 1 598,-1-2 1,2 0-317,-1-1 0,2-3-4096,-5 21 4432,1 3 0,5-24 0,5-18 0</inkml:trace>
  <inkml:trace contextRef="#ctx0" brushRef="#br0" timeOffset="831279">3530 6670 24631,'9'-36'146,"7"11"-135,18 37-16,1 14 2,-15 6 0,-4 4 3,3 18-524,-11-6 0,-4 2 504,-7-14 0,-3-1 14,-1 7 1,-2-1 10,-2-6 1,-2-2 39,-12 13 297,3-19-157,5-15 5,3-11-89,4-12-51,5-11-10,4-9 762,10-8-774,8-2-17,10-2-16,11 1-191,11 3 193,-21 20 1,3 0-10,2 1 1,2 1-6,1 0 1,0 0-1,-1 2 0,0 0 2,-3 2 1,-1 0-8,18-8 28,-15 6 27,-17 4 1,-8 6-17,-8 3 11,-1 2-101,-1 4 263,-1 8-185,-3 10-22,1 9-11,1 6 17,7 2 22,4-2 6,9-5-11,8-8 11,8-9 17,10-10-1,6-16 7,1-10 21,-6-11 40,-14-4 5,-14-1 6,-18 2-44,-7 8 88,-26-8-88,4 14 4,-15-7-10,12 13-56,7 6-113,12 4-50,7 5 62,6 4-645,3 16-973,9 5-3155,6 14 4020,5-7 0,-6-12 0,-7-9 0</inkml:trace>
  <inkml:trace contextRef="#ctx0" brushRef="#br0" timeOffset="831830">4781 6626 17283,'0'-4'6105,"0"1"-5242,0 3-763,-27-9-44,13 20-16,-22 6-29,28 9 6,2 7 5,12-9 6,9-1-3347,22 3 3341,-5-13-134,9-10 0,1-5 235,6-12-36,-9 3 0,-2-3 114,-1-17 158,-14-8-241,-12 14 100,-13-3-61,-4 17 3119,-8 2-3265,4 6 537,-13 19-548,13 2 0,-6 9 5,13 4-10,10-5 16,9 8 0,13-3-16,25-4 16,-12-10 0,20-7 6,-21-16 16,8-7 23,2-18 23,-16-1 38,-6-12-55,-20 14 61,-10-9 23,-18 0-57,-1 0-55,-5 4 28,6 11-40,9 11-56,2 3-78,4 5-162,10 7-577,9 6-3474,26 13 1133,-6-3-1978,15 7 5170,-16-7 0,-15-8 0,-1-1 0</inkml:trace>
  <inkml:trace contextRef="#ctx0" brushRef="#br0" timeOffset="832255">5912 6532 19725,'0'-5'4688,"0"2"-3209,0 3-1255,-66-40-123,46 30-99,-18-13 1,8 8 20,29 21-12,4 0 11,12 12-10,10 3-21,-2 0 1,1 1 2,13 11 0,-9-6 1,-2 3-20,-9-2 0,-4 1 2,11 18-61,-20-11 0,-7 0-224,-18-3-387,-16 10 130,5-23-214,1-8-3147,-8-9-1143,8-21 3075,-2-10 1720,18-28 940,14 23 0,3 0 422,1-23 617,2 22 1,0 1 2103,1-17-2476,-3 6-426,-9 9-375,-1 20-408,-2 8-18,3 6-44,-2 20-57,2-3-5,-5 28-33,4 0-113,2-14 0,0 4-3844,-2 10 0,2 0-5638,-1 15 9628,2-25 0,2-4 0,1-15 0,1-7 0</inkml:trace>
  <inkml:trace contextRef="#ctx0" brushRef="#br0" timeOffset="832472">6443 6566 20789,'-3'-4'3260,"1"2"-1966,2 2-1474,32-39-727,13 28-746,-6-9 1,3 2-639,-9 17 1,-1 5 1643,4-1 0,-3 0 1,-9 1-1,0 0 0</inkml:trace>
  <inkml:trace contextRef="#ctx0" brushRef="#br0" timeOffset="832638">6543 6761 25074,'40'-11'-249,"1"0"1,3-1 0,-3 1 0,4 1-1,-5 0 1</inkml:trace>
  <inkml:trace contextRef="#ctx0" brushRef="#br0" timeOffset="835087">7773 6384 18705,'6'2'2174,"-1"-1"61,-5-1-2056,-11 6 6,7 2-101,-8 3-3219,7 7 3219,1-9 73,-4 9-39,-2-7 33,-9 5-95,4-6 67,-6-1 34,8-7 3403,-8-9-3476,5-8-17,0-15 6,9-7-39,3 3 27,10-5-22,8 5-39,8 4 6,7 6-12,-6 15-5,9 10-6,10 21 12,1 8-602,-19-4 0,-3 3 590,2 16-45,-22 0 1,-7 1-1,-10 8-14,-9 1 1,-8 1-4,-1-15 1,-6-1 54,-1-3 0,-4 2 0,1-4 50,7-7 0,0-3 0,0-2 24,-1 0 1,-2-1-1,4-8-2909,-23-9 2898,28-17 45,18-26 79,33-11-46,9 0-422,-4 22 1,3 3 343,15 0 288,-8 14 0,2 5-293,19 7-34,-13 2 0,1 3 970,-6 5 0,0 3-1637,2 3 0,-1 2-549,-7-4 1,-2 1 1215,3 4 0,-5-2 0,-5-4 0,-1 0 0</inkml:trace>
  <inkml:trace contextRef="#ctx0" brushRef="#br0" timeOffset="836175">3975 7988 12550,'1'-6'4262,"-4"-29"1,-6-3-3670,-7 17-406,2-16 1,-4 6 71,-21 35-97,-9 17-117,19-3 0,0 3-28,-18 18-15,13-3 1,4 5-292,11-11 0,4 1 272,-7 15 0,4 1-20,9-9 1,5-1-12,4-2 1,5-1-118,14 23 115,19-14 33,14-17 28,-21-19 1,2-4 4,2-5 1,1-4-371,2-3 0,0-4 365,0-5 1,0-2 24,-2-1 0,-1-1 31,-3-1 1,-2-1 13,-6 1 0,-2 1 121,9-17 67,-16 6 389,-8 11-557,-9 9 176,-17 12-266,-9 14 790,-18 14-801,4 12-8,20-11 0,4 1-4,-3 10 1,10 13-22,23-27 21,11-1 40,33-16-22,-13-9 8,-7-6 0,1-4-853,12-15 890,-1 0-17,-19 4 1,-2-2 223,0-9 44,2-16-50,-22 12-78,-17 2-68,-12 4-33,-14 7-11,-6 8-40,6 8 871,-7 5-955,21 6 45,-2 5-509,17 9-998,8 6-3248,9 7-4307,0-5 9079,3-3 0,-9-13 0,-1-5 0</inkml:trace>
  <inkml:trace contextRef="#ctx0" brushRef="#br0" timeOffset="836741">4716 8421 18296,'4'4'3680,"-1"0"-1041,-3-4-2393,0-82-78,11 28-518,-6 14 0,-1-7 0,3 3 414,6-3 1,1 2-384,1-7 0,-1-1 400,-1-2 0,-2 1 0,-2 3 1,-3 2-20,-1 6 0,-4 3 117,-8-19-39,-4 21-89,-5 19 729,1 17-774,1 16-6,1 19-17,1 23 230,7-18 0,0 3-227,1 8 0,1 3-499,0 5 0,1 1 496,0 2 1,0-1-12,0-1 0,2-3 14,0-14 0,1-1-34,4 7 1,5-5 47,21 2 5,0 0 18,21-34 10,-2-29-266,-15 3 1,1-4 237,6-8 1,-1-2-478,2-6 1,-1-2 490,-1-3 1,-2-2 22,-5 1 0,-3 0 339,-7 4 0,-4 0-297,-5 7 0,-5 1 84,-7-17-39,-17 14 465,-12 12-499,-1 10 1764,3 7-1814,9 12 260,8 1-311,4 18-5,6 7 22,10 14-17,11 9-990,3-17 1,3-2 992,-8-10 0,1-1-17,16 12 1,1-1-100,-16-15 1,-1-1-143,2 6 1,-3 0-1219,-2 21-8352,-39 1 7373,2-21 0,-11-5 1,22-21-1</inkml:trace>
  <inkml:trace contextRef="#ctx0" brushRef="#br0" timeOffset="837492">6352 7972 23450,'6'-17'-1187,"25"1"-225,32 8 812,-16 5 0,6 1 0,-7 0 1,4 0-1,-1 0 0,0 1 1</inkml:trace>
  <inkml:trace contextRef="#ctx0" brushRef="#br0" timeOffset="837659">6470 8226 23965,'38'-10'-755,"0"1"1,-4 1 0,-1 0 0,8-1 0,-15 4 0</inkml:trace>
  <inkml:trace contextRef="#ctx0" brushRef="#br0" timeOffset="840092">7636 7910 21388,'-4'-20'1127,"0"6"-814,4 19-111,2 2-129,-1 1 106,2 7-62,-1-4 35,-1 4-40,0-8 789,-2-1-654,0-5 44,-4-4-162,-4-9 22,-3-13-78,1 0 106,0-25-39,9 11-106,2-1 11,5 10-68,2 21-21,6 2-7,8 8 34,0 5-55,27 27-12,-13 7-95,-11-8 0,-4 5 145,-9 0 1,-8 2-1058,-11 5 1,-5 0 1078,0-7 1,-7 0-2,-11 2 0,-8 2 0,1-4-362,-7 2 1,-2-2 400,3-3 1,-2 0-1,2-3 10,3-5 1,2-5 145,-2-5 0,5-5-59,9-8 141,-1-23 73,41-7-225,18-16-59,-6 23 0,4 4-569,6 1 0,1 2 524,-6 3 0,2 3-70,18 3 1,1 8-291,-14 4 0,-1 5 352,18 10 0,-3 2 0,-4 5 0,-10 5 0</inkml:trace>
  <inkml:trace contextRef="#ctx0" brushRef="#br0" timeOffset="988362">10034 3557 22604,'-33'-13'551,"-1"-1"1,-20-8-490,50 22-146,2-1-28,0 1 78,8 1 34,7 2-11,12 0-39,12 3-12,7-2 23,0-2 11,-5-1 11,-10-1 62,-9 0 84,-10 0-34,-5-1-95,-8-1-22,-9 0 5,-14 0 17,-20 2 11,-16 4 8,27-1 1,-2 1-167,2 1 0,0 1 180,-26 4-13,17 0-15,17-5-49,15-2-18,9-2 68,29-1-34,9-2 0,-3 0 0,3-1 11,1 0 0,1-1 167,0 0 0,0-1-61,2 0 1,-3 0 149,14 0 73,-17 0-20,-22 4-77,-19 1-10,-10 0 11,-17 1 7,-16 2-226,20 0 0,-2-1 9,-1 1 1,-1 0 7,2 0 1,0 1 18,-23 1-13,15 1 11,16-3-38,13-1 38,11-2 72,26 0-98,6-4 17,25 0-21,-3-5 17,1 1-14,1-2 1,-20 3-50,2 0-349,-20 6-1168,-1 3 1522,-5 8 1,-6-4-1,-3 4 1</inkml:trace>
  <inkml:trace contextRef="#ctx0" brushRef="#br0" timeOffset="989428">9737 5412 18896,'-39'0'885,"1"0"0,-22 0-784,60 0 319,14-1-342,2 0-5,25-4-45,5-1-31,-16 2 0,3 0-1710,7 0 1,-2 0 1689,14-1-61,7 1 23,-38 4 122,-3 0 29,-17 2-6,-33 8-34,-11 4-33,-11 2 2,21-6 1,-1-1 64,-23 6-14,24-6 0,-1-1 104,-21 5 56,19-5 3319,18-4-3437,11-3-73,9-1 6,6-3-34,9-1-11,13-6-45,22-2 6,-4 1 6,-1 2-23,-11 4 5,-17 3 68,-2 1-11,-12 1-6,-29 6 5,3-1 18,-39 8 21,4-1 9,21-5 1,-1-1 86,0 0 0,3-1 67,-10 1-140,15-3 62,23-3 134,25-4-207,-4 0 73,42-10-84,-25 7 22,5-2 0,1 1 51,2-1 5,12-4-73,-26 5 79,-6 1-123,-14 4-320,0 0-2638,-6 3 2104,-7 7 0,4-6 0,-4 6 0</inkml:trace>
  <inkml:trace contextRef="#ctx0" brushRef="#br0" timeOffset="1.0365E6">27301 4629 24575,'0'0'0</inkml:trace>
  <inkml:trace contextRef="#ctx0" brushRef="#br0" timeOffset="1.06816E6">3683 9997 18520,'-11'-44'1626,"-1"-1"1,2 6-1,2 10-1575,4 20-57,3 13 29,4 4 10,11 33-16,4 6-293,-5-8 0,0 3 251,-3 0 0,-2 3-435,-2 4 1,-3 1 327,-7 3 1,-2 0 30,-4-2 0,-1-2 81,-1-12 1,0-2 77,-3-2 1,1-5 193,1-9-84,0-8-95,9-30 341,6-4-384,5-6 1,4-4 3,14-19-23,-2 14 0,2-1 89,0 7 1,2 2-104,1 1 0,1 3-31,-1 2 1,1 2-221,-1 3 0,0 3-586,26-9-795,-4 10 509,-13 7-1495,0 4 486,-16 4 1284,2 1 1467,-11 0 1334,-3 0-472,-5-4 503,-1 1-1180,-1-1 459,0 2-980,-2 6-112,-2 5-90,-1 12-44,1 8-29,0-4 6,17 11 23,9-20-34,19 3 22,5-16 130,3-11 212,-6-8 308,-7-9 224,-11-4-67,-11 0-213,-9 3-229,-14 1-269,-2 8 55,-25-6-122,4 10-23,-16-2-28,15 8-39,-10 5-96,20 6-218,-6 5-795,17 6-2056,7 5 3204,14 6 0,-6-11 0,7-1 0</inkml:trace>
  <inkml:trace contextRef="#ctx0" brushRef="#br0" timeOffset="1.06871E6">4795 9982 18151,'0'-3'5724,"0"0"-4553,0 3-1160,-42 6-11,19 16-11,-5-7 0,0 3-45,5 31-34,9-1-22,11-6 11,15-9 73,3-12 28,28-8 17,-7-13 11,18-6 17,-11-11 67,-8-5 89,-8-4 79,-10 2 35,-8 4-19,-6 6-122,-2 7-202,-4 5-56,-1 7 22,-4 6-27,0 7-18,2 6 35,11 0 21,10-2 29,15-7 44,9-6-5,11-8 0,4-8 33,3-9 29,-3-8 72,-5-7 123,-8-3 107,-10-1 28,-11 1-101,-10-1-34,-13-2-207,-2 12 34,-8-1-45,2 15-61,0 1-147,2 5-536,5 3-1049,0 2-2805,4 5-1922,0 1 6464,2 7 0,-1-6 0,2 0 0</inkml:trace>
  <inkml:trace contextRef="#ctx0" brushRef="#br0" timeOffset="1.06914E6">5772 9868 26777,'-19'-25'11,"-1"0"0,-14-7-11,30 53 6,0 10-23,11 8 0,10 5-22,13 1-39,7-1-46,-3-4-66,-8-2-146,-13-4-337,-20-2-1236,-21 1 1080,2-14-1216,-18-3-257,17-23 728,-2-15 1098,11-23 812,14-18 1686,13 11 0,2 1-767,2-10-723,-2 22 0,-1 5 1406,-8 7-1546,-3 12 180,-6-4-270,-5 16-184,-7 2-45,-7 15-23,-20 29-50,14-6-309,11-11 0,1 3 202,1 9 1,1 1-877,4-4 0,0 2 983,-7 21 0,2-1 0,2-4 0,5-6 0</inkml:trace>
  <inkml:trace contextRef="#ctx0" brushRef="#br0" timeOffset="1.06978E6">6393 10052 20173,'-1'-46'1232,"0"1"0,0 0 0,-2-9 1,-2 7-930,-8-3 201,-4 28-202,7 15-223,0 1-74,5 11 12,-1 25-11,1 15 5,1-10 0,-1 2 8,-1 4 1,0-1-15,1-7 1,-1 0-23,-6 15 1,-3-1 27,-3 5-3,5-18 1,1-4 8,1-5 151,5-14 56,4-21-224,1-1 33,6-45-33,5-6-421,-4 23 0,0-2 441,4-10 0,0-1 5,-1 5 0,0-1-1,0 4 0,1-2 1,0 3-6,-1-1 1,1 2 75,4-9 0,-1 8-27,-3 17-40,2-1-12,-2 26-16,9 13 12,23 36-18,-19-18 0,-1 2-228,2 5 1,-1 1 230,0 7 1,-1 1-71,-5-8 0,1 2-406,5 16 1,0 2-542,-6-13 1,-2 0-614,0 2 0,-2-2 1633,-5-12 0,-1-3 0,-1 3 0,0-7 0</inkml:trace>
  <inkml:trace contextRef="#ctx0" brushRef="#br0" timeOffset="1.06996E6">6399 10089 12628,'-4'-4'4991,"0"1"-2040,4 3-3051,44-73-701,4 44 475,-14-12 1,4 2-4591,10 24 1,0 8 4003,6-2 0,6-2 1,-40 9-1</inkml:trace>
  <inkml:trace contextRef="#ctx0" brushRef="#br0" timeOffset="1.07031E6">6938 9721 26077,'5'5'11,"13"11"-25,7 6 0,3 4-9,-1 2 1,-2 0-11,13 19-51,-22-13 0,-5 0 28,-10 8 44,-11 13 24,-14-26 49,-4-12 18,1-11 27,-2-21-61,11 2-6,-2-14 56,11-11-61,4 7-29,6-15-5,11 14-16,4 9-376,37-8-953,3 11-1932,-15 9 0,5-2 0,-4 3 2891,-1 1 1,-2 1 0,7 0 0,-7 1-1,-17 4 1</inkml:trace>
  <inkml:trace contextRef="#ctx0" brushRef="#br0" timeOffset="1.07063E6">7444 9728 26004,'14'-48'11,"14"17"-22,11 48-28,13 15-17,-24-11 0,-2 2-62,12 19-392,-21-4 0,-8 3-694,-15 17 1154,-1-17 0,-5-3 106,-25 12 286,-3-20 50,8-15 62,8-17 50,12-17-39,12-19-151,14-12-222,0 20 1,1 1 180,18-19-245,0 13 0,5 3-252,-8 11 1,1 2 122,16-8 0,2 2-1044,-5 9 0,1 4 1145,6 0 0,-4 3 0,8 1 0,-7 2 0</inkml:trace>
  <inkml:trace contextRef="#ctx0" brushRef="#br0" timeOffset="1.07147E6">8532 9706 18778,'0'-5'4784,"1"1"-4118,-1 4-643,1-10 16,-11 44-17,-7-3-19,0 8 0,-3 5-6,-3-4 0,-3-1 6,-5 3 0,0-2-182,10-14 0,1-3 375,-18 16 280,32-35-112,2-11-190,9-13 218,17-34-263,-3 10-202,2 4 1,0-2 147,-4 10 1,0 0-127,4-9 0,1 0 113,-2 3 0,-2 1-9,-2 6 0,-2 3 14,7-12-61,-9 20-1,-4 15 18,3 19 353,-1 4-368,4 11 1,1 4-20,12 23-128,-7-14 1,2 2 135,-2-8 0,1-2-8,0-3 0,2-2-6,18 17 23,-6-17 16,-12-15 23,-7-15-28,-4-17 5,4-17 12,3-16-12,-8 19 0,-1-1 33,0-5 1,0-1-45,0-3 1,-1-1 7,-1 1 1,0 1-69,-2 4 0,0 3 88,0-15-16,-3 20-107,-3 17-118,1 8-431,4 13-306,5 10-3167,10 16 4106,8 15 0,-11-21 0,-1 0 0</inkml:trace>
  <inkml:trace contextRef="#ctx0" brushRef="#br0" timeOffset="1.07183E6">9386 9688 18672,'1'-4'5371,"1"1"-3561,-2 3-1799,-15-13-5,3 24-12,-12-2-5,7 33-34,6 7-56,10 9 28,6-19-95,18 4 50,6-25 101,11-2 51,0-10 56,-7-14 106,-8-7 56,-7-13 34,-3-8 11,-3-8-29,-1-7-75,-6 19 1,-1 0-77,2-11 96,-7-8-84,-11 28-90,-13 2-44,-14 11-63,-7 8-816,-7 16-113,21-2-6918,5 17 7915,22-11 0,3-2 0,2-8 0</inkml:trace>
  <inkml:trace contextRef="#ctx0" brushRef="#br0" timeOffset="1.07214E6">9888 9596 21887,'16'-52'713,"0"0"1,0 0 0,-2 9-1,-1 1 1,-3 5-350,-2 4 0,-2 4 213,-1-6-157,-1 2-140,-10 23-269,1 14-5,-6 15-1702,-2 14 0,1 4 1701,-4 15-15,4-7 1,-2 8 0,2-3-202,3 0 1,1 0 62,1-3 1,0 4 0,2-5-170,0-2 1,3-3-1104,4 3 0,2-3-4590,8 11 5580,1-21 0,0-3 0,1 1 0,1-10 1</inkml:trace>
  <inkml:trace contextRef="#ctx0" brushRef="#br0" timeOffset="1.07232E6">9742 9653 20464,'-4'-2'2700,"0"0"-2616,4 2-1585,113-57-3415,-76 46 1,0-1 4606,13-9 0,6-4 0,-9 7 1,6 8-1,-25 5 0</inkml:trace>
  <inkml:trace contextRef="#ctx0" brushRef="#br0" timeOffset="1.0731E6">10478 9331 21517,'-4'-3'2672,"0"2"-1541,4 1-1069,-15-13 34,33 10-63,-7-9-16,25 12 5,-5 0 6,-10 0-5,-8 0 27,-3 3 1,-7 0 77,-6 3 7,-2 0 50,-4 0-118,3-2 101,1-1 151,4-2-213,0-1 29,-4-2-118,0-2-6,-4 0-11,2-1 11,-6 0 0,5 3-22,-11 0 0,-2 2 16,5 2-10,-8 1 5,10 3 11,1-1-11,-6 7 6,9-7-1,-15 9-16,13-6 17,-13 6-12,18-9-5,-3 2 5,9-7 34,1 1 23,13-1-23,8-4-6,17-3 17,10-6-16,-7 1 19,-6 2 0,0-1 2,10-2-27,-12 4 0,-2 2-6,2-1-16,-4 6 5,-13 9 0,-1 21 11,-14 15-6,-8-8 1,-5 2-1,-10 5 1,-4 0-345,2-5 1,-4 0 334,-6 2 0,-6 2 1,3-3 0,-1 0 0,1-1 5,3-4 0,0 2 0,3-4-8,5-3 1,5-4 16,-2 7 11,15-17 34,11-11-28,5-8 0,35-16-17,7-2-372,-7 5 1,1-1 357,-9 6 1,0 0-38,11-2 1,3-1-283,2 0 0,0 0-600,2 0 1,0 0-3612,8-3 0,-3 1 4533,-18 5 0,-4 2 0,11-5 0,-24 8 0</inkml:trace>
  <inkml:trace contextRef="#ctx0" brushRef="#br0" timeOffset="1.07411E6">11105 9511 26239,'-17'-7'103,"50"3"1,18 1-64,-2-2-4,11 2 0,-3-6 60,-26-12-7,-13-3-5,-9 0 0,-10 1-45,-3 7 68,-14-2-12,0 9 11,-12 1 12,-2 8-40,-3 8-61,7 0 39,-13 21-50,17 3-1,-7 21 1,19 5-12,11 2 1,8-13-15,9-18 1,5-3 7,20 2 6,-9-10 1,1-3 5,29-3 11,0-10 1,-14-6-7,-12-6 1,0-3 5,15-13-272,-15 6 1,0-3 262,-9 2 1,-2-2 20,15-26-6,-15 11 67,-13-9 0,-14 20 5,-3-9 29,-4 13-23,4 1-45,8 1-27,10 1-18,11 2 533,10 3-543,5 7-1,-7 4 29,20 16-12,-16 7 0,15 17-17,-17 5-10,-11 6 27,-11 1 6,-8-1-29,-4-4-27,0-6-118,-1-4-436,0-7-807,4-4-673,9-6-4458,13-8 1199,3-3-958,35-17 6290,-18-2-174,-12 0 0,-1-2 3932,13-18 1255,-6-4-605,-6-3-1233,-6 0-1276,-8 1-672,-9 6-409,-6 7-286,-7 8-235,-5 10-118,-9 8 343,-8 12-404,-5 12-68,-2 14-11,5 11-22,9 6-11,10-1-6,18-5-17,15-7-5,20-9 13,-16-18 1,2-4 8,2-2 0,1-3 8,0-4 1,-1-3 13,26-14 23,-8-11 39,-8-10-202,-12-9 258,-12-7-22,-15-5-51,-19 2-45,-17 6-33,8 27 0,-4 4-140,-5 3 0,-3 4-1040,-3 3 1,-2 3 1190,-5 5 0,3 3 0,-7 0 0,8 6 0</inkml:trace>
  <inkml:trace contextRef="#ctx0" brushRef="#br0" timeOffset="1.07474E6">13297 9523 24821,'44'-22'-73,"-1"0"0,0 0 0,1 1 1,3-5-1,-2 2 0,0 6-1871,3 8 1,0 6-1,-5 1 1008,-2 0 0,-2 1 0,7-2 0,-4 2 0,-10 2 0</inkml:trace>
  <inkml:trace contextRef="#ctx0" brushRef="#br0" timeOffset="1.07491E6">13592 9692 26217,'40'-3'-1297,"10"-6"0,3-1-3632,4-4 3797,3 0 0,-6 1 0,-24 7 0,-2 0 0</inkml:trace>
  <inkml:trace contextRef="#ctx0" brushRef="#br0" timeOffset="1.07557E6">15170 9108 16952,'1'-6'5770,"0"2"-4241,-1 4-1188,1-30 68,-10 29-263,1-21 101,-42 51-197,15-9-1713,-16 4 1,-5 0 1681,17-8 1,-1-2 5,-16 7 1,2-2-45,19-9 1,4-1 259,-16 2 269,33-9-326,4-2-111,14-7-6,7-2 3333,5-2-3378,-1 4 159,3 6-114,-10 14 17,1 14 33,-7 22-30,-4-17 0,-2 3 44,-2 16 1,0 2-1042,-2-5 1,1 0 926,-1-1 0,1 0 8,1-2 0,1-3-416,1 21 391,5-27 0,2 0-5,5 14-6,19-8-12,28-23-30,-18-14 0,4-4-1283,18-5 1,5-6 1335,-11-2 0,1-2 0,-4 1 0,-4 1 0,-3 0 0,2 0 0,1-1 0</inkml:trace>
  <inkml:trace contextRef="#ctx0" brushRef="#br0" timeOffset="1.08405E6">24102 3402 19154,'0'-7'3394,"0"2"-2391,0 5-46,0 0-1007,-1-51-34,-3 49 112,0-39-17,-7 73-67,1 5-339,4-5 0,0 0-288,0 13-2235,4 19-6167,8-31 8237,1 2 0,-1-17 0,-2-10 0</inkml:trace>
  <inkml:trace contextRef="#ctx0" brushRef="#br0" timeOffset="1.0844E6">24349 3055 20128,'-31'-44'823,"-1"0"1,3 4 0,1 11-774,5 28 6,-8 11-39,8 9-40,-2 22 12,11-9-11,21 27 33,14-28 23,14 10 27,0-20 74,-3-10 83,-7-10 51,-5-10 28,-5-7-23,-4-8-44,-5-5-51,-6-1-56,-6 3-39,-4 3-45,-3 7-173,4 6-538,2 6-1580,3 7-2150,4 3 4402,-2 8 0,2-7 0,0 2 0</inkml:trace>
  <inkml:trace contextRef="#ctx0" brushRef="#br0" timeOffset="1.08606E6">24024 3524 16538,'1'-48'1796,"0"0"0,0 5 0,0 8-804,-1 18-830,0 9-39,-1 5-195,1 3 27,-1 6 67,0 7-5,0 15 0,3 25-12,1-11 3,0-8 1,0 0 19,1 15 11,-2 13 29,-10-4 27,-8-8 6,-12-8-17,-6-9-3420,-1-6 3386,2-7 23,5-5 33,4-5 45,2-5-106,8-3-6,-3-3-173,5-3 2552,-2-2-2418,1-7 0,5 6 0,3 0 0</inkml:trace>
  <inkml:trace contextRef="#ctx0" brushRef="#br0" timeOffset="1.08712E6">24321 3364 21847,'-13'-16'-515,"24"2"-134,27 14 117,7-1-1082,10 5-1023,-17 4-2500,-1 10 1368,-23 1-878,-22 7 4647,-10-7 0,-19 5 0,5-5 2515,-7 4 1944,-1-2-1839,12-6-351,4-3-1334,14-8 404,4-2-627,4-2 2651,2 0-3452,4-1-897,21-5 146,-4 0-2072,38-8-1872,-19 6 1,0 0 4350,-3 0 1,-1 1 0,-1 0-1,-5 1 1,-4 1 0</inkml:trace>
  <inkml:trace contextRef="#ctx0" brushRef="#br0" timeOffset="1.08744E6">24993 3303 10483,'-4'-6'9343,"0"2"-7999,4 4-201,0 0-1143,-63-13-17,33 26 8,-10-8 1,4 3-8,18 31 10,9-5 23,12-3-6,3-16 73,16 11-17,-9-17 163,14 4 487,-2-15-499,-8-2 180,7-11-113,-18-2-190,-1-1 107,-4-13-112,-5 10-34,-1-7-51,-1 12-313,2 7-913,2 5-5097,2 5 6318,4 4 0,-3-2 0,3 1 0</inkml:trace>
  <inkml:trace contextRef="#ctx0" brushRef="#br0" timeOffset="1.0881E6">26493 3352 21797,'-31'-45'695,"5"16"-605,24 42-12,-2 14-11,-2 20-50,0-11 22,-7 18-11,-4-18-56,-10 9-72,-8-3-7,4-12-935,-19 2-1652,19-19-4795,-10 2 7489,22-12 0,8-3 0,8-1 0</inkml:trace>
  <inkml:trace contextRef="#ctx0" brushRef="#br0" timeOffset="1.08845E6">26554 3040 10634,'6'-7'6458,"-2"2"-5298,-4 5-275,0 0-683,-7-23-68,-1 23-89,-7-13-45,3 31 39,4 0 73,6 1 90,8-4 179,1-3 341,2-5 146,0-4-223,-2-6-410,0-1 336,0-15-280,-4 1-56,1-7-50,-3 5-56,-2 5-67,0 4-135,-1 6-67,0 2-874,0 2-661,-1 7-5550,-1 5 7225,1 5 0,0-5 0,2-3 0</inkml:trace>
  <inkml:trace contextRef="#ctx0" brushRef="#br0" timeOffset="1.08868E6">26787 3224 22867,'53'-30'-3865,"-22"17"0,2 3 3865,12 6 0,-1 4 0,8-1 0,-7 1 0</inkml:trace>
  <inkml:trace contextRef="#ctx0" brushRef="#br0" timeOffset="1.08884E6">26823 3425 15115,'-3'0'6626,"0"0"-6749,3 0-2481,48-31-7227,-7 14 9174,-9-1 1,-1 1 0,0 8 0,-22 6 0</inkml:trace>
  <inkml:trace contextRef="#ctx0" brushRef="#br0" timeOffset="1.08959E6">27447 3178 23327,'-1'-46'584,"1"0"0,-1 3 0,1 10-421,0 19-57,-1 5-190,0 8-39,-1 5 117,-3 10 29,-7 28-6,0 5-15,3-13 1,0-1 8,-3 13-5,-2 8 0,5-17 5,0 4 17,2-13 17,4-14 386,1-6-246,2-9 39,3-7-145,5-18-57,0 2 11,1-7 1,1-2 33,2-11-27,2-10 100,-5 9 39,-6 20-11,0 1-84,-3 12-179,0 7 44,-1 7 23,-3 9 17,-4 24-695,0 25-246,1-5-3964,5-15 1,0-1 4876,0 6 0,1-7 0,0-17 0</inkml:trace>
  <inkml:trace contextRef="#ctx0" brushRef="#br0" timeOffset="1.0908E6">20975 4586 9570,'0'-8'4915,"1"-42"0,0-8-2630,0 24-2214,0-23 0,0 4 405,-1 36 332,-2 2-578,1 6-291,-3 3-23,-4 21 84,-5 12-5,0 10-79,0-2 0,-1 3-431,-5 20-191,7-17 0,1 1-1663,-1 20-3254,17-13 4821,5-15 0,-1-19 1,-5-12-1</inkml:trace>
  <inkml:trace contextRef="#ctx0" brushRef="#br0" timeOffset="1.09115E6">21258 4245 17985,'-44'-22'-2,"1"0"0,3 3 0,9 11-9,20 38 22,7 3 72,12 1-27,9-4 51,8-7 128,2-8-10,-6-8 582,3-11-299,-10-7-10,3-11 12,-8-5-275,-4 5 201,-3-7-66,-7 5-308,2 4-152,-9 3-280,4 13-302,-5 7-1052,3 10-4068,1 10 5792,3 1 0,3-8 0,3-6 0</inkml:trace>
  <inkml:trace contextRef="#ctx0" brushRef="#br0" timeOffset="1.09155E6">21377 4463 13099,'-3'0'7410,"1"0"-6195,2 0-1523,-20-14-106,32 8-280,-4-10-270,40 13-263,2 5-430,-5 5-450,-13 6-760,-14 6-1508,-14 3 3003,-15 4 1372,-13 1 0,-10 0 0,-3-3 280,5-4 3815,6-4 83,9-6 572,4-5-3104,6-3-946,3-1-605,3-1-302,9-4-515,8-2-1636,17-5-5142,11-1 6652,0 2 0,-14 3 0,-13 4 0</inkml:trace>
  <inkml:trace contextRef="#ctx0" brushRef="#br0" timeOffset="1.092E6">21911 4365 13765,'1'-5'5686,"0"2"-1978,-1 3-3585,-6-10 11,-4 16-44,-9-1-45,-2 22-29,-1 7 1,5 2-17,7 1 11,8-5 17,12-5-5,11-7 27,14-7 23,7-6 73,3-8 44,-1-9 79,-9-5 72,-9-7-55,-13-5-174,-7 5 157,-17-16-179,-7 14-79,-6-6-16,-15 8-175,14 14-610,-9-1-2111,14 11-6930,5 9 8730,5 0 1,4-1 0,4-6 0</inkml:trace>
  <inkml:trace contextRef="#ctx0" brushRef="#br0" timeOffset="1.09243E6">20949 5905 24407,'-21'-24'-100,"-3"17"-124,0 52-549,3 6-1625,9 3-3769,9 0 5104,7-8 0,1-19 1,0-13-1</inkml:trace>
  <inkml:trace contextRef="#ctx0" brushRef="#br0" timeOffset="1.09277E6">21240 5679 22229,'-49'-8'97,"-1"-1"0,5 1 0,10 8-91,18 24 5,9 6-5,9-8-6,10 6 22,6-14 68,6-1 358,4-6-40,-7-11-16,-2-7-224,-9-4 124,-5-7 49,-7-6-150,-4 0-29,-4-2-72,0 11-74,3 7-100,2 4-3321,4 6-6426,15 12 8328,-6-4 0,8 6 0,-11-10 0</inkml:trace>
  <inkml:trace contextRef="#ctx0" brushRef="#br0" timeOffset="1.09299E6">21316 5892 22408,'34'-16'-3333,"-1"1"1,15-8-6499,10 17 8372,-35 6 1,-1 0 0,-17 0 0</inkml:trace>
  <inkml:trace contextRef="#ctx0" brushRef="#br0" timeOffset="1.09316E6">21385 6020 24329,'7'-10'-1473,"0"0"-1764,22 2 3237,8-1 0,-11 3 0,0 0 0</inkml:trace>
  <inkml:trace contextRef="#ctx0" brushRef="#br0" timeOffset="1.09387E6">21845 5817 20173,'0'-4'4212,"0"0"-1927,0 4-2329,-9-43 83,1 45-11,-10-23-45,2 62 23,-3 9 5,2 4-17,3-1 6,6-7 0,3-10 11,4-12 51,0-12 100,1-7-66,1-6 55,5-15-118,4-8-10,7-22 16,2-6 17,1-7 6,-3 5 66,-7 12 40,-5 15-39,-5 13-101,0 9-123,0 4 117,-3 15-10,1-3-136,-4 36-604,2-4-807,1-9 1,1 0 939,-2 19 1,3-19-1,0-16 1</inkml:trace>
  <inkml:trace contextRef="#ctx0" brushRef="#br0" timeOffset="1.15037E6">3754 11681 21971,'-24'-42'300,"-1"1"1,2 3 0,2 11-295,6 24 5,-18 18 22,-1 13-27,6-2 0,-2 5-785,0 4 1,0 4 714,-2 4 0,2 4-194,1 11 0,3-2 137,9-17 1,4-1-135,4 9 0,9-5-108,26-5 133,4-5-64,10-20 0,6-6 182,-11-7 0,2-3-231,17-1 1,1-4 367,-11-5 1,-1-3 44,-4-2 0,-2-1-160,-5-1 0,-2-1 246,-5 0 1,-3 0 1243,12-19-941,-13 7 299,-9 11-483,-8 10 1024,-4 8-1199,-7 11 427,-5 6-532,-6 9-34,1 6-17,5 4-17,10-1 6,11-3 33,13 0 0,13-5 29,13-5 50,6-10 44,1-13 46,-6-12 55,-8-12 79,-10-6 84,-10-3 55,-12 0-4,-16 1-108,-14 6-122,-15 6-45,-10 11-17,-7 7-44,2 12-57,8 2-113,13 4-222,14 0-600,9 4-1648,14 5-6759,12 6 9331,7-1 0,-6-8 0,-7-7 0</inkml:trace>
  <inkml:trace contextRef="#ctx0" brushRef="#br0" timeOffset="1.15095E6">4433 12222 14184,'0'9'3523,"-1"-3"-1232,1-6-1131,0 0-707,23-93-817,-15 59 0,0-3 476,3-13 0,3-7 0,-2 3 59,1-8 0,-2 3-48,-2 17 0,-1 1 0,1-1 278,1-16 1,0 1-136,-1 1 1,-2 5-77,1-10 146,-4 10 733,-5 40-1052,-2 5-62,-1 7-5,-2 12 1542,-1 16-1487,-2 25-2,3-17 0,1 4-114,0 8 0,0 2 100,1 4 0,0 0-515,1 1 0,2-2 512,2-3 0,4-3-23,2-6 1,4-3 19,1-6 0,5-4 14,4-4 1,3-5-4,8 2 12,15-13 22,-14-25-17,12-15-23,-22 7 0,-1-3 31,0-3 1,-1-4 36,3-10 0,-2-1-28,-8 14 0,0 0 48,3-10 0,-4 1 978,-3-2-723,-3-2 10,-8 12 12,-5 12-274,-1 10 38,0 4 426,5 6-565,1 2 33,0 18-5,2 0 251,6 31-290,6 3 10,-1-19 1,1 1 2,3 0 1,1 0-21,0-1 1,1-2-190,-1-2 1,-2-2-52,5 26-314,-19-3-711,-22-2-3114,-18-3 4419,-5-12 0,15-15 0,11-12 0</inkml:trace>
  <inkml:trace contextRef="#ctx0" brushRef="#br0" timeOffset="1.15185E6">5597 11828 14236,'0'-8'3699,"-2"-23"1,-2-4-2361,-3 2-852,0-6 0,-1 2 258,-5 7-44,0 12-730,5 8 18,3 12 28,4 6-1,1 9 13,0 16-29,0 13-15,1-13 1,-2 3 11,-2 12 1,0 0 4,1-15 1,-1 0 0,-5 15 1,1-5-4,0-14 50,-2 8 28,7-30 247,1-8-258,1-13-27,1-16-18,1-3 9,2-9 0,3-4-6,1 5 0,1-2-719,0 0 0,1-3 0,0 2 719,2-2 1,1 0 20,0 5 1,1-2 0,-1 6-2,8-17-6,-2 9 0,0 4-33,-6 19-1,10-4 1,-13 25-12,28 35 1,-18-8-18,4 11 1,0 2-277,-3 7 86,1 8 1,-1 4 559,-8-17 1,0-1-844,5 18 1,0 0-99,-6-17 0,-1-3 34,4 18-3238,-2 1 3036,-6-24 0,-1-5 1,-3-15-1</inkml:trace>
  <inkml:trace contextRef="#ctx0" brushRef="#br0" timeOffset="1.15205E6">5681 11868 23125,'34'-53'-194,"0"0"0,1 4 0,5 8-468,2 24 1,3 6-2397,-2 0 0,-1 2 814,-9 3 1,-1 1 2243,23 0 0,-35 4 0,-4 0 0</inkml:trace>
  <inkml:trace contextRef="#ctx0" brushRef="#br0" timeOffset="1.1524E6">6213 11589 20005,'-2'-2'4106,"-1"0"-3031,3 2-1036,-28-28-45,33 20 1,-11-18-12,48 35-17,11 11-5,-25-5 0,-1 2-6,16 12-44,1 14-40,-16 0 67,-5-2 68,-11 1 39,-20-16 44,-9-7 40,-6-8 0,-4-10 22,2-11 6,3-10-22,5-7-102,6 4-16,7-13-90,13 12-207,14-13-370,21 7 14,-14 14 1,1 2-440,24-10-3835,-8 7 1,-1 1 4909,7-3 0,6-2 0,-39 14 0</inkml:trace>
  <inkml:trace contextRef="#ctx0" brushRef="#br0" timeOffset="1.15271E6">6831 11430 26312,'-18'-1'-17,"5"3"6,57 22-6,-18-7-87,2 7 1,-2 4-345,-8 17-138,-9-9 1,-5 1 470,-8-5 0,-4-2 363,-11 22 105,1-21 85,5-17-102,6-17-56,3-13-40,3-14 347,4 0-481,4-5 3,8 3 1,4-1-513,10-12 380,-5 9 1,3 2-353,12 0-163,-8 13-9293,21 2 9783,-22 12 1,5-1 0,-22 6 0</inkml:trace>
  <inkml:trace contextRef="#ctx0" brushRef="#br0" timeOffset="1.15354E6">7600 11548 22240,'-8'-41'759,"1"0"1,0 3 0,1 11-771,4 24 6,1 11 33,1 1 0,0 33-12,-3 1-10,0-8 0,-2 2-1705,-1-2 0,-2 0 1693,0 0 1,-1-2 5,-8 24 61,7-20 287,4-18 307,5-14-229,2-13-303,4-10-22,4-17-17,7-17 1334,-6 20 1,1-1-1363,0-2 0,1-1-3,1 1 1,-1 0-7,1 4 1,0 2 2,12-19-39,-6 18-16,8 8 10,-8 15-21,10 10 4,-1 16 1,5 21 0,-15-13 0,0 3 184,2 4 1,-1 2-197,0 2 1,-1 0-9,1-1 0,0-2 11,-3-4 1,2-2 2,13 15 17,-12-21 62,-5-11-6,-8-20-23,3-11 29,2-20-1598,-4-1 0,-1-1 1547,2-22 8,-4 9 1,-1-3-262,-1 17 0,0 0 259,0-9 0,0 1 11,1 7 0,-1 3 11,0-17-78,-1 26-180,-1 16 2957,3 13-3382,6 11 404,11 14-1225,-1 1 1,1 4-1073,-1 0 0,1 1-2379,9 13 1,0-1 3774,0 4 1,0-8 0,-24-33-1</inkml:trace>
  <inkml:trace contextRef="#ctx0" brushRef="#br0" timeOffset="1.15389E6">8545 11529 26402,'4'-31'280,"0"-1"0,-7-12-269,-27 59-11,-4 14-39,1 13-23,11 7-11,11 3 6,17-5-4229,26-4 4279,-2-18-688,6-14 1,1-5 721,-2-4-6,-2-4 0,-1-3 12,4-11 66,10-23-55,-19 9 30,-13-1 1,-3-1-21,-5 2 57,-6-26 6,-11 24-29,-12-4-28,-12 12-1550,-25 10 1511,16 10-25,11 6 0,2 4 1347,-3 11-1944,0 10-951,17 17 1562,26-3 0,-4-9 0,13-13 0</inkml:trace>
  <inkml:trace contextRef="#ctx0" brushRef="#br0" timeOffset="1.15412E6">9421 11097 26375,'-37'-3'24,"1"0"0,-1 18 0,8 11-46,14 15 0,8 6-448,-3 0 0,-1 3 193,2-4 1,-1 2 0,2-4-60,1-8 0,1 0-402,-1 8 1,-1 4 0,2-5-922,0 13 1659,4-9 0,2-4 0,0-14 0,2 10 0</inkml:trace>
  <inkml:trace contextRef="#ctx0" brushRef="#br0" timeOffset="1.15432E6">9026 11539 25466,'11'-39'-112,"0"0"0,7 2 0,9 7-406,21 12 0,6 7-40,-11 1 1,0 0-4359,18-4 1,-3 1 2948,-8 2 1,-15 3 0,-6 2 0,-19 3 0</inkml:trace>
  <inkml:trace contextRef="#ctx0" brushRef="#br0" timeOffset="1.15509E6">9960 11325 12869,'-6'0'7041,"1"0"-5759,-56 0-183,34 2-839,-7-2 0,1 1 1073,12 0-711,12-1-225,-3 0-144,4 0-102,-1 0-106,1 0 17,-3 1 22,-3 2-45,3 0-11,1 0 45,7-2-12,14-2 113,24-5-118,14-3-34,-15 3 1,2-1-12,-4 0 0,0 1 17,29-4-22,-18 3-18,14 4 24,-19 1 4,12 2-10,-18 0 11,-12 0-23,-9 0 1,-10 4 27,-9 9 0,-14 11-22,-22 15-749,12-14 1,-2 0 745,3-3 0,-1 0-7,-3 1 1,-3 3 0,3-2-397,1 1 1,0-1 402,-10 8 1,3 0-4,1 2-5,22-14 5,11-11 12,8-6 1376,12 1-1382,8 0 949,19 1-960,10-3-9,-17-3 0,-1-1-24,25-2-133,-7-4 1,2-3-454,-14 2 1,1-1 189,18-5 1,0 0-1034,-11 0 1,-1 0-760,-1-1 0,-3 0-177,-9 3 1,-2 0 2408,28-13 0,-38 16 0,-1 1 0</inkml:trace>
  <inkml:trace contextRef="#ctx0" brushRef="#br0" timeOffset="1.15619E6">10633 11401 25942,'-31'-10'174,"-1"1"0,-24-1-146,41 22 22,-9 12-28,14-7-16,-2 7 28,14-8 33,13-3 17,14-5-17,14-4 34,19-15-73,-17 4 39,11-15 17,-23 3 34,3-6 50,-8-2 5,-11 2-27,-10 2-51,-13 2-33,-9 3-18,-10 3-16,-3 4 6,-2 6-23,1 5-11,-1 9 0,0 8-5,-3 8-1,1 7-5,3 5-6,5 3-11,11 4-17,9 0 12,15-3 10,14-4-10,16-8-7,13-9-136,-23-13 0,1-3 159,2-2 0,0-2 9,1-2 0,-1-2-4,0-2 1,0-2 11,-3-2 0,0-2 28,24-16-17,-10-4-42,-11-2 53,-12 0 1,-11 2 16,-9 2 28,-8 2-33,-1 9 361,-4-7-350,6 10 27,1-7-66,12 5 11,8 1-12,12 1-16,7 4 11,-5 6-5,18 4-1,-12 11 0,18 8-10,-12 9 4,-6 5 1,-13 1 17,-11 2-23,-14-1-45,-7 3-83,-4 2-118,4 2-118,9-1-101,15-6-33,10-11 302,0-11-185,12-10 359,-13-10 39,12-6 33,-9-7 125,4-14-108,-9 9 96,12-18-57,-15 20 96,3 0 0,1-1 140,5-8 84,8-9-40,-21 23-134,-9 10-134,-9 10-67,-12 12 11,-14 13-34,-9 14-39,-1 10 22,9 5-16,14-2-6,16-5-11,14-9-73,15-8-17,11-12 50,6-7 68,-7-9 28,18-16 0,-19-5-9,-10 3 1,-1-1 7,13-19 18,-12 6 140,-3-19-34,-26 7-90,-1 1-11,-18 7 11,-10 17 1,-3 3-29,-3-3-16,2 3 0,-1 1 5,-5 4-213,14 5-1825,-5 12-1048,23-1 3075,6 11 0,3-13 0,1 1 0</inkml:trace>
  <inkml:trace contextRef="#ctx0" brushRef="#br0" timeOffset="1.15674E6">13146 11192 21500,'-6'0'3131,"2"0"-2515,4 0-588,18-12-151,21 4-261,-4 1 1,5-1-2013,11 4 0,5 3 2396,-11 1 0,3 1 0,-5-1 0,-3 0 0,-2 0 0,-2 2 0,0-1 0</inkml:trace>
  <inkml:trace contextRef="#ctx0" brushRef="#br0" timeOffset="1.15689E6">13297 11543 17863,'42'-13'-145,"-1"0"0,1 0 1,4-1-1,2 0 1,-6 3-1,-8 2 1,-2 1-1,0 1 1,0 0-1</inkml:trace>
  <inkml:trace contextRef="#ctx0" brushRef="#br0" timeOffset="1.15757E6">15137 11025 25410,'-22'-32'70,"0"1"0,-19-15-47,22 59 16,-23 14-17,-2-2-8,8-7 0,-3 1 8,0-2 1,-1-2-1899,0-1 1,1-1 1948,3-3 0,3-1 1251,-16 0-1033,22-5 373,15-3-602,9-1-45,3 0-29,0 3 2150,0 6-2104,0 10-12,2 15 6,-1 0 25,0 4 1,0 3 7,1 22-431,-1-15 0,2 0 370,2-9 0,3-2-9,3-1 1,5-1-76,5-1 0,4-3-17,-4-6 0,5-4-703,24 5 0,5-5-1876,-14-12 1,2-3 2679,13 2 0,-2-2 0,1-6 0,-26-3 0</inkml:trace>
  <inkml:trace contextRef="#ctx0" brushRef="#br0" timeOffset="1.16082E6">20433 9133 14157,'-3'-2'4930,"2"0"-2024,1 2-2048,-9-10-573,7 9-78,-7-8-95,9 10 325,3-1-62,9-1-95,18-5-140,21-3-109,-15 2 0,1 0-241,-5 1 0,2 1 241,9-3 0,0 2-325,-8 1 1,-1 0 312,6-1 1,0 1-9,-1 2 0,-2 0-16,12-1 10,-12 3-5,-21 4 28,-9 10 17,-1 9 5,-3 14 1,-2 8 22,-5 13-40,0-9-5,0-7 0,0 2-498,1 21 470,0-27 0,1 2-3,4 4 0,1-1 622,-1 11-625,1-16 1,-3-1 5,-5 2 11,-18 0-123,-31-5-73,24-18 1,-3 0-1150,-9 2 1,0-3-1120,-13 0 1929,4-2 0,34-9 0,2 0 0</inkml:trace>
  <inkml:trace contextRef="#ctx0" brushRef="#br0" timeOffset="1.16149E6">20940 11100 18924,'-1'-3'4204,"1"0"-2581,0 3-1593,-4-31 24,10 22-10,10-25-23,9 32-8,13 0 1,6 1-22,-7 0 0,1 1 5,18 1 1,0 1 4,-19-1 1,-1 2-11,6 3 0,-5 2 8,-6 0 39,9 17 34,-33-1-1,-7 17-32,-4-5 7,-5-2 1,0 2 19,-4 21-346,5-15 0,1 2 307,4-5 0,3-1-11,5 4 0,2-2-12,-1-7 1,2 0-9,11 16 1,2-1-12,-10-17 0,-1-1-9,4 13 0,-7-1-61,-27 15-48,-4-30 1,-6-4-37,1-3 0,-5-3 168,-14 1 0,-8-1 0,9-4 0,-5 3 0,1-3 0,0 0 0</inkml:trace>
  <inkml:trace contextRef="#ctx0" brushRef="#br0" timeOffset="1.22508E6">13345 3807 24575,'19'0'0,"6"0"0,7 0 0,4 0 0,-4 0 0,2 0-1266,14 0 1,4 0 1265,2 0 0,-1 0 0,-18 0 0,0 0 0,8 0 0,-1 0 807,4 0-807,-1 0 417,1 0-417,-5 0 0,3 0 0,-2 0 1307,2 0-1307,4 0 0,1 0 0,-1 0 0,-4 0 0,-1 0 0,-2 0 0,17 0 0,4 0 0,-10 0 0,-19 0 0,-1 0 0,5 0 0,16 0 0,-3 0 0,6 0 0,-20 0 0,4 0 0,5 0 0,-1 0 0,-5 0 0,-2 0 0,1 0 0,-2 0 0,6 0 0,8 0 0,-18 1 0,13 1 0,-17 1 0,5 0 0,2 1 0,2 2 0,0 0 0,1 0 0,-3 0 0,-5-2 0,-4 0 0,-7 0 0,-5-2 0,-4 1 0,-2-2 0,-1 1 0,-2-1 0,0 0 0,-1 1 0,9 4 0,2-3 0,13 4 0,20 1 0,-8-1 0,18 4 0,-12-5 0,2 1 0,-2-3 0,-3-1 0,-8 0 0,-8-3 0,-7 0 0,-5 0 0,-5 0 0,-5 0 0,-2 0 0,-4 0 0</inkml:trace>
  <inkml:trace contextRef="#ctx0" brushRef="#br0" timeOffset="1.26188E6">16230 10024 21041,'7'-52'1060,"0"-1"1,-1 6 0,-6 11-860,-11 26-173,-3 5-22,-5 4 33,-25 19-22,13-3-15,-1 4 1,0 5-500,-9 16 491,18-14 1,3 2 127,-7 28-155,25 2 33,36-12 11,2-13-545,19-17 562,3-15 28,4-9 81,-17-3 1,-2-1 24,13-11-29,-25 3 0,-5-2 338,-7-10 137,-3-9-344,-15 1-57,-21 1-185,1 15-11,-24 1-16,-5 16-51,9 2 455,-12 5-1519,30 7 234,4 1 886,9 14 0,7-13 0,1 5 0</inkml:trace>
  <inkml:trace contextRef="#ctx0" brushRef="#br0" timeOffset="1.26277E6">19198 10110 23455,'-4'-44'672,"0"0"1,1 5-1,0 9-230,-2 16-240,3 9-275,0 1-100,0 6 100,1 9 101,0 2 0,0 19-23,-1 12 1,0 4-12,-2 7 12,0-15-6,0-12 0,-1-4-6,2-11 51,0-3 146,1-4 251,2-7-330,4-12-22,4-17-51,0 1 118,6-25 16,-7 27 18,0-7-135,-6 21-84,-1 7-45,0 6-62,-7 15 135,1-2 0,-10 29-5,4 0-12,6-10 0,1 0 17,2 20-11,7-1 0,4-24-3359,-1-11 3398,-2-9 179,-3-6-106,1-10-50,0-8-18,0-13 18,1-20 5,-1 4-6,-1 2 107,-1 11 3392,0 16-3488,-1 2 6,0 8-201,0 5 112,-2 12-12,-1 6-252,0 17-867,1 9-3978,8 10 5131,1-4 0,1-17 0,-3-14 0</inkml:trace>
  <inkml:trace contextRef="#ctx0" brushRef="#br0" timeOffset="1.26469E6">19108 9339 10046,'-1'6'7097,"1"-1"-4907,0-5 824,0 0-1995,10-76-151,-6 40-504,1-11 0,0 0 202,-4 19-146,-1 7-174,0 8-173,-1 6-151,1 5-146,-1 2 78,1 6 157,-1 9 1,1 4-1,3 31 6,0-6-23,-1-10 0,0 0 6,0 21 0,0-5 0,-2-10-5,1-12 27,-1-11 79,0-10 123,1-5 73,0-4-135,2-7-123,1-9 6,1-16 6,3-15-7,-1 11 1,-1 0 6,2-17 35,-1 14 1,-2 2-3,-2 12 73,1-11-213,-4 28-11,0 3 5,-2 7 23,1 4 39,-3 23-17,-2 8 28,-1 25 0,3-29 1,1 2-15,0 0 0,1 0-6,-1-1 1,1 0 8,-2 26 0,1-15-5,2-13 44,1-15 95,1-9 18,1-10-74,1-8-56,3-12 12,1-14 11,0-12-428,-1-11 400,-5 29 0,0 0 50,1-27-5,-2 13 5,-1 17-22,0 13-96,0 10-50,-1 5 45,-1 10 445,0 13-389,-2 16 11,0 14-11,0 10-437,1-11 440,0-14 0,-1-2-9,1 7-5,-4 12 16,5-30 23,2-11 124,3-13-124,0-6 436,5-16-441,2-11-6,3-20-1,-6 20 1,1-3 11,-1-13 0,0 1-17,-2 14 1,-1 0 30,0-9 0,-1 3 103,-1 6-50,-2 5-106,-1 16-34,-1 12 12,-2 14 22,-3 16 5,-3 21 3,6-17 0,0 2 3,-3 24 6,2-6 0,2-1-258,0-7 246,1-3 1,0-3 10,2-18 51,1-2 140,0-14-179,0-32-34,-1-8-101,-2 5 1,-1-4-1692,-7-28 1118,-5 9 1,6 20-1,4 17 1</inkml:trace>
  <inkml:trace contextRef="#ctx0" brushRef="#br0" timeOffset="1.27419E6">15898 9288 16852,'0'-4'5545,"0"0"-3787,0 4-1825,3-35 28,-2 32 106,2-18-22,-3 50-28,0 10-12,0-3 18,-3 21-23,-2-17 11,-4 17 23,-2-18-12,0-10 129,2-10 258,4-10-90,4-14-179,3-13 12,5-16 5,9-17-71,-4 22 1,1-1 3,3-1 0,2 0-147,0 2 0,2 0 180,18-20-17,-2 11-66,-5 13-46,-4 11-5,-2 11-12,0 14 1,1 11-17,2 13-68,-2 7-27,-1 1 276,-1-1-305,-2-5 79,-4-11-207,10-1 100,-4-17 18,17 0 83,1-18 96,2-8 61,-2-11 45,-7-5 33,-11-2 63,-7 3 39,-10 8-46,-3 9-100,-7 8-101,-1 5-28,-5 7 22,-2 5-22,-2 9-5,4 7 5,4 4 17,9 1 11,6-5 5,8-4 1,4-7-1,-4-6 40,10-6 11,-9-9 51,9-8 44,-7-8-17,-4-4 17,-3-3 1,-2-1-24,-4 2 18,-2 5-90,-3 8 11,-1 4-218,-2 9-263,0 0-197,3 7-425,3 8-1406,5 12-7389,3 25 1315,-3-13 8516,1 14 0,-8-36 0,0-1 0</inkml:trace>
  <inkml:trace contextRef="#ctx0" brushRef="#br0" timeOffset="1.27473E6">16965 9457 27550,'6'-17'369,"1"-3"-246,8-15-89,-3 8 44,12-26-61,-8 19 2,1-7 1,1-5 16,-4 4 1,-1-2-321,1-13 1,-2 1 305,-4 16 1,-3 3 178,-6-17-117,-8 33-34,1 7-44,-1 3-34,2 10 39,-3 20-11,3-1-23,-6 32 29,5 8-167,3-16 0,1 3 136,-1 6 0,1 2 5,0 2 1,1 0-4,-1-2 1,2-2-12,2-5 1,2-3-246,2-7 1,4-4 222,16 15 28,14-21 33,-5-23 1,1-5 0,18-5 2,-10-8 1,0-5-332,-13 0 1,-1-4 350,8-10 0,-2-3-3,-1-7 0,-2-6 21,-7 5 1,-1-5 0,-2 0-10,-4 5 0,-2 0 1,0 0-19,-1 1 0,0 0 0,-3 1-19,-3-11 0,-7 5 0,-14-9 696,-9 2-696,-7 24 490,10 17-490,2 22 0,7 22 0,0 6 0,0 11 0,1 8-440,3 5 0,2 3 440,0-13 0,1 2 0,1-2 0,1-5 0,1-2 0,2 0-365,5 19 1,4-3-2574,0-11 0,2 0 2938,0 2 0,1-1 0,4 12 0,-9-30 0</inkml:trace>
  <inkml:trace contextRef="#ctx0" brushRef="#br0" timeOffset="1.30164E6">15872 11589 8875,'1'-7'8413,"-1"2"-6629,9-30 0,2-6-961,-5 11-386,6-19 0,-2-1 543,-7 18-127,-1-4-332,0 9-40,-2 11-235,0 7-162,0 5-151,0 4 291,-1 20-201,-9 33-26,3-18 0,-1 1-345,-1 3 0,-2 1 342,-3 2 0,-2-1 6,3-7 0,0-1-6,-2 5 1,0 1-6,3-1 0,1-3-40,-1 11 51,6-12 73,10-26-45,1-11 6,4-7 724,7-14-680,3-10 12,5-21-198,-12 22 0,0-3 183,2-15 1,0 0-541,-4 15 1,0-1 534,3-15 0,0 1 120,0-7-31,-7 23 1,0 2 48,0-7-214,-4 15-11,-2 21 12,-2 23 281,-2-2-288,-1 15 1,-1 4 0,-1 6-9,-1 9 1,1 2-3,2-6 13,1-4 1,1 1-15,1 3 1021,0 8-1003,2-24 44,0-11 28,0-21-50,6-22 16,1-10-16,0-1 0,0-3 2,-1 5 1,0 0-1691,0-7 1,0 1 1703,2-10-260,-2-7 372,-4 29-10,-1-2-135,-2 19 5,-2 12-5,0 5 3202,-12 28-3207,1 3 5,-5 10-17,1 7-274,3 4-57,4-9-840,5-16 1,2-1 1187,4 14 0,-1-16 0,3-5 0</inkml:trace>
  <inkml:trace contextRef="#ctx0" brushRef="#br0" timeOffset="1.30259E6">15769 12683 14135,'0'-4'9035,"0"0"-7355,0 4-1210,-12-39-178,7 30-208,-9-30 11,2 45-61,-8 9-12,-14 15-16,4 0-9,7-1 0,0 1-14,-1 13 0,9-14 1,2 0-12,6 7 22,17-10 6,2-13 17,29-5 17,-4-13 38,18-5 80,-10-10 116,-10-5-88,-12 3 402,-5-15-408,-13 17 117,0-18 28,-15 10-196,-2 1-50,-9 1 0,0 12-51,6 5-5,-2 2-151,9 4-544,0 0-2358,5 5 3036,3 3 0,0-2 0,0 2 0</inkml:trace>
  <inkml:trace contextRef="#ctx0" brushRef="#br0" timeOffset="1.30364E6">17097 11784 22890,'1'-5'2968,"0"1"-2744,-1 4-235,5 4-330,-20 32-1446,1-7 0,-1 3 1787,-8 10 0,-1-2 0,6-9 0,1-4 0,-6 8 0</inkml:trace>
  <inkml:trace contextRef="#ctx0" brushRef="#br0" timeOffset="1.38213E6">18975 11625 20509,'16'-49'1413,"-1"1"0,-2 4 1,-3 7-747,-5 11-197,-4 10-195,-1 7-197,0 6 12,-1 3-90,-1 8 39,-5 20-22,0-1 0,-6 29-410,3-7 401,4-17 1,-1 1-9,2 0 0,-1-2-11,-3 29 17,2-10 5,3-9-6,2-12 1,2-11 16,0-9 270,0-6 150,2-14-369,2-7 61,5-32-50,0-6-36,-4 19 0,0-1 13,-1 3 1,0 1 123,3-29 27,-2 15-27,-2 17-78,-2 15-113,-1 10 0,0 7-10,0 7 16,0 13 5,0 17-16,-2 21-201,-1-22 0,-1 2 206,-1 3 1,-1 2-4,-1-2 1,-1 0 5,1-4 0,0-1-46,-2 21 44,3-17 5,4-17 22,2-12-11,0-9-5,3-10 427,5-13-416,5-18 5,4-20-568,-7 23 1,0-2 553,1-2 1,-1-1 13,0 2 0,-1 1 51,5-24 22,-6 19-11,-6 20-72,-1 13-35,-3 7 23,-2 12-11,-5 11 1165,-4 19-1165,0 13-1,2-4-2,7-14 0,0-1 9,2 8 5,0 9 5,2-27 12,0-13 56,0-7-56,-2-24-12,-1-4 7,-1-24 4,2 0-21,3 1 10,2 8-44,0 14-431,0 12-8733,3 8 9203,-1 6 0,2 0 0,-4 1 0</inkml:trace>
  <inkml:trace contextRef="#ctx0" brushRef="#br0" timeOffset="1.38377E6">24033 6821 14342,'55'-4'166,"1"0"0,-6 0 1,-6 1-89,-14 1 314,-8 1 68,-11 1 923,-5 0-375,-11 0-650,-8 3-246,-4-1 107,-15 3 0,-4 0 134,-17 2-385,16-2 1,-2 0 300,6 0 0,3 0 233,-17 2-54,-4 1-196,18-2-140,16-3-84,12-2 17,8-1 396,11 0-278,17-3-96,21-1-53,-17 0 0,3 1-273,4-1 1,0 0 280,1 0 1,-2 0-6,-4 0 0,-3 1 128,14-2 191,-24 3-11,-17 1-314,-47 8 11,1 0 1,-4 1-12,-14 2 1,-2 1-315,2 0 1,1 1 307,-2 0 1,2 1 0,19-4 0,2 0-15,-1 2 1,3-2 550,-4 2-435,36-7-34,14-6 22,42-10-67,-17 4 0,5-2-787,16-3 0,4 0 768,-16 3 1,1 0-1,2-1 6,5-1 0,1 0 0,-3 0-1102,8-1 0,-5 0 1171,-6 1 0,-7 1 481,-10 1-167,-29 8-342,-19 0-997,-15 4 1,-6 2 951,-22 2-3,0 1 1,-4 2 229,16-1 0,0 1-235,-9 2 0,-1 1-17,10-1 0,2 1-48,7-1 1,5 0-7,-3 2 2060,14-2-2194,18-9 118,3-1-409,24-2-2061,16-5 2554,2 1 0,0-1 0,5-2 0,6-1 0</inkml:trace>
  <inkml:trace contextRef="#ctx0" brushRef="#br0" timeOffset="1.38474E6">26751 7011 15132,'-43'4'1043,"0"-1"1,2 1 0,13-1-697,26-3 567,8 1-556,10-6-162,18 0-95,19-7-62,-4 2 6,-7 1 0,2 1 11,12-3 33,-20 3 1,-1 1 419,0 0-234,-19 3-46,-22 3-268,-20 5 28,-8 0 11,-10 4 0,-5 2 8,7-3 1,0 1-197,-9 2 1,-1 0 198,1 0 1,4-1-4,14-2 0,2-1-2,-2 2 0,2 0 27,-9 1-16,23-4 33,12-3 51,13-2-39,2-1 5,24-2-22,24-6-31,-24 4 0,2 0-9,9-2 1,-2 0-521,15-1 521,1-1-6,-33 5-112,2 0 39,-24 3 56,-13 5 23,-7 0 56,-37 9-46,21-6 6,-6 1 1,-2 0 33,-8-1-17,15-2 1,0-1 922,-4-1-609,1-2 11,23-1-151,0-2-208,17-3-27,1-2-28,19-10 38,1 4 1,5-3-28,12 2-67,-12 6-225,13-1-795,-9 5-6052,-3 2 1919,-7 3 4691,-3 1 1,-13-1 0,-1 1 0</inkml:trace>
  <inkml:trace contextRef="#ctx0" brushRef="#br0" timeOffset="1.38614E6">24352 7737 17294,'0'-6'4699,"0"2"-4149,0 4-472,-66-8 6,15 36-506,-3-14 1,-1 6 446,19 12 1,5 6-15,3-4 0,3-1-14,8-4 1,4 0 221,9 14-180,24-11 39,20-12 12,17-9-149,-25-12 0,1-4 162,0-1 1,0-4 36,-4-4 0,-1-3 218,18-25 51,-15-8-1625,-19 17 0,-4 1 1446,2-12 584,-15-9-601,-9 30-95,-12-2-40,-6 8 127,-1 7-221,4 4 3363,11 4-4748,5 4-5695,9 8 7096,1 1 0,3 0 0,0-4 0</inkml:trace>
  <inkml:trace contextRef="#ctx0" brushRef="#br0" timeOffset="1.38693E6">26501 7939 22235,'9'-48'685,"-1"0"0,0 5 0,-1 9-394,-3 18-196,-2 8-16,-1 5-130,-1 3 29,0 9 44,-4 26-11,2-3-3,-1 8 1,-1 1-3,1-2-6,0-4 0,-1 1 22,1 10-16,-1-7 5,2-8 409,1-19 387,1-10-605,0-27-3533,3-5 3376,-1-18-116,2 12 1,0-1 227,2-15-112,-2 19 0,0 2 145,2-14-44,-3 23-62,-1 5-185,-2 11 50,0 7 3237,-1 13-3180,-1 16 453,-2 20-451,2-13 1,0 2-12,2 0 0,1-1-3,0 23 6,6-10 0,-3-36 34,2 2 201,-1-15-128,3-10-23,4-15-40,-2-4 68,6-32-72,-8 26 77,3-28 1,-9 24-90,1 7-39,-3 9-247,0 16-9275,2 17 9533,3 2 0,-1 1 0,0-5 0</inkml:trace>
  <inkml:trace contextRef="#ctx0" brushRef="#br0" timeOffset="1.41099E6">18683 9682 24575,'12'0'0,"3"0"0,7 0 0,-1 0 0,15 0 0,-11 0 0,14 0 0,8 0 0,-9 0 0,16 0 0,-17 0 0,20 0 0,-15 0 0,11 0 0,-23 0 0,-1 0 0,-10 0 0,-2 0 0,-8 0 0,-3 0 0,-4 0 0,-7 0 0,-3 0 0,-6 1 0,4 1 0,-11 3 0,5-1 0,-15 4 0,9-2 0,-7 1 0,7-2 0,-12 1 0,-4 1 0,-3 0 0,2 0 0,8-3 0,-3 2 0,-4-3 0,-5 2 0,-2-1 0,1-1 0,0-1 0,5-1 0,5-1 0,4 0 0,5 0 0,4 0 0,3 0 0,3 0 0,3 0 0,1 0 0,7 0 0,38 0 0,-2 0 0,11 0 0,3-1-604,13-1 604,-19 0 0,-1 1 0,17-3 0,0 1 0,-4-2 0,-4 1 0,-8 0 0,-8 0 0,-9 2 0,-6-2 0,-4 2 604,-5 0-604,0 1 0,-5 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5:06:03.522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7825 3476 17070,'-60'-13'528,"1"0"0,12 5 0,-2 1 0,2 4-41,-11 7 0,-1 5-1452,10 0 1,-3 2-1,1 3 1054,-2 5 1,2 4 0,0 3-32,0 5 0,2 2 0,2 4-2,2 4 0,2 2 0,3 6-5,10-4 1,1 5 0,3 0 0,3-2-39,0-2 0,3-2 0,3 3 3,4 0 1,1 4 0,4 0 0,4-4 11,9 14 0,8-2-19,-1-12 1,3 1-1,9-3-18,5-9 1,8-2 0,5-2 0,0-3-565,2-4 0,2-4 0,2-1 0,1-2 557,2 0 1,1-1 0,1-2 0,3-4-53,-3-3 1,3-3 0,1-2 0,0-1 0,-2-2-41,-3 0 1,-2-2-1,0-1 1,2-1-1,1-1-60,0 1 0,2-1 1,1 0-1,0-1 1,1-1-1,-2-1 166,-1-1 0,0 0 0,-1-1 0,1-1 1,-1-2-1,0-1-191,3-3 0,1-3 0,-1-1 1,0-1-1,-3 1 0,-3 0 214,4-1 0,-3 1 0,-3-1 0,0-5 25,-4 0 0,1-3 0,-2-2 0,-4-1 0,-7 0 39,-5-5 1,-8 0 0,-1-4-43,3-9 0,-3-4 0,-5-1-21,-6 0 1,-5-1-1,-6-2-3,-5 8 1,-4-1 0,-4 0 0,-2 3 41,-8-8 1,-4 5 0,-3 1 117,1 1 0,-3 2 0,-5 6-103,-9 7 1,-6 5-1,-1 5-24,6 6 1,-1 4-1,-5 2-80,8 2 1,-5 2 0,-1 0 0,1 1 0,3 2-9,-12-3 1,4 3 0,-3 2-72,0 3 1,-4 2 0,1 3-1,5 2-111,5 3 1,5 2-1,-2 3-498,5 0 1,-2 2-1,0 2 1,1 2 715,0 5 0,0 4 0,2-1 0,5-2 0,-11 6 0,6-2 0,7 4 0,1 0 0</inkml:trace>
  <inkml:trace contextRef="#ctx0" brushRef="#br0" timeOffset="407">7345 4066 19927,'-44'17'448,"1"0"0,-1-1 0,-17 10 0,9 4-409,25-3 0,7 2-17,-8 27 18,29-9-1,13-17 47,18-17 1,9-6-28,-4-7 1,3-3-1232,20-2 1,2-5 1291,-7-5 1,-1-4 27,-1-4 1,-4-2 190,-12 5 0,-2-3-107,3-11 1,-7-3 30,-6-13-224,-10 20 0,-6 1 73,-36-26-78,-11 28-12,-11-4-22,-7 20-67,19 11 1846,0 7-2345,18 12-1069,23 4-415,9 2 1208,29 1 1,-25-17-1,11 3 1</inkml:trace>
  <inkml:trace contextRef="#ctx0" brushRef="#br0" timeOffset="733">8538 3754 20250,'-43'23'48,"-1"0"1,-2 11 0,10 1-49,21 0 629,8 3 0,7 0-590,21 0-17,-1-11 1,2-4 565,19 2-521,-5-15 1,0-2 33,1-4 176,2-8 0,-2-5 227,-2-15-28,10-19-111,-23-5-63,-8-2 127,-10 11-172,-17-11 669,-4 21-915,-13-7-12,-1 20-722,-3 8-470,7 10 1193,-9 14 0,23-9 0,-5 8 0</inkml:trace>
  <inkml:trace contextRef="#ctx0" brushRef="#br0" timeOffset="1466">7871 4622 11379,'0'-4'7484,"0"0"-3950,0 4-3422,-39-52-78,29 44 27,-30-31-16,43 60 17,6 7 22,8 2 22,13-3 56,11-3 85,10-8 24,-14-12 1,-1-3-70,14-2-221,-16-5 0,-1-3 316,5-12-45,7-11-135,-14 5 214,2-17-179,-17 16-80,3-10-49,-11 17-118,-4 9-567,0 6-1810,1 6-1863,0 3 4335,2 5 0,-3-4 0,0 2 0</inkml:trace>
  <inkml:trace contextRef="#ctx0" brushRef="#br0" timeOffset="1933">7438 4788 18529,'-56'3'771,"0"-1"1,13 11-1,-1 5 1,8 5-1619,9 9 0,3 7 1017,-4 4 0,-2 6 0,1-1-506,7-6 1,0 1 0,0 1 364,2-1 0,-1 3 1,0 0-1,1 1-20,0 2 1,0 1 0,2 1 0,3 2-115,1 7 0,2 4 0,2-1 0,2-5-123,1-1 1,2-4-1,5 2-646,6-5 0,3 3 1,4-2-1,6-7-2171,7-9 0,5-5 0,2-2 2833,2 4 1,2-1-1,-1-5 1,4 0 0,-2-5-1,9-2 1</inkml:trace>
  <inkml:trace contextRef="#ctx0" brushRef="#br0" timeOffset="2350">8678 4718 25247,'33'28'106,"0"1"1,-10 10 0,-3 7 0,-4 0-2219,-5 12 1,-5 4 2111,-1-9 0,-2 6 0,-1 2 0,-2-3-177,-2-10 1,-2-1-1,-2 0 1,0 4 176,-1 2 0,-1 5 0,-1 1 0,0-3 0,1-5 0,0 4 0,0-6 0,-1 0 0,-2-3 0,1 1 0,-1-1 0</inkml:trace>
  <inkml:trace contextRef="#ctx0" brushRef="#br0" timeOffset="3124">7060 4888 9050,'1'-3'9830,"0"1"-6667,-1 2-2641,-3-28-337,-2 21 128,-14-11-33,-16 42-160,4-2 1,-3 4-54,-14 11 1,-4 4-867,10-8 0,-3 3 0,-2 1 811,8-6 1,-1 2-1,0 0 1,-2 1-12,-2 3 1,0 1-1,-1 0 1,0 0-9,0 1 0,-1 1 0,1 0 0,0 1-129,7-4 0,-1 1 1,0 0-1,2-1 1,3-2-256,-8 7 1,5-4 0,0 3-1246,-2 7 1,1 2 0,10-6 1118,13-13 1,4-3 0,-7 21 0,12-24-1</inkml:trace>
  <inkml:trace contextRef="#ctx0" brushRef="#br0" timeOffset="3708">8789 4759 23668,'-31'-40'199,"-1"0"1,3 2 0,16 13 86,47 37-40,21 10-156,-12-2 0,4 4-421,6 3 1,2 1 348,-13-6 1,1 2 0,-1-2-592,10 6 1,2 1 548,-13-6 0,5 2 0,0 0 1,-6-2-22,6 3 0,2 2-352,-9-5 1,6 4-1,3 2 1,-1 0 0,-5-3-846,4 4 1,-4-2-1,1 1-640,9 6 0,2 1 0,-3-1 1882,-11-6 0,-3-2 0,-6-4 0,7 6 0,-5-3 0</inkml:trace>
  <inkml:trace contextRef="#ctx0" brushRef="#br0" timeOffset="4815">7768 5812 18975,'-3'-54'1435,"-1"0"1,1 4 0,-2 4-854,-2-12 29,1 5-466,2 23 46,4 4-152,0 21-39,0 8 39,0 15-5,1 20-6,-3 22-14,-1-24 0,-2 2-311,0 2 0,-1 1 316,-1-2 1,0-1-14,1-4 0,1-2-1,-1 18 6,3-19 96,4-15 78,2-14-101,1-8 45,9-25 548,-4-4-626,4-24 33,-8-3-42,-5 30 0,0-2 5,-2-4 1,-1 1-14,-2-12 33,-2 0-6,3 33-89,0 4-11,2 12 45,0 15-6,0 14 0,1 18-11,1 9-408,5 5 441,6-4-16,5-10-12,2-14 23,-2-13 33,-6-11 34,1-22-78,-3-1-1,7-30 57,-4-3-20,-4 14 0,-1-1 14,0-1 0,-2 1 101,1-29 424,-2 14-424,-3 16-39,0 14-96,-1 10-67,0 8 28,0 6-72,0 41-124,1-16-577,1 10 0,1 2-1724,1 2 1835,-1-9 1,1-2-1,1-6 1,-2-1 0</inkml:trace>
  <inkml:trace contextRef="#ctx0" brushRef="#br0" timeOffset="6599">11807 3508 10722,'-1'-6'3008,"-33"-22"0,-12-1-2638,12 16-40,-24-11 1,-2 7-34,17 30-1097,4 4 0,-1 4 952,-8 11-22,19-5 1,-3 5 0,3 1 23,0 5 0,4 2-61,1 0 0,0 3 1,4-3-41,2 3 0,6 0-12,7 1 0,5 4 0,4-3-30,11 3 1,8 0-1,0-3 0,5 2 0,4-5 9,7-7 1,4-4 0,3-4-492,7 0 1,4-3-1,1-3 496,-10-6 0,2-2 1,1-3-1,0 0 11,4-2 0,1-2 1,1-2-1,-3-1-8,6 0 0,-2-2 0,4-5 25,-9-1 1,3-4 0,1-1 0,-1-1 0,-4-1-218,-3-1 1,-4 0 0,-1-2 0,4-1 202,2-1 0,3-1 1,1-1-1,-2-1 0,-3 0 21,-1-2 0,-4-1 1,-1 0-1,-2-2-101,8-7 1,-2-2 0,-5-2 116,-6 2 1,-4-2 0,-3-2-21,-7 0 0,-4-2 0,-3 2-34,1-8 1,-6-2 6,-9-1 1,-5-4 0,-4 3 1,-7-3 0,-5 0-5,0 4 0,-4-2 0,-5 4-11,-3 10 0,-4 5 0,-4 2-160,-6 3 1,-3 3 0,-4 3 125,8 7 1,-2 2 0,-1 2 0,-1 2-5,-6 1 1,-1 1 0,-1 3 0,0 1-34,-4 3 0,-1 1 0,0 2 0,1 1-100,-1 1 1,0 2-1,1 2 1,1 1-211,3 1 1,1 2-1,2 2 1,1 1-637,6 1 0,2 1 1,2 2-1,2-1-523,1 2 0,2 0 0,4 2 1525,-9 15 0,9-3 0,10-7 0,5-2 0</inkml:trace>
  <inkml:trace contextRef="#ctx0" brushRef="#br0" timeOffset="7033">11735 3726 20319,'-31'19'92,"0"0"1,-15 17 198,62-5-123,-3-13 257,21-5-195,-13-12 392,29-18-207,-14-3 27,12-15-44,-21-1-96,-13 0-112,-16 2-78,-14 3-44,-13 8-40,-10 10-34,-3 8-33,5 11-28,10 5-51,13 8-168,15 3-520,18 2-802,19-3-1590,20-4 442,-4-9 2077,-8-6 1,-3-2 0,-11 0-1,17-1 1</inkml:trace>
  <inkml:trace contextRef="#ctx0" brushRef="#br0" timeOffset="7383">12869 3365 20162,'-47'-2'173,"-1"1"1,4 1 0,8 7-141,15 28-27,7-3 44,7 24 12,13-14 33,8 17 34,11-19 100,3-13 354,0-13 118,0-12-455,-7-8 157,21-27-95,-10-1-112,-9 8 0,-1-2 207,2-16-100,-11 4-118,-16 8-113,-11 8-60,-3 9-46,-19 6-112,13 11-257,-11 10-773,13 11-1736,3 14-5462,2 12 7834,4-3 1,5-14-1,2-14 1</inkml:trace>
  <inkml:trace contextRef="#ctx0" brushRef="#br0" timeOffset="7733">12229 4047 21971,'-61'-8'163,"14"3"27,55 17 90,8-3 45,13-4-23,13-2-89,12-6-437,-22 1 0,1-1 297,2 0 0,3-2-1556,10-2 0,0-1 1530,-15 2 1,-1 0 69,10-3 1,-3-3-130,-2-9 180,-9 5 28,-12-8-140,-19 12 206,-2-1-1007,-5 6-485,1 5 1230,2 7 0,4-1 0,0 0 0</inkml:trace>
  <inkml:trace contextRef="#ctx0" brushRef="#br0" timeOffset="8551">11683 4470 19305,'6'-45'1019,"0"1"1,-3 3-1,-7 11-890,-15 27-73,-4 8 90,-14 24 16,-4 18-880,17-15 0,-2 6 1,0 1 773,0 1 0,0 1 0,1 1-34,-1 1 0,0 1 1,0 4-8,0 2 0,-1 5 1,1-1-1,2-5-12,-2 7 0,0 3-6,7-13 1,-2 8 0,-1 3 0,2-4 0,4-7-12,-1 7 0,5-1-37,-2 6 1,1 7 0,6-8-113,11-11 0,6-2-4478,12 14 1,3-4 946,-7-21 0,3-3 3142,6-1 1,-2-7 0,-12-13 0,-4-4 0</inkml:trace>
  <inkml:trace contextRef="#ctx0" brushRef="#br0" timeOffset="8833">12520 4353 20979,'0'-5'2163,"0"2"-1732,0 3-347,57 45-763,-46-16 1,-2 6 752,9 12 1,2 8 0,-7 0-378,-13-3 0,-6 1 0,-2 1 207,1-1 1,-2 2 0,0-1 0,-1-2-627,-1 1 0,0-4 0,-1 4 722,1 0 0,-1 6 0,1-3 0,2-9 0,1-8 0,1-3 0,-2 19 0,-1-1 0</inkml:trace>
  <inkml:trace contextRef="#ctx0" brushRef="#br0" timeOffset="9367">11441 4541 13793,'0'-6'6179,"0"2"-3821,0 4-2134,-65-22-101,38 35 0,-1 6-1229,-11-8 1,-5-1 0,2 7 1153,4 15 1,4 8 0,-2 1-12,-6 4 0,0 2 1,-2 1-172,10-8 1,-2 1 0,1 0 0,-1 1 130,-1 1 0,0 1 1,0 0-1,0 0-393,1-1 1,0 1 0,1 0 0,0-2 239,2-1 1,0-1 0,2 0 0,0-2-415,-4 8 1,1-2-1,2-1-1604,6-6 0,2-2 0,1-2 2174,-1 5 0,3-5 0,0 3 0,13-20 0</inkml:trace>
  <inkml:trace contextRef="#ctx0" brushRef="#br0" timeOffset="9773">10437 5257 17514,'0'-7'3854,"0"2"-2746,0 5-934,0 0 95,-82-45-1015,32 48 782,-10-17 1,-1 9-1,24 25 0,4 9-8,-2 2 0,1 3-8,2 3 0,3 3 2,2 1 0,3 2-8,5 0 0,4 1 0,4-1 0,4-1 102,2-9 1,5-1-98,12 8 1,8-4 59,26 2-32,-7-14 1,3-4-294,2-12 0,0-5 375,1-6 0,-1-4 50,-2-3 0,-2-5 42,-6-3 1,-3-2 27,-7-2 0,-3-2-22,2-23-48,-20-2-83,-15-1-29,-13 0-17,-7 5-11,0 8 573,6 10-1015,8 12-1529,8 8 1932,9 13 0,1-3 0,3 5 0</inkml:trace>
  <inkml:trace contextRef="#ctx0" brushRef="#br0" timeOffset="10356">12604 4474 13166,'-4'-11'3142,"-9"-25"1,-1-6-551,2 1-2107,-2-1 0,2 1-65,5 13-364,6 19 34,8 15 38,9 16-16,18 20-50,0 0 0,3 2-653,-9-12 1,3 1 608,3 2 1,4 3 0,1-3-627,-5-8 0,0-2 1,3 0 603,10 7 0,4 0 1,2 0-60,-11-9 0,1 0 0,0-1 0,1-1-520,1 0 0,0 0 1,1-2-1,-1 1 583,0 1 0,1-1 0,-1 0 0,-5-3 0,13 5 0,-7-3 0,-9-2 0,-1 1 0</inkml:trace>
  <inkml:trace contextRef="#ctx0" brushRef="#br0" timeOffset="12649">15676 3206 15009,'-34'-33'1063,"-1"0"0,0 0 0,1 0 1,-12-7-1,-1 3 0,1 15-867,-12 25 0,2 13-1021,8-6 0,0 6 894,8 2 1,-1 5-1,2 2-819,-9 13 0,1 5 794,9-6 1,0 4 0,1 4 1,8-1 0,1 3 1,1 2-1,3-1-627,-1 9 1,4 0-1,1 0 575,1-1 1,1 0-1,7 0-22,9 3 0,6 0 0,3-7-63,0-10 0,6-3 42,13 14 0,8 4 1,0-10 124,-5-16 1,6-7-84,9-2 0,11 0 0,2-2 0,-6-5-105,6-5 1,3-6 112,-13-3 0,5-2 0,4-1 0,0-1 0,-4-3 3,2-3 0,-3-2 1,1-3-1,4-1 5,-4-1 0,3-3 1,3-1-1,0 0 1,-2-1-1,-4 2 0,6-3 1,-3 0 0,-1 0 0,2-3 15,-1-2 1,3-1 0,-1-3 0,-3 0 0,-5-2-279,-7-2 0,-5-2 0,-2 0 0,-1 2 271,7-5 1,-1 1 0,-3-4-155,-7 2 1,-2-5 0,-3 1-1,-5 2 164,-4-13 0,-7 0 160,-2 11 1,-3-2 0,-7 1-186,-12-4 1,-8 1 0,-4 3-4,-2 8 0,-4 2 0,-3 3 392,-1-1 0,-2 3 1,-4 4-405,-7 5 1,-4 4 0,2 5 233,7 4 1,0 3 0,-2 1-352,-5 3 0,-4 1 1,0 1-1,4 2-4,3 0 0,2 1 1,-1 3-382,0 2 0,-3 3 0,1 2 1,4 1-2152,4 3 1,3 2-1,0 1 2665,-4 1 0,0 1 0,4-1 0,-1 3 0,5-3 0,-3 6 0</inkml:trace>
  <inkml:trace contextRef="#ctx0" brushRef="#br0" timeOffset="13048">15158 3549 18084,'-6'-4'2028,"0"1"-1488,-20-9 0,-7 1 37,-11 14-502,1-7 1,1 4-14,1 24-12,21 3 1,4 4-17,1 14-15,6-13 1,3 0 3,9 5 159,20-14 0,7-4 36,15-7-1805,-2-4 0,1-5 1711,7-12 2,-19-3 0,1-4-83,-4-4 1,-2-3 101,-1 0 1,-2-2-76,-2 0 0,-5-1 205,-2-31-135,-16 22-90,-2-5 17,-20 17-61,1 15-17,-7 1 3190,-2 13-3336,11 7-1813,2 16 1970,22 3 0,-2-8 0,12-6 0</inkml:trace>
  <inkml:trace contextRef="#ctx0" brushRef="#br0" timeOffset="13375">16273 3275 17568,'0'-3'2846,"0"0"-1597,0 3-897,-81 9-250,53 2 10,-25 5 0,4 6-34,34 9 40,0 15 95,29-16 16,17-3-89,0-17 0,1-3-44,16 3 38,8-7 594,-1-34-605,-28 12 0,18-26 113,-31 9-12,-5-2-56,-1-4-107,-14 9-89,-9 14-308,-17 13-2195,-11 21 2531,0 7 0,14-2 0,12-6 0</inkml:trace>
  <inkml:trace contextRef="#ctx0" brushRef="#br0" timeOffset="14041">15435 4136 20795,'-25'-39'595,"1"0"1,1 2 0,6 11-311,15 25-279,2 5 39,0 7 11,7 7 112,9 2 56,19-2-23,17-7-114,-18-6 0,1-3-6,4-4 0,1-3-213,0-1 0,-1-3 238,-2-3 1,-3-4 2,-3 0 0,-4-3 65,17-22-113,-17 9 74,-5-11-74,-15 21-27,1-4-113,-6 16-128,-2 9-801,-2 10-3455,-1 10 4463,-1 6 0,0-7 0,2-7 0</inkml:trace>
  <inkml:trace contextRef="#ctx0" brushRef="#br0" timeOffset="14631">15129 4402 9548,'2'-5'6352,"-1"2"-987,-1 3-4575,-4-47-644,2 35-12,-2-35-117,3 47-106,1 0 100,-6 6-6,2-2-21,-6 9-68,1-4-175,-5 6-788,-8 5 269,6-6-7624,-16 11 8402,16-14 0,-2 2 0,11-8 0</inkml:trace>
  <inkml:trace contextRef="#ctx0" brushRef="#br0" timeOffset="14932">14966 4430 21488,'-56'-22'407,"1"-1"0,-7 16 1,5 16-243,16 25 0,6 9-1143,-3 0 1,0 4 1064,8-6 1,-1 5 0,2-1-626,0 1 1,0 1 0,-1 3 556,2-4 1,-1 3 0,-1 2-1,1 2-25,4-3 1,-1 2-1,1 1 1,1 0-1,2-2-132,0 4 1,2-2 0,3 1 0,1 0-1156,2 3 0,1 2 1,3-2-1,5-4 1293,7-5 0,3-5 0,3-3 0,0 0 0,3-6 0,7 2 0</inkml:trace>
  <inkml:trace contextRef="#ctx0" brushRef="#br0" timeOffset="15359">15993 4163 22218,'27'-39'410,"0"0"1,-1 4 0,-4 16 54,-9 44-169,-1 13 1,-1 7-244,-3-10 1,-1 4-1070,1 6 1,0 8 0,0 2-1,-2-3 1029,0 4 0,-2-3 1,0 5-23,-1-9 0,1 4 0,-1 2 0,-1-1 0,-1 0-439,-2 8 1,-1 0-1,-1 0 1,-1 0 113,-1-10 0,-1 1 0,-1 0 1,0-1-1,0-3-91,-1 4 1,-1-3 0,0 0 0,-3 2 424,-3-1 0,-3 4 0,-1 0 0,1-5 0,3-7 0,-1 2 0,0-3 0,-2-1 0,0 0 0,-1 0 0</inkml:trace>
  <inkml:trace contextRef="#ctx0" brushRef="#br0" timeOffset="15915">14687 4476 22325,'-45'8'182,"0"0"1,0 0-1,-2 2 1,0 3 0,3 4-156,3 9 0,3 4 1,2 0-2607,-13 6 0,0 1 2586,9-5 0,-2 2 1,0 1-38,-1 2 0,-1 1 0,0 1-244,0-1 1,0 2 0,-1 0-649,9-6 0,-1 0 0,1 0 0,3-2-3994,-15 15 1,6-4 4281,13-12 1,4-4 0,-3 4-1,23-23 1</inkml:trace>
  <inkml:trace contextRef="#ctx0" brushRef="#br0" timeOffset="16374">13706 5027 17966,'-1'-4'3629,"0"0"-1780,1 4-1821,-62-26 62,14 49-54,0-20 1,1 5-950,13 23 0,5 9 935,2-2 1,4 0-18,2 2 1,4 0-6,4-9 0,4 0 228,9 7 1,9-3-201,26 1-9,-2-14 1,6-6-205,8-12 0,3-7 258,6-6 0,0-4-12,-10 0 1,-1-5 76,-6-3 0,1-6 0,-6 3-68,-8 4 0,-3-2 120,18-26 1,-7-4-375,-21-7 228,-10 17 1,-9 0-14,-11 10 1,-6 4 836,-21-14-908,0 20 1,-1 5-101,-1 3-1241,-1 7 1,1 5 1380,6 18 0,1-6 0,24 4 0</inkml:trace>
  <inkml:trace contextRef="#ctx0" brushRef="#br0" timeOffset="17009">16165 4135 19882,'-44'-36'808,"0"1"1,4-1-1,11 15-332,22 30 0,19 7-257,8 4 83,28 14-210,-20-14 1,3 2-490,10 8 0,5 5 415,-4 0 1,2 3 0,-2-1-1163,3 3 1,0 1 1130,-3 0 0,3 3 0,-5-2-139,-2-1 1,-2-1-647,-7-8 1,1 1-1,-1 0-2420,11 10 0,-2-2 2808,-7-8 1,-3-4 0,7 7 0,-16-18 0</inkml:trace>
  <inkml:trace contextRef="#ctx0" brushRef="#br0" timeOffset="17913">17133 4942 18364,'-31'-40'1389,"1"0"0,3 2 0,5 11-1209,14 23-18,-3 1-117,-5 11-6,-11 15-11,-12 20-17,11-5 0,1 1-8,7-11 0,2 1 0,-4 21 0,9-2 13,18-7 85,15 15-17,9-40 17,6-10 218,24-18-95,-3-8-87,-16 3 1,1-2 18,-10 0 1,-3-2 157,18-22-85,-16 0-94,-16 0-85,-8 11 23,-10-9-67,-4 19-90,-4-7-40,3 16-2144,-3 3-689,8 7 2957,-3 0 0,5 3 0,1 0 0</inkml:trace>
  <inkml:trace contextRef="#ctx0" brushRef="#br0" timeOffset="18728">20338 3017 15465,'-19'-57'1193,"0"0"0,-3 5 0,-6 12-1025,-6 24 0,-5 10-721,-7 0 0,-3 5 665,-9 6 0,-2 7-585,14-1 1,0 4 0,-2 3 539,-3 5 0,-2 4 1,1 3-294,9-3 0,1 3 1,0 0-1,1 0 261,-4 4 1,1 1-1,0 5 6,7-3 1,-2 5-1,-1 2 1,3 0 0,4-3-24,-5 9 1,5-1 0,0 4-15,1-2 0,-2 3 0,3 1 0,7-3-6,7-1 0,5-3 1,9-3-292,14 13 1,10-7 314,0-13 0,10-7 41,18-5 1,13-7 0,0-3-29,-6-5 1,1-4-1,5 0-246,-9-1 1,3 0 0,3 0-1,0-2 1,0-1 211,-2-1 0,0-2 0,1-2 0,-1 0 1,1 0-119,3 0 0,0-2 0,0 1 1,0-2-1,0 0 137,-1-2 0,1 0 1,-1-1-1,0-1 0,-1-1 7,-2 0 0,0-1 0,-2-1 0,-1-1 0,-2 1 89,0-1 1,-3 1 0,-2-1 0,2-4-18,6-7 1,1-4-1,-2-1 1,-8-1-14,-7-1 0,-6 0 0,0-4-37,-1 1 0,2-3 0,-2-1 0,-7-1-3,-4-5 1,-7-1 0,-3-1-23,-3 1 0,-4-1 0,-2 3-13,-2-8 1,-7 1-5,-10 5 1,-7 0-1,-4 5-13,-15 1 1,-6 4-1,0 2 1,-5 0-1,-3 5-4,-1 9 1,-2 6 0,-1 3-5,11 3 0,0 3 0,-1 1 0,0 1-24,-1 4 0,-1 1 1,1 2-1,0 1-181,0 2 0,0 1 1,1 1-1,0 3-134,2 1 0,0 1 0,2 2 0,0 1-1436,-12 7 1,2 1 0,3 1 1788,9-3 0,2 1 0,5-2 0,-1 1 0,6-2 0,0 3 0</inkml:trace>
  <inkml:trace contextRef="#ctx0" brushRef="#br0" timeOffset="19137">19670 3437 18902,'-1'-6'2934,"-1"2"-2625,2 4-236,-79-7-34,30 23-36,-6-10 0,1 4-26,8 30 12,19-2 67,23-6 28,22-5 6,20-8 27,18-8-30,-21-9 0,0-1 30,23-5 129,-13-5 1,-2-4-59,6-8 22,-17 5 0,-5-2 109,-6-11-157,-25 2-78,-16 2-50,-16 2-6,-8 5-28,-1 7-45,7 4-61,11 8 13,12 6-976,11 6-2146,17 6 3215,21 2 0,-13-9 0,8-3 0</inkml:trace>
  <inkml:trace contextRef="#ctx0" brushRef="#br0" timeOffset="19445">20637 3245 16622,'0'-3'4777,"0"1"-4025,0 2-254,-73-17-240,33 22-191,-9-8 0,1 6-17,10 28-38,11 8-1,15 5 34,19 1 67,20-6 39,23-5-376,-19-22 1,3-3 378,1-1 0,1-4 39,-1-4 0,-1-3 188,24-10-12,-13-11-54,-15-5-119,-14-4-135,-12 7 46,-20-12-130,-5 14-251,-15-6-1065,-1 16-4598,-4 10 5937,6 9 0,14 0 0,8 1 0</inkml:trace>
  <inkml:trace contextRef="#ctx0" brushRef="#br0" timeOffset="20169">19088 4239 14113,'-1'-46'2283,"0"1"0,-1 0 1,-6 9-1545,-14 18-375,-16 4-111,-19 16-38,6 20 1,-3 7-824,13-6 0,1 3 662,4-1 0,-2 3 0,0 7-522,6 0 0,-3 7 0,1 3 0,1-1 1,4-5 478,-3 3 0,4-3 0,-3 6-8,3-2 1,-4 5 0,-2 5 0,2 0 0,1-1 0,6-3-405,1 3 1,5-3-1,1 1 1,0 3 382,0-2 0,0 3 0,0 1 0,2 1 0,1-1-184,2 1 0,2 1 1,1-1-1,1 0 1,1-2-151,-2 0 1,2-1-1,2-1 1,5 3 351,8 0 0,6 5 0,3 0 0,-1-5 0,-3-8 0,-3 1 0,3-5 0,11 4 0,-1 0 0,1 0 0</inkml:trace>
  <inkml:trace contextRef="#ctx0" brushRef="#br0" timeOffset="20679">20890 3954 22867,'23'34'262,"1"-1"0,3 11 0,1 6 0,-3-3-1878,-3-1 0,-1 3 1645,-1-2 1,2 6-1,0 4 1,-3-1-582,-4 4 1,-3 1 0,-2 2 0,-1 0 511,-3-8 1,0 0 0,-2 1 0,-1 1 0,0-1-87,-1-1 1,0 1-1,-1 0 1,-3 0-1,-4 0-1155,-6 2 1,-4 1 0,-3 0 0,-2-3-1,-1-3 1195,0-3 0,-3-4 1,0-1-1,1-1 1,-6 11-1,2-2 1,0-5-1,-1-6 1,0 0-1</inkml:trace>
  <inkml:trace contextRef="#ctx0" brushRef="#br0" timeOffset="21406">18756 4063 21332,'-31'11'824,"4"-1"-703,-9 21 1,-10 15-1,1-2-1311,9-12 1,1-1 0,-3 2 1218,-2 1 1,-2 3-1,-2-1 1,1-1-6,-6 3 0,1-2 1,0-1-9,1-1 1,1-1 0,3-3-14,-7 4 0,2-2-99,2 0 1,2 0-3838,11-4 1,3-2 3932,-16 14 0,10-5 0,32-29 0</inkml:trace>
  <inkml:trace contextRef="#ctx0" brushRef="#br0" timeOffset="22044">18012 4573 14208,'45'-37'1482,"-1"-1"1,-4 4-1,-10 9-658,-19 19-519,-7 4 625,-17 16-437,-8 7-134,-19 17-214,16-17 1,-1 1-6,-3 1 1,0 0-1,0 0 0,0 1-6,-1-1 1,1 1-309,1 0 1,0 1 301,0 0 1,-1 0-9,0-1 1,0 0-20,0 0 0,-1 0 5,-4 0 1,2-1-51,-10 7 5,-5 1 35,25-17-12,-3-2-17,6-3-39,4-3-73,3-3 166,3 0-2384,3-3-4769,2 1 7032,3-1 0,0 0 0</inkml:trace>
  <inkml:trace contextRef="#ctx0" brushRef="#br0" timeOffset="22661">17629 4867 19686,'2'-46'948,"0"1"1,0 3-1,-7 9-662,-20 17-112,-9 5-51,-8 5-22,-10 6-54,20 4 1,-1 2-314,-5 2 1,-1 3 307,-5 3 0,-1 3-252,-3 3 1,0 1 234,0 2 0,1 2-8,1 0 0,3 2-12,4 0 1,3 1 2,5-1 1,4 1-9,6-1 0,4 2-17,-3 24-368,20 1 380,20-1 2,-1-27 0,3-1 11,9 1 1,3-4-415,6-1 1,4-4 436,6-3 0,3-5 27,4-4 1,2-5 3,2-6 0,1-5-282,-20 1 0,-1-2 0,0-2 287,-2-2 0,1-1 0,-2-1 84,14-10 1,-3-2 36,-7 1 0,-5-1-15,-9 1 1,-4-2 21,-8 2 0,-6-1-33,-6-30-50,-24 3-84,0 29 0,-4 4 110,-8 2 0,-5 4-135,-6 1 0,-3 5-15,-3 2 1,-1 2-82,1 3 1,1 3-398,4 2 0,3 2-2927,7 2 0,3 3 3417,-13 8 0,22-3 0,12-5 0</inkml:trace>
  <inkml:trace contextRef="#ctx0" brushRef="#br0" timeOffset="23343">21029 3877 23814,'43'24'162,"0"1"0,0-1 1,2 1-1,2 3 1,0-1-1,-2-2-1270,2-1 0,-3-2 0,3 3 1115,2 4 0,3 4 0,-1 2 0,-6-1-17,-6 0 1,-4 0 0,0 4-1246,-1 0 1,2 3-1,-2 2 1,-3-3 1254,-1 0 0,-2-2 0,-3-1 0,6 13 0,-5-7 0,-11-12 0</inkml:trace>
  <inkml:trace contextRef="#ctx0" brushRef="#br0" timeOffset="25403">20127 3714 16908,'-4'-9'4839,"1"1"-4733,3 8-117,0 0 72,-14 6 18,10 5-12,-7 8 1,17 4 10,7 0 40,3-1 72,4-4 85,4-6 10,6-5-156,-4-6 207,27-12-134,-12-3-99,-11 2 1,0-1 137,12-8 78,-11 1 62,-13 6-84,-10 6-163,-5 5-145,-3 2-17,-7 5 28,3-1 5,-12 7 29,1 0-23,-10 5-11,-5 3 6,-6 2-1,-5 1-5,-4-2 17,0-3 0,1-4 17,8-5-6,10-3 95,2-11-106,14 1 28,-7-16-11,8 6-18,1-4 7,-2 2 10,3 6-16,0 1-45,2 4-101,2 4 34,0 5 90,0 8-7,-1 15 12,1-3 12,1 15-12,7-12 0,5 7 67,18-1 0,5-13-28,3-4 45,11-16 28,1-10-48,-15 2 1,0-1-116,2-4 0,-1-1 194,4-3 0,-1-1-37,9-7 96,0-5-57,-34 21-106,-3 1-4654,-8 6 4615,-10 16 0,6-9 0,-6 8 0</inkml:trace>
  <inkml:trace contextRef="#ctx0" brushRef="#br0" timeOffset="28395">11530 5126 20481,'-4'-6'3008,"0"1"-2728,4 5-218,6-63 10,13 37-50,-4-12 1,3 3-6,30 20-23,4 8-5,-11 8-6,-1 15 29,-21 14 21,-14 2 1,-6 4-6,-8-1 0,-5 1-469,-8 11 1,-5-1 454,-3-4 0,-2-4-9,6-8 1,-1-1 5,-6 7 0,2-2-11,3 2 217,-4 8-189,31-26 56,17-9-6,22-7-67,-8-6 1,3-2-519,10-1 1,4-2-38,8-4 1,1 0-690,-7 2 1,-1 1 1232,9-3 0,-9 3 0,-23 5 0,-6 1 0</inkml:trace>
  <inkml:trace contextRef="#ctx0" brushRef="#br0" timeOffset="29077">14886 5185 16672,'-3'-4'4839,"1"0"-4626,-2-24 0,4-8 393,9 1-416,-5-8 0,4 0 34,23 6-89,9 6-57,8 8-50,6 9-11,2 9 5,-1 13-22,-15 3-5,0 16-12,-17 11 17,-9 6-6,-18 10 1,-22-9-517,-15-2 544,-3-5-10,10-12 122,-1 1 247,22-18 123,-1 1-207,12-11-197,6-4-38,5-4 516,10-1-533,7 2 5,7 3-28,-4 6 18,15 14-35,-15 6-5,9 13 0,-18 1 0,-10-5 0,-19 16-33,-13-15-236,-20 13-1480,-9-13-5527,-4-6 6465,8-8 0,18-8 1,14-6-1</inkml:trace>
  <inkml:trace contextRef="#ctx0" brushRef="#br0" timeOffset="29855">19238 5184 21521,'14'-50'584,"1"-1"1,-1 1 0,-1 4 0,0 1-1,-1 7-129,8-18 364,-5 16-589,-5 19-46,-5 12-189,-8 18 44,-11 17-17,-14 24-204,8-16 1,-1 3 181,-2 4 0,0 1-230,1 1 1,4-1 226,3-3 1,4-1 4,7-4 1,4-3 20,17 15 44,17-19 23,15-21-46,-5-13 60,-6-10 0,0-6-210,-11 5 1,-1-1 194,11-10 1,0 0-3,-11 7 0,-2 0 705,16-15-691,-11 13-73,-12 9-50,-9 13 22,-5 12 0,-2 15-39,0 19-258,-5 18-558,0-23 1,-1 0-463,0-5 1,0 0 1316,-3 4 0,1-3 0,1-7 0,0-2 0</inkml:trace>
  <inkml:trace contextRef="#ctx0" brushRef="#br0" timeOffset="69121">7547 2007 19921,'-16'-42'708,"0"0"1,0-1 0,-6-13-1,6 8 412,13 17-1008,1 16-50,2-2 56,3 25 66,4 16-10,8 25-110,-8-11 1,0 5-641,0 9 1,-3 3 590,-4-13 0,-1 2 0,-1-2-18,-1 10 0,-2 2 1,-3-5 0,-2 4 0,0-4 16,1-3 0,-1 0-8,-2 14 0,0-2-50,7-24 1,1-4 93,2 9 197,6-17 207,6-14-73,7-17-163,8-15-39,8-21-103,-15 16 0,1-2 305,0-3 1,0 0-329,-1-1 1,0 1-7,-2 3 1,0 1 147,11-19-150,-6 16-34,-7 14 6,0 10-28,2 12 112,18 17 413,1 8-570,4 6-89,1 9-189,-14-10 1,0-1 98,11 14-48,-8-10 0,-1-3-42,-8-12-796,22 3 567,-13-19 380,5-6 62,9-29 224,-13-6-17,7-9 180,-10-10 72,-12 9-50,-7 15 0,-2-1 162,1-10-106,-8 6-162,-13 31-180,1 12-11,-3 6 0,8 11 0,14-9 28,20 8-17,-1-15 0,27-3 34,-1-19-17,-7 2 0,3-11 118,-13-9-6,-13 1 11,3-14-78,-16 16 132,-16-8-18,-6 16-94,-14-5 63,-3 15 121,-12 12 89,15 4 27,-9 15 98,19 4-133,2 12-186,6 7-70,15 6-269,13 1-369,17 0 139,-10-26 0,3-2-442,5-3 1,3-3 276,3-2 0,3-4-42,4-4 1,0-4 68,2-6 0,-2-3 314,-9 1 1,-1-3-151,12-12 0,-4-3 444,5-14 51,-17 11 1,-2-2 263,-3-19 167,-13 4 44,-11 6-118,-13 10-134,-9 11-12,-15 10 79,-6 12 31,-2 7 751,5 8-668,9 4 481,11 1-626,8 1-142,16 2-244,1-9-231,18 0 1,2-15 114,9-5 6,1-10 180,-5-9-36,-4-6 68,-10-2 183,-6 1 25,-8 4-132,-5 5-226,-4 5-173,-1 6-187,1 4 173,-1 5 205,0 15-61,1-2-79,-2 20-82,8-5-122,7 10-149,11 1-112,13-7-214,10-8-200,8-12 590,5-17-1249,-17-8 1,-1-4 1881,14-9 0,-15 2 0,-3-2-1238,2-8 1677,1-6 31,-13 6 175,-13 4-433,-13 10-396,-4 5 2614,-15 9-2626,5 5 2532,-25 10-2444,12 4 14,-11 10-11,16 2-20,9 0 34,9 0 20,12-4-254,8-4-102,12-6 88,8-8 55,4-10 110,0-11 132,-3-13 106,-5-10-44,-17 7 1,-4-4-25,-2 2 1,-4-1-236,-1-1 0,-2 0 228,-5-2 0,-2 2 128,-10-16-45,-4-5 16,-6 12-413,11 21 117,0 9 34,12 12 89,1 9 227,8 14-242,7 19-108,6 0 0,2 1-21,-5-10 1,1 0-373,14 20 0,1 1-275,-8-12 1,0 0-4212,5 15 1,-1 3 4785,-4-5 1,-3-4 0,0 2-1,-14-31 1</inkml:trace>
  <inkml:trace contextRef="#ctx0" brushRef="#br0" timeOffset="103929">7278 7707 13821,'-50'-15'2098,"1"0"1,7 2 0,6 2-1231,11 3-806,14 3-40,8 3 56,12 1 12,14 0-34,23-2-45,0-1 0,6-1-898,2-1 1,1-2 846,2 0 1,3-1-55,-16 1 1,2 0 0,-2-1-371,12-1 0,3-2 28,-13 4 0,5-1 1,0 0-1,-3 0-270,-2 1 1,-2 0 0,0 1-333,4-1 1,1 0-1,-7 1-2283,16-1 2748,-23 4 0,-18 3 0,-2-1 0</inkml:trace>
  <inkml:trace contextRef="#ctx0" brushRef="#br0" timeOffset="104269">7538 7809 19748,'1'-60'1325,"0"1"1,0 9-1,0 10-1090,-1 16-89,0 17-314,0 6 84,0 13 146,2 35-71,-2-14 1,0 3-861,1 19 1,-1 2 750,-1-12 1,-1 1-482,-1 15 0,-1 3-3142,2-2 0,-1 0-1175,3-3 1,0-2 4862,0-4 1,2-8 0,2-6-1,-2-30 1</inkml:trace>
  <inkml:trace contextRef="#ctx0" brushRef="#br0" timeOffset="105652">8057 8102 22021,'-36'2'56,"0"0"1,-18-1 184,84 7-113,7-7-55,22-6 0,-4-7 39,-5-10-28,-17 3 101,-4-10 128,-16-2-133,-5-4-85,-15-2-34,-11 11-3391,-12 8 3369,3 8 51,-16 8-68,14 10-22,-11 9-17,11 11-33,9 8 16,7-4-206,20 23-102,13-14-56,-3-11 1,3-1-43,2-6 1,4-4-270,2-3 1,2-4-283,20 4-718,-4-18 1,0-6 772,5-4 1374,-13-1 0,6-3 0,-5-1-312,-6-1 0,-2-1 269,13-7 0,-4-3 927,2-14 137,-20 4-596,-13 11 1372,-11-2-1384,-7 15-135,-5-2-621,2 11 715,-8 12-799,7 7-6,-4 14 1,5 10-12,4 9 259,2-7-264,-2 22-6,4-22 6,-1 10 33,3-24 174,2-13 213,3-9-84,3-12-79,6-9 68,7-12 33,3-6-11,1-5-84,0 2-174,-6 10 57,10-3-107,-6 17-17,10-3-6,-2 13-16,3 7 6,0 9-12,-3 9 11,-9-1-11,-2 19 6,-10-13 0,1 9 11,-6-15 62,0-9 184,-1-5 7,0-10-147,2-5-22,2-11 78,3-6 40,5-5-28,6-1-46,4 4-77,4 4-40,1 6 0,2 8-33,2 6-12,1 12-16,-1 9-118,-5 12-303,-5 8-744,-6 6-1278,-1 2-7338,19 2 3419,-9-28 6412,19-11 409,-13-33 5041,1-7-880,1-5-1304,-3 0-1082,-6 4-610,-8 4-443,-7 10-330,-7 6-263,-1 6-347,-3 5 111,-1 1-263,0 3-22,-3 6 17,-3 11-12,-4 15-22,-1 18-6,7-18 1,0 3-646,0 5 1,1 2 625,1 5 0,0 0 14,0 1 0,1 0-1,1-2 1,0-2 8,1-11 1,1-1-4,4 8 0,2-3 1,0 0 27,4 8 23,-6-31 17,-5-16-23,-6-11-11,-2-14-11,-3-18 5,3-16 433,6 23 1,2-1-437,2-5 1,2 0-1629,0-2 0,2 1 1639,0 0 1,1 0 0,0 3 0,-1 0-81,0 4 1,0 0 82,-1 4 1,2 0 2,3-1 1,1 2-20,7-10 5,17-6-16,7 27-9,-12 9 0,3 4-3,3 3 1,2 5-1,1 6 1,-1 6-1,-2 5 0,-2 5-2,-6 4 0,-3 5-1,-7-1 1,-6 2-9,-17 31-6,-9-33 1,-7-2-188,-10 1 0,-6-2-3613,-8 1 1,-3-2 3822,3-3 0,1-2 0,14-7 0,3-2 0,-7 2 0</inkml:trace>
  <inkml:trace contextRef="#ctx0" brushRef="#br0" timeOffset="118149">5168 11030 17606,'-5'53'-52,"-1"-1"1,1 1 0,-1 0 0,1-2 0,-1 1-1,0-1 1,0-3-653,-1 7 1,-1-3-1,1-1-2573,1 0 0,1 0 0,0-2 3147,1 12 0,1-5 0,2-20 0,1-5 1,1 2-1</inkml:trace>
  <inkml:trace contextRef="#ctx0" brushRef="#br0" timeOffset="119149">5164 11095 10041,'-1'-5'6967,"1"1"-5701,0 4-1109,3-24-17,17 13-39,18-20-59,-5 22 0,5 3-379,8-4 1,3-1 356,10-2 0,2 1-465,-16 2 0,2 1 1,1 0 453,3-1 0,2 0 1,0 0-18,4 0 1,0 0 0,1 0-3,2 0 1,1 0 0,1 0-391,-14 3 1,0 0 0,0 0 0,-2 0 397,4 0 0,-2 0 0,5 0-13,-3 0 0,5 0 1,2 0-1,-1 0 0,-5 1 30,7-1 0,-4 1 1,3-1-377,-1 1 1,4-1 0,0 0 0,-4 2 363,5 0 1,-3 1 0,-2 0 5,-7 2 0,-1 0 1,-1 1-68,0-1 1,0 1-1,3 0 77,2 0 1,4 0 0,0 1 0,-7 0-6,5 0 0,0 0 19,-2 0 1,8 0-1,-1 0 1,-8 0 33,3 0 1,-4 0-5,-7 0 0,3 0 1,-7 0 1578,20 0-382,-31 1 808,-18-1-1922,-9 1 1870,-1-1-2262,0 5 1400,-4 2-1120,-2 11 5,-6 9-5,-4 15-1,-4 18-19,9-20 0,0 1-447,2-5 0,0 4 433,3 11 0,0 6 0,3-1-554,3-10 0,3-2 1,1 3 536,0 3 0,0 3 0,2 1 1,2-2-33,6 7 0,2-1 0,1-2-37,1-2 0,0 0 1,0-2-9,-1-4 1,-1-1 0,-3-1 25,3 15 1,-8-3-198,-9-9 0,-7-3 293,-8-8 0,-8-4 8,-7-5 1,-7-4-1,-7-4 1,-4-5-9,-11 0 0,-2-5-461,10-2 0,-4-1 447,7-4 0,-5-1 0,-1-1 0,2 1-367,-4-2 1,2 0 0,-3 0 353,9 0 0,-4 0 0,-1 0 0,1-1 0,0 1 3,-5-1 0,0 0 1,0 0-1,1 0-2,-3 0 1,0 0 0,-1 1 0,1-1 1,-3 1 0,1 0 1,-1 0-1,-1 0-190,12 0 0,0 0 1,0 1-1,-1-1 1,0 1 196,-1 0 0,-2-1 0,1 2 0,0-1 1,-1 0-4,-1 0 1,-1 0 0,1 0 0,-1 0 0,0 0-86,0 1 0,0-1 0,0 0 0,0 1 0,1-1 74,1 0 1,0 0 0,0 0 0,1 0-1,1 0-203,-9 1 1,1-1 0,2 1-1,1-1-420,8 0 0,1 1 1,2-1-1,2-1 626,-4 2 0,4-1 0,4-1 0,6 1 0,5-1 0,-2 0 0</inkml:trace>
  <inkml:trace contextRef="#ctx0" brushRef="#br0" timeOffset="119748">10801 11085 15901,'7'-62'1983,"0"0"1,0 3 0,-2 14-1949,-5 34-160,-2 2 41,-3 23 130,0 1-11,-3 17 0,0 5-26,1-1 1,1 2-492,-4 21 1,1 3 465,1-2 0,1-1-793,1 3 1,0 0 541,1 0 1,0 0-784,1 1 0,0-1-1976,1-3 1,1-1 3015,4-1 1,0-6 0,0 7-1,4-18 1</inkml:trace>
  <inkml:trace contextRef="#ctx0" brushRef="#br0" timeOffset="120315">10782 11012 10769,'26'-50'99,"1"0"0,6 1 0,5 10-105,-4 26 0,4 6-1329,15-7 0,4 1 1357,-14 3 1,2 0-1,1 0 90,5 0 0,0 0 0,2 0 172,3-1 0,1 0 0,2 0-76,2 1 0,1-1 0,1 1 327,-12 3 0,1 0 0,0 0 0,1 0-650,4 0 1,0 1 0,1 0-1,1 1 159,-10 1 1,1 0 0,1 0 0,0 1 0,3 0 16,1 0 1,2 1 0,2 0-1,-1-1 1,-1 2 0,-3-1-36,7 0 1,-4 0 0,1 0-1,3 1 13,-8 0 0,4 0 1,2 1-1,-1-1 0,-2 1 1,-4-1 27,4 1 0,-4 0 0,-1 0 0,2 0-19,-3 0 0,2 0 0,0 0 1,0 0-1,-1 0 18,7 0 0,-1 0 0,-1 1 0,-1 0 23,8-1 1,-1 2 0,-2-1-143,-7 2 1,-1 1 0,-6-1 97,-2 1 0,-5 1 771,22 6-508,-43 9 1374,-6 4-1442,2 34-111,-9 4 1041,-2-28 0,-2 1-1120,-1 10 1,-2 2-56,1 0 1,-1 4 17,0 4 0,1 6 1,0-1-24,1-5 1,1 0 0,0 1-733,1-5 0,0 2 0,1-2 0,-1-2 730,2-4 1,0-2 0,0 0-1,0 7 1,0 1 0,-2-3-446,-5 6 0,-4-1 462,-3 8 1,-6-2-130,-8-9 0,-6-6 157,-4-6 1,-9-6 9,0-13 0,-7-3 0,2-3-24,-5 1 1,-4-4-296,10-4 1,-5-2-1,-2-1 1,3-1 291,-10-2 1,1-1 0,-4-1-7,16 1 0,-2-1 0,-3 1 0,0-1 1,-3 0 1,-1-1 0,-4 1 0,0-1 0,-1 0 0,1 0 0,5 0-4,-10 0 1,5 0-1,0 0 1,-4 0-47,8 0 0,-3 0 1,-1 0-1,-2 0 0,2 0 1,2 1 40,-4-1 0,1 1 1,1-1-1,1 1 1,2 0-175,6 0 0,2 0 0,1 0 0,-1 0 0,-3 0 171,-4 0 0,-2-1 0,-2 1 0,0-1 0,2 1 0,4-1-24,-4 1 0,3-1 0,2 0 1,-3 1-59,3-1 0,-2 0 0,-1 0 1,0 0-1,2-1-393,-8 0 1,0 1-1,1-2 1,1 1 474,4-2 0,0 1 0,3-1 0,4 1 0,-11-1 0,8 0 0,12 0 0,1 0 0</inkml:trace>
  <inkml:trace contextRef="#ctx0" brushRef="#br0" timeOffset="120824">16816 11099 15664,'9'-43'1610,"-1"-1"0,1 1 1,1-14-1,-2 7-1195,1-5 274,-6 17-280,-3 22-381,0 8-17,-2 21-17,1 25 1,0 5-1,2-5 1,1 5-746,0 15 0,1 3 685,-1-19 1,0 1 0,0 2-238,0 8 1,1 2 0,-1-5-150,-1 1 1,1-1-1957,1 15 0,2-4-2707,1-4 5115,0-12 0,0-6 0,-1-20 0,-1-3 0</inkml:trace>
  <inkml:trace contextRef="#ctx0" brushRef="#br0" timeOffset="121382">16765 11092 12913,'16'-60'1103,"0"0"1,1 19-1,3 0 1,4 5-1037,10-3 0,6 6-1516,-5 8 1,4 3 0,-1 3 1450,6 1 1,3 4 0,-4 2 1,5 2 0,1 0-518,11 1 0,2 0 0,1 1 532,-13 2 0,1-1 0,0 1 0,2-1 13,-4 2 1,4 0-1,-1 0 1,-1 0-1,-3 1 67,10-1 1,-3 1 0,1 0-42,-5 1 0,2-1 1,0 1-1,1 1-19,1 0 0,1 1 0,0 0 0,0 0-15,2-1 1,0 1 0,0 0 0,2 0-266,-7 0 1,1 0 0,1 1 0,-1 0 0,-5 0 273,8 0 0,-5 1 0,4 0 61,3 0 1,3 1 0,1 0 0,-4 1 70,0 1 0,-4 0 1,4 1-100,1 0 1,6 0 0,-1 1 0,-5 0-22,-6-1 1,-4 1 0,2 0 72,0 1 1,3 1 0,-1 1 0,-4-1 80,13 3 1,-2 0-52,-7-1 1,4 1 0,-6 0 486,-4 1 0,-6-1-561,13 3 854,-20 0-843,-26-8 2415,-3 4-2353,-7 3 1751,-2 2-1678,-14 24-74,-7 3-95,3-8 1,-1 1 386,4-7 0,-1 0-389,-16 23 0,-3 2-1201,10-12 1,0 0 1146,-7 9 1,0 2-6,2-1 0,0 0-19,12-14 0,0 1 0,0 0-23,1 1 1,-1 0 0,1 1-10,-3 5 1,0 1 0,1-4-181,3 0 0,-3-3 189,-4-5 1,-5 0 0,1-4 43,4-7 1,-3-2-405,-18 7 0,-10 1 1,1-5 416,13-10 0,2-4 0,-4-1-442,-5 2 1,-5 0 0,0-1 0,2-2 439,0-1 0,2-2 0,-5-1 4,1-2 1,-5-1 0,-3 0 0,1-1-1,3 0-10,-1-1 0,3-1 0,-1 0 0,-4 0-103,7 0 1,-4 0-1,-2 1 1,0-1 0,0-1-1,4 1 22,-4 0 0,2-1 0,2 0 0,-1 0 0,1 1-116,2-1 1,0 1-1,1-1 1,0 1-1,1 0-543,-8 0 0,1 0 0,1-1 1,2 1-973,6 0 1,1 0 0,1-1-1,3 1 1641,-4-1 0,3 0 1,4 0-1,2 0 1,6 0-1,-1-1 0</inkml:trace>
  <inkml:trace contextRef="#ctx0" brushRef="#br0" timeOffset="121881">22080 10896 19064,'-7'-42'771,"0"1"0,1 4 0,1 9-1012,5 19 174,0 18 168,3 18-73,3 28-31,0-16 0,0 4-896,1 8 0,0 1 871,-1-8 0,-1 0-235,1 12 0,-1 1-1918,-3-4 0,0 0-628,-1-1 0,0-1 2809,-1 3 0,0-6 0,-1-7 0,1-13 0</inkml:trace>
  <inkml:trace contextRef="#ctx0" brushRef="#br0" timeOffset="122392">22270 10915 17496,'-29'-53'666,"1"1"1,5 4 0,15 9-667,47 21-1001,-3 10 1,6 2 1017,13-1 0,6 1-791,-12 2 1,2 1 0,-1 0 784,-7 1 1,-1-1-1,4 0 17,5 0 0,6-1 0,0 0 0,-3-1 0,0 0 0,-3-1 0,3-1-106,1 1 1,5-1 0,0 0 0,-3 0 93,5-2 1,-2-1 0,-1 0-6,-2 1 0,0-1 1,-2 1 1,-2 0 0,0 0 0,-2 0 2,-2 2 0,-2-1 0,0 1 9,-3 0 0,0 1 1,-2 0-97,14-2 0,-3 0 405,-10 2 0,-4 0 1195,13-4-1085,-28 5 2065,-15 2-2402,-10 2 1683,-7 5-1767,-7 4 633,-9 11-616,-7 11-16,6-1 2,8 4 0,2 5 3,7-6 0,1 2-422,-2 19 1,3 4 410,9 0 0,2 0-14,0-10 0,3 3-5,4 4 0,3 6 0,0-4 2,2 5 0,-1 0-536,-1-3 1,-1 3-1,-2-3 517,-5-14 1,-2-1-1,-4-2 10,-7 16 1,-8-4-507,-10-5 1,-9-5 539,-10-4 1,-8-5-11,11-14 0,-2-2 0,-3-3-4,-6 0 0,-2-4 0,-1-1-462,-7-2 1,-2-2 0,-2-2 415,11-2 0,-1-2 0,-2-2 0,1 0-476,-5 0 0,-1-2 1,0-1-1,0-1-54,10 0 0,1 0 1,-1-1-1,0-1 1,1 1-1894,-10-3 0,-1-1 1,3 1-1,2-1 1945,0 1 0,3-1 0,4 1 0,-4-2 0,11 3 0,18 3 0</inkml:trace>
  <inkml:trace contextRef="#ctx0" brushRef="#br0" timeOffset="123442">5786 11683 12808,'-9'-53'3800,"1"-1"0,2 9-3731,-1-12 1,1 3 793,7 20 2,1 7-585,0 3 24,1 10-327,-1 21 57,4 17-23,3 28-14,-3-15 1,1 4-352,1 9 1,0 3-387,1 6 0,1 2-2443,-2-17 0,0 0 0,0 0 3183,4 14 0,-1-4 0,-3-16 0,-1-6 0,3 5 0</inkml:trace>
  <inkml:trace contextRef="#ctx0" brushRef="#br0" timeOffset="123681">6647 11029 23842,'-22'42'19,"1"1"0,0-1 0,1 4 0,2 1 0,6 2-40,8 2 1,6 3-1,1 3-1595,1-3 1,1 4 0,1 0 0,-1-4 1237,1-1 1,-1-3 0,3 3-1535,1 1 1,3 5 0,1-2 0,-1-7 1731,6 6 1,0-6-1,-3-2 1,0-6-1,4 1 1</inkml:trace>
  <inkml:trace contextRef="#ctx0" brushRef="#br0" timeOffset="124283">7044 11594 15051,'7'-49'427,"1"0"1,-4 10-1,1 7 2317,2 13-2766,-4 16 22,9 22 11,-2-3-5,9 18 1414,-2 8-1426,-2 9 3,-7-16 1,-1 0 429,-3 1 0,-1-1-422,-4 2 1,0-3 3397,-2 10-3241,-3-6 146,5-33-179,1-5-11,8-24 56,10-14-79,-3 9 0,2-3-304,11-13 1,1-1 250,-8 14 0,1 0 39,11-11 1,2 2 35,11 0-78,-13 17 1,0 3-40,11-2-12,-10 16 1,-1 6-6,-5 9-72,24 21-603,-30-3 0,-3 2-1016,15 19 1297,-8-5 1,-3-2-1,-9-16 1,7 12-1</inkml:trace>
  <inkml:trace contextRef="#ctx0" brushRef="#br0" timeOffset="125291">11551 11334 20567,'-27'-56'28,"7"17"1370,29 62-1387,0 4 17,3 9 5,-6-13 570,-8 3-429,-14-5 260,-5-4-199,-8-4-6,6-19-139,9-3 924,4-18-851,9-25-38,9-9-397,-1 22 0,3 0 310,2 6 0,1 3 40,10-13 15,6 9-20,0 21 4,1 10-30,3 19-68,-7 23-2,-14-10 1,-4 4-10,-1 7 0,-4 3-545,-7 7 0,-6 1 533,-7 5 0,-6-1-436,2-16 0,-2-1 1,-2-1 423,-5 7 1,-5-2 37,2-7 1,-4 0-1,2-5-322,3-7 0,1-3 401,-12 7 1,2-7 112,-1-24 6,20-20-68,15-15-56,20-3 782,4 11-830,10 11 0,6 2-16,-4 7 0,2 1 551,17-5 0,4 2-675,-2 4 1,2 2-217,1 0 1,1 2-446,0 1 1,-1 2-1536,-2-1 1,-1 2 2327,-9 0 0,-4 1 0,10-1 0,-24 1 0</inkml:trace>
  <inkml:trace contextRef="#ctx0" brushRef="#br0" timeOffset="125516">12496 10790 22699,'-6'-49'1217,"0"0"1,0 5-1,0 8-1110,2 17-40,-1 13-56,3 28 6,2 26-1,1-6 1,0 2-581,0-3 0,1 3 543,-1 12 1,2 7 0,-2-2-517,0-11 1,0-1-1,0 3 356,-1 2 1,-1 5-1,1 0 1,-1-2-972,0-5 1,0-2-1,0 0 1,0-3 512,-1 6 0,1-3 1,-1 0 638,1 2 0,0-1 0,0-8 0,1 9 0,0-4 0</inkml:trace>
  <inkml:trace contextRef="#ctx0" brushRef="#br0" timeOffset="126057">13062 11317 21343,'11'-53'756,"0"0"1,-3 3-1,3 15-605,2 29-89,2 7-23,6 12 0,0 17 6,-2 19 6,-8 12-29,-8-29 0,-1 1 40,-8 28 100,-11-2-94,2-22 55,-12 1 62,9-23 212,-1-2 113,6-13-454,9-7 45,13-26-11,11-16-46,-3 12 1,3-3-1512,4-5 0,0-1 1498,-4 9 0,2 0 89,12-12 1,1 4-238,-11 20 1,0 3 155,9-8 1,2 4-127,14 9 87,-11 14-9,-9 15 1,0 6-36,16 27-425,-12-8 0,-1 4 119,-3 2 0,-3 2-804,1 2 0,-2 1 1097,1 5 0,-2-4 0,3 6 0,-5-9 0</inkml:trace>
  <inkml:trace contextRef="#ctx0" brushRef="#br0" timeOffset="126857">17313 11232 12315,'-3'-3'5113,"1"1"-3886,2 2-263,5-65-135,7 31-494,-3-8 1,2-1 101,16 9-202,3 6-50,12 8-168,-11 11-6,5 3 12,4 21-40,-5 5 3,-9-1 0,-1 3-48,12 28-130,-21-20 0,-5 1 153,-1 3 0,-5 0 16,-6 1 1,-4-1 19,-4-2 0,-4-2 37,-23 19-68,-7-14 157,3-14 91,4-11-58,12-8 365,1-18-157,17-5-22,1-16-118,17 1 202,11 2-342,14 6 76,10 7-126,7 10-29,4 14-16,1 14-306,-28-3 0,-2 4 314,1 3 0,-2 2-14,-3 2 1,-3 1-24,7 30 7,-34 0-1,-14-14-204,-18-14 0,-9-3-917,10-8 0,-3-3-340,-17 6 0,-3-2-2712,9-9 1,3-2 4206,5-2 0,5-3 0,-11 0 0,24-2 0</inkml:trace>
  <inkml:trace contextRef="#ctx0" brushRef="#br0" timeOffset="127116">18291 10729 20442,'2'-3'2627,"-1"0"-2039,-1 3-459,19 73-54,-10-28 1,-1 4-608,5 10 1,0 4 544,-6-14 0,-2 2 0,-1-3-565,-2 7 0,-1 0 376,-2-10 1,-1 1-1,0 0-416,-1-3 0,0 0 0,0-2-2528,-3 16 1,0-3 3119,2-9 0,1-6 0,0-1 0,3-26 0</inkml:trace>
  <inkml:trace contextRef="#ctx0" brushRef="#br0" timeOffset="127500">18913 11097 23047,'12'54'160,"-1"1"1,-1-3-1,-1-3-68,-4-11 1,-2-3 8,-1 17 235,-17 7-123,-4-27-6,-13 5 95,5-23 51,4-11-72,9-15-46,6-15-56,12-19-115,4 15 1,4-3-868,6-5 1,4-2 866,6-2 0,4 2-8,3 0 0,3 3-74,6 1 0,1 5 24,-14 12 0,0 3 2,7 0 0,1 8-22,-6 16 0,-2 6-17,3 2 1,-2 2-271,0 4 1,-1 4-17,-2 7 1,-3 3-945,-5-6 1,-2 1 1260,6 11 0,-3-1 0,3 4 0,-9-7 0</inkml:trace>
  <inkml:trace contextRef="#ctx0" brushRef="#br0" timeOffset="128173">22659 10956 22778,'9'-44'435,"-1"1"0,0 3 0,-3 12-452,-6 23-11,-2 11 28,0 2 56,-6 31-34,3-11-3,0 3 1,-1 3-6,-1-1 0,1 0-11,0 1 0,0-1-3,-7 28 6,8-16 10,5-19 74,6 0 11,2-12 16,4-7 175,22-17 10,17-14-64,-14 4 1,2-1-74,-5-1 0,0 1-14,16-14 196,-15 10-229,-20 15-107,0 0-11,-10 8-11,-2 13 17,2 7-40,-1 17 0,-1-3-134,-1 16-863,-7 5-609,-2 1 368,-1-5-8559,-1-11 7751,7-24 0,0 1 0,3-13 0</inkml:trace>
  <inkml:trace contextRef="#ctx0" brushRef="#br0" timeOffset="128398">23286 10799 20694,'14'-43'1105,"0"0"0,-4 6 1,0 10-989,-5 22 32,-4 20 30,-1 19 6,-2 27-539,-1-19 1,-2 4 395,-3 8 0,-1 3-352,1-16 1,-1 1 0,-1 0 279,0 0 0,-1 0 1,0-1-176,-4 17 1,0-1-1763,3-8 0,2-1 1006,3-7 1,3 0-2356,4-4 0,3-2 2849,6 24 0,-1-24 0,-1-15 0</inkml:trace>
  <inkml:trace contextRef="#ctx0" brushRef="#br0" timeOffset="128774">23555 11143 20128,'2'-8'3658,"0"1"-3042,-2 7-196,0 0-331,20-26 7,-22 53-52,17-26 12,-20 40 0,-10 14-28,8-22 0,-1 0-3,-2 12 1,0 0 24,-2 13-11,3-16 52,5-14 312,2-13 414,5-14-654,9-14-118,1-2 50,21-21 34,4-2-314,-10 13 1,1 0 262,1 0 1,1 0-20,-1 3 0,0 1-29,-3 4 1,0 1-8,20-5-12,-5 11-28,-1 18-33,0 13-197,2 15-1007,-7 11 1254,-13 11 0,-11-27 0,-10-1 0</inkml:trace>
  <inkml:trace contextRef="#ctx0" brushRef="#br0" timeOffset="129764">8764 11788 11833,'-54'2'1729,"0"0"0,0 0 0,22-1-1668,34-1 410,18 0-46,26-1-232,-6 0 1,5-2-1003,-4 0 1,3 0 0,-1 0 901,16-2 0,4-2 10,-8 1 1,6-2 0,4-1-1,-1 0-67,-12 2 0,1-2 0,0 1 0,0 0 0,-1-1-328,1 1 1,-2 0-1,1 0 1,0 0-1,2-1 294,7-1 0,3-1 1,0-1-1,-2 1 0,-5 0 6,-6 2 1,-4 0-1,-1-1 1,2 1-1,8-3 0,2 0 1,1 0-1,-3 0 0,-5 1 1,-2-1-1,-1 1 1,-1 0-99,5-1 1,-2-1 0,-4 1 232,3-2 0,-9 0 13,-9-5-133,-38 8 30,-29 6 0,-13 5 70,6 0 1,-2 2 98,1-1 1,-4 1-1,4 0-49,-2 0 1,0 1 336,-11 2 0,2-2 1984,-4 0-2262,20-1 1,3 0 198,1-4 520,14 1-777,11-1-141,8 1-5,14 0-11,20 1-11,30 5 290,-18-1 0,2 2-159,8 3 1,0 3-51,1 2 0,-2 3-174,-5 3 0,-4 4-244,-8 2 1,-8 4-866,-10 2 0,-9 4 1014,-15 7 1,-7-3 0,-1 7-1,-16-3 1</inkml:trace>
  <inkml:trace contextRef="#ctx0" brushRef="#br0" timeOffset="130541">14421 11498 20599,'55'-2'118,"-1"0"1,1 0 0,5 0 0,1-2-1,0 0-109,-14 0 1,1-2 0,0 1 0,2-1-1425,8 0 0,1 0 0,1 0 0,2 0 1412,-8 1 1,2-1 0,0 1 0,0 0 0,2 0-217,2 0 0,2 0 0,0 1 0,0-1 1,0 1 214,-9 1 0,1 0 0,0-1 1,-1 1-1,1 0 0,-1 0-50,9-1 0,0 1 1,-1-1-1,0 1 1,-1-1 51,-5 1 1,-1-1 0,0 1 0,-1-1 0,-1 0-266,11-2 0,-1-1 1,-2 0-1,-5 0 276,-6 1 0,-5 0 1,-1-1 20,17-3 1,-11-3 1266,-21-5-1269,-32 2 12,-29-5 4,-3 12 1,-6 4 174,-11-1 1,-2 1-145,8 1 1,-3 1 157,0 1 1,-4 1 0,4 0 438,0 1 1,1 0-569,5 0 1,-1 0-1,3 0 1107,4 0 0,4 1-998,-10 0-62,22 0-27,15-1 2479,10 0-2530,14-1 1010,5 0-1067,15 1 1,6 1-11,-6 3 0,1 3-313,20 2 1,1 4 297,-9 5 1,-2 2-12,-3 2 1,-3 2-37,-7 1 0,-5 3-146,-7 0 1,-8 2-1547,-9 32 1748,-17-24 0,-6-3 0,-2 5 0,-8-4 0</inkml:trace>
  <inkml:trace contextRef="#ctx0" brushRef="#br0" timeOffset="131274">19806 11312 19922,'58'-5'45,"1"1"1,0-1-1,-7 2 1,4 0 0,1 0-1,0 0 1,-4 1-1053,-1 0 1,-2 2 0,0-1 0,3 0 1003,6 0 1,4 0 0,2 0 0,-1-1 0,-2 1-6,-6 1 0,-1-1 0,-1 1 0,0-1 1,0 0-199,1 0 1,0 0 0,0 0 0,-1-1-1,-3 1 207,2-1 1,-3 1-1,-1-1 1,3 0 9,-1-2 0,2 0 0,1-1 1,-3 0-1,-4 0 103,4-2 1,-5 0 0,2-1-102,15-2 0,2-2 0,-6 0-28,-7-2 1,-7-2 137,-14 1 1,-5 0 1571,2-8-1583,-49-19-73,-26 9 3,5 9 0,-5 0 704,-5 4 1,-3 3-599,-1 1 1,0 2 19,4 4 0,3 1 501,8 4 1,4 1-575,-13 1 725,21 5-809,17 1 0,8 2 17,5 2 50,8 8 1,14 9-6,21 15-42,-13-14 0,3 1-37,8 6 1,1 2-9,4 4 0,-1 1-169,-1 1 0,-3 1 129,-6-1 1,-7 1-48,-8-4 1,-8 0-334,-13-4 0,-8 0-1969,-10-1 0,-7-3 2403,-4-3 0,-1-4 0,-13 7 0,15-13 0</inkml:trace>
  <inkml:trace contextRef="#ctx0" brushRef="#br0" timeOffset="132974">24401 11055 13530,'-53'4'2083,"0"-1"1,3 2 0,19-5-1905,33-5-167,8-1 144,27-10 12,19-1-776,-13 7 0,3 0 650,8 0 0,3 2 27,-8 1 0,3 0 0,-3 1-27,2 0 0,-1-1 115,2-1 0,2-3 0,-9 2 61,1-4 57,-9 3 0,-6-3 208,-20-6-411,-16 2-55,-15-9-6,-7 9 146,-30-5-28,26 13 218,-21-6 946,34 10-1276,3 1-22,11 3-7,5 1 29,4 1 34,16 11-35,-2-2 4,8 7 0,2 1-15,2 2-5,-1 1 0,1 1-11,3 12-17,0 13-81,-24-15 0,-6 1-457,-13 26 56,-7-2-795,-2-29 0,-1-1-5477,-15 14 6782,-1 1 0,14-17 0,11-14 0</inkml:trace>
  <inkml:trace contextRef="#ctx0" brushRef="#br0" timeOffset="133741">25449 10915 17031,'1'-5'4676,"-1"2"-3913,0 3-702,2 4-10,0 27-29,1 3-11,0 12 12,-1 5 5,-2-26 106,-6 15 107,-3-23-2989,-8-1 3022,5-8 359,-1-15-342,10-9-167,0-7 66,12-15 18,18-10-113,8 0-62,-11 21 1,2 2 5,17-7-33,-11 12-51,9 8 17,-26 12-22,12 11-45,-14 13 3391,0 3-3638,2 19-408,-4-3-516,1 15-319,1 0-975,2 1 1261,2-24 694,4-9 515,-4-24 208,6-14 699,3-18 124,-2-3-386,-2-3 1226,-8-4-1232,-8 20 801,1-16-1003,-7 24 387,2-7-605,-2 14-40,0 0-128,0 5-162,2 0 178,2 6 34,5 6-11,8 9 0,6 5 0,-2-4 12,10 4 49,-12-15 57,6 2-12,-8-18 12,1-8 78,2-10 89,-2-8 35,-2-4-175,-6 6 281,-1-16-364,-6 26 11,1-14-84,-3 26-62,-1 2-1591,0 4 40,3 11-1546,2 6-4891,3 13 8061,-2-1 0,-1-9 0,-3-9 0</inkml:trace>
  <inkml:trace contextRef="#ctx0" brushRef="#br0" timeOffset="134303">26262 11278 23338,'41'-26'392,"0"0"0,-3 0 0,-7 1-286,-15-2 90,-1-25-151,-8 20 16,-3-8 1,-1-1 5,-2 1 87,-2-4 0,-1-1 99,-1-4-119,1 15 1,0 1 128,-2-8-39,2 12-95,0 13-112,1 10-141,0 4 12,-2 5 112,-4 12-5,-5 16-46,-5 19 37,8-18 0,0 2 11,0 2 1,1 1-410,3 1 0,0-1 417,2 20-207,9-19 0,5-2 202,16 9-3,-3-13 1,3-4-4,16 2 14,-7-17 1,1-6 30,11-10-66,-15-2 1,-1-5 70,8-24 1,-10-14-17,-12 4 8,-12 2 1,-2-3-181,-3 13 0,-2 0 214,-1-14 0,-2 0 93,-6-16 77,-3 16-122,4 18 849,3 10-945,4 13 332,1 2-388,0 13 124,1 15-118,5 24 8,-1-13 0,2 2-258,2 8 1,1 2-65,1 5 0,0 1-748,-1 0 1,-2 1 1089,-1 1 0,-1-3 0,-1 6 0,-3-14 0</inkml:trace>
  <inkml:trace contextRef="#ctx0" brushRef="#br0" timeOffset="139582">6562 13541 22554,'0'-5'1837,"0"2"-1815,0 3-11,-48 64-1184,38-36 1,0 4 1095,-7 6 1,-3 6 0,5-1-339,8 11 1,7-1-947,1 5 0,2-1-2160,3 2 1,0-2 739,0-11 0,1-2 2781,0 4 0,-1-6 0,-2-9 0,-1-2 0</inkml:trace>
  <inkml:trace contextRef="#ctx0" brushRef="#br0" timeOffset="139815">6203 14421 15289,'-8'-2'7668,"3"0"-6615,5 2-829,0 0-179,-39-16-1,46 16 24,-23-14 60,59 19-44,-6-7 76,-2-6 0,3-4-93,-7-1 0,2-2-506,18-7 1,4-2 323,-2 0 0,0 0-1107,4-1 0,0 1-2634,-1 2 0,-2 1 3305,-10 4 0,-4 1 0,9-2 1,-28 10-1</inkml:trace>
  <inkml:trace contextRef="#ctx0" brushRef="#br0" timeOffset="140275">6216 15120 24581,'5'60'5,"0"1"1,0 2 0,0 0-93,0-3 0,-2-1-537,0-17 0,-2 1 0,0 1-618,-3 10 1,-1 1 0,1-3-171,-1 2 1,1-1 1411,-2-5 0,-1 2 0,2-10 0,0-3 0,0 10 0</inkml:trace>
  <inkml:trace contextRef="#ctx0" brushRef="#br0" timeOffset="141192">5969 15883 13396,'-5'-10'8423,"1"3"-6971,4 7-780,-28-62-532,21 46-177,-9-18 1,7 6 13,32 27 1,-2 1-56,34 2-51,3-1-425,-17 1 1,3-1 460,3-2 1,1-1 10,2-2 1,-2-2 36,-10 2 1,0-3-333,11-6 1,-3-3 298,11-10 89,-19 7 0,-1-1 78,5-13 315,-13 1-197,-16 13 252,-7 3-78,-8 12-140,-3 0-45,-5 2 826,-6 2-944,-5 4 447,0 7-537,2 8-4,6 8-29,5 4-28,8 0 28,9-6 17,9-6 39,10-10 23,5-9 44,13-22-44,-15 2 56,10-23 16,-22 9 45,-1-9 264,-10-1-112,-8 12-130,-9 6-134,-1 16 1,-15 8-18,-2 13-16,-12 12-23,-2 17-512,6 11 501,11 7-89,11 2-300,17-3-9,19-8-28,19-11 191,-6-23 0,5-7 170,2-8 1,-1-4-1484,-3 1 0,-3-3 1579,-5-5 0,-3-4-1166,17-23 1213,-18 13 127,-4 1 0,-2-2 47,-4-9 118,0-6-22,-9 6 2707,-5 12-2809,-1 11 1788,-2 8-2140,0 4 242,4 12-108,-1-2 0,7 20 11,-2-1-5,-1 10-1,-3 1 6,-8 2 1,0-15 100,-3-3 123,5-20-95,1-8-112,-1-10 39,1-22-39,2 7 62,7-24 44,6 13 0,9-12-33,6 7-3409,10 4 3314,-12 19-1,14 6-5,-14 16 6,7 9 5,-1 11-39,0 23-5,-13 1-7,-4 3-223,-12 1-476,-4-14-986,4 0-5397,12-13 7122,0-13 0,1-6 0,-8-4 0</inkml:trace>
  <inkml:trace contextRef="#ctx0" brushRef="#br0" timeOffset="141665">7804 15534 25275,'17'3'634,"-5"45"-604,-13-6 1,-4 5-999,1-4 0,0 2 0,0-3 957,-2 7 0,0-1-3,-1 14 0,0 1-23,2-8 1,2-2 19,1-4 0,0-3 20,2-7 0,1-6 959,7-9-923,-3-24 62,11-29-56,-8 3 5,0-3 0,-1-5 45,-6-4 1,-4-2-717,-1-5 0,-2 0 649,0-1 0,-2 0 42,-5-2 0,-1 0-80,2 11 1,0-2 224,-3-19 1,0 1-149,6 19 1,0 0 58,1-21 0,3 3-54,5 11-22,3 7 1,4 0-12,12-1-22,1 13 0,5 1-6,28-10-14,-17 18 1,3 6-1,0 8 0,-1 5 3,24 7-9,-25 5 1,-3 7-9,-9 6 1,-5 4-7,0 0 1,-5 3 13,-7 8 1,-9 0 13,-9-5 1,-6-3-12,1-6 1,-3-1-32,-9 3 1,-4-3-135,-4-6 1,-1-3-133,1-2 1,0-1 640,1-2 0,1-5-4993,-20-12 4655,30-3 0,-2-2 0,18 3 0</inkml:trace>
  <inkml:trace contextRef="#ctx0" brushRef="#br0" timeOffset="142432">7551 15691 24654,'-7'-32'426,"0"0"0,0-18-309,25 43-44,7 10-11,4 11-18,2 13-16,-6 13-246,-10 12-1062,-13-21 1,-3 2 1279,-6 7 0,-2-1 0,-1 5 0,-4-2 0</inkml:trace>
  <inkml:trace contextRef="#ctx0" brushRef="#br0" timeOffset="193212">6019 9770 17588,'-11'-44'1233,"0"0"1,0 0 0,-5-19 0,1 10-378,5 23-11,1 7-917,5 15 249,2 19-93,3 21-50,4 27-15,-2-18 1,0 1-287,1-5 1,0 2 263,1 22 1,0 1-261,-1-20 1,-1 0 281,2 16 1,-1-2-14,2 6-6,-2-19 112,1-18 342,-2-13-135,1-1 230,2-27-482,3-7-44,3-8 592,6-15-554,4-8-49,-3 10-1,-2 11 0,2 2-22,5 3 850,14-5-855,2 20-12,10 10 0,-7 6-70,-4 7 0,0 3-699,17 13 516,-16-5 1,0 2-135,-9-2 1,-3 1-113,-2-1 1,-1 1-678,15 14 61,-11-10 673,-8-12 509,-8-11 269,3-13 454,2-16-62,-2-6 551,0-7-506,-10 12-398,-3 10 398,-4 4-600,0 9-161,0-1-298,0 5 320,9 6 10,14 2-16,22 2-8,-12-6 0,3-1-4,6-4 1,1-3 19,3-2 1,-1-2-264,-3-4 1,-4-2 293,15-10 79,-16-7 27,-25 7-44,-14-8-67,-15 7 6,-18 1-18,4 11 17,-12 4 6,9 6 520,-13 8-576,13 8-6,3 11 11,18-2-27,6 12-108,12 10-55,8 3-145,16 6-23,16-17 170,-15-22 1,3-3 28,4-4 0,2-4 69,3-6 1,0-3 70,-8 0 0,0-2 0,16-11 0,-1-4 50,-17 7 0,-1-2-329,12-8 0,-3 1 416,2-8 202,-13-3 308,-18 9-247,-6 2-168,-11 6-112,-10 13-32,-10 7 723,3 3-763,-11 12-40,15 1 0,-4 8 11,16-6-16,7 9 11,4-14-12,13 13 17,1-16 57,11 1 50,1-12 5,0-11-33,-6-1 185,5-19-45,-13 9 50,5-7 11,-12 11-111,-3 8-135,-3 4-180,-2 5-21,1 2 66,4 7 35,2 1-477,19 20-393,3-3-222,21 12-287,7-11 287,-23-17 1,2-2 737,24 1-313,-6-9 0,2-4 150,-17-1 1,0-3 843,14-2 0,-1-4 297,-17 1 0,-6-3 741,14-17-122,-19 2 140,-15-1-1031,-10 13 84,-20 3-90,-16 16-50,-21 11-157,4 2-25,14 3 0,1 4 877,-2 5-947,-5 12 764,35-13-730,21-7-1,14-7-10,19-7 5,14-14 5,-25 2 1,1-3-195,0-4 0,-2-3 248,-1-3 0,-2-3 53,-2-6 0,-4-3-431,-3-7 0,-4-5 585,-3-6 0,-5-3 36,-6-3 1,-4-1 10,-2 3 1,-4 1-59,-2 8 0,-1 4-42,-9-13-44,-5 13-169,13 29 0,-2 6 0,11 27 0,11 29 0,1-9 0,2 5-816,1-4 0,1 2 0,1-1-260,4 16 1,2 0 1075,-3-11 0,0 2 0,-2-6 0,5 12 0,0-1 0</inkml:trace>
  <inkml:trace contextRef="#ctx0" brushRef="#br0" timeOffset="218106">11997 9697 12942,'-5'-44'1966,"-1"0"0,1-1 0,-2-10 0,-1-3 0,0 5-2934,-1 0 0,-1 3 1192,1-5 0,-1 4 476,0 4 733,7 28-1315,-1 3-101,4 25 5,2 5-1086,1 19 1,1 4 1075,3 12 4,-1 6 1,-1 4-324,-3-12 0,0 1 315,0 12 1,-1 1-4,0-3 1,-2-1 13,-1 2 1,-1-3-14,2-21 0,0-2 585,-2 4 0,1-6-558,1-11 102,0-3 251,7-19 2689,-1-7-3002,11-20-11,4-9-12,8-18-31,-12 24 1,1 0-3,0-1 0,2 1 585,-1 2 0,2 2-588,2-1 0,1 4-14,7-7-11,12 4-11,-12 22-57,10 5-117,11 21 107,-16-2-124,-8 5 0,-3 2-22,-4-1-403,17 22-500,-2-16 741,-7-6-466,25-3 774,-31-16 94,18-6 135,-21-8 146,2-7 78,-8-4 22,-6 1 12,-4 4-79,-5 6-185,1 4-173,-2 4-146,3 1 213,8 2-16,11-2-12,18 1 0,15-8 11,-6 0 19,-6-9 1,-3-2 3,-6-3 5,-3-2 0,-5-4 34,-14-10 22,-2-10-27,-9 12 106,-20-2-51,-7 23 28,-19 0-11,-1 20-33,1 11-68,5 14-11,9 17-28,16-12-39,9 16-34,18-17-50,10 6 22,3-10-3818,25 7 3135,-8-13-1017,-3-5 0,1-2-971,8 1-1815,11-1 4587,-16-15 0,-19-1 0,0-2 0</inkml:trace>
  <inkml:trace contextRef="#ctx0" brushRef="#br0" timeOffset="218616">13508 9555 23125,'5'-27'1943,"-5"1"-1433,-7 12-207,-2 1-180,0 0 17,-1 5-62,-1 5-22,-17 7-44,-2 9-7,-4 3 29,-1 13-17,6 6-6,6-5-28,3 16 6,17-24 0,8 9-1,3-16 24,24-2-1,-1-9 0,8-4 39,16-19 57,-19-5-29,-11 4 1,-3-3 89,5-24 33,-9-5 90,-8-1 40,-5 8-57,-3 12-72,-4 14-90,-1 10-84,-1 6-62,-4 10-5,0 8-39,-3 14-286,4 26 151,5-14-526,5-7 1,3 0 88,5 1-1115,6-1 0,3 0-2481,13 7-400,-8-14 0,2-3 4646,11 0 0,-14-12 0,-10-9 0</inkml:trace>
  <inkml:trace contextRef="#ctx0" brushRef="#br0" timeOffset="219033">14101 9712 18504,'26'-37'1508,"1"-1"0,-1 1 0,10-15 0,-11 2-673,-22-8-213,-15 7-241,-17 14-247,-3 17 20,-5 16 0,-3 6-98,9 5 0,-1 3-727,-14 4 1,0 5 684,12 3 0,5 4-9,5 0 1,4 2 149,-2 30-183,21-6 296,22-7-279,23-13-12,-15-20 1,2-3 5,4-3 0,-1-4 14,2-3 1,-2-3 2,0-4 0,-2-3 5,0-5 1,-2-4 5,0-3 0,-2-6 3,3-18 0,-3-3-930,-9 14 0,-2-2 927,2-10 1,-5-2 55,-4-4 0,-4 0 63,-2 12 1,0 0 26,-1-15 0,-4 3 157,-9-7-169,-2 27 264,-6 13-364,10 15-6,-6 8-5,6 17 1862,-4 21-1896,7-9 0,0 2 0,-3 28 43,5-16 1,2 3-288,5 6 1,3 0-644,0 1 0,2 0 92,6 7 0,2-4 111,-4-23 0,1-3-2472,4-1 0,0-4 2441,7 0 1,-9-9 0,-11-13-1</inkml:trace>
  <inkml:trace contextRef="#ctx0" brushRef="#br0" timeOffset="219206">14889 9535 25850,'-36'-31'-949,"0"-1"1,2 4-1,14 12-6929,33 31 7878,4 2 0,-2-5 0,-5-5 0</inkml:trace>
  <inkml:trace contextRef="#ctx0" brushRef="#br0" timeOffset="219949">15160 9398 26570,'-30'33'179,"0"22"-146,19-13-27,-4 16-6,5-18 17,2-11 16,3-13 147,3-8 100,1-7-107,3-9-89,4-11-11,7-17 22,13-14-53,-8 20 0,2 0-147,2-1 1,3 1 160,0 3 0,0 1-5,23-14-29,-6 14-22,-9 12-33,-5 10-51,-3 14-90,0 11-179,1 12-263,0 8 124,-6-6-1828,9 20-956,-4-20-415,19 10-1087,4-22 6,12-11 4576,2-14 1995,-15-4 5796,-1-21-3781,-27 4-1534,0-12-108,-15 7-1678,-2 11 172,-6 2 102,-3 13-628,-6-1-78,-4 9-40,1 3-16,3 8 5,6 2-11,7 1-5,9-3-1,6-6 28,7-5-5,4-11 6,3-7 21,1-13-16,-1-10 34,0-8 44,-3-5-33,-8 11 263,-4-10-67,-12 21-73,-6-4-95,-10 17-34,-10 7-22,-5 9-12,-4 9-16,-1 13-39,1 12-62,7 9-146,10 9-1895,18-19 1,5-1 1604,6 14-464,6-17 1,5-4-3974,19 0 4957,5-2 0,-17-12 0,-14-9 0</inkml:trace>
  <inkml:trace contextRef="#ctx0" brushRef="#br0" timeOffset="220573">16780 9443 17384,'3'-6'6637,"-1"0"-4951,-1-57-1333,-4 44-104,0-18 0,-3 5 31,-11 25-134,-9 2-56,-4 11-29,-18 21-55,12-2-6,8-1 0,0 4-323,7-4 1,1 1 288,-7 5 0,0 2-14,0 3 1,1-3 47,-13 12 0,8-12 17,10-25 5,4-10 23,-3-9 17,4-11 72,5-22 12,11 2-79,4-1 101,11 11 595,-2 16-623,8 2-118,-1 11 23,16 24-51,-12-1 6,8 17 0,-2 0 6,4 2-15,-11-15 1,3-1-17,15 5 0,2-3 8,11 4-179,-16-13 0,1-2 157,15-9-6,2-9 39,-15-5 1,-1-3 11,11-9-12,-14-14 1,-6-4 10,-6-7 8,-9 5 0,0-9 0,-2 6-363,-5 9 0,-3-1 389,4-18 0,-1-8 1,-1 6-474,-4 6 1,-1 1 526,0 4 0,0-2 1,-1 4-27,-2 5 0,-2 4 63,-7-26-130,0 35 308,-3 3-308,5 15 664,-1 13-664,-2 14 0,-3 23 0,6-9 0,1 4-57,0 9 0,3 3 57,3 6 0,6 3 0,5-11 0,4 3 0,1-4-88,1 3 1,4-1-257,8 0 1,6 1 0,-4-7 63,-9-16 0,0-1-1605,18 20 0,-2-4-2971,-17-17 4114,4 6 1,-22-25-1,-2-3 1</inkml:trace>
  <inkml:trace contextRef="#ctx0" brushRef="#br0" timeOffset="220734">16971 9289 23696,'-1'-4'2935,"0"0"-2697,39-18 0,17-3-1688,-5 8 1507,-3-1 1,10-4 0,-4 4-16,-5 9 0,-1 3-67,16-3 0,-1 1-373,-18 2 1,-4 2-425,23 2 1,-44 2 0,-14 4 0</inkml:trace>
  <inkml:trace contextRef="#ctx0" brushRef="#br0" timeOffset="228545">17587 9465 24262,'-9'-12'-3053,"2"8"-638,7 11 3691,1 7 0,-1-8 0,2 0 0</inkml:trace>
  <inkml:trace contextRef="#ctx0" brushRef="#br0" timeOffset="229778">18181 9284 20319,'0'-4'2414,"0"1"-1697,0 3-594,-7 51-5,5-9-68,-2 2 0,0 1-298,3-11 1,-1-2 449,-3 30 55,-3-13 198,0-14-287,0-15 527,1-9-158,4-8-273,1-8-214,2-3 596,7-25-618,0 8 44,15-30-10,-3 25 0,1 2-32,1-1 1,2 1-164,5-1 1,1 2 127,17-3-31,-3 14 8,-7 9 6,-6 14-6,-6 10 0,-5 11-11,-1 8-68,-1 4 29,-3-8-202,21 13 67,0-20 154,-7-8 1,2-2-54,26-2 73,2-12 91,-6-13-7,-9-10 28,-12-12 44,-10-8 7,-7-5 4,-6 1 35,-2 6-74,-3 14 197,-1 5-168,-2 15 129,0 0-281,-3 7 23,-4 7 6,-8 6-18,-3 8 1,2 2 16,6 1-5,6-7 0,13 2 11,2-9 5,10 1 23,-2-9 12,-1-3 27,-5-3 34,-4-4-23,-4-5-28,-2-4-10,-1-2-12,-2 0 22,0 1-5,-1 2-28,0 5-6,1 3 0,-1 4 0,1 2-207,-1 1 112,-2 3 84,-1 6 28,-4 8-22,-4 4-23,1 1 11,1-3 12,5-8 5,3-5 28,1-4 17,1-2-5,6 0-1,5-1-44,11 1 11,5-2-1,5-1-10,1-1 16,-1-2 51,-5-3-22,-8 1 117,-5-10-84,-10 1 5,-3-18-55,-5 12 22,-6-10 39,1 17 0,-2-1-28,2 7 1,1 5-68,2 3-17,-7 6 34,-6 7-12,-9 9-5,-2 8-22,2 6-17,10 5-57,6 4-178,9 7-443,10 3-840,12 3-3359,13-23 1,6-4-4916,4 5 9136,-5-16 0,-3-5 1,-19-11-1,-5-1 1</inkml:trace>
  <inkml:trace contextRef="#ctx0" brushRef="#br0" timeOffset="230362">19626 9485 13261,'5'-6'9237,"0"1"-7104,-5 5-794,0 0-1221,10-47-51,-19 41 12,-6-24-57,-19 54-16,-2 3-23,-3 6-39,3-2-11,-13 5 89,0-6 6,18-13 45,9-10-23,18-16 6,8-8 28,7-12 11,12-6 62,7 1 179,7 4-263,-12 14 0,0 5-40,-15 10-44,9 15 22,-6-3-5,23 28 0,-16-18-1,27 19-10,-4-14 7,-8-10 1,3-2-6,-4-4 1,0-2-550,6-2 1,-1-3 545,11-5 23,7-12 11,-10-22-17,-9 5-90,-18 1 1,-3-5 94,-8-6 1,-4-1 0,1 7 0,-1-1 41,-1-20 1,-2-1-245,-2 20 0,-1 0 289,0-6 1,-1 1 19,-1 7 1,-1 2 1239,-2-15-1274,1 23 12,1 12-89,3 11 155,-3 12-167,0 12 6,-3 25-23,1 0-39,3-7 0,2 2 32,0-3 0,3 3-343,3 20 1,2 1-545,0-10 0,1-1 334,3 4 0,2-4-235,-2-16 0,0-4-123,5 11-4880,3-6 5815,-6-20 0,-2-3 0,-5-8 0</inkml:trace>
  <inkml:trace contextRef="#ctx0" brushRef="#br0" timeOffset="230519">20022 9372 19736,'-5'-5'4968,"1"2"-4845,4 3-246,0 0-179,56-62-4614,-16 51 1,4 1 4816,10-23 0,0 2 0,-13 25 0,-5 6 1,-2-1-1</inkml:trace>
  <inkml:trace contextRef="#ctx0" brushRef="#br0" timeOffset="230736">20914 9215 25147,'33'-14'-787,"0"0"0,5 3 0,-1 3 0,8 9 0,-3 3 0</inkml:trace>
  <inkml:trace contextRef="#ctx0" brushRef="#br0" timeOffset="230910">20947 9410 25259,'42'0'-270,"0"0"0,17 0 0,-7 0 1,-21 0-1,23 0 0</inkml:trace>
  <inkml:trace contextRef="#ctx0" brushRef="#br0" timeOffset="231402">21812 9048 22431,'12'-48'1219,"0"0"0,-2 7 0,-2 8-799,-4 12-358,-3 13-124,-1 9 51,-3 13 28,-3 16-23,-3 22-50,3-17 0,2 2-505,0 6 0,1 1 118,2 3 0,2 0-268,3-1 0,2 0-499,1-4 0,2-2-744,6 17 1954,0-4 0,-10-36 0,1 3 0</inkml:trace>
  <inkml:trace contextRef="#ctx0" brushRef="#br0" timeOffset="232432">21743 9295 24290,'25'-47'-207,"16"11"173,-5 32 0,3 6-817,1-3 1,0-1 827,-1-2 1,-2 0 16,-3-2 1,-2 0 544,18-9-466,-17 3 297,-16 5-302,-11 3-68,-7 4 50,-10 3 871,1 1-748,-15 7-55,7 1-68,0 5-27,6-1-1,9 0 62,8 0 22,6-1 6,10-3 0,6-4 12,2-4 67,-2-8 33,-5-6-45,-6-10-39,-8-7-23,-5-4-10,-10-2 22,-7 2-23,-7 5 0,-3 7 18,0 6-57,4 7-67,1 9 11,1 9-45,1 10-10,4 10-3589,9 22 3470,8-15-55,4-8 0,4-1-416,15 8 113,13 6 23,5-12-6,3-13 101,0-10 229,0-13 213,-2-7 118,-5-10 353,-4-11-281,-16 9 320,-3-9 39,-14 18-44,-2-1-119,-1 7 3133,-1 4-3675,0 3 281,-1 17-141,-1 8-34,-3 20-3387,-7 15 3392,2-18 6,-3 3 0,2-17 12,5-12 66,-2 1 28,10-15-66,6-11-1,6-10 3437,9-10-3370,3-8 12,2 0-1,0 2-38,-1 8-23,-4 9-23,-3 8-27,-5 7 11,-2 7-23,-1 7-5,1 14 11,-6-3 28,3 11-34,-4-8-5,2 2 0,2-3 0,2-8 22,4-7-28,4-6-28,3-8 45,0-6 12,-3-8-35,-5-1 46,-5 0 16,-4 2-17,0 5-11,-2 4-11,-1 4-95,-2 4 11,1 4 79,0 1-18,4 5-117,4 3-347,5 5-1888,10 11 902,-5-10 1473,14 13 0,-23-22 0,4 4 0</inkml:trace>
  <inkml:trace contextRef="#ctx0" brushRef="#br0" timeOffset="234499">16110 11118 23814,'-36'38'89,"0"1"1,-3 4 0,1 1-107,8-5 0,0 1-2074,-3 4 1,-2 5 0,1-3 1437,-2 6 1,0 0-387,9-11 0,-3 3 0,1 0 0,3-5 57,-4 8 1,2-3-907,0 1 0,3-5 1654,4-9 1,10-15-1,2-4 1</inkml:trace>
  <inkml:trace contextRef="#ctx0" brushRef="#br0" timeOffset="234692">15506 11395 18072,'4'-15'2901,"9"-31"1,0-5-2028,-4 20-717,3-18 0,0 8-107,-6 36 23,5 23-28,3 6 2,11 13 1,6 5-1693,1-5 0,2 1 1605,6 8 1,3 1-191,-5-12 1,2 0 0,0-1-1113,-2-4 0,0-1 1,1 0 1341,4 2 0,0 2 0,-2-4 0,2 2 0,-4-4 0,4 3 0</inkml:trace>
  <inkml:trace contextRef="#ctx0" brushRef="#br0" timeOffset="236744">13463 11965 14757,'-1'-6'4537,"1"1"-4319,0 5-44,-2 0-73,-5 27-34,-7 11-45,3-5 1,-2 2-1,-2 2 1,-3 0-413,-3 2 1,-2 0 397,-4 1 0,-3 1 0,-6 2 1,-3 0-576,8-12 0,-2 0 0,-3 0 621,-5 2 0,-3-1 0,-2 0 2,7-7 0,-1 0 0,-2 0 0,-1-1-5,-4 1 1,-1 0 0,-2-1 0,0 0-646,-4 1 1,-2-1-1,0 1 1,0-2 617,8-3 1,0-1 0,-1-1-1,-1 1 1,1-1-245,-3 0 1,-1 0 0,0 0 0,0-1 0,-1 0 230,-1 0 0,-1-1 1,-1 0-1,1 0 0,-1-1-218,-1 0 1,0-1 0,0 0 0,0-1 0,-1 1 216,0-2 0,0 0 0,0 0 0,0 0 0,0-1-89,0-1 1,0 0 0,0-1 0,0 0 0,0 0 88,1-1 0,1 0 0,-1-1 0,0 0 1,1-1-4,0-1 1,1 0 0,-1 0 0,1-1 0,0-1-1,2 1 1,-1-2 0,1 1 0,0-1 0,1 0-1,1-1 1,0 0 0,0 0 0,1-1 0,0 0 8,-10-1 0,1-1 0,1 0 0,0-1-7,4 0 1,0 0 0,0-2 0,1 0-2,4-1 0,1 0 1,0-2-1,1 0-4,-12-3 0,2-2 0,0-1 1,4 1 1,1-2-1,1-1 232,5-1 0,0-1 1,2 0-229,3-1 0,2 0 1,1-2 18,-13-10 0,4-3 11,7 0 0,3-3 14,5 1 0,3-1 31,6 0 0,3-1 698,2 3 1,3 0-671,4 3 0,0 1 156,-4-23 2263,7 14-2335,5 14 1730,3 12-2071,1 9 1515,0 6-1314,2 9 160,0 7-183,0 13-5,-6 11 17,-7 9-31,-3-13 0,-2 0-3,-8 17-3,4-14 1,-2-1-534,-8 11 536,10-20 1,0 0 2,0-4 0,0-1 11,-19 16 98,2-10 106,6-12 51,4-10-151,10-11 129,0-21 450,9-10-557,-2-26-79,8 26 1,1-1-201,4-4 0,1 0 223,1-1 0,4 1-1625,8-7 0,4 3 1549,-7 14 1,3 1-243,12-9 1,5 4 267,-5 12 0,3 3 2,12-4 1,3 2-15,5 4 1,2 3-12,2 3 1,3 3-20,-10 4 1,2 2 0,-3 1-10,2 0 1,1 2-248,-6 1 0,3 1 0,-5 2-193,-2 1 1,-3 3 445,10 5 0,-3 1 0,4 1 0,-15 1 0</inkml:trace>
  <inkml:trace contextRef="#ctx0" brushRef="#br0" timeOffset="239019">17620 12663 11760,'-43'4'583,"-1"-1"1,1 0 0,-3 1-1,1 0 1,5 1-430,5-1 0,4 1-165,-29 6-51,36-6 544,15 1 767,27-1-190,29 1-712,-8-3 0,9-2 0,1 1-1605,4 0 0,3-1 0,3 0 1322,-10-1 1,3 0 0,2-1 0,-1 1 0,-2 0-96,1-1 0,-3 1 1,1-1-1,6 0 91,-5 0 0,6 0 0,3-1 0,1 0 0,-1 1 0,-2-1 0,-5 1-501,7-1 0,-6 1 0,2-1 0,8 1 473,-13 0 0,5-1 0,6 1 0,2-1 0,3 1 0,0-1 0,-1 1 0,-3 0 0,-4 0 0,-6 0-274,12 0 0,-9 0 1,-2 0-1,3 0 1,10 1 257,-16-1 1,5 0 0,4 1 0,4-1 0,2 0-1,1 1 1,0-1 0,0 1 0,-3-1 0,-2 0-1,-4 1 1,-6-1-2,11 1 0,-6-1 0,-5 1 0,1-1 0,3 1 0,6-1 6,-9 1 0,4-1 1,3 1-1,3-1 1,1 0-1,1 1 0,-1-1 1,1 0-1,-3 1 1,-2-1-1,-3 0-42,3 0 1,-3 0 0,-2 0 0,-1 0 0,0 0-1,1 0 1,3-1 0,3 1 65,-8 0 0,3 0 0,1 0 1,2-1-1,1 1 0,1 0 1,0-1-1,-1 1 0,1 0 1,-1-1-1,-2 1 0,-1 0-19,5 0 0,-2-1 1,-1 1-1,0 0 1,-1 0-1,0-1 1,1 1-1,0 0 1,0 0-1,2 0-11,-2 0 1,2 0 0,1 0 0,0-1 0,1 1-1,-1 0 1,0 1 0,-2-1 0,-1 0 0,-2 0 0,-3 0-10,8 0 0,-3 1 1,-3-1-1,-1 0 1,0 1-1,0-1 0,2 1-28,4 0 1,2 0-1,-1 0 1,1 0-1,-1 0 1,-1 0-1,-1 1-603,0-1 0,0 1 1,-2 0-1,0 0 1,-2 0-1,0 0 625,4-1 0,0 1 0,-2 0 0,-2-1 0,-1 1 0,4 0 0,-1 1 0,-5-1 0,-10 0 0,14 0 0</inkml:trace>
  <inkml:trace contextRef="#ctx0" brushRef="#br0" timeOffset="249053">11593 9794 10674,'-43'5'1728,"1"0"1,5 0 0,9-2-1505,19-2 1440,7-1-488,16 0 672,44-4-1534,-9 0-912,7-2 1,6-1 815,-5 0 1,1 0-1086,2 0 1,5-1 938,-17 3 1,4-1 0,1 0 0,0 0-31,-1 0 0,1 0 0,0 0 0,4-1-465,0 1 0,2-1 0,2-1 0,1 1 0,0-1 434,-8 1 0,1 0 0,0 0 0,1-1 1,-1 0-1,0 0-240,1 0 0,0 0 0,0-1 0,-1 0 0,1 0 0,-1-1 242,-2 1 0,0 0 0,-1-1 0,1 0 0,-2 0 1,0 0-132,6-2 0,0 0 0,-1 0 0,-2 0 0,-3 1 133,-1-1 0,-2 1 1,-2 1-1,1-2 109,4-1 1,1 0 0,-1-1-1,-7 2 5,3-1 0,-3 1 528,12-4 1,-8 3-400,-16 3 1607,-28 8-1837,-14 5-6,-32 9-16,-9 1 0,-7 2 288,13-5 0,-1 1 0,-3 0-293,0-1 0,-4 1 1,0 1-1,-1-2-8,2 1 0,-1-2 0,0 1 0,-1 0-112,-4 1 1,0 0 0,-1 1 0,0-1 118,9-1 0,-1-1 0,1 1 0,-1 0 0,0 0-301,-3 1 0,1-1 0,-1 1 0,0 0 1,0 0 301,-2 0 0,0 0 0,0 0 0,0 1 0,0-1 2,-1 1 1,0-1-1,1 1 1,-1-1-1,1 1 2,1-1 1,-1 1 0,2-1-1,-1 0 1,2 1 6,-9 1 1,0 0 0,2 1-1,2-2-2,7-1 0,2 0 0,1-1 0,2 0-83,-1 0 1,3-1-1,3-1 109,2 0 1,5-2 1089,3-1-1126,24-4 1604,21-8-1581,28-9-26,0 2 0,8-2 10,-3 1 1,5 0-1,3-1-7,-3 3 0,3-2 0,2 1 0,-3 0-3,-5 2 0,-1 1 1,1-1-1,5-1-4,2 1 1,5-1-1,3-1 1,1 0-1,-2 1 1,-3 0-369,-2 1 0,-3 1 1,-2 0-1,3-1 1,3 0 373,-4 1 0,3-1 0,2 0 0,1-1 1,0 1-1,-1 0 0,-4 0-239,0 1 0,-1 1 0,-2-1 1,0 1-1,-1 0 0,0 0 237,6-1 1,0-1 0,-1 2 0,-1-1 0,-1 1-223,5-2 1,-1 1 0,-2 1 0,-2-1 226,4 0 0,-2 0 0,-6 1 486,4 0 0,-10 1-668,-9 0 135,-69 15 1,-25 5 23,18-4 1,-2 1-1,-4 0 33,-9 2 0,-7 2 1,-1 0-1,-1 0-21,12-2 0,-1 1 0,0-1 0,0 0 0,1 0 7,-5 1 1,3-1 0,-2 1 0,-5 1 15,10-2 0,-4 1 1,-2 0-1,-2 1 1,1 0-1,2-1 1,3 0 5,-4 0 0,3 0 0,1 0 0,-1-1 0,-3 2-7,5-1 1,-3 0 0,-2 1-1,-1 0 1,1-1 0,2 1 0,4-1-1,-5 1 0,3-1 1,1 1-1,3-1 1,0 0 0,-1 0 0,0 0 0,3 0 0,4 0 702,-20 5 1,9-2-740,-2 0 1836,39-8-1678,43-13-124,29-7-6,-3 2 1,9-2-517,-10 2 0,4 0 1,2-1 497,-5 2 0,2 0 1,1-1-1,2 0 4,-7 2 1,2-1 0,1 0-1,0 0 1,1 0-51,3-1 1,2 0 0,-1 0 0,1-1 0,0 1-536,1 0 1,0-1 0,0 0-1,0 1 1,1-1 593,0 0 0,3 0 0,-1 0 0,-4 1 0,-4 0 0,4 0 0,-5 1 0,-2 1 0,-9 1 0,0 0 0,1 0 0</inkml:trace>
  <inkml:trace contextRef="#ctx0" brushRef="#br0" timeOffset="251436">12566 8681 17882,'-1'-60'1232,"-1"0"0,0 0 1,1-2-1,-1 1 0,2 13-487,0 7-5963,1-3 5308,0 30 1274,-1 9-1381,1 23 905,3 17-880,0 0 0,-1 2-173,0-3 0,1 2 81,0 8 0,-1 6 0,0-3 831,0 6 1,1 0-1101,0-4 0,0 4 0,1-3-437,2 5 0,0-4-456,2-6 0,-1-5-1902,6 19-504,-5-24 1904,-6-18-907,-14-25 3395,-2-14 1256,-12-20 60,0-12-805,12 24 1,0 1 1178,-9-19-993,5 16 0,0 1 2,-9-5-86,-7-10-568,10 21-320,9 11-415,7 7-106,6 4 39,13 3 28,15 0-45,7 2 1,5-1-20,1 0 0,2 0-355,14 0 0,-1 0 374,-16-2 0,-2-1-64,6-1 0,0-3-11,-1-5 0,-2-1 92,-7 3 0,0-2 14,9-5 1,-3-2-142,1-10 239,-8 5 286,-11-6-185,-22 19-129,-3-1 140,-21 8 654,-3 9-782,-7 1-3042,-8 14 2974,25-8-22,-6 16 6,27-13-1,11 7 17,6-10 0,32-3-11,-10-11-1123,-9-2 0,-2-3 1135,8-6 1308,6-20-1185,-24 5-51,2-6 101,-17 0-1894,-16 5 1748,1 5 2028,-26-1-1910,8 18-39,-15 5-102,13 6 1038,-7 17-1059,16 2-29,-3 15-39,15 1 12,8-6-152,14 10-185,8-10-251,14 8 3111,11-10-3188,-10-21 1,1-4 305,18-3 137,-11-11 1,1-5-89,-13-4 0,0-2 427,8-4 0,-1-4 229,1-6 1,-3-1 16,-11 7 1,-4-1 44,-1-2 0,-5 2 471,-5-8-392,-7 12 666,-5 6-695,-3 11-296,1 1-218,0 5 44,0 5 84,0 1 591,-2 24-591,2-1 0,-2 18-11,2-8 0,0-8 0,-3-1 0,2-12 163,-1-3 290,2-9-430,9-22 22,2-8 45,15-31 22,-4 9-28,1-1 134,-1 11-151,-10 20-50,3-2-22,-4 13-1,2 6 12,6 8-18,3 8 7,1 10 5,-4 3-6,-5-4-16,1 4 22,-8-17 22,3 5 40,-5-15-1,0-1 107,5-13-128,4-8-29,10-15 22,4-4 12,4 0-6,0 4 1,-1 8-29,-4 8-39,-4 8-34,-5 8-39,-2 12-117,-1 9 33,-4 4-801,4 23-453,-5-9-1110,6 15-190,5-14 1300,14-12 386,15-11 134,14-16 1140,-29-3 0,1-3 392,-3-3 1,0-2 1234,17-17 444,-16-2-315,-14 1-415,-9 2-414,-7 8-341,-1 5-398,-2 9-353,1 3-106,-1 3-40,-1 12 113,2 9-18,-2 19 1,5 10-6,5 7-488,7 0 482,0-12 1,9 3 50,-12-28 151,1 3-17,-11-21-140,-13-12-17,-13-10 6,-17-16-22,14 12 0,-1-2-173,0-4 1,1-2 188,2-1 1,3-3-4,5 0 1,4 0 2,-1-22-213,15 19 1,5 0 257,11-13-1515,0 16 1,2 2 1475,13-6-51,0 16 0,2 4 57,22-1-20,-15 7 0,1 5-20,-7 7 1,-1 5-23,26 17 5,-19 15 1,-24 15-40,-35 8-151,-6-26 1,-7-2-1747,-14 3 0,-6-2 1959,0-2 0,2-4 0,13-7 0,3-2 0,-9 2 0</inkml:trace>
  <inkml:trace contextRef="#ctx0" brushRef="#br0" timeOffset="269461">12436 13987 20867,'-1'-57'704,"1"0"0,-1 1 0,0-1 0,0-11 0,-1 3 0,3 16-401,4 15-303,-2 18-7,-1 21 64,0 21-7,-1 28-22,-3-14 0,-2 5-727,-3 9 0,-3 3 708,0-16 1,-1 2-1,-1-1 2,-1 2 0,-1-1 1,-1 0-9,1-2 1,-1-1 0,0-1-364,-5 13 1,2-2 367,4-10 0,1-3-8,-1 14 90,8-22 184,8-18-5,11-20-123,12-13-51,12-20-946,-2 1 0,0-2 865,-13 17 0,1-1 3,7-11 0,1 2 490,9-4-474,-1 4-22,12-2-11,-14 15-11,11 13-6,-13 18 0,-6 5 1,0 3-1,4 11-45,-8-3 1,-3 2-191,5 14-191,4 9-196,-5-4 3243,-3-8-3198,-3-12 486,-1-11 29,0-13 147,-1-14 94,-1-9 107,-3-8 106,-5 2 56,-5 5-22,-5 6-95,-4 7-107,-3 5-106,1 3-78,3 1-57,2 1 28,9 0 34,10 0-39,21-2 11,20-5 8,-20 1 1,0-2-283,4-3 1,-1-2 281,-1-1 1,-1-2 5,-5-1 0,-2-2-173,17-18 243,-16 0 79,-16 3 10,-8 6-38,-12 7-62,-9 7-40,-11 7 532,-12 6-537,-9 12-11,6 0 8,10 5 0,1 4-25,-3 11-22,-8 19 5,23-6-28,13 0-56,15-2 35,16-4-371,18-7 145,-17-19 1,3-4-180,4-2 1,0-5 288,3-5 0,0-4-252,0-4 0,1-3 437,-1-4 0,0-3 22,-2 0 0,-1-1 45,-3 0 0,-3 0 59,-5 3 0,-3 0 257,8-12 46,-15 8-101,-12 9 175,-10 7-394,-9 5 753,-11 6-820,-7 6-22,-4 10-12,3 7-17,6 4 1,10 2-18,7-2-22,8-3 17,8-6 34,7-9 5,7-8 0,6-13 17,5-9 12,2-9 16,2-7 67,-2-3 34,0 0-6,-3 4 84,-4 8 39,-9 10-111,-7 8-113,-11 9-27,-10 9-18,-9 11-16,-5 11-6,1 7-39,8 2-145,8-1-253,16-2-296,13-8-393,19-11-257,16-11 938,-22-11 0,3-3 94,3-2 1,1-3 395,4-3 0,-1-3 50,0 0 1,1-2 153,2-5 1,-1 1-138,-16 7 0,-2 0 157,4-4 0,-4 1 487,-7 2-106,-5-1-347,-15 9-123,-16 4 5,-15 7-23,-13 9-61,-10 12-64,27-9 0,0 3 512,-22 22-543,13 7 11,17-15-17,14 5 34,18-21-17,11 1-61,13-9 16,7-8 45,2-14 5,-1-11 12,-5-14-163,-4-13 196,-19 19 1,-1-3-607,2-6 0,-2-2 769,2-4 0,-1-1 55,-1 0 1,0 0-254,-4 5 1,-2 1 188,-2 6 1,-4 3 125,-7-18-138,-6 15-16,-6 13-176,6 13 1266,1 7-1266,1 28 0,0-1 0,-1 18 0,0 5 0,-1 9-128,3-16 1,-1 5-1,1 0 105,-1 7 0,0 2-364,-1-3 1,0 2 0,1-5 0,1-4 0,0-3 0,-1-4 0,1 1 0</inkml:trace>
  <inkml:trace contextRef="#ctx0" brushRef="#br0" timeOffset="272895">13175 15138 20365,'7'-45'1142,"0"0"1,0-1 0,2-13-1,1 7-407,3 6-228,-5 22-473,-5 16 24,-2 18-2,0 17-23,0 29-36,0-16 1,-1 3-597,-1 9 1,-3 4 480,-1 6 0,-3 1-198,2-19 1,-2 1-1,-1 0-548,-1 0 0,0 1 0,0-2-2413,-1-2 0,0 0 0,0-3 2951,-3 11 1,1-5-1,-4 7 1,9-27-1</inkml:trace>
  <inkml:trace contextRef="#ctx0" brushRef="#br0" timeOffset="273945">13039 15533 22935,'-35'-39'306,"1"0"0,-2 1 0,16 13-356,23 25 89,12 0-6,18 1-21,26-4-21,-20-1 1,2-1-637,6-3 0,0-2 634,2-3 0,0-1 16,-2-1 1,-2-2 5,-5 1 0,-2-2 6,-6 3 0,-4-1 328,14-11-245,-18 6 63,-12 8-6,-7 7-51,-3 4 6,-4 2 984,-6 8-956,-9 11 23,-13 19-110,9-11 0,1 1-39,-2 2 0,3 2-17,2-1 0,3 0-8,1 24 11,23-13 6,16-15 11,14-16 11,6-22 33,0-16 51,-2-15 118,-6-7 123,-7-2 45,-11 5-45,-9 8-118,-12 10-146,-14 12-49,-12 10-7,-12 12-16,-3 10-17,1 10-11,12-2-6,2 18 11,17-10-33,1 15-95,19-9-258,12-2-454,17-6-532,12-9-173,8-11 615,4-17 568,-31-2 0,0-3 410,0-5 0,0-2 81,1-1 1,-1-1 100,-2 0 1,-1 0 372,19-17 19,-13 8-67,-13 6-78,-9 8-259,-7 8-105,-4 8 611,-2 11-578,-5 9-37,-2 13-75,-1-3 17,-6 23-34,6-16 6,-3 13 5,7-21 40,2-13 95,1-10-34,8-14-61,3-10-12,9-14-5,-2 3 179,11-20-51,-4 14-61,14-15-39,1 12-34,6 7 1,1 10-24,-10 10 24,6 12-29,-24 10 6,4 9-1,-17 6-10,-8 3-6,-1-6 39,-10 9-5,4-15 39,-2 3 123,7-14-6,4-12-128,9-12-34,-1-1 5,7-6 74,3 1 49,5 0 57,11-9-174,-10 13 23,10 2-51,-8 14-11,8 5 6,-1 8-12,-5 7-5,-5 8-62,-4 6-302,-4 4-1008,-2 3-2532,-2 4 3915,-1 4 0,-5-21 0,1-1 0</inkml:trace>
  <inkml:trace contextRef="#ctx0" brushRef="#br0" timeOffset="274329">15107 15462 18694,'2'-2'5338,"0"0"-3310,-2 2-1737,22 45-33,-16-11-191,4 3 0,-1 2 6,-13 20-37,1-27 1,0 0-12,1 0 0,0 0 9,-5 26 16,-2-13-27,-2-14 184,2-15-118,3-13-38,2-17 10,2-16-10,-1-21-18,3 7 1,3-6 5,2 4 0,1-3 1,1 2-435,-1-7 0,1 1 460,1 8 1,2-1-1,-1 7 87,7-12-301,6-4 194,4 16-23,23 17-22,-8 11 3,-2 13 0,3 6-390,-5 3 1,1 4 389,11 4 0,1 5-26,0 6 1,-6 4-29,-17-6 1,-7 2-354,-2 27-64,-42-27 1,-14-4 467,-18 3 0,-2-4 0,21-6 0,0-2 0,-5 0 0,-1-1 0</inkml:trace>
  <inkml:trace contextRef="#ctx0" brushRef="#br0" timeOffset="280570">18978 11799 14650,'7'-40'1454,"1"0"1,-1 1 0,-3 11-1427,-5 22-242,-1 7 467,-2 18-51,-4 23-152,-1 4-28,1-5 1,0 2-374,0-2 0,0 3 349,0 1 0,-1 5 1,0-1-1073,-3 13 1,0-1 1073,1-1 0,-3-1 13,1-17 0,-3 0 0,-1-3 18,-7 3 0,-2-1-385,-3 9-1,-6 0 413,-3-10 0,-6-1 0,3-4-27,4-5 0,-3-1 8,-6 0 0,-7 5 0,-4-1 0,5-5-297,2-5 1,2-4 0,-3 1 282,-3 0 0,-5 2 0,-1-1 1,5-2-194,2-3 0,3-3 0,-5 0 200,7-2 1,-5-1-1,-1-1 1,0 0 0,4-1-77,0-1 1,2-1-1,1 0 1,-4 0 58,-5 0 1,-3 1 0,-1 0-1,-1 0 1,3-1 3,-7-1 1,2 0 0,1-1 0,-1 0-8,10-1 0,-1 0 1,1 0-1,0 0 0,2-1-7,-2 1 1,3-1 0,-1 0 0,-5 0-1,4 0 1,-5 0-1,-3-1 1,2 1 0,2-1-1,5 0-3,-10 1 0,6-1 0,-8 0-1,13 0 1,-7 0-1,-4 0 1,-2 0 0,1-1-1,3 1 1,5-2 6,-8 1 1,5-1-1,1-1 1,-4 1-4,7-1 1,-3 1-1,-2-1 1,0 0 0,3-1-1,4 1 4,-1-1 1,5 0 0,0-1 0,-1-1 109,-11-4 0,-4-1 0,3-1 0,7 0 43,-1 0 1,2-3 101,7-1 1,-6-3 0,1-1 0,8 0-187,2-6 0,4-1 28,-8-3 0,4-3 394,14 2 1,5-2-392,9-1 0,3 0-81,-7-22-6,11 8 1,3 0-1,4-10-19,0 15 0,0 2 995,2-10-942,6-9 2237,-4 26-2192,2-9 1719,-4 21-1557,-2 4-190,-1 11-79,-1 1-196,0 4 214,0 15 16,-1 7-23,0 7 6,-5 21 1,-3-10-1,-7 16 17,-6-10-6,2-12 34,-24 11-17,7-18-16,-9 5 2,15-19 0,-1-3 20,-15-1 0,13-4 0,1-2 83,-14-9-32,13-7-52,13-9-27,12-8 6,8-9 5,12-8-17,12-8-11,-6 25 0,3 0 8,4-2 1,1 1-190,3 2 0,1 2 209,0 2 0,1 2-5,-2 6 0,-1 2-6,13-4-15,7 14 9,-17 19-6,-2 3 1,0 2-6,7 12-3,-6-3 1,3-1-363,-6-7 0,1-1-97,12 6 0,3 0-4454,2 0 1,0-2 4484,-9-6 0,-3-1 0,15 5 0,-34-15 0</inkml:trace>
  <inkml:trace contextRef="#ctx0" brushRef="#br0" timeOffset="284053">18234 14083 17546,'11'-48'1041,"1"1"1,-1 0 0,1-1 0,-1 0 0,-1 2-524,4-15 0,-2 2-831,-1 4 0,-2 3 677,-1 9 1,-2 3 172,0-12 156,-4 25-733,-2 16 236,3 19-156,5 19 4,7 28-24,-6-16 0,0 3-629,-1 8 1,-1 3 622,-3 5 0,-2-1-9,-2-12 1,-3 1 32,-7 13 0,-4-3-27,4-24 0,-2-2 8,-3 10 1,-1-4 87,-4-1 206,9-18 57,6-13 1061,6-14-1381,7-13 714,8-19-741,13-14-1703,-3 16 1,2 2 1679,-8 10 0,1 2 6,10-10 0,1 2-90,6 0 84,4 0-11,-8 16 0,-6 16-23,-1 18-44,3 15-96,4 15 3,-17-20 0,2 1-115,-1-1 1,1 0-465,16 22-91,-1-8 410,-10-13 2804,9-8-2630,-7-15 340,13-9-66,-4-13 111,-5-7 147,-8-2 78,-11 3 44,-13 5 40,-7 5 39,-6 3-123,0 6-224,7 1-134,3 3 5,10 1 22,9 0-5,16 0-12,21 0-8,-20 0 1,2 0 4,2-1 1,-1-2 37,26-5 44,-19-6 22,-18-8-11,-14-4-22,-14-1-17,-6-1 17,-9 5 11,-5 5 0,-1 7-6,3 6-44,2 3-29,4 11-16,0 8 0,0 13 11,3 9-50,4 7-90,5 2-168,12 1-135,10-4-190,16-5-162,16-10 175,-19-20 0,2-2 401,5-4 1,1-3 142,3-4 1,0-3 83,2-3 1,-1-1 52,-3-4 1,-1-1 44,-3-2 1,-4-1 201,19-18 25,-18 0 126,-15 4-62,-17 4 40,-25 5-314,2 10 90,-27 4-72,11 13-85,-9 6-34,8 8-16,9 8 501,12 4-530,10 1 87,8-1-109,19 0 40,-2-12 5,17-3 17,-9-12 39,7-11 50,-2-7 62,-2-13 56,-4-7 34,-3-4 5,-3 0 39,-6 4 34,-3 7-106,-4 11-174,-3 8-129,-1 6 11,-3 13 51,0 7-95,-1 13-180,4 6-151,12 3-89,15 1-51,18-3 224,-17-21 0,2-3 123,1-2 1,3-3 184,9-3 0,2-3 48,-5-3 0,-1-3-223,-1 1 0,-1-3 259,-1-2 0,-3-2 152,11-9 61,4-8 45,-17-1 39,-13-2-61,-14 4-107,-18 5-23,-19 9-16,-22 9-90,24 5 1,-2 3-1508,-4 4 0,3 3 1462,-10 5-5,8 6-45,25 5 34,5-11-57,13 17 46,13-23 38,6 1 7,21-16 10,0-11-14,-17 2 1,1-3-68,0-4 0,-2-5 93,1-15 0,-5-4 790,-5 1 0,-5-2-796,0-1 0,-5-1 59,-4-1 0,-4 1-1213,0 8 0,-1 2 1334,1-23 172,-2 8-111,-1 40-132,-1 4-165,1 6 1188,1 12-1171,-1 14-31,4 7 0,0 3-126,0 21 964,0-3 0,0 4-796,-6-6 0,-1-2 0,3-14 0,0-1 0,-3-1 0,0-1 0</inkml:trace>
  <inkml:trace contextRef="#ctx0" brushRef="#br0" timeOffset="285411">18654 15082 21427,'12'-57'1335,"0"-1"0,-2 7 1,-1 11-1179,-6 26-219,-3 9 112,-4 40-33,0-8-31,-5 24 0,-1 5-674,-2 5 428,2-14 0,-2 9 1,2-5-994,2-2 1,1 0 38,1-3 1,0 3-1,3-3-3435,5 5 0,3-3 4649,1-10 0,2-4 0,6 4 0,-5-20 0</inkml:trace>
  <inkml:trace contextRef="#ctx0" brushRef="#br0" timeOffset="286844">18656 15509 9134,'-4'-9'7622,"0"2"-6168,-26-26 0,-6-4-726,10 13-115,-16-19 0,2 2 513,22 21-941,5 1-196,19 5 5,21 8 1,5 2-57,26 4-25,-19 3 0,1 0 3,3 0 0,1-1 36,-2 2 1,0-1-108,5-1 1,-3 0 54,10-5 100,-18 1 0,-2-2 89,3-5 91,-16-3-40,-12 4 409,-6 1-247,-3 4-94,-6 1-46,-7 1-95,-2 3 56,-17 7-117,12 3-40,-6 9-10,15-2 4,9 1 29,12-2 11,14-4 0,2-6 0,33-8 17,-14-9 14,-13 1 0,-1-2 92,10-18 62,-12-6 89,-11-1 84,-9 1 6,-7 7-240,-5 11 10,-10 5-61,-16 8-45,-6 8-16,-2 1-7,-9 25-5,24-12-54,1 7 1,2 3-199,6 11 0,-2 7-1170,26 14-405,10-17 673,-3-14 1,5-2-835,28 7 1092,-6-15 237,-8-17 1,0-6 781,18-14 199,-16 3 1,0-2 357,-9-3 1,-3-1 218,-3-2 0,-1-1 770,13-23-286,-7-1-223,-6 4-158,-7 10-251,-5 12-393,-7 10-324,-2 7-152,-2 7 124,0 9 16,0 12-5,1 2-6,-1 28-28,0-15 17,-1 9 6,-1 1-1,1-24 40,-1 4 23,2-20 167,0-13-184,4-11-23,3-13 11,9-11 34,6-8 39,6 0 44,3 1-60,-5 14 100,10-2-157,-14 21-34,5-3-10,-12 16 10,-3 10 7,-2 8-29,-3 7 11,-1 3 1,2 2 5,-3-12 0,1-3 44,-3-13 80,-1 0-12,3-6-79,0 0 113,8-16-73,-3 1-17,8-11-17,1 3-17,4 2-11,4 4-5,5 6-6,-5 7-6,11 4-106,7 16-145,-2 3-337,0 16-711,-23 4-1462,-9 3-2000,-4 0-923,0-5 2278,2-9 3726,6-11 2722,3-13 1389,4-10-515,2-6-1272,0-4-835,-4 2-570,-6 4-556,-5 5-436,-5 5-218,-2 4-12,0 4 45,12 18-39,4 8-6,4 9-9,-6-6 1,-1 2-14,4 15-134,-7-13 0,1-1 134,2 15-23,-5-10 6,-4-13 62,-4-12 16,-6-10-22,-5-13 6,-9-9 273,-7-14-268,-2-18-25,13 16 0,3-3-319,2-7 0,3-2 350,2-4 0,4-1 33,5 0 0,2 0 31,3 3 1,2 3-4,3 4 1,2 3-40,-1 5 0,1 3 11,21-17-108,3 14 53,5 13-29,15 20 0,-20 8-22,-13 7 0,-4 5-61,-4 22 22,-12 18-12,-17-29 1,-9-2-745,-10 1 0,-6-2-51,-12 0 1,-6-3 873,10-7 0,-3-2 0,4-2 0,3-1 0,3-1 0,1-3 0,0 1 0</inkml:trace>
  <inkml:trace contextRef="#ctx0" brushRef="#br0" timeOffset="296443">23846 11545 15844,'0'-6'5606,"0"2"-4597,0 4-1133,-18-34 175,13 42-1,-12-10-27,17 62-35,-1-21 1,0 2-656,-2 8 0,-3 1 661,-4 6 0,-5 1 4,0-16 0,-3-1 1,-3 0-1,-5 0 0,-4 0 0,-3-3-449,-7 1 1,-3-3 0,-3-2 455,-7-1 1,-4-2 0,-1-3-624,9-6 1,-1-3 0,-1 0 0,-1-2 627,-4 1 0,-1-2 0,-1-1 0,0 0-8,-3-1 1,0 0 0,0-2 0,-1 0-319,0 0 0,0-2 1,0 1-1,1-2 318,1 0 1,1-1 0,1 0 0,0 0 1,2-2 0,1 0 1,1-1-1,0 0-9,3-1 1,2 0 0,-1-1-1,-2 0 20,-7-2 1,-2-1-1,0 0 1,4 0-100,2-1 1,3 0-1,-3-2 91,-2 0 0,-4 0 0,-1-3 0,2-1 5,4-2 1,0-2 0,0-1 0,3 1-6,-9-1 1,3 0-1,-3-2 7,13 2 1,-2-3 0,-1 0-1,3-1 1,5 0 16,-2-3 1,5-1 0,0-1 1,-5-4 1,0-1 0,4-1 58,-8-15 1,8 1-74,17 15 1,5 1 1182,-3-27-1179,25 32 720,7 1-737,8 4 0,4 5 1458,0 2-1458,-5 3 3397,-9 3-3425,-4 2-152,-3 1 180,-4 10 16,-7 8-5,-13 18-11,-18 8-404,14-20 0,-3 0 414,-4 0 1,-1-2 8,-1-1 1,0-3 35,0-1 1,1-2 72,-14 2-50,12-7 68,16-12-46,10-8-50,0-8-6,5-10 1,3-7 5,7-4-6,3-1 1,11 2 851,15 4-824,4 11 1,4 2-358,-9 6 1,2 1 317,7 0 0,5 0 0,-1 1-787,10 0 0,1 2 789,-10 3 0,3 1 0,-1 1-24,-4 2 0,0 2 0,-1 2-364,11 6 0,-4 7 299,-10 5 0,-7 6-773,-8 8 1,-5 5 820,-5 10 0,-5 0 0,0 8 0,-3-2 0</inkml:trace>
  <inkml:trace contextRef="#ctx0" brushRef="#br0" timeOffset="302058">24167 12695 19154,'-3'-49'1326,"0"0"0,0 0 0,-2-10 0,3 10-850,4 15-465,0 31 6,-3 10 28,-5 24-12,-7 21-2,-4 2 0,0 3-886,3-14 1,0 1 861,-1 1 1,-2 3 0,1-2 6,-1 11 0,1-4-23,2-8 1,1 0 215,0 7 0,3-5-173,4-6 191,1-3 178,3-20-84,4-20-213,0-7 1429,5-16-1339,1-1-17,2-10-22,0-1-11,0-5-124,-3 14 40,3-9-45,-4 20 39,13-17-28,10 9 0,6-4-17,-1 11 11,0 7-16,-8 7-6,3 3 17,9 27-23,-16-7 3,-2 6 0,-2 2 9,0 2-9,4 2 0,0 1 3,1 0-17,-1-2 1,0 1-158,2 4-1254,9 17 44,-12-20 536,10 8 0,-21-30 0,4 3 0</inkml:trace>
  <inkml:trace contextRef="#ctx0" brushRef="#br0" timeOffset="303191">24912 13137 25612,'-11'-14'84,"4"3"-34,35 16-33,4-2 11,17 0 56,-7-8 56,-6-6-67,-15-2 95,-6-9 0,-9 0 112,-2-13-112,-9 6-95,-2 2 33,-12 6 12,-13 7-79,5 3 17,-20 5-45,26 11-16,-6 5-1,16 13 0,5-1-38,6 16-287,19 11-408,9 4-115,-4-20 1,4-4 321,2-7 0,3-5 190,5-3 1,2-3 217,-8-5 1,1-3-12,12-5 1,1-4 117,-10-1 1,1-2 220,14-8 1,0-3 55,-14 3 0,-3-2-1551,-1-2 1,-5-1 1615,-5-4 279,-12 1 125,-13 3-354,-7 3-78,-10-1 224,-9 12-415,-11 3-27,-7 12-23,-3 7-45,5 10 3381,13-1-3414,11 14 10,19-12-16,13 8 0,17-15 23,1-8 5,25-10 11,-15-8 0,7-2 62,0-13 39,-22 6-39,4-4 229,-13 0-61,-11 10-129,2-1 162,-7 8-190,0 3-100,0 0-12,-1 8-12,-1 6-44,1 10-145,2 6 16,3-5-1137,17 14-397,7-15-465,20 7-135,7-17 1322,-6-9 551,-11-9 1,0-3 730,1-3 566,0-4 1,-1-2 683,-1-5-90,11-13-230,-18 5-212,-9 0-258,-10 2-465,-10 9 168,-25-1-213,-10 13-27,-21 2-74,-1 14-56,1 9-33,7 10-11,10 4-12,13 3-11,12-1 1,19-4 21,14-6-10,17-9-7,8-7 24,1-12 32,-4-9 46,-4-11 89,-8-7 79,-6-3 72,-9 2 6,-8 6-73,-3 7-27,-4 7-151,0 5-85,0 4 0,0 2 0,0 9 0,2 6-119,3 13-116,2-2-913,7 12-8683,3 4 8578,-5-10 0,-1-3 0,-9-23 0</inkml:trace>
  <inkml:trace contextRef="#ctx0" brushRef="#br0" timeOffset="303622">26872 13091 15676,'0'-6'6149,"0"1"-3102,0 5-2627,-12-39-89,7 26-96,-8-29-39,9 38-5,1-1-146,1 2 5,-1 0-28,2 3-2094,1-1 140,-2 3 1932,2 1 0,-2 0 0,2 0 0</inkml:trace>
  <inkml:trace contextRef="#ctx0" brushRef="#br0" timeOffset="304744">26209 13081 20044,'16'-53'1454,"1"-1"1,-3 4-1,-2 4-1107,-9 13 1,-1 1-878,1-5 0,-1-3 754,2-10 0,1-1-25,-1 2 0,2 2-37,1 4 1,0 3-29,4-13 671,6 13-738,-9 31 240,5 15-284,-5 32-29,-4-5 1,-2 5-460,0 8 1,-2 3 475,-4 8 1,-1-1-12,0-10 0,-1 1-204,-2-1 0,-2 2 0,0-3-286,1 2 0,0-1 490,1-1 0,1 4 0,0-7 0,-2 16 0,7-11 0</inkml:trace>
  <inkml:trace contextRef="#ctx0" brushRef="#br0" timeOffset="306026">24008 14079 18852,'13'-61'1766,"0"0"0,-5 19 0,0 6-1604,0-5-111,-8 39-40,-2 23 22,-2 17-27,2-3 0,-1 3-23,1 8 0,0 3-966,1 7 1,1 1 748,1-15 1,1 1 0,1 0-316,-1 2 0,1 1 0,1-1-1093,-1 1 0,2 0 0,-2-1-2659,2 18 0,-1-2 4301,-1-11 0,-1-6 0,-1 9 0,-1-28 0</inkml:trace>
  <inkml:trace contextRef="#ctx0" brushRef="#br0" timeOffset="307052">23842 14561 13693,'-16'-48'2238,"0"0"1,2 7-1,3 4-1756,6 5-381,12 13-79,24 9-33,-1 9-6,2 4 0,2 3-78,26 9-527,-20-5 0,3 0 560,1-1 1,0 0 2,-1-3 0,0-2-44,2-4 1,-2-2 108,12-4 10,-3-8 91,-26-5 218,-5-8-34,-6 1 140,-12-1-313,-8 15 924,-11 4-879,-2 8 367,-7 9-502,0 8 0,5 18-28,9-10-5,15 14-1,12-19 12,14 3 5,8-10 17,14-11-6,-17-7 23,13-16 56,-23-4 61,0-13 51,-12-2-28,-12 2-23,-14 7 12,-11 8 22,-14 12-17,-5 7-67,-8 18-134,13 4 16,8 7-16,15 9-12,12-1-39,5 14-117,9 5-110,4-20 1,3 0-383,0-6 1,2-1 272,22 19-767,7-18 219,-5-18 506,-6-9 0,0-2 390,15-7 245,-8-7 1,-2-5 465,1-10-449,-18 13 1,-1-2 683,3-17-11,-16 11-40,-3-2-66,-5 9-80,-5 7 56,0 7-738,0 4 293,2 16-288,7 16 0,-1 12-5,4 0-6,-3 2-12,-5-11 7,-3 10 50,-3-17 106,-1-8-56,2-14 39,1-11-27,2-9 10,5-13 35,5-10 139,13-13-184,-5 16 38,8-7-77,-10 25-52,2 4-10,3 16-6,-4 14 0,1 5-17,-2 15-5,-4-5-1,4 15 18,-3-12 10,-2-5 18,-5-19 10,0-8-5,7-17-16,-2 2 21,12-22 79,0-7-61,-3 8 16,-5 6 0,1 2 56,2 3-44,7-6-74,-7 20-5,-1 10-17,3 14-27,2 12-18,-3 0-509,6 27-511,-12-11-231,-5-10 0,-1 1-7134,2 21 7599,-3-11 0,-3-18 0,-2-14 0</inkml:trace>
  <inkml:trace contextRef="#ctx0" brushRef="#br0" timeOffset="307453">25845 14592 25976,'33'-48'241,"0"44"-191,-22 59-42,-4-21 1,-1 2-990,1 17 1,-3 0 980,-1-15 0,-2-1 0,2 7 0,-1 0 288,-3-5 1,-1-4-278,-4-2 393,-2 5-309,-1-29-62,2-12 46,-1-27 989,3 5-1040,-1-17 0,-1-4 6,-2-8-562,2 6 1,-1-10-1,1 3 620,0-1 1,-1 1-41,3 10 0,-1-1 1,1 1-40,-3-17 0,1 8 251,3 0-192,-2-4 18,20 31-68,12 18-10,28 2-21,-18 11 1,4 3-991,8 4 0,1 3 982,-8-1 0,1 3-42,14 13 1,-6 3 1018,-8 13-1013,-20-11 0,-9-1-93,-30 8-2701,-16-18 0,-13-3 0,1-1 2808,-6-1 0,0-1 1,-10 4-1,4-3 0,-1-3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5:11:37.220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4178 4050 14634,'-44'3'311,"-1"0"0,1 0 0,-14 0 0,12 2-311,22 2 573,21 1-75,26 0 79,37-2-278,-6-5 1,8-2-1495,-4-1 1,5-2 0,0 1 1239,-6-1 0,0 1 0,7-2-7,-9 2 0,6-2 0,5 0 1,1 0-1,-2 0 0,-2 1-290,0 0 0,-3 0 1,0 1-1,1-1 0,5 0 253,-11 1 0,2 0 1,3-1-1,1 1 1,1-1-1,-1 1 1,0 0-1,-3 0-180,2 0 0,-1 0 0,-1 1 0,0-1 0,-1 1 0,1 0 1,0 0 182,-1 0 1,1 0 0,0 0 0,0 1 0,0-1-1,-1 0 1,0 1-168,-1 0 1,-1 0 0,1-1-1,-1 1 1,0 1 0,-1-1 0,0 0 89,7 0 0,-1 0 0,0 1 0,0-1 1,-1 0-1,-1 1-163,-3 0 1,-1-1 0,0 1 0,0 0-1,-1 0 1,-1 0 235,9-1 0,0 1 0,0 0 0,-4 0 0,-5 0 0,4 0 0,-6 0 0,-2 0 0,10 0 0,0 0 0</inkml:trace>
  <inkml:trace contextRef="#ctx0" brushRef="#br0" timeOffset="743">3649 4239 15754,'-16'-53'1516,"0"0"0,0 5 0,6 14-1426,10 28-18,3 10 91,4 14 24,-1 23 1,0 6-741,-2-15 1,-1 3 578,1 14 0,-2 8 0,-1-6-12,-2-8 0,-2 1-592,0 7 1,-1 6 0,0-1 478,-2-8 0,0-1 0,0 4-1779,1 3 0,-1 4 1,1 1-1,0-4 1878,0 2 0,0-4 0,1-1 0,0-5 0,1 0 0,1-8 0,2 6 0</inkml:trace>
  <inkml:trace contextRef="#ctx0" brushRef="#br0" timeOffset="1366">7903 4297 20296,'-18'-50'1176,"-1"-1"0,3 6 1,3 10-807,7 23-264,5 7-44,0 4-6,2 16 50,1 20-22,-2 20-51,-4-14 1,-1 0-181,1-8 0,-2 1 164,-7 16 0,-1 2-566,-2 6 1,1 2-134,6-17 1,0 1 0,0 0-582,1-2 1,0 1 0,3-2 1262,0 17 0,4-11 0,0-22 0,1-6 0</inkml:trace>
  <inkml:trace contextRef="#ctx0" brushRef="#br0" timeOffset="2050">3871 5416 12825,'-63'-3'1560,"-1"0"1,7 0 0,6 0-755,1 3-15,12 0-388,15-2 263,9 2-638,11-1-11,5 0 129,26 1-90,-2 0 2,7 0 1,7 0-963,21 0 1,5 0 972,-15 0 0,2 1 0,4-2-674,1 1 0,3-1 0,2 0 0,-4 0 627,4 0 0,-2 0 1,4-1-14,-11 0 0,2 1 0,3-1 0,0-1 0,-2 1-3,-4 0 1,-1 1 0,1-1 0,1 0-1,5-1 1,-6 1 1,3 0 0,3-1 0,2 1 0,1-1-1,-1 1 1,0-1 0,-2 1-267,3 0 1,0-1-1,-2 1 1,1-1-1,0 1 1,2-1-1,0 1 264,-7 0 1,2-1 0,0 1-1,1-1 1,0 1 0,0-1-1,0 1 1,-2 0 0,-2-1-179,7 1 0,-1-1 0,-1 1 0,-2-1 0,1 1 1,-1 0-1,0-1 172,5 1 0,0-1 0,0 0 0,-1 1 0,0-1 0,-1 0-158,-1 0 0,0 0 0,0 0 1,-2 0-1,-2-1 0,-3 1-117,2 0 0,-4 0 1,-2 0-1,0-1 325,19-3 0,-1-1 1,-16 1-1,-13 0 0,1-3 1</inkml:trace>
  <inkml:trace contextRef="#ctx0" brushRef="#br0" timeOffset="3133">4269 4790 14555,'-5'-48'1790,"0"0"1,0 4 0,0 4-884,0 0-218,-1 7-191,0 8-169,2 10-293,2 8-28,1 8 310,2 10-194,3 10-34,3 15 2,1 11 0,-2 8-49,-2 5 28,-3-1-6,-2-6-227,0-9 128,-2-14 111,2-11 308,0-12-40,1-7-315,1-13-48,2-11 25,1-17 11,0-12 32,-2 20 1,-1 0-432,-1-2 1,0 0 453,-1 1 0,-1 0 95,-1-23-28,-2 17-32,1 17-66,1 15-29,0 18 157,-1 15-34,0 15-14,1 12-8,2 6-76,1 4-83,4-3 2,2-7 48,1-12 776,-1-12-827,-3-15 175,0-14-215,-3-7 88,1-20-4,-4-7 9,-3-19 3,-1 15 1,0 0-5,-3-15 2,4 18 0,0 2 4,0 6-16,0 2-57,1 14-7,-3 21 113,2 2-186,-5 25-724,4 3-2875,1 20 3068,4-23 0,0-1 1,2 6-1,0-3 0</inkml:trace>
  <inkml:trace contextRef="#ctx0" brushRef="#br0" timeOffset="3609">5460 4594 14278,'-9'-43'1280,"-1"-1"1,0 0-1,0 0 1,-1 1 0,0 6-156,-7-9-273,-2 0-110,6 18-434,6 12-220,6 15-29,11 27-2,1 17-18,-1 6 1,0 6-1118,-3-3 1,-2 2 1078,1 2 1,-2 1-40,-5 5 0,-3 0-313,0-11 1,0 2-508,0-2 0,-1 3 0,2-3-3460,-1 10 1,3-3 4320,3 1 0,1-8 0,4-7 0,2-25 0</inkml:trace>
  <inkml:trace contextRef="#ctx0" brushRef="#br0" timeOffset="4033">5989 4584 17712,'0'-5'4968,"0"0"-4651,0 5-272,1 35-29,5 6-16,-1 18-237,0-24 1,0 0 241,2 20 23,-4-17 0,0-1 17,0 17 133,-4-8-77,-1-25 380,0-11-106,1-7 247,1-6-471,0-10-45,1-26-38,4-10-46,0-7-5,2 25 0,1 1 27,9-16-16,9-8-16,6 10-12,5 10-6,4 12-28,8 11 12,-16 11 374,5 15-442,-16 22-408,1 8-186,-5 4-3111,-4-16 1,0-1 2946,5 5 0,2 4 0,-10-27 0</inkml:trace>
  <inkml:trace contextRef="#ctx0" brushRef="#br0" timeOffset="4999">6934 4718 22123,'-43'-8'377,"0"1"0,4-1 0,8 8-192,18 17-79,5 2-72,3-2 106,10 6-68,2-12 80,15 7 10,4-14 56,20-7-106,-4-10-44,-2-4 116,-5-21-83,-17 6 17,0-15-68,-12 16 68,-14-5-62,-8 18-3420,-14-1 3381,2 13-1782,-21 15 1776,23-1-1682,-21 18 1671,22-2-346,-2 23 330,13-3 1493,9 14-1589,16-10-168,12-4 1490,2-12-2112,16-3-957,13-15 1041,5-4 669,-23-11 1,-1-4 120,11-5 106,-15-7 1,-1-3 184,8-11-78,-13 7 0,-1-1 274,7-16 158,-9 3 3032,-6 6-3128,-8 9 633,-5 8-835,-9 7-263,-1 6-33,-7 5 5,-8 11-23,5 0 238,-14 13-243,1-4 5,-11 7 79,-1-3 17,10-9 257,8-13-206,17-14-35,8-9-16,12-6 5,12-1-3397,6 4 3337,-5 7 10,7 5-28,-14 18-23,1 0 1,-9 22-1,-9-1 1,0 1 16,1 15 12,4-20 3386,5 8-3381,7-18-5,-2-9 72,23-13-39,-6-9 6,-5-5 0,0-2-17,4-11-114,-12 3 1,-4-3 169,-5-20-65,-6 16 1,-2-2-6,-5-1 0,-3 0 11,0 0 1,-2 1 30,-2 4 0,0 1 218,-12-21-212,9 25-23,0 11-11,7 16-79,2 4 35,-2 12-18,1 16-16,0 24 16,2-19 0,1 2-205,1 5 0,2 1 191,1 0 1,2 0-29,2-2 1,2 0-229,1-3 0,1-1 18,1-5 0,0-2-761,11 17 246,-7-18-3417,6-12 4190,-10-15 0,0 0 0,-8-5 0</inkml:trace>
  <inkml:trace contextRef="#ctx0" brushRef="#br0" timeOffset="5149">7387 4702 24508,'25'-38'71,"0"-1"0,-1 3 0,1 11-687,13 30-6677,-4 3 7293,-9 4 0,-11-3 0,-8-3 0</inkml:trace>
  <inkml:trace contextRef="#ctx0" brushRef="#br0" timeOffset="7517">11009 4803 16863,'-3'0'3411,"0"0"-2930,3 0-481,-17-7 84,12 6 236,-15-4 116,10 8-100,-9 1-44,-12-1 5,-7-3 6,-3-6-12,5-6-146,11-3 219,4-19-201,18-2-141,2 0 1,18 0-1,3 18-22,12-1-17,2 9 0,5 9-11,3 14-16,-1 14 27,-5 16 11,-14 13 28,-20-23 1,-8 2-4,-8 3 1,-8 1-960,-11 4 0,-6-1 940,8-12 0,-3-1 0,0 0 0,-2 0 0,-1-2 0,1 0-163,-16 8 0,2-4 219,9-8 0,2-4 179,-14 1-11,25-26-118,17-13-44,18-14-34,15-1-11,18 1-12,16 9 749,-24 15 1,1 3-769,3 2 0,0 2-42,-1 4 0,0 3-87,-1 1 0,-1 1-241,-2 3 1,-1 1-1471,24 12-2067,-4-3 3921,2-6 0,-25-7 0,-1-6 0</inkml:trace>
  <inkml:trace contextRef="#ctx0" brushRef="#br0" timeOffset="7734">11452 4624 17431,'7'-53'1906,"0"0"0,-2 7 1,0 6-1269,-1 10-356,-4 15-288,1 15 44,-1 8 12,-2 39-39,0 11-614,0-10 0,1 4 597,-1 2 0,1 2-11,-1 6 1,0 2-27,-1-19 0,1 0 0,-1 0-127,1-1 0,0 0 0,0-2-113,-1 6 1,1 0-2060,4 4 1,4-4 2341,9-1 0,-3-1 0,1-32 0</inkml:trace>
  <inkml:trace contextRef="#ctx0" brushRef="#br0" timeOffset="9041">11821 4827 23080,'11'-12'107,"-3"31"-96,-6 28 8,-2-11 1,0 1 30,-3 10 1,-2 7 33,-1-14 162,2-16 471,2-12 84,1-11-448,0-12-185,0-14 45,4-34-135,2 14 12,5 1 0,4 3-265,2 6 189,3 6 0,1 2-14,1 7 11,26-7-61,-6 21 5,7 8 39,-11 12-44,-4 18-101,-7 5-432,-9-5 0,-1 2-417,-3-5 1,-1 1-1145,2 6 0,-1-3-107,4 7-4223,7-8 1400,0-22 5074,15-15 0,-13-6 181,5-21 3975,-20 2 1299,-2-8-1853,-6 1-1322,-6 4-773,-2 4 458,-3 8-1086,-2 5-615,3 7-135,0 3-168,6 6-6,0 0 28,3 8 45,4 3-22,2 3 27,11 1 18,4-6 61,16-3-3426,-2-10 3359,-2-3-2112,2-21 2140,-20 10 39,8-21-11,-19 9 28,-3-13-51,-10 12 2213,-2 6-2268,-8 13 3397,-2 7-3415,-5 3-22,-8 16 6,7 8 11,0 7 0,8 14-28,8-1-25,5-8 0,3 2-70,7 22 39,5-2-180,30-12 96,-3-26 101,9 2-6,2-22 67,3-19 51,1-6-496,-22 6 0,-2-2 501,5-10 12,3-13-93,-9 4 104,-2 4 11,-4 5-56,-14 22-11,-4 6-79,-3 5 17,0 1 45,-1 3 929,-9 22-929,-6-2 5,-18 17 4,5-20 0,-1-4 25,-12 7 278,-16-2-127,36-22-96,3-10-38,14-9-3415,14-6 3380,2 4 24,17-1 4,6 4-32,-5 6-7,15 2-16,-27 12 0,14 14 5,-20-1 3393,5 18-3393,-9-5 6,4 12-6,-4-14 6,6 3 23,4-19 5,3-2 28,10-11-28,-7-4 106,13-21-95,-18 9 23,-2-10 0,-2-3-23,-5-2-9,-4-3 1,-2-2 25,-6-20-14,-4 14 0,-1 0-8,-4-14 83,-1 19 1,1 4 112,1 10-146,-1-4-28,7 22-67,3 6 11,1 4-12,1 8 7,3 13-12,5 34 3,-4-25 0,0 2-34,1 12 1,0 0-1,-3-12 1,1 0-508,3 22 1,-1-2 33,2-7-266,-2-3 0,2-4-2148,1-14-4789,1-4 7724,-3-10 0,-3-10 0,-3-2 0</inkml:trace>
  <inkml:trace contextRef="#ctx0" brushRef="#br0" timeOffset="9175">13164 4879 14421,'-3'-6'8060,"0"2"-7170,-17-56-486,21 34-343,-7-11 1,5 1-107,26 16-101,0 7-917,33 5 0,-39 6 1,20 0-1</inkml:trace>
  <inkml:trace contextRef="#ctx0" brushRef="#br0" timeOffset="9959">15953 4748 20890,'0'-49'806,"0"-1"1,1 1-1,-1-20 1,0 17-560,0 42-287,0 14 57,-2 5 11,1 34-22,-1 16-4,3-13 1,0 3-668,0 9 0,0 2 655,0-14 1,-1 0 0,0 2-40,-2 2 1,-1 2 0,0-1-113,-1 0 1,-1 0-1,0-1-173,0-3 0,-1-2 0,0-2-756,-1 11 0,2-5-607,1-15 0,1-5 967,1 0 1,1-19-1,1-11 1</inkml:trace>
  <inkml:trace contextRef="#ctx0" brushRef="#br0" timeOffset="10493">15997 4897 12371,'-6'-57'1562,"-1"-1"1,1 1 0,-1-1 0,0 1-1,-3 10-184,-10-8-877,8 25 1,0 1 52,-3-14-352,9 16-146,21 11-22,24 6-26,-2 6 0,4 2-750,16 0 1,4 1 752,-10 0 0,2 1 0,1-1-2,7 0 1,1-1-1,4-1-7,-14 0 0,3-1 1,1 0-1,-1 0 1,-3-1-624,-2 1 1,-4 0 0,1 0 0,3-1 621,6-1 0,5-1 0,1 0 1,-1-1-1,-3 1-521,-1 0 1,-3 1 0,0-1 0,3 0 514,-1 1 1,3-1-1,2 0 1,0 1-1,-1-1-4,1 1 0,0 1 0,0-1 0,0 1 1,2 0-236,-4 1 0,3 1 0,-1-1 0,1 2 0,-3-1 0,-3 0 242,5 1 1,-3-1 0,-1 1-1,2 0-77,-3 1 1,4 0 0,0 1-1,-3-1 1,-7 1 85,-1-1 1,-5 0-1,0 0 265,4 0 1,1 0 0,-3-1-206,4-1 0,-6-2 1869,10-3-1802,-31 2 2280,-14 2-2386,-12 3 2532,-5 6-2515,-8 3 595,-14 18-623,9-4 241,-9 24-239,19-14 1,3 1-14,-8 25-194,6-8 1,-1 4 195,-2 6 1,0-1-486,3-8 1,-2 2 474,-1-1 0,-2 5 0,2-3-950,-1 6 0,0 0 948,4-10 0,0 1 1,0 1-3,2-3 0,0-1 1,0-1-179,1-3 0,0-1 1,-1-2 177,-6 13 0,-5-4 20,-6-6 0,-6-6 8,-8-5 1,-8-7-324,9-10 1,-3-3 0,-2-3 302,-8-1 0,-3-3 0,-4-2-18,8-3 0,-3-2 1,-2-1-1,-1 0 1,2-1-297,1 0 0,0 0 0,1 0 0,0-1 0,-1-1 299,-1 1 1,1-1 0,-1-1 0,0 1-1,0-1-33,2 0 0,-2 1 0,1-1 0,2 0 1,2 0-21,-15-1 1,4 1-1,-3-1-2392,4 1 0,-3 0 1,0 0-1,7 0 1879,7 1 1,4 1-1,2 0 1,-15-1-1,13 1 1,29 2 0</inkml:trace>
  <inkml:trace contextRef="#ctx0" brushRef="#br0" timeOffset="11209">16588 4964 17265,'-3'-6'3454,"1"2"-2200,2 4-294,-16-66-310,11 31-384,-3-9 0,0 0 82,7 6-119,7 0-897,5 12 656,4 7 38,14 10-219,4 8 274,-2 8 0,0 3-98,15 4 2,-8 11 1,-2 3-51,-9 0 12,-7 0 1,-4 1-66,-17 8 7,-29 14-108,-10-13 40,-8-6 252,5-14 106,16-11 90,2-1 45,6-14-163,9-1-50,4-9-62,6 4-34,3 3 1,7 2-12,15 5 6,8 5-11,15 10-6,-11 2-11,16 22 12,-27-7 4,4 15 18,-25-15 5,-39 13-16,6-21-43,-15 2 0,-5-3-126,15-9 1,1-2 2,-6 3 1,-2-2-1122,3-3 1,4-3 1291,4-4 0,-4 1 0,27-4 0</inkml:trace>
  <inkml:trace contextRef="#ctx0" brushRef="#br0" timeOffset="11576">16256 5564 10277,'-45'4'1924,"1"1"0,-1 0 0,-11 0 0,6 0-81,-1-2-595,28-2-666,19-2-229,19-4-218,3 0-834,20 0 1,19-2 0,5 0 0,-11 1 712,-6 1 0,2 0-10,-1 1 1,10-2-1,3 1 1,-2 0-1,-8 1-671,13-1 1,-4 2 556,-7 0 0,1-1 0,1 0-538,0-1 0,-1 1 0,0-1-250,0-1 0,0 1 0,-3-1-516,10-2 0,-2-1 1414,1-1 0,-7 1 0,-12 0 0,-2 1 0</inkml:trace>
  <inkml:trace contextRef="#ctx0" brushRef="#br0" timeOffset="12026">17594 4694 17871,'-4'-63'1592,"0"0"1,1 6 0,-1 8-1111,-1 3 313,0 13-762,3 24-44,-1 13 67,0 24-5,-2 27-40,-1 1-284,1 3 0,-1 3 259,0-11 0,1 1-377,-1-2 1,1 3 0,-1 1-296,1 2 1,-1 0 0,1-3-175,-1 3 1,1-1-1699,1-6 0,1 2 1,1-6 2191,1-10 0,0-4 0,1 25 0,0-29 1</inkml:trace>
  <inkml:trace contextRef="#ctx0" brushRef="#br0" timeOffset="12417">17825 5014 23282,'3'-39'201,"0"0"1,1-21-168,-3 73-18,0 3 52,5 32-52,-1-18 15,-1 7 0,-1 1-3,-1 5 11,0 17 34,-4-24 89,-2-11 275,0-12 168,1-8-280,2-12-241,2-12-22,7-17-12,8-13-5,-2 20 0,2 0 14,3 0 0,1 2-12,2 0 1,0 3 2,21-13-39,-11 13-11,6 10-28,-13 15 12,8 13-12,-5 19-34,-1 17-33,-14-18 0,0 1-356,0 2 1,1 1-247,0 1 0,2-1-1379,2-1 1,2-2 1418,0-5 1,-1-4-1,7 6 1,-9-15-1</inkml:trace>
  <inkml:trace contextRef="#ctx0" brushRef="#br0" timeOffset="13945">18516 5047 19300,'4'14'2856,"3"-3"-2430,3-12-269,1-1 72,4-7 1,1-5 5,4-8 45,-1-12-3493,-7 5 3342,-4 1 129,-6 10-29,-5 9-218,-2 3-5,-4 4-12,-15 13-5,2 4 11,-6 6-17,5 7-5,9-1 3375,1 10-3527,8 10-167,11-6 27,2-3-739,11-7-779,9-10 1446,-4-6-12,14-7 432,-3-24 89,-7 1 208,10-21 72,-17 5 308,7-15-134,-10 11 23,-3 3-371,-10 21-5,-3 5-252,-1 5-168,-1 2 185,-3 5 45,-4 7-12,-9 8-16,0-2 27,-22 14 29,10-13 162,-9 5 179,18-15-134,11-9-191,6-4 96,8-5-141,-2 1 1,16-6-23,-2 8 0,10-2-5,-7 6-23,9 7 12,-13 2 5,6 5 5,-11-2 6,-2-3 12,-2-3 55,2-3 96,8-8 27,6-10-128,-2-1 34,4-19-12,-10-1-50,1-3 19,-6 4 0,0 0 60,2-14-12,-5 16 0,0 1 163,0-7-68,-5 15-146,-2 12-77,-2 8-18,-2 10 40,-2 10-23,-3 12 11,1 11 17,3 9-33,5 4-112,7 4-421,6 1-941,6-3-2256,-1-8-550,-5-15 4302,-3-8 0,-7-14 0,-2-3 0</inkml:trace>
  <inkml:trace contextRef="#ctx0" brushRef="#br0" timeOffset="14096">18910 4968 22707,'51'-27'-91,"-1"0"1,3 1-1,-7 9 1,-13 17-1,0 0 1</inkml:trace>
  <inkml:trace contextRef="#ctx0" brushRef="#br0" timeOffset="16983">22368 4357 9638,'-6'-2'1772,"-25"0"1,-7 0-978,-5 1-451,-6-1 1,-3 0 394,-10 2-324,12-2 117,14-4 0,3-1-246,0-3 285,-24-14-319,35 11 588,-19-12-576,23 14-158,-9-3-94,15 11 16,-1 7-6,3-1 101,-7 8 28,6-4 124,-3 2 106,4-4 22,1 0-45,0-2-89,0-1-56,1 0 27,2 0 91,2-2 56,2 1 705,1-1-1030,-1-2-34,1 0 5,-3-2-16,1 3-17,-1-2-17,0 2 17,-2 1 6,-4 0-1,-17 2-5,10-1 0,-17 2 6,14-1 11,-4 0-17,2-1 0,4 0 11,3-1-17,1 0-5,2 0 6,-2 1 5,-1 2-6,-2 1 6,3-1 23,-9 2-6,11-4 27,-5 2-5,14-3-17,0 0-23,3 0-39,6-3 18,7-1 5,15-1-5,32 1 22,-9 2-439,-3 2 1,4 1 438,-6-1 0,2 1-8,-5-1 1,3 0 0,3 0-6,2 1 0,4-1 1,1 0-1,-4 0-906,2 0 0,-3 0 1,5-1 918,-6 1 1,5-1 0,2 1 0,-1-1 0,-2 0 7,3 0 1,-3-1-1,1 1 1,3 0-440,0-1 0,2 1 1,1-1-1,1 1 1,-1-1 473,2 1 0,0 0 1,0-1-1,-1 1 1,0 0 0,-1-1 1,-1 1-1,0 0 1,-1 0 0,0-1-203,-5 1 0,1 0 0,-2-1 0,-1 1 0,-1 0 211,6-1 1,-1 0-1,-2 0 1,-2 0-19,7-1 0,-3 0 1,-2 0 17,10-1 1,-5 0 136,-15 0 1,-3-1-40,17-4-220,-17-3-113,-9-4 1538,-4-2-1547,-8 2 2705,6-7-2610,-11 10 2278,5-4-2272,-10 9 139,-5 4-78,-4 3-83,-1 1 112,-2 4 7,0 2-6,-2 8-11,1 4 16,1 16 17,5 17-12,-1-20 1,1 3-554,-1 8 0,1 2 558,-1 2 1,-1 2 3,-3 8 0,-2 3-13,1-15 0,-1 1 1,-1 2 1,-2 5 0,0 0 1,-1 2-674,0 3 1,-1 2 0,1 0 677,1 0 1,0 0 0,0 0-6,2-3 1,0-1-1,2 0 6,3 3 0,0-1 0,1-4-1,1-1 0,-1-3 3,3 9 0,-2-5 84,-11-7 128,-12 1-22,-18-18-100,-15-14-228,20-11 1,-2-3 142,-5-2 1,-2-2-18,-3 0 1,-1-1-1,-2-1 1,0-1 80,1 0 0,1 1-97,2 1 0,-1 0-12,-9 0 1,1 0 19,17 3 1,0-1-1,-17 0 0,0 1 11,13 0 1,0 1-7,-14 0 1,-3 0-6,-2 0 1,-3 1 13,11 0 0,-3 1 0,4-1-488,-4 0 0,1 0 482,5 0 1,-3 1 0,5-1-1,0-1 1,1 0-667,0 0 1,-2 0 0,2 0 657,-1 1 0,1-2-93,4 1 1,-2 0 0,2 0 89,0-1 1,0 0 97,-10 0 0,0-1-84,2 0 0,1 0-11,3 0 1,2-1-4,3 1 1,-1 0 5,-6-2 0,1 0 0,15 2 0,0-1 0,-12-2 0,-2 0 2,7 1 1,2 0 3,-26-3-18,22 4 1,2 1 1922,-10 1-1911,9 1 741,8 1-735,23-1 327,7 0-333,1-6 3403,1-8-3397,-2-12-12,-1 0 3,-5-6 1,-1-1-245,-5-7 261,-4-19 0,-1-3-336,9 31 0,1-2 346,-3-17 0,-1-9 1,2 7-759,4 15 0,1-1 741,-1-7 1,0-5 0,2 4-8,2 1 0,1 2-191,-1-10 1,2-3 198,4-7 1,2 1-1,1 9 1,1 2-213,1 2 1,2 1 197,4 6 1,1 3-1,9-12-2032,5-4 1971,-12 28 415,-8 12-1608,-8 24 279,0 1-4093,-1 24 5074,0 9 0,0-13 0,0 0 0</inkml:trace>
  <inkml:trace contextRef="#ctx0" brushRef="#br0" timeOffset="17449">21845 4956 17640,'13'-60'1422,"1"1"1,-2 7-1,-3 8-799,-5 13-376,-3 14-174,-1 11-62,-1 12 45,-4 12-6,-5 18-33,-1 2-6,-6 21 0,8-24 1,1 0-7,1 1 1,0 1-172,1 3 1,2-2 198,6 12 18,2-18 211,8-14 58,3-14 38,34-31-268,-15 8-572,1-9 0,-1-3 588,-3 1-5,-6 4 0,0 0 153,15-12-102,-8 7 181,-9 11-316,-19 22-6,-7 5 0,-4 15 1184,-6 18-1217,1 7-96,1 13-375,13-8-683,11-1-1070,14-7-2537,11-8 4783,11-15 0,-21-12 0,-2-7 0</inkml:trace>
  <inkml:trace contextRef="#ctx0" brushRef="#br0" timeOffset="17666">22601 4674 16779,'6'-49'2044,"0"1"1,-1 6-1,0 6-1439,-1 10-510,-2 14-84,-1 16 12,-1 6 16,1 44-22,-1-14-425,1-1 0,-1 9 1,0-1 412,-2 8 1,-2 3-543,1 0 1,-1 4 0,-1 0 390,-1-6 1,-2 0-1,2 0-291,-1-1 0,1-1 0,0 0-616,2-6 0,0 0 0,3-2-3652,4 12 0,4-4 4705,1-14 0,2-5 0,7 4 0,-6-22 0</inkml:trace>
  <inkml:trace contextRef="#ctx0" brushRef="#br0" timeOffset="18967">23041 5088 22094,'0'-41'431,"0"-1"1,-1 0-1,0 18-464,0 31 61,-2 3 28,-3 39-28,-1 1-358,1-10 0,0 1 347,-1-4 0,0-2 172,-5 21-136,0-19 1,-1-4-21,3-7 135,-8 14 348,16-35-63,-1-6-335,6-11 441,0-3-492,8-20 62,13-17-28,4 0-51,-9 21 1,0 1 11,11-7-34,-2 12-22,-3 10-23,-1 9 11,-2 10-5,0 7-6,0 11 12,-5-2-69,4 21-111,-5-9-279,12 12 116,-7-17-772,27-4 857,-20-15 89,3-4 1,1-3 218,1-11 117,9-8 85,-19-9 55,-9-6-140,-7 7 365,-2-10-163,-4 17-45,1-5-112,-2 13-168,0 5-134,0 4 6,0 2 77,0 7 12,0 3 12,0 9-12,5 1 11,4 0 17,9-5 28,7-6-6,6-6 45,10-14-55,-12 2 4,1-10 147,-12-8-67,-9 1-40,-1-14-28,-19 7-34,-3 7 17,-20 1 28,-11 8-61,2 5-23,-1 7-11,24 13 0,9 11 11,7 12 6,6-1-78,13 31-147,1-11-541,-2-13 0,2 1 234,-1-6 0,2-3-1,13 16-439,-2-21 1,3-5-60,14-4 720,-12-6 0,1-5 313,-2-8 1,-1-6 389,20-11-724,-4-7 970,-8-12 135,-11 4 548,3-8-818,-13 13 883,-6 5-1016,-9 17-270,-2 0-22,-11 9 602,-5 7-658,-11 5 459,-1 7-470,-1 6 6,1 0 11,0-1 33,5-6 45,8-9 365,4-5-225,5-7-61,2-5-62,2-8-56,8-2-34,6 0-10,8 4-18,2 6-16,0 7-1,-1 10 23,-6 1 0,8 20 0,-8-7 6,7 9-12,-8-11 12,-4-8 16,1-6 34,1-7-22,1-3 134,21-25-129,-17 8-8,1-6 0,1-2 19,4-21-233,-8 15 1,-1-1 218,1-2 1,0 0 13,-2 1 0,-2 2 90,6-24 28,-8 19-44,-7 16-91,-4 13-61,-3 7 6,-5 9 22,-4 9 410,0 4-427,-3 33-5,10-5-161,5-12 1,2 2 126,5-5 0,2 0-260,7 6 0,2-2-211,8 12-381,-7-19 1,1-4-4901,0-4 123,-4-4 4864,-7-10 1,-9-7-1,1 0 1</inkml:trace>
  <inkml:trace contextRef="#ctx0" brushRef="#br0" timeOffset="19126">24240 5138 15109,'-2'-5'7921,"0"1"-6252,2 4-890,70-66-1048,-43 47 355,17-18 1,-1 5 57,-23 30-194,-1 0-1116,-12 4-670,-6 1 1836,-10 10 0,5-8 0,-4 4 0</inkml:trace>
  <inkml:trace contextRef="#ctx0" brushRef="#br0" timeOffset="20034">24879 5173 27001,'-51'-7'1335,"0"-1"0,0 1 0,-16-3 0,11 0-1059,21 3-132,18 1-627,45-7-62,27-2-368,-12 6 1,7-1-1,0 1 835,0 2 1,-1 0 0,3 0-92,-3 1 1,3 0-1,0 0 1,-4 1-27,-1 0 0,-3 2 0,2-1 1,6 0 0,2 0 0,-1 0-178,-4 0 0,-2 0 1,0-1 338,-2 0 1,0 0 0,0-2 36,-1 0 0,0-1 0,-4-2-210,-4-4 1,-5-1 15,8-12-403,-19-8-12,-18 5 1590,-11-5-1588,-15 0 61,-4 9-13,-2 5 1494,0 5-1244,3 3 853,-10-5-377,9 6-12,5 2-57,15 8 41,6 9-175,1 1-81,11 29-42,4 3 66,-2-6 1,1 1-87,8 20 83,-9-7 0,-3 3-2,-6-15 0,-2-1-13,2 8 1,-5 0-73,-10 1 1,-5-4-1256,-8 7-2445,7-17 1,1-2 3878,0-1 0,10-14 0,6-9 0</inkml:trace>
  <inkml:trace contextRef="#ctx0" brushRef="#br0" timeOffset="20724">26400 4766 21985,'-4'47'74,"-1"0"0,0 0 0,0 10 1,-1-4-8,-4-14 0,-1-4 68,-7 12-79,0 1 506,2-20-8,12-22 270,-1-2-505,8-11-212,7-11-12,11-15 9,3 1-39,4 2 0,3-2-18,-7 10 1,1 1 93,10-10 0,2 1-127,-9 10 0,-1 3-25,21-7 0,-13 12-40,9 10-16,-15 11-11,11 10-91,-14 9-4,-9-3-1177,1 18 544,-8-20-1206,11 19-1096,13-16 1999,11-5 1050,-14-12 0,1-4 463,28-10 514,-7-9 438,-13-8-611,-16 2 1327,-7-15-940,-11 14-354,0-7-352,-5 15-331,-1 7-398,0 4 315,0 17-24,0 5 12,2 19 0,2 2-11,6 4 17,3-3 33,5-7 45,1-10 22,3-13-16,5-14 5,8-12-3324,17-22 3285,-13 8-3,-13 4 0,-1-1-237,3-10 234,-3 3 40,-9-5-214,-15 20-514,-6-4-1266,-1 14 617,3 8-3070,10 4 3615,12 6 1,-7-6 0,2 1-1</inkml:trace>
  <inkml:trace contextRef="#ctx0" brushRef="#br0" timeOffset="21274">27813 5315 24962,'15'-28'356,"1"-1"0,6-11-284,-4 11 1,1-1-583,9-22 540,-9 15 1,0-2-14,-5 8 0,1-3 22,7-23 0,0-1-33,-8 19 0,-1 0 36,7-19 0,-1 2 211,-3 2-152,-5 11 11,-10 33-146,0 4-27,-7 10 61,-4 11 0,-10 17 0,-7 21-103,13-18 1,1 3 88,0 5 0,2 3-402,1 1 0,3 2 413,2-1 1,4 0-1,5-1 0,5-2 3,6-2 0,6-3 3,8-2 0,5-4 2,5-5 1,3-5 5,2-6 0,1-5-3,-1-5 1,0-7-1,-2-5 1,-1-6-1,-1-5 1,-2-5-4,-1-8 1,-1-6-1473,0-7 0,-2-4 1467,0-8 0,-4-4-10,-10 16 1,-3-1 0,-1-1-196,-2 0 0,-3-1 1,-1 0 235,-2 2 1,-2-1 0,-3 2-7,-2-15 0,-3 2-8,-3 9 0,-2 3 129,-1 10 1,-2 3-153,-7-7 480,3 19-508,1 17 3019,-3 20-2991,-4 20-3,8-7 1,2 4-10,-2 12 1,1 4-2,3-10 0,2 2 1,0 1-491,-1 5 0,1 1 1,-1 1 214,1 2 1,0 0 0,-1 0-990,-1-1 0,0-1 1,0-2 1282,-4 14 0,1-6 0,2-21 0,1-4 0,-2 1 0</inkml:trace>
  <inkml:trace contextRef="#ctx0" brushRef="#br0" timeOffset="22208">8250 4944 11659,'-52'3'1875,"-1"0"0,1-1 0,-25 3 1,32-2-1423,81-7-190,24 0-171,-7 1 1,7-1-972,-13 2 0,1-1 1,3 1 896,8 0 1,2-1 0,-1 1-14,-8 0 1,-1 0 0,2 0-8,-2 1 1,1-1-1,2 0 1,0-1-167,1 1 1,-1-2 0,2 1 0,0-2 171,6-1 0,2 0 0,-1-2 1,-2 1-507,-9 2 1,-1-1 0,-2 0 0,-2-1 512,3-1 0,-3-2 1,-7-1 156,13-14 67,-30-5-179,-28-2 17,-44 0 11,-9 13 682,5 8 0,0 1-391,19 3 1,1 2 150,-14-5 1,4 2-269,6 0 1182,13-1-1272,20 7 2507,1-1-2681,11 9 1,10 6-1,33 26 0,-24-16 1,1 1-482,10 10 0,-1 0 476,-11-8 0,-2 0-62,5 6 0,-4 4-1084,-7 3 1,-5 3-2802,-3 1 1,-4 1 3957,-6 3 0,-4-4 0,-8 3 0,-1-21 0</inkml:trace>
  <inkml:trace contextRef="#ctx0" brushRef="#br0" timeOffset="22942">13814 5108 19064,'-4'0'499,"1"0"-273,48-9 1,24-3-120,-9 6-880,-18 1 0,9-1 1,1 0-1,-4 1 805,-3 3 0,-4 2 0,3-1-19,13 0 0,3 0 0,3-1-2,-4 0 0,5 0 0,-1-1 1,-4 0-483,0 0 1,-4 1 0,4-1 480,1 0 0,5-1 0,0 0 0,-6 0-1,-5 0 0,-5 0 1,3-1-11,-2 1 1,2-2 0,-1 1 0,-3-1 110,-3 0 0,-2 0 0,-3-1-7,15-2 1,-20-4-177,-38-5 34,-50 2 44,22 9 1,-3 2 104,-19-2 1,-4 2-81,8 2 1,-1 0 45,-10 0 0,-3 1 819,3 1 1,4 0-664,19 0 1,3 1-37,-16 0 1331,40 0-1376,8 0-62,3 0-55,8 0 0,14 2-12,5 1 0,2 2 1,3 1-7,3 1 1,3 1 123,14 3 1,3 3-140,-14-4 1,0 2 0,1 1-6,9 4 1,1 2-1,-2 3-35,-6 4 0,-2 3 0,-3 1-132,9 9 0,-10 1-92,-15-2 0,-14 0-1855,-25-8 1,-8-4 1504,-17 10 1,4-7 0,14-13 0</inkml:trace>
  <inkml:trace contextRef="#ctx0" brushRef="#br0" timeOffset="23609">19213 5236 21310,'50'-1'56,"-1"1"0,1 0 0,7 0 0,4 0 0,1 0 0,-8 0-1910,6 1 1,2 0 1855,-16 0 0,7 1 0,5-1 0,0 1 0,-1 0 0,-5 0-2,6 0 0,-5 1 0,0-1 0,2 1-207,-4-1 0,3 1 0,0-1 1,-1 1-1,0-1 252,7 0 1,0 0 0,-1 0 0,-2-1-2,7-2 1,-2 0 0,-2-1 28,-4 0 0,-1-1 0,-2-1 32,-6-1 1,-2-2-1,-7-1 1042,5-10-976,-30-11-115,-51-9-87,10 18 1,-5 0-304,-18-5 0,-5 2 345,-2 5 0,0 3-22,10 3 0,1 1 138,-5 0 1,0 2 135,14 2 1,2 1-123,3-1 1,3 1 1506,-14-2-1643,31 4 2090,16 4-2078,6 1-6,26 6 3,20 10 0,5 3-1203,-20-6 1,1 0 1189,2 2 1,5 1 0,-5 1-11,2 5 1,-6 1 278,-8-6 0,-1 1-293,15 14 1,-3 4-34,-14-1 0,-5 2-652,-3 2 0,-7 2 708,-17 10 0,-7-3 0,-3-3 0,-22-3 0</inkml:trace>
  <inkml:trace contextRef="#ctx0" brushRef="#br0" timeOffset="212686">7073 5205 7063,'0'0'0</inkml:trace>
  <inkml:trace contextRef="#ctx0" brushRef="#br0" timeOffset="212865">6959 5269 13532,'-4'0'1546,"1"0"-2233,3 0 0,0 0 0</inkml:trace>
  <inkml:trace contextRef="#ctx0" brushRef="#br0" timeOffset="231399">12442 5268 8656,'0'0'0</inkml:trace>
  <inkml:trace contextRef="#ctx0" brushRef="#br0" timeOffset="231566">12750 5254 19884,'0'0'0</inkml:trace>
  <inkml:trace contextRef="#ctx0" brushRef="#br0" timeOffset="231723">12719 5237 18556,'0'0'0</inkml:trace>
  <inkml:trace contextRef="#ctx0" brushRef="#br0" timeOffset="399399">16203 6028 24575,'-5'0'0,"9"0"0,11 0 0,28 0 0,-9 0 0,5 0-1621,17 0 0,9 0 1,0 0 1620,-6 0 0,-1 0 0,6 0-706,-14 0 1,4 0-1,3 0 1,1 0-1,-1 0 1,-2 0 705,3 0 0,-1 0 0,-1 0 0,1 0 0,1 0 0,-3 0 0,1 0 0,0 0 0,1 0 0,-1 0 0,-1 0 0,5 0 0,-2 0 0,0 0 0,0 0 0,2 0-629,-1 0 1,1 0-1,2 0 1,-1 0-1,-2 0 1,-4 0 628,6 0 0,-5 0 0,-1 0 0,1 0 0,-5 0 0,2 0 0,0 0 0,-3 0 0,-2 0-255,8 0 0,-3 0 0,-6 0 255,-7 0 0,-2 0 764,14 0 0,-6 0-764,-16 0 3920,-7 0-3920,-7 0 6091,-5 1-6091,-6 2 513,-3 1 1,-1-1 0,-1 0-1</inkml:trace>
  <inkml:trace contextRef="#ctx0" brushRef="#br0" timeOffset="458837">10271 4620 13553,'-9'-48'1966,"1"0"0,0 1 0,0-7 0,1 1 0,1 6-1754,3 12 1,2 3-101,-2-6 0,3 4 151,3 15-173,2 9 28,11 24-6,-1 25-73,-6-1 0,-2 4-331,-1-5 0,-3 3 307,-5 9 0,-4 6 0,-1-2-625,2-11 1,-2-2 0,-1 4 473,0 2 0,0 3 1,-2 1-1,2-2-628,-2 9 0,0-2 1,1 0-2514,1-1 0,2-1 0,0-2 2809,0 7 1,2-5-1,2-16 1,1-7 0,1-12-1</inkml:trace>
  <inkml:trace contextRef="#ctx0" brushRef="#br0" timeOffset="459820">10443 4188 21063,'42'-29'120,"-9"15"1,6 4-101,6 8 1,6 5 0,-2-1-1033,13-1 1,2-1 1030,-16-1 1,5 0 0,0-1-1,-4 0 1,2-1 1,-3-1 0,3 0-17,3 0 0,5-1 1,-1 0-1,-5 0-378,-3-1 1,-4 1 0,4-1 364,5 0 1,4 0 0,1 0-1,-4 1-344,1 1 0,-4 0 0,3 1 344,2 0 1,3-1-1,1 1 1,-3 1-667,5 2 0,-3 1 1,-3 0 670,-12-1 0,-3 1 1,1 1 6,8 2 1,2 1 0,-7 0 103,-5 0 0,-3 0-65,12 1 0,-3 0 1050,-2-1-509,-20-4 1344,-9-6-1546,-8 0 3128,-2-1-3257,-3 3 571,-1 2-381,-3 0 29,2 1-17,-1-1-208,3-2-201,1 0 33,7-4-44,-1 2-23,5 0-5,-2 3-1,3 3-10,0 4 5,-3-1 22,2 7-5,-6-3-11,3 5-1,-7 2 6,-2 4-11,-3 6-5,-1 5 10,0 4 7,2 6-1,5 4-11,6 4 11,4 2-5,-2 2 10,-4 3 24,-6 4-15,-5-26 0,-2 2-233,0 2 0,-2 2 222,-1 2 0,-1 2-321,-1 0 0,1 0 312,2-1 1,-1 0 2,2-3 1,2-1-4,3-5 1,1-1 6,5 24-1,3-11 11,-2-6-5,-4-4 5,-2 0 6,-7-3-5,-3 0-12,-2-10 447,-3 3-452,3-3 661,-1-1-656,1 0 6,-2-5 22,-7-3 0,-14 1 0,-18-2-20,15-7 1,-4 0-475,-11-2 0,-4 0 462,10-2 1,-2 1 0,-1-2-676,-7 0 0,-2 0 0,-1-1 677,-5 1 0,-1 0 1,0 0-5,14 0 1,0 1-1,0 0 1,0 0-2,1 1 0,-1 0 1,1 0-1,0 1-1,-13 2 1,0 1 0,0 0 1,2 1 1,1 1 0,0 0-5,1 0 1,-1 1 0,0-1 7,-2 1 1,-1 0-1,-1 0-1,13-2 1,-1-1-1,-1 0 1,0-1-85,-2 1 1,0-1-1,0 0 1,0-2-908,1 0 0,1 0 0,1-2 0,2 0 639,-6-1 0,2-2 0,5 0 0,1 0 0,8-1 0,2-6 0</inkml:trace>
  <inkml:trace contextRef="#ctx0" brushRef="#br0" timeOffset="462470">10122 5428 11099,'-2'-5'7410,"1"1"-10852,1 4 3963,-8-64 2195,5 38-2531,-2-10 0,1 4 1266,3 20-1098,1 10-124,0 0-128,1 9 78,3 7-84,-1 5 3471,2 18-3331,-4 14-111,1 5-888,-2-21 0,0-2 803,0 11-58,0 8 87,2-14 44,7 11-22,4-14 50,10-6-17,9-17-78,0-6 0,26-9-157,-13-4 0,2-3-368,3 1 1,1-1-622,-8 0 0,1-1 0,-2 1 1101,4-2 0,-4 2 0,12-4 0,-27 7 0</inkml:trace>
  <inkml:trace contextRef="#ctx0" brushRef="#br0" timeOffset="462955">10344 4240 15356,'-7'0'4784,"2"0"-3368,5 0 1083,0 0-2163,-11-6-185,44-4-112,11-6-123,5 6 0,4 2-458,-10 1 1,1 0 541,-2 2 0,4 0 0,-8 1 0,6-1 0,-11 2 0,0 0 0</inkml:trace>
  <inkml:trace contextRef="#ctx0" brushRef="#br0" timeOffset="464637">7805 4290 18532,'-7'-38'1335,"-1"1"1,-3-24-524,2 46-452,5 6-108,0-1-157,3 6 39,1 1-139,0 3 33,0 9 5,-2 4 6,-2 15 1,0 10 16,-1 15-23,3-20 1,0 2 2,1 6 1,0 2-7,0 4 1,1 1-462,0 1 0,1 2 467,-1-1 1,1-1-15,0-1 1,0-1-1,0-1 0,0-2-2,0-11 0,0 1 50,0 13 0,-1 0-310,-2 15 312,1-20 1,0 0 146,-1 18-96,0-19 213,3 6-118,1-17-83,-1 1-40,1-15 1123,-2-11-428,1-3-351,-6-9-529,1 2-2218,-8-15 2308,5 7 0,0-1 0,4 7 0</inkml:trace>
  <inkml:trace contextRef="#ctx0" brushRef="#br0" timeOffset="492537">5456 7039 21567,'-12'-55'1195,"0"-1"0,0 11 0,9 10-1144,17 24-23,4 18-6,24 16-16,5 15-1226,-17-7 0,0 2 1203,-5-4 0,-3 3-64,1 10 0,-6 6-459,-11 3 1,-8 2 306,-2-1 1,-5-1 187,-10 6 0,-5-6 56,4-21 1,-3-4 60,-4-4 1,-2-6 381,-15-10-140,10-15 16,13-24-61,34-18-193,1 21 0,3 0-40,7-3 0,3 1 203,5-1 1,2 3-232,-7 5 0,3 2-53,19-7 1,2 3-100,-16 11 0,1 1-1141,14-5 0,0 2 1285,-10 8 0,-5 3 0,4 0 0,-10 4 0</inkml:trace>
  <inkml:trace contextRef="#ctx0" brushRef="#br0" timeOffset="493087">6136 7174 24536,'48'-16'80,"-1"0"0,6-6 1,-6-1-8,-13-6-34,-10 8 0,-1-1 68,5-14 117,-11 6-89,-7 10 150,-18 4-178,-10 11-40,-16 4-17,-9 13-5,-3 9-17,1 10-17,10 9 6,9 3-17,13 3-17,10-1-5,29 2 22,11-11-11,11-9-222,12-14 228,-8-11 13,-19-5 0,0-2 3,0-4 1,-1-2 16,-1-4 0,0-2 47,-4-3 1,-1-3 47,-3-1 0,-3-2 20,-4-1 0,-2-2 215,4-30 51,-9 5-22,-11 10-219,-4 16 240,-12 2-200,6 15-191,-2-1-17,8 10 0,4 9 222,8 10-222,25 32-472,-1-8 472,4-3 0,4 1-769,-7-7 0,0-1 704,5 9 1,-2 3-34,-7-3 0,-7 0-251,-9-2 1,-8 0-2,-11-3 0,-7-2-233,-18 15-2683,-4-19 1,-3-4 3265,-7-2 0,-5 3 0,33-20 0</inkml:trace>
  <inkml:trace contextRef="#ctx0" brushRef="#br0" timeOffset="493310">7436 6999 25707,'47'-17'-1133,"0"0"0,1 1 1,-2 1-1,0 1 1,-4 4 1132,0 6 0,-5 3 0,14-1 0,-26 2 0</inkml:trace>
  <inkml:trace contextRef="#ctx0" brushRef="#br0" timeOffset="493462">7569 7241 26178,'50'-11'-890,"1"0"1,-1 0 0,-5 1 0,-3 0 0,-4 2 0,17 0-1,-26 4 1</inkml:trace>
  <inkml:trace contextRef="#ctx0" brushRef="#br0" timeOffset="494344">8812 7051 22873,'2'-10'2644,"-1"3"-1916,-1 7-549,0 0-117,38-21-46,-26 29 1,30 5-11,-38 40 5,-4-10 0,-2 1 17,-3 14-11,-3-16 0,-1-5-6,0-12 123,-3 7 253,9-27-96,2-10-229,9-12 50,15-31 5,10-5-613,-16 24 1,3 1 537,4-3 0,1 2-9,-2 6 1,2 0-241,6-4 1,3 1 214,-1 3 1,1 3-3,16-6-61,-17 17 0,-1 4 38,7 11-5,13 14-46,-18 17-156,-6 13-532,-7 5-941,-1 1-974,0-8-1055,5-10-82,8-16 2066,7-14 2786,-10-16 1,1-5 2103,25-15-2131,-28 10 1,-1-2 83,0-2 0,-2-1 411,12-15 150,4-7-206,-12 7-1019,-14 17-386,-8 8 83,-8 19-112,-2 8-22,1 4-6,-3 31 1,7-24 477,8 26-495,13-27 7,15 2 10,9-10 17,13-14 23,-12-14 5,-4-4 45,-10-14 84,-12 0 218,4-22-173,-11 3-56,-4-6-90,-9 20 28,-1 4-55,-1 15-108,0 2-419,2 10-874,7 13-190,2 4 1551,15 23 0,-16-22 0,5 10 0</inkml:trace>
  <inkml:trace contextRef="#ctx0" brushRef="#br0" timeOffset="494844">10555 7443 22268,'4'3'3282,"-1"0"-1260,-3-3-1848,66-63-946,-28 27 865,-5 4 1,6-8-1,-5 3-523,-7 2 0,-2 2 452,1-2 1,-1-3 1,-6-1 0,-1-3 1,-3 2-3,0-3 0,-2-1 17,4-18 1,-3 1-17,-8 27 0,-2 3 435,-9-25-458,1 38 0,-10-2 0,0 24 0,-14 20 0,6-1 0,2 12 0,2 3 0,2 5 0,2 2 0,2 6 0,6-4 0,4 1-1285,3-1 0,3 0 1285,-2-2 0,8-2 0,15-4 0,8-6 345,-6-15 0,3-3-345,14 6 0,1-4 0,18-8-1131,-14-20 0,-2-5 1131,6-6 0,-14 0 0,5-7 0,-5-1-452,-3-8 1,-3-1 451,-4 8 0,0 0 0,-3-4 452,-3-5 1,-3-3 0,-2-2-453,-2-4 0,-1-1 0,-2 2 0,6-12 0,-3-1 0,-4 6 0,-2-2 0,-4 7 0,-11-10-123,1 22 0,-5 5 123,-21 10 2366,3 17-2366,-12 24 0,14 9 0,1 8 0,-4 7 0,2 4 232,-1 4 1,2 4-233,8-7 0,1 3 0,4 2 0,5-6 0,2 2 0,2 1 0,2 0-1722,1 2 1,1 1 0,2 1 0,1-1 1492,2 5 1,1 0-1,1-1 1,1-7-1,7 9 1,0-9-1,-4-19 1,0-1-1</inkml:trace>
  <inkml:trace contextRef="#ctx0" brushRef="#br0" timeOffset="496090">5055 9089 16829,'13'-48'1782,"0"0"1,1 0 0,-2 4-1,-2 4-1550,1 1 1,-6 9 445,-9 23-622,1 5-11,-6 13 5,0 16-5,-1 22 0,2 14-346,7-28 0,3 1 310,2-1 0,4-1 5,2-3 0,5-3 59,22 12 22,11-19 34,5-22-29,-9-7-22,-9-11 1,0-5-179,-10 3 0,-1-1 153,12-10 0,-2-4 31,-4-1 0,-4 0 6,8-12 39,-5-1 268,-17 28-318,-6 13 554,-5 11-627,-6 10 16,-10 23 17,-3 16-50,2 2 302,4 5-274,12-21-11,7-12 44,2-11 17,1-9 62,6-10-17,21-21-67,5-8-40,-13 8 1,-1-1 5,-5 2 1,-1 0-7,14-24-206,-11 4-869,-9 5-3097,-3 8 4167,-2 7 0,-4 11 0,-2 7 0</inkml:trace>
  <inkml:trace contextRef="#ctx0" brushRef="#br0" timeOffset="496667">6208 8498 24419,'28'-53'888,"-1"1"1,0 1 0,-8 13-738,-14 30-101,-2 13 1,-9 28-6,-5 28-26,2-19 1,0 3-595,-3 8 1,1 2 582,-1 2 0,0 0-2,1 0 0,1-2-12,2-4 0,1-2 6,2-7 0,1-3 0,3-5 0,1-3 0,1 4 325,6-13-275,2-27-16,10-14 11,8-18-1,-5 5 1,1-1-17,10-15 14,-10 14 0,0 2 20,5-3-40,9-2-22,-13 18 892,1 8-875,6 23 0,-2 8-17,16 16 0,-11 7-23,-6 0 7,-8-4 32,-4-8 35,-1-10-40,8-10-17,12-14 20,-5-10 0,0-3-2,15-13-404,-12 0 0,-2-4 420,-12 6 0,-1 0 14,4-8 0,0 0-26,-4 3 1,-2 1 241,9-17-212,-12 21-46,-7 14 0,-8 16 0,-6 12 806,-5 18-806,-5 14 0,10-11 0,0 1 0,0 14 0,5-15 0,4-1-405,11 6-328,8 3-1250,14-11-3864,9-13 5595,-4-10 1,-12-8-1,-13-2 1</inkml:trace>
  <inkml:trace contextRef="#ctx0" brushRef="#br0" timeOffset="496799">7125 8525 20324,'8'-14'0,"-2"4"0</inkml:trace>
  <inkml:trace contextRef="#ctx0" brushRef="#br0" timeOffset="497466">7610 9251 27376,'4'-58'220,"-1"0"0,3 1 1,1 0-185,4-2 1,1 0-1909,-5 18 0,0-1 0,0-1 1883,0 0 0,0-2 1,-2 0 2,0-4 1,-2 0 0,0 2 265,-1-8 0,0 1-244,-1-7 1,0 2 394,-1 11 1,-2 6-320,-2-14-28,-1 27-96,-1 18 2916,0 20-2893,-1 20-22,-1 30 2,4-14 1,1 5-190,2-9 0,-1 3 0,1 0 183,1 7 0,-1 1 0,1 0-24,1 2 0,0-1 0,1 1-60,0-3 0,1-1 0,2 0-383,5 0 1,2 1-1,0-6 81,1 1 1,3-4-606,10 6 1,6-8-1459,16-14 1509,-16-15 0,1-4 602,1-9 0,-1-6 532,0-5 1,-3-3 385,-2-6 1,-2-4 265,-5-2 1,-3-2-53,-4 0 0,-4-1 571,0-27-392,-14 11-297,-10 16 1413,-6 12-1833,-1 12 275,3 5-471,8 8 177,6 5-171,12 7-12,12 2-17,18 1 1,12-6-1,7-6 17,-3-10 12,-10-11 16,-15-11 56,-13-18-67,-12 11 78,-11-14 29,-8 19 111,-15-7-201,7 14-66,-22 7-7,23 15 0,-19 13 0,17 11 0,-4 17 0,11 9 0,15-16 0,3 1-268,7 14 113,6-15 1,4-1-4170,23 8 3663,-17-21 0,-1-2 1,9 6-1,-14-16 1</inkml:trace>
  <inkml:trace contextRef="#ctx0" brushRef="#br0" timeOffset="498283">9159 8493 21594,'5'-57'1357,"1"0"1,-1 8-1,-2 9-864,-5 13-7,-1 18-402,-7 23-17,0 7 39,-4 24 1,0 9-344,3-3 0,1 4 280,0-1 0,0 5 0,1-1-477,3-4 1,2 0-1,3-1 426,1-1 1,4 0 0,0-3-21,1 8 0,7-3-432,7-9 1,7 0 0,2-6-2507,9-3 1,3-4 2602,-7-3 0,3-1 0,-3-4 0,-2-7 0,-3-4 1,6-1-1</inkml:trace>
  <inkml:trace contextRef="#ctx0" brushRef="#br0" timeOffset="499741">13292 8493 23349,'-6'-43'642,"-1"0"0,0 1 0,5 16-541,8 34 51,12 14-2194,9 9 1,4 4 2055,-7-8 0,1 1-3,10 12 0,3 4-321,-7-5 1,-1 4-1,-1 0 299,-4-4 0,-2 0 0,1 3-330,-1 1 0,1 4 0,-1 0 0,-6 0-175,-2 5 1,-6 1 0,-6-1-1291,-8 0 1,-6 0-1,-5-3 1806,-1-5 0,-4-2 0,0-4 0,-6 3 0,1-6 0,-12 4 0</inkml:trace>
  <inkml:trace contextRef="#ctx0" brushRef="#br0" timeOffset="500508">15204 8610 22038,'16'-47'827,"1"1"0,-5 9 0,-2 7-569,0 13-17,-9 16-196,-10 2-57,-17 10 20,-7 3 1,-3 4-4,1 0 1,0 2-6,-4 1 0,3 2-3,8-2 1,5 1 7,5 9 18,9 8 5,28-6 5,23-6-16,-11-16 0,3-2 2,3-2 1,1-2 5,1-1 1,-1-1-18,-4-1 0,-3-1-8,18 1-5,-24-1 16,-11 1 17,-21 1 0,-2 1-17,-35 11-22,13-3 14,-2 0 0,-3 4 5,2 1 0,2 0-8,-22 12 3,21-8 1,4 1 7,7 2 17,7 7-11,15-12 50,33 2-45,-7-14 1,34 5 16,-18-5-6,3 3-16,-15 3 17,-23 11-6,-24 4 5,-8 2 35,-24 6-10,20-14 1,1 2-201,1 0 0,0 1 201,0 6 0,3 2 103,3 22-111,11-12 21,13 8 1,11-18-11,26 5-757,9-18 370,-10-14 1,-1-4-1,1-2 1,-1-4 0</inkml:trace>
  <inkml:trace contextRef="#ctx0" brushRef="#br0" timeOffset="504941">7141 10105 23545,'-14'-57'877,"0"1"1,2 7 0,1 12-761,4 27-94,1 22-7,3 27-13,1-5 0,2 4 2,1 14 1,1 5-726,0-12 0,1 1 0,-1 2 640,1 5 0,0 2 0,0 0-410,0 2 1,-1 1 0,1 0-820,-2 0 0,0-1 1,0-1-548,-1-4 0,0-1 0,0-2 1856,-2-3 0,0-2 0,0-5 0,1-3 0,0-4 0,-4 13 0</inkml:trace>
  <inkml:trace contextRef="#ctx0" brushRef="#br0" timeOffset="505915">6932 10739 23547,'53'-23'-87,"-1"0"1,0-1 0,5 2 0,0 2 0,-5 6-133,-3 12 1,-3 2-29,13-2 1,2-3 124,-18 0 1,1-1 0,-3-1-561,6-3 1,-3-1 731,-3 1 1,-6-2 805,-3-9-364,-24 5 331,-12-3-297,-14 5 31,-13 6-148,-9 8 621,-5 9-935,2 9-67,9 7-33,14 4-18,17 4 34,9-11 29,21 1-17,10-17 10,19-2-5,-24-8 0,0-3 0,0-1 0,-1-3 84,23-18 101,-14-4-17,-17-3-6,-16 0-16,-15 4-6,-21 6-78,-10 11-29,-16 14-50,14 10 23,-8 17-34,19 4-28,-1 25 6,22-3-1,11-1-72,25 0-496,13-14 353,-12-15 0,3 0-79,3-3 1,3-4-188,10-3 0,1-6 392,-7-6 0,-1-3-260,-1-1 1,-2-4 382,11-17 67,-24 3 1,-2-1 167,8-18-2,-9 8 0,-4-1 277,-4-10-252,-5 8 190,-7 16 95,0 11-565,-1 5 709,1 12-687,3 14 188,1 3-193,1 19-12,-4-2 3,-3-9 1,-1-1-4,0 11-5,-8 14 28,7-40 95,-3 3 28,8-24-73,7-13-28,15-30-22,6-5-9,-14 24 1,1 1 69,14-24 17,-10 19-5,0 1-73,-7 13-23,-2 15 0,-3 6 1,7 16 5,5 4 17,13 16-23,-6-7-5,0 1 28,-15-16 44,-6-7 286,-6-9-263,0-6 23,-2-22-1,1-4 45,7-18-72,2 13 38,15-4-5,13 11-84,5 4-22,1 8 0,12 22-18,-27 4 1,18 18-45,-27 12-134,-6 7-661,-7 13-1167,-7-3-6866,12 6 8884,7-8 0,-1-20 0,-2-15 0</inkml:trace>
  <inkml:trace contextRef="#ctx0" brushRef="#br0" timeOffset="506324">9559 10851 26295,'2'-40'649,"1"1"1,2-23-605,-9 72-34,3 5 3,-2 16 0,1 7-14,0-1 0,0 3-548,-1 1 0,0 3 0,-1 0 537,0-1 0,0-1 0,-1 0 5,-3 21 0,-2-3-106,0-9 0,-2-4 112,2-11 0,-2-5 0,-7 3-5,5-22 22,3-26 5,5-22-17,2 6 1,2-5 127,0-10 1,0-4-126,1-10 1,2-2-440,0 17 1,2-1 0,1-1 443,0 1 0,2-1 0,1 1-6,1 2 1,1 2 0,2 0-242,5-14 1,2 4 244,0 7 0,0 4-11,11-15-259,14 8 248,-16 29 5,7 0 703,-1 29-708,-12 15-6,7 24 8,-17-19 1,-3 1 645,0 3 0,-3 0-657,0 0 1,-4 0 170,-5-3 0,-6-1-285,-26 21-172,6-30 1,-6-5-544,-6-4 1,-3-5-3416,-4-2 0,0-5 4264,6-3 0,4-2 0,-12-2 0,27-1 0</inkml:trace>
  <inkml:trace contextRef="#ctx0" brushRef="#br0" timeOffset="506582">10858 10715 26474,'46'-20'-709,"0"0"0,0-1 0,0 2 0,0 2 0,-2 6-2873,15 12 0,-3 6 2450,-8-3 0,-5 1 0,10 3 0,-28-2 0</inkml:trace>
  <inkml:trace contextRef="#ctx0" brushRef="#br0" timeOffset="506724">10972 10965 25012,'46'-18'-788,"1"0"0,-1 0 0,2-3 1,-11 5-1,-23 13 0</inkml:trace>
  <inkml:trace contextRef="#ctx0" brushRef="#br0" timeOffset="508324">12139 10823 21315,'5'-51'701,"0"-1"0,0 1 1,-1 3-1,0 0 1,-1 1-430,0 0 1,0 1 0,-1 1-533,-2-9 0,0 3 478,-1 11 1,1 5 100,-2-12 196,2 23-487,5 17 171,1 12-185,12 26 0,2 7-14,1 9-418,-4-8 0,1 6 0,-3-1 426,-3 7 0,-4 0-14,-1-7 1,-1 1 0,-3 1 3,-2-1 0,-3 0 0,-1-2 10,-5 18 1,-4-3 188,-2-7 1,-3-3-173,-1-7 0,0-5 59,-4 5 190,6-17-66,16-34-164,9-16-27,12-23 2,-3 16 1,2 0 270,5-6 0,3 1-276,1-2 0,2 2 0,0 1 0,0 3-9,-2 4 1,0 3 3,-3 6 1,0 3-10,22-4-5,1 13-40,5 17 0,6 12-25,-28-4 0,-1 3-112,1 3 0,0 2-413,0 1 1,0 1-107,0 0 1,-1 0-286,1-1 1,-2-1-57,-1-2 0,-1-3-537,21 9 812,-10-15 637,-6-20 1289,-4-14-285,-3-15 313,-2-5 196,-2-2-140,-5 8 250,-5 10-916,-7 12-375,-4 8-162,-1 4-68,0 1 5,3 0 57,5 0-12,13 0 1,17-1 5,13-5 106,8-12-50,-21 1 84,-8-15-6,-27 4 62,-11-7 28,-7 2-72,-10 6-46,-3 11-22,-4 7-67,0 11-23,4 9-11,5 12-11,8 11 0,5 15-28,6 9-8,8-26 0,2 0-411,3 0 0,5-1 251,6-2 0,5-2-129,5-2 1,4-4-137,16-3 1,1-4 395,-13-5 1,1-2-472,20-4 1,1-5 434,-18-4 0,0-3 112,7-3 0,0-4 70,-2-8 1,-3-4 24,-13 3 1,-2-1-35,-5 2 1,-3-2 336,3-18-162,-15 22 509,-17-19-650,-4 27 739,-28-9-666,-3 20-39,-16 8-56,-3 8-167,32-3 0,1 3 100,-21 18-39,9 14 16,21-12 867,14 13-861,27-20-11,20 0 33,16-13-8,-19-13 0,0-4 20,21-11-12,-6-6 40,-17-10 11,-14 2 50,1-7 11,-9 5 321,-7 8-354,-4 11-90,-5 7-22,-4 14 22,-2 10-44,-1 25-23,8 1 5,5 1-246,15-4-408,9-12-382,19 3 286,-5-21 0,2-4 196,-12-3 0,1-2 566,22-5 0,0-4 67,-14-2 0,0-3 103,11-4 1,1-3 75,-2-2 1,-1-3 83,-4 0 0,-3-3 82,-7 2 0,-5-1 5,-10-1 0,-5 0-238,-5-7 112,-33 1 16,-22 20-111,1 8 0,-1 1-286,11 2 1,1 3 195,-24 7 0,4 4-56,10 4-3,8 0 1,3 4 937,9 10-974,20 23 28,11-22-6,14-9 1,6-4-6,14-8 2,-2-4 1,3-3-144,-8-2 0,1-4 154,18-6 1,-2-2 0,-17 3 0,-3-4 28,14-19 0,-6-4 2,-12-7-406,-6-3 1,-4-6 411,-9 8 0,-2-3 65,0 2 1,1-4 0,-1 2 102,1-8 1,-1 2-208,1-1 0,-2 6 318,-2 6-318,-4 22 0,-1 21 0,-5 35 0,1 21-463,1-10 0,-1 4 463,1 7 0,2 1-321,-1-9 0,1 2-335,-1-5 1,0 2 0,-1 1 343,-1 1 0,0 0 0,0-4 0,0 5 0,1-4 0,-2 1 1,0-1-1</inkml:trace>
  <inkml:trace contextRef="#ctx0" brushRef="#br0" timeOffset="509441">4084 3207 17014,'0'-60'745,"1"0"1,0 1 0,-1-1 0,1 0-1,-1-8 1,2-1 0,-2 7 0,-1 15-1,-5 2 129,-2-2-768,3 23 48,-3 12-121,7 38-22,2 34-5,3 3-584,1-18 0,2 7 0,0-5 555,-1-5 1,1 1-456,1 4 1,1 10 0,0-1 0,-1-7-602,0-1 1,0-1 1078,2 14 0,2 7 0,-3-13 0,-1-3 0,-2-17 0,0 0 0</inkml:trace>
  <inkml:trace contextRef="#ctx0" brushRef="#br0" timeOffset="510775">4001 3236 19227,'-13'-53'640,"0"0"0,1 5 0,10 12-623,25 26-34,24 8-25,-12 4 0,4 1-577,7 0 0,3 0 246,5 1 1,1-1-87,0 0 0,0-2 187,-4-1 0,-2-1 207,-9-3 1,-3-1 431,13-10 244,-26-11 139,-22 3-313,-7 1 498,-14 6-10,0 8-135,-8 0-281,-1 8 458,1 4-894,8 5-45,9 5 6,16 2 16,14 0-5,17-4-23,8-4 6,4-8 11,-4-7 6,-7-8 304,-11-5-14,-13 3 1,-9-4-81,-24 1-150,-7 2 12,-10 3 171,-22 12 26,17 8-322,-8 2-5,18 14 63,23-2-21,13 12-53,24-1-336,18 4-210,-18-17 1,2 0-860,1 1 1,1-2-944,-1-1 0,1-2-1312,-3-3 1,1-2 226,25-3 3468,-6-18 171,-7-12 4747,-7-11 767,-9-5-2010,-10 0-1472,-7 0-1409,-6 11 779,-3-6-1008,-1 20-154,-2-4-572,1 14-56,-2 13 56,1 9 170,1 15 1,-1-2 9,2 27 22,0-16 14,2 16-132,-1-20 135,1-15-2,2-12-199,3-17 68,6-11-5,4-12 264,4-8-13,-5 9 219,5-13-60,-10 21-40,1-4-11,-3 16-4,-2 8 54,4 6-431,2 6-94,2 8-48,1 5-17,0 2-3,-2 0-15,-1-5-72,-3-5 77,-3-8 244,-2-6 250,0-10 46,3-6 81,6-13-54,-2 9 49,8-6-4,-8 16 37,16-3-26,-6 8-329,10 4-330,-6 9-535,-2 5 72,-5 1-1928,9 10-1619,-2-10-846,15 3 3147,3-13 2329,2-11 1874,-4-9 1341,-10-9-397,-9-4-963,-9 1-720,-6 4-527,-5 8-537,-1 7-349,-2 7-170,0 11-55,2 11-25,2 14 45,3 10 23,5 8 11,4 2-4,1-2 11,0-7 99,-5-15 42,-3-6 119,-7-17-26,0-7-76,-6-17-14,-4-14-4,-4-17 8,5 16 1,0 0-330,-4-26 352,4 6 1,1-2-723,4 16 1,0-1 745,-1-14 0,1 1 0,3 16 1,2 4 23,4-15-36,8 16 9,7 16 6,8 9-13,10 16-43,5 14-35,-20-5 0,-2 3-4,0 3 1,-3 1-35,-3 1 0,-4 1-248,-6 25-758,-33-5-1435,0-26 0,-5-4 2495,-5-1 0,1-3 1,-14 3-1,17-9 0</inkml:trace>
  <inkml:trace contextRef="#ctx0" brushRef="#br0" timeOffset="512741">4439 1829 32767,'-28'-39'-552,"1"0"0,-1 0 0,-5-8 0,6 7-1654,9 14 1538,14 19 73,7 14 880,6 15-293,1 7 0,1 5 63,-1 2 1,0 3-1862,3 15 0,-3 1 2126,-4-14 1,-3-1 99,1 11 0,-3-1-110,-2-12 1,-1 0 203,-1 5 0,0 0-121,-2-3 0,0-4 926,-2 9-211,1-15-82,5-26-38,3-17-483,6-26-458,4-11-47,1 7 0,1 0 0,7-11 0,-9 23 0,2 2 0,11-8 0,13 0 0,7 7 0,9 15 0,-16 19 0,9 20 0,-7 8 0,-9-4 0,0 1 0,12 11 0,-10-7 0,-1 0 0,-1-2-1703,6 7-347,-11-19 1019,-15-14 1739,9-12 1008,4-21-88,3-7-896,2-3-732,1 3 0,-10 11 0,3-1 0,-8 8 0,-7 7 0,-2 8 0,-3 5 0,3 6 0,1 3 0,13 7 0,-4-7 0,15 1 0,-3-11-74,12-8-230,2-7-1348,3-19 3682,-18 7-2030,-6-25 0,-21 26 0,-12-21 0,-8 18 0,-13-2 0,8 14-366,-17 12-176,24 10 760,-18 17 472,16 6-690,-1 12 0,9 2 0,25 5 0,2-18 0,34 4 0,7-22-721,-3-7 1,2-1 16,-14-3 0,1-3 331,1-1 1,4-1 0,-2-3 146,7-3 0,-3-3 611,0 2 1,1-3 724,9-9 0,-5-2 317,-5-12-1427,-20 6 0,-6-1 0,-16-3 0,-28-13 0,2 30 0,-23-9 0,1 17 0,7 2-631,-16 17 560,26 8 604,-4 8-364,6 14-169,9-1 0,1 18 0,14-13 0,5-7 0,25-17 0,-2-15-113,18-9 52,-5-15 235,0-13-174,-7-9 0,-9-4 0,-12 10 0,-7-4 0,-6 15 0,-3 0 0,0 11 0,-1 10-434,6 25-1399,6 3-14,2 9 128,17 9 310,0-18 893,7 6 308,-3-21 1,2-5 1219,8-2-146,3-5 0,3-5 121,-1-6 0,-1-4 401,-2 0 0,0-3-1049,2-5 1,-6-3-340,-17 4 0,-6-2 0,2-17 0,-13 8 0,-5-1 0,-8-15 0,-6 13 0,-4 3 0,-14 1 0,-2 18 0,-1 7 0,-10 10-582,-1 9 1,1 3 1184,0 5-323,6 6 0,4 5-280,15 7 0,3 16 0,21-20 0,34-1 0,-10-20 0,12-6 0,2-5-32,10-17-42,-20 9 1,-1-4 162,-6-8 1,-3-4-90,-3-6 0,-3-4 0,0-2 0,-4-3 0,0-8 0,-4 0 0,-5-16 0,-10 22 0,-3 3 0,-7-4-1733,-7-7 2008,8 30-2017,-1 15 1510,9 16-249,-2 15 25,10 19 108,4 0 227,10 2 1,5 3-886,0-7 1,1 2 656,-2-6 1,0 2 0,-1-5 0,-1-1-1,-2-6 1,4 11 0</inkml:trace>
  <inkml:trace contextRef="#ctx0" brushRef="#br0" timeOffset="518732">6985 12828 16833,'11'-54'1150,"0"0"0,0 0 0,-2 2 0,0 1 0,-3 2-847,-4-7 1,-4 3-1192,0 0 1,-3 1 1221,-1 3 0,-1 3-14,1 7 0,0 3 533,-4-15-798,6 27 158,2 24-184,1 31-18,2-1 0,1 4-371,0 12 1,0 4 373,1 10 0,0 2-271,-1-16 0,-1 0 0,0 0 261,-1 2 0,-1 0 0,0 1-3,-1-1 1,-1 0 0,0-1-173,-1-4 1,0 0-1,-1-2 176,-1 11 1,-1-4 11,3-13 0,0-4 246,-1 3 684,3-27-869,3-13-22,9-40-28,4-9 455,-1 11 0,0-3-466,2 1 0,1 1 2,1 0 1,1 2 101,1 3 1,0 3-103,-1 6 1,0 4 3,12-9-12,-6 18-11,-8 10 5,15 15-21,1 8-1,23 13 3,-27-9 0,1 3-56,2 2 0,-1 2-202,0 2 1,-1 2-435,-2 0 0,-2 0-625,-2-1 1,-2-1-2546,13 22-2593,-5-12 1855,-1-16 4614,2-21 0,3-20 0,-6-6 1288,-8-1 0,-2-2 4750,3-13-813,6-17-2620,-15 19-997,-6 9-724,-9 12-436,-4 9-179,-5 5-168,2 7-84,4-1 128,8 7 40,10-4-28,15 1-84,21-6-48,-16-3 0,2-3 3,3-1 0,2-3 31,3-6 0,-1-1 3,11-7 67,-2-13-6,-36 12 23,-4-9-6,-17 3-34,-15 4-22,-16 8-6,-10 10-27,-6 12-12,-2 11-5,7 12-23,10 12-22,14 7-17,13 7 0,17 3-34,15 1 3,-3-29 0,4-1-39,6-2 0,3-2-281,24 11 68,2-13 0,5-5-471,-12-7 1,1-4 715,-2 0 1,3-2 0,-2-2 17,11-8 1,-3-5-95,-7-3 1,-4-4 197,-8-1 0,-4-3 17,-8 1 0,-4-2 78,9-24 21,-13 3 53,-10 5 284,-11 7-280,-6 11 1064,-9 10-1237,-9 15 372,-10 15-395,-6 15-25,19-5 1,1 1-9,-6 13 3,7 14-9,24-27 6,11-1 22,15-12 34,26-21-28,2-14-412,1-8 415,-27 8 0,-2-2 69,13-18-36,-18 17 1,-1-1 193,14-25-146,-17 19 112,-5 4-140,-11 21-79,-4 5-5,-7 10-11,-9 19 0,5-4-39,-3 22-74,12-11-184,5 12-296,9-2-461,14-2-527,15-8-319,15-7 1245,-19-18 0,2-3-331,6-3 1,1-2 833,5-5 1,0-3 347,1-3 0,-2-3 350,-4-3 0,-2-3 265,-9-3 1,-3-1-44,8-15-10,-23 6 0,-4-2 132,-4-12-302,-13-15-246,-22 23-74,-26 16-148,18 16 1,-1 4-43,-3 4 0,-1 4-36,3 3 0,1 5-31,2 8 0,5 4-3,8-3 0,4 2 814,-7 24-822,19-4 264,16-16-270,13 2-16,20-14-12,15-12 31,-16-15 0,-1-3 25,17-7-318,-17-4 1,-3-4 336,-12 2 1,-3-3 16,5-7 1,-1-5 47,2-16 1,-4-1-52,-8 17 1,-2-1 84,1-17 0,-3 2 218,-4-4-11,-3-3-84,-10 21-106,-2 20-107,-3 12-39,0 17 17,-2 14-12,0 20-16,6-3 0,2 6-171,3 9 0,3 1-818,-1-5 0,1-1 529,3 0 1,1-1 470,1-2 0,0-4 0,-2-3 0,6 19 0</inkml:trace>
  <inkml:trace contextRef="#ctx0" brushRef="#br0" timeOffset="519099">10915 12521 21584,'-41'-10'749,"0"0"0,2 3 0,14-2-643,36-7-101,18 4 1,6 2-62,25-8-245,-14 9 0,10 1 0,3 0 0,-9 2-569,1 1 1,1 1 16,-2 1 0,8-1 1,-1 1-1,-7 2-4063,-1 5 1,-4 3 4698,3-1 0,-3 0 1,3 6-1,-29-3 1</inkml:trace>
  <inkml:trace contextRef="#ctx0" brushRef="#br0" timeOffset="519249">11161 12714 26407,'51'-7'-3277,"0"0"0,1 1 0,-2 0 1343,-10 3 0,-3 1 0,16-1 0,-39 2 1</inkml:trace>
  <inkml:trace contextRef="#ctx0" brushRef="#br0" timeOffset="520200">12481 12681 21254,'15'-56'737,"0"0"0,0 1 0,-2-7 0,0-1 0,-4 5-446,-5 2 1,-2 2-1924,-1-8 0,0 3 1749,-2 24 1,0 4 1343,-1-21-1226,1 31 396,-1 10-603,7 26-6,3 24-16,1 7-12,-2 6 1,-1 5 7,-3-11 1,-3 2-289,0-3 1,-1 5 0,-2-2 285,-4 13 0,-3-2 0,-2-2 0,-2-3 5,1-7 1,0-4-6,-6 15 1733,6-18-1621,12-30 33,10-15-100,17-25-20,-5 5 0,2-1-8,-4 2 0,2-2-327,10-19 1,0-1 404,-11 15 1,-1-1-12,7-12 0,0 2 991,4-7-985,-10 19 274,-8 17-358,2 13-12,6 13-10,14 12-7,7 14 140,-18-14 0,-1 0-224,2 3 1,-2 0-84,15 19-508,-7-10 1,2-1-127,-7-12 1,2-2-911,12 10 1,2-3-998,-6-12 1,1-5-1426,-1-3 0,-2-4 2330,16-5 1826,2-21 6621,-29-8-1048,4-17-2426,-19 2-1208,-7 2-1183,-5 13 789,-15-1-325,4 16-868,-8-2-251,12 11-50,5 3-40,8 7-6,7 2 12,10 6 0,13 0-6,11-2-16,5-5-1,1-8 28,-4-8 29,-8-8-1,-9-8-5,-11-6 28,-7-3 28,-9-1-12,-7 5 12,-8 6 22,-10 10 17,-8 8-11,-5 11-23,-12 18-89,17 0 11,-8 24-28,21-5 0,4 1-25,12-8 0,5 0-82,16 12-75,-1-14 0,5-1-375,6-8 0,4-5-1248,4-2 1,4-3 1804,5-4 0,-1-3 0,6 0 0,-6-5 0</inkml:trace>
  <inkml:trace contextRef="#ctx0" brushRef="#br0" timeOffset="520673">14312 12550 19395,'0'-3'4184,"0"1"-2818,0 2-637,20-60-511,-14 40-28,5-15 1,-2 1 61,-9 22-146,-11 1-33,-15 5-11,-18 11-23,-15 9-17,28-2 1,0 2-12,1 3 0,1 1-22,-16 22 5,17-8 6,12 5 0,22-1-11,4-9 5,35 5 1,-5-23-1,21-3 17,-11-17 29,-4-11 21,-7-9 18,-7-11 10,-11-7 46,-6-11-219,-9 27 1,-1 0 217,-1 1 1,1 1 167,1-21-38,-2 16-102,-2 15-123,-2 12-39,-2 11 6,-5 15-6,-3 16-23,-3 19-39,8-20 1,1 1-174,2 3 0,2 1-580,4 1 1,1 1-1807,2-1 0,3-1 2108,4 0 0,1-4 0,1 6 0,1-11 0</inkml:trace>
  <inkml:trace contextRef="#ctx0" brushRef="#br0" timeOffset="521199">15133 12580 10438,'-1'-7'8038,"0"2"-6427,1 5 1610,0 0-2146,-12-25-811,8 16 376,-9-23-315,10 21 50,-2-3-184,0 2 335,-8 2-504,1 4 6,-16 2 12,-7 3-12,-18 6 11,-8 3-205,30-1 0,0 2 188,-23 12 6,12 2-11,14 4-17,14-7 5,16 13 1,20-13-6,6-6 0,5-3 0,16-1-66,-5-8 0,-1-5 77,15-12-8,-24 3 0,-1-3 22,2-9 0,-5-4 9,9-12 11,-19 6 0,-3-3 11,-9 6 0,-3 0 22,3-12 0,-2-1 42,0-3 1,-2-1 125,-1-6 1,0 3-169,-1 16 1,-1 3 63,-1-4 1,-1 6-74,-1 12-69,-2 4 0,1 17 0,-2 20-1615,1 9 1,0 3 1614,-3 22 0,2-5 0,2 2-174,2-14 1,2 1 1,2 11 1,3 4-1170,1-12 1,1 1 0,1-2 1340,2 6 0,1-3 0,-1-4 0,0-6 0,-2-10 0</inkml:trace>
  <inkml:trace contextRef="#ctx0" brushRef="#br0" timeOffset="521357">15545 12570 25113,'-16'-40'-3277,"4"7"0,9 35 0</inkml:trace>
  <inkml:trace contextRef="#ctx0" brushRef="#br0" timeOffset="521940">16103 12436 19798,'-4'-2'4285,"0"0"-2000,4 2-2195,0-33-40,-7 35-33,-1-18 16,-8 60-21,7-12-12,2 19-6,6-27 28,1 21-5,0-24 62,-2 13 173,0-25 16,-3-2-128,-1-15 34,2-21-73,6-9-23,13-20-45,-1 28 1,2 2 0,16-20-6,-7 21 0,0 2 0,6-1 0,17-7-28,-7 20 11,-1 4-39,2 15 11,-17 5-50,6 18-62,-2 3-381,-4-5 1,1 1-465,12 11 974,5-6 0,-1-3 0,-17-13 0,25 12 0</inkml:trace>
  <inkml:trace contextRef="#ctx0" brushRef="#br0" timeOffset="522816">16996 12440 25494,'-39'-29'224,"6"11"-184,25 41-1,5 0-6,6-5 68,13 0 6,8-9 49,23-2-49,-5-13 27,6-8 40,-20-11-107,-11 1 67,-8-26-33,-10 12 62,-3-15 21,-8 20-44,-3 9-78,-3 14-28,-2 8-12,-3 13-22,-2 11-17,1 14 17,6 14-39,4 9-65,10-27 1,1 1-617,6 7 1,2-1-200,6 12-257,5-19 0,7-5-3215,25-7 2548,4-3 616,-3-15 1,1-6 1514,-13-3 1,0-2 660,15-5 1,0-4 338,-14-1 0,-4-4-190,-3 0 0,-4-3-286,-3 0 0,-4 0 387,13-20-690,-13 13 640,-9 4-802,-11 20-246,-7-2-56,-11 16-23,-11 5-11,-7 10 0,-3 6-11,1 4 0,3-1 6,6-8 11,10-6 1236,7-10-1135,10-6-34,7-12-6,9-8 23,10-8 39,6-1 0,4 5-56,-3 9-45,-2 8-39,-2 14 0,0 11 6,1 15-12,3 8-16,2 2 11,3-3-17,6-8-1699,-10-16 0,0-4 1710,16 2-166,-9-7 1,3-4 187,-9-5 1,-1-2 2,10-3 1,-1-3-1,-1-5 0,-3-6-5,-3-5 0,-4-6 14,-4-7 0,-4-4 5,-5-7 0,-4-4 6,-3-5 0,-3-1-312,-4 0 1,-3 1 372,-2 7 1,-3 2-3,0 10 1,-2 4-88,-7-11 0,4 25 2885,4 16-2885,0 21 0,-2 19 0,-2 7-245,-1 10 1,-1 6 244,4-11 0,-1 3 0,1-3 0,0 4 0,1-2-231,0 15 1,2-3-512,0 0 0,2-2-1188,2-5 1,0-2 1929,1-7 0,-1-4 0,1 4 0,0-18 0</inkml:trace>
  <inkml:trace contextRef="#ctx0" brushRef="#br0" timeOffset="522973">18271 12349 22369,'-5'-6'3887,"1"1"-3411,4 5-319,0 0-118,15-60-33,20 45-68,-7-16 0,4 2-798,6 27 1,3 8 859,4-3 0,-4 0 0,7 2 0,-8 1 0</inkml:trace>
  <inkml:trace contextRef="#ctx0" brushRef="#br0" timeOffset="523916">3732 2309 6658,'-3'1'3932,"0"0"2621,3-1-5937,-5 19 206,3-5-66,-1 17 83,14-11 540,29-3-1002,2-8-1092,5-7 1,7-5 831,6-5 0,5-5-73,-19 4 0,2-1 1,5-2-1,3 0-2,0-1 1,5-2 0,3-1 0,1 0 0,-2 0 0,-3 2-572,-2-1 0,-4 2 0,0 0 1,2-1-1,5 0 578,-7 1 0,4-1 1,2 0-1,1-1 1,2 0-1,1 0 1,-1 0-1,0 1-169,-3 1 1,1-1-1,1 0 1,0 1 0,0-1-1,0 1 1,-2 0 0,-1 0-1,-3 0 232,3 0 0,-3 1 0,-1 0 0,-2 0 1,1 0-1,1 0 0,3 0-170,1-1 0,3-1 0,3 0 0,-1-1 0,0 1 0,-4 1 1,-3 0-1,-7 1 257,8-2 0,-7 2 0,-4 0 0,1-2 172,11-4 1,-1-1 0,-2-1-60,-7 4 1,-2-1-1,-4 0 73,4-2 0,-12-1 1405,-22-3-2047,-15 14 1590,-6-4-2277,-5 10-1143,1 7-1430,2 4 3453,5 10 1,4-10-1,-1 1 1</inkml:trace>
  <inkml:trace contextRef="#ctx0" brushRef="#br0" timeOffset="525911">10623 2943 17806,'-11'-62'911,"0"0"0,0 0 0,0 1 0,2 10 0,2 5 0,-2 1-810,0-4 0,-2 1 0,3 13 201,3 16 103,2 10-389,2 8 130,9 41-40,1 18-859,-2-9 0,0 4 775,-2 3 1,-3 2 16,-2 5 0,-4 1-19,1-21 1,-1 0 0,-2-1-16,-4 20 1,-1-1 8,-2 3 0,1-5-9,4-20 1,0-2 16,1 1 1,2-6 793,3-15-323,4-9-121,13-24-255,14-21-55,4-4 5,0 0 0,1-3-374,-9 13 1,0 0 354,9-12 1,1 0-3,-10 15 0,-3 2 20,9-6 1214,3 11-1252,-13 17 2,14 12-29,-1 14-44,4 14-94,3 8-1218,1 3 1016,-8-11-566,-4-13 0,2-2-168,20-2 526,-20-6 0,2-4-2445,13-8 0,-1-5 1104,3-4 1306,2-7 0,0-6 1534,-6-12 134,-15 8 1,-4-3 1276,1-20-281,-14 3-542,-7 6-548,-14 12-483,-6 12 819,-11 9-826,-2 11 89,6 1 56,4 15 237,12-10-369,26 17-365,-5-20 275,33 6 18,-12-22-252,9-5-230,-11-4 157,-5-16-104,-20 5 1,-2-13 241,-14 7-296,-6 4-185,-6 9-7,-6 10 270,-4 9 158,-5 12 289,7 1 184,-5 24-190,18-3-115,-2 20-27,17-1-341,11 2-634,12 0-613,15-5 132,-13-27 0,2-4 228,6-4 0,2-4 305,6-3 1,2-4 297,5-5 0,2-4 242,2-2 0,-1-3-116,-1-4 1,-2-2 655,-6-1 1,-3-2 145,-9 0 0,-5-3 529,8-21-204,-19-1-439,-22 2-489,-13 6-255,-17 9-24,-7 12 594,-3 11-435,5 15 202,9 11 1207,8 14-1184,10-2 152,3 29-56,9-15-255,3-14 1,3 0-130,5 7-210,23 2-78,-6-25 196,15-1 270,-8-25 369,0-12 86,0-14-44,-3-7-49,-7 8 165,3-18-96,-12 23-217,1-7-201,-10 22-417,-6 12-259,-6 14 533,-1 10-65,0 12-130,8 5-554,21 5 159,-1-16-464,27-1 235,-2-19 620,-13-5 0,3-2-549,4-3 0,1-2 809,3-2 1,-1-2 186,-2-2 1,-2-2 206,-5-1 0,-3-2 569,15-17 37,-20-5-184,-12-1-321,-14 1-320,-12 3-284,-15 6 49,-17 10 25,-12 9 24,-3 15-256,5 9 495,12 15 913,13 4-837,13 6-13,12 1-248,17-2-324,16-5-15,22-12-24,-18-13 1,3-5 282,3-5 1,1-4 67,1-3 0,-1-5 86,-3-5 1,-2-5 20,-3-5 1,-4-4 12,-5-5 1,-4-3-314,-4-6 0,-4-3 271,-3-3 0,-4-2-80,0 0 0,-2 1-23,-2 4 1,-1 4-94,2 12 0,-2 2 36,-4-22-150,2 34-64,-4 7 95,4 21 251,-5 28-49,1 18-202,4-12 0,0 3 101,2 7 0,1 4-918,3-5 0,1 3 1,-1-3 1025,1 10 1,0-3 0,1-4 0,0-6 0,-2-9 0</inkml:trace>
  <inkml:trace contextRef="#ctx0" brushRef="#br0" timeOffset="537136">7425 14209 18368,'0'-53'1191,"0"0"1,0 0 0,-1 0 0,-1 0 0,0 6-1348,1 5 1,-2 4 468,-2-1 1,-2 7 131,1 16-289,-3 3-55,5 20-73,0 22 0,2 29-22,1-15 0,1 3-411,1-6 1,0 3 279,2 8 0,-1 5 0,1-4-433,0-8 1,0 2-691,0 3 0,0 7 1,0 3-1,-1-6 937,0-4 1,-1-2 0,0-2 0,0-1-1,1 0 1,-1-4 0,-1-1 0,0 0 0</inkml:trace>
  <inkml:trace contextRef="#ctx0" brushRef="#br0" timeOffset="538144">7220 14449 22593,'46'-19'-159,"0"1"0,1 0 1,1 4 17,0 14 1,1 3-1438,1-7 1,-2-2 1451,-10 2 0,-1-3-129,15-10 0,-2-3 556,-19 4 1,-1-2-196,10-5 0,-3-2 871,2-12-338,-20 7-168,-16 12-152,-15 8 45,-10 7 1382,-7 10-1668,6-1 1,-2 17-79,16-10 166,-1 22-177,17-14 0,2 3 5,26-9 40,-1-11-12,7-4 124,6-19-51,-25 3 353,13-29-45,-27 16-39,-1-12-67,-14 12-61,-9 7-74,-6 6-56,-6 9-72,4 8-6,-14 20-34,14 7 1,-6 19-46,17 0-72,8 2 11,9-11-499,20 11-50,10-21 171,-7-11 0,4-3-170,1-7 0,2-5 338,4-5 0,1-6 254,3-2 1,-1-3-568,1-6 1,-2-1 701,-10 3 0,-1-1 306,3-11 0,-4 0 341,-4-9 87,2-12-118,-23 23-196,-7 11 4,-2 8-468,0 5 1423,0 13-1435,2 9-16,0 4 16,1 16-17,3-1 1,-1 13 49,1-10-66,2 16 11,-1-26 11,2 7 67,0-24-5,0-13-40,3-16 0,5-13 18,5-13 32,8-9 35,4-2 5,1 4-28,0 12-56,-6 12-28,-4 14 11,-2 15-11,-4 5 17,12 25-34,-3-4 17,10 15-6,-4-11 12,-5-7 5,-8-11 224,-4-6 34,-5-11-140,2-12-45,3-13 67,3-14-39,-1 4 230,13-20-269,-9 28-17,4 1 0,3 1-34,11 5-11,17-3-22,-10 20 0,-7 16 11,-12 12-95,-10 15-314,-10 10-498,-6 10-825,2-24 1,1-1-1075,3 26 2211,3-26 0,2-3 0,1-4 1,2-3-1</inkml:trace>
  <inkml:trace contextRef="#ctx0" brushRef="#br0" timeOffset="538577">9947 14425 25359,'-17'-46'651,"0"0"1,2 5 0,3 10-584,7 22-108,2 11 46,3 15 11,1 20-17,0 21-426,-1-21 0,1 3 420,-1 5 1,-1 2-420,-2 3 1,-1 1 402,-1 1 0,-2-1-15,-3-3 1,-1-2-242,0-6 1,0-3 266,-7 11 39,2-15-34,11-31 542,2-15-525,7-12 0,3-9 0,1-4 3,0 2 0,-1-3-412,1 0 0,0-4 0,0-1 401,-1 0 1,-1-2 0,1-1 14,1-3 1,-1-1 0,1 0-246,-1 1 1,0 0-1,0 1 274,3-15 1,0 3-99,-3 14 1,0 5 156,0-12-44,-3 26-51,1 17 1915,8 7-1915,16 10-5,17 7-20,-17-1 0,1 2 562,2 3 0,-1 2-621,-3 2 1,-3 2-242,11 26-29,-25-1-800,-39-2-625,-2-25 1,-7-4 1123,-4-2 0,-1-2 1,-19 2-1,23-9 1</inkml:trace>
  <inkml:trace contextRef="#ctx0" brushRef="#br0" timeOffset="540355">10648 14295 25724,'-24'-40'-34,"-1"0"1,4 3-1,4 12-358,11 24-544,4 10-2021,3 10 2957,8 11 0,-6-11 0,6-1 0</inkml:trace>
  <inkml:trace contextRef="#ctx0" brushRef="#br0" timeOffset="541677">10982 14185 20683,'0'-8'3058,"1"1"-2425,-1 7-280,14-62-297,-9 47-62,12-41 79,-4 85-51,-5-3 17,8 36 1,-11-8-32,-4-17 0,-2 1 3,-3 0 1,-2 1 18,-4 2 1,-1-1-14,-5 10 28,-1-4 303,14-36 83,2-8-246,10-20-45,10-19-73,-4 10 0,1-2-385,4-6 0,1 0 363,1-3 0,2-1-14,0 1 0,2 1-1,-2 2 1,4 3-3,5 0 0,2 5-17,-5 9 1,1 3-7,27-7-262,-4 26 251,-13 16 6,8 20-3,-24-4 1,-3 4-7,-6-2 1,-2 0 2,-1 1 1,-3-1-18,-3-1 1,0-2-84,7 13-34,11 5-45,21-19 157,-10-19 30,1-21 1,2-8 9,14-20-107,-22 12 0,1-2 126,4-12 0,-4-2-185,-11 12 1,-2 1 170,5-7 0,-2 1 299,6-20-232,-19 30 44,0-7-77,-14 23 127,-4 2-178,-13 15 1136,6-3-1136,-5 16 134,14-4-162,1 5 0,12 3 17,0-13-11,21 0 27,-11-13 12,20-7 11,-10-10 11,9-23-22,-14 8 22,-11-1 0,-3-2 57,-4-9-35,-3-7 130,-6 5-46,-2 24-66,-6-2-57,3 16 34,-18 19-56,11 0 0,-20 28-34,14 3 14,11-14 1,2 2-93,3 9 0,6 1-1042,4-4 1,3-2 878,0 0 1,5-2-995,6-1 0,5-4-3647,10-4 1,2-5 2447,-7-1 0,4-5 334,32-6 0,1-10 2134,-2-16 476,-3-4 0,0-7 2284,-24 3 0,-3-3 553,16-13 0,-1-3-2023,-11 7 1,-3 0-406,2-3 1,-3 2 430,3-11-369,-17 16 927,-9 15-1784,-7 10 1287,-7 11-1338,-17 17 508,3-3-547,-4 9 0,-2 1 0,2 1-3,-6 4 0,-2 2 3,-8 4-290,12-13 1,-1-2 305,-5 1 158,2-12-96,21-12 62,0-14-78,20-2-12,11-8-27,4 10 38,30 1-44,-7 9-20,-11 6 1,0 2-237,25 14 239,-33-4 0,0 2-12,19 21-4,-6 2 4,-3-7 12,-10-9 587,8-11-576,6-22-5,3-10-248,-17 1 1,0-5 263,-4-3 1,0-3-4,1-6 1,0-2 13,1-8 1,-1 0-384,-5 6 0,-1-1 403,5-14 1,-4-4 72,-5-2 0,-4 0 0,0 3 0,-3 0 14,-5-2 0,-7 6 84,-14-2-163,-3 26 267,-18 22-305,17 14-15,-5 15 1,0 7-15,0 11 0,9-2 1,-2 9-1,5-2-17,3 4 1,5 1-311,0-1 0,0 4 0,5-2 137,8 14 0,6-3-191,4-1 1,5-3-90,5-4 0,2-4 75,-6-13 1,3-3 400,13 0 0,-1-7 0,-12-8 0,18 1 0</inkml:trace>
  <inkml:trace contextRef="#ctx0" brushRef="#br0" timeOffset="541862">13361 13976 25651,'27'-34'-258,"0"0"0,6 3 1,4 8-1914,15 19 1,3 9 1204,-4-4 1,-4 1-1,16 0 1,-29 0 0</inkml:trace>
  <inkml:trace contextRef="#ctx0" brushRef="#br0" timeOffset="542177">14327 13951 24727,'41'-11'-67,"1"0"1,0 0 0,17-1 0,5 3 0,-4 3-480,0 7 0,0 4-1742,-3-2 1,3 0 0,-2 3 2287,-11 1 0,-1 2 0,-5-1 0,-3-1 0,-4 0 0,18 8 0</inkml:trace>
  <inkml:trace contextRef="#ctx0" brushRef="#br0" timeOffset="542311">14572 14271 22195,'-5'0'2336,"0"0"-2320,5 0-464,83-18-647,-44 13 0,4 1 563,13-4 1,7-1-1,-8 1 1,-13 5 0,-3 0-1,-1 1 1,-1 0 0</inkml:trace>
  <inkml:trace contextRef="#ctx0" brushRef="#br0" timeOffset="542795">15942 14007 25998,'2'-49'17,"18"21"-23,11 42 1,4 13-18,-1-3 1,0 3-293,-4 1 1,-4 1 241,-6 1 0,-4 0-11,-2 28 67,-26-8 23,-19-13 22,-14-16 222,-3-17-138,8-15 81,12-13-120,17-10-57,23-10-24,13 13 0,6 1-1,-6 8 1,3 1-470,24-9 0,5 3 254,-11 11 0,1 2-946,12-2 1,1 1-478,-2 4 1,-1 2 1646,-2 3 0,-4 3 0,4-1 0,-15 4 0</inkml:trace>
  <inkml:trace contextRef="#ctx0" brushRef="#br0" timeOffset="543335">16718 14035 25113,'51'-8'98,"-18"2"0,-1-1-59,21-11-22,-1 0 79,-11-6 38,-16 2 40,-2-6-12,-12 4-39,-16 4-106,-5 10 22,-21 3 29,-2 13-12,-11 5-23,1 10-10,2 13-23,18-8 0,3 17-6,18-12-16,13 11-1,17-3-1715,4-17 0,5-3 1705,19 5 16,-18-12 0,1-4-408,2-6 0,0-4 436,-9-2 0,2-2 8,19-8 1,-2-4 16,-19-1 1,-3-3 19,3-7 0,-4-1-256,2-16 334,-15 15 1,-3-1 318,3-21-84,-7 15 1,-2 0 11,-4-17-78,-6 4-151,-4 28-152,3 12 2852,1 8-2852,3 12 0,0 31 0,9 15 341,-4-22 0,1 0-341,6 8 0,3 0 0,0-6 0,1 0 0,4 8 0,0 1-90,-3-3 0,-3-1-227,-5-2 1,-7-2-589,-11-2 1,-9-3 904,-17 2 0,-3-5 0,-7 5 0,-12-7 0</inkml:trace>
  <inkml:trace contextRef="#ctx0" brushRef="#br0" timeOffset="546494">6475 5119 19848,'30'34'1613,"-7"-6"-1367,-24 15 1,-8 5-166,1-9 1,0 1-1237,-5 20 0,-2 3 1172,-1-6 0,-2-1-1,-3 0 1,-2 0 0,-3 1 0,-4-1-8,8-20 0,-3 0 1,0-1 3,-4-1 0,-1 0 0,-2-1-432,-4-1 0,-1 0 0,-2-2 432,-4 1 0,-2-2 0,-3-1-9,-5 1 0,-3-1 0,-3 0-422,8-6 0,-2 0 0,-1-1 0,1-1 416,7-2 1,2-2 0,-2 0 0,-5 2 1,-2-1 1,-5 1 0,-4 1 0,0 0 0,1 0 0,3-2-329,3-1 0,2-1 0,1 0 0,-2 0 0,-3 1 328,4-2 0,-3 2 0,-3 0 0,0 0 0,0 0 0,1-1 0,3-1-123,-1 1 1,2-2-1,1 0 1,0-1-1,1 1 1,-1-1 134,-9 2 0,0 0 1,1 0-1,0-1 0,0 0-78,1-1 1,1 0 0,1-1 0,-1 1 0,1-2 108,2 0 1,1 0 0,-1-1 0,1 0 0,1 0 17,2-2 0,0 1 0,1-2 0,1 1 1,2-2-38,-15 3 0,4-2 0,-3-2 228,7 0 1,-2-2 0,1-1 0,5-1-130,-11-3 1,3-2-85,13 3 0,-2 0 0,5-3 90,-3-7 0,9-3 1364,6-5-1471,-1-9 2113,25 8-2135,9 1 2734,5-1-2712,7 0 1091,2-3-1091,0-2 12,-6-4-23,-4 0 11,-6-2 6,-3 6-11,0 6-34,0 9-50,2 7-34,1 2 96,8 15 16,-1 10 34,3 20-28,-10-4-3,-11-3 0,-6 2 0,0-11 0,-3 1-129,-9 11 1,-2 0 136,3-8 1,1-4-407,1-2 0,1-2 418,-10 9 100,-1-4 57,22-19 55,-2 1-67,13-15 113,3-14-270,0-5 17,1-12 1,-1-4-12,0 3 0,0-1 190,0-20 1,1-1-180,-1 9 0,1 2 8,1 6 1,1 2 14,6-18-23,2 24-28,3 19-5,4 12 5,5 12 6,11 8-23,5 11 6,5 12 3,-24-16 1,-1 3 4,-3 3 1,-2 3-4,-3 3 1,-4 1-1,-2 1 1,-3 2 5,-4-2 0,-3 0-3,0-3 1,-2-1 14,-11 23-18,2-16 1,4-15 33,6-13 56,4-8 17,2-5-61,0-8 429,4-7-464,0-9 1,3-7 6,-3-5 5,-1-6-23,-3 8 18,0-22-7,0 23-4,0-11 4,-1 20-10,-2 8 2,-1 2-1,-1 3-6,0 2 5,0-6 1,3 1-7,7-13 0,14-5 22,20-7-262,-13 17 1,3 0 227,3 1 0,-1 1 22,20-11-80,3-1 80,-29 17-4,1-2-12,-17 9 6,-4 2 6,5-3 478,8-4-501,10-4 113,6-1-101,0 2-7,-8 6 7,-11 5 27,-9 4-11,-15 9-5,-14 9 5,-21 15-253,13-11 0,-1 2 239,-4 2 1,-1 0-1,0 1 0,1 1 3,2-1 0,0 1 0,2-2 0,1 1 3,0 0 0,0-1-1,-1 0 1,1 0 8,2-2 1,1 1-7,-20 16 6,16-6-11,13-10 5,11-9 35,5-8 111,2-5 545,2-3-584,3-7-49,4-5-35,4-4-17,0 3-11,2 9 11,-2 12-11,0 4 0,3 19-5,3 5-12,8 15-31,-2-15 1,3-1-497,13 15-395,-2-13 1,5-2 469,2-9 0,-1-4 0,-15-4 0,-1-1 1,3-4-1,0 1 0</inkml:trace>
  <inkml:trace contextRef="#ctx0" brushRef="#br0" timeOffset="549937">822 5924 15490,'-3'-6'6055,"0"2"-4206,3 4-1720,-20-41-6,17 51-22,-13-15-45,15 31 0,6 14-23,-4 0 1,1 3-18,-1 1 1,-1 1-3,0-3 0,0-1-8,0-6 0,0-2 22,0 14 95,0-20 213,1-15-73,3-17-190,6-13-12,7-16 7,7-16-38,-10 20 1,1-1-229,0-3 0,1 1 240,-1 1 0,1 1 26,12-19-57,-5 17-11,-6 18-11,-4 13-1,2 15-16,5 12-84,6 12-128,7 8-276,7 4-44,-18-25 0,1-2-1227,27 17 667,-10-14-1938,20-17 2241,-19-22 842,-12 0 0,-1-4 992,13-30-457,-24 20 0,-2-2 171,-2 1 1,-2-1 561,4-30-279,-5 4-112,-3 5-90,-2 11-493,-1 15 45,-2 11-409,-2 13 57,-2 14-7,0 28-5,1-6-5,0 27-23,8-22 5,5 7 12,11-9 5,5-14 34,8-11 17,2-21 6,3-12-1,-2-17 34,-3-9 17,-7-6 44,-10-7-122,-9 18 10,-7-5-21,-4 30-220,-3-4 29,2 14-504,-1 6-1099,4 11-3398,7 10 5180,0 1 0,0-7 0,-2-6 0</inkml:trace>
  <inkml:trace contextRef="#ctx0" brushRef="#br0" timeOffset="550437">2047 6022 24579,'26'-39'82,"0"1"1,0-1 0,5-6 0,-4 3-52,-9 11 0,-4 1-2597,-3-5 1,-4 0 2577,6-23 2,-7 12 0,-3 1 1450,-4-10-1383,-2 21 1,-1 2 7,-2-6 938,-5 10-982,6 24 111,-9 11-139,6 10 3380,-4 8-3380,7 17-6,7 3-14,1-14 1,3 2 4,1 1 1,3 0 5,1 0 1,4-1-1,6 2 1,1-4-15,10 8 6,21-5-5,-13-31 5,11-13 0,-3-19-348,-26 6 0,-1-3 359,-2-6 0,-1-2 11,-1-6 1,-2-2 5,-1-7 0,-1-2-491,-1-6 0,-2-3 494,-2 18 1,-2-2 0,0 1 31,-1 0 1,0 1-1,-1 0 94,1-13 0,-3 4-12,-3 10 0,-4 6 28,-11-7-94,-9 24-51,-2 28 607,2 39-630,17-17 1,3 3-6,1 3 0,3 1-167,8 11 1,7 1 101,5-3 1,4 1-192,-1-6 0,3 2 1,1 1-1502,5 3 0,2 0 0,1-1 1757,-3-3 0,1-2 0,-3-3 0,4 4 0,-5-6 0,6 9 0</inkml:trace>
  <inkml:trace contextRef="#ctx0" brushRef="#br0" timeOffset="553711">7507 15546 25506,'8'35'28,"-1"0"0,1 10-28,12 5 0,3 4-271,-7-16 0,-2 2 192,-3 0 1,0 4 0,-1-3 136,1 2 0,-4 0-30,-10 18 0,-7-6 17,-4-18 163,-29 8-23,10-42 22,-6-18 56,11-32-167,18-11-76,9 26 0,4 0 11,10-4 0,5 2-343,2 7 0,4 1 286,8-6 1,4 2-73,2 4 0,3 3-126,0 4 0,3 2-787,9 4 0,0 3 246,-17 3 0,0 2-3161,13 1 0,-2 2 3926,-2 2 0,-8 0 0,-18 0 0</inkml:trace>
  <inkml:trace contextRef="#ctx0" brushRef="#br0" timeOffset="554252">8302 15782 26060,'-6'-8'73,"19"-5"-84,24-1-1,-7 2 1,-1-2 50,17-11 23,-19 6 0,-1-2 111,6-11-10,-13-3-96,-20 18 50,-19 2-61,-4 12 40,-15 8-68,11 4 5,-12 25-22,20-12-3,1 6 1,3 4-26,6 11-602,4-11 0,4-1 602,8 11-483,25 12 450,-7-28-1,2-5 1,4-2-17,32-6 72,-31-9 1,2-4 11,12-10 0,-2-5 11,6-10 14,-16-1 0,-4-1 25,-3-4 20,-8 5 0,-1-4 106,-7-2 0,-3 0-17,1-1 1,-3 0 5,-3-3 0,-3 1 890,-8-14-927,-3 18 324,-3 4-469,2 16 0,3 2 0,1 8 0,7 16 0,1 4 0,2 30 0,8-15 0,2 1 0,5 25 0,10-7 0,3 0 0,-11-21 0,0-1 0,8 14 0,-1 0 332,0 7-761,-20-18 1,-4-1-221,-8 0-4267,-13 1 1,-4-1 3956,-2-10 0,-11 7 0,29-25 0</inkml:trace>
  <inkml:trace contextRef="#ctx0" brushRef="#br0" timeOffset="554537">10098 15708 23831,'-7'0'2677,"2"0"-2503,5 0-712,0 0-409,106-47-2047,-62 39 0,3 0 2469,1-7 0,5-4 0,-1 5-2752,-4 11 0,0 4 0,-6 0 2016,15 2 0,-19-1 0,-7 0 0,-22 1 0</inkml:trace>
  <inkml:trace contextRef="#ctx0" brushRef="#br0" timeOffset="554677">10191 15942 25976,'45'-15'-1391,"0"0"1,1 1-1,7-4 1,0 1 1390,3-1 0,-6 3 0,-10 2 0,-2 1 0</inkml:trace>
  <inkml:trace contextRef="#ctx0" brushRef="#br0" timeOffset="555569">11561 15623 21388,'8'-60'831,"1"0"1,0 1 0,-1-1 0,5-9 0,0 3 0,-12 20-524,-22 23-269,7 27 17,-18 31-44,20-6-7,0 6 1,3 6-46,6 10 1,4 3-2230,1 4 1,2 1 2094,0 1 1,2 3-821,1-10 1,2 3 0,-2-3-1011,0 7 0,-1 0 708,-1-13 0,1 1 1,-1-2 924,-1 12 1,-1-11-1,-1-22 1,-1-8-1</inkml:trace>
  <inkml:trace contextRef="#ctx0" brushRef="#br0" timeOffset="556588">11343 15910 20014,'-5'-41'263,"0"0"0,0 3 1,7 10 459,14 26-858,16 1 111,23 7-472,-7-2 0,1 1 87,-13-1 0,2 0-424,8-1 0,5-1 0,-4-1-155,-3-2 0,-2-2 755,10 1 1,0-2 60,-10-3 1,-4-2 531,6-8 2575,-1-16-1989,-24 12 796,-21-11-364,-12 17 61,-12-3-1097,7 7 328,-2 5-115,-4 9-381,2 9-118,-11 8-51,13 1 1,8 16 0,16-19-12,28 17-11,-4-24 454,8-5 1,3-4-405,9-12-16,10-2 50,-12-15 163,-15-8 0,-8-2-1,-12-6 1,-21 12-40,-9 5-89,0 9 129,-18 9-141,10 16-44,-16 9-17,9 12-17,6 7-16,10-5-51,9 11-320,22 3-195,10-1 109,0-20 0,4-3-70,18 0 28,-9-12 0,2-5 212,4-6 1,0-4 310,1-1 1,1-3-766,5-6 0,-2-2 925,8-12 227,-22 6 0,-3-2 261,0-8-45,4-12-68,-23 16-78,-6 8 45,-7 9-498,2 7 1693,-4 9-1683,-1 12-33,1 2 17,-2 19-28,3 0-39,1 12 10,3-11-100,5 8 62,-1-23 78,5 2 22,-3-19 1,3-15 5,3-11 22,4-13 34,2-7-17,3-1-16,2 3-1,-1 9-27,-6 11 16,7 6-28,-6 13-17,12 6 6,-1 9 0,1 8-5,-7-2 5,3 12-23,-14-10 23,1 7 17,-9-13 6,-3-6 83,0-9-72,0-12-6,2-8 16,8-11 35,7-4 50,13-1 5,5 2-16,3 4-34,1 7-23,-1 10-50,-4 6-16,-9 8-46,4 14-178,-8 4-410,10 13-951,-2-2-1379,0 3 2969,0 4 0,-14-19 0,-2 0 0</inkml:trace>
  <inkml:trace contextRef="#ctx0" brushRef="#br0" timeOffset="556985">13769 15778 27813,'24'-21'42,"0"0"0,11 19-42,-41 48-6,2-9 1,0 1-323,2-3 0,0 0 280,1 0 1,-1 0-9,0-2 0,-1 0-28,-5 23 227,-6-13-154,-3-16 109,1-14-42,-1-22 45,11-13 17,2-24-54,7 13 0,3-2-318,2-8-1,1-3 317,4-7 0,1-2-668,2-5 0,0-2 632,-6 19 0,1 0 0,0-1-4,0 2 1,0 0 0,1 2-303,5-17 0,1 4 324,0 9 1,2 5-14,-1 9 0,1 5 8,18-4-27,0 23-12,0 28 0,-3 24-171,-20-10 1,-2 3 170,-3 6 0,-3 3-12,-5 1 0,-6 0 305,-8-2 1,-8-2-462,-10-4 0,-8-4-507,-14-4 1,-6-5 434,8-10 1,-3-2 0,4-1-1,4-2 1,3-2 0,-1-2 0,1-1-1</inkml:trace>
  <inkml:trace contextRef="#ctx0" brushRef="#br0" timeOffset="562927">5978 16729 23741,'-2'-12'454,"6"0"-393,23 4-50,-3 1-39,13-4-5,-19 6-51,10-1 95,-23 12 62,-11 10-40,-8 5 18,-26 20-35,18-20 1,-3 2-342,-11 12 0,-2 3 333,9-8 1,0 0-4,1 2 1,3-2-6,4 0 0,11-8-6,10-5 23,6-1-23,7 5-5,7-3 11,7 0-5,-4-3 694,11 3-739,7 2 11,-2 3 33,-1 5 29,-22-1 5,-11 4 0,-9-4 56,-21 24-62,-3-10-252,7-10 1,0 3 234,2-4 1,3-1-6,-9 21-6,12-20 1,3 1-33,-2 25 72,3-8 11,9-5 117,10-26 6,8-9-56,4-3 455,1 0-455,-5 3 98,-4 2-165,-5 6-17,-3 3 23,-7 2-79,-10 0-130,-11-2-508,-13-3-3104,-10-4 3770,2-4 0,15-5 0,12-2 0</inkml:trace>
  <inkml:trace contextRef="#ctx0" brushRef="#br1" timeOffset="617706">12206 6015 12106,'-2'-9'3950,"0"2"-3237,2 7 684,2-60-941,1 40-338,-2-15 0,2 5-119,3 22 282,-1 4-22,-1 3 575,0 7-829,-1 6-532,-1 11 502,-2 9 3,-2 5 23,0 3-409,-1 9-155,5-16-67,5 9 758,7-16-248,12 5 46,1-7 79,11-3 61,-10-12 167,13-1 93,1-3-109,-2-2 0,2-1-246,19 0 373,-8-1 1,1 0-423,-9-1 1,1 0 230,-6-1 1,3 0 0,1 1-610,4-1 0,0 0 0,2 0 540,1 0 0,1-1 0,1 1-20,1-1 0,0 1 0,3-1-558,-6 1 1,2 0 0,0 0 0,-3 0 616,-1 0 1,-4 0-1,4 0-32,0 0 0,4 0 0,0 0 0,-4 1-48,-3-1 0,-2 1 0,3-1 11,5 1 0,5 0 0,0 0 0,-1 0-112,-6-1 1,-2 1 0,1 0 0,2 0 96,7 0 1,2 0-1,0 0 1,-1 0-199,-6 0 1,-1 1-1,-1-1 1,-2 1 99,6-1 0,-2 1 0,2-1 12,-5 1 1,1 1-1,1-1 1,-2 0 278,6 1 0,-2-1 0,5 1-264,-10 0 1,3 0-1,2 0 1,0 1-1,-3-1-164,5 0 0,-2 1 0,0-1 0,1 0 188,7 2 1,3-1 0,-3 1 0,-4-1-5,-5 0 0,-4 0 1,2-1 10,9 2 1,1-1 0,-1 0-129,-9 0 0,-2 0 0,2-1 98,-4 0 0,1 0 0,2 0 0,1 0 198,10 0 0,3 0 0,0 1 0,-2-2-198,-4 1 1,-2 0 0,0-1 0,-1 1-88,0-1 0,-1 0 0,1 1 1,-1-1 88,0 0 1,0 1 0,0-1-1,-2 1-40,8-1 1,-2 1 0,2-1 10,-5 1 0,2 0 1,2 0-1,0 0 36,-4 0 0,2 0 1,0 0-1,-2 0 1,-3 0-13,13 1 1,-5-1 0,3 1 14,-13-1 0,2 0 0,2 0 0,-2 0 1,-4-1-14,9 1 0,-4 0 1,3-1-27,-5 1 0,1 0 0,2-1 1,1 1-64,-4-1 1,1 0-1,1 0 1,0-1-1,-2 1 100,7 0 0,-2 0 1,0-1-1,2 1-1,-5-1 0,3 0 0,-1 1 0,-1-1 0,-3 0 79,10 0 1,-5 0 0,3 0-112,-5 0 0,1 0 0,1 0 0,-2 0-18,8 0 0,-2 0 0,3 0-10,-7 0 0,3 0 0,1 0 0,1 0 60,-6 0 0,3 0 0,0 1 0,-1-1 0,-1 1-115,6-1 1,-2 0 0,0 1 0,-1-1 80,-3 1 1,1 0 0,-2-1-1,0 1-1,-4 0 1,0-1 0,-1 1-1,-2-1 241,5 1 0,-1 0 0,1 0-206,-5-1 0,2 0 0,1 1 0,1 0-2,8 0 0,2 0 0,0 0 0,-4 0-19,-3 0 0,-2 0 0,4 0-7,-5 1 0,5 0 0,2 0 0,-3 0 0,-7 0-56,12 0 1,-2 1 77,-6-1 1,6 1 0,1 1 0,-6-1-10,-4 0 0,-3 0 0,1 0 7,10 0 0,3 1 0,0 0-21,-11-1 1,1 1 0,0-1 0,-2 0-24,7 0 0,-2 0 0,-1 0 2,-3 0 0,-2 0 0,2 0 34,3-2 0,1 1 0,-3-1-7,0-1 0,0 1 20,-4-1 0,2-1 0,-2-1-51,4 0 0,-4-2 292,-13 0 0,0 0-194,10-4 1,-3-1-63,0-1 146,-1-1 0,-2-1 138,-4-2 1176,9-8-1214,-21 2 2928,-4-6-2700,-6 5 6,11-24-351,-5 7 1358,5-9-1382,-2 3 1,-14 28 0,2-3 0</inkml:trace>
  <inkml:trace contextRef="#ctx0" brushRef="#br1" timeOffset="623674">8767 7643 8657,'-57'-1'2595,"1"1"0,13 0 1,6-1-2260,-4-1-331,31 1 326,22 1 324,22 0-414,1-1 0,7 0-1124,9 1 0,9-1 0,1 0 911,-13 0 0,0 0 0,2 0 0,0 0-17,2 0 0,1 0 0,1 0 1,0 0 0,7 0 1,2 0-1,0 0 1,2-1-410,-8 1 0,1-1 0,1 0 0,0 1 0,0-1 392,3 0 1,-1 1 0,1-1-1,1 0 1,1 0-290,-5 0 0,1 0 0,2 0 0,-1 0 0,-2 0 0,-1 0 289,0 0 1,-2 0-1,-1 0 1,-1 0-1,-3 0-153,2 0 1,-3 0-1,-1 0 1,1 0 141,4 0 1,0 0 0,0 0-1,-4 1-23,0-1 0,-4 1 0,2 0-21,10 0 0,3 0 1,-6 0 363,1 1 0,-6 0-307,-7 0 0,-11 1 1899,-22 2-1851,-21 0-6,-40 2-22,11-3 0,-7-1 92,3 1 1,-7-1 0,-2 0 0,-1-1-110,-1 1 0,-2 0 0,0-1 0,-1 1-274,-3-1 0,0 1 0,0-1 0,-3 0 284,7 1 0,-1-1 0,-1 1 0,0 0 0,1 0 0,6 0 0,2 0 0,0 1 0,-2-1 0,-3 1-200,1 0 1,-3 0-1,-2 1 1,-1 0-1,-1-1 1,2 1-1,2 0 207,0 0 1,1 0 0,1 1 0,0-1 0,0 1 0,-1 0-183,-5 0 1,-2 0 0,0 1 0,1 0 0,3-1 0,5 1 176,-1-1 1,4 1 0,3 0 0,-1 0 111,-3 0 1,-1 0-1,2 0 1,4 0-120,3 0 1,3-1 0,0 1 42,-10 0 1,0-1-1,4 0 8,4 0 0,4 0 73,2-2 0,7-1 1212,14-1-1369,6 0 2032,25-2-1870,20-2 1,11-3-94,-7 2 0,3 0 0,4 0-304,4-1 1,4-1 0,2 0-1,1 0 264,-6 2 0,2-1 0,0 1 1,-1 0-1,0 0-4,5-1 0,-2 1 0,1 0 1,3 0-6,1 0 0,3 1 0,1-1 0,-1 1 1,-1 0-9,-9 1 0,-1 0 0,-1 0 1,3 0-1,2 0-4,-2 1 1,4-1 0,1 0 0,2 0 0,-1 0 0,0 0 0,-4 0-1,1 0 0,-2 1 1,0-1-1,-1 0 1,-1 0-1,0 1 11,7-1 0,0 0 0,-1 0 0,-1 0 0,-1 0-7,7-1 1,0-1 0,-5 0 0,-7 0-9,-1 1 0,-2-1 35,3 0 0,3-1 0,-11 2 17,-9-1-218,-15 0 33,-64 5 92,-3-1 1,-6 1 427,1 1 0,-4 0-400,9-1 1,-5 1 0,-2 0 0,0 1 113,-1 0 1,0 0 0,-2 1-1,-5 0-76,11 0 1,-5 0 0,-2 0-1,-2 1 1,0-1 0,0 1 0,3 0-322,-5 0 1,2 0 0,-1 1 0,1 0-1,0 0 1,1-1 323,0 1 1,0 0 0,1-1 0,0 1-1,0 1 1,2 0 7,1 0 0,-1 1 0,1 0 0,2 0 1,2 1-1,6-2-519,-10 3 1,7-1 0,-1 1 452,-10 1 0,-2 0 0,12 0 655,3 8-203,67-12-190,15-1-14,9-6 0,11-5 0,-2 0 89,-3 2 1,6-2-255,-13 1 0,9-1 0,5-1 0,2 0 0,-1 0 0,-5 1-31,9-1 1,-2 0 0,-1 1-1,6-1-23,-16 1 0,4 0 0,1 1 1,2-2-1,-1 2 0,0-1 1,-2 0-221,2 1 0,1 0 1,-2-1-1,-1 1 0,0 1 1,-3-1-618,15-1 1,-4 1 0,-1-1 0,1 1 723,1-1 1,1 1 0,-4 0-1,-9 1 1,-5 0 0,-6 1 0,-1-1-1,1 1 1</inkml:trace>
  <inkml:trace contextRef="#ctx0" brushRef="#br1" timeOffset="624716">6826 5128 12180,'-5'0'135,"1"0"-5937,4 0 5833,-32 11 0,24-8 1,-23 8-1</inkml:trace>
  <inkml:trace contextRef="#ctx0" brushRef="#br1" timeOffset="624882">6817 5128 11226,'-26'11'1518,"6"-2"-1966,14-18-3277,4 4 708,1 3 3017,2 2 0,1 0 0</inkml:trace>
  <inkml:trace contextRef="#ctx0" brushRef="#br1" timeOffset="625032">6823 5169 12909,'0'0'0</inkml:trace>
  <inkml:trace contextRef="#ctx0" brushRef="#br1" timeOffset="625198">6762 5289 16232,'0'0'0</inkml:trace>
  <inkml:trace contextRef="#ctx0" brushRef="#br1" timeOffset="644208">26914 9130 20526,'-1'-60'970,"0"0"0,1 0 0,-1 3 0,0 2 0,0 20-998,1 26 28,0 14 68,2 28-40,0 8-23,0-1 1,-1 8-863,-1-5 1,0 5 0,-2 0 682,-1 5 1,-1 2 0,-1 2-660,0-6 0,-1 3 1,0 0-1,-1-2-2168,-3 10 1,0-1 0,-1-2 2734,2-8 0,0-2 0,0-3 0,1 0 0,1-6 0,1 2 0</inkml:trace>
  <inkml:trace contextRef="#ctx0" brushRef="#br1" timeOffset="644790">27097 8975 14784,'-23'-45'701,"0"1"1,4-1 0,12 7 1116,38 17-1729,0 6 1,5 0-48,-1 5 0,5 1-354,1 1 0,7 0 0,3 1 0,-3 0 319,8-1 1,-2 2 0,5-1-209,-10 2 0,4-1 0,2-1 0,0 1 0,-2 0 202,10-1 0,-1 1 1,0-1-1,1 1-247,-10 0 0,0 1 0,0-1 0,1 1 0,1-1 227,1 0 0,1 0 0,1 0 0,-1 0 0,2 0-3,1 0 1,0 0 0,1 1 0,0-1-1,0 0-133,1 0 1,0 1-1,1 0 1,0-1 0,-1 1 114,0 1 1,0-1 0,0 1 0,-1-1 0,0 1-40,-3 1 0,0-1 0,0 1 1,-1 0-1,-2 0 77,9-1 1,-1 1 0,-2 0-1,-1 0 17,-8 0 1,-2 1-1,-1 0 1,-3-1 288,5 1 0,-2-1 0,-5 0-220,5 0 0,-6 0 2234,6-1-1858,-30 3 987,-14 2-1117,-7 8 2588,0 5-2677,-1 9 749,1 5-721,6 9-39,2 12-138,-1-16 1,0 3-697,-2 8 0,-1 4 663,-1 11 0,-1 3-566,-3-13 0,0 1 0,-1 0 518,0-8 0,1 0 1,-2 4-7,-3 9 1,-3 5 0,0 1-1,0-8-16,-1 8 0,-2 1-10,2-13 1,-3 7 0,-1 3 0,-1-3 0,1-6-19,-4 1 0,1-6 0,-3 2 25,0 0 0,-1 4 0,-3-2 0,-1-4 14,-5-1 0,-3-4 0,-2-3 16,-2-3 1,-2-3 0,-4-3 22,-3-3 0,-2-3 1,-3-3-1,-4-1 0,-2-3 0,-1-2-557,11-4 1,-1-2 0,-1 0 0,-1-2 536,-3 0 1,-1-1 0,0-1-1,2-1-12,-6 0 1,2 0 0,-5-2-351,8-2 1,-5 0 0,-2-2 0,3 0 0,6 1 340,-1-1 0,5 1 1,-6-3-13,1 1 1,-7-1 0,-4-1 0,-1-1 0,2 1 0,7-1-214,0 0 1,5 1 0,0-1-1,-3-1 99,-5-1 0,-3 0 1,-2-1-1,1 0 1,4-1-467,0-2 0,3 0 1,1-1-1,3 0 519,-10-3 0,3-1 0,6 1 0,-2-2 0,8 2 0,-3-5 0</inkml:trace>
  <inkml:trace contextRef="#ctx0" brushRef="#br1" timeOffset="645266">27502 9467 21371,'6'-44'1029,"-1"0"1,1-1-1,1-13 1,0 7-498,-2 7-247,-3 18-245,0 15-74,-2 12 34,1 19-6,-1 22-8,-1-8 0,0 5-765,-4 10 1,-1 3 142,-2 8 0,-2 1-1158,4-19 0,-1 1 0,1-2 1794,-1 13 0,1-4 0,-1 12 0,6-32 0</inkml:trace>
  <inkml:trace contextRef="#ctx0" brushRef="#br1" timeOffset="645524">28227 9125 23152,'-11'-42'659,"0"1"1,0-1 0,-5-13 0,5 11-392,9 23 188,2 12-478,2 14 55,10 21 12,10 33-1251,-7-11 0,0 6 1200,-6-7 1,-1 2 0,-2 3-23,-3 8 0,-3 1 0,-4 2-73,-1-13 0,-3 2 0,-2-1 0,1-2-54,-3 5 0,-2-2 1,-1 4-1813,-1-6 1,-2 6 0,-1 0 0,1-4 0,3-6-2950,-2 8 1,1-2 4808,-3 9 0,-1 5 0,8-17 0,8-23 0,3-12 0</inkml:trace>
  <inkml:trace contextRef="#ctx0" brushRef="#br1" timeOffset="645948">28773 9409 26278,'-51'16'90,"9"-1"-79,33 18 0,7 6-394,-4-7 1,1 0 390,-2 5 1,0 2-1896,1 0 0,0-3 1898,-1 8 918,2-3-845,5-29 247,-1-3 145,1-7 72,4-10-469,5-10 3357,10-17-3413,8-17-4,-10 21 1,2-2-428,0-2 0,1 1 442,0 0 0,0 2-1,2 0 1,0 3-34,6-5 0,0 7-45,-4 20 28,0 8-56,13 12-129,-16 9 1,-1 6-236,-3 1 1,-2 3-111,2 1 1,-3 1-1496,-3 4 0,-2-2 2042,2 9 0,-3-6 0,-4-20 0</inkml:trace>
  <inkml:trace contextRef="#ctx0" brushRef="#br1" timeOffset="646323">29423 9643 26351,'12'-33'-5,"-1"7"33,-1 35 28,5-4 5,6 0-27,-2-3 111,2-5 35,-8-7-12,1-19-40,-7-4-44,-3-2 118,-7 2 89,-6 10-134,-1 3-23,-3 4-83,4 10-46,3 3-27,-1 3 5,-2 9 6,-8 12-185,-8 29-314,7 4 34,3 1-1215,15 0-1681,14-17-3848,11 4 6372,5-15 0,-9-13 0,-8-10 0</inkml:trace>
  <inkml:trace contextRef="#ctx0" brushRef="#br1" timeOffset="646840">29755 9669 23842,'36'-40'844,"0"-1"0,-2 3 0,-11 12-732,-22 23 182,-2 4-289,-5 6 104,-7 8-104,-2 1 41,-15 11-90,-3-1 13,6-7 0,0-1 132,-13 6 84,4-4-85,24-16 241,10-23-301,6 8 27,10-23 6,10 13-29,12-4-10,5 7-3415,-1 9 3381,-10 7 0,5 16-17,-15 3 17,8 13-11,-6-3 6,-5-7-7,5 0 12,-1-11 28,3-5 6,4-10-23,-7-5 3437,8-15-3353,6-25-89,-7 5-129,-5-8 1,-3-5 156,-10 19 0,-3 0-501,4-18 0,-3 1 517,-5 16 1,-4 4-260,-6-20 338,-4 21-55,-1 17-74,3 12 264,1 11-264,-7 26 0,4-3 0,1 4 0,3 5 466,2 26-514,3-21 0,2 2-129,3 1 1,3-1-180,1-3 1,2-2-317,2-4 0,2-2-2147,10 16 2819,-3-15 0,-10-18 0,-4-7 0</inkml:trace>
  <inkml:trace contextRef="#ctx0" brushRef="#br1" timeOffset="647041">30114 9335 27751,'21'-43'39,"8"8"-67,31 30-207,-4 2-146,-15 2-2027,2 5 2408,-13 3 0,-9-2 0,-6 0 0</inkml:trace>
  <inkml:trace contextRef="#ctx0" brushRef="#br1" timeOffset="647764">30313 9467 14023,'-45'-4'2520,"0"0"1,7 1-1,8 0-1511,19 1-214,11 2-140,10 0-156,16 2-225,25 2-193,-14-1 1,4 1-997,3-1 0,4 1 1,-1-1 914,5 0 0,1 0 11,3-1 0,5 0 0,-2 0-457,-13-1 0,-1-1 0,2 0 442,13-1 1,3 1-1,-1-1-6,1-1 1,0 0 0,-1-1-1,-2 0 1,0-2 0,-3-1 7,-5-1 0,-2 0 1,-4-1-42,5-1 0,-4-4 68,-6-4 0,-8-4-19,-18-9 16,-22-14 34,-43 7 8,12 19 1,-1 1-6,5 4 1,0 1 203,-11-2 0,2 3 2263,2 1-2403,-5 0 1780,34 7-1898,9 3 210,4 2-193,7 6 18,10 9 16,17 14-367,-9-10 1,3 2 324,7 4 0,2 1-8,-5-4 0,0 1-10,0 1 0,1 3 0,-4-2-16,-6 0 1,-3 1-12,7 10 1,-11 1-141,-37 12-78,-6-28 0,-6-3-426,-9 1 0,-4-3-2153,-1 0 0,0-2 2828,6-3 0,5-1 0,-1-1 0,25-8 0</inkml:trace>
  <inkml:trace contextRef="#ctx0" brushRef="#br1" timeOffset="648289">32100 9446 16656,'0'-12'5769,"0"3"-4195,0 9 756,0 0-2319,7-29 6,-5 28-6,5-13-5,-4 46 5,-1 2-3,3-1 1,1 1 2,3 14-6,-3-13 1,0-1-6,0 11 11,-2-9-11,-5-10 101,-1-11 33,0-8 146,1-7-151,1-8-56,4-10-6,7-27-50,0 9 22,0 5 0,3-1 68,7-10-6,7-6-29,-2 14-21,-5 13-40,-3 12-22,0 7-23,5 9-67,7 12-184,6 15-415,0 13-527,-5 5-387,-19-21 1,-3-1-279,2 10-5059,-7 2 6951,-3-26 0,-1-4 0,0-7 0</inkml:trace>
  <inkml:trace contextRef="#ctx0" brushRef="#br1" timeOffset="648597">32635 9706 26139,'31'-32'76,"0"-1"1,-1 3 0,-13 13-64,-22 27-13,-3 8 7,3 6-7,8 0-8,9 0 19,14-2 23,0-9 31,3-4-14,-13-10 161,1-11-38,-7-7-96,2-5 118,-2-21-39,-3 9-62,1-6 34,-1 7-39,-3 14-57,-1 0-206,0 10-1446,0 6 34,2 9 1585,12 14 0,-10-10 0,7 8 0</inkml:trace>
  <inkml:trace contextRef="#ctx0" brushRef="#br1" timeOffset="649156">33015 9887 25931,'43'-27'519,"0"-1"0,-6 6 0,-6 0-217,-8-6-50,1-18-190,-4 5-20,-4-7 0,-1-4-1547,-6 13 1,-2 1 1507,3-8 0,0-1 5,-2 4 1,-1 1-1216,-3 9 1,0 2 1250,2-19 1115,-3 1-1042,-3 37-83,0-2-5,-1 12 1060,-2 1-1084,-5 8 3400,-18 20-3405,-2 14 0,10-9 0,1 2-349,-2 23 337,12-18 1,4 2 16,5-7 1,4 2-29,6 13 1,4 1-9,1-11 1,2-2-283,6 1 1,1-5 284,8 3 0,0-11 39,-12-19 345,1-11-322,0-19-40,-1-23 12,-3-2-468,-6 8 1,1-4 469,0 3 1,-1-2 19,0 3 0,0-3 0,-1 2 3,2-8 1,-2 2-32,-1 2 0,-2 4 0,-7 4 527,-5 16-527,-2 15 0,1 2 0,-1 14 0,2 1 0,-1 43 0,3-14 217,3 5 0,3 7-217,3 5 0,3 0 0,-3-9 0,1 1-715,0 6 0,0 5 0,-2-8-1333,-3-15 1,-1-2 2047,-1 25 0,-1-6 0,-2-21 0,-3-3 0</inkml:trace>
  <inkml:trace contextRef="#ctx0" brushRef="#br1" timeOffset="652703">8016 15146 7530,'-61'4'239,"0"-1"1,-1 0-1,1 1 1,0-1-1,-1 0 1,-2 1-1,1-1 1,4 0 0,7 0-597,5-1 0,6 0 1,-1 1 443,-11 0 1,0 0 0,3 1 542,-3 0 1,4 1-1181,2-1 0,1 1 930,7-1 1,3 0 695,-1-1 1062,31-1-1085,21-2-571,14 0-43,7-1 1,6 0-231,9 0 1,6 0-96,-5 0 1,5-1 0,4 1 0,-1-1-415,1 0 0,-1 0 1,2 0-1,2 0 317,-11 1 1,3-1 0,0 0 0,2 0 0,-1 0 0,-1 0-2,-1-1 1,0 1 0,0-1 0,-1 0 0,0 0 0,-2 1 3,3-1 0,-2 0 0,-1 0 0,2 0 0,2 0-203,1-1 0,3 1 0,1-1 0,0 0 0,0-1 0,-1 1 247,-6 0 1,-2 0-1,-1 0 1,2 0 0,2 0-1,3-1-72,-4 1 0,2-1 1,3 1-1,2-1 1,1 0-1,0 0 1,-1 0-1,0 0 0,-2 0 71,2 0 1,-1 0 0,1 0 0,-2 0 0,1 0-1,-1 0 1,0 0 0,0 0-36,0 0 1,-1 0 0,0 0 0,0 0-1,0 0 1,0 1 0,-1-1 0,1 0 27,6-1 1,0 1 0,0-1 0,0 1 0,-1-1-1,-2 1 1,0 0-5,0-1 0,-3 1 1,0 0-1,0 0 0,0 0 1,3 0-22,-1 0 0,2-1 0,0 1 0,1-1 1,1 1-1,0-1 0,-1 0-15,-4 1 1,1 1 0,0-1 0,0 0 0,1 0 0,-2 0 0,-2 0 0,-1 1-20,6-1 0,-1 0 0,-2 0 0,-1 0 1,-1 1-1,0 0 91,5-1 1,0 0 0,-1 0 0,-2 1 0,-3 0-511,1 0 1,-3 1 0,-3-1 0,-7 1 421,1 0 0,-5 0 0,7 0 0,-7 0 0,-20 0 0</inkml:trace>
  <inkml:trace contextRef="#ctx0" brushRef="#br1" timeOffset="653461">16739 14878 11833,'-44'-1'1239,"1"-1"0,-1 1 0,-15-1 0,-3 1 0,4 0-657,3 0 1,0 1-1113,5-1 1,-3 1 0,3-1 711,-4 1 0,5 0 36,9-1 1,4 0 675,-7 1-821,24 0 562,25 0-170,33 0-269,22 0-137,-10 0 0,6 0-291,-14 0 1,2 0 0,1 0 233,8 0 0,2 0 0,1-1-687,6 0 1,1 0 0,-2-1 682,-10 2 0,-2-1 0,5-1-7,-3 0 0,6-1 0,1 1 0,-2-1 0,-7 0-540,14 0 0,-1 1 547,-5-1 1,9-1 0,-2 1 0,-12 0 9,-15 0 0,-4 1 87,14-2 1,-10-2-147,-27-2-100,-37-3 53,-16 6 0,-10 3-211,5 0 1,-4 1-1,-3 0 293,7 0 1,-1 0 0,-2 1 0,-4 0 31,-1 1 1,-4 2 0,-2-1 0,1 1 0,1 1 7,6-2 1,0 1 0,1 0-1,1 1 1,-1 0-10,-12 1 0,0 0 1,1 1-1,1 0 4,9 1 1,0 0 0,2 1 0,4 0 90,1 0 1,3 0-1,0 1-95,-5 0 0,-1 2 0,4-2-7,-1 2 1,4-1 16,5-2 0,9-1 211,19-2-135,10-4 8,36-6 1,19-4-271,-1 0 0,3 0 185,-12 1 1,2 1-1,3 0 13,-5 1 1,2 0 0,1 0 0,2 1 5,6-1 1,2 2-1,1 0 1,0 0-21,0-1 1,1 1 0,-1 0 0,2-1-2,-8 2 1,1 0-1,0-1 1,-1 1-1,-4 0 188,11 0 0,-5 0 0,-3-1-166,4 1 1,-7-1 664,10-2-2395,-74 4 1686,-49 6 0,17-2 0,-14 3 0</inkml:trace>
  <inkml:trace contextRef="#ctx0" brushRef="#br1" timeOffset="664620">27794 7650 18548,'-3'-3'4504,"1"2"-4045,2 1-363,12-15-29,11 23-22,20-2-34,-9 17 0,0 7-211,-9-10 1,0 2 185,15 22 0,-3 0-3,-8-3-11,-7-4 0,-3-1 11,-9 0 57,-16 6 21,-12-16 57,-14-10 89,3-14-95,9-6 185,3-21-129,12-2 298,0-7-287,20-22-168,-4 29-5,22-25-28,-12 34-104,6 2 0,2 2-76,5 1-484,7 1 0,3 2-261,-5 4-599,-1 1 1,1 1-4779,10 3 5748,13 1 1,-28 0 0,-7 1 0</inkml:trace>
  <inkml:trace contextRef="#ctx0" brushRef="#br1" timeOffset="665177">28618 7769 9055,'-3'6'7651,"0"-1"-1473,3-5-5517,-33 14-118,31-13-448,-18 6-50,47-20 6,8-7 16,4-4 67,-2-3 57,-11 1 10,-11 3-55,-11 5-90,-11 2-23,-8 3 12,-8 4-11,-4 4-23,0 3-5,1 8-12,5 4 0,3 9 1,6 0-1,2 18 1,6-7-1,10 15 6,2-14 17,20 4-12,23-8-2,-21-15 0,1-2-357,10-1 1,1-4 353,-3-6 0,-1-4 22,0-2 0,0-2 23,-3-5 0,-2-2 33,-4-2 1,-4-3 117,13-25 56,-17-3 51,-11 0 16,-15 0 17,-4 3-174,-4 12 236,-4-5-152,7 17-184,0 1 668,4 12-747,5 9 45,0 2 22,1 9-38,0 3-7,15 35-16,8 1 16,-1-9 1,2 0-201,-4-11 1,0 0 169,15 17 0,-1-2 8,-2 0-67,-5-2 0,-9 0-1120,-26-3 1204,-8-9 0,-5-3 0,-6-4 0,-11-2 0</inkml:trace>
  <inkml:trace contextRef="#ctx0" brushRef="#br1" timeOffset="669586">7691 16551 11622,'-58'9'1419,"1"0"1,-1 0-1,5 0 1,1-1-1,5 1-1324,6 0 1,6 0-96,-13 6 377,47-4-204,25-4-21,32-1-102,4-5-1403,-12-4 1,8-3 0,-3 0 1346,-5 1 1,3-1-28,-6-1 1,9-1-1,4 0 1,-2-1-1,-4 1-294,8-1 1,-3-1 0,3 0 299,-12 2 0,3 0 0,2-1 0,-1 0 0,-4 1-247,16-3 1,-4-1 0,-3 2 301,-9 0 0,-4 1 0,-3 1-8,3-1 0,-11 0-20,-21-4-28,-61 12 28,1 3 0,-5 2 866,3 1 0,-4 1-852,6 0 0,-7 3 0,0-1 0,6 0 14,-9 2 0,-1 0 49,12-2 0,-8 2 1,-2 0-1,2 0 1,6 0 316,1 0 1,5-1 0,-1 2-278,-16 2 1,-1 2 0,7-2-68,9-1 0,8 0 1039,-18 14-1055,41-15 117,16 7 78,49-10-209,-15-6 0,4-1-228,4-2 0,2-2 45,-4-2 1,1-2-1,1 0-790,-1-1 1,0-1 0,2 0 952,4-1 0,1 0 0,-3 0 0,4 0 0,-6 0 0,10-1 0</inkml:trace>
  <inkml:trace contextRef="#ctx0" brushRef="#br1" timeOffset="670261">12751 16619 9284,'-52'3'807,"1"0"1,-1 0-1,0 0 1,3 0-1,1 1 1,0-1-1,2 0-423,-8 2 1,1 0 0,3-1-86,-5 2 1,2 0 422,-4 0 1,5 1-252,7-2 506,-1 1-591,55-5-100,33-2-228,-4-2 1,6 0-1157,-4-1 0,4 0 1,-1 0 1060,16-2 1,6-1-47,-18 3 0,7-2 0,3 0 0,0 0 1,-3 1-369,4 0 0,-3 0 0,2 0 0,3-1 423,-5 2 1,2-2 0,2 1 0,1 0 0,-1 0 0,-2 0 17,3 0 0,-2 0 0,0 1 0,-2-1 0,0 0 14,9-1 0,-2 1 0,-1-1 1,-2 0-113,-10 1 0,-1 0 0,-2-1 0,-3 0 125,20-3 0,-10-1-101,-7-5-34,-70 7 70,-12 6 1,-8 3 30,2 1 0,-3 1 1,-2 1 103,-9 2 1,-3 0-1,-2 1-77,10 0 0,-2 0 0,0 1 0,-2 1 25,-4 0 0,-2 1 0,1 0 0,1 0-7,10-2 0,1 0 0,0 0 0,-3 1 69,-4 1 0,-3 1 1,-2 0-1,2 0 1,5-1-5,-5 1 0,4 0 1,-2 1 266,2-1 1,-4 1-1,3 0 1,6-1-331,-8 3 1,10-1 1056,-1 4-729,55-9 45,50-15-212,-7 0 0,7-4-781,-9 1 1,3-1 0,2-1 604,-7 2 0,2 0 1,1-1-1,0 0-38,6-1 1,0 0 0,1 0 0,1 0-231,3 0 1,0 1 0,1-1 0,0 1 252,-8 2 0,2 0 0,-1 0 0,-2 0 0,-5 1 0,4 0 0,-4 0 0,-2 1 0,16-2 0,0 1 0</inkml:trace>
  <inkml:trace contextRef="#ctx0" brushRef="#br1" timeOffset="678974">9565 8784 16605,'-13'-51'2089,"1"0"0,-1 0 1,1 7-1177,2 9-241,0 0-247,2 15-453,5 12 23,1 11 72,2 19-5,1 19-37,-1-6 0,0 3-391,-2 9 1,-2 2 384,0 5 1,-2 2-9,-3 0 1,1-1-10,0-4 1,0-1-3,3-8 0,0-2-5,0 20 122,4-25 399,1-18 206,2-22-643,0-5-12,2-11 95,9-27-89,0 0 66,-2 12 1,0-1-101,10-22-11,2 7-5,-2 15-6,-3 12-17,-1 14 5,3 12-16,7 11-11,7 12-6,8 8-96,3 7 227,0 0-484,-3-1-201,-6-3-214,-4-6 628,-12-12-39,-2-5 196,-8-18 55,5-9 74,2-10 313,4-12-235,-7 10 451,-2-1-249,-10 17-90,0 2-174,-2 6-352,0 2 218,7 5 22,7 0-22,13 1 11,19-8-22,0-6 17,-1-3 16,-5-9 34,-19 0 6,-1-7 38,-13-8-55,-8 12 28,-9-4-11,-6 15 5,-7 1 6,-13 10-34,5 11-34,0 3-21,7 15 10,9 0-5,2 12-51,8 0-184,22 9 100,-3-16-285,28 8-230,-2-20-269,19-2 387,-19-14 0,2-3 397,-5-5 0,0-2 124,7-5 0,-3-2 66,11-10 152,-4-11 387,-21-2-331,-8 6 649,-11-8-621,-10 25 292,-12-4-465,4 13 38,-15 5-66,1 9-40,-9 12-45,11-3-11,3 17 12,16-21-23,7 11 11,13-13 34,6-4-17,1-2 11,8-18 0,-15 4 40,11-17 83,-14 4-3184,1-15 3178,-7 12 203,-4-7 145,-5 15-359,0 3 29,-2 4-124,1 8-38,0 1 3402,0 6-3425,1 8-124,0 9-201,6 5-896,10 13-571,7-5-724,13 7 394,7-14 1404,-3-9 443,-9-14 1,3-4 635,6-10 0,1-4-224,0 1 1,0-3 954,4-6 0,-3-5-174,-13 4 0,-5-2-324,9-13 588,-1-17-219,-18 12-700,-1-1 44,-21 11-144,-17 21-46,-19 10-44,1 6-15,3 9 1,1 5-662,12-4 1,2 1 643,-7 3 1,1 1-14,-7 19 1011,29-6-1012,5-7-10,43-2 22,-9-20 0,12-7 0,3-4-6,10-13 17,-15 2 1,-2-2 5,4-12 13,-18 0 1,-4-3 3,-2-7 50,-1-15 0,-4-4-397,-4-2 455,-3 16 0,0-6 0,-1 6 1503,-1-11-1547,0 7 1,-1 6-99,-2 20 31,-2 2-31,-1 31 0,-3 20 0,2 4 0,0 12 0,-1 3 0,0 10-1066,1-10 0,0 10 1,0-7-1232,2-12 1,0 0 2296,-1 6 0,1 3 0,0-7 0,0 0 0,1-2 0</inkml:trace>
  <inkml:trace contextRef="#ctx0" brushRef="#br1" timeOffset="680431">11942 8615 20907,'-18'-58'1581,"0"-1"1,2 6-1,2 12-1189,6 31-336,3 5-78,1 6 39,2 16-12,2 17-89,0 18-115,1-18 1,0 1-569,1 4 1,-1 2-1200,2 2 0,0 1 1839,0 5 0,0-3 0,0 5 1,1-7-1</inkml:trace>
  <inkml:trace contextRef="#ctx0" brushRef="#br1" timeOffset="680590">11807 9122 20212,'2'-4'4151,"0"0"-3120,-2 4-2051,10-45-1871,-9 39 2891,8-28 0,-11 41 0,1 2 0</inkml:trace>
  <inkml:trace contextRef="#ctx0" brushRef="#br1" timeOffset="681356">12268 8695 21909,'-2'-5'3569,"1"2"-2701,1 3-863,-5-32 29,8 34-6,-1-14-11,9 46-6,-3 12 11,-2 6-5,-6 1-11,-4-2-12,0-8 0,0-9 29,2-13 106,1-11 67,4-10-56,4-11-34,7-10 28,8-15 12,7-10-76,-13 19 0,2-1-11,-1-1 0,2 1-1,-2 1 1,1 2 36,13-16-72,-8 13-40,-7 15 11,-4 12-27,-1 14-51,-1 14-118,0 16-251,-3 9-264,-4 6-605,0 5 325,5-18 571,0-8-55,9-22 385,-1-12 225,15-16 174,-3-6-79,0-8 403,-3-2 90,-10 6-11,1-1-124,-8 8-274,-4 8-241,-5 6-33,-3 8-12,-4 6-33,-1 5-22,1 4-18,9 3 40,4-9-11,11 2 22,4-13 0,10 0 11,3-9 17,1-6 22,-3-9 68,-6-3 83,-5-4 46,-6 2-1,-5 1-44,-4 3 5,-4 3-173,-2 8-46,0 3-223,0 6-224,-1 2-1591,1 14-2453,0 5 4503,1 9 0,0-12 0,0-5 0</inkml:trace>
  <inkml:trace contextRef="#ctx0" brushRef="#br1" timeOffset="681833">13049 9089 20140,'4'2'3803,"0"0"-6663,-4-2 2989,42-58 1230,-24 29-1281,7-10 1,0-2 66,-9-2 23,-2-11-11,-3-5 56,-3 0 893,-4 9-877,-3 9-16,-4 13-190,-1 9 3223,-1 9-3246,0 4 349,2 5-349,0 7 94,-7 17-94,-1 12 0,-1 6 0,2 17 0,3-8-181,4-18 1,0 2 180,0-3 0,2 1 0,2 5 0,3-2 0,8 21 0,8-2-13,0-28-20,8-9 38,12-16 23,-6-4-28,0-9 0,-1-2 0,-3-4 13,21-19-13,-32 13 0,-3-8 361,-12 9-361,-7 4-18,-12 7-912,2 7-302,-4 0 1232,1 4 0,10 1 0,-2 0 0</inkml:trace>
  <inkml:trace contextRef="#ctx0" brushRef="#br1" timeOffset="682514">12024 8744 23707,'-40'-9'56,"17"1"-145,44 6-393,17 1-683,8-1-1708,-1 5-3585,-10 3 6216,-14 4 1,-13-3 0,-6-2-1</inkml:trace>
  <inkml:trace contextRef="#ctx0" brushRef="#br1" timeOffset="682657">12042 8855 14555,'-5'2'7624,"2"0"-5491,3-2-2312,20-9-1165,-1 5-8487,20-7 9087,-16 8 1,-7 2 0,-11 1 0</inkml:trace>
  <inkml:trace contextRef="#ctx0" brushRef="#br1" timeOffset="683391">13435 9074 14958,'-6'3'6285,"0"-2"-4728,6-1 1149,0 0-2225,25-62-285,-18 38-112,7-12 0,-2-2 157,-11 3-101,0-10-304,-1 13 1,0-1 213,0-3 0,0 1 29,0-21 285,-2 1-196,0 35-163,-2-1-16,0 27 17,-4 16 11,-4 21-15,4-12 1,0 2 121,-6 27-110,5-10 0,1 0-369,4-16 0,3 0 167,1 15 1,7-1-880,6-11 0,6-3 1067,3-4 0,1-4 0,11 8 0,-9-17 0</inkml:trace>
  <inkml:trace contextRef="#ctx0" brushRef="#br1" timeOffset="693445">10974 1348 22877,'-16'-53'1334,"0"1"0,1 5 0,1 9-2488,2 16 187,3 11 752,8 23 397,5 30-295,3 13 25,-1-13 0,0 3-1014,2 0 1,-1 1 512,0 4 1,0 3-1016,-2 3 0,-2 1-3312,0 0 1,-1-2 4088,-1-13 0,-1-5 0,0 14 0,-1-38 1</inkml:trace>
  <inkml:trace contextRef="#ctx0" brushRef="#br1" timeOffset="694478">10792 1802 21879,'-14'-56'1134,"0"0"0,2 6 0,3 8-1837,8 15 755,8 7 681,18 12 603,13 2-597,25 8-604,-28-1 1,2 1-351,4 1 1,0-1 666,2-1 0,0-2 18,-10 1 0,0-2-259,11-4 1,-1-2-21,9-7-304,-17 3 1,-3-3 198,1-11 196,-17-1-651,-23-4-628,-3 13 49,-19 0 442,5 14-66,-7 1-266,9 7 228,-3 14-464,13 6 942,0 13 284,13 1 87,9-1-331,7-4-290,8-8 102,3-10 402,5-12 265,9-19 156,-13 0 223,5-21-273,-20 6 96,-4-27-314,-8 22-142,-8-7-22,-5 25-485,0 7-142,-11-3-277,5 11 210,-10 11 320,4 14-30,3 17-26,8 10 250,9-6-273,9-10 1,5 0-518,12 11 99,-4-13 0,3-2-1559,20 8-984,8-13-116,6-12 1233,4-20 2176,-29-1 1,-1-4 873,-1-5 1,-2-3 676,-4-3 1,-2-2 277,-4-1 0,-3-2 1215,5-25-1104,-10 8-577,-5 11-648,-4 14-864,-1 10-572,1 7 203,-1 27 66,5 1 367,3 23-41,5-5 8,2-2 9,-2-6 103,-3-7 92,-5-10 156,-1-9 192,-1-5-170,0-6 122,3-8-66,5-11-19,4-8 2,0 2 47,16-10-22,-9 17 24,10-5-284,-11 15-320,-5 7 71,5 10-66,-6 6-15,1 3-18,-6 10-1,-6 9 39,-1 1 290,-2 1-11,2-6 64,-1-17 306,2 1 74,0-16 815,1-10-555,3-10-69,3-14-115,1 3-286,14-23-23,0 20-76,4-7-165,6 18-954,-19 18 210,15 5-73,-15 16 63,2 4-341,2 23-814,-7-5-2970,7 16-2309,-8-19 7134,-1-6 0,-7-19 1,-1-3-1</inkml:trace>
  <inkml:trace contextRef="#ctx0" brushRef="#br1" timeOffset="694861">12820 1468 24721,'-7'-10'62,"3"16"-57,1 34 84,3-2 0,0-1 8,0-2-70,-1-1 1,0-3 19,-1-12 17,-3 8 150,1-18 234,0-3 251,3-18-546,2-27 125,1 3-351,2-1 1,2-3 119,0 3 0,2-2-705,2-14 1,0-3 747,1-3 0,-1-2-55,0 1 1,-2 1-369,0 4 0,-1 3 335,-1 9 1,-1 2-230,7-17 31,5 22 109,8 19-2510,23 17 2466,-10 7 418,-7 5 0,-2 6-528,1 27 109,-14-12 1,-9 5-318,-19 16 1,-12 0 89,7-14 1,-6-1-1430,-10 1 0,-8 0 0,1-4 1788,-3-4 0,3-4 0,3-1 0,3-4 0,-8 5 0</inkml:trace>
  <inkml:trace contextRef="#ctx0" brushRef="#br1" timeOffset="701551">16634 2971 19580,'-11'-46'1090,"0"0"0,1 7 1,0 7-901,-4 15-128,2 17 44,4 20 17,2 23-84,3-11 1,1 4-718,1 9 0,0 3 692,0 6 0,2 5-63,0-9 1,2 4-1,0-4-478,-1 4 0,2 0 437,0-7 1,1 3-1,-1-6-45,0-7 1,0-3 72,0-1 1,-1-1-118,-1 20 207,-6-37-6,-3-7 972,-2-29-854,2-21 78,9-20-73,1 27 1,4-2-913,5-8 1,2 2 895,6-15 0,7 2 213,-5 21-130,-4 11-172,0 0-18,-7 15-16,-9 8 5,0 0 3403,-2 4-3341,0 4-51,0-1-5,-1 7-6,-2-4-44,0 3 10,0-4-55,2 3 67,0-7 22,1 2 23,0-6 190,0 1-219,0-5 12,1 1 5,0-4-22,1 1-5,3-1 22,4-1 5,12-2-5,-6 3 0,11-1-6,-11 4 6,4 2 22,5 3 22,-1 6 51,9 6-56,-8 1 45,14 10-62,-11-7-43,6 6 1,8 6-1,-6-2-253,6 18-233,8 0 1,-9 1-1151,-39 2-8191,-16 3 7608,2-19 1,-3-7 0,14-21 0</inkml:trace>
  <inkml:trace contextRef="#ctx0" brushRef="#br1" timeOffset="702645">17408 3425 24699,'35'-12'313,"2"1"-201,14 1-56,-7-4 17,3-10-28,-21 2 56,-2-8-11,-14 3-1,-4-6 7,-20 2-63,-8 12 21,-17 6 13,9 12 15,-10 9-93,2 15 11,1 8-6,5 3 6,15 21-3388,16-14 3457,5 10-327,18-5-16,11-14 85,-2-11 0,5-4 14,-1-5 1,3-3 34,11-4 1,1-3 167,-14-4 1,0-3-34,19-9 0,-1-5-68,-20 4 0,-2-3 209,13-7 0,-3-3 85,-18 4 0,-4 1-18,5-14 128,-13 0 25,-15 9 2820,-8 3-3282,-9 4 148,-7 13-250,-4 10 453,6 3-440,-11 20 1,19-8 32,-8 23 96,17-1 50,4-7-1,10 12 8,11-16 34,5-6 49,8-5 7,-8-17 102,9-12 66,-3-12 0,8-11-88,-13 9 1,-1-1-19,14-18 68,1-2 57,-18 22-209,-8 12-58,-8 8-171,-12 13 44,-1 3-34,-23 30 126,14-15-64,1 7 0,3 1 3,7-5-87,6 23-91,32-24 23,14-6 112,8-6-104,-4-17 1,3-5-331,-11-1 1,1-2 534,20-6 1,-1-3 42,-20 5 0,-2-3 62,10-10 1,-5-4 114,-4-14-87,-13 14 1,-9-2 68,-22-13-18,-24 10 16,-22 14-226,-11 11 99,30 11 0,-1 3 3,-25 10-5,10 11-22,16 5 877,13 2-872,15-1 5,16-1 17,16-3-16,19-7-23,15-8 2,-28-10 1,1-3 19,0-3 1,-1-5 16,-3-1 1,-2-4 72,18-28-31,-28 16 0,-4-3 0,-2-6 0,-4-3 0,-2-5 1,-3-3-769,-2-1 0,0-2 894,-2 1 0,-1 2-8,0 4 0,-2 2-29,1 6 1,-1 3 109,-3-17-46,2 17-123,2 13-83,2 11 4,1 13 1867,3 16-1890,4 22-2,-4-11 0,0 3-1186,-1 10 0,0 2 1048,-3-7 1,-1 3-1397,-3 7 0,-1 5 0,-1-4 1530,-1-2 1,-1-2-1,0 9 1,0-5 0,0-8-1</inkml:trace>
  <inkml:trace contextRef="#ctx0" brushRef="#br1" timeOffset="707985">12511 5118 11728,'-5'0'-3837,"2"0"3616,3 0 1,0 0 0</inkml:trace>
  <inkml:trace contextRef="#ctx0" brushRef="#br1" timeOffset="708135">12450 5234 9477,'0'0'0</inkml:trace>
  <inkml:trace contextRef="#ctx0" brushRef="#br1" timeOffset="708311">12448 5234 17547,'5'-8'-4178,"-1"3"4185,-2 2 1,-1 2-1,2 1 1</inkml:trace>
  <inkml:trace contextRef="#ctx0" brushRef="#br1" timeOffset="708445">12452 5313 21899,'-3'-4'-4683,"1"1"4665,2 3 0,0 0 0</inkml:trace>
  <inkml:trace contextRef="#ctx0" brushRef="#br1" timeOffset="713172">21922 9173 17507,'0'-57'1536,"0"1"1,0 3 0,1 14-1235,1 32-470,-1 1 90,-2 14 218,-1 15-50,-2 25-65,1-12 0,-1 3-641,-1 9 0,-1 2 442,0 7 0,0 2-134,2-17 0,0 1 0,1-1-1000,0 21 1,1 0-2410,6-3 1,3-3 3716,0-9 0,2-5 0,6 8 0,-4-26 0</inkml:trace>
  <inkml:trace contextRef="#ctx0" brushRef="#br1" timeOffset="713860">22081 8928 9498,'-4'-8'3959,"0"2"-3626,-8-22 1,0-5 399,5 7-627,-7-10 1,5 0-45,22 15 95,14 4 50,11 8 1,3 2-794,-9 1 0,2 2 675,7 0 1,5 1 0,0 0-632,13 0 0,1 0 579,-7 0 1,3 0-1,1-1-17,3 0 1,0-1 0,2-1-12,-14 2 1,1-1 0,1-1 0,-1 0-442,4 0 1,-1-1 0,1-1 0,1 1 443,2-1 1,0-1 0,2 1 0,-1-1-402,4 0 0,1 0 0,0 0 0,0 1 391,-10 1 0,0 1 1,1-1-1,-1 1 0,0 1 0,1-1 0,0 1 1,-1 0-1,1 1 1,-2-1-1,11 1 1,0-1 0,-2 2 0,0-1 1,-6 1 0,0 0 0,-2 0 1,-3 1-2,0-1 0,-4 1 0,2-1 75,6 1 0,1-1 1,-5 1 108,-4 0 1,0-1 67,-2 1 1,4 0 0,-5 0 105,-5 0 0,-2 1 805,24-3-472,-37 2 1354,-13 0-1454,-8 2 1180,-1 0-1808,-1 3 2526,-1 2-2458,-1 8 1078,0 5-1000,-4 18-68,2-8 57,-5 24 39,-1-2-422,4-15 0,-1 3 357,-1 6 1,-1 1-537,-1 8 0,1 1 489,2-13 0,0 1 0,0 2-540,0 5 1,0 2-1,0 1 521,1 6 1,-1 1-1,2 1-9,1-12 0,0 0 0,1 1 0,0 0-382,1 1 1,1 0-1,-1 0 1,1-2 373,0 3 1,1-3-1,-1 4-5,2 3 1,-1 5-1,0-2 1,-2-5-734,-5 8 0,-2-3 753,5-4 1,0 3-1,-7-8 18,-13-4 1,-10-10-387,-20-8 1,-5-7 374,11-1 0,-5-3-127,-2-8 1,-10-3 0,0-2 0,7-2 119,13-2 1,6-2 0,-6 0-2,-4-1 1,-6-1 0,-3-1 0,2 1-1,7-1-15,3-1 0,5 0 1,-6-2 17,1 1 0,-5-1 1,-5-2-1,0 1 0,2 0 1,6 1-22,-1 1 1,5 0 0,0 1 0,-4-1-54,-9-1 0,-6-2 0,-1 1 0,3 0 0,6 2-81,-1 0 1,5 2-1,-2 1-235,-2 0 0,-4 0 0,-1 1 0,0 0-295,11 1 1,0 2 0,0-1-1,-2 0 1,0 1 675,-6-1 0,-1 0 0,-1 0 0,1 1 0,4-1 0,2 1 0,2 0 0,3 0 0,3 0 0,-13 1 0,-1-1 0</inkml:trace>
  <inkml:trace contextRef="#ctx0" brushRef="#br1" timeOffset="715467">22443 9268 22083,'2'5'202,"0"-1"-73,-4-1 72,-1 1 18,-8 3-29,-6 1 23,-9 1 112,-3-4 145,-1-6-50,7-7-173,6-11-119,9-13-44,10-8-50,5 5 61,22-9-67,-3 20-39,13-3 5,-7 18 1,-7 10-18,9 13 18,-3 12-49,-11 1 1,-1 4-3,-6-1 0,-5 1 20,-5 10 0,-8 1 5,-9-2 0,-8-1 0,-10 3 0,-5-1-1007,-5-1 0,-1-3 1046,7-8 1,0-2 66,-9-1 1,2-5 143,-2-7-12,-8-4-123,33-15 56,10-15-145,19 3-12,11-6-17,22 7-28,18 7-25,-22 7 1,1 3 546,4 3 1,0 1-839,1 2 0,0 1-440,-2 2 1,-2 1-1747,-5 0 0,-1 0 2564,17 5 0,-24-6 0,-13-6 0</inkml:trace>
  <inkml:trace contextRef="#ctx0" brushRef="#br1" timeOffset="715711">23043 8888 22179,'-18'-60'1148,"1"-1"0,2 13 0,3 9-997,5 18-184,6 24 38,-1 5 68,9 49-62,-2-21 1,0 4-948,0 3 0,0 4 1,-1-1 946,3 11 0,-3 3-17,-2-9 1,-2 5-1,-1 2 1,-1-4-72,-2 1 1,-1-3-1,1 3-63,-1 0 0,1 5 0,0-1 0,0-4-305,-1 2 1,0-4 0,2-2-872,3-5 0,1-2 0,2-2-3600,3 9 1,2-5 3333,8 12 0,-5-27 0,-7-25 0</inkml:trace>
  <inkml:trace contextRef="#ctx0" brushRef="#br1" timeOffset="716993">23395 9284 24178,'8'41'325,"-2"8"-292,-3-16 1,0 1 2,-4-1 1,-1 1 7,-7 25 7,-4-12 33,-1-15 162,4-14 332,5-10-86,3-9-385,2-4-34,7-27-51,6-10-11,-1 8 0,2-3 17,1 1 0,2-1-98,1 1 0,1 1 98,0 4 0,0 2 0,15-16-22,-3 16-23,0 13-28,1 12-11,2 15-33,0 12-130,-4 14-218,-6 12-437,-7 8-958,-4 5-358,-1-1-862,4-10-248,6-15 1468,6-16 1496,6-17 644,-6-8 2470,16-23-3381,-14-1 2877,9-14-266,-14 9-642,-10 6-481,-5 11-555,-7 7-318,-2 7-214,0 2 3538,3 4-3314,7 5-5,12 4-17,13 3 11,-1-5 40,18-2-12,-30-7 135,15-10-62,-28-5-6,2-12 28,-9-4 63,-7-2 27,-9 3-34,-10 3-55,-8 8-57,-3 6-72,5 6-17,6 6-6,7 8-6,7 7 7,3 11-63,4 9-156,8 8-337,7 5-458,11 4-488,-6-25 0,2-1-1703,18 10 1508,1-9-1676,3-19 1462,-1-14 2067,10-8 1496,-2-12 1321,-6-6 246,-11-2-727,-9 1-627,-11 5-589,-7 6-470,-3 6-224,-2 7-516,-1 4-106,0 3-22,-1 5 89,-3 5-11,-7 12 0,-2 0-11,-24 26 11,3-15 17,-14 9 111,15-22 68,13-12-61,12-13-23,12-9-45,4-1 151,24-18-94,-3 14-40,14-6-62,-11 17-16,-1 14-6,-11 4 22,4 16 17,-6 1-33,6 5-17,3-2 11,-4-9 16,-2-6 18,-3-8 5,1-10-5,-3-2 27,15-31-30,-16 8 0,0-2-20,0 3 0,0-3 6,2-15 0,-2 1-275,-3-4 319,-2 2 1,-1-3 50,-3-8 19,-2 18 1,-1 2 8,-5 4-101,1 14-27,-1 17-18,-2 10 287,-3 12-259,-5 17-5,-1 18-37,6-21 1,1 3-283,0 3 1,0 1 96,0 1 1,1 0-196,1 1 0,0 0-696,1 2 1,1-2-2204,-1 17-476,3-12 3775,3-29 0,-1-13 0,0-2 0</inkml:trace>
  <inkml:trace contextRef="#ctx0" brushRef="#br1" timeOffset="717159">24785 9417 21371,'-3'-5'4728,"1"2"-3849,2 3-716,36-65-135,-4 46-178,-1-17 0,2 5 66,5 28-669,5 2-4160,-18 3 4082,-1 2 1,-12-1 0,-9 1 0</inkml:trace>
  <inkml:trace contextRef="#ctx0" brushRef="#br1" timeOffset="719628">25101 9688 13312,'-53'-5'1532,"1"1"1,-1 0 0,7 1-783,18 3-446,1 0 48,15 0-329,9 0 66,6 0 247,20 0-257,-1 0 78,39 0-454,-29 0 0,3 0 364,14-1 0,4 1-567,7-1 1,5 0 517,-20 0 0,3-1 0,1 1 1,-1-1-936,15 0 0,0 0 0,0 0 921,-15 0 0,0 0 0,1 1 1,-1-1-5,5-1 0,0 1 0,0-1 0,-1 1-434,10-2 0,-2 1 1,3-1 433,-6 0 0,2 1 0,2-1 0,0 0-237,-5-1 0,2 1 0,0-1 0,-1 1 0,-4-1 240,11 0 1,-4 1 0,3-2-1,-10 2 0,4-1 1,1 0-1,-4 0 1,-8 0 101,4 1 0,-4-1 8,4 1 1,4-1 0,-10 0 603,-3-2 1338,-23-5-2021,-42-1-9,-5 4 0,-4 0-3,-26-5 656,14 5 0,-2 1-620,-3-1 1,-1 0 1096,-1 0 0,-1-1-1102,-8-1 1,4 1-29,20 3 0,2-1 59,-7-2 0,0-1 43,9 1 0,-1 0 24,-6-3 0,-2-1-1194,3 0 0,2 1 1272,-8-3 186,11 0-415,28 13 618,12-1-607,17 1-9,9 3 1,4 1 5,3 3 1,2 1 15,14 5 0,2 3-19,-6 4 1,-3 4-1,-9-4 1,-2 3-6,6 8 0,-2 4 3,-2 8 0,-3 2 2,-6-9 1,0 2-14,-4 3 1,1 3 0,-7-4 1,-1 10 9,-7-4 0,-10-1 2877,-36 9-3894,-8-12 1,-5-1-559,10-12 1,-1-1 1571,-19 7 0,6-4 0,17-10 0,3-2 0</inkml:trace>
  <inkml:trace contextRef="#ctx0" brushRef="#br1" timeOffset="732323">29759 7436 12548,'-45'-24'480,"0"0"0,0 0 0,0-1 0,1 5 0,2-1 0,-2 3 0,-1 1-281,-7 1 0,-3 3 0,1 1 0,3 1-1779,-2 2 0,2 1 0,-2 1 1812,3 2 0,-3 0 0,0 2 1,1 2-27,-8 2 0,3 3 0,-6 2-342,10 1 0,-6 2 0,0 1 0,0 1 0,5-1 178,4 0 1,3-1-1,1 2 1,-4 3-15,-8 5 0,-5 4 0,-1 2 0,4-1 1,10-1 126,8-4 1,7 0 0,-2 3-94,-9 5 0,-4 5 0,2 1 0,7-1 3,0 13 0,8 3 7,7-2 1,3 5 0,4-3-120,2 1 0,10 0 151,17 2 0,9 4 0,4-10-143,2-12 0,7-5 49,1 0 1,7 2 0,3-1-1,1-4-11,-1-6 1,0-3 0,2-2-1,4 1-259,1 0 1,2 0 0,3-1-1,1 0 1,1-2 251,-6-3 1,0 0 0,1-1-1,2-1 1,0-1 0,2-1 59,1-2 1,3-1 0,1-1-1,1-1 1,-2-1 0,-1 0-1,-4 0-13,5-1 1,-5 1-1,-1-2 1,1-1 0,2-2 91,0-1 1,5-2-1,0-1 1,-1-2 0,-4-2-1,-6-1 87,10-8 1,-8-3 0,1-7-81,-4 0 1,1-6 0,-3-2 0,-5-1-102,-2-5 0,-6-1 1,-8-5-200,-12 4 0,-6-3 0,-5 0 0,-5 5 97,-9-11 1,-12 5 196,-2 14 1,-7 1-1,-4 6-448,-10 7 0,-5 7 1,-3 2-807,7 2 1,-2 1-1,-2 1 1,-1 0 1121,-5-1 0,-1 0 0,0 1 0,3 1 0,1 2 0,2 0 0,5 2 0,3 2 0,-1-1 0</inkml:trace>
  <inkml:trace contextRef="#ctx0" brushRef="#br1" timeOffset="734422">22658 8077 20890,'0'-6'3557,"0"0"-2913,0 6-667,0 0-44,-7-35 78,13 37-5,6-18-12,9 33 1,5 13-7,-2-7 1,0 0 0,2 1 0,-3 0-45,9 22 0,-35-5 56,-5-8 16,-15-11 1,-6-4 101,-6-7-51,-8 2 23,24-15-51,17-11 0,13-10 28,24-21-45,-12 21 1,1 2-15,2-2 1,1 2-6,5-1 0,0 3-292,-2 3 1,0 2 50,8-4 0,4 1-2871,11 0 0,1 1 2572,-12 5 1,-3 0-1,-2 2 1,-5 2-1,-4 1 1</inkml:trace>
  <inkml:trace contextRef="#ctx0" brushRef="#br1" timeOffset="734956">23468 8019 23187,'9'6'1540,"11"-8"-1490,5-7 62,20-12 50,-7 0 46,6-8 100,-10-9 6,-16 10 5,-8-1-213,-13 18 18,-7 4-57,-22 9-62,5 1-5,-28 18 6,33-6-12,-14 16-22,24-5-5,0 6 5,11 10 5,10-6 7,13 3 10,2-15 0,18-2 51,12-10-39,4-7 13,-24-7 1,-2-3 14,8-8 61,1-15 50,-15-4-16,-10 4 0,0-1-11,1-12 103,-9 7 0,-2 1 93,-5 0-23,-1-10-162,-3 23 61,1 4-84,0 11-61,2 1-90,4 7 29,12 14 21,5 2-28,9 13 1,4 5-14,-8-6 0,-1 2-542,11 17 0,-3 3 118,-13-7 1,-7 1-1079,-9-1 1,-6-1 1537,-4-6 0,-3-4 0,-8 10 0,3-22 0</inkml:trace>
  <inkml:trace contextRef="#ctx0" brushRef="#br1" timeOffset="736556">7883 16554 13543,'-50'9'639,"0"0"1,0 1-1,0-1 1,5-1-1,4-1 1,0 1-553,-18 7 0,9 1 76,22-4-241,2 5 13,16-1 278,35 5 5,33-10-134,-3-9 0,4-5-352,-9 0 1,4-4 310,-8-1 0,6-2 1,1-1-1,-4-1-572,1 1 1,-3-1 0,3-1 546,0 0 0,4-1 0,-1-1 0,-3 1 10,-1-1 0,-2 0 0,-4 0 34,5-1 0,-5 0 226,-5 2 1,-13 0 30,-24 1-364,-9 3 14,-36 11 1,-12 6 30,23-3 0,-3 1-635,-7 3 1,-9 3-1,-2-1 1,8 0 653,-4 1 1,1 0 33,4-1 0,-6 2 0,-1 0 0,5-1 210,-14 3 1,2 0 87,10-3 0,-1 1 0,4-1-288,0-1 0,6-1-46,-17 4 1108,50-11-1049,28-8 0,20-4-147,-3 1 0,6-2 0,2-1-1175,12-2 0,4 0 1,2-2-1213,-8 3 0,2-1 1,-1 1-1,-4 1 1887,-1 0 1,-4 2 0,-3 0 0,9-2 0,-11 3 0,-16 3-1</inkml:trace>
  <inkml:trace contextRef="#ctx0" brushRef="#br1" timeOffset="737089">12610 16601 15559,'-50'-5'406,"0"-1"1,5 1 0,8 1 1397,16 1-1815,11 1 586,15 1-502,24-2 5,29-1-36,-15 1 0,2 0-469,9-1 1,2-1 527,3 0 0,0-1 11,0 1 0,-2 0-59,-14 0 0,-1 1 48,10-1 0,-3 1-57,1 0 12,9 0 1035,-40 4-748,-16 2-58,-19 3-206,-4 3-21,-12-1 1,-4 0-42,-25 3-766,16-2 1,0-1-972,-13 1 1286,7-1 0,32-3 0,3-2 0</inkml:trace>
  <inkml:trace contextRef="#ctx0" brushRef="#br1" timeOffset="746238">16933 2179 13256,'3'-49'2058,"-1"1"0,0-1 1,1-7-1,-2 5-1579,0 12 0,-2 6-109,-3 8-314,-5 25-28,-1 20-11,3 7-6,1 27-5,11 2-467,4-7 0,3 2 156,-1-6 0,3 1-1125,3 9 1,1-2 908,-7-19 1,-1-2-867,-1 3 1,-3-1-2977,-5 6-2364,-11 1 6059,-4-18 0,0-13 0,6-8 0</inkml:trace>
  <inkml:trace contextRef="#ctx0" brushRef="#br1" timeOffset="747248">16870 2296 15074,'-10'-42'842,"0"0"0,2 2 0,2 8 699,5 18-1341,11 1 276,0 7-3572,42 7 3261,-16 3-180,5 0 1,4 1 403,-10-2 0,2 0-485,16 1 0,4-2 110,-6-3 1,-1-2 119,-5 0 0,-4-2-25,13-7-40,-31 2 1116,-16 0-550,-10-1-759,-2 3 398,-19-3 234,5 8-130,-2-1 3320,5 3-3448,10 0-249,1 3 570,3 4 121,12 6-450,-2 0-410,18 5 308,-5-9 385,11-1 403,-7-8 4,-7-3-377,-7-6 352,-8-4-210,-4-7-3759,-5-1 2596,-2 1-223,-12 4 200,8 9 87,-14 0 120,1 9 684,5 3 902,-9 16 224,20 0 2651,-3 15-4179,11-10 0,9 10 0,8-7-1404,22 12-664,3-11-120,16-6 874,-16-15 831,-9-12 1,0-2 1278,1-4 49,-1-7 1,-1-3 1107,-5-9-139,4-13-774,-18 18-395,-6 0-645,-4 11 0,-1 1-894,0 5-1037,-1 5 485,5 18-67,-1-5 234,12 32 275,-4-14 248,3 14 136,-6-11 153,-5-7 248,-3-8 617,-1-9 570,2-6-63,1-10 115,7-8 170,4-12-116,0 3 117,15-14-10,-8 15-6,10-7-148,-10 16-1027,-8 6 0,-3 6 0,-2 8 0,0 8 0,2 11 0,-3 8-1175,-2 4-39,-3-8-89,-1 2 26,-1-13 86,0-4 1930,0-7-424,2-25 228,-1 5-53,10-32-28,1 19 85,7-10 24,0 15 206,-6 9 91,4 5-20,2 9-848,0 6 0,5 9 0,-5 8 0,-4-3-1743,10 14-1232,0-13-1088,17 5-2868,7-13 6915,-17-10 0,0-2 0,4 0 0,-1-2 0</inkml:trace>
  <inkml:trace contextRef="#ctx0" brushRef="#br1" timeOffset="747607">18702 2137 32767,'-2'-42'-2860,"2"10"1662,8 77 243,1-2 657,-2-9 0,-1 1-47,2 28 186,-4-3 96,-6-18-879,-4-1 1202,0-25 434,-1 2 134,4-17 140,3-7-817,0-26-58,0-6-80,0 5 1,0-2-240,-1-2 0,0-1 182,0-5 1,-1-1-428,-1-2 0,0 1 335,0 0 0,0 2-253,0 10 1,0 2 499,1-5 0,1 3-15,2 1 13,3-4 50,6 25 997,7 10-46,1 7-334,26 26-353,-14 8-476,-10-7 0,-4 1-212,-7 17 344,-34-3 0,-7-5 0,11-13 1,-8-2-1,-1-1 0</inkml:trace>
  <inkml:trace contextRef="#ctx0" brushRef="#br1" timeOffset="752194">21797 2963 19220,'-8'-57'1465,"1"1"0,0 4 1,0 5-1224,-1-1-339,2 17-65,3 28 158,3 17 49,1 19-12,1 26-536,0-19 1,-1 3 525,1 7 0,-1 3 6,-2 5 0,-1 0 4,-2 2 0,-1 0 4,-3-2 0,-1-2 17,-1-7 1,0-2 1,-1-8 1,1-4 125,-4 13 460,5-23 500,5-15-407,7-19-534,8-12-222,10-22-30,-5 15 0,3-2-290,2-5 1,3 0 271,2-1 0,0 2-11,0 2 0,1 2-18,-3 5 1,0 3-89,15-8 308,-6 15-159,-4 13-5,6 14-25,10 10-1,-18-5 0,1 2-272,3 2 1,0 0 31,0 2 1,0 1-314,-2-1 0,-1 0-1588,17 18 1314,-13-8-873,-11-12 1732,-10-12 126,-2-15 240,-3-10 434,2-9 433,1-3 609,-1 2-641,-3 2-321,-3 4-263,-1 4-270,0 5-232,-1 4-87,5 5-6,5 1 8,14 1 12,1 0-9,8 1 0,3-1 9,22 0-106,-14-1 1,1-2 121,-10 0 1,-3-3 5,24-13 0,-17-4 6,-17-2 16,-12-2 17,-18-4-50,-1 10 5,-17-5 205,1 15-216,-11 2-11,5 4 6,-21 13-17,15 7-6,-11 12-28,20 17 28,14-12-39,11 19-117,29-3 89,-4-9-23,2-11 1,3-3-124,17 0-29,-15-12 0,3-3 231,2-4 0,2-3 28,12-10 0,-1-3 11,-14 3 0,-1-2 9,13-10 0,-3-4 19,2-14-11,-19 13 0,-1-1 45,14-21 50,-12 7 67,-14 7-151,-11 14-16,-13 4-18,-11 12 1,-12 9 22,-14 14-28,9 8-6,4 2-5,16 4 22,13-6-11,7 6 0,22-3 12,-2-14 388,24-4-366,-7-15 16,12-8 12,-2-8 106,0-15-23,-16 3-61,-8 1 23,-15 9 268,-6 3-162,0 6-135,-2 0-111,-3 9 21,0 4 1,-6 10-28,3 7-51,1 8-94,4 6-180,9 0-672,11 9 610,1-17-324,24 5 306,10-22-115,-14-4 1,3-2 502,6-5 0,3-5 140,-10-1 0,0-3 0,-2 1-9,2-2 1,-3-3 148,8-7 1,-7-3 419,-11-5 185,-8-14-527,-26 11-184,-10 4-2897,-40 8 2869,21 13-20,1 2 0,-2 2-347,-15 10 299,6 3 252,7 14-286,25-5 18,7 4 11,11-3 3057,10 2-3057,15 3 44,25-3-38,-16-10 38,17-8 23,-27-13 63,11-21-69,-11-9 565,-3-6-537,-10-2 1,-3-3 27,-4 18 1,0-1-545,4-20 1,-1 2 555,-1 1 114,-7 16 188,-3 21-319,-2 6-78,0 5-102,0 5 51,2 21 1547,0-2-1561,1 16 0,0 8-135,-1-7 1,-2 3-1061,-1 0 0,-2 4 0,0-3-211,-1 8 0,-2-1 1420,-5 9 0,0-9 0,6-24 0,1-5 0</inkml:trace>
  <inkml:trace contextRef="#ctx0" brushRef="#br1" timeOffset="757920">17575 8657 21159,'-15'34'975,"-1"18"-914,9-6 1,2 5-1075,-5 3 1,0 1 1003,-1 2 1,0 0-37,2-1 1,0-1-41,3-3 1,1-2 22,2-13 1,2-1-203,5 11 1,4-2 348,6 5-452,-4-17 1,1-3 438,3-7-1338,-7-15-476,-12-19 258,-6-12 1884,-5-17-456,1-15 224,10 22 0,1-2 4,3-4 1,4-3 457,5-15 0,4 1-420,-4 15 0,2 0 196,6-17 0,2 1 17,-6 19 0,-1 3 33,3-8 1,0 0 10,-2 5 1,0 2 294,7-21-370,-3 17-263,3 13-78,13 8-6,22 7-20,-16 6 0,4 2-617,10-1 0,4 1 599,-14 1 1,2 0 0,1 0-494,4-1 0,2 1 1,-1-1 487,11-1 1,2 1-13,-15 0 0,4 0 1,0-1-1,-3 1 4,1 0 1,-3 0-1,2 1 6,3-1 0,2 0 0,1 0 0,-2 1 0,3-1 0,-2 2 0,-1 0 2,-4 0 0,-1 1 0,-2 0-193,12 0 1,-3 2 193,-14 0 0,-3 0-3,12 2 33,-23 1 975,-14-2-935,-8 0 1901,-3-1-1817,0 1 725,2 0-546,6 6-151,9 2-79,3 6 18,4 5-57,-8 0 162,7 22-61,-12-5-22,6 21-40,-8-5-27,-2 2-12,1 5-342,-3-27 0,0 0 334,3 5 0,2 1-26,4 6 1,2 2-18,3 4 1,2 2-429,-7-15 0,0 1 0,1-1 420,3 8 0,-1 0 22,-5-2 0,0 2 0,-6-3 40,-7 1 0,-6-1-451,-5 18 1,-10-2 433,-13-15 1,-9-6-1,-9-2 0,-5-5-31,16-13 1,-3-2-1,-1-2-325,-3-1 0,-1-2 0,-2-3 314,-3-1 0,-1-2 1,-1-2-237,-6-1 0,0-2 1,-1-1 240,12-2 1,0-2 0,0 0 0,0-1-264,-3-2 1,1-1 0,-1-1 0,0-1 223,0-1 1,0-1-1,1-2 1,0 0-19,2-1 1,1-1-1,0-1 1,2 0-104,-11-6 0,1 0 0,4-1-476,7 3 1,2-1-1,3 0 620,-9-9 0,6 2 0,-1 0 0,18 5 0</inkml:trace>
  <inkml:trace contextRef="#ctx0" brushRef="#br1" timeOffset="758751">17967 9198 22335,'-5'-43'256,"1"0"0,1 4 0,6 7-200,20 11-17,7 7-17,2 5-27,3 7-7,1 11 18,2 8 0,-2 13-23,-4 6-22,-11 4 44,-11 2 40,-17-1 22,-14-2 23,-14-5 22,-4-5 67,-2-9 101,6-7 84,6-7 11,7-9-224,10-1 163,5-6-236,5 5-61,2-2-28,7 5 22,10 1 0,14 4-22,12 6-6,7 6 6,1 9 0,-7 3-11,-11 5-23,-15 1 6,-16 3-12,-20-1-50,-20-1-225,11-18 1,-2-2 84,-3-2 1,-2-2-329,1-3 1,1-2-620,-15 1 1188,0-19 0,32 10 0,-3-11 0</inkml:trace>
  <inkml:trace contextRef="#ctx0" brushRef="#br1" timeOffset="758984">18413 8773 17445,'0'-8'5383,"0"1"-4274,0 7-1008,0 0 39,4-38 5,2 55 1,5-12-73,-4 29 0,-2 13-31,2 2 0,0 2-319,-1 7 1,-1 0 284,0 4 1,-1 0-116,0-1 1,-1 1-224,1-3 0,0-1-1370,2-3 0,1-2 1700,3-1 0,0-5 0,1 6 0,1-14 0</inkml:trace>
  <inkml:trace contextRef="#ctx0" brushRef="#br1" timeOffset="759395">18801 9121 19826,'-1'-5'3114,"0"2"-2711,1 3-179,6 51 0,-4-9-118,2 1 1,-2 2-34,-4-12 0,-1-2 33,-6 27 1,-4-9-51,1-12 100,5-13 432,3-12 421,2-12-891,3-5-57,2-16-16,3-11-23,6-15-5,0 14 0,0-1 11,14-22-11,1 5 22,0 17-33,-3 17-1,7 2 1,3 10-3404,10 19 3393,-14-1-151,12 25 44,-19 2-140,0 2-1798,-9-4 0,-2 2 2050,-4-9 0,0 0 0,7 26 0,-8-21 0</inkml:trace>
  <inkml:trace contextRef="#ctx0" brushRef="#br1" timeOffset="764676">19450 9408 15831,'9'41'2301,"20"-7"-2095,7-25 1,7-6-1395,14 2 1,1-2 1280,-6-1 1,4 0-66,-4-1 1,8-1 0,2 0-1,-3-1-19,-8 1 0,-2-1 1,1 0-1,3 0-475,5 0 0,5 0 0,1 0 0,0 0 0,-2 0 453,-8-1 1,0 0 0,-2 0 0,0 0 0,0-1 65,9 0 0,0-1 1,-2 0-1,-3 0 138,1 0 1,-3-1 0,-2-1-10,0-3 1,-1-2 0,-7 1 512,12-11-463,-22 6 0,-10-1-157,-24-9-199,-21 0 49,-17-3 157,-9-1 90,0 1 45,6 4-110,6 4 793,4 5-1017,-5 2 221,-10 1 75,-8 2 24,-2 3 2778,11 2-3120,16 3 851,15 2-821,15 0 204,17 5 1,22 1-82,-5 1 0,3 1-565,11 2 0,2 2 556,7 2 1,1 4-6,-1 2 0,-3 4-392,-6 2 1,-5 4 405,-9 2 0,-7 4 8,-8 2 1,-7 2 2,-5 2 1,-4 1-4,-3-1 1,-2 1-15,0-1 0,0-2 4,-2 21-269,5-21 0,-1-1-674,-1 13-2289,-3 8 3220,-10-16 0,5-28 0,-2-1 0</inkml:trace>
  <inkml:trace contextRef="#ctx0" brushRef="#br1" timeOffset="774161">18405 7810 18235,'-24'-49'1786,"0"0"1,4 6 0,3 7-1199,6 11-403,7 12-140,6 9 11,9 7-28,13 10-17,18 14-11,-16-7 0,0 3-229,2 4 0,-2 2 223,-3 3 1,-3 1-1,-5-1 1,-4 1 39,-7 28 50,-19-13 106,-15-15 107,-7-15-6,1-13-83,7-13-40,10-9 374,8-13-503,13-11-28,17-7-17,-3 20 1,4 2-18,5 0 1,3 3-85,2 2 1,2 2-160,0 5 0,0 2-838,28-1-6393,3 14 4713,-22 4 2335,10 13 1,-37-12-1,5 5 1</inkml:trace>
  <inkml:trace contextRef="#ctx0" brushRef="#br1" timeOffset="774671">18986 7828 15076,'-5'0'6480,"1"1"-3349,4-1-3080,-18-16-29,35-1 6,-3-16 11,38-1 14,-19 9 1,-1-1 52,6-11 6,-5-7-50,-34 23-34,-12 8 0,-12 6-6,-8 7-16,-10 12 5,13-1 0,-4 17-5,17-1-12,0 12-5,7 6 0,5 5 0,13 0-1,10-3 7,4-13 2,4-13 0,4-4 20,19-1 2,-11-5 1,1-3 2,-5-8 1,0-5 27,1-2 1,-1-4-206,-2-5 0,-1-4 273,-3-4 0,-2-3 24,-5-2 1,-4-3 140,-3-8 0,-4-1-90,-6 7 0,-2 2-47,-5-27-3018,-19 13 2984,8 28 62,-10-6-107,16 19-50,2 10-6,7 4 11,10 20-33,11 8 0,-5-9 0,2 2-132,2 2 0,-1 4-146,-1 13 1,-8 4-1059,-11-4 0,-7 1 1347,-5 6 0,-5-5 0,1-19 0,-1-6 0,-9 6 0</inkml:trace>
  <inkml:trace contextRef="#ctx0" brushRef="#br1" timeOffset="784832">22384 1927 13245,'-10'-43'1855,"0"0"0,0 0 1,-4-19-1,4 13-1133,7 32-649,0 3-56,3 15 50,-1 6 118,6 37-111,2 11-898,-2-8 0,1 3 818,-1 2 1,0 0-135,-2 5 0,-1 0-202,0 0 1,-1 0-320,-2-1 0,-1-2-590,0-5 1,-2-1-1110,-1-5 1,-2-3 2404,-5 18 1,3-27-1,3-17 1</inkml:trace>
  <inkml:trace contextRef="#ctx0" brushRef="#br1" timeOffset="786273">22215 2339 22329,'-8'-41'-200,"-1"1"1,5 3 0,7 10 285,9 24 1107,30 6-915,6 4-260,-12-2 0,1 1-216,5 0 1,0 0 151,0-2 0,0-1 89,-3 0 0,-2-1 387,25-6 83,-19-5-475,-16-5 755,-14-4-37,-13-2-585,-10 2-295,-5 0 577,-4 5 50,4 2-260,4 5-273,5 3-565,4 2 546,5 6-163,5 4 655,9 5-125,9 1-6,-2-4 92,21-1 204,-14-7 255,15-5-118,-7-15 1247,-13 1-723,8-15-1269,-14 7 0,0-3-664,-7 5 1088,-11 6-1012,-15 7 1416,-15 4-828,-16 9 0,-8 6 0,-1 9 0,10 3 0,12 4 0,17 2 0,20 2 0,18 2 0,21 0 0,-17-16 0,1-2-856,3-2 0,1-1-983,-2-1 0,0-2-1862,26 0 1739,-7-12 2506,-10-10 2480,-8-10-84,-10-7-522,-8-3-332,-5 1-2045,-2 3-41,1 6 0,-1 6-2204,1 6 1185,-3 6 754,-2 6 812,0 11-1642,0 10 419,-1 14 224,-4 6-9,-2 6-91,-4-3 3882,2-3-4306,0-7-171,3-13 1975,1-5-44,3-11-744,6-4 1498,8-12 242,8-11-1780,5-8 0,-2-6 0,0-3 0,-12 14 0,3-1 0,-7 18 0,2 0 0,2 6 0,1 9 0,4 13 0,-2 6 0,-1 3 0,-6 0 0,-5-8-20,0 2-2352,-2-9 184,0-7 950,1-6 2493,3-10 167,3-9-50,6-10 215,4-5-1405,3 0-182,0 5 0,1 8 0,-7 8 0,8 6 0,-10 12 0,8 10 0,-10 1 0,3 14 0,-5-6-1926,7 4-2271,3-4-1086,20-9 2205,3-10 2732,3-9 1504,6-12 2032,-16-5 1183,5-8 749,-12-1-4135,-12-1-987,-9 11 0,-6 0 0,-4 14 0,0 1 0,-1 7 0,1 9-63,-1 3-1199,2 14 368,4 3-91,4 13 380,9 14 342,-2-10 22,-2-6-1166,-7-14 941,-6-14 650,-10-2 639,-6-10 534,-4-7-135,-12-24-632,15 6-163,-9-33-293,18-3-23,8 10 0,4-4-315,1 6 0,3 1 140,3-8 1,2 4-435,7-9 586,3 3 726,3 18 544,5 6-1358,8 9 0,1 18 0,-4 6 0,10 15 0,-10 9 0,4 13 0,-15 3 0,-28 0 0,-39-2 0,0-20 0,-7-3-512,6-4 1,-3-2 0,-3 0 574,-11 0 0,-2-1 1,5-1-1,2 0 0,5-1 1,3-2-1,0 0 0</inkml:trace>
  <inkml:trace contextRef="#ctx0" brushRef="#br1" timeOffset="791315">26702 3446 15115,'9'-60'1112,"0"1"1,-1-1-1,0 7 1,0 0-1,-1 8-510,-3 8 0,-1 3 79,0 0 0,0 0-93,1-23-465,-2 18-123,-1 30 5,0 15 58,0 21-43,0 10 0,-1 6-20,-2 6 1,-1 2-513,1 5 0,-3 3 527,-3-5 1,-2 2 0,0-5-10,1-9 1,0-1 3,-2 6 0,-1 4 0,1-6 2,1-10 1,0-4-1514,-2 7 1,-1-3 1558,-2 3 704,3-13-278,11-27-396,8-14-10,3-6-18,8-9 1,4-3-13,-2 6 0,1 0-1,10-14 1,2 1 2,-5 9 0,-1 4 0,14-11-21,-3 10-69,-7 19-44,3 8 641,5 15-480,-2 17-81,-5-1-32,-10-6 1,0 2 3176,17 16-3480,-10-12 1,0 1-97,16 11 136,-1-4 433,-22-23-108,0-9 410,-2-19-26,-4 3 257,8-26-200,-12 11-153,3-5 215,-5 5-50,-4 9 34,0 1-660,-4 8-153,0 4 186,2 8 99,0 0 50,18 15 59,-7-7 96,38 11 27,-12-15 263,22-5 146,-3-22 133,-16-5-456,-7-6 159,-20-2-381,-12 13-14,-6-11-407,-10 7-130,-16-3 204,4 10-23,-23 3 684,18 16 662,-10 7 420,16 3-1266,2 14-211,12 3 0,9 23 0,6-14 0,10-6 0,5-1-1140,17 1-107,9 6 390,-11-25 1,2-4 393,22-3 633,-14-5 1,-1-3 882,15-6-195,-19-6 0,-2-3 595,7-12-1453,-15 7 0,-3-2 0,0-15 0,-13 7 0,-16-7 0,-14 16-2743,-12-5 1541,1 16 591,-13 7 526,20 6 611,-12 17-208,20 4-492,0 6 552,14 13-686,7-15-122,8 9 3028,-2-19-3332,5-6 91,-11-9 736,6-8 1034,-5-9-595,2-10 285,-1-3-276,-3 6-541,0 0 0,-6 15 0,-1-2-102,-2 13-1633,0 7 740,1 3-153,12 23 29,6-9 69,19 14-80,14-14 38,-19-16 1,1-3 1148,27 3 454,-8-7 1,1-2 126,-14-1 1,-1-1 111,16 1 1,1-2-288,-16-4 0,-4-2 1154,24-12-374,-24-4-137,-2-29-863,-23 9-540,-3-19-360,-27 14-312,-18 9 148,-4 13 580,3 15 1,-1 3-57,-15 8 385,17 3 1,2 3 672,-3 10 94,6 25-389,21-17-114,12 35-852,22-27-1802,20 12 1603,-5-25 569,-6-13 1,0-5-89,1-5 275,3-8 1,-1-6 545,6-23-337,-12 7 0,-1-4 133,-3-3 0,-3-3-962,1-6 1,-2 0 587,-4 9 1,-1-1-58,3-18 0,-3 0 776,-9 26 0,-2 0-1230,3-11 0,-2 4-457,-5 6 607,-3 14-411,1 15 409,0 18-88,0 18 202,-1-1 1,2 5-182,-1 9 1,1 4-480,0 11 1,-1 4 864,-2-11 0,-1 2 0,0-4 0,2-5 1,0-3-1,-4 1 0,0-1 0</inkml:trace>
  <inkml:trace contextRef="#ctx0" brushRef="#br1" timeOffset="796939">23644 5507 23794,'19'-45'1240,"1"1"0,-3 5 1,-3 9-1396,-10 19-404,-3 9 1149,-5 15-683,-6 15-56,-11 20 108,7-15 1,-2 2-646,-2 6 0,-1 1 637,-2 5 0,-1 1 3,0 2 1,-1 1-33,1 0 0,0 1-313,-1-1 1,0 0 230,0-1 0,0-1 27,-2 0 0,-1-1-14,0-1 1,-2-1 16,-1 0 1,-1-1-545,-2 0 0,-2 0 592,-2 1 0,-3 2 123,2-8 0,-4 1 0,3-2 87,-5 4 1,-1-1-35,9-12 1,-3 3 0,-1-1-1,1-2-556,-4 0 0,1-3 0,-3 2 578,2-3 1,-2 1 0,-2 1-1,-2 0-89,1-2 1,-3 0 0,-2 1-1,0-1 1,1-1 16,3-2 1,0-1-1,1 0 1,-1 0-1,1 0-19,0-1 0,0 0 0,0 0 0,0 0 1,-1 0 2,-1-1 0,0 0 1,-1 0-1,1-1 0,2 0-472,-5 1 0,2 0 0,0-1 0,-3 1 455,4-1 0,-3 1 0,0 0 0,-1 0 0,-1 0-6,5-1 1,-1 0 0,-2 1 0,1-1 0,2 0 0,3-2-39,-5 2 0,3-1 0,0 0 0,-1 0 81,0 1 1,-3 0 0,0 1-1,2-2 1,4-1-266,-4 2 0,5-3 1,-1 1 122,-8 3 1,0 0 0,2-1 90,8-2 1,2 0-1,2-1-280,-9 5 1,5-1-307,-8 7 2,20-7 1211,21-8-1263,7-6 2299,0-2-1863,3-3 3256,0-1-2808,2-3-106,0-1-92,1-2-30,-2 1-16,0 0 27,0 0 0,0 1-6,-1 0 34,-3-5-56,2 4 11,-5-4-22,4 6-11,-5-1-1,2 2 51,-1 0 6,3 0 5,1 1 151,3 0-106,0-3-84,0-8-5,2-5-1,1-3-5,8-9 5,-4 13 6,5-8-44,4 1 44,-5 9 0,14-17 16,6-3-4,-6 4 2,-5 5 0,0-3 58,8-21-38,-7 10 95,-2-9-56,-17 30-40,-2 0 23,-3 7 0,1 6 12,-2 0-78,4 3 35,-1 1 23,-2 4 345,-1 3 34,-16 29-47,4-7-170,-10 16 0,-5 6-489,8-15 1,0 1 477,-10 17 0,0 1-46,12-20 1,2 0-140,1 4 0,5 1-202,6-3 0,5-1 13,2 1 1,3-1 23,5 2 0,4-4-162,15 3-25,27-9 248,-5-24 1,5-5-114,-12 1 0,5-2-1458,-1-4 0,7-3 0,0-1 0,-6 0 1661,7-2 0,-3-1 0,12-3 0,-6 2 0,-15 3 0</inkml:trace>
  <inkml:trace contextRef="#ctx0" brushRef="#br1" timeOffset="804924">24094 6611 16853,'-6'-3'3204,"1"1"-2709,5 2-271,0 0 177,-3 8-300,12 0 56,27 29-118,11 0-95,-18-15 0,0 2 59,-1 1 0,-3 3 36,2 27 51,-16 1 117,-29 1 237,-13-28 458,-29-12-281,27-23-217,-7-10-248,28-7 164,15-18-214,12 10-67,13-14-39,13 8-53,-15 20 0,2 0-126,21-8-771,-5 8 1,4 3-1376,-13 6 0,0 0 2325,21-3 0,-3 1 0,-3 3 0,-8 2 0</inkml:trace>
  <inkml:trace contextRef="#ctx0" brushRef="#br1" timeOffset="805506">24815 6678 14045,'-8'2'6095,"2"0"-4852,6-2 381,0 0-1556,-24 20 189,26-6-33,-12 13 23,38-14-46,7-7-16,4-6 22,3-9 51,-2-4 16,-6-11-5,-8-2 23,-11-3 100,-12 0-314,-7 11 34,-14 1-39,-5 12-34,-9 1-28,-4 9-11,3 4 0,10 4-11,4 13 0,13-3-6,6 11 6,13-3 11,15-1-6,15-3 12,13-5-6,-6-9 0,-10-7 0,0-3-342,14-6 364,-18-1 1,0-3-5,10-15 60,-11-11 40,-10-9 50,-8-5 157,-3-15-191,-8 20 163,-2-14 0,-5 25-6,-2-4-73,0 11-106,-1 11-95,1 7 312,2 6-346,1 8 79,9 10-62,10 17-16,16 16-423,-12-20 1,1 3 407,2 2 1,-1 3-68,-2 1 0,-3-1 2,-5-8 1,-5 1-474,-13 12 1,-12-2-85,-6-13 1,-7-3-675,-14 11 0,-7-1 1327,-7-9 0,0-4 0,23-10 0,1-1 0,-25 6 0</inkml:trace>
  <inkml:trace contextRef="#ctx0" brushRef="#br1" timeOffset="805880">24208 7206 17994,'-55'5'1077,"-1"0"0,12-1 1,8 0-798,15-1 5,24-3 242,38-1 0,21-3-1258,-18 1 1,3 0 0,3 1 741,0-1 0,3 0 0,2 0 0,-3 0-439,7 0 1,-1-1 0,0 2 432,3-1 1,0 0 0,-2 1-21,-10 0 0,-2 0 0,2 1-68,10-2 1,1 1 0,-1 0-169,-6 0 1,-1 0 0,-3-1-514,15 0 0,-6 0-830,-14 1 0,-5 0-4371,4-1 5419,-30 2 1,-13 1 0,-5 0-1</inkml:trace>
  <inkml:trace contextRef="#ctx0" brushRef="#br1" timeOffset="806361">24698 7307 23259,'44'-3'116,"0"0"1,-1 0-1,7-1 1,2 0 0,-4 0-70,6-2 1,0-1-1019,-7 0 1,3 1 0,0-2 986,1 1 1,0-1 0,2-1 8,-5-1 0,2 0 1,-1-1-1,-2 0-10,-2 1 0,-2-1 0,1-1 6,1-2 0,3-1 0,-1-2 0,-6 2 7,0-4 0,-1-2 39,9-10 0,4-6 1,-5 0 4,-3-3 1,-3-4 18,-10 5 0,2-6 0,-1 0 0,-6 4-49,0-5 0,-5 1-6,3-13 1,-10 0 24,-18 23 1,-6 3-40,-6-3 0,-5 0 14,-10-9 1,-9 0-650,-5 11 1,-7 1-1,-1 2 639,-1 5 0,-1 1 1,-1 2-22,-1 0 1,-2 1 0,-1 3-278,9 6 1,-1 2 0,-1 2 0,1 2 291,-9-1 1,0 3-1,-3 1-13,5 1 0,-3 0 0,-1 1 0,0 2-218,-1 2 1,1 2 0,-1 2 0,0 1 213,12 0 0,0 2 1,0 0-1,0 2 1,3-1-6,-1 1 1,1 1 0,1 1-1,-2 3-1,-3 3 1,-4 3 0,1 1 0,1 1 0,6 0-2,-6 5 0,6 0 1,-2 3-20,0-1 1,-2 1 0,1 4 0,9 3 15,11 4 0,6 5 0,4 0 0,2-4-1,-6 13 0,6 0 6,8-7 0,3 4 0,9-2-21,10 2 1,9-1 0,11-6 9,11-14 0,11-7 1,4-1-1,-5 3 176,-11 5 0,-4 4 0,1-3 0,8-6-232,2-11 1,8-5 0,3-3 0,0-3 0,-2-2-1,-8-1-341,7 0 0,-7-5 0,6 0-578,-2-1 0,7 0 0,2-1 0,-1-1 1,-4 1 987,-5-1 0,-2-1 0,-2 0 0,0 1 0,11-2 0,-1 0 0,-7 1 0,-5-1 0,-1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9A00-73C4-7FB5-EB50-F1908AD7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695C3-D08E-5C4C-27D5-15DE0302F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2715-74E5-83C9-7C6F-13F205A0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C210B-49F5-2BFA-60D1-BE5159BC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A6223-0931-B35D-1158-0C9E845B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2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8DCF-EA50-8864-E1ED-AD680021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76A6-BA2F-2E2A-FA2D-95B581A5D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90D1F-2469-DD44-DF03-0D7AEFD8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166C7-B8E9-729C-3265-2D1FB568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AB070-3ACA-D464-AF86-25180BC4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8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9E29-13FB-037F-C866-0E17A36A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07305-00F9-1CE2-0D9B-868AB147A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8D895-4D52-1C32-A546-1366FB3D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00951-271E-9E9A-90C1-E28448B0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76376-F4B9-9415-270C-437D2045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8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F1CB-07FA-B0B6-D869-79A7289B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18CF8-DF69-04F4-68CE-12B30B7D3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46814-B766-D072-11B8-122289C27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580F3-B07C-9149-99FA-AD9CFFCB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06CAD-A9A5-84A1-C410-3CAB87B6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5900F-B84E-1DBF-BCC7-B282030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5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D694-F705-C31C-44BE-3ADFD4E3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D474C-FCE1-0116-7554-360094661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1A0F2-3791-5FF3-7AC1-333813E31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F682A-94D6-53F1-0549-F747F743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49117-BA1B-1261-9FDF-B694DADD2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96E58-C06D-80AB-B022-ADA7EED1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B5B985-302E-10CE-F2E2-2BDD3E74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EF1A14-826B-1F8E-84E9-C1A9AF05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6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0BC6-F4A7-CE59-2E8A-F93B85906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FCD94-24C8-EC96-FBFE-D0F2285E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588CF-DD7C-AF22-532E-769469DE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55941-D5B0-04EF-3778-85E77084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6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AE221-9043-803E-47C0-FDF5F5EF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12D51-F8B5-396A-482F-F45BEA4B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CC6F-98E7-086A-9D55-595E992F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8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5A92-97B5-0968-4A27-613CF2A4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9E9E-57E5-2C25-8E93-F8C986D41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FCD06-3A62-F046-0B60-6ECCF0C70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97857-5621-AF8E-1C1C-1AFBFD7D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1D2B9-8A56-67DD-E328-418904FE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37BF5-C9BC-6CB4-C142-47BEFA30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1EF0-8023-18BE-1FFE-476CE5E4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A3FE8-7CED-DEA0-994B-F0A97F137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A1577-D71E-682D-10A7-0492C62B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9269D-83FC-B597-49C1-88B102CB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5E255-9F12-1EA4-6D11-121A41A6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DFA32-3A4D-D6FD-0B89-01B5CD2B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10ED-8FE7-3B3B-FC71-67591380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3D4AC-C5EB-7182-C518-E70D8B0BC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9401-2CB5-2DB1-EF02-7721BC5A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1453B-DAD5-55F7-3EA6-BF48D99D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01D9-DB19-003E-4AFD-A4294B54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9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D1352-C7BB-1953-A858-252086852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10EB1-739A-7673-8FD2-3135D5158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5E94E-2936-0F1C-0C24-2035BE06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9EE77-7D1C-79CF-448B-1BCC0FCF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CA078-D0AA-BD07-5E67-9C5CDF51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8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576F8-F877-BD47-D8D1-E7672269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56582-531A-0DC7-870A-5D16C2C00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AC18E-F85A-2C99-81EF-36A610CE5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9E0DC-4FE4-B444-B005-71576E409B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27680-C0EF-5011-F2E8-296D7F9C6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EE3E6-7A8F-B5B2-66A4-D077B78E0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94B3A-569C-B94B-A65D-0173CB10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219092B9-E055-4C69-A963-3EE3D7D8C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94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698B527-88A3-14BA-80ED-CADBA4252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CF23C8-8BAA-0921-6B28-D7B134643479}"/>
                  </a:ext>
                </a:extLst>
              </p14:cNvPr>
              <p14:cNvContentPartPr/>
              <p14:nvPr/>
            </p14:nvContentPartPr>
            <p14:xfrm>
              <a:off x="472320" y="747000"/>
              <a:ext cx="6960600" cy="540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CF23C8-8BAA-0921-6B28-D7B1346434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2960" y="737640"/>
                <a:ext cx="6979320" cy="54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042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00043-8A7F-2BED-40B1-0B92445A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C65EA5-04B3-CF0D-956D-9BAC44867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973D39A-800C-789A-B8C4-63C98831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CC2C9B-898F-920C-8D35-4E9BE739A66A}"/>
                  </a:ext>
                </a:extLst>
              </p14:cNvPr>
              <p14:cNvContentPartPr/>
              <p14:nvPr/>
            </p14:nvContentPartPr>
            <p14:xfrm>
              <a:off x="338760" y="400680"/>
              <a:ext cx="9186480" cy="3920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CC2C9B-898F-920C-8D35-4E9BE739A6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400" y="391320"/>
                <a:ext cx="9205200" cy="393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47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41BA9-C53C-B1FB-45C8-5E811616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615CEF-394F-B01A-53BE-E4649B028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B32A7587-23A0-9491-44B2-9D4BA4EEC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037623-5F19-CCC9-E7FA-07AA89B87FB6}"/>
                  </a:ext>
                </a:extLst>
              </p14:cNvPr>
              <p14:cNvContentPartPr/>
              <p14:nvPr/>
            </p14:nvContentPartPr>
            <p14:xfrm>
              <a:off x="244800" y="458640"/>
              <a:ext cx="11824920" cy="463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037623-5F19-CCC9-E7FA-07AA89B87F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440" y="449280"/>
                <a:ext cx="11843640" cy="465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684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0B0D7-DF81-E9BA-6756-CAC80EE9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4DB57E-04EA-0006-16F6-67F4514C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07D4ED5-F564-7AAF-B028-3160A1AE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E47EAB-C59B-BFB4-9834-DF1C92605BAA}"/>
                  </a:ext>
                </a:extLst>
              </p14:cNvPr>
              <p14:cNvContentPartPr/>
              <p14:nvPr/>
            </p14:nvContentPartPr>
            <p14:xfrm>
              <a:off x="1000800" y="151920"/>
              <a:ext cx="9664200" cy="449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E47EAB-C59B-BFB4-9834-DF1C92605B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440" y="142560"/>
                <a:ext cx="9682920" cy="45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12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3FEBE-556F-FA08-D46F-BD4B7F96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ECE7F15-80C5-34B0-5E2C-3D010884D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B44122E-FD56-5A1B-D432-793C15867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B821BCB-39C7-1BEC-3632-B9CEBD65675A}"/>
                  </a:ext>
                </a:extLst>
              </p14:cNvPr>
              <p14:cNvContentPartPr/>
              <p14:nvPr/>
            </p14:nvContentPartPr>
            <p14:xfrm>
              <a:off x="1698480" y="616680"/>
              <a:ext cx="7975800" cy="526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B821BCB-39C7-1BEC-3632-B9CEBD6567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9120" y="607320"/>
                <a:ext cx="7994520" cy="527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8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91BA8-CDAD-3E4F-0E65-4A97ADF0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42348C-4C94-7393-B8D7-DD4DD325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ABF1C8F-964D-4D79-6C91-D11534C76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A8392F2-3BF2-EFEC-8CFD-0D4E90A53628}"/>
                  </a:ext>
                </a:extLst>
              </p14:cNvPr>
              <p14:cNvContentPartPr/>
              <p14:nvPr/>
            </p14:nvContentPartPr>
            <p14:xfrm>
              <a:off x="279360" y="306000"/>
              <a:ext cx="11852280" cy="6168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A8392F2-3BF2-EFEC-8CFD-0D4E90A536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00" y="296640"/>
                <a:ext cx="11871000" cy="618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810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2025-11-02T13:33:33Z</dcterms:created>
  <dcterms:modified xsi:type="dcterms:W3CDTF">2025-11-02T15:37:48Z</dcterms:modified>
</cp:coreProperties>
</file>